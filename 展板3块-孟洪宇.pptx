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9" r:id="rId2"/>
    <p:sldId id="260" r:id="rId3"/>
    <p:sldId id="261" r:id="rId4"/>
  </p:sldIdLst>
  <p:sldSz cx="51120675" cy="30283150"/>
  <p:notesSz cx="6858000" cy="9144000"/>
  <p:custDataLst>
    <p:tags r:id="rId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490" userDrawn="1">
          <p15:clr>
            <a:srgbClr val="A4A3A4"/>
          </p15:clr>
        </p15:guide>
        <p15:guide id="2" pos="160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0000FF"/>
    <a:srgbClr val="2851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410" autoAdjust="0"/>
    <p:restoredTop sz="93663" autoAdjust="0"/>
  </p:normalViewPr>
  <p:slideViewPr>
    <p:cSldViewPr snapToGrid="0" showGuides="1">
      <p:cViewPr>
        <p:scale>
          <a:sx n="50" d="100"/>
          <a:sy n="50" d="100"/>
        </p:scale>
        <p:origin x="-5907" y="-473"/>
      </p:cViewPr>
      <p:guideLst>
        <p:guide orient="horz" pos="9490"/>
        <p:guide pos="16053"/>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BEECB0-4C13-42E2-88EC-624E6C674732}" type="datetimeFigureOut">
              <a:rPr lang="zh-CN" altLang="en-US" smtClean="0"/>
              <a:t>2026/8/25</a:t>
            </a:fld>
            <a:endParaRPr lang="zh-CN" altLang="en-US"/>
          </a:p>
        </p:txBody>
      </p:sp>
      <p:sp>
        <p:nvSpPr>
          <p:cNvPr id="4" name="幻灯片图像占位符 3"/>
          <p:cNvSpPr>
            <a:spLocks noGrp="1" noRot="1" noChangeAspect="1"/>
          </p:cNvSpPr>
          <p:nvPr>
            <p:ph type="sldImg" idx="2"/>
          </p:nvPr>
        </p:nvSpPr>
        <p:spPr>
          <a:xfrm>
            <a:off x="825500" y="1143000"/>
            <a:ext cx="52070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8BD3A-060C-4899-8037-B5C146B483E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722755" rtl="0" eaLnBrk="1" latinLnBrk="0" hangingPunct="1">
      <a:defRPr sz="2260" kern="1200">
        <a:solidFill>
          <a:schemeClr val="tx1"/>
        </a:solidFill>
        <a:latin typeface="+mn-lt"/>
        <a:ea typeface="+mn-ea"/>
        <a:cs typeface="+mn-cs"/>
      </a:defRPr>
    </a:lvl1pPr>
    <a:lvl2pPr marL="861695" algn="l" defTabSz="1722755" rtl="0" eaLnBrk="1" latinLnBrk="0" hangingPunct="1">
      <a:defRPr sz="2260" kern="1200">
        <a:solidFill>
          <a:schemeClr val="tx1"/>
        </a:solidFill>
        <a:latin typeface="+mn-lt"/>
        <a:ea typeface="+mn-ea"/>
        <a:cs typeface="+mn-cs"/>
      </a:defRPr>
    </a:lvl2pPr>
    <a:lvl3pPr marL="1722755" algn="l" defTabSz="1722755" rtl="0" eaLnBrk="1" latinLnBrk="0" hangingPunct="1">
      <a:defRPr sz="2260" kern="1200">
        <a:solidFill>
          <a:schemeClr val="tx1"/>
        </a:solidFill>
        <a:latin typeface="+mn-lt"/>
        <a:ea typeface="+mn-ea"/>
        <a:cs typeface="+mn-cs"/>
      </a:defRPr>
    </a:lvl3pPr>
    <a:lvl4pPr marL="2584450" algn="l" defTabSz="1722755" rtl="0" eaLnBrk="1" latinLnBrk="0" hangingPunct="1">
      <a:defRPr sz="2260" kern="1200">
        <a:solidFill>
          <a:schemeClr val="tx1"/>
        </a:solidFill>
        <a:latin typeface="+mn-lt"/>
        <a:ea typeface="+mn-ea"/>
        <a:cs typeface="+mn-cs"/>
      </a:defRPr>
    </a:lvl4pPr>
    <a:lvl5pPr marL="3445510" algn="l" defTabSz="1722755" rtl="0" eaLnBrk="1" latinLnBrk="0" hangingPunct="1">
      <a:defRPr sz="2260" kern="1200">
        <a:solidFill>
          <a:schemeClr val="tx1"/>
        </a:solidFill>
        <a:latin typeface="+mn-lt"/>
        <a:ea typeface="+mn-ea"/>
        <a:cs typeface="+mn-cs"/>
      </a:defRPr>
    </a:lvl5pPr>
    <a:lvl6pPr marL="4307205" algn="l" defTabSz="1722755" rtl="0" eaLnBrk="1" latinLnBrk="0" hangingPunct="1">
      <a:defRPr sz="2260" kern="1200">
        <a:solidFill>
          <a:schemeClr val="tx1"/>
        </a:solidFill>
        <a:latin typeface="+mn-lt"/>
        <a:ea typeface="+mn-ea"/>
        <a:cs typeface="+mn-cs"/>
      </a:defRPr>
    </a:lvl6pPr>
    <a:lvl7pPr marL="5168900" algn="l" defTabSz="1722755" rtl="0" eaLnBrk="1" latinLnBrk="0" hangingPunct="1">
      <a:defRPr sz="2260" kern="1200">
        <a:solidFill>
          <a:schemeClr val="tx1"/>
        </a:solidFill>
        <a:latin typeface="+mn-lt"/>
        <a:ea typeface="+mn-ea"/>
        <a:cs typeface="+mn-cs"/>
      </a:defRPr>
    </a:lvl7pPr>
    <a:lvl8pPr marL="6029960" algn="l" defTabSz="1722755" rtl="0" eaLnBrk="1" latinLnBrk="0" hangingPunct="1">
      <a:defRPr sz="2260" kern="1200">
        <a:solidFill>
          <a:schemeClr val="tx1"/>
        </a:solidFill>
        <a:latin typeface="+mn-lt"/>
        <a:ea typeface="+mn-ea"/>
        <a:cs typeface="+mn-cs"/>
      </a:defRPr>
    </a:lvl8pPr>
    <a:lvl9pPr marL="6891655" algn="l" defTabSz="1722755" rtl="0" eaLnBrk="1" latinLnBrk="0" hangingPunct="1">
      <a:defRPr sz="22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08BD3A-060C-4899-8037-B5C146B483E3}" type="slidenum">
              <a:rPr lang="zh-CN" altLang="en-US" smtClean="0"/>
              <a:t>1</a:t>
            </a:fld>
            <a:endParaRPr lang="zh-CN" altLang="en-US"/>
          </a:p>
        </p:txBody>
      </p:sp>
    </p:spTree>
    <p:extLst>
      <p:ext uri="{BB962C8B-B14F-4D97-AF65-F5344CB8AC3E}">
        <p14:creationId xmlns:p14="http://schemas.microsoft.com/office/powerpoint/2010/main" val="42941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08BD3A-060C-4899-8037-B5C146B483E3}" type="slidenum">
              <a:rPr lang="zh-CN" altLang="en-US" smtClean="0"/>
              <a:t>3</a:t>
            </a:fld>
            <a:endParaRPr lang="zh-CN" altLang="en-US"/>
          </a:p>
        </p:txBody>
      </p:sp>
    </p:spTree>
    <p:extLst>
      <p:ext uri="{BB962C8B-B14F-4D97-AF65-F5344CB8AC3E}">
        <p14:creationId xmlns:p14="http://schemas.microsoft.com/office/powerpoint/2010/main" val="1939820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390085" y="4956064"/>
            <a:ext cx="38340506" cy="10543023"/>
          </a:xfrm>
        </p:spPr>
        <p:txBody>
          <a:bodyPr anchor="b"/>
          <a:lstStyle>
            <a:lvl1pPr algn="ctr">
              <a:defRPr sz="25160"/>
            </a:lvl1pPr>
          </a:lstStyle>
          <a:p>
            <a:r>
              <a:rPr lang="zh-CN" altLang="en-US"/>
              <a:t>单击此处编辑母版标题样式</a:t>
            </a:r>
            <a:endParaRPr lang="en-US" dirty="0"/>
          </a:p>
        </p:txBody>
      </p:sp>
      <p:sp>
        <p:nvSpPr>
          <p:cNvPr id="3" name="Subtitle 2"/>
          <p:cNvSpPr>
            <a:spLocks noGrp="1"/>
          </p:cNvSpPr>
          <p:nvPr>
            <p:ph type="subTitle" idx="1"/>
          </p:nvPr>
        </p:nvSpPr>
        <p:spPr>
          <a:xfrm>
            <a:off x="6390085" y="15905666"/>
            <a:ext cx="38340506" cy="7311416"/>
          </a:xfrm>
        </p:spPr>
        <p:txBody>
          <a:bodyPr/>
          <a:lstStyle>
            <a:lvl1pPr marL="0" indent="0" algn="ctr">
              <a:buNone/>
              <a:defRPr sz="10065"/>
            </a:lvl1pPr>
            <a:lvl2pPr marL="1917065" indent="0" algn="ctr">
              <a:buNone/>
              <a:defRPr sz="8385"/>
            </a:lvl2pPr>
            <a:lvl3pPr marL="3834130" indent="0" algn="ctr">
              <a:buNone/>
              <a:defRPr sz="7545"/>
            </a:lvl3pPr>
            <a:lvl4pPr marL="5751195" indent="0" algn="ctr">
              <a:buNone/>
              <a:defRPr sz="6710"/>
            </a:lvl4pPr>
            <a:lvl5pPr marL="7668260" indent="0" algn="ctr">
              <a:buNone/>
              <a:defRPr sz="6710"/>
            </a:lvl5pPr>
            <a:lvl6pPr marL="9585325" indent="0" algn="ctr">
              <a:buNone/>
              <a:defRPr sz="6710"/>
            </a:lvl6pPr>
            <a:lvl7pPr marL="11502390" indent="0" algn="ctr">
              <a:buNone/>
              <a:defRPr sz="6710"/>
            </a:lvl7pPr>
            <a:lvl8pPr marL="13419455" indent="0" algn="ctr">
              <a:buNone/>
              <a:defRPr sz="6710"/>
            </a:lvl8pPr>
            <a:lvl9pPr marL="15336520" indent="0" algn="ctr">
              <a:buNone/>
              <a:defRPr sz="671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487921" y="7549762"/>
            <a:ext cx="44091582" cy="12596947"/>
          </a:xfrm>
        </p:spPr>
        <p:txBody>
          <a:bodyPr anchor="b"/>
          <a:lstStyle>
            <a:lvl1pPr>
              <a:defRPr sz="25160"/>
            </a:lvl1pPr>
          </a:lstStyle>
          <a:p>
            <a:r>
              <a:rPr lang="zh-CN" altLang="en-US"/>
              <a:t>单击此处编辑母版标题样式</a:t>
            </a:r>
            <a:endParaRPr lang="en-US" dirty="0"/>
          </a:p>
        </p:txBody>
      </p:sp>
      <p:sp>
        <p:nvSpPr>
          <p:cNvPr id="3" name="Text Placeholder 2"/>
          <p:cNvSpPr>
            <a:spLocks noGrp="1"/>
          </p:cNvSpPr>
          <p:nvPr>
            <p:ph type="body" idx="1"/>
          </p:nvPr>
        </p:nvSpPr>
        <p:spPr>
          <a:xfrm>
            <a:off x="3487921" y="20265881"/>
            <a:ext cx="44091582" cy="6624437"/>
          </a:xfrm>
        </p:spPr>
        <p:txBody>
          <a:bodyPr/>
          <a:lstStyle>
            <a:lvl1pPr marL="0" indent="0">
              <a:buNone/>
              <a:defRPr sz="10065">
                <a:solidFill>
                  <a:schemeClr val="tx1">
                    <a:tint val="75000"/>
                  </a:schemeClr>
                </a:solidFill>
              </a:defRPr>
            </a:lvl1pPr>
            <a:lvl2pPr marL="1917065" indent="0">
              <a:buNone/>
              <a:defRPr sz="8385">
                <a:solidFill>
                  <a:schemeClr val="tx1">
                    <a:tint val="75000"/>
                  </a:schemeClr>
                </a:solidFill>
              </a:defRPr>
            </a:lvl2pPr>
            <a:lvl3pPr marL="3834130" indent="0">
              <a:buNone/>
              <a:defRPr sz="7545">
                <a:solidFill>
                  <a:schemeClr val="tx1">
                    <a:tint val="75000"/>
                  </a:schemeClr>
                </a:solidFill>
              </a:defRPr>
            </a:lvl3pPr>
            <a:lvl4pPr marL="5751195" indent="0">
              <a:buNone/>
              <a:defRPr sz="6710">
                <a:solidFill>
                  <a:schemeClr val="tx1">
                    <a:tint val="75000"/>
                  </a:schemeClr>
                </a:solidFill>
              </a:defRPr>
            </a:lvl4pPr>
            <a:lvl5pPr marL="7668260" indent="0">
              <a:buNone/>
              <a:defRPr sz="6710">
                <a:solidFill>
                  <a:schemeClr val="tx1">
                    <a:tint val="75000"/>
                  </a:schemeClr>
                </a:solidFill>
              </a:defRPr>
            </a:lvl5pPr>
            <a:lvl6pPr marL="9585325" indent="0">
              <a:buNone/>
              <a:defRPr sz="6710">
                <a:solidFill>
                  <a:schemeClr val="tx1">
                    <a:tint val="75000"/>
                  </a:schemeClr>
                </a:solidFill>
              </a:defRPr>
            </a:lvl6pPr>
            <a:lvl7pPr marL="11502390" indent="0">
              <a:buNone/>
              <a:defRPr sz="6710">
                <a:solidFill>
                  <a:schemeClr val="tx1">
                    <a:tint val="75000"/>
                  </a:schemeClr>
                </a:solidFill>
              </a:defRPr>
            </a:lvl7pPr>
            <a:lvl8pPr marL="13419455" indent="0">
              <a:buNone/>
              <a:defRPr sz="6710">
                <a:solidFill>
                  <a:schemeClr val="tx1">
                    <a:tint val="75000"/>
                  </a:schemeClr>
                </a:solidFill>
              </a:defRPr>
            </a:lvl8pPr>
            <a:lvl9pPr marL="15336520" indent="0">
              <a:buNone/>
              <a:defRPr sz="671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514546" y="8061487"/>
            <a:ext cx="21726287" cy="1921438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25879842" y="8061487"/>
            <a:ext cx="21726287" cy="1921438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521205" y="1612299"/>
            <a:ext cx="44091582" cy="585334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521207" y="7423580"/>
            <a:ext cx="21626440" cy="3638182"/>
          </a:xfrm>
        </p:spPr>
        <p:txBody>
          <a:bodyPr anchor="b"/>
          <a:lstStyle>
            <a:lvl1pPr marL="0" indent="0">
              <a:buNone/>
              <a:defRPr sz="10065" b="1"/>
            </a:lvl1pPr>
            <a:lvl2pPr marL="1917065" indent="0">
              <a:buNone/>
              <a:defRPr sz="8385" b="1"/>
            </a:lvl2pPr>
            <a:lvl3pPr marL="3834130" indent="0">
              <a:buNone/>
              <a:defRPr sz="7545" b="1"/>
            </a:lvl3pPr>
            <a:lvl4pPr marL="5751195" indent="0">
              <a:buNone/>
              <a:defRPr sz="6710" b="1"/>
            </a:lvl4pPr>
            <a:lvl5pPr marL="7668260" indent="0">
              <a:buNone/>
              <a:defRPr sz="6710" b="1"/>
            </a:lvl5pPr>
            <a:lvl6pPr marL="9585325" indent="0">
              <a:buNone/>
              <a:defRPr sz="6710" b="1"/>
            </a:lvl6pPr>
            <a:lvl7pPr marL="11502390" indent="0">
              <a:buNone/>
              <a:defRPr sz="6710" b="1"/>
            </a:lvl7pPr>
            <a:lvl8pPr marL="13419455" indent="0">
              <a:buNone/>
              <a:defRPr sz="6710" b="1"/>
            </a:lvl8pPr>
            <a:lvl9pPr marL="15336520" indent="0">
              <a:buNone/>
              <a:defRPr sz="6710" b="1"/>
            </a:lvl9pPr>
          </a:lstStyle>
          <a:p>
            <a:pPr lvl="0"/>
            <a:r>
              <a:rPr lang="zh-CN" altLang="en-US"/>
              <a:t>单击此处编辑母版文本样式</a:t>
            </a:r>
          </a:p>
        </p:txBody>
      </p:sp>
      <p:sp>
        <p:nvSpPr>
          <p:cNvPr id="4" name="Content Placeholder 3"/>
          <p:cNvSpPr>
            <a:spLocks noGrp="1"/>
          </p:cNvSpPr>
          <p:nvPr>
            <p:ph sz="half" idx="2"/>
          </p:nvPr>
        </p:nvSpPr>
        <p:spPr>
          <a:xfrm>
            <a:off x="3521207" y="11061762"/>
            <a:ext cx="21626440" cy="1627018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25879842" y="7423580"/>
            <a:ext cx="21732945" cy="3638182"/>
          </a:xfrm>
        </p:spPr>
        <p:txBody>
          <a:bodyPr anchor="b"/>
          <a:lstStyle>
            <a:lvl1pPr marL="0" indent="0">
              <a:buNone/>
              <a:defRPr sz="10065" b="1"/>
            </a:lvl1pPr>
            <a:lvl2pPr marL="1917065" indent="0">
              <a:buNone/>
              <a:defRPr sz="8385" b="1"/>
            </a:lvl2pPr>
            <a:lvl3pPr marL="3834130" indent="0">
              <a:buNone/>
              <a:defRPr sz="7545" b="1"/>
            </a:lvl3pPr>
            <a:lvl4pPr marL="5751195" indent="0">
              <a:buNone/>
              <a:defRPr sz="6710" b="1"/>
            </a:lvl4pPr>
            <a:lvl5pPr marL="7668260" indent="0">
              <a:buNone/>
              <a:defRPr sz="6710" b="1"/>
            </a:lvl5pPr>
            <a:lvl6pPr marL="9585325" indent="0">
              <a:buNone/>
              <a:defRPr sz="6710" b="1"/>
            </a:lvl6pPr>
            <a:lvl7pPr marL="11502390" indent="0">
              <a:buNone/>
              <a:defRPr sz="6710" b="1"/>
            </a:lvl7pPr>
            <a:lvl8pPr marL="13419455" indent="0">
              <a:buNone/>
              <a:defRPr sz="6710" b="1"/>
            </a:lvl8pPr>
            <a:lvl9pPr marL="15336520" indent="0">
              <a:buNone/>
              <a:defRPr sz="6710" b="1"/>
            </a:lvl9pPr>
          </a:lstStyle>
          <a:p>
            <a:pPr lvl="0"/>
            <a:r>
              <a:rPr lang="zh-CN" altLang="en-US"/>
              <a:t>单击此处编辑母版文本样式</a:t>
            </a:r>
          </a:p>
        </p:txBody>
      </p:sp>
      <p:sp>
        <p:nvSpPr>
          <p:cNvPr id="6" name="Content Placeholder 5"/>
          <p:cNvSpPr>
            <a:spLocks noGrp="1"/>
          </p:cNvSpPr>
          <p:nvPr>
            <p:ph sz="quarter" idx="4"/>
          </p:nvPr>
        </p:nvSpPr>
        <p:spPr>
          <a:xfrm>
            <a:off x="25879842" y="11061762"/>
            <a:ext cx="21732945" cy="1627018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7" y="2018877"/>
            <a:ext cx="16487747" cy="7066068"/>
          </a:xfrm>
        </p:spPr>
        <p:txBody>
          <a:bodyPr anchor="b"/>
          <a:lstStyle>
            <a:lvl1pPr>
              <a:defRPr sz="13420"/>
            </a:lvl1pPr>
          </a:lstStyle>
          <a:p>
            <a:r>
              <a:rPr lang="zh-CN" altLang="en-US"/>
              <a:t>单击此处编辑母版标题样式</a:t>
            </a:r>
            <a:endParaRPr lang="en-US" dirty="0"/>
          </a:p>
        </p:txBody>
      </p:sp>
      <p:sp>
        <p:nvSpPr>
          <p:cNvPr id="3" name="Content Placeholder 2"/>
          <p:cNvSpPr>
            <a:spLocks noGrp="1"/>
          </p:cNvSpPr>
          <p:nvPr>
            <p:ph idx="1"/>
          </p:nvPr>
        </p:nvSpPr>
        <p:spPr>
          <a:xfrm>
            <a:off x="21732945" y="4360215"/>
            <a:ext cx="25879842" cy="21520664"/>
          </a:xfrm>
        </p:spPr>
        <p:txBody>
          <a:bodyPr/>
          <a:lstStyle>
            <a:lvl1pPr>
              <a:defRPr sz="13420"/>
            </a:lvl1pPr>
            <a:lvl2pPr>
              <a:defRPr sz="11740"/>
            </a:lvl2pPr>
            <a:lvl3pPr>
              <a:defRPr sz="10065"/>
            </a:lvl3pPr>
            <a:lvl4pPr>
              <a:defRPr sz="8385"/>
            </a:lvl4pPr>
            <a:lvl5pPr>
              <a:defRPr sz="8385"/>
            </a:lvl5pPr>
            <a:lvl6pPr>
              <a:defRPr sz="8385"/>
            </a:lvl6pPr>
            <a:lvl7pPr>
              <a:defRPr sz="8385"/>
            </a:lvl7pPr>
            <a:lvl8pPr>
              <a:defRPr sz="8385"/>
            </a:lvl8pPr>
            <a:lvl9pPr>
              <a:defRPr sz="8385"/>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521207" y="9084945"/>
            <a:ext cx="16487747" cy="16830984"/>
          </a:xfrm>
        </p:spPr>
        <p:txBody>
          <a:bodyPr/>
          <a:lstStyle>
            <a:lvl1pPr marL="0" indent="0">
              <a:buNone/>
              <a:defRPr sz="6710"/>
            </a:lvl1pPr>
            <a:lvl2pPr marL="1917065" indent="0">
              <a:buNone/>
              <a:defRPr sz="5870"/>
            </a:lvl2pPr>
            <a:lvl3pPr marL="3834130" indent="0">
              <a:buNone/>
              <a:defRPr sz="5030"/>
            </a:lvl3pPr>
            <a:lvl4pPr marL="5751195" indent="0">
              <a:buNone/>
              <a:defRPr sz="4195"/>
            </a:lvl4pPr>
            <a:lvl5pPr marL="7668260" indent="0">
              <a:buNone/>
              <a:defRPr sz="4195"/>
            </a:lvl5pPr>
            <a:lvl6pPr marL="9585325" indent="0">
              <a:buNone/>
              <a:defRPr sz="4195"/>
            </a:lvl6pPr>
            <a:lvl7pPr marL="11502390" indent="0">
              <a:buNone/>
              <a:defRPr sz="4195"/>
            </a:lvl7pPr>
            <a:lvl8pPr marL="13419455" indent="0">
              <a:buNone/>
              <a:defRPr sz="4195"/>
            </a:lvl8pPr>
            <a:lvl9pPr marL="15336520" indent="0">
              <a:buNone/>
              <a:defRPr sz="41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1207" y="2018877"/>
            <a:ext cx="16487747" cy="7066068"/>
          </a:xfrm>
        </p:spPr>
        <p:txBody>
          <a:bodyPr anchor="b"/>
          <a:lstStyle>
            <a:lvl1pPr>
              <a:defRPr sz="1342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1732945" y="4360215"/>
            <a:ext cx="25879842" cy="21520664"/>
          </a:xfrm>
        </p:spPr>
        <p:txBody>
          <a:bodyPr anchor="t"/>
          <a:lstStyle>
            <a:lvl1pPr marL="0" indent="0">
              <a:buNone/>
              <a:defRPr sz="13420"/>
            </a:lvl1pPr>
            <a:lvl2pPr marL="1917065" indent="0">
              <a:buNone/>
              <a:defRPr sz="11740"/>
            </a:lvl2pPr>
            <a:lvl3pPr marL="3834130" indent="0">
              <a:buNone/>
              <a:defRPr sz="10065"/>
            </a:lvl3pPr>
            <a:lvl4pPr marL="5751195" indent="0">
              <a:buNone/>
              <a:defRPr sz="8385"/>
            </a:lvl4pPr>
            <a:lvl5pPr marL="7668260" indent="0">
              <a:buNone/>
              <a:defRPr sz="8385"/>
            </a:lvl5pPr>
            <a:lvl6pPr marL="9585325" indent="0">
              <a:buNone/>
              <a:defRPr sz="8385"/>
            </a:lvl6pPr>
            <a:lvl7pPr marL="11502390" indent="0">
              <a:buNone/>
              <a:defRPr sz="8385"/>
            </a:lvl7pPr>
            <a:lvl8pPr marL="13419455" indent="0">
              <a:buNone/>
              <a:defRPr sz="8385"/>
            </a:lvl8pPr>
            <a:lvl9pPr marL="15336520" indent="0">
              <a:buNone/>
              <a:defRPr sz="8385"/>
            </a:lvl9pPr>
          </a:lstStyle>
          <a:p>
            <a:r>
              <a:rPr lang="zh-CN" altLang="en-US"/>
              <a:t>单击图标添加图片</a:t>
            </a:r>
            <a:endParaRPr lang="en-US" dirty="0"/>
          </a:p>
        </p:txBody>
      </p:sp>
      <p:sp>
        <p:nvSpPr>
          <p:cNvPr id="4" name="Text Placeholder 3"/>
          <p:cNvSpPr>
            <a:spLocks noGrp="1"/>
          </p:cNvSpPr>
          <p:nvPr>
            <p:ph type="body" sz="half" idx="2"/>
          </p:nvPr>
        </p:nvSpPr>
        <p:spPr>
          <a:xfrm>
            <a:off x="3521207" y="9084945"/>
            <a:ext cx="16487747" cy="16830984"/>
          </a:xfrm>
        </p:spPr>
        <p:txBody>
          <a:bodyPr/>
          <a:lstStyle>
            <a:lvl1pPr marL="0" indent="0">
              <a:buNone/>
              <a:defRPr sz="6710"/>
            </a:lvl1pPr>
            <a:lvl2pPr marL="1917065" indent="0">
              <a:buNone/>
              <a:defRPr sz="5870"/>
            </a:lvl2pPr>
            <a:lvl3pPr marL="3834130" indent="0">
              <a:buNone/>
              <a:defRPr sz="5030"/>
            </a:lvl3pPr>
            <a:lvl4pPr marL="5751195" indent="0">
              <a:buNone/>
              <a:defRPr sz="4195"/>
            </a:lvl4pPr>
            <a:lvl5pPr marL="7668260" indent="0">
              <a:buNone/>
              <a:defRPr sz="4195"/>
            </a:lvl5pPr>
            <a:lvl6pPr marL="9585325" indent="0">
              <a:buNone/>
              <a:defRPr sz="4195"/>
            </a:lvl6pPr>
            <a:lvl7pPr marL="11502390" indent="0">
              <a:buNone/>
              <a:defRPr sz="4195"/>
            </a:lvl7pPr>
            <a:lvl8pPr marL="13419455" indent="0">
              <a:buNone/>
              <a:defRPr sz="4195"/>
            </a:lvl8pPr>
            <a:lvl9pPr marL="15336520" indent="0">
              <a:buNone/>
              <a:defRPr sz="41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583233" y="1612297"/>
            <a:ext cx="11022896" cy="2566357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514547" y="1612297"/>
            <a:ext cx="32429678" cy="2566357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2CDC6CF-E365-47CA-8FFA-D36C95A761D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4547" y="1612299"/>
            <a:ext cx="44091582" cy="585334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3514547" y="8061487"/>
            <a:ext cx="44091582" cy="1921438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3514546" y="28067996"/>
            <a:ext cx="11502152" cy="1612297"/>
          </a:xfrm>
          <a:prstGeom prst="rect">
            <a:avLst/>
          </a:prstGeom>
        </p:spPr>
        <p:txBody>
          <a:bodyPr vert="horz" lIns="91440" tIns="45720" rIns="91440" bIns="45720" rtlCol="0" anchor="ctr"/>
          <a:lstStyle>
            <a:lvl1pPr algn="l">
              <a:defRPr sz="5030">
                <a:solidFill>
                  <a:schemeClr val="tx1">
                    <a:tint val="75000"/>
                  </a:schemeClr>
                </a:solidFill>
              </a:defRPr>
            </a:lvl1pPr>
          </a:lstStyle>
          <a:p>
            <a:fld id="{88B976C3-657C-446A-B13B-A66A972BB576}" type="datetimeFigureOut">
              <a:rPr lang="zh-CN" altLang="en-US" smtClean="0"/>
              <a:t>2026/8/25</a:t>
            </a:fld>
            <a:endParaRPr lang="zh-CN" altLang="en-US"/>
          </a:p>
        </p:txBody>
      </p:sp>
      <p:sp>
        <p:nvSpPr>
          <p:cNvPr id="5" name="Footer Placeholder 4"/>
          <p:cNvSpPr>
            <a:spLocks noGrp="1"/>
          </p:cNvSpPr>
          <p:nvPr>
            <p:ph type="ftr" sz="quarter" idx="3"/>
          </p:nvPr>
        </p:nvSpPr>
        <p:spPr>
          <a:xfrm>
            <a:off x="16933724" y="28067996"/>
            <a:ext cx="17253228" cy="1612297"/>
          </a:xfrm>
          <a:prstGeom prst="rect">
            <a:avLst/>
          </a:prstGeom>
        </p:spPr>
        <p:txBody>
          <a:bodyPr vert="horz" lIns="91440" tIns="45720" rIns="91440" bIns="45720" rtlCol="0" anchor="ctr"/>
          <a:lstStyle>
            <a:lvl1pPr algn="ctr">
              <a:defRPr sz="503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36103977" y="28067996"/>
            <a:ext cx="11502152" cy="1612297"/>
          </a:xfrm>
          <a:prstGeom prst="rect">
            <a:avLst/>
          </a:prstGeom>
        </p:spPr>
        <p:txBody>
          <a:bodyPr vert="horz" lIns="91440" tIns="45720" rIns="91440" bIns="45720" rtlCol="0" anchor="ctr"/>
          <a:lstStyle>
            <a:lvl1pPr algn="r">
              <a:defRPr sz="5030">
                <a:solidFill>
                  <a:schemeClr val="tx1">
                    <a:tint val="75000"/>
                  </a:schemeClr>
                </a:solidFill>
              </a:defRPr>
            </a:lvl1pPr>
          </a:lstStyle>
          <a:p>
            <a:fld id="{32CDC6CF-E365-47CA-8FFA-D36C95A761D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834130" rtl="0" eaLnBrk="1" latinLnBrk="0" hangingPunct="1">
        <a:lnSpc>
          <a:spcPct val="90000"/>
        </a:lnSpc>
        <a:spcBef>
          <a:spcPct val="0"/>
        </a:spcBef>
        <a:buNone/>
        <a:defRPr sz="18450" kern="1200">
          <a:solidFill>
            <a:schemeClr val="tx1"/>
          </a:solidFill>
          <a:latin typeface="+mj-lt"/>
          <a:ea typeface="+mj-ea"/>
          <a:cs typeface="+mj-cs"/>
        </a:defRPr>
      </a:lvl1pPr>
    </p:titleStyle>
    <p:bodyStyle>
      <a:lvl1pPr marL="958215" indent="-958215" algn="l" defTabSz="3834130" rtl="0" eaLnBrk="1" latinLnBrk="0" hangingPunct="1">
        <a:lnSpc>
          <a:spcPct val="90000"/>
        </a:lnSpc>
        <a:spcBef>
          <a:spcPts val="4195"/>
        </a:spcBef>
        <a:buFont typeface="Arial" panose="020B0604020202020204" pitchFamily="34" charset="0"/>
        <a:buChar char="•"/>
        <a:defRPr sz="11740" kern="1200">
          <a:solidFill>
            <a:schemeClr val="tx1"/>
          </a:solidFill>
          <a:latin typeface="+mn-lt"/>
          <a:ea typeface="+mn-ea"/>
          <a:cs typeface="+mn-cs"/>
        </a:defRPr>
      </a:lvl1pPr>
      <a:lvl2pPr marL="2875280" indent="-958215" algn="l" defTabSz="3834130" rtl="0" eaLnBrk="1" latinLnBrk="0" hangingPunct="1">
        <a:lnSpc>
          <a:spcPct val="90000"/>
        </a:lnSpc>
        <a:spcBef>
          <a:spcPts val="2095"/>
        </a:spcBef>
        <a:buFont typeface="Arial" panose="020B0604020202020204" pitchFamily="34" charset="0"/>
        <a:buChar char="•"/>
        <a:defRPr sz="10065" kern="1200">
          <a:solidFill>
            <a:schemeClr val="tx1"/>
          </a:solidFill>
          <a:latin typeface="+mn-lt"/>
          <a:ea typeface="+mn-ea"/>
          <a:cs typeface="+mn-cs"/>
        </a:defRPr>
      </a:lvl2pPr>
      <a:lvl3pPr marL="4792345" indent="-958215" algn="l" defTabSz="3834130" rtl="0" eaLnBrk="1" latinLnBrk="0" hangingPunct="1">
        <a:lnSpc>
          <a:spcPct val="90000"/>
        </a:lnSpc>
        <a:spcBef>
          <a:spcPts val="2095"/>
        </a:spcBef>
        <a:buFont typeface="Arial" panose="020B0604020202020204" pitchFamily="34" charset="0"/>
        <a:buChar char="•"/>
        <a:defRPr sz="8385" kern="1200">
          <a:solidFill>
            <a:schemeClr val="tx1"/>
          </a:solidFill>
          <a:latin typeface="+mn-lt"/>
          <a:ea typeface="+mn-ea"/>
          <a:cs typeface="+mn-cs"/>
        </a:defRPr>
      </a:lvl3pPr>
      <a:lvl4pPr marL="6709410"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4pPr>
      <a:lvl5pPr marL="8626475"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5pPr>
      <a:lvl6pPr marL="10543540"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6pPr>
      <a:lvl7pPr marL="12460605"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7pPr>
      <a:lvl8pPr marL="14377670"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8pPr>
      <a:lvl9pPr marL="16294735" indent="-958215" algn="l" defTabSz="3834130" rtl="0" eaLnBrk="1" latinLnBrk="0" hangingPunct="1">
        <a:lnSpc>
          <a:spcPct val="90000"/>
        </a:lnSpc>
        <a:spcBef>
          <a:spcPts val="2095"/>
        </a:spcBef>
        <a:buFont typeface="Arial" panose="020B0604020202020204" pitchFamily="34" charset="0"/>
        <a:buChar char="•"/>
        <a:defRPr sz="7545" kern="1200">
          <a:solidFill>
            <a:schemeClr val="tx1"/>
          </a:solidFill>
          <a:latin typeface="+mn-lt"/>
          <a:ea typeface="+mn-ea"/>
          <a:cs typeface="+mn-cs"/>
        </a:defRPr>
      </a:lvl9pPr>
    </p:bodyStyle>
    <p:otherStyle>
      <a:defPPr>
        <a:defRPr lang="en-US"/>
      </a:defPPr>
      <a:lvl1pPr marL="0" algn="l" defTabSz="3834130" rtl="0" eaLnBrk="1" latinLnBrk="0" hangingPunct="1">
        <a:defRPr sz="7545" kern="1200">
          <a:solidFill>
            <a:schemeClr val="tx1"/>
          </a:solidFill>
          <a:latin typeface="+mn-lt"/>
          <a:ea typeface="+mn-ea"/>
          <a:cs typeface="+mn-cs"/>
        </a:defRPr>
      </a:lvl1pPr>
      <a:lvl2pPr marL="1917065" algn="l" defTabSz="3834130" rtl="0" eaLnBrk="1" latinLnBrk="0" hangingPunct="1">
        <a:defRPr sz="7545" kern="1200">
          <a:solidFill>
            <a:schemeClr val="tx1"/>
          </a:solidFill>
          <a:latin typeface="+mn-lt"/>
          <a:ea typeface="+mn-ea"/>
          <a:cs typeface="+mn-cs"/>
        </a:defRPr>
      </a:lvl2pPr>
      <a:lvl3pPr marL="3834130" algn="l" defTabSz="3834130" rtl="0" eaLnBrk="1" latinLnBrk="0" hangingPunct="1">
        <a:defRPr sz="7545" kern="1200">
          <a:solidFill>
            <a:schemeClr val="tx1"/>
          </a:solidFill>
          <a:latin typeface="+mn-lt"/>
          <a:ea typeface="+mn-ea"/>
          <a:cs typeface="+mn-cs"/>
        </a:defRPr>
      </a:lvl3pPr>
      <a:lvl4pPr marL="5751195" algn="l" defTabSz="3834130" rtl="0" eaLnBrk="1" latinLnBrk="0" hangingPunct="1">
        <a:defRPr sz="7545" kern="1200">
          <a:solidFill>
            <a:schemeClr val="tx1"/>
          </a:solidFill>
          <a:latin typeface="+mn-lt"/>
          <a:ea typeface="+mn-ea"/>
          <a:cs typeface="+mn-cs"/>
        </a:defRPr>
      </a:lvl4pPr>
      <a:lvl5pPr marL="7668260" algn="l" defTabSz="3834130" rtl="0" eaLnBrk="1" latinLnBrk="0" hangingPunct="1">
        <a:defRPr sz="7545" kern="1200">
          <a:solidFill>
            <a:schemeClr val="tx1"/>
          </a:solidFill>
          <a:latin typeface="+mn-lt"/>
          <a:ea typeface="+mn-ea"/>
          <a:cs typeface="+mn-cs"/>
        </a:defRPr>
      </a:lvl5pPr>
      <a:lvl6pPr marL="9585325" algn="l" defTabSz="3834130" rtl="0" eaLnBrk="1" latinLnBrk="0" hangingPunct="1">
        <a:defRPr sz="7545" kern="1200">
          <a:solidFill>
            <a:schemeClr val="tx1"/>
          </a:solidFill>
          <a:latin typeface="+mn-lt"/>
          <a:ea typeface="+mn-ea"/>
          <a:cs typeface="+mn-cs"/>
        </a:defRPr>
      </a:lvl6pPr>
      <a:lvl7pPr marL="11502390" algn="l" defTabSz="3834130" rtl="0" eaLnBrk="1" latinLnBrk="0" hangingPunct="1">
        <a:defRPr sz="7545" kern="1200">
          <a:solidFill>
            <a:schemeClr val="tx1"/>
          </a:solidFill>
          <a:latin typeface="+mn-lt"/>
          <a:ea typeface="+mn-ea"/>
          <a:cs typeface="+mn-cs"/>
        </a:defRPr>
      </a:lvl7pPr>
      <a:lvl8pPr marL="13419455" algn="l" defTabSz="3834130" rtl="0" eaLnBrk="1" latinLnBrk="0" hangingPunct="1">
        <a:defRPr sz="7545" kern="1200">
          <a:solidFill>
            <a:schemeClr val="tx1"/>
          </a:solidFill>
          <a:latin typeface="+mn-lt"/>
          <a:ea typeface="+mn-ea"/>
          <a:cs typeface="+mn-cs"/>
        </a:defRPr>
      </a:lvl8pPr>
      <a:lvl9pPr marL="15336520" algn="l" defTabSz="3834130" rtl="0" eaLnBrk="1" latinLnBrk="0" hangingPunct="1">
        <a:defRPr sz="754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18" Type="http://schemas.openxmlformats.org/officeDocument/2006/relationships/image" Target="../media/image14.png"/><Relationship Id="rId3" Type="http://schemas.openxmlformats.org/officeDocument/2006/relationships/image" Target="../media/image1.png"/><Relationship Id="rId21" Type="http://schemas.openxmlformats.org/officeDocument/2006/relationships/image" Target="../media/image16.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hyperlink" Target="https://freepngimg.com/svg/color/00FF00/128505-gray-ear-illustration" TargetMode="External"/><Relationship Id="rId20"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2.svg"/><Relationship Id="rId23" Type="http://schemas.openxmlformats.org/officeDocument/2006/relationships/image" Target="../media/image18.png"/><Relationship Id="rId10" Type="http://schemas.openxmlformats.org/officeDocument/2006/relationships/image" Target="../media/image8.png"/><Relationship Id="rId19" Type="http://schemas.openxmlformats.org/officeDocument/2006/relationships/hyperlink" Target="https://openclipart.org/detail/82327/thought-bubble-by-purzen" TargetMode="External"/><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hyperlink" Target="https://paintingvalley.com/simple-brain-drawing" TargetMode="External"/><Relationship Id="rId22" Type="http://schemas.openxmlformats.org/officeDocument/2006/relationships/image" Target="../media/image17.png"/></Relationships>
</file>

<file path=ppt/slides/_rels/slide2.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33.png"/><Relationship Id="rId26" Type="http://schemas.openxmlformats.org/officeDocument/2006/relationships/image" Target="../media/image41.png"/><Relationship Id="rId39" Type="http://schemas.openxmlformats.org/officeDocument/2006/relationships/image" Target="../media/image300.png"/><Relationship Id="rId21" Type="http://schemas.openxmlformats.org/officeDocument/2006/relationships/image" Target="../media/image36.png"/><Relationship Id="rId34" Type="http://schemas.openxmlformats.org/officeDocument/2006/relationships/image" Target="../media/image28.svg"/><Relationship Id="rId42" Type="http://schemas.openxmlformats.org/officeDocument/2006/relationships/image" Target="../media/image37.png"/><Relationship Id="rId63" Type="http://schemas.openxmlformats.org/officeDocument/2006/relationships/image" Target="../media/image1811.png"/><Relationship Id="rId68" Type="http://schemas.openxmlformats.org/officeDocument/2006/relationships/image" Target="../media/image44.png"/><Relationship Id="rId7" Type="http://schemas.openxmlformats.org/officeDocument/2006/relationships/image" Target="../media/image23.svg"/><Relationship Id="rId2" Type="http://schemas.openxmlformats.org/officeDocument/2006/relationships/image" Target="../media/image6.png"/><Relationship Id="rId16" Type="http://schemas.openxmlformats.org/officeDocument/2006/relationships/image" Target="../media/image31.png"/><Relationship Id="rId29" Type="http://schemas.openxmlformats.org/officeDocument/2006/relationships/image" Target="../media/image2810.png"/><Relationship Id="rId11" Type="http://schemas.openxmlformats.org/officeDocument/2006/relationships/image" Target="../media/image26.png"/><Relationship Id="rId24" Type="http://schemas.openxmlformats.org/officeDocument/2006/relationships/image" Target="../media/image26.emf"/><Relationship Id="rId32" Type="http://schemas.openxmlformats.org/officeDocument/2006/relationships/image" Target="../media/image2510.png"/><Relationship Id="rId37" Type="http://schemas.openxmlformats.org/officeDocument/2006/relationships/image" Target="../media/image270.png"/><Relationship Id="rId40" Type="http://schemas.openxmlformats.org/officeDocument/2006/relationships/image" Target="../media/image2512.png"/><Relationship Id="rId66" Type="http://schemas.openxmlformats.org/officeDocument/2006/relationships/image" Target="../media/image210.png"/><Relationship Id="rId5" Type="http://schemas.openxmlformats.org/officeDocument/2006/relationships/image" Target="../media/image21.png"/><Relationship Id="rId15" Type="http://schemas.openxmlformats.org/officeDocument/2006/relationships/image" Target="../media/image30.png"/><Relationship Id="rId23" Type="http://schemas.openxmlformats.org/officeDocument/2006/relationships/image" Target="../media/image25.emf"/><Relationship Id="rId28" Type="http://schemas.openxmlformats.org/officeDocument/2006/relationships/image" Target="../media/image273.png"/><Relationship Id="rId36" Type="http://schemas.openxmlformats.org/officeDocument/2006/relationships/image" Target="../media/image269.png"/><Relationship Id="rId10" Type="http://schemas.openxmlformats.org/officeDocument/2006/relationships/image" Target="../media/image25.png"/><Relationship Id="rId19" Type="http://schemas.openxmlformats.org/officeDocument/2006/relationships/image" Target="../media/image34.png"/><Relationship Id="rId31" Type="http://schemas.openxmlformats.org/officeDocument/2006/relationships/image" Target="../media/image3010.png"/><Relationship Id="rId65" Type="http://schemas.openxmlformats.org/officeDocument/2006/relationships/image" Target="../media/image207.png"/><Relationship Id="rId4" Type="http://schemas.openxmlformats.org/officeDocument/2006/relationships/image" Target="../media/image20.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24.emf"/><Relationship Id="rId27" Type="http://schemas.openxmlformats.org/officeDocument/2006/relationships/image" Target="../media/image2610.png"/><Relationship Id="rId35" Type="http://schemas.openxmlformats.org/officeDocument/2006/relationships/image" Target="../media/image1340.png"/><Relationship Id="rId64" Type="http://schemas.openxmlformats.org/officeDocument/2006/relationships/image" Target="../media/image190.png"/><Relationship Id="rId69" Type="http://schemas.openxmlformats.org/officeDocument/2006/relationships/image" Target="../media/image45.png"/><Relationship Id="rId8" Type="http://schemas.openxmlformats.org/officeDocument/2006/relationships/hyperlink" Target="https://svgsilh.com/image/157172.html" TargetMode="External"/><Relationship Id="rId3" Type="http://schemas.openxmlformats.org/officeDocument/2006/relationships/image" Target="../media/image19.png"/><Relationship Id="rId12" Type="http://schemas.openxmlformats.org/officeDocument/2006/relationships/image" Target="../media/image27.png"/><Relationship Id="rId17" Type="http://schemas.openxmlformats.org/officeDocument/2006/relationships/image" Target="../media/image32.png"/><Relationship Id="rId25" Type="http://schemas.openxmlformats.org/officeDocument/2006/relationships/image" Target="../media/image27.svg"/><Relationship Id="rId33" Type="http://schemas.openxmlformats.org/officeDocument/2006/relationships/image" Target="../media/image1220.png"/><Relationship Id="rId38" Type="http://schemas.openxmlformats.org/officeDocument/2006/relationships/image" Target="../media/image280.png"/><Relationship Id="rId67" Type="http://schemas.openxmlformats.org/officeDocument/2006/relationships/image" Target="../media/image2211.png"/><Relationship Id="rId20" Type="http://schemas.openxmlformats.org/officeDocument/2006/relationships/image" Target="../media/image35.png"/><Relationship Id="rId41" Type="http://schemas.openxmlformats.org/officeDocument/2006/relationships/image" Target="../media/image1611.png"/><Relationship Id="rId6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6.png"/><Relationship Id="rId7"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emf"/><Relationship Id="rId10" Type="http://schemas.openxmlformats.org/officeDocument/2006/relationships/image" Target="../media/image47.png"/><Relationship Id="rId4" Type="http://schemas.openxmlformats.org/officeDocument/2006/relationships/image" Target="../media/image38.emf"/><Relationship Id="rId9"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81337" y="553505"/>
            <a:ext cx="44958000" cy="3627340"/>
          </a:xfrm>
          <a:prstGeom prst="rect">
            <a:avLst/>
          </a:prstGeom>
        </p:spPr>
        <p:txBody>
          <a:bodyPr wrap="square">
            <a:spAutoFit/>
          </a:bodyPr>
          <a:lstStyle/>
          <a:p>
            <a:pPr algn="ctr">
              <a:lnSpc>
                <a:spcPct val="150000"/>
              </a:lnSpc>
            </a:pPr>
            <a:r>
              <a:rPr lang="zh-CN" altLang="en-US" sz="88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rPr>
              <a:t>预测编码与认知系统课题组</a:t>
            </a:r>
          </a:p>
          <a:p>
            <a:pPr algn="ctr">
              <a:lnSpc>
                <a:spcPct val="150000"/>
              </a:lnSpc>
            </a:pPr>
            <a:r>
              <a:rPr lang="en-US" altLang="zh-CN" sz="7200" b="1" dirty="0">
                <a:solidFill>
                  <a:schemeClr val="accent1">
                    <a:lumMod val="75000"/>
                  </a:schemeClr>
                </a:solidFill>
                <a:latin typeface="STKaiti" panose="02010600040101010101" pitchFamily="2" charset="-122"/>
                <a:ea typeface="STKaiti" panose="02010600040101010101" pitchFamily="2" charset="-122"/>
                <a:cs typeface="Times New Roman" panose="02020603050405020304" pitchFamily="18" charset="0"/>
              </a:rPr>
              <a:t>Lab of Predictive Coding and Cognitive System</a:t>
            </a:r>
          </a:p>
        </p:txBody>
      </p:sp>
      <p:sp>
        <p:nvSpPr>
          <p:cNvPr id="9" name="文本框 8"/>
          <p:cNvSpPr txBox="1"/>
          <p:nvPr/>
        </p:nvSpPr>
        <p:spPr>
          <a:xfrm>
            <a:off x="552408" y="13241076"/>
            <a:ext cx="6211344" cy="830997"/>
          </a:xfrm>
          <a:prstGeom prst="rect">
            <a:avLst/>
          </a:prstGeom>
          <a:noFill/>
        </p:spPr>
        <p:txBody>
          <a:bodyPr wrap="square">
            <a:spAutoFit/>
          </a:bodyPr>
          <a:lstStyle/>
          <a:p>
            <a:pPr algn="ctr"/>
            <a:r>
              <a:rPr lang="zh-CN" altLang="en-US" sz="4800" b="1" dirty="0">
                <a:latin typeface="STKaiti" panose="02010600040101010101" pitchFamily="2" charset="-122"/>
                <a:ea typeface="STKaiti" panose="02010600040101010101" pitchFamily="2" charset="-122"/>
              </a:rPr>
              <a:t>孟洪宇博士 研究员</a:t>
            </a:r>
          </a:p>
        </p:txBody>
      </p:sp>
      <p:sp>
        <p:nvSpPr>
          <p:cNvPr id="10" name="文本框 9"/>
          <p:cNvSpPr txBox="1"/>
          <p:nvPr/>
        </p:nvSpPr>
        <p:spPr>
          <a:xfrm>
            <a:off x="7680285" y="4906189"/>
            <a:ext cx="16799867" cy="6222024"/>
          </a:xfrm>
          <a:prstGeom prst="rect">
            <a:avLst/>
          </a:prstGeom>
          <a:solidFill>
            <a:schemeClr val="accent1">
              <a:lumMod val="20000"/>
              <a:lumOff val="80000"/>
            </a:schemeClr>
          </a:solidFill>
        </p:spPr>
        <p:txBody>
          <a:bodyPr wrap="square" rtlCol="0">
            <a:spAutoFit/>
          </a:bodyPr>
          <a:lstStyle/>
          <a:p>
            <a:pPr>
              <a:lnSpc>
                <a:spcPct val="120000"/>
              </a:lnSpc>
            </a:pPr>
            <a:r>
              <a:rPr lang="en-US" altLang="zh-CN" sz="4800" dirty="0">
                <a:latin typeface="STKaiti" panose="02010600040101010101" pitchFamily="2" charset="-122"/>
                <a:ea typeface="STKaiti" panose="02010600040101010101" pitchFamily="2" charset="-122"/>
              </a:rPr>
              <a:t>2013</a:t>
            </a:r>
            <a:r>
              <a:rPr lang="zh-CN" altLang="en-US" sz="4800" dirty="0">
                <a:latin typeface="STKaiti" panose="02010600040101010101" pitchFamily="2" charset="-122"/>
                <a:ea typeface="STKaiti" panose="02010600040101010101" pitchFamily="2" charset="-122"/>
              </a:rPr>
              <a:t>年本科毕业于北京大学应用数学专业，</a:t>
            </a:r>
            <a:r>
              <a:rPr lang="en-US" altLang="zh-CN" sz="4800" dirty="0">
                <a:latin typeface="STKaiti" panose="02010600040101010101" pitchFamily="2" charset="-122"/>
                <a:ea typeface="STKaiti" panose="02010600040101010101" pitchFamily="2" charset="-122"/>
              </a:rPr>
              <a:t>2020</a:t>
            </a:r>
            <a:r>
              <a:rPr lang="zh-CN" altLang="en-US" sz="4800" dirty="0">
                <a:latin typeface="STKaiti" panose="02010600040101010101" pitchFamily="2" charset="-122"/>
                <a:ea typeface="STKaiti" panose="02010600040101010101" pitchFamily="2" charset="-122"/>
              </a:rPr>
              <a:t>年于美国西北大学取得应用数学博士学位。</a:t>
            </a:r>
            <a:r>
              <a:rPr lang="en-US" altLang="zh-CN" sz="4800" dirty="0">
                <a:latin typeface="STKaiti" panose="02010600040101010101" pitchFamily="2" charset="-122"/>
                <a:ea typeface="STKaiti" panose="02010600040101010101" pitchFamily="2" charset="-122"/>
              </a:rPr>
              <a:t>2019</a:t>
            </a:r>
            <a:r>
              <a:rPr lang="zh-CN" altLang="en-US" sz="4800" dirty="0">
                <a:latin typeface="STKaiti" panose="02010600040101010101" pitchFamily="2" charset="-122"/>
                <a:ea typeface="STKaiti" panose="02010600040101010101" pitchFamily="2" charset="-122"/>
              </a:rPr>
              <a:t>年至</a:t>
            </a:r>
            <a:r>
              <a:rPr lang="en-US" altLang="zh-CN" sz="4800" dirty="0">
                <a:latin typeface="STKaiti" panose="02010600040101010101" pitchFamily="2" charset="-122"/>
                <a:ea typeface="STKaiti" panose="02010600040101010101" pitchFamily="2" charset="-122"/>
              </a:rPr>
              <a:t>2026</a:t>
            </a:r>
            <a:r>
              <a:rPr lang="zh-CN" altLang="en-US" sz="4800" dirty="0">
                <a:latin typeface="STKaiti" panose="02010600040101010101" pitchFamily="2" charset="-122"/>
                <a:ea typeface="STKaiti" panose="02010600040101010101" pitchFamily="2" charset="-122"/>
              </a:rPr>
              <a:t>年在纽约大学神经科学中心从事博士后研究，</a:t>
            </a:r>
            <a:r>
              <a:rPr lang="en-US" altLang="zh-CN" sz="4800" dirty="0">
                <a:latin typeface="STKaiti" panose="02010600040101010101" pitchFamily="2" charset="-122"/>
                <a:ea typeface="STKaiti" panose="02010600040101010101" pitchFamily="2" charset="-122"/>
              </a:rPr>
              <a:t>2026</a:t>
            </a:r>
            <a:r>
              <a:rPr lang="zh-CN" altLang="en-US" sz="4800" dirty="0">
                <a:latin typeface="STKaiti" panose="02010600040101010101" pitchFamily="2" charset="-122"/>
                <a:ea typeface="STKaiti" panose="02010600040101010101" pitchFamily="2" charset="-122"/>
              </a:rPr>
              <a:t>年</a:t>
            </a:r>
            <a:r>
              <a:rPr lang="en-US" altLang="zh-CN" sz="4800" dirty="0">
                <a:latin typeface="STKaiti" panose="02010600040101010101" pitchFamily="2" charset="-122"/>
                <a:ea typeface="STKaiti" panose="02010600040101010101" pitchFamily="2" charset="-122"/>
              </a:rPr>
              <a:t>8</a:t>
            </a:r>
            <a:r>
              <a:rPr lang="zh-CN" altLang="en-US" sz="4800" dirty="0">
                <a:latin typeface="STKaiti" panose="02010600040101010101" pitchFamily="2" charset="-122"/>
                <a:ea typeface="STKaiti" panose="02010600040101010101" pitchFamily="2" charset="-122"/>
              </a:rPr>
              <a:t>月起任广东省智能科学与技术研究院研究员、预测编码与认知系统课题组组长。长期从事预测编码、计算神经科学与类脑智能研究，重点关注预测误差计算、神经动力学、神经元类型机制以及脉冲神经网络与神经形态计算。</a:t>
            </a:r>
            <a:endParaRPr lang="en-US" altLang="zh-CN" sz="5400" dirty="0">
              <a:latin typeface="STKaiti" panose="02010600040101010101" pitchFamily="2" charset="-122"/>
              <a:ea typeface="STKaiti" panose="02010600040101010101" pitchFamily="2" charset="-122"/>
            </a:endParaRPr>
          </a:p>
        </p:txBody>
      </p:sp>
      <p:sp>
        <p:nvSpPr>
          <p:cNvPr id="12" name="文本框 11"/>
          <p:cNvSpPr txBox="1"/>
          <p:nvPr/>
        </p:nvSpPr>
        <p:spPr>
          <a:xfrm>
            <a:off x="7680285" y="11905641"/>
            <a:ext cx="16799868" cy="2308324"/>
          </a:xfrm>
          <a:prstGeom prst="rect">
            <a:avLst/>
          </a:prstGeom>
          <a:solidFill>
            <a:schemeClr val="accent1">
              <a:lumMod val="20000"/>
              <a:lumOff val="80000"/>
            </a:schemeClr>
          </a:solidFill>
        </p:spPr>
        <p:txBody>
          <a:bodyPr wrap="square" rtlCol="0">
            <a:spAutoFit/>
          </a:bodyPr>
          <a:lstStyle/>
          <a:p>
            <a:pPr algn="just">
              <a:lnSpc>
                <a:spcPct val="100000"/>
              </a:lnSpc>
            </a:pPr>
            <a:r>
              <a:rPr lang="en-US" sz="4800" dirty="0">
                <a:latin typeface="STKaiti" panose="02010600040101010101" pitchFamily="2" charset="-122"/>
                <a:ea typeface="STKaiti" panose="02010600040101010101" pitchFamily="2" charset="-122"/>
              </a:rPr>
              <a:t>预测编码是大脑进行感知、学习与适应性行为的重要理论框架，也是连接脑科学机制与类脑智能的重要方向。本研究组将从</a:t>
            </a:r>
            <a:r>
              <a:rPr lang="en-US" sz="4800" b="1" dirty="0">
                <a:latin typeface="STKaiti" panose="02010600040101010101" pitchFamily="2" charset="-122"/>
                <a:ea typeface="STKaiti" panose="02010600040101010101" pitchFamily="2" charset="-122"/>
              </a:rPr>
              <a:t>神经科学机制与类脑智能算法</a:t>
            </a:r>
            <a:r>
              <a:rPr lang="en-US" sz="4800" dirty="0">
                <a:latin typeface="STKaiti" panose="02010600040101010101" pitchFamily="2" charset="-122"/>
                <a:ea typeface="STKaiti" panose="02010600040101010101" pitchFamily="2" charset="-122"/>
              </a:rPr>
              <a:t>两个方向开展协同研究。</a:t>
            </a:r>
            <a:endParaRPr lang="en-US" altLang="zh-CN" sz="4800" b="0" i="0" dirty="0">
              <a:solidFill>
                <a:srgbClr val="25293D"/>
              </a:solidFill>
              <a:effectLst/>
              <a:latin typeface="STKaiti" panose="02010600040101010101" pitchFamily="2" charset="-122"/>
              <a:ea typeface="STKaiti" panose="02010600040101010101" pitchFamily="2" charset="-122"/>
            </a:endParaRPr>
          </a:p>
        </p:txBody>
      </p:sp>
      <p:sp>
        <p:nvSpPr>
          <p:cNvPr id="14" name="标题 1"/>
          <p:cNvSpPr txBox="1"/>
          <p:nvPr/>
        </p:nvSpPr>
        <p:spPr>
          <a:xfrm>
            <a:off x="44860541" y="40610854"/>
            <a:ext cx="1324543" cy="6850022"/>
          </a:xfrm>
          <a:prstGeom prst="rect">
            <a:avLst/>
          </a:prstGeom>
          <a:noFill/>
        </p:spPr>
        <p:txBody>
          <a:bodyPr vert="horz" lIns="91440" tIns="45720" rIns="91440" bIns="45720" rtlCol="0" anchor="b">
            <a:no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8000" b="1" dirty="0">
                <a:solidFill>
                  <a:srgbClr val="0070C0"/>
                </a:solidFill>
                <a:latin typeface="STKaiti" panose="02010600040101010101" pitchFamily="2" charset="-122"/>
                <a:ea typeface="STKaiti" panose="02010600040101010101" pitchFamily="2" charset="-122"/>
              </a:rPr>
              <a:t>类脑计算理论</a:t>
            </a:r>
          </a:p>
        </p:txBody>
      </p:sp>
      <p:sp>
        <p:nvSpPr>
          <p:cNvPr id="20" name="标题 1"/>
          <p:cNvSpPr txBox="1"/>
          <p:nvPr/>
        </p:nvSpPr>
        <p:spPr>
          <a:xfrm>
            <a:off x="54446346" y="40610854"/>
            <a:ext cx="1324543" cy="6850022"/>
          </a:xfrm>
          <a:prstGeom prst="rect">
            <a:avLst/>
          </a:prstGeom>
          <a:noFill/>
        </p:spPr>
        <p:txBody>
          <a:bodyPr vert="horz" lIns="91440" tIns="45720" rIns="91440" bIns="45720" rtlCol="0" anchor="b">
            <a:no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8000" b="1" dirty="0">
                <a:solidFill>
                  <a:srgbClr val="0070C0"/>
                </a:solidFill>
                <a:latin typeface="STKaiti" panose="02010600040101010101" pitchFamily="2" charset="-122"/>
                <a:ea typeface="STKaiti" panose="02010600040101010101" pitchFamily="2" charset="-122"/>
              </a:rPr>
              <a:t>类脑计算器件</a:t>
            </a:r>
          </a:p>
        </p:txBody>
      </p:sp>
      <p:sp>
        <p:nvSpPr>
          <p:cNvPr id="23" name="文本框 22"/>
          <p:cNvSpPr txBox="1"/>
          <p:nvPr/>
        </p:nvSpPr>
        <p:spPr>
          <a:xfrm>
            <a:off x="60105935" y="36953555"/>
            <a:ext cx="3098958" cy="1141378"/>
          </a:xfrm>
          <a:prstGeom prst="rect">
            <a:avLst/>
          </a:prstGeom>
          <a:noFill/>
        </p:spPr>
        <p:txBody>
          <a:bodyPr wrap="square" rtlCol="0">
            <a:spAutoFit/>
          </a:bodyPr>
          <a:lstStyle/>
          <a:p>
            <a:r>
              <a:rPr lang="zh-CN" altLang="en-US" sz="6600" dirty="0">
                <a:latin typeface="STKaiti" panose="02010600040101010101" pitchFamily="2" charset="-122"/>
                <a:ea typeface="STKaiti" panose="02010600040101010101" pitchFamily="2" charset="-122"/>
              </a:rPr>
              <a:t>神经元</a:t>
            </a:r>
          </a:p>
        </p:txBody>
      </p:sp>
      <p:sp>
        <p:nvSpPr>
          <p:cNvPr id="28" name="文本框 27"/>
          <p:cNvSpPr txBox="1"/>
          <p:nvPr/>
        </p:nvSpPr>
        <p:spPr>
          <a:xfrm>
            <a:off x="71635878" y="36891047"/>
            <a:ext cx="2118484" cy="1141378"/>
          </a:xfrm>
          <a:prstGeom prst="rect">
            <a:avLst/>
          </a:prstGeom>
          <a:noFill/>
        </p:spPr>
        <p:txBody>
          <a:bodyPr wrap="square" rtlCol="0">
            <a:spAutoFit/>
          </a:bodyPr>
          <a:lstStyle/>
          <a:p>
            <a:r>
              <a:rPr lang="zh-CN" altLang="en-US" sz="6600" dirty="0">
                <a:latin typeface="STKaiti" panose="02010600040101010101" pitchFamily="2" charset="-122"/>
                <a:ea typeface="STKaiti" panose="02010600040101010101" pitchFamily="2" charset="-122"/>
              </a:rPr>
              <a:t>突触</a:t>
            </a:r>
          </a:p>
        </p:txBody>
      </p:sp>
      <p:pic>
        <p:nvPicPr>
          <p:cNvPr id="54" name="图片 53"/>
          <p:cNvPicPr>
            <a:picLocks noChangeAspect="1"/>
          </p:cNvPicPr>
          <p:nvPr/>
        </p:nvPicPr>
        <p:blipFill>
          <a:blip r:embed="rId3"/>
          <a:stretch>
            <a:fillRect/>
          </a:stretch>
        </p:blipFill>
        <p:spPr>
          <a:xfrm>
            <a:off x="48176394" y="41359095"/>
            <a:ext cx="4894771" cy="5901695"/>
          </a:xfrm>
          <a:prstGeom prst="rect">
            <a:avLst/>
          </a:prstGeom>
        </p:spPr>
      </p:pic>
      <p:sp>
        <p:nvSpPr>
          <p:cNvPr id="56" name="文本框 55"/>
          <p:cNvSpPr txBox="1"/>
          <p:nvPr/>
        </p:nvSpPr>
        <p:spPr>
          <a:xfrm>
            <a:off x="27767107" y="4370501"/>
            <a:ext cx="21869863" cy="10248960"/>
          </a:xfrm>
          <a:prstGeom prst="rect">
            <a:avLst/>
          </a:prstGeom>
          <a:solidFill>
            <a:schemeClr val="accent1">
              <a:lumMod val="20000"/>
              <a:lumOff val="80000"/>
            </a:schemeClr>
          </a:solidFill>
        </p:spPr>
        <p:txBody>
          <a:bodyPr wrap="square" rtlCol="0">
            <a:spAutoFit/>
          </a:bodyPr>
          <a:lstStyle/>
          <a:p>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Y. Kang, A. Lai, M. Feyerabend, W. Inoue, J. Martinez-Trujillo, B. Rudy, X.-J. Wang. In Search of Transcriptomic Correlates of Neuronal Firing-Rate Adaptation across Subtypes, Regions, and Species: A Patch-seq Analysis.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iScience</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Accepted (2026). </a:t>
            </a:r>
          </a:p>
          <a:p>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X.-J. Wang. Global Error Signal Guides Local Optimization in Mismatch Calculation. Nature Communications. 17, 3868 (2026). </a:t>
            </a:r>
          </a:p>
          <a:p>
            <a:r>
              <a:rPr lang="en-US" altLang="zh-CN" sz="4400" dirty="0">
                <a:latin typeface="STKaiti" panose="02010600040101010101" pitchFamily="2" charset="-122"/>
                <a:ea typeface="STKaiti" panose="02010600040101010101" pitchFamily="2" charset="-122"/>
                <a:cs typeface="Times New Roman" panose="02020603050405020304" pitchFamily="18" charset="0"/>
              </a:rPr>
              <a:t>R. Machold, S. Dellal, M. Valero, H. Zurita, I.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Kruglikov</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a:t>
            </a:r>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J. L. Hanson, Y.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Hashikawa</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B. Schuman, G.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Buzsáki</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B. Rudy. Id2 GABAergic Interneurons Comprise a Neglected Fourth Major Group of Cortical Inhibitory Cells.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eLife</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12, e85893 (2023). </a:t>
            </a:r>
          </a:p>
          <a:p>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 </a:t>
            </a:r>
            <a:r>
              <a:rPr lang="en-US" altLang="zh-CN" sz="4400" dirty="0">
                <a:latin typeface="STKaiti" panose="02010600040101010101" pitchFamily="2" charset="-122"/>
                <a:ea typeface="STKaiti" panose="02010600040101010101" pitchFamily="2" charset="-122"/>
                <a:cs typeface="Times New Roman" panose="02020603050405020304" pitchFamily="18" charset="0"/>
              </a:rPr>
              <a:t>B. Schuman, B. Rudy, X.-J. Wang. Mechanisms of Dominant Electrophysiological Features of Four Subtypes of Layer 1 Interneurons. Journal of Neuroscience. 43(18), 3202–3218 (2023). </a:t>
            </a:r>
          </a:p>
          <a:p>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 </a:t>
            </a:r>
            <a:r>
              <a:rPr lang="en-US" altLang="zh-CN" sz="4400" dirty="0">
                <a:latin typeface="STKaiti" panose="02010600040101010101" pitchFamily="2" charset="-122"/>
                <a:ea typeface="STKaiti" panose="02010600040101010101" pitchFamily="2" charset="-122"/>
                <a:cs typeface="Times New Roman" panose="02020603050405020304" pitchFamily="18" charset="0"/>
              </a:rPr>
              <a:t>H. Riecke. Structural Spine Plasticity: Learning and Forgetting of Odor-Specific Subnetworks in the Olfactory Bulb. </a:t>
            </a:r>
            <a:r>
              <a:rPr lang="en-US" altLang="zh-CN" sz="4400" dirty="0" err="1">
                <a:latin typeface="STKaiti" panose="02010600040101010101" pitchFamily="2" charset="-122"/>
                <a:ea typeface="STKaiti" panose="02010600040101010101" pitchFamily="2" charset="-122"/>
                <a:cs typeface="Times New Roman" panose="02020603050405020304" pitchFamily="18" charset="0"/>
              </a:rPr>
              <a:t>PLoS</a:t>
            </a:r>
            <a:r>
              <a:rPr lang="en-US" altLang="zh-CN" sz="4400" dirty="0">
                <a:latin typeface="STKaiti" panose="02010600040101010101" pitchFamily="2" charset="-122"/>
                <a:ea typeface="STKaiti" panose="02010600040101010101" pitchFamily="2" charset="-122"/>
                <a:cs typeface="Times New Roman" panose="02020603050405020304" pitchFamily="18" charset="0"/>
              </a:rPr>
              <a:t> Computational Biology. 18(10), e1010338 (2022). </a:t>
            </a:r>
          </a:p>
          <a:p>
            <a:r>
              <a:rPr lang="en-US" altLang="zh-CN" sz="4400" b="1" dirty="0">
                <a:latin typeface="STKaiti" panose="02010600040101010101" pitchFamily="2" charset="-122"/>
                <a:ea typeface="STKaiti" panose="02010600040101010101" pitchFamily="2" charset="-122"/>
                <a:cs typeface="Times New Roman" panose="02020603050405020304" pitchFamily="18" charset="0"/>
              </a:rPr>
              <a:t>J. H. Meng, </a:t>
            </a:r>
            <a:r>
              <a:rPr lang="en-US" altLang="zh-CN" sz="4400" dirty="0">
                <a:latin typeface="STKaiti" panose="02010600040101010101" pitchFamily="2" charset="-122"/>
                <a:ea typeface="STKaiti" panose="02010600040101010101" pitchFamily="2" charset="-122"/>
                <a:cs typeface="Times New Roman" panose="02020603050405020304" pitchFamily="18" charset="0"/>
              </a:rPr>
              <a:t>H. Riecke. Synchronization by Uncorrelated Noise: Interacting Rhythms in Interconnected Oscillator Networks. Scientific Reports. 8, 6949 (2018).</a:t>
            </a:r>
          </a:p>
        </p:txBody>
      </p:sp>
      <p:sp>
        <p:nvSpPr>
          <p:cNvPr id="57" name="文本框 56"/>
          <p:cNvSpPr txBox="1"/>
          <p:nvPr/>
        </p:nvSpPr>
        <p:spPr>
          <a:xfrm>
            <a:off x="26102341" y="5862016"/>
            <a:ext cx="1141198" cy="6247864"/>
          </a:xfrm>
          <a:prstGeom prst="rect">
            <a:avLst/>
          </a:prstGeom>
          <a:noFill/>
        </p:spPr>
        <p:txBody>
          <a:bodyPr wrap="square" rtlCol="0">
            <a:spAutoFit/>
          </a:bodyPr>
          <a:lstStyle/>
          <a:p>
            <a:r>
              <a:rPr lang="zh-CN" altLang="en-US" sz="8000" b="1" dirty="0">
                <a:solidFill>
                  <a:schemeClr val="accent1">
                    <a:lumMod val="75000"/>
                  </a:schemeClr>
                </a:solidFill>
                <a:latin typeface="STKaiti" panose="02010600040101010101" pitchFamily="2" charset="-122"/>
                <a:ea typeface="STKaiti" panose="02010600040101010101" pitchFamily="2" charset="-122"/>
              </a:rPr>
              <a:t>代表性论文</a:t>
            </a:r>
          </a:p>
        </p:txBody>
      </p:sp>
      <p:sp>
        <p:nvSpPr>
          <p:cNvPr id="59" name="文本框 58"/>
          <p:cNvSpPr txBox="1"/>
          <p:nvPr/>
        </p:nvSpPr>
        <p:spPr>
          <a:xfrm>
            <a:off x="69447196" y="44197487"/>
            <a:ext cx="6655549" cy="1107996"/>
          </a:xfrm>
          <a:prstGeom prst="rect">
            <a:avLst/>
          </a:prstGeom>
          <a:noFill/>
        </p:spPr>
        <p:txBody>
          <a:bodyPr wrap="square" rtlCol="0">
            <a:spAutoFit/>
          </a:bodyPr>
          <a:lstStyle/>
          <a:p>
            <a:r>
              <a:rPr lang="zh-CN" altLang="en-US" sz="6600" dirty="0">
                <a:latin typeface="STKaiti" panose="02010600040101010101" pitchFamily="2" charset="-122"/>
                <a:ea typeface="STKaiti" panose="02010600040101010101" pitchFamily="2" charset="-122"/>
              </a:rPr>
              <a:t>电路与芯片设计</a:t>
            </a:r>
          </a:p>
        </p:txBody>
      </p:sp>
      <p:pic>
        <p:nvPicPr>
          <p:cNvPr id="63" name="图片 62"/>
          <p:cNvPicPr>
            <a:picLocks noChangeAspect="1"/>
          </p:cNvPicPr>
          <p:nvPr/>
        </p:nvPicPr>
        <p:blipFill>
          <a:blip r:embed="rId4"/>
          <a:stretch>
            <a:fillRect/>
          </a:stretch>
        </p:blipFill>
        <p:spPr>
          <a:xfrm>
            <a:off x="57021852" y="37942434"/>
            <a:ext cx="8736638" cy="6585218"/>
          </a:xfrm>
          <a:prstGeom prst="rect">
            <a:avLst/>
          </a:prstGeom>
        </p:spPr>
      </p:pic>
      <p:pic>
        <p:nvPicPr>
          <p:cNvPr id="64" name="图片 63"/>
          <p:cNvPicPr>
            <a:picLocks noChangeAspect="1"/>
          </p:cNvPicPr>
          <p:nvPr/>
        </p:nvPicPr>
        <p:blipFill rotWithShape="1">
          <a:blip r:embed="rId5"/>
          <a:srcRect l="49707"/>
          <a:stretch>
            <a:fillRect/>
          </a:stretch>
        </p:blipFill>
        <p:spPr>
          <a:xfrm>
            <a:off x="67699740" y="37942434"/>
            <a:ext cx="8403005" cy="6367509"/>
          </a:xfrm>
          <a:prstGeom prst="rect">
            <a:avLst/>
          </a:prstGeom>
        </p:spPr>
      </p:pic>
      <p:sp>
        <p:nvSpPr>
          <p:cNvPr id="58" name="文本框 57"/>
          <p:cNvSpPr txBox="1"/>
          <p:nvPr/>
        </p:nvSpPr>
        <p:spPr>
          <a:xfrm>
            <a:off x="60659027" y="44268704"/>
            <a:ext cx="2056222" cy="1107996"/>
          </a:xfrm>
          <a:prstGeom prst="rect">
            <a:avLst/>
          </a:prstGeom>
          <a:noFill/>
        </p:spPr>
        <p:txBody>
          <a:bodyPr wrap="square" rtlCol="0">
            <a:spAutoFit/>
          </a:bodyPr>
          <a:lstStyle/>
          <a:p>
            <a:r>
              <a:rPr lang="zh-CN" altLang="en-US" sz="6600" dirty="0">
                <a:latin typeface="STKaiti" panose="02010600040101010101" pitchFamily="2" charset="-122"/>
                <a:ea typeface="STKaiti" panose="02010600040101010101" pitchFamily="2" charset="-122"/>
              </a:rPr>
              <a:t>阵列</a:t>
            </a:r>
          </a:p>
        </p:txBody>
      </p:sp>
      <p:pic>
        <p:nvPicPr>
          <p:cNvPr id="65" name="图片 64"/>
          <p:cNvPicPr>
            <a:picLocks noChangeAspect="1"/>
          </p:cNvPicPr>
          <p:nvPr/>
        </p:nvPicPr>
        <p:blipFill>
          <a:blip r:embed="rId6"/>
          <a:stretch>
            <a:fillRect/>
          </a:stretch>
        </p:blipFill>
        <p:spPr>
          <a:xfrm>
            <a:off x="57296342" y="45660710"/>
            <a:ext cx="7723082" cy="6107042"/>
          </a:xfrm>
          <a:prstGeom prst="rect">
            <a:avLst/>
          </a:prstGeom>
        </p:spPr>
      </p:pic>
      <p:pic>
        <p:nvPicPr>
          <p:cNvPr id="66" name="图片 65"/>
          <p:cNvPicPr>
            <a:picLocks noChangeAspect="1"/>
          </p:cNvPicPr>
          <p:nvPr/>
        </p:nvPicPr>
        <p:blipFill rotWithShape="1">
          <a:blip r:embed="rId7"/>
          <a:srcRect l="37305" t="14912" r="2493" b="15207"/>
          <a:stretch>
            <a:fillRect/>
          </a:stretch>
        </p:blipFill>
        <p:spPr>
          <a:xfrm>
            <a:off x="68097715" y="45660710"/>
            <a:ext cx="8138449" cy="6185985"/>
          </a:xfrm>
          <a:prstGeom prst="rect">
            <a:avLst/>
          </a:prstGeom>
        </p:spPr>
      </p:pic>
      <p:pic>
        <p:nvPicPr>
          <p:cNvPr id="67" name="图片 66" descr="2"/>
          <p:cNvPicPr>
            <a:picLocks noChangeAspect="1"/>
          </p:cNvPicPr>
          <p:nvPr/>
        </p:nvPicPr>
        <p:blipFill>
          <a:blip r:embed="rId8"/>
          <a:stretch>
            <a:fillRect/>
          </a:stretch>
        </p:blipFill>
        <p:spPr>
          <a:xfrm>
            <a:off x="-532472" y="-147498"/>
            <a:ext cx="12204802" cy="2933738"/>
          </a:xfrm>
          <a:prstGeom prst="rect">
            <a:avLst/>
          </a:prstGeom>
        </p:spPr>
      </p:pic>
      <p:pic>
        <p:nvPicPr>
          <p:cNvPr id="3" name="Picture 2">
            <a:extLst>
              <a:ext uri="{FF2B5EF4-FFF2-40B4-BE49-F238E27FC236}">
                <a16:creationId xmlns:a16="http://schemas.microsoft.com/office/drawing/2014/main" id="{54DADC16-FE39-421C-C77B-F78A7C3C095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14861" y="5333653"/>
            <a:ext cx="5487277" cy="7304590"/>
          </a:xfrm>
          <a:prstGeom prst="rect">
            <a:avLst/>
          </a:prstGeom>
        </p:spPr>
      </p:pic>
      <p:grpSp>
        <p:nvGrpSpPr>
          <p:cNvPr id="52" name="Group 51">
            <a:extLst>
              <a:ext uri="{FF2B5EF4-FFF2-40B4-BE49-F238E27FC236}">
                <a16:creationId xmlns:a16="http://schemas.microsoft.com/office/drawing/2014/main" id="{3123BF62-D960-6358-C27E-8AEEAB997B74}"/>
              </a:ext>
            </a:extLst>
          </p:cNvPr>
          <p:cNvGrpSpPr/>
          <p:nvPr/>
        </p:nvGrpSpPr>
        <p:grpSpPr>
          <a:xfrm>
            <a:off x="1135798" y="16211078"/>
            <a:ext cx="23344354" cy="13087691"/>
            <a:chOff x="4317097" y="17114080"/>
            <a:chExt cx="9735687" cy="5458179"/>
          </a:xfrm>
        </p:grpSpPr>
        <p:sp>
          <p:nvSpPr>
            <p:cNvPr id="5" name="标题 1">
              <a:extLst>
                <a:ext uri="{FF2B5EF4-FFF2-40B4-BE49-F238E27FC236}">
                  <a16:creationId xmlns:a16="http://schemas.microsoft.com/office/drawing/2014/main" id="{7AF32D28-E4EA-B9C9-E508-B9C165A1BB7B}"/>
                </a:ext>
              </a:extLst>
            </p:cNvPr>
            <p:cNvSpPr txBox="1"/>
            <p:nvPr/>
          </p:nvSpPr>
          <p:spPr>
            <a:xfrm>
              <a:off x="6747443" y="17114080"/>
              <a:ext cx="4264152" cy="69113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7200" b="1" dirty="0">
                  <a:solidFill>
                    <a:srgbClr val="0070C0"/>
                  </a:solidFill>
                  <a:latin typeface="STKaiti" panose="02010600040101010101" pitchFamily="2" charset="-122"/>
                  <a:ea typeface="STKaiti" panose="02010600040101010101" pitchFamily="2" charset="-122"/>
                </a:rPr>
                <a:t>神经科学机制</a:t>
              </a:r>
            </a:p>
          </p:txBody>
        </p:sp>
        <p:grpSp>
          <p:nvGrpSpPr>
            <p:cNvPr id="6" name="Group 5">
              <a:extLst>
                <a:ext uri="{FF2B5EF4-FFF2-40B4-BE49-F238E27FC236}">
                  <a16:creationId xmlns:a16="http://schemas.microsoft.com/office/drawing/2014/main" id="{505AD8BC-65F3-B9F0-13C8-1EDF938C756F}"/>
                </a:ext>
              </a:extLst>
            </p:cNvPr>
            <p:cNvGrpSpPr/>
            <p:nvPr/>
          </p:nvGrpSpPr>
          <p:grpSpPr>
            <a:xfrm>
              <a:off x="4317097" y="17886190"/>
              <a:ext cx="9735687" cy="4686069"/>
              <a:chOff x="9350116" y="9421817"/>
              <a:chExt cx="9196445" cy="4426516"/>
            </a:xfrm>
          </p:grpSpPr>
          <p:grpSp>
            <p:nvGrpSpPr>
              <p:cNvPr id="7" name="Group 6">
                <a:extLst>
                  <a:ext uri="{FF2B5EF4-FFF2-40B4-BE49-F238E27FC236}">
                    <a16:creationId xmlns:a16="http://schemas.microsoft.com/office/drawing/2014/main" id="{5412577C-55C8-A2D6-CE81-B39CBC1C6238}"/>
                  </a:ext>
                </a:extLst>
              </p:cNvPr>
              <p:cNvGrpSpPr/>
              <p:nvPr/>
            </p:nvGrpSpPr>
            <p:grpSpPr>
              <a:xfrm>
                <a:off x="9350116" y="9421817"/>
                <a:ext cx="9196445" cy="4426516"/>
                <a:chOff x="448972" y="4760412"/>
                <a:chExt cx="9196445" cy="5062293"/>
              </a:xfrm>
            </p:grpSpPr>
            <p:pic>
              <p:nvPicPr>
                <p:cNvPr id="27" name="Picture 26">
                  <a:extLst>
                    <a:ext uri="{FF2B5EF4-FFF2-40B4-BE49-F238E27FC236}">
                      <a16:creationId xmlns:a16="http://schemas.microsoft.com/office/drawing/2014/main" id="{383D9ED3-439F-0834-F786-1AB388DE8B8D}"/>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54238" y="8121359"/>
                  <a:ext cx="2259600" cy="1701346"/>
                </a:xfrm>
                <a:prstGeom prst="rect">
                  <a:avLst/>
                </a:prstGeom>
              </p:spPr>
            </p:pic>
            <p:pic>
              <p:nvPicPr>
                <p:cNvPr id="29" name="Picture 28">
                  <a:extLst>
                    <a:ext uri="{FF2B5EF4-FFF2-40B4-BE49-F238E27FC236}">
                      <a16:creationId xmlns:a16="http://schemas.microsoft.com/office/drawing/2014/main" id="{A6B737E7-AB99-FCDC-5E66-27C4C005857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33840" y="5764069"/>
                  <a:ext cx="2259601" cy="1694701"/>
                </a:xfrm>
                <a:prstGeom prst="rect">
                  <a:avLst/>
                </a:prstGeom>
              </p:spPr>
            </p:pic>
            <p:pic>
              <p:nvPicPr>
                <p:cNvPr id="30" name="Picture 29">
                  <a:extLst>
                    <a:ext uri="{FF2B5EF4-FFF2-40B4-BE49-F238E27FC236}">
                      <a16:creationId xmlns:a16="http://schemas.microsoft.com/office/drawing/2014/main" id="{B63D0DB1-10AE-94E0-2EF0-72894D506309}"/>
                    </a:ext>
                  </a:extLst>
                </p:cNvPr>
                <p:cNvPicPr>
                  <a:picLocks noChangeAspect="1"/>
                </p:cNvPicPr>
                <p:nvPr/>
              </p:nvPicPr>
              <p:blipFill>
                <a:blip r:embed="rId12"/>
                <a:srcRect l="98" t="-341" r="-98" b="24801"/>
                <a:stretch>
                  <a:fillRect/>
                </a:stretch>
              </p:blipFill>
              <p:spPr>
                <a:xfrm>
                  <a:off x="3740425" y="5851242"/>
                  <a:ext cx="2259601" cy="1454987"/>
                </a:xfrm>
                <a:prstGeom prst="rect">
                  <a:avLst/>
                </a:prstGeom>
              </p:spPr>
            </p:pic>
            <p:grpSp>
              <p:nvGrpSpPr>
                <p:cNvPr id="31" name="Group 30">
                  <a:extLst>
                    <a:ext uri="{FF2B5EF4-FFF2-40B4-BE49-F238E27FC236}">
                      <a16:creationId xmlns:a16="http://schemas.microsoft.com/office/drawing/2014/main" id="{2B5FD1CA-F760-8F95-8B6B-FDC79F0DACCB}"/>
                    </a:ext>
                  </a:extLst>
                </p:cNvPr>
                <p:cNvGrpSpPr/>
                <p:nvPr/>
              </p:nvGrpSpPr>
              <p:grpSpPr>
                <a:xfrm>
                  <a:off x="7115172" y="4878512"/>
                  <a:ext cx="2530245" cy="3570164"/>
                  <a:chOff x="2240878" y="6277960"/>
                  <a:chExt cx="2015597" cy="2843994"/>
                </a:xfrm>
              </p:grpSpPr>
              <p:grpSp>
                <p:nvGrpSpPr>
                  <p:cNvPr id="43" name="Group 42">
                    <a:extLst>
                      <a:ext uri="{FF2B5EF4-FFF2-40B4-BE49-F238E27FC236}">
                        <a16:creationId xmlns:a16="http://schemas.microsoft.com/office/drawing/2014/main" id="{D7907290-4DCA-0CF0-AF44-C3A82524F29F}"/>
                      </a:ext>
                    </a:extLst>
                  </p:cNvPr>
                  <p:cNvGrpSpPr>
                    <a:grpSpLocks noChangeAspect="1"/>
                  </p:cNvGrpSpPr>
                  <p:nvPr/>
                </p:nvGrpSpPr>
                <p:grpSpPr>
                  <a:xfrm>
                    <a:off x="2240878" y="7984516"/>
                    <a:ext cx="1537366" cy="1137438"/>
                    <a:chOff x="10261087" y="7587290"/>
                    <a:chExt cx="1948083" cy="1441311"/>
                  </a:xfrm>
                </p:grpSpPr>
                <p:grpSp>
                  <p:nvGrpSpPr>
                    <p:cNvPr id="45" name="Group 44">
                      <a:extLst>
                        <a:ext uri="{FF2B5EF4-FFF2-40B4-BE49-F238E27FC236}">
                          <a16:creationId xmlns:a16="http://schemas.microsoft.com/office/drawing/2014/main" id="{CC645F29-3B5E-4327-FECD-39B262D45C6B}"/>
                        </a:ext>
                      </a:extLst>
                    </p:cNvPr>
                    <p:cNvGrpSpPr/>
                    <p:nvPr/>
                  </p:nvGrpSpPr>
                  <p:grpSpPr>
                    <a:xfrm>
                      <a:off x="10686108" y="7587290"/>
                      <a:ext cx="1523062" cy="1441311"/>
                      <a:chOff x="13145848" y="1687402"/>
                      <a:chExt cx="1781727" cy="1686092"/>
                    </a:xfrm>
                  </p:grpSpPr>
                  <p:pic>
                    <p:nvPicPr>
                      <p:cNvPr id="48" name="Picture 47" descr="A profile of a person's head with a brain&#10;&#10;AI-generated content may be incorrect.">
                        <a:extLst>
                          <a:ext uri="{FF2B5EF4-FFF2-40B4-BE49-F238E27FC236}">
                            <a16:creationId xmlns:a16="http://schemas.microsoft.com/office/drawing/2014/main" id="{CAD1967D-005C-EC7D-FD70-ADD3BD8BE852}"/>
                          </a:ext>
                        </a:extLst>
                      </p:cNvPr>
                      <p:cNvPicPr>
                        <a:picLocks noChangeAspect="1"/>
                      </p:cNvPicPr>
                      <p:nvPr/>
                    </p:nvPicPr>
                    <p:blipFill>
                      <a:blip r:embed="rId13" cstate="print">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flipH="1">
                        <a:off x="13207014" y="1687402"/>
                        <a:ext cx="1720561" cy="1662984"/>
                      </a:xfrm>
                      <a:prstGeom prst="rect">
                        <a:avLst/>
                      </a:prstGeom>
                    </p:spPr>
                  </p:pic>
                  <p:sp>
                    <p:nvSpPr>
                      <p:cNvPr id="49" name="Rectangle 48">
                        <a:extLst>
                          <a:ext uri="{FF2B5EF4-FFF2-40B4-BE49-F238E27FC236}">
                            <a16:creationId xmlns:a16="http://schemas.microsoft.com/office/drawing/2014/main" id="{BFDA4588-48AE-1037-1898-BB5BE2F6B08D}"/>
                          </a:ext>
                        </a:extLst>
                      </p:cNvPr>
                      <p:cNvSpPr/>
                      <p:nvPr/>
                    </p:nvSpPr>
                    <p:spPr>
                      <a:xfrm>
                        <a:off x="13145848" y="1710510"/>
                        <a:ext cx="1720560" cy="1662984"/>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dirty="0">
                          <a:latin typeface="STKaiti" panose="02010600040101010101" pitchFamily="2" charset="-122"/>
                          <a:ea typeface="STKaiti" panose="02010600040101010101" pitchFamily="2" charset="-122"/>
                        </a:endParaRPr>
                      </a:p>
                    </p:txBody>
                  </p:sp>
                  <p:pic>
                    <p:nvPicPr>
                      <p:cNvPr id="51" name="Graphic 50">
                        <a:extLst>
                          <a:ext uri="{FF2B5EF4-FFF2-40B4-BE49-F238E27FC236}">
                            <a16:creationId xmlns:a16="http://schemas.microsoft.com/office/drawing/2014/main" id="{BF6E9786-5C0A-9BD4-A47E-4F24B86BEC74}"/>
                          </a:ext>
                        </a:extLst>
                      </p:cNvPr>
                      <p:cNvPicPr>
                        <a:picLocks noChangeAspect="1"/>
                      </p:cNvPicPr>
                      <p:nvPr/>
                    </p:nvPicPr>
                    <p:blipFill>
                      <a:blip>
                        <a:extLst>
                          <a:ext uri="{96DAC541-7B7A-43D3-8B79-37D633B846F1}">
                            <asvg:svgBlip xmlns:asvg="http://schemas.microsoft.com/office/drawing/2016/SVG/main" r:embed="rId15"/>
                          </a:ext>
                          <a:ext uri="{837473B0-CC2E-450A-ABE3-18F120FF3D39}">
                            <a1611:picAttrSrcUrl xmlns:a1611="http://schemas.microsoft.com/office/drawing/2016/11/main" r:id="rId16"/>
                          </a:ext>
                        </a:extLst>
                      </a:blip>
                      <a:stretch>
                        <a:fillRect/>
                      </a:stretch>
                    </p:blipFill>
                    <p:spPr>
                      <a:xfrm flipH="1">
                        <a:off x="13493962" y="1970387"/>
                        <a:ext cx="612147" cy="865795"/>
                      </a:xfrm>
                      <a:prstGeom prst="rect">
                        <a:avLst/>
                      </a:prstGeom>
                    </p:spPr>
                  </p:pic>
                </p:grpSp>
                <p:cxnSp>
                  <p:nvCxnSpPr>
                    <p:cNvPr id="46" name="Straight Connector 45">
                      <a:extLst>
                        <a:ext uri="{FF2B5EF4-FFF2-40B4-BE49-F238E27FC236}">
                          <a16:creationId xmlns:a16="http://schemas.microsoft.com/office/drawing/2014/main" id="{E6E9AC32-1A3C-B23E-C7E6-5AE5C696AFD6}"/>
                        </a:ext>
                      </a:extLst>
                    </p:cNvPr>
                    <p:cNvCxnSpPr>
                      <a:cxnSpLocks/>
                    </p:cNvCxnSpPr>
                    <p:nvPr/>
                  </p:nvCxnSpPr>
                  <p:spPr>
                    <a:xfrm>
                      <a:off x="10261087" y="7960533"/>
                      <a:ext cx="624956" cy="230908"/>
                    </a:xfrm>
                    <a:prstGeom prst="line">
                      <a:avLst/>
                    </a:prstGeom>
                    <a:ln>
                      <a:prstDash val="dash"/>
                    </a:ln>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B7310A75-C99C-3E4F-3CAF-9461A5B07BD1}"/>
                        </a:ext>
                      </a:extLst>
                    </p:cNvPr>
                    <p:cNvCxnSpPr>
                      <a:cxnSpLocks/>
                    </p:cNvCxnSpPr>
                    <p:nvPr/>
                  </p:nvCxnSpPr>
                  <p:spPr>
                    <a:xfrm flipV="1">
                      <a:off x="10299918" y="8455337"/>
                      <a:ext cx="614969" cy="175081"/>
                    </a:xfrm>
                    <a:prstGeom prst="line">
                      <a:avLst/>
                    </a:prstGeom>
                    <a:ln>
                      <a:prstDash val="dash"/>
                    </a:ln>
                  </p:spPr>
                  <p:style>
                    <a:lnRef idx="2">
                      <a:schemeClr val="dk1"/>
                    </a:lnRef>
                    <a:fillRef idx="0">
                      <a:schemeClr val="dk1"/>
                    </a:fillRef>
                    <a:effectRef idx="1">
                      <a:schemeClr val="dk1"/>
                    </a:effectRef>
                    <a:fontRef idx="minor">
                      <a:schemeClr val="tx1"/>
                    </a:fontRef>
                  </p:style>
                </p:cxnSp>
              </p:grpSp>
              <p:sp>
                <p:nvSpPr>
                  <p:cNvPr id="44" name="TextBox 43">
                    <a:extLst>
                      <a:ext uri="{FF2B5EF4-FFF2-40B4-BE49-F238E27FC236}">
                        <a16:creationId xmlns:a16="http://schemas.microsoft.com/office/drawing/2014/main" id="{FB99A4B6-2A6A-8376-9903-E9FC81985814}"/>
                      </a:ext>
                    </a:extLst>
                  </p:cNvPr>
                  <p:cNvSpPr txBox="1"/>
                  <p:nvPr/>
                </p:nvSpPr>
                <p:spPr>
                  <a:xfrm>
                    <a:off x="2360743" y="6277960"/>
                    <a:ext cx="1895732" cy="817393"/>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rPr>
                      <a:t>预测编码</a:t>
                    </a:r>
                    <a:br>
                      <a:rPr lang="en-US" altLang="zh-CN" sz="5400" dirty="0">
                        <a:latin typeface="STKaiti" panose="02010600040101010101" pitchFamily="2" charset="-122"/>
                        <a:ea typeface="STKaiti" panose="02010600040101010101" pitchFamily="2" charset="-122"/>
                      </a:rPr>
                    </a:br>
                    <a:r>
                      <a:rPr lang="fr-FR" altLang="zh-CN" sz="4400" dirty="0">
                        <a:latin typeface="STKaiti" panose="02010600040101010101" pitchFamily="2" charset="-122"/>
                        <a:ea typeface="STKaiti" panose="02010600040101010101" pitchFamily="2" charset="-122"/>
                      </a:rPr>
                      <a:t>Nature Communications. 2026;17:3868</a:t>
                    </a:r>
                    <a:endParaRPr lang="en-US" sz="5400" baseline="30000" dirty="0">
                      <a:latin typeface="STKaiti" panose="02010600040101010101" pitchFamily="2" charset="-122"/>
                      <a:ea typeface="STKaiti" panose="02010600040101010101" pitchFamily="2" charset="-122"/>
                    </a:endParaRPr>
                  </a:p>
                </p:txBody>
              </p:sp>
            </p:grpSp>
            <p:pic>
              <p:nvPicPr>
                <p:cNvPr id="32" name="Picture 31">
                  <a:extLst>
                    <a:ext uri="{FF2B5EF4-FFF2-40B4-BE49-F238E27FC236}">
                      <a16:creationId xmlns:a16="http://schemas.microsoft.com/office/drawing/2014/main" id="{1D6158FC-3502-80E3-7F51-111A2B49670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738695" y="8125932"/>
                  <a:ext cx="2259601" cy="1694699"/>
                </a:xfrm>
                <a:prstGeom prst="rect">
                  <a:avLst/>
                </a:prstGeom>
              </p:spPr>
            </p:pic>
            <p:cxnSp>
              <p:nvCxnSpPr>
                <p:cNvPr id="33" name="Straight Arrow Connector 32">
                  <a:extLst>
                    <a:ext uri="{FF2B5EF4-FFF2-40B4-BE49-F238E27FC236}">
                      <a16:creationId xmlns:a16="http://schemas.microsoft.com/office/drawing/2014/main" id="{0A3D6617-29EA-E67B-701A-4864DDF164B4}"/>
                    </a:ext>
                  </a:extLst>
                </p:cNvPr>
                <p:cNvCxnSpPr/>
                <p:nvPr/>
              </p:nvCxnSpPr>
              <p:spPr>
                <a:xfrm>
                  <a:off x="2983213" y="6443111"/>
                  <a:ext cx="653824"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E296628E-29B1-848A-0A58-5C7B91BDF65D}"/>
                    </a:ext>
                  </a:extLst>
                </p:cNvPr>
                <p:cNvCxnSpPr/>
                <p:nvPr/>
              </p:nvCxnSpPr>
              <p:spPr>
                <a:xfrm>
                  <a:off x="2983213" y="8635873"/>
                  <a:ext cx="653824" cy="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E2F7B5E3-FDEB-AC30-2F79-96496E0664DC}"/>
                    </a:ext>
                  </a:extLst>
                </p:cNvPr>
                <p:cNvCxnSpPr>
                  <a:cxnSpLocks/>
                </p:cNvCxnSpPr>
                <p:nvPr/>
              </p:nvCxnSpPr>
              <p:spPr>
                <a:xfrm>
                  <a:off x="4870226" y="6941244"/>
                  <a:ext cx="0" cy="438469"/>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14E5DE16-E056-58AC-FD2C-B44D63303BC3}"/>
                    </a:ext>
                  </a:extLst>
                </p:cNvPr>
                <p:cNvCxnSpPr>
                  <a:cxnSpLocks/>
                </p:cNvCxnSpPr>
                <p:nvPr/>
              </p:nvCxnSpPr>
              <p:spPr>
                <a:xfrm flipV="1">
                  <a:off x="6217193" y="8184257"/>
                  <a:ext cx="673708" cy="46598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37" name="Freeform: Shape 36">
                  <a:extLst>
                    <a:ext uri="{FF2B5EF4-FFF2-40B4-BE49-F238E27FC236}">
                      <a16:creationId xmlns:a16="http://schemas.microsoft.com/office/drawing/2014/main" id="{4C0D7C7A-D38C-3467-C827-EF1FFB5F0C6D}"/>
                    </a:ext>
                  </a:extLst>
                </p:cNvPr>
                <p:cNvSpPr/>
                <p:nvPr/>
              </p:nvSpPr>
              <p:spPr>
                <a:xfrm>
                  <a:off x="2971800" y="8391902"/>
                  <a:ext cx="4754880" cy="1282914"/>
                </a:xfrm>
                <a:custGeom>
                  <a:avLst/>
                  <a:gdLst>
                    <a:gd name="csX0" fmla="*/ 0 w 4754880"/>
                    <a:gd name="csY0" fmla="*/ 701040 h 1304464"/>
                    <a:gd name="csX1" fmla="*/ 822960 w 4754880"/>
                    <a:gd name="csY1" fmla="*/ 1188720 h 1304464"/>
                    <a:gd name="csX2" fmla="*/ 1996440 w 4754880"/>
                    <a:gd name="csY2" fmla="*/ 1280160 h 1304464"/>
                    <a:gd name="csX3" fmla="*/ 3779520 w 4754880"/>
                    <a:gd name="csY3" fmla="*/ 838200 h 1304464"/>
                    <a:gd name="csX4" fmla="*/ 4754880 w 4754880"/>
                    <a:gd name="csY4" fmla="*/ 0 h 1304464"/>
                    <a:gd name="csX0" fmla="*/ 0 w 4754880"/>
                    <a:gd name="csY0" fmla="*/ 701040 h 1280160"/>
                    <a:gd name="csX1" fmla="*/ 1996440 w 4754880"/>
                    <a:gd name="csY1" fmla="*/ 1280160 h 1280160"/>
                    <a:gd name="csX2" fmla="*/ 3779520 w 4754880"/>
                    <a:gd name="csY2" fmla="*/ 838200 h 1280160"/>
                    <a:gd name="csX3" fmla="*/ 4754880 w 4754880"/>
                    <a:gd name="csY3" fmla="*/ 0 h 1280160"/>
                    <a:gd name="csX0" fmla="*/ 0 w 4754880"/>
                    <a:gd name="csY0" fmla="*/ 701040 h 1280160"/>
                    <a:gd name="csX1" fmla="*/ 1996440 w 4754880"/>
                    <a:gd name="csY1" fmla="*/ 1280160 h 1280160"/>
                    <a:gd name="csX2" fmla="*/ 3779520 w 4754880"/>
                    <a:gd name="csY2" fmla="*/ 838200 h 1280160"/>
                    <a:gd name="csX3" fmla="*/ 4754880 w 4754880"/>
                    <a:gd name="csY3" fmla="*/ 0 h 1280160"/>
                    <a:gd name="csX0" fmla="*/ 0 w 4754880"/>
                    <a:gd name="csY0" fmla="*/ 701040 h 1283144"/>
                    <a:gd name="csX1" fmla="*/ 1996440 w 4754880"/>
                    <a:gd name="csY1" fmla="*/ 1280160 h 1283144"/>
                    <a:gd name="csX2" fmla="*/ 3779520 w 4754880"/>
                    <a:gd name="csY2" fmla="*/ 838200 h 1283144"/>
                    <a:gd name="csX3" fmla="*/ 4754880 w 4754880"/>
                    <a:gd name="csY3" fmla="*/ 0 h 1283144"/>
                    <a:gd name="csX0" fmla="*/ 0 w 4754880"/>
                    <a:gd name="csY0" fmla="*/ 701040 h 1282511"/>
                    <a:gd name="csX1" fmla="*/ 1996440 w 4754880"/>
                    <a:gd name="csY1" fmla="*/ 1280160 h 1282511"/>
                    <a:gd name="csX2" fmla="*/ 3794760 w 4754880"/>
                    <a:gd name="csY2" fmla="*/ 868680 h 1282511"/>
                    <a:gd name="csX3" fmla="*/ 4754880 w 4754880"/>
                    <a:gd name="csY3" fmla="*/ 0 h 1282511"/>
                    <a:gd name="csX0" fmla="*/ 0 w 4754880"/>
                    <a:gd name="csY0" fmla="*/ 701040 h 1282511"/>
                    <a:gd name="csX1" fmla="*/ 1996440 w 4754880"/>
                    <a:gd name="csY1" fmla="*/ 1280160 h 1282511"/>
                    <a:gd name="csX2" fmla="*/ 3794760 w 4754880"/>
                    <a:gd name="csY2" fmla="*/ 868680 h 1282511"/>
                    <a:gd name="csX3" fmla="*/ 4754880 w 4754880"/>
                    <a:gd name="csY3" fmla="*/ 0 h 1282511"/>
                    <a:gd name="csX0" fmla="*/ 0 w 4754880"/>
                    <a:gd name="csY0" fmla="*/ 701040 h 1282914"/>
                    <a:gd name="csX1" fmla="*/ 1996440 w 4754880"/>
                    <a:gd name="csY1" fmla="*/ 1280160 h 1282914"/>
                    <a:gd name="csX2" fmla="*/ 3794760 w 4754880"/>
                    <a:gd name="csY2" fmla="*/ 868680 h 1282914"/>
                    <a:gd name="csX3" fmla="*/ 4754880 w 4754880"/>
                    <a:gd name="csY3" fmla="*/ 0 h 1282914"/>
                  </a:gdLst>
                  <a:ahLst/>
                  <a:cxnLst>
                    <a:cxn ang="0">
                      <a:pos x="csX0" y="csY0"/>
                    </a:cxn>
                    <a:cxn ang="0">
                      <a:pos x="csX1" y="csY1"/>
                    </a:cxn>
                    <a:cxn ang="0">
                      <a:pos x="csX2" y="csY2"/>
                    </a:cxn>
                    <a:cxn ang="0">
                      <a:pos x="csX3" y="csY3"/>
                    </a:cxn>
                  </a:cxnLst>
                  <a:rect l="l" t="t" r="r" b="b"/>
                  <a:pathLst>
                    <a:path w="4754880" h="1282914">
                      <a:moveTo>
                        <a:pt x="0" y="701040"/>
                      </a:moveTo>
                      <a:cubicBezTo>
                        <a:pt x="621665" y="1141730"/>
                        <a:pt x="1363980" y="1252220"/>
                        <a:pt x="1996440" y="1280160"/>
                      </a:cubicBezTo>
                      <a:cubicBezTo>
                        <a:pt x="2628900" y="1308100"/>
                        <a:pt x="3342640" y="1120140"/>
                        <a:pt x="3794760" y="868680"/>
                      </a:cubicBezTo>
                      <a:cubicBezTo>
                        <a:pt x="4254500" y="601980"/>
                        <a:pt x="4497070" y="312420"/>
                        <a:pt x="4754880" y="0"/>
                      </a:cubicBezTo>
                    </a:path>
                  </a:pathLst>
                </a:custGeom>
                <a:noFill/>
                <a:ln w="57150">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dirty="0">
                    <a:latin typeface="STKaiti" panose="02010600040101010101" pitchFamily="2" charset="-122"/>
                    <a:ea typeface="STKaiti" panose="02010600040101010101" pitchFamily="2" charset="-122"/>
                  </a:endParaRPr>
                </a:p>
              </p:txBody>
            </p:sp>
            <p:cxnSp>
              <p:nvCxnSpPr>
                <p:cNvPr id="38" name="Straight Arrow Connector 37">
                  <a:extLst>
                    <a:ext uri="{FF2B5EF4-FFF2-40B4-BE49-F238E27FC236}">
                      <a16:creationId xmlns:a16="http://schemas.microsoft.com/office/drawing/2014/main" id="{3E3640FA-7D1E-1083-EA8A-99CB52AB3443}"/>
                    </a:ext>
                  </a:extLst>
                </p:cNvPr>
                <p:cNvCxnSpPr>
                  <a:cxnSpLocks/>
                </p:cNvCxnSpPr>
                <p:nvPr/>
              </p:nvCxnSpPr>
              <p:spPr>
                <a:xfrm>
                  <a:off x="6217193" y="6578736"/>
                  <a:ext cx="703955" cy="581744"/>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39" name="TextBox 38">
                  <a:extLst>
                    <a:ext uri="{FF2B5EF4-FFF2-40B4-BE49-F238E27FC236}">
                      <a16:creationId xmlns:a16="http://schemas.microsoft.com/office/drawing/2014/main" id="{34ECE32F-4DA4-34D3-5A15-A2C3CF22F01B}"/>
                    </a:ext>
                  </a:extLst>
                </p:cNvPr>
                <p:cNvSpPr txBox="1"/>
                <p:nvPr/>
              </p:nvSpPr>
              <p:spPr>
                <a:xfrm>
                  <a:off x="3416618" y="4760412"/>
                  <a:ext cx="2616797" cy="1026102"/>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rPr>
                    <a:t>单神经元电生理</a:t>
                  </a:r>
                  <a:br>
                    <a:rPr lang="en-US" altLang="zh-CN" sz="5400" dirty="0">
                      <a:latin typeface="STKaiti" panose="02010600040101010101" pitchFamily="2" charset="-122"/>
                      <a:ea typeface="STKaiti" panose="02010600040101010101" pitchFamily="2" charset="-122"/>
                    </a:rPr>
                  </a:br>
                  <a:r>
                    <a:rPr lang="en-US" altLang="zh-CN" sz="4400" dirty="0">
                      <a:latin typeface="STKaiti" panose="02010600040101010101" pitchFamily="2" charset="-122"/>
                      <a:ea typeface="STKaiti" panose="02010600040101010101" pitchFamily="2" charset="-122"/>
                    </a:rPr>
                    <a:t>J Neuroscience. 2023;43(18):3202–3218</a:t>
                  </a:r>
                  <a:endParaRPr lang="en-US" sz="5400" baseline="30000" dirty="0">
                    <a:latin typeface="STKaiti" panose="02010600040101010101" pitchFamily="2" charset="-122"/>
                    <a:ea typeface="STKaiti" panose="02010600040101010101" pitchFamily="2" charset="-122"/>
                  </a:endParaRPr>
                </a:p>
              </p:txBody>
            </p:sp>
            <p:sp>
              <p:nvSpPr>
                <p:cNvPr id="40" name="TextBox 39">
                  <a:extLst>
                    <a:ext uri="{FF2B5EF4-FFF2-40B4-BE49-F238E27FC236}">
                      <a16:creationId xmlns:a16="http://schemas.microsoft.com/office/drawing/2014/main" id="{12BFF801-2BE6-D6C2-30E1-903CF51E9A99}"/>
                    </a:ext>
                  </a:extLst>
                </p:cNvPr>
                <p:cNvSpPr txBox="1"/>
                <p:nvPr/>
              </p:nvSpPr>
              <p:spPr>
                <a:xfrm>
                  <a:off x="671804" y="4800095"/>
                  <a:ext cx="1792113" cy="1026102"/>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rPr>
                    <a:t>离子通道</a:t>
                  </a:r>
                  <a:br>
                    <a:rPr lang="en-US" altLang="zh-CN" sz="5400" dirty="0">
                      <a:latin typeface="STKaiti" panose="02010600040101010101" pitchFamily="2" charset="-122"/>
                      <a:ea typeface="STKaiti" panose="02010600040101010101" pitchFamily="2" charset="-122"/>
                    </a:rPr>
                  </a:br>
                  <a:r>
                    <a:rPr lang="en-US" altLang="zh-CN" sz="4400" dirty="0" err="1">
                      <a:latin typeface="STKaiti" panose="02010600040101010101" pitchFamily="2" charset="-122"/>
                      <a:ea typeface="STKaiti" panose="02010600040101010101" pitchFamily="2" charset="-122"/>
                    </a:rPr>
                    <a:t>iScience</a:t>
                  </a:r>
                  <a:r>
                    <a:rPr lang="en-US" altLang="zh-CN" sz="4400" dirty="0">
                      <a:latin typeface="STKaiti" panose="02010600040101010101" pitchFamily="2" charset="-122"/>
                      <a:ea typeface="STKaiti" panose="02010600040101010101" pitchFamily="2" charset="-122"/>
                    </a:rPr>
                    <a:t>, 2026, Accepted</a:t>
                  </a:r>
                  <a:endParaRPr lang="en-US" sz="5400" baseline="30000" dirty="0">
                    <a:latin typeface="STKaiti" panose="02010600040101010101" pitchFamily="2" charset="-122"/>
                    <a:ea typeface="STKaiti" panose="02010600040101010101" pitchFamily="2" charset="-122"/>
                  </a:endParaRPr>
                </a:p>
              </p:txBody>
            </p:sp>
            <p:sp>
              <p:nvSpPr>
                <p:cNvPr id="41" name="TextBox 40">
                  <a:extLst>
                    <a:ext uri="{FF2B5EF4-FFF2-40B4-BE49-F238E27FC236}">
                      <a16:creationId xmlns:a16="http://schemas.microsoft.com/office/drawing/2014/main" id="{1D651DD7-52E9-C32F-581B-C2AF205830B2}"/>
                    </a:ext>
                  </a:extLst>
                </p:cNvPr>
                <p:cNvSpPr txBox="1"/>
                <p:nvPr/>
              </p:nvSpPr>
              <p:spPr>
                <a:xfrm>
                  <a:off x="448972" y="7295663"/>
                  <a:ext cx="2235510" cy="1026102"/>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rPr>
                    <a:t>突触可塑性</a:t>
                  </a:r>
                  <a:br>
                    <a:rPr lang="en-US" altLang="zh-CN" sz="5400" dirty="0">
                      <a:latin typeface="STKaiti" panose="02010600040101010101" pitchFamily="2" charset="-122"/>
                      <a:ea typeface="STKaiti" panose="02010600040101010101" pitchFamily="2" charset="-122"/>
                    </a:rPr>
                  </a:br>
                  <a:r>
                    <a:rPr lang="en-US" altLang="zh-CN" sz="4400" dirty="0" err="1">
                      <a:latin typeface="STKaiti" panose="02010600040101010101" pitchFamily="2" charset="-122"/>
                      <a:ea typeface="STKaiti" panose="02010600040101010101" pitchFamily="2" charset="-122"/>
                    </a:rPr>
                    <a:t>PLoS</a:t>
                  </a:r>
                  <a:r>
                    <a:rPr lang="en-US" altLang="zh-CN" sz="4400" dirty="0">
                      <a:latin typeface="STKaiti" panose="02010600040101010101" pitchFamily="2" charset="-122"/>
                      <a:ea typeface="STKaiti" panose="02010600040101010101" pitchFamily="2" charset="-122"/>
                    </a:rPr>
                    <a:t> CB. 2022;18(10):e1010338.</a:t>
                  </a:r>
                  <a:endParaRPr lang="en-US" sz="5400" baseline="30000" dirty="0">
                    <a:latin typeface="STKaiti" panose="02010600040101010101" pitchFamily="2" charset="-122"/>
                    <a:ea typeface="STKaiti" panose="02010600040101010101" pitchFamily="2" charset="-122"/>
                  </a:endParaRPr>
                </a:p>
              </p:txBody>
            </p:sp>
            <p:sp>
              <p:nvSpPr>
                <p:cNvPr id="42" name="TextBox 41">
                  <a:extLst>
                    <a:ext uri="{FF2B5EF4-FFF2-40B4-BE49-F238E27FC236}">
                      <a16:creationId xmlns:a16="http://schemas.microsoft.com/office/drawing/2014/main" id="{01576E88-286D-A1BF-D8A2-8D762B69F410}"/>
                    </a:ext>
                  </a:extLst>
                </p:cNvPr>
                <p:cNvSpPr txBox="1"/>
                <p:nvPr/>
              </p:nvSpPr>
              <p:spPr>
                <a:xfrm>
                  <a:off x="3677381" y="7340819"/>
                  <a:ext cx="2397797" cy="1275694"/>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rPr>
                    <a:t>多神经元动力学</a:t>
                  </a:r>
                  <a:endParaRPr lang="en-US" altLang="zh-CN" sz="5400" dirty="0">
                    <a:latin typeface="STKaiti" panose="02010600040101010101" pitchFamily="2" charset="-122"/>
                    <a:ea typeface="STKaiti" panose="02010600040101010101" pitchFamily="2" charset="-122"/>
                  </a:endParaRPr>
                </a:p>
                <a:p>
                  <a:pPr algn="ctr"/>
                  <a:r>
                    <a:rPr lang="en-US" altLang="zh-CN" sz="4400" dirty="0">
                      <a:latin typeface="STKaiti" panose="02010600040101010101" pitchFamily="2" charset="-122"/>
                      <a:ea typeface="STKaiti" panose="02010600040101010101" pitchFamily="2" charset="-122"/>
                    </a:rPr>
                    <a:t>Scientific Reports. 2018;8.1:6949.</a:t>
                  </a:r>
                  <a:br>
                    <a:rPr lang="en-US" altLang="zh-CN" sz="5400" dirty="0">
                      <a:latin typeface="STKaiti" panose="02010600040101010101" pitchFamily="2" charset="-122"/>
                      <a:ea typeface="STKaiti" panose="02010600040101010101" pitchFamily="2" charset="-122"/>
                    </a:rPr>
                  </a:br>
                  <a:endParaRPr lang="en-US" sz="5400" baseline="30000" dirty="0">
                    <a:latin typeface="STKaiti" panose="02010600040101010101" pitchFamily="2" charset="-122"/>
                    <a:ea typeface="STKaiti" panose="02010600040101010101" pitchFamily="2" charset="-122"/>
                  </a:endParaRPr>
                </a:p>
              </p:txBody>
            </p:sp>
          </p:grpSp>
          <p:sp>
            <p:nvSpPr>
              <p:cNvPr id="11" name="TextBox 10">
                <a:extLst>
                  <a:ext uri="{FF2B5EF4-FFF2-40B4-BE49-F238E27FC236}">
                    <a16:creationId xmlns:a16="http://schemas.microsoft.com/office/drawing/2014/main" id="{35E2E70D-5984-1D15-2274-5729B4D8BC71}"/>
                  </a:ext>
                </a:extLst>
              </p:cNvPr>
              <p:cNvSpPr txBox="1"/>
              <p:nvPr/>
            </p:nvSpPr>
            <p:spPr>
              <a:xfrm>
                <a:off x="14926235" y="11862815"/>
                <a:ext cx="1792113" cy="303119"/>
              </a:xfrm>
              <a:prstGeom prst="rect">
                <a:avLst/>
              </a:prstGeom>
              <a:noFill/>
            </p:spPr>
            <p:txBody>
              <a:bodyPr wrap="square">
                <a:spAutoFit/>
              </a:bodyPr>
              <a:lstStyle/>
              <a:p>
                <a:pPr algn="ctr"/>
                <a:r>
                  <a:rPr lang="en-US" altLang="zh-CN" sz="4400" dirty="0">
                    <a:latin typeface="STKaiti" panose="02010600040101010101" pitchFamily="2" charset="-122"/>
                    <a:ea typeface="STKaiti" panose="02010600040101010101" pitchFamily="2" charset="-122"/>
                  </a:rPr>
                  <a:t>“</a:t>
                </a:r>
                <a:r>
                  <a:rPr lang="zh-CN" altLang="en-US" sz="4400" dirty="0">
                    <a:latin typeface="STKaiti" panose="02010600040101010101" pitchFamily="2" charset="-122"/>
                    <a:ea typeface="STKaiti" panose="02010600040101010101" pitchFamily="2" charset="-122"/>
                  </a:rPr>
                  <a:t>情理之中</a:t>
                </a:r>
                <a:r>
                  <a:rPr lang="en-US" altLang="zh-CN" sz="4400" dirty="0">
                    <a:latin typeface="STKaiti" panose="02010600040101010101" pitchFamily="2" charset="-122"/>
                    <a:ea typeface="STKaiti" panose="02010600040101010101" pitchFamily="2" charset="-122"/>
                  </a:rPr>
                  <a:t>…”</a:t>
                </a:r>
                <a:endParaRPr lang="en-US" sz="4400" baseline="30000" dirty="0">
                  <a:latin typeface="STKaiti" panose="02010600040101010101" pitchFamily="2" charset="-122"/>
                  <a:ea typeface="STKaiti" panose="02010600040101010101" pitchFamily="2" charset="-122"/>
                </a:endParaRPr>
              </a:p>
            </p:txBody>
          </p:sp>
          <p:grpSp>
            <p:nvGrpSpPr>
              <p:cNvPr id="13" name="Group 12">
                <a:extLst>
                  <a:ext uri="{FF2B5EF4-FFF2-40B4-BE49-F238E27FC236}">
                    <a16:creationId xmlns:a16="http://schemas.microsoft.com/office/drawing/2014/main" id="{1B010E23-23B2-9828-6652-215087200E40}"/>
                  </a:ext>
                </a:extLst>
              </p:cNvPr>
              <p:cNvGrpSpPr/>
              <p:nvPr/>
            </p:nvGrpSpPr>
            <p:grpSpPr>
              <a:xfrm>
                <a:off x="16660882" y="10619437"/>
                <a:ext cx="1792113" cy="980513"/>
                <a:chOff x="10299425" y="6277178"/>
                <a:chExt cx="1792113" cy="980513"/>
              </a:xfrm>
            </p:grpSpPr>
            <p:sp>
              <p:nvSpPr>
                <p:cNvPr id="15" name="Oval 14">
                  <a:extLst>
                    <a:ext uri="{FF2B5EF4-FFF2-40B4-BE49-F238E27FC236}">
                      <a16:creationId xmlns:a16="http://schemas.microsoft.com/office/drawing/2014/main" id="{9F1A405D-2CD0-1EA1-36C4-108D8FF79256}"/>
                    </a:ext>
                  </a:extLst>
                </p:cNvPr>
                <p:cNvSpPr/>
                <p:nvPr/>
              </p:nvSpPr>
              <p:spPr>
                <a:xfrm>
                  <a:off x="10626229" y="6931535"/>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latin typeface="STKaiti" panose="02010600040101010101" pitchFamily="2" charset="-122"/>
                    <a:ea typeface="STKaiti" panose="02010600040101010101" pitchFamily="2" charset="-122"/>
                  </a:endParaRPr>
                </a:p>
              </p:txBody>
            </p:sp>
            <p:grpSp>
              <p:nvGrpSpPr>
                <p:cNvPr id="16" name="Group 15">
                  <a:extLst>
                    <a:ext uri="{FF2B5EF4-FFF2-40B4-BE49-F238E27FC236}">
                      <a16:creationId xmlns:a16="http://schemas.microsoft.com/office/drawing/2014/main" id="{9D35B1F9-ED40-220F-4182-8D5A36298531}"/>
                    </a:ext>
                  </a:extLst>
                </p:cNvPr>
                <p:cNvGrpSpPr/>
                <p:nvPr/>
              </p:nvGrpSpPr>
              <p:grpSpPr>
                <a:xfrm>
                  <a:off x="10299425" y="6277178"/>
                  <a:ext cx="1792113" cy="980513"/>
                  <a:chOff x="10299425" y="6277178"/>
                  <a:chExt cx="1792113" cy="980513"/>
                </a:xfrm>
              </p:grpSpPr>
              <p:grpSp>
                <p:nvGrpSpPr>
                  <p:cNvPr id="17" name="Group 16">
                    <a:extLst>
                      <a:ext uri="{FF2B5EF4-FFF2-40B4-BE49-F238E27FC236}">
                        <a16:creationId xmlns:a16="http://schemas.microsoft.com/office/drawing/2014/main" id="{27B9CDB4-2A19-BF93-98D5-8D8FC49B94E1}"/>
                      </a:ext>
                    </a:extLst>
                  </p:cNvPr>
                  <p:cNvGrpSpPr/>
                  <p:nvPr/>
                </p:nvGrpSpPr>
                <p:grpSpPr>
                  <a:xfrm>
                    <a:off x="10538658" y="6277178"/>
                    <a:ext cx="1382866" cy="806843"/>
                    <a:chOff x="11480164" y="7096154"/>
                    <a:chExt cx="910653" cy="717103"/>
                  </a:xfrm>
                </p:grpSpPr>
                <p:sp>
                  <p:nvSpPr>
                    <p:cNvPr id="25" name="Rectangle: Rounded Corners 24">
                      <a:extLst>
                        <a:ext uri="{FF2B5EF4-FFF2-40B4-BE49-F238E27FC236}">
                          <a16:creationId xmlns:a16="http://schemas.microsoft.com/office/drawing/2014/main" id="{6696817D-8492-7BED-7BFB-01B038514D4E}"/>
                        </a:ext>
                      </a:extLst>
                    </p:cNvPr>
                    <p:cNvSpPr/>
                    <p:nvPr/>
                  </p:nvSpPr>
                  <p:spPr>
                    <a:xfrm>
                      <a:off x="11480164" y="7606483"/>
                      <a:ext cx="209973" cy="206774"/>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ln>
                          <a:solidFill>
                            <a:schemeClr val="bg1"/>
                          </a:solidFill>
                        </a:ln>
                        <a:latin typeface="STKaiti" panose="02010600040101010101" pitchFamily="2" charset="-122"/>
                        <a:ea typeface="STKaiti" panose="02010600040101010101" pitchFamily="2" charset="-122"/>
                      </a:endParaRPr>
                    </a:p>
                  </p:txBody>
                </p:sp>
                <p:pic>
                  <p:nvPicPr>
                    <p:cNvPr id="26" name="Picture 25" descr="A white cloud with black background&#10;&#10;Description automatically generated">
                      <a:extLst>
                        <a:ext uri="{FF2B5EF4-FFF2-40B4-BE49-F238E27FC236}">
                          <a16:creationId xmlns:a16="http://schemas.microsoft.com/office/drawing/2014/main" id="{5F20E8A3-5197-F795-95DE-35D69E85F317}"/>
                        </a:ext>
                      </a:extLst>
                    </p:cNvPr>
                    <p:cNvPicPr>
                      <a:picLocks noChangeAspect="1"/>
                    </p:cNvPicPr>
                    <p:nvPr/>
                  </p:nvPicPr>
                  <p:blipFill>
                    <a:blip r:embed="rId18" cstate="print">
                      <a:extLst>
                        <a:ext uri="{28A0092B-C50C-407E-A947-70E740481C1C}">
                          <a14:useLocalDpi xmlns:a14="http://schemas.microsoft.com/office/drawing/2010/main" val="0"/>
                        </a:ext>
                        <a:ext uri="{837473B0-CC2E-450A-ABE3-18F120FF3D39}">
                          <a1611:picAttrSrcUrl xmlns:a1611="http://schemas.microsoft.com/office/drawing/2016/11/main" r:id="rId19"/>
                        </a:ext>
                      </a:extLst>
                    </a:blip>
                    <a:srcRect b="8603"/>
                    <a:stretch>
                      <a:fillRect/>
                    </a:stretch>
                  </p:blipFill>
                  <p:spPr>
                    <a:xfrm>
                      <a:off x="11510540" y="7096154"/>
                      <a:ext cx="880277" cy="703501"/>
                    </a:xfrm>
                    <a:prstGeom prst="rect">
                      <a:avLst/>
                    </a:prstGeom>
                  </p:spPr>
                </p:pic>
              </p:grpSp>
              <p:sp>
                <p:nvSpPr>
                  <p:cNvPr id="18" name="TextBox 17">
                    <a:extLst>
                      <a:ext uri="{FF2B5EF4-FFF2-40B4-BE49-F238E27FC236}">
                        <a16:creationId xmlns:a16="http://schemas.microsoft.com/office/drawing/2014/main" id="{25304192-F9EA-0913-7BA8-8C342D010FAD}"/>
                      </a:ext>
                    </a:extLst>
                  </p:cNvPr>
                  <p:cNvSpPr txBox="1"/>
                  <p:nvPr/>
                </p:nvSpPr>
                <p:spPr>
                  <a:xfrm>
                    <a:off x="10299425" y="6528362"/>
                    <a:ext cx="1792113" cy="303119"/>
                  </a:xfrm>
                  <a:prstGeom prst="rect">
                    <a:avLst/>
                  </a:prstGeom>
                  <a:noFill/>
                </p:spPr>
                <p:txBody>
                  <a:bodyPr wrap="square">
                    <a:spAutoFit/>
                  </a:bodyPr>
                  <a:lstStyle/>
                  <a:p>
                    <a:pPr algn="ctr"/>
                    <a:r>
                      <a:rPr lang="en-US" altLang="zh-CN" sz="4400" dirty="0">
                        <a:latin typeface="STKaiti" panose="02010600040101010101" pitchFamily="2" charset="-122"/>
                        <a:ea typeface="STKaiti" panose="02010600040101010101" pitchFamily="2" charset="-122"/>
                      </a:rPr>
                      <a:t>…</a:t>
                    </a:r>
                    <a:r>
                      <a:rPr lang="zh-CN" altLang="en-US" sz="4400" dirty="0">
                        <a:latin typeface="STKaiti" panose="02010600040101010101" pitchFamily="2" charset="-122"/>
                        <a:ea typeface="STKaiti" panose="02010600040101010101" pitchFamily="2" charset="-122"/>
                      </a:rPr>
                      <a:t>意料之外</a:t>
                    </a:r>
                    <a:endParaRPr lang="en-US" sz="4400" baseline="30000" dirty="0">
                      <a:latin typeface="STKaiti" panose="02010600040101010101" pitchFamily="2" charset="-122"/>
                      <a:ea typeface="STKaiti" panose="02010600040101010101" pitchFamily="2" charset="-122"/>
                    </a:endParaRPr>
                  </a:p>
                </p:txBody>
              </p:sp>
              <p:sp>
                <p:nvSpPr>
                  <p:cNvPr id="19" name="Oval 18">
                    <a:extLst>
                      <a:ext uri="{FF2B5EF4-FFF2-40B4-BE49-F238E27FC236}">
                        <a16:creationId xmlns:a16="http://schemas.microsoft.com/office/drawing/2014/main" id="{E7963C8B-32A6-4DE4-0E9E-B2D09E30B7E0}"/>
                      </a:ext>
                    </a:extLst>
                  </p:cNvPr>
                  <p:cNvSpPr/>
                  <p:nvPr/>
                </p:nvSpPr>
                <p:spPr>
                  <a:xfrm>
                    <a:off x="10720358" y="6928071"/>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latin typeface="STKaiti" panose="02010600040101010101" pitchFamily="2" charset="-122"/>
                      <a:ea typeface="STKaiti" panose="02010600040101010101" pitchFamily="2" charset="-122"/>
                    </a:endParaRPr>
                  </a:p>
                </p:txBody>
              </p:sp>
              <p:pic>
                <p:nvPicPr>
                  <p:cNvPr id="21" name="Picture 20">
                    <a:extLst>
                      <a:ext uri="{FF2B5EF4-FFF2-40B4-BE49-F238E27FC236}">
                        <a16:creationId xmlns:a16="http://schemas.microsoft.com/office/drawing/2014/main" id="{032882F2-2F76-754D-1751-E73A836AC14B}"/>
                      </a:ext>
                    </a:extLst>
                  </p:cNvPr>
                  <p:cNvPicPr>
                    <a:picLocks noChangeAspect="1"/>
                  </p:cNvPicPr>
                  <p:nvPr/>
                </p:nvPicPr>
                <p:blipFill>
                  <a:blip r:embed="rId20"/>
                  <a:srcRect t="69760" r="69965"/>
                  <a:stretch>
                    <a:fillRect/>
                  </a:stretch>
                </p:blipFill>
                <p:spPr>
                  <a:xfrm>
                    <a:off x="10846071" y="7024924"/>
                    <a:ext cx="264387" cy="232767"/>
                  </a:xfrm>
                  <a:prstGeom prst="rect">
                    <a:avLst/>
                  </a:prstGeom>
                </p:spPr>
              </p:pic>
              <p:sp>
                <p:nvSpPr>
                  <p:cNvPr id="22" name="Oval 21">
                    <a:extLst>
                      <a:ext uri="{FF2B5EF4-FFF2-40B4-BE49-F238E27FC236}">
                        <a16:creationId xmlns:a16="http://schemas.microsoft.com/office/drawing/2014/main" id="{11D76BEA-6B92-03E0-FB72-DEC657C838E4}"/>
                      </a:ext>
                    </a:extLst>
                  </p:cNvPr>
                  <p:cNvSpPr/>
                  <p:nvPr/>
                </p:nvSpPr>
                <p:spPr>
                  <a:xfrm rot="18277996">
                    <a:off x="11045852" y="6971362"/>
                    <a:ext cx="64521" cy="1964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latin typeface="STKaiti" panose="02010600040101010101" pitchFamily="2" charset="-122"/>
                      <a:ea typeface="STKaiti" panose="02010600040101010101" pitchFamily="2" charset="-122"/>
                    </a:endParaRPr>
                  </a:p>
                </p:txBody>
              </p:sp>
              <p:sp>
                <p:nvSpPr>
                  <p:cNvPr id="24" name="Oval 23">
                    <a:extLst>
                      <a:ext uri="{FF2B5EF4-FFF2-40B4-BE49-F238E27FC236}">
                        <a16:creationId xmlns:a16="http://schemas.microsoft.com/office/drawing/2014/main" id="{5AF823F1-E696-C4F8-5550-03A1D5064B5D}"/>
                      </a:ext>
                    </a:extLst>
                  </p:cNvPr>
                  <p:cNvSpPr/>
                  <p:nvPr/>
                </p:nvSpPr>
                <p:spPr>
                  <a:xfrm>
                    <a:off x="10587008" y="6925013"/>
                    <a:ext cx="188258" cy="1680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latin typeface="STKaiti" panose="02010600040101010101" pitchFamily="2" charset="-122"/>
                      <a:ea typeface="STKaiti" panose="02010600040101010101" pitchFamily="2" charset="-122"/>
                    </a:endParaRPr>
                  </a:p>
                </p:txBody>
              </p:sp>
            </p:grpSp>
          </p:grpSp>
        </p:grpSp>
      </p:grpSp>
      <p:sp>
        <p:nvSpPr>
          <p:cNvPr id="53" name="标题 1">
            <a:extLst>
              <a:ext uri="{FF2B5EF4-FFF2-40B4-BE49-F238E27FC236}">
                <a16:creationId xmlns:a16="http://schemas.microsoft.com/office/drawing/2014/main" id="{82A03B1B-2610-2D08-F116-F875D057FA91}"/>
              </a:ext>
            </a:extLst>
          </p:cNvPr>
          <p:cNvSpPr txBox="1"/>
          <p:nvPr/>
        </p:nvSpPr>
        <p:spPr>
          <a:xfrm>
            <a:off x="32093339" y="15953677"/>
            <a:ext cx="11812744" cy="1914616"/>
          </a:xfrm>
          <a:prstGeom prst="rect">
            <a:avLst/>
          </a:prstGeom>
        </p:spPr>
        <p:txBody>
          <a:bodyPr vert="horz" lIns="91440" tIns="45720" rIns="91440" bIns="45720" rtlCol="0" anchor="b">
            <a:normAutofit/>
          </a:bodyPr>
          <a:lstStyle>
            <a:lvl1pPr algn="ctr" defTabSz="2016125" rtl="0" eaLnBrk="1" latinLnBrk="0" hangingPunct="1">
              <a:lnSpc>
                <a:spcPct val="90000"/>
              </a:lnSpc>
              <a:spcBef>
                <a:spcPct val="0"/>
              </a:spcBef>
              <a:buNone/>
              <a:defRPr sz="13230" kern="1200">
                <a:solidFill>
                  <a:schemeClr val="tx1"/>
                </a:solidFill>
                <a:latin typeface="+mj-lt"/>
                <a:ea typeface="+mj-ea"/>
                <a:cs typeface="+mj-cs"/>
              </a:defRPr>
            </a:lvl1pPr>
          </a:lstStyle>
          <a:p>
            <a:r>
              <a:rPr lang="zh-CN" altLang="en-US" sz="6600" b="1" dirty="0">
                <a:solidFill>
                  <a:srgbClr val="0070C0"/>
                </a:solidFill>
                <a:latin typeface="STKaiti" panose="02010600040101010101" pitchFamily="2" charset="-122"/>
                <a:ea typeface="STKaiti" panose="02010600040101010101" pitchFamily="2" charset="-122"/>
              </a:rPr>
              <a:t>启发类脑智能算法</a:t>
            </a:r>
          </a:p>
        </p:txBody>
      </p:sp>
      <p:pic>
        <p:nvPicPr>
          <p:cNvPr id="55" name="Picture 54">
            <a:extLst>
              <a:ext uri="{FF2B5EF4-FFF2-40B4-BE49-F238E27FC236}">
                <a16:creationId xmlns:a16="http://schemas.microsoft.com/office/drawing/2014/main" id="{CE137664-E34E-C0FB-0956-C9B6108138D0}"/>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5791929" y="20393384"/>
            <a:ext cx="6265188" cy="6265188"/>
          </a:xfrm>
          <a:prstGeom prst="rect">
            <a:avLst/>
          </a:prstGeom>
        </p:spPr>
      </p:pic>
      <p:pic>
        <p:nvPicPr>
          <p:cNvPr id="60" name="Picture 59">
            <a:extLst>
              <a:ext uri="{FF2B5EF4-FFF2-40B4-BE49-F238E27FC236}">
                <a16:creationId xmlns:a16="http://schemas.microsoft.com/office/drawing/2014/main" id="{456028A9-0E2A-ABB2-880A-345D9F806F45}"/>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44420285" y="20393384"/>
            <a:ext cx="6265188" cy="6265188"/>
          </a:xfrm>
          <a:prstGeom prst="rect">
            <a:avLst/>
          </a:prstGeom>
        </p:spPr>
      </p:pic>
      <p:grpSp>
        <p:nvGrpSpPr>
          <p:cNvPr id="61" name="Group 60">
            <a:extLst>
              <a:ext uri="{FF2B5EF4-FFF2-40B4-BE49-F238E27FC236}">
                <a16:creationId xmlns:a16="http://schemas.microsoft.com/office/drawing/2014/main" id="{4FD983CD-F6C0-0471-6F92-6E3CC7AC5D61}"/>
              </a:ext>
            </a:extLst>
          </p:cNvPr>
          <p:cNvGrpSpPr/>
          <p:nvPr/>
        </p:nvGrpSpPr>
        <p:grpSpPr>
          <a:xfrm>
            <a:off x="26775938" y="20393384"/>
            <a:ext cx="6265188" cy="6265188"/>
            <a:chOff x="10062369" y="14890758"/>
            <a:chExt cx="2261601" cy="2261601"/>
          </a:xfrm>
        </p:grpSpPr>
        <p:pic>
          <p:nvPicPr>
            <p:cNvPr id="62" name="Picture 61">
              <a:extLst>
                <a:ext uri="{FF2B5EF4-FFF2-40B4-BE49-F238E27FC236}">
                  <a16:creationId xmlns:a16="http://schemas.microsoft.com/office/drawing/2014/main" id="{31606C01-3542-0D02-EC9F-D9502BE7350F}"/>
                </a:ext>
              </a:extLst>
            </p:cNvPr>
            <p:cNvPicPr>
              <a:picLocks noChangeAspect="1"/>
            </p:cNvPicPr>
            <p:nvPr/>
          </p:nvPicPr>
          <p:blipFill>
            <a:blip r:embed="rId23"/>
            <a:stretch/>
          </p:blipFill>
          <p:spPr>
            <a:xfrm>
              <a:off x="10062369" y="14890758"/>
              <a:ext cx="2261601" cy="2261601"/>
            </a:xfrm>
            <a:prstGeom prst="rect">
              <a:avLst/>
            </a:prstGeom>
          </p:spPr>
        </p:pic>
        <p:cxnSp>
          <p:nvCxnSpPr>
            <p:cNvPr id="69" name="Straight Arrow Connector 68">
              <a:extLst>
                <a:ext uri="{FF2B5EF4-FFF2-40B4-BE49-F238E27FC236}">
                  <a16:creationId xmlns:a16="http://schemas.microsoft.com/office/drawing/2014/main" id="{5CBF5CC6-FCB9-409A-540C-3FD254EE831C}"/>
                </a:ext>
              </a:extLst>
            </p:cNvPr>
            <p:cNvCxnSpPr>
              <a:cxnSpLocks/>
            </p:cNvCxnSpPr>
            <p:nvPr/>
          </p:nvCxnSpPr>
          <p:spPr>
            <a:xfrm flipV="1">
              <a:off x="11269100" y="15390740"/>
              <a:ext cx="712739" cy="556717"/>
            </a:xfrm>
            <a:prstGeom prst="straightConnector1">
              <a:avLst/>
            </a:prstGeom>
            <a:ln w="12700">
              <a:headEnd w="med" len="sm"/>
              <a:tailEnd type="triangle" w="sm" len="sm"/>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2774B3FF-0337-8386-9D1A-6ED9D1F4CE78}"/>
                </a:ext>
              </a:extLst>
            </p:cNvPr>
            <p:cNvCxnSpPr>
              <a:cxnSpLocks/>
            </p:cNvCxnSpPr>
            <p:nvPr/>
          </p:nvCxnSpPr>
          <p:spPr>
            <a:xfrm>
              <a:off x="11269100" y="16138938"/>
              <a:ext cx="712739" cy="556717"/>
            </a:xfrm>
            <a:prstGeom prst="straightConnector1">
              <a:avLst/>
            </a:prstGeom>
            <a:ln w="12700">
              <a:headEnd w="med" len="sm"/>
              <a:tailEnd type="triangle" w="sm" len="sm"/>
            </a:ln>
          </p:spPr>
          <p:style>
            <a:lnRef idx="2">
              <a:schemeClr val="dk1"/>
            </a:lnRef>
            <a:fillRef idx="0">
              <a:schemeClr val="dk1"/>
            </a:fillRef>
            <a:effectRef idx="1">
              <a:schemeClr val="dk1"/>
            </a:effectRef>
            <a:fontRef idx="minor">
              <a:schemeClr val="tx1"/>
            </a:fontRef>
          </p:style>
        </p:cxnSp>
      </p:grpSp>
      <p:cxnSp>
        <p:nvCxnSpPr>
          <p:cNvPr id="71" name="Straight Arrow Connector 70">
            <a:extLst>
              <a:ext uri="{FF2B5EF4-FFF2-40B4-BE49-F238E27FC236}">
                <a16:creationId xmlns:a16="http://schemas.microsoft.com/office/drawing/2014/main" id="{9F81356C-0797-1E1B-C6CC-E701DB136C90}"/>
              </a:ext>
            </a:extLst>
          </p:cNvPr>
          <p:cNvCxnSpPr>
            <a:cxnSpLocks/>
          </p:cNvCxnSpPr>
          <p:nvPr/>
        </p:nvCxnSpPr>
        <p:spPr>
          <a:xfrm>
            <a:off x="33969507" y="23525978"/>
            <a:ext cx="1493954"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509C87B6-D0C4-86E3-1390-560B7918C870}"/>
              </a:ext>
            </a:extLst>
          </p:cNvPr>
          <p:cNvCxnSpPr>
            <a:cxnSpLocks/>
          </p:cNvCxnSpPr>
          <p:nvPr/>
        </p:nvCxnSpPr>
        <p:spPr>
          <a:xfrm>
            <a:off x="42491724" y="23525978"/>
            <a:ext cx="1493954"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13FD98B5-B81D-E949-F93F-9BFCD4CC0BA9}"/>
              </a:ext>
            </a:extLst>
          </p:cNvPr>
          <p:cNvCxnSpPr>
            <a:cxnSpLocks/>
          </p:cNvCxnSpPr>
          <p:nvPr/>
        </p:nvCxnSpPr>
        <p:spPr>
          <a:xfrm>
            <a:off x="23767112" y="23525978"/>
            <a:ext cx="1493954"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977038C5-5005-999E-A7BD-26BD076BD58A}"/>
              </a:ext>
            </a:extLst>
          </p:cNvPr>
          <p:cNvSpPr txBox="1"/>
          <p:nvPr/>
        </p:nvSpPr>
        <p:spPr>
          <a:xfrm>
            <a:off x="27362525" y="18925236"/>
            <a:ext cx="5092014" cy="923330"/>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cs typeface="Calibri" panose="020F0502020204030204" pitchFamily="34" charset="0"/>
              </a:rPr>
              <a:t>迁移至脉冲网络</a:t>
            </a:r>
          </a:p>
        </p:txBody>
      </p:sp>
      <p:sp>
        <p:nvSpPr>
          <p:cNvPr id="75" name="TextBox 74">
            <a:extLst>
              <a:ext uri="{FF2B5EF4-FFF2-40B4-BE49-F238E27FC236}">
                <a16:creationId xmlns:a16="http://schemas.microsoft.com/office/drawing/2014/main" id="{8B02B1BC-DDDC-2FB1-D1BC-3D7D520CDAA2}"/>
              </a:ext>
            </a:extLst>
          </p:cNvPr>
          <p:cNvSpPr txBox="1"/>
          <p:nvPr/>
        </p:nvSpPr>
        <p:spPr>
          <a:xfrm>
            <a:off x="36939097" y="18925236"/>
            <a:ext cx="3970852" cy="923330"/>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cs typeface="Calibri" panose="020F0502020204030204" pitchFamily="34" charset="0"/>
              </a:rPr>
              <a:t>仿真模拟</a:t>
            </a:r>
          </a:p>
        </p:txBody>
      </p:sp>
      <p:sp>
        <p:nvSpPr>
          <p:cNvPr id="76" name="TextBox 75">
            <a:extLst>
              <a:ext uri="{FF2B5EF4-FFF2-40B4-BE49-F238E27FC236}">
                <a16:creationId xmlns:a16="http://schemas.microsoft.com/office/drawing/2014/main" id="{1838DA62-0BF0-F10E-1898-9A455B107DCF}"/>
              </a:ext>
            </a:extLst>
          </p:cNvPr>
          <p:cNvSpPr txBox="1"/>
          <p:nvPr/>
        </p:nvSpPr>
        <p:spPr>
          <a:xfrm>
            <a:off x="44860541" y="18925236"/>
            <a:ext cx="5092014" cy="923330"/>
          </a:xfrm>
          <a:prstGeom prst="rect">
            <a:avLst/>
          </a:prstGeom>
          <a:noFill/>
        </p:spPr>
        <p:txBody>
          <a:bodyPr wrap="square">
            <a:spAutoFit/>
          </a:bodyPr>
          <a:lstStyle/>
          <a:p>
            <a:pPr algn="ctr"/>
            <a:r>
              <a:rPr lang="zh-CN" altLang="en-US" sz="5400" dirty="0">
                <a:latin typeface="STKaiti" panose="02010600040101010101" pitchFamily="2" charset="-122"/>
                <a:ea typeface="STKaiti" panose="02010600040101010101" pitchFamily="2" charset="-122"/>
                <a:cs typeface="Calibri" panose="020F0502020204030204" pitchFamily="34" charset="0"/>
              </a:rPr>
              <a:t>具身智能验证</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085725" y="998771"/>
            <a:ext cx="44958000" cy="3258008"/>
          </a:xfrm>
          <a:prstGeom prst="rect">
            <a:avLst/>
          </a:prstGeom>
        </p:spPr>
        <p:txBody>
          <a:bodyPr wrap="square">
            <a:spAutoFit/>
          </a:bodyPr>
          <a:lstStyle/>
          <a:p>
            <a:pPr algn="ctr">
              <a:lnSpc>
                <a:spcPct val="150000"/>
              </a:lnSpc>
            </a:pPr>
            <a:r>
              <a:rPr lang="zh-CN" altLang="en-US"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rPr>
              <a:t>全局误差信号引导失配计算中的局部优化</a:t>
            </a:r>
            <a:endParaRPr lang="en-US" altLang="zh-CN"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endParaRPr>
          </a:p>
          <a:p>
            <a:pPr algn="ctr">
              <a:lnSpc>
                <a:spcPct val="150000"/>
              </a:lnSpc>
            </a:pPr>
            <a:r>
              <a:rPr lang="en-US" altLang="zh-CN"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rPr>
              <a:t>Global Error Signal Guides Local Optimization in Mismatch Calculation</a:t>
            </a:r>
            <a:endParaRPr lang="zh-CN" altLang="en-US"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endParaRPr>
          </a:p>
        </p:txBody>
      </p:sp>
      <p:pic>
        <p:nvPicPr>
          <p:cNvPr id="9" name="图片 8" descr="2"/>
          <p:cNvPicPr>
            <a:picLocks noChangeAspect="1"/>
          </p:cNvPicPr>
          <p:nvPr/>
        </p:nvPicPr>
        <p:blipFill>
          <a:blip r:embed="rId2"/>
          <a:stretch>
            <a:fillRect/>
          </a:stretch>
        </p:blipFill>
        <p:spPr>
          <a:xfrm>
            <a:off x="-532472" y="-147498"/>
            <a:ext cx="12204802" cy="2933738"/>
          </a:xfrm>
          <a:prstGeom prst="rect">
            <a:avLst/>
          </a:prstGeom>
        </p:spPr>
      </p:pic>
      <p:sp>
        <p:nvSpPr>
          <p:cNvPr id="10" name="文本框 9"/>
          <p:cNvSpPr txBox="1"/>
          <p:nvPr/>
        </p:nvSpPr>
        <p:spPr>
          <a:xfrm>
            <a:off x="523982" y="5083708"/>
            <a:ext cx="12125218" cy="23821906"/>
          </a:xfrm>
          <a:prstGeom prst="rect">
            <a:avLst/>
          </a:prstGeom>
          <a:solidFill>
            <a:schemeClr val="accent1">
              <a:lumMod val="20000"/>
              <a:lumOff val="80000"/>
            </a:schemeClr>
          </a:solidFill>
        </p:spPr>
        <p:txBody>
          <a:bodyPr wrap="square" rtlCol="0">
            <a:spAutoFit/>
          </a:bodyPr>
          <a:lstStyle/>
          <a:p>
            <a:pPr algn="just"/>
            <a:r>
              <a:rPr lang="zh-CN" altLang="en-US" sz="6000" b="1" dirty="0">
                <a:latin typeface="STKaiti" panose="02010600040101010101" pitchFamily="2" charset="-122"/>
                <a:ea typeface="STKaiti" panose="02010600040101010101" pitchFamily="2" charset="-122"/>
                <a:cs typeface="Times New Roman" panose="02020603050405020304" pitchFamily="18" charset="0"/>
              </a:rPr>
              <a:t>摘要</a:t>
            </a:r>
            <a:endParaRPr lang="en-US" altLang="zh-CN" sz="6000" b="1" dirty="0">
              <a:latin typeface="STKaiti" panose="02010600040101010101" pitchFamily="2" charset="-122"/>
              <a:ea typeface="STKaiti" panose="02010600040101010101" pitchFamily="2" charset="-122"/>
              <a:cs typeface="Times New Roman" panose="02020603050405020304" pitchFamily="18" charset="0"/>
            </a:endParaRPr>
          </a:p>
          <a:p>
            <a:pPr algn="just"/>
            <a:endParaRPr lang="en-US" altLang="zh-CN" sz="6000" b="1" dirty="0">
              <a:latin typeface="STKaiti" panose="02010600040101010101" pitchFamily="2" charset="-122"/>
              <a:ea typeface="STKaiti" panose="02010600040101010101" pitchFamily="2" charset="-122"/>
              <a:cs typeface="Times New Roman" panose="02020603050405020304" pitchFamily="18" charset="0"/>
            </a:endParaRPr>
          </a:p>
          <a:p>
            <a:pPr algn="just"/>
            <a:r>
              <a:rPr lang="zh-CN" altLang="en-US" sz="6000" dirty="0">
                <a:latin typeface="STKaiti" panose="02010600040101010101" pitchFamily="2" charset="-122"/>
                <a:ea typeface="STKaiti" panose="02010600040101010101" pitchFamily="2" charset="-122"/>
                <a:cs typeface="Times New Roman" panose="02020603050405020304" pitchFamily="18" charset="0"/>
              </a:rPr>
              <a:t>        伴随放电是指关于自身行为预期感觉后果的内部信号，这类信号会降低感觉系统对自身产生刺激的反应。为研究其潜在的神经环路机制，我们提出了一种具有生物学合理性的三因子学习规则，其中全局信号引导局部抑制性突触的更新，从而实现对刺激及其预测之间失配的计算。我们表明，包含正预测误差神经元和负预测误差神经元的网络模型能够解释小鼠运动</a:t>
            </a:r>
            <a:r>
              <a:rPr lang="en-US" altLang="zh-CN" sz="6000" dirty="0">
                <a:latin typeface="STKaiti" panose="02010600040101010101" pitchFamily="2" charset="-122"/>
                <a:ea typeface="STKaiti" panose="02010600040101010101" pitchFamily="2" charset="-122"/>
                <a:cs typeface="Times New Roman" panose="02020603050405020304" pitchFamily="18" charset="0"/>
              </a:rPr>
              <a:t>—</a:t>
            </a:r>
            <a:r>
              <a:rPr lang="zh-CN" altLang="en-US" sz="6000" dirty="0">
                <a:latin typeface="STKaiti" panose="02010600040101010101" pitchFamily="2" charset="-122"/>
                <a:ea typeface="STKaiti" panose="02010600040101010101" pitchFamily="2" charset="-122"/>
                <a:cs typeface="Times New Roman" panose="02020603050405020304" pitchFamily="18" charset="0"/>
              </a:rPr>
              <a:t>视觉和运动</a:t>
            </a:r>
            <a:r>
              <a:rPr lang="en-US" altLang="zh-CN" sz="6000" dirty="0">
                <a:latin typeface="STKaiti" panose="02010600040101010101" pitchFamily="2" charset="-122"/>
                <a:ea typeface="STKaiti" panose="02010600040101010101" pitchFamily="2" charset="-122"/>
                <a:cs typeface="Times New Roman" panose="02020603050405020304" pitchFamily="18" charset="0"/>
              </a:rPr>
              <a:t>—</a:t>
            </a:r>
            <a:r>
              <a:rPr lang="zh-CN" altLang="en-US" sz="6000" dirty="0">
                <a:latin typeface="STKaiti" panose="02010600040101010101" pitchFamily="2" charset="-122"/>
                <a:ea typeface="STKaiti" panose="02010600040101010101" pitchFamily="2" charset="-122"/>
                <a:cs typeface="Times New Roman" panose="02020603050405020304" pitchFamily="18" charset="0"/>
              </a:rPr>
              <a:t>听觉失配反应中的主要生理学现象。此外，该模型预测，学习会使神经活动与刺激和预测之间的相关性呈现双峰分布，而我们对近期实验神经数据的分析支持了这一预测。综上，这些结果将全局调制与感觉脑区中用于预测误差计算的局部学习联系起来，并进一步预测了抑制机制受扰动时，失配计算将以特定方式受到损害。</a:t>
            </a:r>
            <a:endParaRPr lang="en-US" altLang="zh-CN" sz="6000" dirty="0">
              <a:latin typeface="STKaiti" panose="02010600040101010101" pitchFamily="2" charset="-122"/>
              <a:ea typeface="STKaiti" panose="02010600040101010101" pitchFamily="2" charset="-122"/>
              <a:cs typeface="Times New Roman" panose="02020603050405020304" pitchFamily="18" charset="0"/>
            </a:endParaRPr>
          </a:p>
          <a:p>
            <a:pPr algn="just"/>
            <a:endParaRPr lang="en-US" altLang="zh-CN" sz="5400" dirty="0">
              <a:latin typeface="STKaiti" panose="02010600040101010101" pitchFamily="2" charset="-122"/>
              <a:ea typeface="STKaiti" panose="02010600040101010101" pitchFamily="2" charset="-122"/>
              <a:cs typeface="Times New Roman" panose="02020603050405020304" pitchFamily="18" charset="0"/>
            </a:endParaRPr>
          </a:p>
          <a:p>
            <a:pPr algn="just"/>
            <a:r>
              <a:rPr lang="en-US" altLang="zh-CN" sz="5400" dirty="0">
                <a:latin typeface="STKaiti" panose="02010600040101010101" pitchFamily="2" charset="-122"/>
                <a:ea typeface="STKaiti" panose="02010600040101010101" pitchFamily="2" charset="-122"/>
                <a:cs typeface="Times New Roman" panose="02020603050405020304" pitchFamily="18" charset="0"/>
              </a:rPr>
              <a:t>Reference: </a:t>
            </a:r>
            <a:r>
              <a:rPr lang="en-US" altLang="zh-CN" sz="5400" i="1" dirty="0">
                <a:latin typeface="STKaiti" panose="02010600040101010101" pitchFamily="2" charset="-122"/>
                <a:ea typeface="STKaiti" panose="02010600040101010101" pitchFamily="2" charset="-122"/>
                <a:cs typeface="Times New Roman" panose="02020603050405020304" pitchFamily="18" charset="0"/>
              </a:rPr>
              <a:t>Nature Communications</a:t>
            </a:r>
            <a:r>
              <a:rPr lang="en-US" altLang="zh-CN" sz="5400" dirty="0">
                <a:latin typeface="STKaiti" panose="02010600040101010101" pitchFamily="2" charset="-122"/>
                <a:ea typeface="STKaiti" panose="02010600040101010101" pitchFamily="2" charset="-122"/>
                <a:cs typeface="Times New Roman" panose="02020603050405020304" pitchFamily="18" charset="0"/>
              </a:rPr>
              <a:t>. 17, 3868 (2026). </a:t>
            </a:r>
            <a:endParaRPr lang="zh-CN" altLang="en-US" sz="5400" dirty="0">
              <a:latin typeface="STKaiti" panose="02010600040101010101" pitchFamily="2" charset="-122"/>
              <a:ea typeface="STKaiti" panose="02010600040101010101" pitchFamily="2" charset="-122"/>
              <a:cs typeface="Times New Roman" panose="02020603050405020304" pitchFamily="18" charset="0"/>
            </a:endParaRPr>
          </a:p>
        </p:txBody>
      </p:sp>
      <p:sp>
        <p:nvSpPr>
          <p:cNvPr id="16" name="矩形 15"/>
          <p:cNvSpPr/>
          <p:nvPr/>
        </p:nvSpPr>
        <p:spPr>
          <a:xfrm>
            <a:off x="13289022" y="5083708"/>
            <a:ext cx="19509061" cy="15739300"/>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17" name="矩形 16"/>
          <p:cNvSpPr/>
          <p:nvPr/>
        </p:nvSpPr>
        <p:spPr>
          <a:xfrm>
            <a:off x="13289022" y="21542920"/>
            <a:ext cx="19509061" cy="7348229"/>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18" name="矩形 17"/>
          <p:cNvSpPr/>
          <p:nvPr/>
        </p:nvSpPr>
        <p:spPr>
          <a:xfrm>
            <a:off x="33219473" y="5083709"/>
            <a:ext cx="17457538" cy="11092858"/>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5" name="Title 1">
            <a:extLst>
              <a:ext uri="{FF2B5EF4-FFF2-40B4-BE49-F238E27FC236}">
                <a16:creationId xmlns:a16="http://schemas.microsoft.com/office/drawing/2014/main" id="{C0E35787-EA25-E9C6-CD91-CFB4A9D89123}"/>
              </a:ext>
            </a:extLst>
          </p:cNvPr>
          <p:cNvSpPr txBox="1">
            <a:spLocks/>
          </p:cNvSpPr>
          <p:nvPr/>
        </p:nvSpPr>
        <p:spPr>
          <a:xfrm>
            <a:off x="13558159" y="5427949"/>
            <a:ext cx="10515600" cy="71473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6000" b="1" dirty="0">
                <a:latin typeface="STKaiti" panose="02010600040101010101" pitchFamily="2" charset="-122"/>
                <a:ea typeface="STKaiti" panose="02010600040101010101" pitchFamily="2" charset="-122"/>
                <a:cs typeface="Times New Roman" panose="02020603050405020304" pitchFamily="18" charset="0"/>
              </a:rPr>
              <a:t>“</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意料之外</a:t>
            </a:r>
            <a:r>
              <a:rPr lang="en-US" altLang="zh-CN" sz="6000" b="1" dirty="0">
                <a:latin typeface="STKaiti" panose="02010600040101010101" pitchFamily="2" charset="-122"/>
                <a:ea typeface="STKaiti" panose="02010600040101010101" pitchFamily="2" charset="-122"/>
                <a:cs typeface="Times New Roman" panose="02020603050405020304" pitchFamily="18" charset="0"/>
              </a:rPr>
              <a:t>”</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的多种形式</a:t>
            </a:r>
            <a:endParaRPr lang="en-US" sz="6000" b="1" dirty="0">
              <a:latin typeface="STKaiti" panose="02010600040101010101" pitchFamily="2" charset="-122"/>
              <a:ea typeface="STKaiti" panose="02010600040101010101" pitchFamily="2" charset="-122"/>
              <a:cs typeface="Times New Roman" panose="02020603050405020304" pitchFamily="18" charset="0"/>
            </a:endParaRPr>
          </a:p>
        </p:txBody>
      </p:sp>
      <p:pic>
        <p:nvPicPr>
          <p:cNvPr id="20" name="Picture 19" descr="A person walking towards a door&#10;&#10;Description automatically generated">
            <a:extLst>
              <a:ext uri="{FF2B5EF4-FFF2-40B4-BE49-F238E27FC236}">
                <a16:creationId xmlns:a16="http://schemas.microsoft.com/office/drawing/2014/main" id="{13481D6D-6781-D847-AFAD-4DF09C1FBD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09936" y="6513115"/>
            <a:ext cx="4260264" cy="4260265"/>
          </a:xfrm>
          <a:prstGeom prst="rect">
            <a:avLst/>
          </a:prstGeom>
        </p:spPr>
      </p:pic>
      <p:pic>
        <p:nvPicPr>
          <p:cNvPr id="27" name="Picture 26" descr="A drawing of a person riding a bicycle&#10;&#10;Description automatically generated">
            <a:extLst>
              <a:ext uri="{FF2B5EF4-FFF2-40B4-BE49-F238E27FC236}">
                <a16:creationId xmlns:a16="http://schemas.microsoft.com/office/drawing/2014/main" id="{62E8D0CE-38B9-3F68-DA9E-24355E3911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86903" y="6566288"/>
            <a:ext cx="4260264" cy="4260265"/>
          </a:xfrm>
          <a:prstGeom prst="rect">
            <a:avLst/>
          </a:prstGeom>
        </p:spPr>
      </p:pic>
      <p:pic>
        <p:nvPicPr>
          <p:cNvPr id="29" name="Picture 28" descr="A drawing of a baseball player hitting a ball&#10;&#10;Description automatically generated">
            <a:extLst>
              <a:ext uri="{FF2B5EF4-FFF2-40B4-BE49-F238E27FC236}">
                <a16:creationId xmlns:a16="http://schemas.microsoft.com/office/drawing/2014/main" id="{A8D75D21-3E33-542F-E217-7672F396E8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40836" y="6566288"/>
            <a:ext cx="4260264" cy="4260265"/>
          </a:xfrm>
          <a:prstGeom prst="rect">
            <a:avLst/>
          </a:prstGeom>
        </p:spPr>
      </p:pic>
      <p:pic>
        <p:nvPicPr>
          <p:cNvPr id="31" name="Picture 30" descr="A hand touching a speaker&#10;&#10;Description automatically generated">
            <a:extLst>
              <a:ext uri="{FF2B5EF4-FFF2-40B4-BE49-F238E27FC236}">
                <a16:creationId xmlns:a16="http://schemas.microsoft.com/office/drawing/2014/main" id="{C8DB4172-1868-6E5C-8FDA-A5320F001A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263870" y="6566288"/>
            <a:ext cx="4260264" cy="4260265"/>
          </a:xfrm>
          <a:prstGeom prst="rect">
            <a:avLst/>
          </a:prstGeom>
        </p:spPr>
      </p:pic>
      <p:sp>
        <p:nvSpPr>
          <p:cNvPr id="33" name="Title 1">
            <a:extLst>
              <a:ext uri="{FF2B5EF4-FFF2-40B4-BE49-F238E27FC236}">
                <a16:creationId xmlns:a16="http://schemas.microsoft.com/office/drawing/2014/main" id="{7EBF2C79-EFC4-54D5-A9AD-CEE68AE41493}"/>
              </a:ext>
            </a:extLst>
          </p:cNvPr>
          <p:cNvSpPr txBox="1">
            <a:spLocks/>
          </p:cNvSpPr>
          <p:nvPr/>
        </p:nvSpPr>
        <p:spPr>
          <a:xfrm>
            <a:off x="13675768" y="11128985"/>
            <a:ext cx="3532412" cy="8467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dirty="0">
                <a:latin typeface="STKaiti" panose="02010600040101010101" pitchFamily="2" charset="-122"/>
                <a:ea typeface="STKaiti" panose="02010600040101010101" pitchFamily="2" charset="-122"/>
                <a:cs typeface="Times New Roman" panose="02020603050405020304" pitchFamily="18" charset="0"/>
              </a:rPr>
              <a:t>推门门</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响</a:t>
            </a:r>
            <a:endParaRPr lang="en-US" sz="60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34" name="Title 1">
            <a:extLst>
              <a:ext uri="{FF2B5EF4-FFF2-40B4-BE49-F238E27FC236}">
                <a16:creationId xmlns:a16="http://schemas.microsoft.com/office/drawing/2014/main" id="{C090AA27-48DF-E36E-F95F-B4B1AF177CD9}"/>
              </a:ext>
            </a:extLst>
          </p:cNvPr>
          <p:cNvSpPr txBox="1">
            <a:spLocks/>
          </p:cNvSpPr>
          <p:nvPr/>
        </p:nvSpPr>
        <p:spPr>
          <a:xfrm>
            <a:off x="18694082" y="11128985"/>
            <a:ext cx="3532412" cy="8467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dirty="0">
                <a:latin typeface="STKaiti" panose="02010600040101010101" pitchFamily="2" charset="-122"/>
                <a:ea typeface="STKaiti" panose="02010600040101010101" pitchFamily="2" charset="-122"/>
                <a:cs typeface="Times New Roman" panose="02020603050405020304" pitchFamily="18" charset="0"/>
              </a:rPr>
              <a:t>骑行见</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树</a:t>
            </a:r>
            <a:endParaRPr lang="en-US" sz="60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35" name="Title 1">
            <a:extLst>
              <a:ext uri="{FF2B5EF4-FFF2-40B4-BE49-F238E27FC236}">
                <a16:creationId xmlns:a16="http://schemas.microsoft.com/office/drawing/2014/main" id="{4D802FE8-31FB-D19F-4333-F85AD6741387}"/>
              </a:ext>
            </a:extLst>
          </p:cNvPr>
          <p:cNvSpPr txBox="1">
            <a:spLocks/>
          </p:cNvSpPr>
          <p:nvPr/>
        </p:nvSpPr>
        <p:spPr>
          <a:xfrm>
            <a:off x="23712396" y="11314207"/>
            <a:ext cx="3532412" cy="6615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dirty="0">
                <a:latin typeface="STKaiti" panose="02010600040101010101" pitchFamily="2" charset="-122"/>
                <a:ea typeface="STKaiti" panose="02010600040101010101" pitchFamily="2" charset="-122"/>
                <a:cs typeface="Times New Roman" panose="02020603050405020304" pitchFamily="18" charset="0"/>
              </a:rPr>
              <a:t>音乐</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中断</a:t>
            </a:r>
            <a:endParaRPr lang="en-US" sz="60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36" name="Title 1">
            <a:extLst>
              <a:ext uri="{FF2B5EF4-FFF2-40B4-BE49-F238E27FC236}">
                <a16:creationId xmlns:a16="http://schemas.microsoft.com/office/drawing/2014/main" id="{D1176A74-28E3-D1DA-C26E-A17E8CBDB979}"/>
              </a:ext>
            </a:extLst>
          </p:cNvPr>
          <p:cNvSpPr txBox="1">
            <a:spLocks/>
          </p:cNvSpPr>
          <p:nvPr/>
        </p:nvSpPr>
        <p:spPr>
          <a:xfrm>
            <a:off x="28304762" y="11314207"/>
            <a:ext cx="3532412" cy="6615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000" dirty="0">
                <a:latin typeface="STKaiti" panose="02010600040101010101" pitchFamily="2" charset="-122"/>
                <a:ea typeface="STKaiti" panose="02010600040101010101" pitchFamily="2" charset="-122"/>
                <a:cs typeface="Times New Roman" panose="02020603050405020304" pitchFamily="18" charset="0"/>
              </a:rPr>
              <a:t>来球</a:t>
            </a:r>
            <a:r>
              <a:rPr lang="zh-CN" altLang="en-US" sz="6000" b="1" dirty="0">
                <a:latin typeface="STKaiti" panose="02010600040101010101" pitchFamily="2" charset="-122"/>
                <a:ea typeface="STKaiti" panose="02010600040101010101" pitchFamily="2" charset="-122"/>
                <a:cs typeface="Times New Roman" panose="02020603050405020304" pitchFamily="18" charset="0"/>
              </a:rPr>
              <a:t>变向</a:t>
            </a:r>
            <a:endParaRPr lang="en-US" sz="6000" b="1" dirty="0">
              <a:latin typeface="STKaiti" panose="02010600040101010101" pitchFamily="2" charset="-122"/>
              <a:ea typeface="STKaiti" panose="02010600040101010101" pitchFamily="2" charset="-122"/>
              <a:cs typeface="Times New Roman" panose="02020603050405020304" pitchFamily="18" charset="0"/>
            </a:endParaRPr>
          </a:p>
        </p:txBody>
      </p:sp>
      <p:grpSp>
        <p:nvGrpSpPr>
          <p:cNvPr id="37" name="Group 36">
            <a:extLst>
              <a:ext uri="{FF2B5EF4-FFF2-40B4-BE49-F238E27FC236}">
                <a16:creationId xmlns:a16="http://schemas.microsoft.com/office/drawing/2014/main" id="{E2D3AF22-EDCA-81CB-73A2-AB73219A7100}"/>
              </a:ext>
            </a:extLst>
          </p:cNvPr>
          <p:cNvGrpSpPr/>
          <p:nvPr/>
        </p:nvGrpSpPr>
        <p:grpSpPr>
          <a:xfrm>
            <a:off x="13558159" y="21882196"/>
            <a:ext cx="7990385" cy="6312838"/>
            <a:chOff x="746843" y="2496414"/>
            <a:chExt cx="4044612" cy="2752937"/>
          </a:xfrm>
        </p:grpSpPr>
        <p:grpSp>
          <p:nvGrpSpPr>
            <p:cNvPr id="38" name="Group 37">
              <a:extLst>
                <a:ext uri="{FF2B5EF4-FFF2-40B4-BE49-F238E27FC236}">
                  <a16:creationId xmlns:a16="http://schemas.microsoft.com/office/drawing/2014/main" id="{FF982933-0E77-0229-DB80-66F63C08CC38}"/>
                </a:ext>
              </a:extLst>
            </p:cNvPr>
            <p:cNvGrpSpPr/>
            <p:nvPr/>
          </p:nvGrpSpPr>
          <p:grpSpPr>
            <a:xfrm>
              <a:off x="746843" y="2496414"/>
              <a:ext cx="4044612" cy="2752937"/>
              <a:chOff x="11383834" y="4264074"/>
              <a:chExt cx="4044612" cy="3061067"/>
            </a:xfrm>
          </p:grpSpPr>
          <p:cxnSp>
            <p:nvCxnSpPr>
              <p:cNvPr id="41" name="Straight Arrow Connector 40">
                <a:extLst>
                  <a:ext uri="{FF2B5EF4-FFF2-40B4-BE49-F238E27FC236}">
                    <a16:creationId xmlns:a16="http://schemas.microsoft.com/office/drawing/2014/main" id="{37C1BFF4-7587-EC37-5364-5257B8FC67A6}"/>
                  </a:ext>
                </a:extLst>
              </p:cNvPr>
              <p:cNvCxnSpPr>
                <a:cxnSpLocks/>
              </p:cNvCxnSpPr>
              <p:nvPr/>
            </p:nvCxnSpPr>
            <p:spPr>
              <a:xfrm flipV="1">
                <a:off x="11652949" y="6398126"/>
                <a:ext cx="2640741" cy="49226"/>
              </a:xfrm>
              <a:prstGeom prst="straightConnector1">
                <a:avLst/>
              </a:prstGeom>
              <a:ln w="381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B3E1243C-BD2D-731C-CE83-B182EADAD043}"/>
                  </a:ext>
                </a:extLst>
              </p:cNvPr>
              <p:cNvCxnSpPr>
                <a:cxnSpLocks/>
                <a:endCxn id="64" idx="1"/>
              </p:cNvCxnSpPr>
              <p:nvPr/>
            </p:nvCxnSpPr>
            <p:spPr>
              <a:xfrm flipV="1">
                <a:off x="11652949" y="6293559"/>
                <a:ext cx="1729000" cy="153793"/>
              </a:xfrm>
              <a:prstGeom prst="straightConnector1">
                <a:avLst/>
              </a:prstGeom>
              <a:ln w="635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E6E7207-C082-A7EE-F186-5494724CA572}"/>
                  </a:ext>
                </a:extLst>
              </p:cNvPr>
              <p:cNvCxnSpPr>
                <a:cxnSpLocks/>
              </p:cNvCxnSpPr>
              <p:nvPr/>
            </p:nvCxnSpPr>
            <p:spPr>
              <a:xfrm flipH="1" flipV="1">
                <a:off x="13602455" y="5453446"/>
                <a:ext cx="1466066" cy="125779"/>
              </a:xfrm>
              <a:prstGeom prst="straightConnector1">
                <a:avLst/>
              </a:prstGeom>
              <a:ln w="635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5CE6B96-31CF-1532-6F88-CE0BF6AE2571}"/>
                  </a:ext>
                </a:extLst>
              </p:cNvPr>
              <p:cNvCxnSpPr>
                <a:cxnSpLocks/>
              </p:cNvCxnSpPr>
              <p:nvPr/>
            </p:nvCxnSpPr>
            <p:spPr>
              <a:xfrm flipH="1">
                <a:off x="12601135" y="5603235"/>
                <a:ext cx="2474798" cy="160269"/>
              </a:xfrm>
              <a:prstGeom prst="straightConnector1">
                <a:avLst/>
              </a:prstGeom>
              <a:ln w="38100">
                <a:solidFill>
                  <a:srgbClr val="66BC45"/>
                </a:solidFill>
                <a:tailEnd type="oval"/>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F49CF96-F628-4B1F-52BA-296A4CE733DA}"/>
                  </a:ext>
                </a:extLst>
              </p:cNvPr>
              <p:cNvCxnSpPr>
                <a:cxnSpLocks/>
              </p:cNvCxnSpPr>
              <p:nvPr/>
            </p:nvCxnSpPr>
            <p:spPr>
              <a:xfrm flipH="1" flipV="1">
                <a:off x="14523739" y="5303657"/>
                <a:ext cx="552194" cy="299578"/>
              </a:xfrm>
              <a:prstGeom prst="straightConnector1">
                <a:avLst/>
              </a:prstGeom>
              <a:ln w="88900">
                <a:solidFill>
                  <a:srgbClr val="66BC45"/>
                </a:solidFill>
                <a:tailEnd type="oval"/>
              </a:ln>
            </p:spPr>
            <p:style>
              <a:lnRef idx="2">
                <a:schemeClr val="accent1"/>
              </a:lnRef>
              <a:fillRef idx="0">
                <a:schemeClr val="accent1"/>
              </a:fillRef>
              <a:effectRef idx="1">
                <a:schemeClr val="accent1"/>
              </a:effectRef>
              <a:fontRef idx="minor">
                <a:schemeClr val="tx1"/>
              </a:fontRef>
            </p:style>
          </p:cxnSp>
          <p:sp>
            <p:nvSpPr>
              <p:cNvPr id="46" name="Freeform: Shape 45">
                <a:extLst>
                  <a:ext uri="{FF2B5EF4-FFF2-40B4-BE49-F238E27FC236}">
                    <a16:creationId xmlns:a16="http://schemas.microsoft.com/office/drawing/2014/main" id="{0E3194C3-14AC-1ECF-A5F5-B9F5070BEA2F}"/>
                  </a:ext>
                </a:extLst>
              </p:cNvPr>
              <p:cNvSpPr/>
              <p:nvPr/>
            </p:nvSpPr>
            <p:spPr>
              <a:xfrm>
                <a:off x="13411021" y="5803196"/>
                <a:ext cx="1852833" cy="1276604"/>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 name="connsiteX0" fmla="*/ 0 w 1290777"/>
                  <a:gd name="connsiteY0" fmla="*/ 1612490 h 1612490"/>
                  <a:gd name="connsiteX1" fmla="*/ 1112248 w 1290777"/>
                  <a:gd name="connsiteY1" fmla="*/ 1420329 h 1612490"/>
                  <a:gd name="connsiteX2" fmla="*/ 1288026 w 1290777"/>
                  <a:gd name="connsiteY2" fmla="*/ 0 h 1612490"/>
                  <a:gd name="connsiteX3" fmla="*/ 1288026 w 1290777"/>
                  <a:gd name="connsiteY3" fmla="*/ 0 h 1612490"/>
                  <a:gd name="connsiteX0" fmla="*/ 0 w 1290777"/>
                  <a:gd name="connsiteY0" fmla="*/ 1612490 h 1645997"/>
                  <a:gd name="connsiteX1" fmla="*/ 1112248 w 1290777"/>
                  <a:gd name="connsiteY1" fmla="*/ 1420329 h 1645997"/>
                  <a:gd name="connsiteX2" fmla="*/ 1288026 w 1290777"/>
                  <a:gd name="connsiteY2" fmla="*/ 0 h 1645997"/>
                  <a:gd name="connsiteX3" fmla="*/ 1288026 w 1290777"/>
                  <a:gd name="connsiteY3" fmla="*/ 0 h 1645997"/>
                  <a:gd name="connsiteX0" fmla="*/ 0 w 1290777"/>
                  <a:gd name="connsiteY0" fmla="*/ 1612490 h 1620190"/>
                  <a:gd name="connsiteX1" fmla="*/ 1112248 w 1290777"/>
                  <a:gd name="connsiteY1" fmla="*/ 1420329 h 1620190"/>
                  <a:gd name="connsiteX2" fmla="*/ 1288026 w 1290777"/>
                  <a:gd name="connsiteY2" fmla="*/ 0 h 1620190"/>
                  <a:gd name="connsiteX3" fmla="*/ 1288026 w 1290777"/>
                  <a:gd name="connsiteY3" fmla="*/ 0 h 1620190"/>
                  <a:gd name="connsiteX0" fmla="*/ 0 w 1290069"/>
                  <a:gd name="connsiteY0" fmla="*/ 1612490 h 1612490"/>
                  <a:gd name="connsiteX1" fmla="*/ 1107872 w 1290069"/>
                  <a:gd name="connsiteY1" fmla="*/ 1344564 h 1612490"/>
                  <a:gd name="connsiteX2" fmla="*/ 1288026 w 1290069"/>
                  <a:gd name="connsiteY2" fmla="*/ 0 h 1612490"/>
                  <a:gd name="connsiteX3" fmla="*/ 1288026 w 1290069"/>
                  <a:gd name="connsiteY3" fmla="*/ 0 h 1612490"/>
                </a:gdLst>
                <a:ahLst/>
                <a:cxnLst>
                  <a:cxn ang="0">
                    <a:pos x="connsiteX0" y="connsiteY0"/>
                  </a:cxn>
                  <a:cxn ang="0">
                    <a:pos x="connsiteX1" y="connsiteY1"/>
                  </a:cxn>
                  <a:cxn ang="0">
                    <a:pos x="connsiteX2" y="connsiteY2"/>
                  </a:cxn>
                  <a:cxn ang="0">
                    <a:pos x="connsiteX3" y="connsiteY3"/>
                  </a:cxn>
                </a:cxnLst>
                <a:rect l="l" t="t" r="r" b="b"/>
                <a:pathLst>
                  <a:path w="1290069" h="1612490">
                    <a:moveTo>
                      <a:pt x="0" y="1612490"/>
                    </a:moveTo>
                    <a:cubicBezTo>
                      <a:pt x="479426" y="1607072"/>
                      <a:pt x="893201" y="1613312"/>
                      <a:pt x="1107872" y="1344564"/>
                    </a:cubicBezTo>
                    <a:cubicBezTo>
                      <a:pt x="1322543" y="1075816"/>
                      <a:pt x="1288026" y="0"/>
                      <a:pt x="1288026" y="0"/>
                    </a:cubicBezTo>
                    <a:lnTo>
                      <a:pt x="1288026" y="0"/>
                    </a:lnTo>
                  </a:path>
                </a:pathLst>
              </a:custGeom>
              <a:noFill/>
              <a:ln w="76200">
                <a:solidFill>
                  <a:srgbClr val="FAA514"/>
                </a:solidFill>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Calibri" panose="020F0502020204030204" pitchFamily="34" charset="0"/>
                  <a:ea typeface="Calibri" panose="020F0502020204030204" pitchFamily="34" charset="0"/>
                  <a:cs typeface="Calibri" panose="020F0502020204030204" pitchFamily="34" charset="0"/>
                </a:endParaRPr>
              </a:p>
            </p:txBody>
          </p:sp>
          <p:cxnSp>
            <p:nvCxnSpPr>
              <p:cNvPr id="47" name="Straight Arrow Connector 46">
                <a:extLst>
                  <a:ext uri="{FF2B5EF4-FFF2-40B4-BE49-F238E27FC236}">
                    <a16:creationId xmlns:a16="http://schemas.microsoft.com/office/drawing/2014/main" id="{80648C1F-DC1A-17E2-489A-440F2CC6C9FA}"/>
                  </a:ext>
                </a:extLst>
              </p:cNvPr>
              <p:cNvCxnSpPr>
                <a:cxnSpLocks/>
              </p:cNvCxnSpPr>
              <p:nvPr/>
            </p:nvCxnSpPr>
            <p:spPr>
              <a:xfrm flipV="1">
                <a:off x="11652949" y="6184766"/>
                <a:ext cx="738220" cy="262586"/>
              </a:xfrm>
              <a:prstGeom prst="straightConnector1">
                <a:avLst/>
              </a:prstGeom>
              <a:ln w="88900">
                <a:solidFill>
                  <a:srgbClr val="66BC45"/>
                </a:solidFill>
                <a:tailEnd type="oval"/>
              </a:ln>
            </p:spPr>
            <p:style>
              <a:lnRef idx="2">
                <a:schemeClr val="accent1"/>
              </a:lnRef>
              <a:fillRef idx="0">
                <a:schemeClr val="accent1"/>
              </a:fillRef>
              <a:effectRef idx="1">
                <a:schemeClr val="accent1"/>
              </a:effectRef>
              <a:fontRef idx="minor">
                <a:schemeClr val="tx1"/>
              </a:fontRef>
            </p:style>
          </p:cxnSp>
          <p:sp>
            <p:nvSpPr>
              <p:cNvPr id="48" name="Freeform: Shape 47">
                <a:extLst>
                  <a:ext uri="{FF2B5EF4-FFF2-40B4-BE49-F238E27FC236}">
                    <a16:creationId xmlns:a16="http://schemas.microsoft.com/office/drawing/2014/main" id="{9C9A6429-00B1-4542-C3B7-FA102222B29B}"/>
                  </a:ext>
                </a:extLst>
              </p:cNvPr>
              <p:cNvSpPr/>
              <p:nvPr/>
            </p:nvSpPr>
            <p:spPr>
              <a:xfrm rot="10800000">
                <a:off x="12467606" y="4459724"/>
                <a:ext cx="1547785" cy="600186"/>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381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9" name="Freeform: Shape 48">
                <a:extLst>
                  <a:ext uri="{FF2B5EF4-FFF2-40B4-BE49-F238E27FC236}">
                    <a16:creationId xmlns:a16="http://schemas.microsoft.com/office/drawing/2014/main" id="{B41094E8-C4A3-CEB2-3A03-75EB48A3A166}"/>
                  </a:ext>
                </a:extLst>
              </p:cNvPr>
              <p:cNvSpPr/>
              <p:nvPr/>
            </p:nvSpPr>
            <p:spPr>
              <a:xfrm flipH="1">
                <a:off x="12477505" y="6533707"/>
                <a:ext cx="435227" cy="510671"/>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88900">
                <a:solidFill>
                  <a:srgbClr val="FAA514"/>
                </a:solidFill>
                <a:headEnd type="none" w="med" len="med"/>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Freeform: Shape 49">
                <a:extLst>
                  <a:ext uri="{FF2B5EF4-FFF2-40B4-BE49-F238E27FC236}">
                    <a16:creationId xmlns:a16="http://schemas.microsoft.com/office/drawing/2014/main" id="{22133154-9B7C-FA78-F828-76C6C1B56D8D}"/>
                  </a:ext>
                </a:extLst>
              </p:cNvPr>
              <p:cNvSpPr/>
              <p:nvPr/>
            </p:nvSpPr>
            <p:spPr>
              <a:xfrm>
                <a:off x="12957292" y="6523701"/>
                <a:ext cx="1514836" cy="541382"/>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38100">
                <a:solidFill>
                  <a:srgbClr val="FAA514"/>
                </a:solidFill>
                <a:headEnd type="none"/>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51" name="Freeform: Shape 50">
                <a:extLst>
                  <a:ext uri="{FF2B5EF4-FFF2-40B4-BE49-F238E27FC236}">
                    <a16:creationId xmlns:a16="http://schemas.microsoft.com/office/drawing/2014/main" id="{CB9774D0-21CE-5C25-6B04-A53B2E62B8D1}"/>
                  </a:ext>
                </a:extLst>
              </p:cNvPr>
              <p:cNvSpPr/>
              <p:nvPr/>
            </p:nvSpPr>
            <p:spPr>
              <a:xfrm>
                <a:off x="12833439" y="6510183"/>
                <a:ext cx="640009" cy="552407"/>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63500">
                <a:solidFill>
                  <a:srgbClr val="FAA514"/>
                </a:solidFill>
                <a:headEnd type="none" w="med" len="med"/>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Freeform: Shape 51">
                <a:extLst>
                  <a:ext uri="{FF2B5EF4-FFF2-40B4-BE49-F238E27FC236}">
                    <a16:creationId xmlns:a16="http://schemas.microsoft.com/office/drawing/2014/main" id="{F6B57DA1-BFC1-3D6F-8068-47EAAC617166}"/>
                  </a:ext>
                </a:extLst>
              </p:cNvPr>
              <p:cNvSpPr/>
              <p:nvPr/>
            </p:nvSpPr>
            <p:spPr>
              <a:xfrm rot="10800000">
                <a:off x="13473449" y="4404133"/>
                <a:ext cx="568464" cy="652521"/>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635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53" name="Freeform: Shape 52">
                <a:extLst>
                  <a:ext uri="{FF2B5EF4-FFF2-40B4-BE49-F238E27FC236}">
                    <a16:creationId xmlns:a16="http://schemas.microsoft.com/office/drawing/2014/main" id="{4180E73A-FE6A-FC12-EA3C-7C2DEA4585CF}"/>
                  </a:ext>
                </a:extLst>
              </p:cNvPr>
              <p:cNvSpPr/>
              <p:nvPr/>
            </p:nvSpPr>
            <p:spPr>
              <a:xfrm rot="10800000" flipH="1">
                <a:off x="14015394" y="4410051"/>
                <a:ext cx="402936" cy="645798"/>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Lst>
                <a:ahLst/>
                <a:cxnLst>
                  <a:cxn ang="0">
                    <a:pos x="connsiteX0" y="connsiteY0"/>
                  </a:cxn>
                  <a:cxn ang="0">
                    <a:pos x="connsiteX1" y="connsiteY1"/>
                  </a:cxn>
                  <a:cxn ang="0">
                    <a:pos x="connsiteX2" y="connsiteY2"/>
                  </a:cxn>
                  <a:cxn ang="0">
                    <a:pos x="connsiteX3" y="connsiteY3"/>
                  </a:cxn>
                </a:cxnLst>
                <a:rect l="l" t="t" r="r" b="b"/>
                <a:pathLst>
                  <a:path w="1288026" h="1612490">
                    <a:moveTo>
                      <a:pt x="0" y="1612490"/>
                    </a:moveTo>
                    <a:cubicBezTo>
                      <a:pt x="413774" y="1432231"/>
                      <a:pt x="827548" y="1251973"/>
                      <a:pt x="1042219" y="983225"/>
                    </a:cubicBezTo>
                    <a:cubicBezTo>
                      <a:pt x="1256890" y="714477"/>
                      <a:pt x="1288026" y="0"/>
                      <a:pt x="1288026" y="0"/>
                    </a:cubicBezTo>
                    <a:lnTo>
                      <a:pt x="1288026" y="0"/>
                    </a:lnTo>
                  </a:path>
                </a:pathLst>
              </a:custGeom>
              <a:noFill/>
              <a:ln w="889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54" name="Google Shape;280;p4">
                <a:extLst>
                  <a:ext uri="{FF2B5EF4-FFF2-40B4-BE49-F238E27FC236}">
                    <a16:creationId xmlns:a16="http://schemas.microsoft.com/office/drawing/2014/main" id="{8BBA46AF-282F-3B91-79EC-B2BB8CC5508F}"/>
                  </a:ext>
                </a:extLst>
              </p:cNvPr>
              <p:cNvSpPr txBox="1"/>
              <p:nvPr/>
            </p:nvSpPr>
            <p:spPr>
              <a:xfrm>
                <a:off x="12007747" y="7001339"/>
                <a:ext cx="1872023" cy="323802"/>
              </a:xfrm>
              <a:prstGeom prst="rect">
                <a:avLst/>
              </a:prstGeom>
              <a:solidFill>
                <a:schemeClr val="bg1"/>
              </a:solidFill>
              <a:ln>
                <a:solidFill>
                  <a:schemeClr val="tx1"/>
                </a:solidFill>
              </a:ln>
            </p:spPr>
            <p:txBody>
              <a:bodyPr spcFirstLastPara="1" wrap="square" lIns="68569" tIns="34275" rIns="68569" bIns="34275" anchor="t" anchorCtr="0">
                <a:spAutoFit/>
              </a:bodyPr>
              <a:lstStyle/>
              <a:p>
                <a:pPr algn="ctr"/>
                <a:r>
                  <a:rPr lang="zh-CN" altLang="en-US" sz="3600" dirty="0">
                    <a:latin typeface="STKaiti" panose="02010600040101010101" pitchFamily="2" charset="-122"/>
                    <a:ea typeface="STKaiti" panose="02010600040101010101" pitchFamily="2" charset="-122"/>
                  </a:rPr>
                  <a:t>刺激 </a:t>
                </a:r>
                <a:r>
                  <a:rPr lang="en-US" altLang="zh-CN" sz="3600" dirty="0">
                    <a:latin typeface="STKaiti" panose="02010600040101010101" pitchFamily="2" charset="-122"/>
                    <a:ea typeface="STKaiti" panose="02010600040101010101" pitchFamily="2" charset="-122"/>
                  </a:rPr>
                  <a:t>(</a:t>
                </a:r>
                <a:r>
                  <a:rPr lang="en-US" sz="3600" dirty="0">
                    <a:solidFill>
                      <a:schemeClr val="dk1"/>
                    </a:solidFill>
                    <a:latin typeface="STKaiti" panose="02010600040101010101" pitchFamily="2" charset="-122"/>
                    <a:ea typeface="STKaiti" panose="02010600040101010101" pitchFamily="2" charset="-122"/>
                    <a:cs typeface="Calibri" panose="020F0502020204030204" pitchFamily="34" charset="0"/>
                    <a:sym typeface="EB Garamond"/>
                  </a:rPr>
                  <a:t>Stimulus)</a:t>
                </a:r>
                <a:endParaRPr sz="3600" dirty="0">
                  <a:latin typeface="STKaiti" panose="02010600040101010101" pitchFamily="2" charset="-122"/>
                  <a:ea typeface="STKaiti" panose="02010600040101010101" pitchFamily="2" charset="-122"/>
                  <a:cs typeface="Calibri" panose="020F0502020204030204" pitchFamily="34" charset="0"/>
                </a:endParaRPr>
              </a:p>
            </p:txBody>
          </p:sp>
          <p:sp>
            <p:nvSpPr>
              <p:cNvPr id="55" name="Freeform: Shape 54">
                <a:extLst>
                  <a:ext uri="{FF2B5EF4-FFF2-40B4-BE49-F238E27FC236}">
                    <a16:creationId xmlns:a16="http://schemas.microsoft.com/office/drawing/2014/main" id="{4C09BDE2-5DD1-8E8C-2FFF-5F778E192174}"/>
                  </a:ext>
                </a:extLst>
              </p:cNvPr>
              <p:cNvSpPr/>
              <p:nvPr/>
            </p:nvSpPr>
            <p:spPr>
              <a:xfrm rot="10800000">
                <a:off x="11632414" y="4463889"/>
                <a:ext cx="2361555" cy="1695226"/>
              </a:xfrm>
              <a:custGeom>
                <a:avLst/>
                <a:gdLst>
                  <a:gd name="connsiteX0" fmla="*/ 0 w 1288026"/>
                  <a:gd name="connsiteY0" fmla="*/ 1612490 h 1612490"/>
                  <a:gd name="connsiteX1" fmla="*/ 1042219 w 1288026"/>
                  <a:gd name="connsiteY1" fmla="*/ 983225 h 1612490"/>
                  <a:gd name="connsiteX2" fmla="*/ 1288026 w 1288026"/>
                  <a:gd name="connsiteY2" fmla="*/ 0 h 1612490"/>
                  <a:gd name="connsiteX3" fmla="*/ 1288026 w 1288026"/>
                  <a:gd name="connsiteY3" fmla="*/ 0 h 1612490"/>
                  <a:gd name="connsiteX0" fmla="*/ 0 w 1288026"/>
                  <a:gd name="connsiteY0" fmla="*/ 1612490 h 1612490"/>
                  <a:gd name="connsiteX1" fmla="*/ 1068448 w 1288026"/>
                  <a:gd name="connsiteY1" fmla="*/ 1207903 h 1612490"/>
                  <a:gd name="connsiteX2" fmla="*/ 1288026 w 1288026"/>
                  <a:gd name="connsiteY2" fmla="*/ 0 h 1612490"/>
                  <a:gd name="connsiteX3" fmla="*/ 1288026 w 1288026"/>
                  <a:gd name="connsiteY3" fmla="*/ 0 h 1612490"/>
                  <a:gd name="connsiteX0" fmla="*/ 0 w 1288026"/>
                  <a:gd name="connsiteY0" fmla="*/ 1612490 h 1612490"/>
                  <a:gd name="connsiteX1" fmla="*/ 523975 w 1288026"/>
                  <a:gd name="connsiteY1" fmla="*/ 1468801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1461 w 1288026"/>
                  <a:gd name="connsiteY1" fmla="*/ 1500152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068448 w 1288026"/>
                  <a:gd name="connsiteY2" fmla="*/ 120790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0004 w 1288026"/>
                  <a:gd name="connsiteY1" fmla="*/ 151582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554547 w 1288026"/>
                  <a:gd name="connsiteY2" fmla="*/ 1551896 h 1612490"/>
                  <a:gd name="connsiteX3" fmla="*/ 1147195 w 1288026"/>
                  <a:gd name="connsiteY3" fmla="*/ 1245993 h 1612490"/>
                  <a:gd name="connsiteX4" fmla="*/ 1288026 w 1288026"/>
                  <a:gd name="connsiteY4" fmla="*/ 0 h 1612490"/>
                  <a:gd name="connsiteX5" fmla="*/ 1288026 w 1288026"/>
                  <a:gd name="connsiteY5" fmla="*/ 0 h 1612490"/>
                  <a:gd name="connsiteX0" fmla="*/ 0 w 1288026"/>
                  <a:gd name="connsiteY0" fmla="*/ 1612490 h 1612490"/>
                  <a:gd name="connsiteX1" fmla="*/ 542738 w 1288026"/>
                  <a:gd name="connsiteY1" fmla="*/ 1524754 h 1612490"/>
                  <a:gd name="connsiteX2" fmla="*/ 554547 w 1288026"/>
                  <a:gd name="connsiteY2" fmla="*/ 1551896 h 1612490"/>
                  <a:gd name="connsiteX3" fmla="*/ 1147195 w 1288026"/>
                  <a:gd name="connsiteY3" fmla="*/ 1245993 h 1612490"/>
                  <a:gd name="connsiteX4" fmla="*/ 1288026 w 1288026"/>
                  <a:gd name="connsiteY4" fmla="*/ 0 h 1612490"/>
                  <a:gd name="connsiteX5" fmla="*/ 1288026 w 1288026"/>
                  <a:gd name="connsiteY5"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2738 w 1288026"/>
                  <a:gd name="connsiteY1" fmla="*/ 1524754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8207 w 1288026"/>
                  <a:gd name="connsiteY1" fmla="*/ 1542607 h 1612490"/>
                  <a:gd name="connsiteX2" fmla="*/ 1147195 w 1288026"/>
                  <a:gd name="connsiteY2" fmla="*/ 1245993 h 1612490"/>
                  <a:gd name="connsiteX3" fmla="*/ 1288026 w 1288026"/>
                  <a:gd name="connsiteY3" fmla="*/ 0 h 1612490"/>
                  <a:gd name="connsiteX4" fmla="*/ 1288026 w 1288026"/>
                  <a:gd name="connsiteY4" fmla="*/ 0 h 1612490"/>
                  <a:gd name="connsiteX0" fmla="*/ 0 w 1288026"/>
                  <a:gd name="connsiteY0" fmla="*/ 1612490 h 1612490"/>
                  <a:gd name="connsiteX1" fmla="*/ 548207 w 1288026"/>
                  <a:gd name="connsiteY1" fmla="*/ 1542607 h 1612490"/>
                  <a:gd name="connsiteX2" fmla="*/ 1147195 w 1288026"/>
                  <a:gd name="connsiteY2" fmla="*/ 1245993 h 1612490"/>
                  <a:gd name="connsiteX3" fmla="*/ 1288026 w 1288026"/>
                  <a:gd name="connsiteY3" fmla="*/ 0 h 1612490"/>
                  <a:gd name="connsiteX4" fmla="*/ 1288026 w 1288026"/>
                  <a:gd name="connsiteY4" fmla="*/ 0 h 1612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026" h="1612490">
                    <a:moveTo>
                      <a:pt x="0" y="1612490"/>
                    </a:moveTo>
                    <a:cubicBezTo>
                      <a:pt x="87329" y="1588542"/>
                      <a:pt x="351728" y="1566420"/>
                      <a:pt x="548207" y="1542607"/>
                    </a:cubicBezTo>
                    <a:cubicBezTo>
                      <a:pt x="769484" y="1508307"/>
                      <a:pt x="1023892" y="1503094"/>
                      <a:pt x="1147195" y="1245993"/>
                    </a:cubicBezTo>
                    <a:cubicBezTo>
                      <a:pt x="1270498" y="988892"/>
                      <a:pt x="1288026" y="0"/>
                      <a:pt x="1288026" y="0"/>
                    </a:cubicBezTo>
                    <a:lnTo>
                      <a:pt x="1288026" y="0"/>
                    </a:lnTo>
                  </a:path>
                </a:pathLst>
              </a:custGeom>
              <a:noFill/>
              <a:ln w="76200">
                <a:solidFill>
                  <a:srgbClr val="FAA514"/>
                </a:solidFill>
                <a:headEnd type="non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alibri" panose="020F0502020204030204" pitchFamily="34" charset="0"/>
                  <a:ea typeface="Calibri" panose="020F0502020204030204" pitchFamily="34" charset="0"/>
                  <a:cs typeface="Calibri" panose="020F0502020204030204" pitchFamily="34" charset="0"/>
                </a:endParaRPr>
              </a:p>
            </p:txBody>
          </p:sp>
          <p:grpSp>
            <p:nvGrpSpPr>
              <p:cNvPr id="56" name="Group 55">
                <a:extLst>
                  <a:ext uri="{FF2B5EF4-FFF2-40B4-BE49-F238E27FC236}">
                    <a16:creationId xmlns:a16="http://schemas.microsoft.com/office/drawing/2014/main" id="{0FF5333D-C361-7315-67A2-48276D992E9C}"/>
                  </a:ext>
                </a:extLst>
              </p:cNvPr>
              <p:cNvGrpSpPr/>
              <p:nvPr/>
            </p:nvGrpSpPr>
            <p:grpSpPr>
              <a:xfrm>
                <a:off x="14268809" y="5098751"/>
                <a:ext cx="327236" cy="1411432"/>
                <a:chOff x="4203691" y="4546456"/>
                <a:chExt cx="327236" cy="1411432"/>
              </a:xfrm>
            </p:grpSpPr>
            <p:sp>
              <p:nvSpPr>
                <p:cNvPr id="66" name="Google Shape;259;p4">
                  <a:extLst>
                    <a:ext uri="{FF2B5EF4-FFF2-40B4-BE49-F238E27FC236}">
                      <a16:creationId xmlns:a16="http://schemas.microsoft.com/office/drawing/2014/main" id="{A5160A53-87D7-4856-9F8B-8AF971147DB1}"/>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67" name="Google Shape;260;p4">
                  <a:extLst>
                    <a:ext uri="{FF2B5EF4-FFF2-40B4-BE49-F238E27FC236}">
                      <a16:creationId xmlns:a16="http://schemas.microsoft.com/office/drawing/2014/main" id="{EC3C2C54-D24E-8E95-4119-A82DCF6935FA}"/>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sp>
            <p:nvSpPr>
              <p:cNvPr id="57" name="Google Shape;280;p4">
                <a:extLst>
                  <a:ext uri="{FF2B5EF4-FFF2-40B4-BE49-F238E27FC236}">
                    <a16:creationId xmlns:a16="http://schemas.microsoft.com/office/drawing/2014/main" id="{35D27695-6E9C-0E35-986E-7D096CD73474}"/>
                  </a:ext>
                </a:extLst>
              </p:cNvPr>
              <p:cNvSpPr txBox="1"/>
              <p:nvPr/>
            </p:nvSpPr>
            <p:spPr>
              <a:xfrm>
                <a:off x="13401492" y="4264074"/>
                <a:ext cx="2013234" cy="323802"/>
              </a:xfrm>
              <a:prstGeom prst="rect">
                <a:avLst/>
              </a:prstGeom>
              <a:solidFill>
                <a:schemeClr val="bg1"/>
              </a:solidFill>
              <a:ln>
                <a:solidFill>
                  <a:schemeClr val="tx1"/>
                </a:solidFill>
              </a:ln>
            </p:spPr>
            <p:txBody>
              <a:bodyPr spcFirstLastPara="1" wrap="square" lIns="68569" tIns="34275" rIns="68569" bIns="34275" anchor="t" anchorCtr="0">
                <a:spAutoFit/>
              </a:bodyPr>
              <a:lstStyle/>
              <a:p>
                <a:pPr algn="ctr"/>
                <a:r>
                  <a:rPr lang="zh-CN" altLang="en-US" sz="3600" dirty="0">
                    <a:latin typeface="STKaiti" panose="02010600040101010101" pitchFamily="2" charset="-122"/>
                    <a:ea typeface="STKaiti" panose="02010600040101010101" pitchFamily="2" charset="-122"/>
                  </a:rPr>
                  <a:t>预测 </a:t>
                </a:r>
                <a:r>
                  <a:rPr lang="en-US" altLang="zh-CN" sz="3600" dirty="0">
                    <a:latin typeface="STKaiti" panose="02010600040101010101" pitchFamily="2" charset="-122"/>
                    <a:ea typeface="STKaiti" panose="02010600040101010101" pitchFamily="2" charset="-122"/>
                  </a:rPr>
                  <a:t>(</a:t>
                </a:r>
                <a:r>
                  <a:rPr lang="en-US" sz="3600" dirty="0">
                    <a:solidFill>
                      <a:schemeClr val="dk1"/>
                    </a:solidFill>
                    <a:latin typeface="STKaiti" panose="02010600040101010101" pitchFamily="2" charset="-122"/>
                    <a:ea typeface="STKaiti" panose="02010600040101010101" pitchFamily="2" charset="-122"/>
                    <a:cs typeface="Calibri" panose="020F0502020204030204" pitchFamily="34" charset="0"/>
                    <a:sym typeface="EB Garamond"/>
                  </a:rPr>
                  <a:t>Prediction)</a:t>
                </a:r>
                <a:endParaRPr sz="3600" dirty="0">
                  <a:latin typeface="STKaiti" panose="02010600040101010101" pitchFamily="2" charset="-122"/>
                  <a:ea typeface="STKaiti" panose="02010600040101010101" pitchFamily="2" charset="-122"/>
                  <a:cs typeface="Calibri" panose="020F0502020204030204" pitchFamily="34" charset="0"/>
                </a:endParaRPr>
              </a:p>
            </p:txBody>
          </p:sp>
          <p:grpSp>
            <p:nvGrpSpPr>
              <p:cNvPr id="58" name="Group 57">
                <a:extLst>
                  <a:ext uri="{FF2B5EF4-FFF2-40B4-BE49-F238E27FC236}">
                    <a16:creationId xmlns:a16="http://schemas.microsoft.com/office/drawing/2014/main" id="{3B6D2999-1B61-3BC5-E80F-2AB352330D61}"/>
                  </a:ext>
                </a:extLst>
              </p:cNvPr>
              <p:cNvGrpSpPr/>
              <p:nvPr/>
            </p:nvGrpSpPr>
            <p:grpSpPr>
              <a:xfrm>
                <a:off x="13300140" y="5098751"/>
                <a:ext cx="327236" cy="1411432"/>
                <a:chOff x="4203691" y="4546456"/>
                <a:chExt cx="327236" cy="1411432"/>
              </a:xfrm>
            </p:grpSpPr>
            <p:sp>
              <p:nvSpPr>
                <p:cNvPr id="64" name="Google Shape;259;p4">
                  <a:extLst>
                    <a:ext uri="{FF2B5EF4-FFF2-40B4-BE49-F238E27FC236}">
                      <a16:creationId xmlns:a16="http://schemas.microsoft.com/office/drawing/2014/main" id="{E2C3CBA0-C1CF-CB73-76B0-A4B5B054AE80}"/>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65" name="Google Shape;260;p4">
                  <a:extLst>
                    <a:ext uri="{FF2B5EF4-FFF2-40B4-BE49-F238E27FC236}">
                      <a16:creationId xmlns:a16="http://schemas.microsoft.com/office/drawing/2014/main" id="{34ABCF42-8C06-A5FD-5E4C-6CBBD3F0D408}"/>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grpSp>
            <p:nvGrpSpPr>
              <p:cNvPr id="59" name="Group 58">
                <a:extLst>
                  <a:ext uri="{FF2B5EF4-FFF2-40B4-BE49-F238E27FC236}">
                    <a16:creationId xmlns:a16="http://schemas.microsoft.com/office/drawing/2014/main" id="{54ED0A05-FCD4-FE55-8166-27CCA87CE262}"/>
                  </a:ext>
                </a:extLst>
              </p:cNvPr>
              <p:cNvGrpSpPr/>
              <p:nvPr/>
            </p:nvGrpSpPr>
            <p:grpSpPr>
              <a:xfrm>
                <a:off x="12331470" y="5098751"/>
                <a:ext cx="327236" cy="1411432"/>
                <a:chOff x="4203691" y="4546456"/>
                <a:chExt cx="327236" cy="1411432"/>
              </a:xfrm>
            </p:grpSpPr>
            <p:sp>
              <p:nvSpPr>
                <p:cNvPr id="62" name="Google Shape;259;p4">
                  <a:extLst>
                    <a:ext uri="{FF2B5EF4-FFF2-40B4-BE49-F238E27FC236}">
                      <a16:creationId xmlns:a16="http://schemas.microsoft.com/office/drawing/2014/main" id="{308FAF56-F2DF-CDD1-BD89-911F4D790295}"/>
                    </a:ext>
                  </a:extLst>
                </p:cNvPr>
                <p:cNvSpPr/>
                <p:nvPr/>
              </p:nvSpPr>
              <p:spPr>
                <a:xfrm>
                  <a:off x="4203691" y="5524640"/>
                  <a:ext cx="327236" cy="433248"/>
                </a:xfrm>
                <a:prstGeom prst="triangle">
                  <a:avLst>
                    <a:gd name="adj" fmla="val 50000"/>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sp>
              <p:nvSpPr>
                <p:cNvPr id="63" name="Google Shape;260;p4">
                  <a:extLst>
                    <a:ext uri="{FF2B5EF4-FFF2-40B4-BE49-F238E27FC236}">
                      <a16:creationId xmlns:a16="http://schemas.microsoft.com/office/drawing/2014/main" id="{5546A750-7B1E-ADA3-4745-9105DA84FAB7}"/>
                    </a:ext>
                  </a:extLst>
                </p:cNvPr>
                <p:cNvSpPr/>
                <p:nvPr/>
              </p:nvSpPr>
              <p:spPr>
                <a:xfrm>
                  <a:off x="4314572" y="4546456"/>
                  <a:ext cx="105474" cy="933794"/>
                </a:xfrm>
                <a:prstGeom prst="rect">
                  <a:avLst/>
                </a:prstGeom>
                <a:solidFill>
                  <a:schemeClr val="bg1">
                    <a:alpha val="80000"/>
                  </a:schemeClr>
                </a:solidFill>
                <a:ln w="50800" cap="flat" cmpd="sng">
                  <a:solidFill>
                    <a:schemeClr val="dk1"/>
                  </a:solidFill>
                  <a:prstDash val="solid"/>
                  <a:miter lim="800000"/>
                  <a:headEnd type="none" w="sm" len="sm"/>
                  <a:tailEnd type="none" w="sm" len="sm"/>
                </a:ln>
              </p:spPr>
              <p:txBody>
                <a:bodyPr spcFirstLastPara="1" wrap="square" lIns="68569" tIns="34275" rIns="68569" bIns="34275" anchor="ctr" anchorCtr="0">
                  <a:noAutofit/>
                </a:bodyPr>
                <a:lstStyle/>
                <a:p>
                  <a:pPr algn="ct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EB Garamond"/>
                  </a:endParaRPr>
                </a:p>
              </p:txBody>
            </p:sp>
          </p:grpSp>
          <p:sp>
            <p:nvSpPr>
              <p:cNvPr id="60" name="Oval 59">
                <a:extLst>
                  <a:ext uri="{FF2B5EF4-FFF2-40B4-BE49-F238E27FC236}">
                    <a16:creationId xmlns:a16="http://schemas.microsoft.com/office/drawing/2014/main" id="{7791F3D5-F800-5866-22CF-205C511A4D0F}"/>
                  </a:ext>
                </a:extLst>
              </p:cNvPr>
              <p:cNvSpPr/>
              <p:nvPr/>
            </p:nvSpPr>
            <p:spPr>
              <a:xfrm>
                <a:off x="11383834" y="6218126"/>
                <a:ext cx="407365"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alibri" panose="020F0502020204030204" pitchFamily="34" charset="0"/>
                  <a:ea typeface="Calibri" panose="020F0502020204030204" pitchFamily="34" charset="0"/>
                  <a:cs typeface="Calibri" panose="020F0502020204030204" pitchFamily="34" charset="0"/>
                </a:endParaRPr>
              </a:p>
            </p:txBody>
          </p:sp>
          <p:sp>
            <p:nvSpPr>
              <p:cNvPr id="61" name="Oval 60">
                <a:extLst>
                  <a:ext uri="{FF2B5EF4-FFF2-40B4-BE49-F238E27FC236}">
                    <a16:creationId xmlns:a16="http://schemas.microsoft.com/office/drawing/2014/main" id="{746C5FDD-960F-9163-E904-44F7E420A837}"/>
                  </a:ext>
                </a:extLst>
              </p:cNvPr>
              <p:cNvSpPr/>
              <p:nvPr/>
            </p:nvSpPr>
            <p:spPr>
              <a:xfrm>
                <a:off x="15058047" y="5439595"/>
                <a:ext cx="370399"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Calibri" panose="020F0502020204030204" pitchFamily="34" charset="0"/>
                  <a:ea typeface="Calibri" panose="020F0502020204030204" pitchFamily="34" charset="0"/>
                  <a:cs typeface="Calibri" panose="020F0502020204030204" pitchFamily="34" charset="0"/>
                </a:endParaRPr>
              </a:p>
            </p:txBody>
          </p:sp>
        </p:grpSp>
        <p:sp>
          <p:nvSpPr>
            <p:cNvPr id="39" name="TextBox 38">
              <a:extLst>
                <a:ext uri="{FF2B5EF4-FFF2-40B4-BE49-F238E27FC236}">
                  <a16:creationId xmlns:a16="http://schemas.microsoft.com/office/drawing/2014/main" id="{A2219983-B6CB-A051-B3A4-55CB55C1DD6C}"/>
                </a:ext>
              </a:extLst>
            </p:cNvPr>
            <p:cNvSpPr txBox="1"/>
            <p:nvPr/>
          </p:nvSpPr>
          <p:spPr>
            <a:xfrm>
              <a:off x="1314289" y="4478758"/>
              <a:ext cx="562440" cy="302008"/>
            </a:xfrm>
            <a:prstGeom prst="rect">
              <a:avLst/>
            </a:prstGeom>
            <a:noFill/>
          </p:spPr>
          <p:txBody>
            <a:bodyPr wrap="square">
              <a:spAutoFit/>
            </a:bodyPr>
            <a:lstStyle/>
            <a:p>
              <a:r>
                <a:rPr lang="en-US" sz="3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pPE</a:t>
              </a:r>
              <a:endParaRPr lang="en-US" sz="3600" dirty="0"/>
            </a:p>
          </p:txBody>
        </p:sp>
        <p:sp>
          <p:nvSpPr>
            <p:cNvPr id="40" name="TextBox 39">
              <a:extLst>
                <a:ext uri="{FF2B5EF4-FFF2-40B4-BE49-F238E27FC236}">
                  <a16:creationId xmlns:a16="http://schemas.microsoft.com/office/drawing/2014/main" id="{46FC6221-9A96-A2CF-D605-670BEEE4CB7A}"/>
                </a:ext>
              </a:extLst>
            </p:cNvPr>
            <p:cNvSpPr txBox="1"/>
            <p:nvPr/>
          </p:nvSpPr>
          <p:spPr>
            <a:xfrm>
              <a:off x="3665972" y="4478758"/>
              <a:ext cx="562440" cy="302008"/>
            </a:xfrm>
            <a:prstGeom prst="rect">
              <a:avLst/>
            </a:prstGeom>
            <a:noFill/>
          </p:spPr>
          <p:txBody>
            <a:bodyPr wrap="square">
              <a:spAutoFit/>
            </a:bodyPr>
            <a:lstStyle/>
            <a:p>
              <a:r>
                <a:rPr lang="en-US" sz="3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nPE</a:t>
              </a:r>
              <a:endParaRPr lang="en-US" sz="3600" dirty="0"/>
            </a:p>
          </p:txBody>
        </p:sp>
      </p:grpSp>
      <p:sp>
        <p:nvSpPr>
          <p:cNvPr id="68" name="TextBox 67">
            <a:extLst>
              <a:ext uri="{FF2B5EF4-FFF2-40B4-BE49-F238E27FC236}">
                <a16:creationId xmlns:a16="http://schemas.microsoft.com/office/drawing/2014/main" id="{2B01FF8C-FB60-322B-2CF1-AAE2837B7501}"/>
              </a:ext>
            </a:extLst>
          </p:cNvPr>
          <p:cNvSpPr txBox="1"/>
          <p:nvPr/>
        </p:nvSpPr>
        <p:spPr>
          <a:xfrm>
            <a:off x="20669655" y="23955346"/>
            <a:ext cx="664731" cy="817944"/>
          </a:xfrm>
          <a:prstGeom prst="rect">
            <a:avLst/>
          </a:prstGeom>
          <a:noFill/>
        </p:spPr>
        <p:txBody>
          <a:bodyPr wrap="square" rtlCol="0">
            <a:spAutoFit/>
          </a:bodyPr>
          <a:lstStyle/>
          <a:p>
            <a:r>
              <a:rPr lang="en-US" sz="4000" b="1" dirty="0"/>
              <a:t>*</a:t>
            </a:r>
          </a:p>
        </p:txBody>
      </p:sp>
      <p:sp>
        <p:nvSpPr>
          <p:cNvPr id="69" name="TextBox 68">
            <a:extLst>
              <a:ext uri="{FF2B5EF4-FFF2-40B4-BE49-F238E27FC236}">
                <a16:creationId xmlns:a16="http://schemas.microsoft.com/office/drawing/2014/main" id="{001511BF-4275-A13F-1468-7E001E71E5E9}"/>
              </a:ext>
            </a:extLst>
          </p:cNvPr>
          <p:cNvSpPr txBox="1"/>
          <p:nvPr/>
        </p:nvSpPr>
        <p:spPr>
          <a:xfrm>
            <a:off x="18895595" y="24145281"/>
            <a:ext cx="664731" cy="817944"/>
          </a:xfrm>
          <a:prstGeom prst="rect">
            <a:avLst/>
          </a:prstGeom>
          <a:noFill/>
        </p:spPr>
        <p:txBody>
          <a:bodyPr wrap="square" rtlCol="0">
            <a:spAutoFit/>
          </a:bodyPr>
          <a:lstStyle/>
          <a:p>
            <a:r>
              <a:rPr lang="en-US" sz="4000" b="1" dirty="0"/>
              <a:t>*</a:t>
            </a:r>
          </a:p>
        </p:txBody>
      </p:sp>
      <p:sp>
        <p:nvSpPr>
          <p:cNvPr id="70" name="TextBox 69">
            <a:extLst>
              <a:ext uri="{FF2B5EF4-FFF2-40B4-BE49-F238E27FC236}">
                <a16:creationId xmlns:a16="http://schemas.microsoft.com/office/drawing/2014/main" id="{40650DD7-DDC9-01DA-1E61-E85FE48FA70A}"/>
              </a:ext>
            </a:extLst>
          </p:cNvPr>
          <p:cNvSpPr txBox="1"/>
          <p:nvPr/>
        </p:nvSpPr>
        <p:spPr>
          <a:xfrm>
            <a:off x="16663372" y="24721781"/>
            <a:ext cx="664731" cy="817944"/>
          </a:xfrm>
          <a:prstGeom prst="rect">
            <a:avLst/>
          </a:prstGeom>
          <a:noFill/>
        </p:spPr>
        <p:txBody>
          <a:bodyPr wrap="square" rtlCol="0">
            <a:spAutoFit/>
          </a:bodyPr>
          <a:lstStyle/>
          <a:p>
            <a:r>
              <a:rPr lang="en-US" sz="4000" b="1" dirty="0"/>
              <a:t>*</a:t>
            </a:r>
          </a:p>
        </p:txBody>
      </p:sp>
      <p:sp>
        <p:nvSpPr>
          <p:cNvPr id="71" name="TextBox 70">
            <a:extLst>
              <a:ext uri="{FF2B5EF4-FFF2-40B4-BE49-F238E27FC236}">
                <a16:creationId xmlns:a16="http://schemas.microsoft.com/office/drawing/2014/main" id="{67A78611-2C58-BD11-EF40-B976AFF1C4BE}"/>
              </a:ext>
            </a:extLst>
          </p:cNvPr>
          <p:cNvSpPr txBox="1"/>
          <p:nvPr/>
        </p:nvSpPr>
        <p:spPr>
          <a:xfrm>
            <a:off x="14678414" y="25878662"/>
            <a:ext cx="664731" cy="817944"/>
          </a:xfrm>
          <a:prstGeom prst="rect">
            <a:avLst/>
          </a:prstGeom>
          <a:noFill/>
        </p:spPr>
        <p:txBody>
          <a:bodyPr wrap="square" rtlCol="0">
            <a:spAutoFit/>
          </a:bodyPr>
          <a:lstStyle/>
          <a:p>
            <a:r>
              <a:rPr lang="en-US" sz="4000" b="1" dirty="0"/>
              <a:t>*</a:t>
            </a:r>
          </a:p>
        </p:txBody>
      </p:sp>
      <p:sp>
        <p:nvSpPr>
          <p:cNvPr id="72" name="TextBox 71">
            <a:extLst>
              <a:ext uri="{FF2B5EF4-FFF2-40B4-BE49-F238E27FC236}">
                <a16:creationId xmlns:a16="http://schemas.microsoft.com/office/drawing/2014/main" id="{06723D79-2C4F-72E0-DF6F-0E9879D1A3BE}"/>
              </a:ext>
            </a:extLst>
          </p:cNvPr>
          <p:cNvSpPr txBox="1"/>
          <p:nvPr/>
        </p:nvSpPr>
        <p:spPr>
          <a:xfrm>
            <a:off x="16543350" y="26008164"/>
            <a:ext cx="664731" cy="817944"/>
          </a:xfrm>
          <a:prstGeom prst="rect">
            <a:avLst/>
          </a:prstGeom>
          <a:noFill/>
        </p:spPr>
        <p:txBody>
          <a:bodyPr wrap="square" rtlCol="0">
            <a:spAutoFit/>
          </a:bodyPr>
          <a:lstStyle/>
          <a:p>
            <a:r>
              <a:rPr lang="en-US" sz="4000" b="1" dirty="0"/>
              <a:t>*</a:t>
            </a:r>
          </a:p>
        </p:txBody>
      </p:sp>
      <p:sp>
        <p:nvSpPr>
          <p:cNvPr id="73" name="TextBox 72">
            <a:extLst>
              <a:ext uri="{FF2B5EF4-FFF2-40B4-BE49-F238E27FC236}">
                <a16:creationId xmlns:a16="http://schemas.microsoft.com/office/drawing/2014/main" id="{51D8DB1A-F408-EBE6-8724-9B517AE49E92}"/>
              </a:ext>
            </a:extLst>
          </p:cNvPr>
          <p:cNvSpPr txBox="1"/>
          <p:nvPr/>
        </p:nvSpPr>
        <p:spPr>
          <a:xfrm>
            <a:off x="18694491" y="26158620"/>
            <a:ext cx="664731" cy="817944"/>
          </a:xfrm>
          <a:prstGeom prst="rect">
            <a:avLst/>
          </a:prstGeom>
          <a:noFill/>
        </p:spPr>
        <p:txBody>
          <a:bodyPr wrap="square" rtlCol="0">
            <a:spAutoFit/>
          </a:bodyPr>
          <a:lstStyle/>
          <a:p>
            <a:r>
              <a:rPr lang="en-US" sz="4000" b="1" dirty="0"/>
              <a:t>*</a:t>
            </a:r>
          </a:p>
        </p:txBody>
      </p:sp>
      <p:sp>
        <p:nvSpPr>
          <p:cNvPr id="76" name="Title 1">
            <a:extLst>
              <a:ext uri="{FF2B5EF4-FFF2-40B4-BE49-F238E27FC236}">
                <a16:creationId xmlns:a16="http://schemas.microsoft.com/office/drawing/2014/main" id="{E6D12E82-C967-0E0D-0684-F3A032D08794}"/>
              </a:ext>
            </a:extLst>
          </p:cNvPr>
          <p:cNvSpPr txBox="1">
            <a:spLocks/>
          </p:cNvSpPr>
          <p:nvPr/>
        </p:nvSpPr>
        <p:spPr>
          <a:xfrm>
            <a:off x="13703436" y="12908159"/>
            <a:ext cx="6622123" cy="7102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5400" b="1" dirty="0">
                <a:latin typeface="STKaiti" panose="02010600040101010101" pitchFamily="2" charset="-122"/>
                <a:ea typeface="STKaiti" panose="02010600040101010101" pitchFamily="2" charset="-122"/>
                <a:cs typeface="Times New Roman" panose="02020603050405020304" pitchFamily="18" charset="0"/>
              </a:rPr>
              <a:t>意料之中，反应减小</a:t>
            </a:r>
            <a:endParaRPr lang="en-US" sz="54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78" name="Google Shape;280;p4">
            <a:extLst>
              <a:ext uri="{FF2B5EF4-FFF2-40B4-BE49-F238E27FC236}">
                <a16:creationId xmlns:a16="http://schemas.microsoft.com/office/drawing/2014/main" id="{A7C3445B-04A7-621B-ABF3-FAA766990C7C}"/>
              </a:ext>
            </a:extLst>
          </p:cNvPr>
          <p:cNvSpPr txBox="1"/>
          <p:nvPr/>
        </p:nvSpPr>
        <p:spPr>
          <a:xfrm>
            <a:off x="14678414" y="19098154"/>
            <a:ext cx="4432604" cy="746328"/>
          </a:xfrm>
          <a:prstGeom prst="rect">
            <a:avLst/>
          </a:prstGeom>
          <a:solidFill>
            <a:schemeClr val="bg1"/>
          </a:solidFill>
          <a:ln>
            <a:noFill/>
          </a:ln>
        </p:spPr>
        <p:txBody>
          <a:bodyPr spcFirstLastPara="1" wrap="square" lIns="68569" tIns="34275" rIns="68569" bIns="34275" anchor="t" anchorCtr="0">
            <a:spAutoFit/>
          </a:bodyPr>
          <a:lstStyle/>
          <a:p>
            <a:pPr algn="ctr"/>
            <a:r>
              <a:rPr lang="en-US"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sym typeface="EB Garamond"/>
              </a:rPr>
              <a:t>Error</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sym typeface="EB Garamond"/>
              </a:rPr>
              <a:t>pPE</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sym typeface="EB Garamond"/>
              </a:rPr>
              <a:t>nPE</a:t>
            </a:r>
            <a:endParaRPr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80" name="Google Shape;280;p4">
            <a:extLst>
              <a:ext uri="{FF2B5EF4-FFF2-40B4-BE49-F238E27FC236}">
                <a16:creationId xmlns:a16="http://schemas.microsoft.com/office/drawing/2014/main" id="{5EB9FE35-7AA6-0465-5895-F64CB3E83CBC}"/>
              </a:ext>
            </a:extLst>
          </p:cNvPr>
          <p:cNvSpPr txBox="1"/>
          <p:nvPr/>
        </p:nvSpPr>
        <p:spPr>
          <a:xfrm>
            <a:off x="22081337" y="19098154"/>
            <a:ext cx="4432604" cy="746328"/>
          </a:xfrm>
          <a:prstGeom prst="rect">
            <a:avLst/>
          </a:prstGeom>
          <a:solidFill>
            <a:schemeClr val="bg1"/>
          </a:solidFill>
          <a:ln>
            <a:noFill/>
          </a:ln>
        </p:spPr>
        <p:txBody>
          <a:bodyPr spcFirstLastPara="1" wrap="square" lIns="68569" tIns="34275" rIns="68569" bIns="34275" anchor="t" anchorCtr="0">
            <a:spAutoFit/>
          </a:bodyPr>
          <a:lstStyle/>
          <a:p>
            <a:pPr algn="ctr"/>
            <a:r>
              <a:rPr lang="en-US" sz="4400" b="1" dirty="0">
                <a:latin typeface="Calibri" panose="020F0502020204030204" pitchFamily="34" charset="0"/>
                <a:ea typeface="Calibri" panose="020F0502020204030204" pitchFamily="34" charset="0"/>
                <a:cs typeface="Calibri" panose="020F0502020204030204" pitchFamily="34" charset="0"/>
                <a:sym typeface="EB Garamond"/>
              </a:rPr>
              <a:t>Error</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latin typeface="Calibri" panose="020F0502020204030204" pitchFamily="34" charset="0"/>
                <a:ea typeface="Calibri" panose="020F0502020204030204" pitchFamily="34" charset="0"/>
                <a:cs typeface="Calibri" panose="020F0502020204030204" pitchFamily="34" charset="0"/>
                <a:sym typeface="EB Garamond"/>
              </a:rPr>
              <a:t>pPE</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sym typeface="EB Garamond"/>
              </a:rPr>
              <a:t>nPE</a:t>
            </a:r>
            <a:endParaRPr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81" name="Google Shape;280;p4">
            <a:extLst>
              <a:ext uri="{FF2B5EF4-FFF2-40B4-BE49-F238E27FC236}">
                <a16:creationId xmlns:a16="http://schemas.microsoft.com/office/drawing/2014/main" id="{B94E1A01-7FCC-DA9F-4A69-D4CEAED5BA2E}"/>
              </a:ext>
            </a:extLst>
          </p:cNvPr>
          <p:cNvSpPr txBox="1"/>
          <p:nvPr/>
        </p:nvSpPr>
        <p:spPr>
          <a:xfrm>
            <a:off x="27774800" y="19098154"/>
            <a:ext cx="4432604" cy="746328"/>
          </a:xfrm>
          <a:prstGeom prst="rect">
            <a:avLst/>
          </a:prstGeom>
          <a:solidFill>
            <a:schemeClr val="bg1"/>
          </a:solidFill>
          <a:ln>
            <a:noFill/>
          </a:ln>
        </p:spPr>
        <p:txBody>
          <a:bodyPr spcFirstLastPara="1" wrap="square" lIns="68569" tIns="34275" rIns="68569" bIns="34275" anchor="t" anchorCtr="0">
            <a:spAutoFit/>
          </a:bodyPr>
          <a:lstStyle/>
          <a:p>
            <a:pPr algn="ctr"/>
            <a:r>
              <a:rPr lang="en-US" sz="4400" b="1" dirty="0">
                <a:latin typeface="Calibri" panose="020F0502020204030204" pitchFamily="34" charset="0"/>
                <a:ea typeface="Calibri" panose="020F0502020204030204" pitchFamily="34" charset="0"/>
                <a:cs typeface="Calibri" panose="020F0502020204030204" pitchFamily="34" charset="0"/>
                <a:sym typeface="EB Garamond"/>
              </a:rPr>
              <a:t>Error</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sym typeface="EB Garamond"/>
              </a:rPr>
              <a:t>pPE</a:t>
            </a:r>
            <a:r>
              <a:rPr lang="en-US" sz="4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EB Garamond"/>
              </a:rPr>
              <a:t> + </a:t>
            </a:r>
            <a:r>
              <a:rPr lang="en-US" sz="4400" b="1" dirty="0">
                <a:latin typeface="Calibri" panose="020F0502020204030204" pitchFamily="34" charset="0"/>
                <a:ea typeface="Calibri" panose="020F0502020204030204" pitchFamily="34" charset="0"/>
                <a:cs typeface="Calibri" panose="020F0502020204030204" pitchFamily="34" charset="0"/>
                <a:sym typeface="EB Garamond"/>
              </a:rPr>
              <a:t>nPE</a:t>
            </a:r>
            <a:endParaRPr sz="44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119" name="Group 118">
            <a:extLst>
              <a:ext uri="{FF2B5EF4-FFF2-40B4-BE49-F238E27FC236}">
                <a16:creationId xmlns:a16="http://schemas.microsoft.com/office/drawing/2014/main" id="{91782048-A389-023D-695E-06176DED7E25}"/>
              </a:ext>
            </a:extLst>
          </p:cNvPr>
          <p:cNvGrpSpPr/>
          <p:nvPr/>
        </p:nvGrpSpPr>
        <p:grpSpPr>
          <a:xfrm>
            <a:off x="14522687" y="14876684"/>
            <a:ext cx="4883489" cy="3972848"/>
            <a:chOff x="14522687" y="14876684"/>
            <a:chExt cx="4883489" cy="3972848"/>
          </a:xfrm>
        </p:grpSpPr>
        <p:grpSp>
          <p:nvGrpSpPr>
            <p:cNvPr id="83" name="Graphic 7">
              <a:extLst>
                <a:ext uri="{FF2B5EF4-FFF2-40B4-BE49-F238E27FC236}">
                  <a16:creationId xmlns:a16="http://schemas.microsoft.com/office/drawing/2014/main" id="{A48C1304-6EFE-97C3-2391-78D173BE9A19}"/>
                </a:ext>
              </a:extLst>
            </p:cNvPr>
            <p:cNvGrpSpPr/>
            <p:nvPr/>
          </p:nvGrpSpPr>
          <p:grpSpPr>
            <a:xfrm>
              <a:off x="15358222" y="16314656"/>
              <a:ext cx="969708" cy="969329"/>
              <a:chOff x="7377901" y="2293354"/>
              <a:chExt cx="524368" cy="524163"/>
            </a:xfrm>
            <a:solidFill>
              <a:srgbClr val="000000"/>
            </a:solidFill>
          </p:grpSpPr>
          <p:sp>
            <p:nvSpPr>
              <p:cNvPr id="84" name="Freeform: Shape 83">
                <a:extLst>
                  <a:ext uri="{FF2B5EF4-FFF2-40B4-BE49-F238E27FC236}">
                    <a16:creationId xmlns:a16="http://schemas.microsoft.com/office/drawing/2014/main" id="{F9C4E175-417E-4884-4FF4-CBA1B11BA941}"/>
                  </a:ext>
                </a:extLst>
              </p:cNvPr>
              <p:cNvSpPr/>
              <p:nvPr/>
            </p:nvSpPr>
            <p:spPr>
              <a:xfrm flipV="1">
                <a:off x="7529434" y="2293354"/>
                <a:ext cx="24917" cy="79072"/>
              </a:xfrm>
              <a:custGeom>
                <a:avLst/>
                <a:gdLst>
                  <a:gd name="connsiteX0" fmla="*/ 4012 w 24917"/>
                  <a:gd name="connsiteY0" fmla="*/ 68241 h 79072"/>
                  <a:gd name="connsiteX1" fmla="*/ -3846 w 24917"/>
                  <a:gd name="connsiteY1" fmla="*/ 59740 h 79072"/>
                  <a:gd name="connsiteX2" fmla="*/ -4061 w 24917"/>
                  <a:gd name="connsiteY2" fmla="*/ 27522 h 79072"/>
                  <a:gd name="connsiteX3" fmla="*/ -3846 w 24917"/>
                  <a:gd name="connsiteY3" fmla="*/ -2482 h 79072"/>
                  <a:gd name="connsiteX4" fmla="*/ -2132 w 24917"/>
                  <a:gd name="connsiteY4" fmla="*/ -4911 h 79072"/>
                  <a:gd name="connsiteX5" fmla="*/ 19228 w 24917"/>
                  <a:gd name="connsiteY5" fmla="*/ -3553 h 79072"/>
                  <a:gd name="connsiteX6" fmla="*/ 20800 w 24917"/>
                  <a:gd name="connsiteY6" fmla="*/ 29522 h 79072"/>
                  <a:gd name="connsiteX7" fmla="*/ 19442 w 24917"/>
                  <a:gd name="connsiteY7" fmla="*/ 62026 h 79072"/>
                  <a:gd name="connsiteX8" fmla="*/ 12442 w 24917"/>
                  <a:gd name="connsiteY8" fmla="*/ 68313 h 79072"/>
                  <a:gd name="connsiteX9" fmla="*/ 4012 w 24917"/>
                  <a:gd name="connsiteY9" fmla="*/ 68241 h 7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17" h="79072">
                    <a:moveTo>
                      <a:pt x="4012" y="68241"/>
                    </a:moveTo>
                    <a:cubicBezTo>
                      <a:pt x="583" y="67027"/>
                      <a:pt x="-3275" y="62812"/>
                      <a:pt x="-3846" y="59740"/>
                    </a:cubicBezTo>
                    <a:cubicBezTo>
                      <a:pt x="-4061" y="58526"/>
                      <a:pt x="-4203" y="44024"/>
                      <a:pt x="-4061" y="27522"/>
                    </a:cubicBezTo>
                    <a:lnTo>
                      <a:pt x="-3846" y="-2482"/>
                    </a:lnTo>
                    <a:lnTo>
                      <a:pt x="-2132" y="-4911"/>
                    </a:lnTo>
                    <a:cubicBezTo>
                      <a:pt x="3012" y="-12054"/>
                      <a:pt x="15299" y="-11340"/>
                      <a:pt x="19228" y="-3553"/>
                    </a:cubicBezTo>
                    <a:cubicBezTo>
                      <a:pt x="20800" y="-410"/>
                      <a:pt x="20800" y="-53"/>
                      <a:pt x="20800" y="29522"/>
                    </a:cubicBezTo>
                    <a:cubicBezTo>
                      <a:pt x="20800" y="57383"/>
                      <a:pt x="20728" y="59526"/>
                      <a:pt x="19442" y="62026"/>
                    </a:cubicBezTo>
                    <a:cubicBezTo>
                      <a:pt x="17728" y="65384"/>
                      <a:pt x="15871" y="67027"/>
                      <a:pt x="12442" y="68313"/>
                    </a:cubicBezTo>
                    <a:cubicBezTo>
                      <a:pt x="9013" y="69527"/>
                      <a:pt x="7584" y="69527"/>
                      <a:pt x="4012" y="68241"/>
                    </a:cubicBezTo>
                    <a:close/>
                  </a:path>
                </a:pathLst>
              </a:custGeom>
              <a:solidFill>
                <a:srgbClr val="000000"/>
              </a:solidFill>
              <a:ln w="71" cap="flat">
                <a:noFill/>
                <a:prstDash val="solid"/>
                <a:miter/>
              </a:ln>
            </p:spPr>
            <p:txBody>
              <a:bodyPr rtlCol="0" anchor="ctr"/>
              <a:lstStyle/>
              <a:p>
                <a:endParaRPr lang="en-US" sz="4400"/>
              </a:p>
            </p:txBody>
          </p:sp>
          <p:sp>
            <p:nvSpPr>
              <p:cNvPr id="85" name="Freeform: Shape 84">
                <a:extLst>
                  <a:ext uri="{FF2B5EF4-FFF2-40B4-BE49-F238E27FC236}">
                    <a16:creationId xmlns:a16="http://schemas.microsoft.com/office/drawing/2014/main" id="{77930B28-CF8A-EB67-9450-5F5089C78B9E}"/>
                  </a:ext>
                </a:extLst>
              </p:cNvPr>
              <p:cNvSpPr/>
              <p:nvPr/>
            </p:nvSpPr>
            <p:spPr>
              <a:xfrm flipV="1">
                <a:off x="7422246" y="2338985"/>
                <a:ext cx="64136" cy="63570"/>
              </a:xfrm>
              <a:custGeom>
                <a:avLst/>
                <a:gdLst>
                  <a:gd name="connsiteX0" fmla="*/ 4432 w 64136"/>
                  <a:gd name="connsiteY0" fmla="*/ 53305 h 63570"/>
                  <a:gd name="connsiteX1" fmla="*/ -2354 w 64136"/>
                  <a:gd name="connsiteY1" fmla="*/ 37374 h 63570"/>
                  <a:gd name="connsiteX2" fmla="*/ 42794 w 64136"/>
                  <a:gd name="connsiteY2" fmla="*/ -8274 h 63570"/>
                  <a:gd name="connsiteX3" fmla="*/ 48081 w 64136"/>
                  <a:gd name="connsiteY3" fmla="*/ -9274 h 63570"/>
                  <a:gd name="connsiteX4" fmla="*/ 59368 w 64136"/>
                  <a:gd name="connsiteY4" fmla="*/ -1988 h 63570"/>
                  <a:gd name="connsiteX5" fmla="*/ 60439 w 64136"/>
                  <a:gd name="connsiteY5" fmla="*/ 6799 h 63570"/>
                  <a:gd name="connsiteX6" fmla="*/ 39508 w 64136"/>
                  <a:gd name="connsiteY6" fmla="*/ 29945 h 63570"/>
                  <a:gd name="connsiteX7" fmla="*/ 16291 w 64136"/>
                  <a:gd name="connsiteY7" fmla="*/ 52233 h 63570"/>
                  <a:gd name="connsiteX8" fmla="*/ 4432 w 64136"/>
                  <a:gd name="connsiteY8" fmla="*/ 53305 h 6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36" h="63570">
                    <a:moveTo>
                      <a:pt x="4432" y="53305"/>
                    </a:moveTo>
                    <a:cubicBezTo>
                      <a:pt x="-1211" y="50805"/>
                      <a:pt x="-4497" y="43161"/>
                      <a:pt x="-2354" y="37374"/>
                    </a:cubicBezTo>
                    <a:cubicBezTo>
                      <a:pt x="-1497" y="35088"/>
                      <a:pt x="39865" y="-6703"/>
                      <a:pt x="42794" y="-8274"/>
                    </a:cubicBezTo>
                    <a:cubicBezTo>
                      <a:pt x="43866" y="-8846"/>
                      <a:pt x="46223" y="-9274"/>
                      <a:pt x="48081" y="-9274"/>
                    </a:cubicBezTo>
                    <a:cubicBezTo>
                      <a:pt x="53010" y="-9274"/>
                      <a:pt x="57010" y="-6703"/>
                      <a:pt x="59368" y="-1988"/>
                    </a:cubicBezTo>
                    <a:cubicBezTo>
                      <a:pt x="61439" y="2156"/>
                      <a:pt x="61511" y="2799"/>
                      <a:pt x="60439" y="6799"/>
                    </a:cubicBezTo>
                    <a:cubicBezTo>
                      <a:pt x="59796" y="9156"/>
                      <a:pt x="56224" y="13086"/>
                      <a:pt x="39508" y="29945"/>
                    </a:cubicBezTo>
                    <a:cubicBezTo>
                      <a:pt x="28507" y="41089"/>
                      <a:pt x="18005" y="51090"/>
                      <a:pt x="16291" y="52233"/>
                    </a:cubicBezTo>
                    <a:cubicBezTo>
                      <a:pt x="12719" y="54519"/>
                      <a:pt x="8147" y="54948"/>
                      <a:pt x="4432" y="53305"/>
                    </a:cubicBezTo>
                    <a:close/>
                  </a:path>
                </a:pathLst>
              </a:custGeom>
              <a:solidFill>
                <a:srgbClr val="000000"/>
              </a:solidFill>
              <a:ln w="71" cap="flat">
                <a:noFill/>
                <a:prstDash val="solid"/>
                <a:miter/>
              </a:ln>
            </p:spPr>
            <p:txBody>
              <a:bodyPr rtlCol="0" anchor="ctr"/>
              <a:lstStyle/>
              <a:p>
                <a:endParaRPr lang="en-US" sz="4400"/>
              </a:p>
            </p:txBody>
          </p:sp>
          <p:sp>
            <p:nvSpPr>
              <p:cNvPr id="86" name="Freeform: Shape 85">
                <a:extLst>
                  <a:ext uri="{FF2B5EF4-FFF2-40B4-BE49-F238E27FC236}">
                    <a16:creationId xmlns:a16="http://schemas.microsoft.com/office/drawing/2014/main" id="{C3BC28AC-10AF-A196-038F-21CAF46F8050}"/>
                  </a:ext>
                </a:extLst>
              </p:cNvPr>
              <p:cNvSpPr/>
              <p:nvPr/>
            </p:nvSpPr>
            <p:spPr>
              <a:xfrm flipV="1">
                <a:off x="7591507" y="2339131"/>
                <a:ext cx="69797" cy="69765"/>
              </a:xfrm>
              <a:custGeom>
                <a:avLst/>
                <a:gdLst>
                  <a:gd name="connsiteX0" fmla="*/ 46244 w 69797"/>
                  <a:gd name="connsiteY0" fmla="*/ 59338 h 69765"/>
                  <a:gd name="connsiteX1" fmla="*/ -4405 w 69797"/>
                  <a:gd name="connsiteY1" fmla="*/ 8332 h 69765"/>
                  <a:gd name="connsiteX2" fmla="*/ 2096 w 69797"/>
                  <a:gd name="connsiteY2" fmla="*/ -7813 h 69765"/>
                  <a:gd name="connsiteX3" fmla="*/ 12311 w 69797"/>
                  <a:gd name="connsiteY3" fmla="*/ -7956 h 69765"/>
                  <a:gd name="connsiteX4" fmla="*/ 39172 w 69797"/>
                  <a:gd name="connsiteY4" fmla="*/ 17547 h 69765"/>
                  <a:gd name="connsiteX5" fmla="*/ 64103 w 69797"/>
                  <a:gd name="connsiteY5" fmla="*/ 44479 h 69765"/>
                  <a:gd name="connsiteX6" fmla="*/ 58960 w 69797"/>
                  <a:gd name="connsiteY6" fmla="*/ 58767 h 69765"/>
                  <a:gd name="connsiteX7" fmla="*/ 46244 w 69797"/>
                  <a:gd name="connsiteY7" fmla="*/ 59338 h 6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797" h="69765">
                    <a:moveTo>
                      <a:pt x="46244" y="59338"/>
                    </a:moveTo>
                    <a:cubicBezTo>
                      <a:pt x="42815" y="57409"/>
                      <a:pt x="-3477" y="10832"/>
                      <a:pt x="-4405" y="8332"/>
                    </a:cubicBezTo>
                    <a:cubicBezTo>
                      <a:pt x="-6691" y="2331"/>
                      <a:pt x="-3762" y="-4956"/>
                      <a:pt x="2096" y="-7813"/>
                    </a:cubicBezTo>
                    <a:cubicBezTo>
                      <a:pt x="5953" y="-9670"/>
                      <a:pt x="8596" y="-9670"/>
                      <a:pt x="12311" y="-7956"/>
                    </a:cubicBezTo>
                    <a:cubicBezTo>
                      <a:pt x="14169" y="-7099"/>
                      <a:pt x="23384" y="1617"/>
                      <a:pt x="39172" y="17547"/>
                    </a:cubicBezTo>
                    <a:cubicBezTo>
                      <a:pt x="57745" y="36264"/>
                      <a:pt x="63389" y="42408"/>
                      <a:pt x="64103" y="44479"/>
                    </a:cubicBezTo>
                    <a:cubicBezTo>
                      <a:pt x="65675" y="49408"/>
                      <a:pt x="63532" y="55409"/>
                      <a:pt x="58960" y="58767"/>
                    </a:cubicBezTo>
                    <a:cubicBezTo>
                      <a:pt x="56102" y="60910"/>
                      <a:pt x="49530" y="61124"/>
                      <a:pt x="46244" y="59338"/>
                    </a:cubicBezTo>
                    <a:close/>
                  </a:path>
                </a:pathLst>
              </a:custGeom>
              <a:solidFill>
                <a:srgbClr val="000000"/>
              </a:solidFill>
              <a:ln w="71" cap="flat">
                <a:noFill/>
                <a:prstDash val="solid"/>
                <a:miter/>
              </a:ln>
            </p:spPr>
            <p:txBody>
              <a:bodyPr rtlCol="0" anchor="ctr"/>
              <a:lstStyle/>
              <a:p>
                <a:endParaRPr lang="en-US" sz="4400"/>
              </a:p>
            </p:txBody>
          </p:sp>
          <p:sp>
            <p:nvSpPr>
              <p:cNvPr id="87" name="Freeform: Shape 86">
                <a:extLst>
                  <a:ext uri="{FF2B5EF4-FFF2-40B4-BE49-F238E27FC236}">
                    <a16:creationId xmlns:a16="http://schemas.microsoft.com/office/drawing/2014/main" id="{7231A8A6-BEE2-B88F-A1C2-3191B59566E8}"/>
                  </a:ext>
                </a:extLst>
              </p:cNvPr>
              <p:cNvSpPr/>
              <p:nvPr/>
            </p:nvSpPr>
            <p:spPr>
              <a:xfrm flipV="1">
                <a:off x="7501587" y="2416353"/>
                <a:ext cx="400682" cy="401164"/>
              </a:xfrm>
              <a:custGeom>
                <a:avLst/>
                <a:gdLst>
                  <a:gd name="connsiteX0" fmla="*/ 6053 w 400682"/>
                  <a:gd name="connsiteY0" fmla="*/ 394620 h 401164"/>
                  <a:gd name="connsiteX1" fmla="*/ -6091 w 400682"/>
                  <a:gd name="connsiteY1" fmla="*/ 376689 h 401164"/>
                  <a:gd name="connsiteX2" fmla="*/ 14054 w 400682"/>
                  <a:gd name="connsiteY2" fmla="*/ 312324 h 401164"/>
                  <a:gd name="connsiteX3" fmla="*/ 71704 w 400682"/>
                  <a:gd name="connsiteY3" fmla="*/ 136588 h 401164"/>
                  <a:gd name="connsiteX4" fmla="*/ 112567 w 400682"/>
                  <a:gd name="connsiteY4" fmla="*/ 12286 h 401164"/>
                  <a:gd name="connsiteX5" fmla="*/ 118782 w 400682"/>
                  <a:gd name="connsiteY5" fmla="*/ 70 h 401164"/>
                  <a:gd name="connsiteX6" fmla="*/ 143213 w 400682"/>
                  <a:gd name="connsiteY6" fmla="*/ -1287 h 401164"/>
                  <a:gd name="connsiteX7" fmla="*/ 173503 w 400682"/>
                  <a:gd name="connsiteY7" fmla="*/ 46648 h 401164"/>
                  <a:gd name="connsiteX8" fmla="*/ 202221 w 400682"/>
                  <a:gd name="connsiteY8" fmla="*/ 92868 h 401164"/>
                  <a:gd name="connsiteX9" fmla="*/ 243297 w 400682"/>
                  <a:gd name="connsiteY9" fmla="*/ 53149 h 401164"/>
                  <a:gd name="connsiteX10" fmla="*/ 286660 w 400682"/>
                  <a:gd name="connsiteY10" fmla="*/ 11500 h 401164"/>
                  <a:gd name="connsiteX11" fmla="*/ 301305 w 400682"/>
                  <a:gd name="connsiteY11" fmla="*/ 10786 h 401164"/>
                  <a:gd name="connsiteX12" fmla="*/ 377814 w 400682"/>
                  <a:gd name="connsiteY12" fmla="*/ 86938 h 401164"/>
                  <a:gd name="connsiteX13" fmla="*/ 378028 w 400682"/>
                  <a:gd name="connsiteY13" fmla="*/ 102298 h 401164"/>
                  <a:gd name="connsiteX14" fmla="*/ 336095 w 400682"/>
                  <a:gd name="connsiteY14" fmla="*/ 146017 h 401164"/>
                  <a:gd name="connsiteX15" fmla="*/ 296661 w 400682"/>
                  <a:gd name="connsiteY15" fmla="*/ 187594 h 401164"/>
                  <a:gd name="connsiteX16" fmla="*/ 342738 w 400682"/>
                  <a:gd name="connsiteY16" fmla="*/ 215883 h 401164"/>
                  <a:gd name="connsiteX17" fmla="*/ 389458 w 400682"/>
                  <a:gd name="connsiteY17" fmla="*/ 244672 h 401164"/>
                  <a:gd name="connsiteX18" fmla="*/ 393459 w 400682"/>
                  <a:gd name="connsiteY18" fmla="*/ 264675 h 401164"/>
                  <a:gd name="connsiteX19" fmla="*/ 385315 w 400682"/>
                  <a:gd name="connsiteY19" fmla="*/ 273676 h 401164"/>
                  <a:gd name="connsiteX20" fmla="*/ 275944 w 400682"/>
                  <a:gd name="connsiteY20" fmla="*/ 310038 h 401164"/>
                  <a:gd name="connsiteX21" fmla="*/ 92707 w 400682"/>
                  <a:gd name="connsiteY21" fmla="*/ 370188 h 401164"/>
                  <a:gd name="connsiteX22" fmla="*/ 13054 w 400682"/>
                  <a:gd name="connsiteY22" fmla="*/ 395620 h 401164"/>
                  <a:gd name="connsiteX23" fmla="*/ 6053 w 400682"/>
                  <a:gd name="connsiteY23" fmla="*/ 394620 h 40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682" h="401164">
                    <a:moveTo>
                      <a:pt x="6053" y="394620"/>
                    </a:moveTo>
                    <a:cubicBezTo>
                      <a:pt x="-1519" y="391905"/>
                      <a:pt x="-6662" y="384261"/>
                      <a:pt x="-6091" y="376689"/>
                    </a:cubicBezTo>
                    <a:cubicBezTo>
                      <a:pt x="-5877" y="374046"/>
                      <a:pt x="838" y="352543"/>
                      <a:pt x="14054" y="312324"/>
                    </a:cubicBezTo>
                    <a:cubicBezTo>
                      <a:pt x="24984" y="279105"/>
                      <a:pt x="50916" y="200024"/>
                      <a:pt x="71704" y="136588"/>
                    </a:cubicBezTo>
                    <a:cubicBezTo>
                      <a:pt x="92564" y="73151"/>
                      <a:pt x="110924" y="17215"/>
                      <a:pt x="112567" y="12286"/>
                    </a:cubicBezTo>
                    <a:cubicBezTo>
                      <a:pt x="115138" y="4357"/>
                      <a:pt x="115853" y="2999"/>
                      <a:pt x="118782" y="70"/>
                    </a:cubicBezTo>
                    <a:cubicBezTo>
                      <a:pt x="125640" y="-6788"/>
                      <a:pt x="135855" y="-7359"/>
                      <a:pt x="143213" y="-1287"/>
                    </a:cubicBezTo>
                    <a:cubicBezTo>
                      <a:pt x="144928" y="142"/>
                      <a:pt x="154215" y="14858"/>
                      <a:pt x="173503" y="46648"/>
                    </a:cubicBezTo>
                    <a:cubicBezTo>
                      <a:pt x="188791" y="71865"/>
                      <a:pt x="201721" y="92653"/>
                      <a:pt x="202221" y="92868"/>
                    </a:cubicBezTo>
                    <a:cubicBezTo>
                      <a:pt x="202864" y="93082"/>
                      <a:pt x="218509" y="77937"/>
                      <a:pt x="243297" y="53149"/>
                    </a:cubicBezTo>
                    <a:cubicBezTo>
                      <a:pt x="271372" y="25216"/>
                      <a:pt x="284445" y="12643"/>
                      <a:pt x="286660" y="11500"/>
                    </a:cubicBezTo>
                    <a:cubicBezTo>
                      <a:pt x="290446" y="9643"/>
                      <a:pt x="296875" y="9286"/>
                      <a:pt x="301305" y="10786"/>
                    </a:cubicBezTo>
                    <a:cubicBezTo>
                      <a:pt x="305448" y="12143"/>
                      <a:pt x="375314" y="81652"/>
                      <a:pt x="377814" y="86938"/>
                    </a:cubicBezTo>
                    <a:cubicBezTo>
                      <a:pt x="380029" y="91510"/>
                      <a:pt x="380100" y="97726"/>
                      <a:pt x="378028" y="102298"/>
                    </a:cubicBezTo>
                    <a:cubicBezTo>
                      <a:pt x="376957" y="104726"/>
                      <a:pt x="367099" y="115085"/>
                      <a:pt x="336095" y="146017"/>
                    </a:cubicBezTo>
                    <a:cubicBezTo>
                      <a:pt x="300590" y="181593"/>
                      <a:pt x="295732" y="186665"/>
                      <a:pt x="296661" y="187594"/>
                    </a:cubicBezTo>
                    <a:cubicBezTo>
                      <a:pt x="297233" y="188165"/>
                      <a:pt x="318021" y="200881"/>
                      <a:pt x="342738" y="215883"/>
                    </a:cubicBezTo>
                    <a:cubicBezTo>
                      <a:pt x="367527" y="230885"/>
                      <a:pt x="388530" y="243815"/>
                      <a:pt x="389458" y="244672"/>
                    </a:cubicBezTo>
                    <a:cubicBezTo>
                      <a:pt x="393959" y="248816"/>
                      <a:pt x="395959" y="258746"/>
                      <a:pt x="393459" y="264675"/>
                    </a:cubicBezTo>
                    <a:cubicBezTo>
                      <a:pt x="392030" y="268175"/>
                      <a:pt x="388458" y="272104"/>
                      <a:pt x="385315" y="273676"/>
                    </a:cubicBezTo>
                    <a:cubicBezTo>
                      <a:pt x="383886" y="274390"/>
                      <a:pt x="334666" y="290750"/>
                      <a:pt x="275944" y="310038"/>
                    </a:cubicBezTo>
                    <a:cubicBezTo>
                      <a:pt x="217223" y="329326"/>
                      <a:pt x="134784" y="356329"/>
                      <a:pt x="92707" y="370188"/>
                    </a:cubicBezTo>
                    <a:cubicBezTo>
                      <a:pt x="50702" y="383976"/>
                      <a:pt x="14840" y="395406"/>
                      <a:pt x="13054" y="395620"/>
                    </a:cubicBezTo>
                    <a:cubicBezTo>
                      <a:pt x="10911" y="395834"/>
                      <a:pt x="8554" y="395477"/>
                      <a:pt x="6053" y="394620"/>
                    </a:cubicBezTo>
                    <a:close/>
                  </a:path>
                </a:pathLst>
              </a:custGeom>
              <a:solidFill>
                <a:srgbClr val="000000"/>
              </a:solidFill>
              <a:ln w="71" cap="flat">
                <a:noFill/>
                <a:prstDash val="solid"/>
                <a:miter/>
              </a:ln>
            </p:spPr>
            <p:txBody>
              <a:bodyPr rtlCol="0" anchor="ctr"/>
              <a:lstStyle/>
              <a:p>
                <a:endParaRPr lang="en-US" sz="4400"/>
              </a:p>
            </p:txBody>
          </p:sp>
          <p:sp>
            <p:nvSpPr>
              <p:cNvPr id="88" name="Freeform: Shape 87">
                <a:extLst>
                  <a:ext uri="{FF2B5EF4-FFF2-40B4-BE49-F238E27FC236}">
                    <a16:creationId xmlns:a16="http://schemas.microsoft.com/office/drawing/2014/main" id="{3B9C4840-2FBB-A517-925F-EF53497AC020}"/>
                  </a:ext>
                </a:extLst>
              </p:cNvPr>
              <p:cNvSpPr/>
              <p:nvPr/>
            </p:nvSpPr>
            <p:spPr>
              <a:xfrm flipV="1">
                <a:off x="7377901" y="2444704"/>
                <a:ext cx="95011" cy="24919"/>
              </a:xfrm>
              <a:custGeom>
                <a:avLst/>
                <a:gdLst>
                  <a:gd name="connsiteX0" fmla="*/ 4493 w 95011"/>
                  <a:gd name="connsiteY0" fmla="*/ 16190 h 24919"/>
                  <a:gd name="connsiteX1" fmla="*/ -2651 w 95011"/>
                  <a:gd name="connsiteY1" fmla="*/ 4403 h 24919"/>
                  <a:gd name="connsiteX2" fmla="*/ 3065 w 95011"/>
                  <a:gd name="connsiteY2" fmla="*/ -6527 h 24919"/>
                  <a:gd name="connsiteX3" fmla="*/ 45498 w 95011"/>
                  <a:gd name="connsiteY3" fmla="*/ -7885 h 24919"/>
                  <a:gd name="connsiteX4" fmla="*/ 87146 w 95011"/>
                  <a:gd name="connsiteY4" fmla="*/ -6170 h 24919"/>
                  <a:gd name="connsiteX5" fmla="*/ 92361 w 95011"/>
                  <a:gd name="connsiteY5" fmla="*/ 4474 h 24919"/>
                  <a:gd name="connsiteX6" fmla="*/ 85932 w 95011"/>
                  <a:gd name="connsiteY6" fmla="*/ 15404 h 24919"/>
                  <a:gd name="connsiteX7" fmla="*/ 82789 w 95011"/>
                  <a:gd name="connsiteY7" fmla="*/ 16976 h 24919"/>
                  <a:gd name="connsiteX8" fmla="*/ 44498 w 95011"/>
                  <a:gd name="connsiteY8" fmla="*/ 16904 h 24919"/>
                  <a:gd name="connsiteX9" fmla="*/ 4493 w 95011"/>
                  <a:gd name="connsiteY9" fmla="*/ 16190 h 2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011" h="24919">
                    <a:moveTo>
                      <a:pt x="4493" y="16190"/>
                    </a:moveTo>
                    <a:cubicBezTo>
                      <a:pt x="-79" y="14332"/>
                      <a:pt x="-2651" y="10118"/>
                      <a:pt x="-2651" y="4403"/>
                    </a:cubicBezTo>
                    <a:cubicBezTo>
                      <a:pt x="-2651" y="-670"/>
                      <a:pt x="-650" y="-4384"/>
                      <a:pt x="3065" y="-6527"/>
                    </a:cubicBezTo>
                    <a:cubicBezTo>
                      <a:pt x="5779" y="-8028"/>
                      <a:pt x="6065" y="-8028"/>
                      <a:pt x="45498" y="-7885"/>
                    </a:cubicBezTo>
                    <a:cubicBezTo>
                      <a:pt x="84218" y="-7670"/>
                      <a:pt x="85146" y="-7670"/>
                      <a:pt x="87146" y="-6170"/>
                    </a:cubicBezTo>
                    <a:cubicBezTo>
                      <a:pt x="89861" y="-4241"/>
                      <a:pt x="92361" y="902"/>
                      <a:pt x="92361" y="4474"/>
                    </a:cubicBezTo>
                    <a:cubicBezTo>
                      <a:pt x="92361" y="8975"/>
                      <a:pt x="89718" y="13475"/>
                      <a:pt x="85932" y="15404"/>
                    </a:cubicBezTo>
                    <a:lnTo>
                      <a:pt x="82789" y="16976"/>
                    </a:lnTo>
                    <a:lnTo>
                      <a:pt x="44498" y="16904"/>
                    </a:lnTo>
                    <a:cubicBezTo>
                      <a:pt x="20924" y="16904"/>
                      <a:pt x="5565" y="16618"/>
                      <a:pt x="4493" y="16190"/>
                    </a:cubicBezTo>
                    <a:close/>
                  </a:path>
                </a:pathLst>
              </a:custGeom>
              <a:solidFill>
                <a:srgbClr val="000000"/>
              </a:solidFill>
              <a:ln w="71" cap="flat">
                <a:noFill/>
                <a:prstDash val="solid"/>
                <a:miter/>
              </a:ln>
            </p:spPr>
            <p:txBody>
              <a:bodyPr rtlCol="0" anchor="ctr"/>
              <a:lstStyle/>
              <a:p>
                <a:endParaRPr lang="en-US" sz="4400"/>
              </a:p>
            </p:txBody>
          </p:sp>
          <p:sp>
            <p:nvSpPr>
              <p:cNvPr id="89" name="Freeform: Shape 88">
                <a:extLst>
                  <a:ext uri="{FF2B5EF4-FFF2-40B4-BE49-F238E27FC236}">
                    <a16:creationId xmlns:a16="http://schemas.microsoft.com/office/drawing/2014/main" id="{62FE1509-54F7-782B-68E3-39E778B85D2B}"/>
                  </a:ext>
                </a:extLst>
              </p:cNvPr>
              <p:cNvSpPr/>
              <p:nvPr/>
            </p:nvSpPr>
            <p:spPr>
              <a:xfrm flipV="1">
                <a:off x="7423277" y="2506968"/>
                <a:ext cx="70245" cy="70061"/>
              </a:xfrm>
              <a:custGeom>
                <a:avLst/>
                <a:gdLst>
                  <a:gd name="connsiteX0" fmla="*/ 50499 w 70245"/>
                  <a:gd name="connsiteY0" fmla="*/ 62680 h 70061"/>
                  <a:gd name="connsiteX1" fmla="*/ 24210 w 70245"/>
                  <a:gd name="connsiteY1" fmla="*/ 38605 h 70061"/>
                  <a:gd name="connsiteX2" fmla="*/ -1079 w 70245"/>
                  <a:gd name="connsiteY2" fmla="*/ 12602 h 70061"/>
                  <a:gd name="connsiteX3" fmla="*/ 3993 w 70245"/>
                  <a:gd name="connsiteY3" fmla="*/ -5257 h 70061"/>
                  <a:gd name="connsiteX4" fmla="*/ 14780 w 70245"/>
                  <a:gd name="connsiteY4" fmla="*/ -5543 h 70061"/>
                  <a:gd name="connsiteX5" fmla="*/ 41355 w 70245"/>
                  <a:gd name="connsiteY5" fmla="*/ 20103 h 70061"/>
                  <a:gd name="connsiteX6" fmla="*/ 66572 w 70245"/>
                  <a:gd name="connsiteY6" fmla="*/ 53393 h 70061"/>
                  <a:gd name="connsiteX7" fmla="*/ 58143 w 70245"/>
                  <a:gd name="connsiteY7" fmla="*/ 62823 h 70061"/>
                  <a:gd name="connsiteX8" fmla="*/ 50499 w 70245"/>
                  <a:gd name="connsiteY8" fmla="*/ 62680 h 70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45" h="70061">
                    <a:moveTo>
                      <a:pt x="50499" y="62680"/>
                    </a:moveTo>
                    <a:cubicBezTo>
                      <a:pt x="48070" y="62037"/>
                      <a:pt x="44069" y="58393"/>
                      <a:pt x="24210" y="38605"/>
                    </a:cubicBezTo>
                    <a:cubicBezTo>
                      <a:pt x="11351" y="25818"/>
                      <a:pt x="-8" y="14102"/>
                      <a:pt x="-1079" y="12602"/>
                    </a:cubicBezTo>
                    <a:cubicBezTo>
                      <a:pt x="-5151" y="6744"/>
                      <a:pt x="-2722" y="-1828"/>
                      <a:pt x="3993" y="-5257"/>
                    </a:cubicBezTo>
                    <a:cubicBezTo>
                      <a:pt x="7279" y="-6972"/>
                      <a:pt x="11851" y="-7115"/>
                      <a:pt x="14780" y="-5543"/>
                    </a:cubicBezTo>
                    <a:cubicBezTo>
                      <a:pt x="15994" y="-4972"/>
                      <a:pt x="27925" y="6601"/>
                      <a:pt x="41355" y="20103"/>
                    </a:cubicBezTo>
                    <a:cubicBezTo>
                      <a:pt x="68144" y="47035"/>
                      <a:pt x="68287" y="47178"/>
                      <a:pt x="66572" y="53393"/>
                    </a:cubicBezTo>
                    <a:cubicBezTo>
                      <a:pt x="65572" y="57393"/>
                      <a:pt x="61429" y="61894"/>
                      <a:pt x="58143" y="62823"/>
                    </a:cubicBezTo>
                    <a:cubicBezTo>
                      <a:pt x="55071" y="63680"/>
                      <a:pt x="54285" y="63608"/>
                      <a:pt x="50499" y="62680"/>
                    </a:cubicBezTo>
                    <a:close/>
                  </a:path>
                </a:pathLst>
              </a:custGeom>
              <a:solidFill>
                <a:srgbClr val="000000"/>
              </a:solidFill>
              <a:ln w="71" cap="flat">
                <a:noFill/>
                <a:prstDash val="solid"/>
                <a:miter/>
              </a:ln>
            </p:spPr>
            <p:txBody>
              <a:bodyPr rtlCol="0" anchor="ctr"/>
              <a:lstStyle/>
              <a:p>
                <a:endParaRPr lang="en-US" sz="4400"/>
              </a:p>
            </p:txBody>
          </p:sp>
        </p:grpSp>
        <p:pic>
          <p:nvPicPr>
            <p:cNvPr id="90" name="Graphic 89">
              <a:extLst>
                <a:ext uri="{FF2B5EF4-FFF2-40B4-BE49-F238E27FC236}">
                  <a16:creationId xmlns:a16="http://schemas.microsoft.com/office/drawing/2014/main" id="{AAA2989E-A441-0EEC-0178-21D8815CDB26}"/>
                </a:ext>
              </a:extLst>
            </p:cNvPr>
            <p:cNvPicPr>
              <a:picLocks noChangeAspect="1"/>
            </p:cNvPicPr>
            <p:nvPr/>
          </p:nvPicPr>
          <p:blipFill>
            <a:blip>
              <a:extLst>
                <a:ext uri="{96DAC541-7B7A-43D3-8B79-37D633B846F1}">
                  <asvg:svgBlip xmlns:asvg="http://schemas.microsoft.com/office/drawing/2016/SVG/main" r:embed="rId7"/>
                </a:ext>
                <a:ext uri="{837473B0-CC2E-450A-ABE3-18F120FF3D39}">
                  <a1611:picAttrSrcUrl xmlns:a1611="http://schemas.microsoft.com/office/drawing/2016/11/main" r:id="rId8"/>
                </a:ext>
              </a:extLst>
            </a:blip>
            <a:stretch>
              <a:fillRect/>
            </a:stretch>
          </p:blipFill>
          <p:spPr>
            <a:xfrm>
              <a:off x="17497681" y="16292022"/>
              <a:ext cx="1272529" cy="1014594"/>
            </a:xfrm>
            <a:prstGeom prst="rect">
              <a:avLst/>
            </a:prstGeom>
          </p:spPr>
        </p:pic>
        <p:sp>
          <p:nvSpPr>
            <p:cNvPr id="91" name="Rectangle: Rounded Corners 90">
              <a:extLst>
                <a:ext uri="{FF2B5EF4-FFF2-40B4-BE49-F238E27FC236}">
                  <a16:creationId xmlns:a16="http://schemas.microsoft.com/office/drawing/2014/main" id="{96D61F65-3C78-AF3E-9FF4-F64FBBB61E79}"/>
                </a:ext>
              </a:extLst>
            </p:cNvPr>
            <p:cNvSpPr/>
            <p:nvPr/>
          </p:nvSpPr>
          <p:spPr>
            <a:xfrm>
              <a:off x="14522687" y="14876684"/>
              <a:ext cx="4883489" cy="39728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a:p>
          </p:txBody>
        </p:sp>
      </p:grpSp>
      <p:grpSp>
        <p:nvGrpSpPr>
          <p:cNvPr id="118" name="Group 117">
            <a:extLst>
              <a:ext uri="{FF2B5EF4-FFF2-40B4-BE49-F238E27FC236}">
                <a16:creationId xmlns:a16="http://schemas.microsoft.com/office/drawing/2014/main" id="{54F5B560-4FBB-C2D0-81F4-71DBAE198B5C}"/>
              </a:ext>
            </a:extLst>
          </p:cNvPr>
          <p:cNvGrpSpPr/>
          <p:nvPr/>
        </p:nvGrpSpPr>
        <p:grpSpPr>
          <a:xfrm>
            <a:off x="21855895" y="14876684"/>
            <a:ext cx="4883489" cy="3972848"/>
            <a:chOff x="21855895" y="14927654"/>
            <a:chExt cx="4883489" cy="3972848"/>
          </a:xfrm>
        </p:grpSpPr>
        <p:grpSp>
          <p:nvGrpSpPr>
            <p:cNvPr id="93" name="Graphic 7">
              <a:extLst>
                <a:ext uri="{FF2B5EF4-FFF2-40B4-BE49-F238E27FC236}">
                  <a16:creationId xmlns:a16="http://schemas.microsoft.com/office/drawing/2014/main" id="{8E017D8C-11D8-BCDB-BD46-826C4D1CE81C}"/>
                </a:ext>
              </a:extLst>
            </p:cNvPr>
            <p:cNvGrpSpPr/>
            <p:nvPr/>
          </p:nvGrpSpPr>
          <p:grpSpPr>
            <a:xfrm>
              <a:off x="22670727" y="16365626"/>
              <a:ext cx="969708" cy="969329"/>
              <a:chOff x="7377901" y="2293354"/>
              <a:chExt cx="524368" cy="524163"/>
            </a:xfrm>
            <a:solidFill>
              <a:srgbClr val="000000"/>
            </a:solidFill>
          </p:grpSpPr>
          <p:sp>
            <p:nvSpPr>
              <p:cNvPr id="94" name="Freeform: Shape 93">
                <a:extLst>
                  <a:ext uri="{FF2B5EF4-FFF2-40B4-BE49-F238E27FC236}">
                    <a16:creationId xmlns:a16="http://schemas.microsoft.com/office/drawing/2014/main" id="{9893073C-E812-B92D-291C-A3CDCD054DDE}"/>
                  </a:ext>
                </a:extLst>
              </p:cNvPr>
              <p:cNvSpPr/>
              <p:nvPr/>
            </p:nvSpPr>
            <p:spPr>
              <a:xfrm flipV="1">
                <a:off x="7529434" y="2293354"/>
                <a:ext cx="24917" cy="79072"/>
              </a:xfrm>
              <a:custGeom>
                <a:avLst/>
                <a:gdLst>
                  <a:gd name="connsiteX0" fmla="*/ 4012 w 24917"/>
                  <a:gd name="connsiteY0" fmla="*/ 68241 h 79072"/>
                  <a:gd name="connsiteX1" fmla="*/ -3846 w 24917"/>
                  <a:gd name="connsiteY1" fmla="*/ 59740 h 79072"/>
                  <a:gd name="connsiteX2" fmla="*/ -4061 w 24917"/>
                  <a:gd name="connsiteY2" fmla="*/ 27522 h 79072"/>
                  <a:gd name="connsiteX3" fmla="*/ -3846 w 24917"/>
                  <a:gd name="connsiteY3" fmla="*/ -2482 h 79072"/>
                  <a:gd name="connsiteX4" fmla="*/ -2132 w 24917"/>
                  <a:gd name="connsiteY4" fmla="*/ -4911 h 79072"/>
                  <a:gd name="connsiteX5" fmla="*/ 19228 w 24917"/>
                  <a:gd name="connsiteY5" fmla="*/ -3553 h 79072"/>
                  <a:gd name="connsiteX6" fmla="*/ 20800 w 24917"/>
                  <a:gd name="connsiteY6" fmla="*/ 29522 h 79072"/>
                  <a:gd name="connsiteX7" fmla="*/ 19442 w 24917"/>
                  <a:gd name="connsiteY7" fmla="*/ 62026 h 79072"/>
                  <a:gd name="connsiteX8" fmla="*/ 12442 w 24917"/>
                  <a:gd name="connsiteY8" fmla="*/ 68313 h 79072"/>
                  <a:gd name="connsiteX9" fmla="*/ 4012 w 24917"/>
                  <a:gd name="connsiteY9" fmla="*/ 68241 h 7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17" h="79072">
                    <a:moveTo>
                      <a:pt x="4012" y="68241"/>
                    </a:moveTo>
                    <a:cubicBezTo>
                      <a:pt x="583" y="67027"/>
                      <a:pt x="-3275" y="62812"/>
                      <a:pt x="-3846" y="59740"/>
                    </a:cubicBezTo>
                    <a:cubicBezTo>
                      <a:pt x="-4061" y="58526"/>
                      <a:pt x="-4203" y="44024"/>
                      <a:pt x="-4061" y="27522"/>
                    </a:cubicBezTo>
                    <a:lnTo>
                      <a:pt x="-3846" y="-2482"/>
                    </a:lnTo>
                    <a:lnTo>
                      <a:pt x="-2132" y="-4911"/>
                    </a:lnTo>
                    <a:cubicBezTo>
                      <a:pt x="3012" y="-12054"/>
                      <a:pt x="15299" y="-11340"/>
                      <a:pt x="19228" y="-3553"/>
                    </a:cubicBezTo>
                    <a:cubicBezTo>
                      <a:pt x="20800" y="-410"/>
                      <a:pt x="20800" y="-53"/>
                      <a:pt x="20800" y="29522"/>
                    </a:cubicBezTo>
                    <a:cubicBezTo>
                      <a:pt x="20800" y="57383"/>
                      <a:pt x="20728" y="59526"/>
                      <a:pt x="19442" y="62026"/>
                    </a:cubicBezTo>
                    <a:cubicBezTo>
                      <a:pt x="17728" y="65384"/>
                      <a:pt x="15871" y="67027"/>
                      <a:pt x="12442" y="68313"/>
                    </a:cubicBezTo>
                    <a:cubicBezTo>
                      <a:pt x="9013" y="69527"/>
                      <a:pt x="7584" y="69527"/>
                      <a:pt x="4012" y="68241"/>
                    </a:cubicBezTo>
                    <a:close/>
                  </a:path>
                </a:pathLst>
              </a:custGeom>
              <a:solidFill>
                <a:srgbClr val="000000"/>
              </a:solidFill>
              <a:ln w="71" cap="flat">
                <a:noFill/>
                <a:prstDash val="solid"/>
                <a:miter/>
              </a:ln>
            </p:spPr>
            <p:txBody>
              <a:bodyPr rtlCol="0" anchor="ctr"/>
              <a:lstStyle/>
              <a:p>
                <a:endParaRPr lang="en-US" sz="4400"/>
              </a:p>
            </p:txBody>
          </p:sp>
          <p:sp>
            <p:nvSpPr>
              <p:cNvPr id="95" name="Freeform: Shape 94">
                <a:extLst>
                  <a:ext uri="{FF2B5EF4-FFF2-40B4-BE49-F238E27FC236}">
                    <a16:creationId xmlns:a16="http://schemas.microsoft.com/office/drawing/2014/main" id="{087778FE-1118-D945-0E9A-01A2523E3F7D}"/>
                  </a:ext>
                </a:extLst>
              </p:cNvPr>
              <p:cNvSpPr/>
              <p:nvPr/>
            </p:nvSpPr>
            <p:spPr>
              <a:xfrm flipV="1">
                <a:off x="7422246" y="2338985"/>
                <a:ext cx="64136" cy="63570"/>
              </a:xfrm>
              <a:custGeom>
                <a:avLst/>
                <a:gdLst>
                  <a:gd name="connsiteX0" fmla="*/ 4432 w 64136"/>
                  <a:gd name="connsiteY0" fmla="*/ 53305 h 63570"/>
                  <a:gd name="connsiteX1" fmla="*/ -2354 w 64136"/>
                  <a:gd name="connsiteY1" fmla="*/ 37374 h 63570"/>
                  <a:gd name="connsiteX2" fmla="*/ 42794 w 64136"/>
                  <a:gd name="connsiteY2" fmla="*/ -8274 h 63570"/>
                  <a:gd name="connsiteX3" fmla="*/ 48081 w 64136"/>
                  <a:gd name="connsiteY3" fmla="*/ -9274 h 63570"/>
                  <a:gd name="connsiteX4" fmla="*/ 59368 w 64136"/>
                  <a:gd name="connsiteY4" fmla="*/ -1988 h 63570"/>
                  <a:gd name="connsiteX5" fmla="*/ 60439 w 64136"/>
                  <a:gd name="connsiteY5" fmla="*/ 6799 h 63570"/>
                  <a:gd name="connsiteX6" fmla="*/ 39508 w 64136"/>
                  <a:gd name="connsiteY6" fmla="*/ 29945 h 63570"/>
                  <a:gd name="connsiteX7" fmla="*/ 16291 w 64136"/>
                  <a:gd name="connsiteY7" fmla="*/ 52233 h 63570"/>
                  <a:gd name="connsiteX8" fmla="*/ 4432 w 64136"/>
                  <a:gd name="connsiteY8" fmla="*/ 53305 h 6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36" h="63570">
                    <a:moveTo>
                      <a:pt x="4432" y="53305"/>
                    </a:moveTo>
                    <a:cubicBezTo>
                      <a:pt x="-1211" y="50805"/>
                      <a:pt x="-4497" y="43161"/>
                      <a:pt x="-2354" y="37374"/>
                    </a:cubicBezTo>
                    <a:cubicBezTo>
                      <a:pt x="-1497" y="35088"/>
                      <a:pt x="39865" y="-6703"/>
                      <a:pt x="42794" y="-8274"/>
                    </a:cubicBezTo>
                    <a:cubicBezTo>
                      <a:pt x="43866" y="-8846"/>
                      <a:pt x="46223" y="-9274"/>
                      <a:pt x="48081" y="-9274"/>
                    </a:cubicBezTo>
                    <a:cubicBezTo>
                      <a:pt x="53010" y="-9274"/>
                      <a:pt x="57010" y="-6703"/>
                      <a:pt x="59368" y="-1988"/>
                    </a:cubicBezTo>
                    <a:cubicBezTo>
                      <a:pt x="61439" y="2156"/>
                      <a:pt x="61511" y="2799"/>
                      <a:pt x="60439" y="6799"/>
                    </a:cubicBezTo>
                    <a:cubicBezTo>
                      <a:pt x="59796" y="9156"/>
                      <a:pt x="56224" y="13086"/>
                      <a:pt x="39508" y="29945"/>
                    </a:cubicBezTo>
                    <a:cubicBezTo>
                      <a:pt x="28507" y="41089"/>
                      <a:pt x="18005" y="51090"/>
                      <a:pt x="16291" y="52233"/>
                    </a:cubicBezTo>
                    <a:cubicBezTo>
                      <a:pt x="12719" y="54519"/>
                      <a:pt x="8147" y="54948"/>
                      <a:pt x="4432" y="53305"/>
                    </a:cubicBezTo>
                    <a:close/>
                  </a:path>
                </a:pathLst>
              </a:custGeom>
              <a:solidFill>
                <a:srgbClr val="000000"/>
              </a:solidFill>
              <a:ln w="71" cap="flat">
                <a:noFill/>
                <a:prstDash val="solid"/>
                <a:miter/>
              </a:ln>
            </p:spPr>
            <p:txBody>
              <a:bodyPr rtlCol="0" anchor="ctr"/>
              <a:lstStyle/>
              <a:p>
                <a:endParaRPr lang="en-US" sz="4400"/>
              </a:p>
            </p:txBody>
          </p:sp>
          <p:sp>
            <p:nvSpPr>
              <p:cNvPr id="96" name="Freeform: Shape 95">
                <a:extLst>
                  <a:ext uri="{FF2B5EF4-FFF2-40B4-BE49-F238E27FC236}">
                    <a16:creationId xmlns:a16="http://schemas.microsoft.com/office/drawing/2014/main" id="{CCCBCAE4-F5F4-D76C-69BA-A3EAE56F8A75}"/>
                  </a:ext>
                </a:extLst>
              </p:cNvPr>
              <p:cNvSpPr/>
              <p:nvPr/>
            </p:nvSpPr>
            <p:spPr>
              <a:xfrm flipV="1">
                <a:off x="7591507" y="2339131"/>
                <a:ext cx="69797" cy="69765"/>
              </a:xfrm>
              <a:custGeom>
                <a:avLst/>
                <a:gdLst>
                  <a:gd name="connsiteX0" fmla="*/ 46244 w 69797"/>
                  <a:gd name="connsiteY0" fmla="*/ 59338 h 69765"/>
                  <a:gd name="connsiteX1" fmla="*/ -4405 w 69797"/>
                  <a:gd name="connsiteY1" fmla="*/ 8332 h 69765"/>
                  <a:gd name="connsiteX2" fmla="*/ 2096 w 69797"/>
                  <a:gd name="connsiteY2" fmla="*/ -7813 h 69765"/>
                  <a:gd name="connsiteX3" fmla="*/ 12311 w 69797"/>
                  <a:gd name="connsiteY3" fmla="*/ -7956 h 69765"/>
                  <a:gd name="connsiteX4" fmla="*/ 39172 w 69797"/>
                  <a:gd name="connsiteY4" fmla="*/ 17547 h 69765"/>
                  <a:gd name="connsiteX5" fmla="*/ 64103 w 69797"/>
                  <a:gd name="connsiteY5" fmla="*/ 44479 h 69765"/>
                  <a:gd name="connsiteX6" fmla="*/ 58960 w 69797"/>
                  <a:gd name="connsiteY6" fmla="*/ 58767 h 69765"/>
                  <a:gd name="connsiteX7" fmla="*/ 46244 w 69797"/>
                  <a:gd name="connsiteY7" fmla="*/ 59338 h 6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797" h="69765">
                    <a:moveTo>
                      <a:pt x="46244" y="59338"/>
                    </a:moveTo>
                    <a:cubicBezTo>
                      <a:pt x="42815" y="57409"/>
                      <a:pt x="-3477" y="10832"/>
                      <a:pt x="-4405" y="8332"/>
                    </a:cubicBezTo>
                    <a:cubicBezTo>
                      <a:pt x="-6691" y="2331"/>
                      <a:pt x="-3762" y="-4956"/>
                      <a:pt x="2096" y="-7813"/>
                    </a:cubicBezTo>
                    <a:cubicBezTo>
                      <a:pt x="5953" y="-9670"/>
                      <a:pt x="8596" y="-9670"/>
                      <a:pt x="12311" y="-7956"/>
                    </a:cubicBezTo>
                    <a:cubicBezTo>
                      <a:pt x="14169" y="-7099"/>
                      <a:pt x="23384" y="1617"/>
                      <a:pt x="39172" y="17547"/>
                    </a:cubicBezTo>
                    <a:cubicBezTo>
                      <a:pt x="57745" y="36264"/>
                      <a:pt x="63389" y="42408"/>
                      <a:pt x="64103" y="44479"/>
                    </a:cubicBezTo>
                    <a:cubicBezTo>
                      <a:pt x="65675" y="49408"/>
                      <a:pt x="63532" y="55409"/>
                      <a:pt x="58960" y="58767"/>
                    </a:cubicBezTo>
                    <a:cubicBezTo>
                      <a:pt x="56102" y="60910"/>
                      <a:pt x="49530" y="61124"/>
                      <a:pt x="46244" y="59338"/>
                    </a:cubicBezTo>
                    <a:close/>
                  </a:path>
                </a:pathLst>
              </a:custGeom>
              <a:solidFill>
                <a:srgbClr val="000000"/>
              </a:solidFill>
              <a:ln w="71" cap="flat">
                <a:noFill/>
                <a:prstDash val="solid"/>
                <a:miter/>
              </a:ln>
            </p:spPr>
            <p:txBody>
              <a:bodyPr rtlCol="0" anchor="ctr"/>
              <a:lstStyle/>
              <a:p>
                <a:endParaRPr lang="en-US" sz="4400"/>
              </a:p>
            </p:txBody>
          </p:sp>
          <p:sp>
            <p:nvSpPr>
              <p:cNvPr id="97" name="Freeform: Shape 96">
                <a:extLst>
                  <a:ext uri="{FF2B5EF4-FFF2-40B4-BE49-F238E27FC236}">
                    <a16:creationId xmlns:a16="http://schemas.microsoft.com/office/drawing/2014/main" id="{3B5AB331-9DEB-6068-66DF-3C7539C5A1C6}"/>
                  </a:ext>
                </a:extLst>
              </p:cNvPr>
              <p:cNvSpPr/>
              <p:nvPr/>
            </p:nvSpPr>
            <p:spPr>
              <a:xfrm flipV="1">
                <a:off x="7501587" y="2416353"/>
                <a:ext cx="400682" cy="401164"/>
              </a:xfrm>
              <a:custGeom>
                <a:avLst/>
                <a:gdLst>
                  <a:gd name="connsiteX0" fmla="*/ 6053 w 400682"/>
                  <a:gd name="connsiteY0" fmla="*/ 394620 h 401164"/>
                  <a:gd name="connsiteX1" fmla="*/ -6091 w 400682"/>
                  <a:gd name="connsiteY1" fmla="*/ 376689 h 401164"/>
                  <a:gd name="connsiteX2" fmla="*/ 14054 w 400682"/>
                  <a:gd name="connsiteY2" fmla="*/ 312324 h 401164"/>
                  <a:gd name="connsiteX3" fmla="*/ 71704 w 400682"/>
                  <a:gd name="connsiteY3" fmla="*/ 136588 h 401164"/>
                  <a:gd name="connsiteX4" fmla="*/ 112567 w 400682"/>
                  <a:gd name="connsiteY4" fmla="*/ 12286 h 401164"/>
                  <a:gd name="connsiteX5" fmla="*/ 118782 w 400682"/>
                  <a:gd name="connsiteY5" fmla="*/ 70 h 401164"/>
                  <a:gd name="connsiteX6" fmla="*/ 143213 w 400682"/>
                  <a:gd name="connsiteY6" fmla="*/ -1287 h 401164"/>
                  <a:gd name="connsiteX7" fmla="*/ 173503 w 400682"/>
                  <a:gd name="connsiteY7" fmla="*/ 46648 h 401164"/>
                  <a:gd name="connsiteX8" fmla="*/ 202221 w 400682"/>
                  <a:gd name="connsiteY8" fmla="*/ 92868 h 401164"/>
                  <a:gd name="connsiteX9" fmla="*/ 243297 w 400682"/>
                  <a:gd name="connsiteY9" fmla="*/ 53149 h 401164"/>
                  <a:gd name="connsiteX10" fmla="*/ 286660 w 400682"/>
                  <a:gd name="connsiteY10" fmla="*/ 11500 h 401164"/>
                  <a:gd name="connsiteX11" fmla="*/ 301305 w 400682"/>
                  <a:gd name="connsiteY11" fmla="*/ 10786 h 401164"/>
                  <a:gd name="connsiteX12" fmla="*/ 377814 w 400682"/>
                  <a:gd name="connsiteY12" fmla="*/ 86938 h 401164"/>
                  <a:gd name="connsiteX13" fmla="*/ 378028 w 400682"/>
                  <a:gd name="connsiteY13" fmla="*/ 102298 h 401164"/>
                  <a:gd name="connsiteX14" fmla="*/ 336095 w 400682"/>
                  <a:gd name="connsiteY14" fmla="*/ 146017 h 401164"/>
                  <a:gd name="connsiteX15" fmla="*/ 296661 w 400682"/>
                  <a:gd name="connsiteY15" fmla="*/ 187594 h 401164"/>
                  <a:gd name="connsiteX16" fmla="*/ 342738 w 400682"/>
                  <a:gd name="connsiteY16" fmla="*/ 215883 h 401164"/>
                  <a:gd name="connsiteX17" fmla="*/ 389458 w 400682"/>
                  <a:gd name="connsiteY17" fmla="*/ 244672 h 401164"/>
                  <a:gd name="connsiteX18" fmla="*/ 393459 w 400682"/>
                  <a:gd name="connsiteY18" fmla="*/ 264675 h 401164"/>
                  <a:gd name="connsiteX19" fmla="*/ 385315 w 400682"/>
                  <a:gd name="connsiteY19" fmla="*/ 273676 h 401164"/>
                  <a:gd name="connsiteX20" fmla="*/ 275944 w 400682"/>
                  <a:gd name="connsiteY20" fmla="*/ 310038 h 401164"/>
                  <a:gd name="connsiteX21" fmla="*/ 92707 w 400682"/>
                  <a:gd name="connsiteY21" fmla="*/ 370188 h 401164"/>
                  <a:gd name="connsiteX22" fmla="*/ 13054 w 400682"/>
                  <a:gd name="connsiteY22" fmla="*/ 395620 h 401164"/>
                  <a:gd name="connsiteX23" fmla="*/ 6053 w 400682"/>
                  <a:gd name="connsiteY23" fmla="*/ 394620 h 40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682" h="401164">
                    <a:moveTo>
                      <a:pt x="6053" y="394620"/>
                    </a:moveTo>
                    <a:cubicBezTo>
                      <a:pt x="-1519" y="391905"/>
                      <a:pt x="-6662" y="384261"/>
                      <a:pt x="-6091" y="376689"/>
                    </a:cubicBezTo>
                    <a:cubicBezTo>
                      <a:pt x="-5877" y="374046"/>
                      <a:pt x="838" y="352543"/>
                      <a:pt x="14054" y="312324"/>
                    </a:cubicBezTo>
                    <a:cubicBezTo>
                      <a:pt x="24984" y="279105"/>
                      <a:pt x="50916" y="200024"/>
                      <a:pt x="71704" y="136588"/>
                    </a:cubicBezTo>
                    <a:cubicBezTo>
                      <a:pt x="92564" y="73151"/>
                      <a:pt x="110924" y="17215"/>
                      <a:pt x="112567" y="12286"/>
                    </a:cubicBezTo>
                    <a:cubicBezTo>
                      <a:pt x="115138" y="4357"/>
                      <a:pt x="115853" y="2999"/>
                      <a:pt x="118782" y="70"/>
                    </a:cubicBezTo>
                    <a:cubicBezTo>
                      <a:pt x="125640" y="-6788"/>
                      <a:pt x="135855" y="-7359"/>
                      <a:pt x="143213" y="-1287"/>
                    </a:cubicBezTo>
                    <a:cubicBezTo>
                      <a:pt x="144928" y="142"/>
                      <a:pt x="154215" y="14858"/>
                      <a:pt x="173503" y="46648"/>
                    </a:cubicBezTo>
                    <a:cubicBezTo>
                      <a:pt x="188791" y="71865"/>
                      <a:pt x="201721" y="92653"/>
                      <a:pt x="202221" y="92868"/>
                    </a:cubicBezTo>
                    <a:cubicBezTo>
                      <a:pt x="202864" y="93082"/>
                      <a:pt x="218509" y="77937"/>
                      <a:pt x="243297" y="53149"/>
                    </a:cubicBezTo>
                    <a:cubicBezTo>
                      <a:pt x="271372" y="25216"/>
                      <a:pt x="284445" y="12643"/>
                      <a:pt x="286660" y="11500"/>
                    </a:cubicBezTo>
                    <a:cubicBezTo>
                      <a:pt x="290446" y="9643"/>
                      <a:pt x="296875" y="9286"/>
                      <a:pt x="301305" y="10786"/>
                    </a:cubicBezTo>
                    <a:cubicBezTo>
                      <a:pt x="305448" y="12143"/>
                      <a:pt x="375314" y="81652"/>
                      <a:pt x="377814" y="86938"/>
                    </a:cubicBezTo>
                    <a:cubicBezTo>
                      <a:pt x="380029" y="91510"/>
                      <a:pt x="380100" y="97726"/>
                      <a:pt x="378028" y="102298"/>
                    </a:cubicBezTo>
                    <a:cubicBezTo>
                      <a:pt x="376957" y="104726"/>
                      <a:pt x="367099" y="115085"/>
                      <a:pt x="336095" y="146017"/>
                    </a:cubicBezTo>
                    <a:cubicBezTo>
                      <a:pt x="300590" y="181593"/>
                      <a:pt x="295732" y="186665"/>
                      <a:pt x="296661" y="187594"/>
                    </a:cubicBezTo>
                    <a:cubicBezTo>
                      <a:pt x="297233" y="188165"/>
                      <a:pt x="318021" y="200881"/>
                      <a:pt x="342738" y="215883"/>
                    </a:cubicBezTo>
                    <a:cubicBezTo>
                      <a:pt x="367527" y="230885"/>
                      <a:pt x="388530" y="243815"/>
                      <a:pt x="389458" y="244672"/>
                    </a:cubicBezTo>
                    <a:cubicBezTo>
                      <a:pt x="393959" y="248816"/>
                      <a:pt x="395959" y="258746"/>
                      <a:pt x="393459" y="264675"/>
                    </a:cubicBezTo>
                    <a:cubicBezTo>
                      <a:pt x="392030" y="268175"/>
                      <a:pt x="388458" y="272104"/>
                      <a:pt x="385315" y="273676"/>
                    </a:cubicBezTo>
                    <a:cubicBezTo>
                      <a:pt x="383886" y="274390"/>
                      <a:pt x="334666" y="290750"/>
                      <a:pt x="275944" y="310038"/>
                    </a:cubicBezTo>
                    <a:cubicBezTo>
                      <a:pt x="217223" y="329326"/>
                      <a:pt x="134784" y="356329"/>
                      <a:pt x="92707" y="370188"/>
                    </a:cubicBezTo>
                    <a:cubicBezTo>
                      <a:pt x="50702" y="383976"/>
                      <a:pt x="14840" y="395406"/>
                      <a:pt x="13054" y="395620"/>
                    </a:cubicBezTo>
                    <a:cubicBezTo>
                      <a:pt x="10911" y="395834"/>
                      <a:pt x="8554" y="395477"/>
                      <a:pt x="6053" y="394620"/>
                    </a:cubicBezTo>
                    <a:close/>
                  </a:path>
                </a:pathLst>
              </a:custGeom>
              <a:solidFill>
                <a:srgbClr val="000000"/>
              </a:solidFill>
              <a:ln w="71" cap="flat">
                <a:noFill/>
                <a:prstDash val="solid"/>
                <a:miter/>
              </a:ln>
            </p:spPr>
            <p:txBody>
              <a:bodyPr rtlCol="0" anchor="ctr"/>
              <a:lstStyle/>
              <a:p>
                <a:endParaRPr lang="en-US" sz="4400"/>
              </a:p>
            </p:txBody>
          </p:sp>
          <p:sp>
            <p:nvSpPr>
              <p:cNvPr id="98" name="Freeform: Shape 97">
                <a:extLst>
                  <a:ext uri="{FF2B5EF4-FFF2-40B4-BE49-F238E27FC236}">
                    <a16:creationId xmlns:a16="http://schemas.microsoft.com/office/drawing/2014/main" id="{896C41DB-916C-1A9A-AC9A-1520F426E947}"/>
                  </a:ext>
                </a:extLst>
              </p:cNvPr>
              <p:cNvSpPr/>
              <p:nvPr/>
            </p:nvSpPr>
            <p:spPr>
              <a:xfrm flipV="1">
                <a:off x="7377901" y="2444704"/>
                <a:ext cx="95011" cy="24919"/>
              </a:xfrm>
              <a:custGeom>
                <a:avLst/>
                <a:gdLst>
                  <a:gd name="connsiteX0" fmla="*/ 4493 w 95011"/>
                  <a:gd name="connsiteY0" fmla="*/ 16190 h 24919"/>
                  <a:gd name="connsiteX1" fmla="*/ -2651 w 95011"/>
                  <a:gd name="connsiteY1" fmla="*/ 4403 h 24919"/>
                  <a:gd name="connsiteX2" fmla="*/ 3065 w 95011"/>
                  <a:gd name="connsiteY2" fmla="*/ -6527 h 24919"/>
                  <a:gd name="connsiteX3" fmla="*/ 45498 w 95011"/>
                  <a:gd name="connsiteY3" fmla="*/ -7885 h 24919"/>
                  <a:gd name="connsiteX4" fmla="*/ 87146 w 95011"/>
                  <a:gd name="connsiteY4" fmla="*/ -6170 h 24919"/>
                  <a:gd name="connsiteX5" fmla="*/ 92361 w 95011"/>
                  <a:gd name="connsiteY5" fmla="*/ 4474 h 24919"/>
                  <a:gd name="connsiteX6" fmla="*/ 85932 w 95011"/>
                  <a:gd name="connsiteY6" fmla="*/ 15404 h 24919"/>
                  <a:gd name="connsiteX7" fmla="*/ 82789 w 95011"/>
                  <a:gd name="connsiteY7" fmla="*/ 16976 h 24919"/>
                  <a:gd name="connsiteX8" fmla="*/ 44498 w 95011"/>
                  <a:gd name="connsiteY8" fmla="*/ 16904 h 24919"/>
                  <a:gd name="connsiteX9" fmla="*/ 4493 w 95011"/>
                  <a:gd name="connsiteY9" fmla="*/ 16190 h 2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011" h="24919">
                    <a:moveTo>
                      <a:pt x="4493" y="16190"/>
                    </a:moveTo>
                    <a:cubicBezTo>
                      <a:pt x="-79" y="14332"/>
                      <a:pt x="-2651" y="10118"/>
                      <a:pt x="-2651" y="4403"/>
                    </a:cubicBezTo>
                    <a:cubicBezTo>
                      <a:pt x="-2651" y="-670"/>
                      <a:pt x="-650" y="-4384"/>
                      <a:pt x="3065" y="-6527"/>
                    </a:cubicBezTo>
                    <a:cubicBezTo>
                      <a:pt x="5779" y="-8028"/>
                      <a:pt x="6065" y="-8028"/>
                      <a:pt x="45498" y="-7885"/>
                    </a:cubicBezTo>
                    <a:cubicBezTo>
                      <a:pt x="84218" y="-7670"/>
                      <a:pt x="85146" y="-7670"/>
                      <a:pt x="87146" y="-6170"/>
                    </a:cubicBezTo>
                    <a:cubicBezTo>
                      <a:pt x="89861" y="-4241"/>
                      <a:pt x="92361" y="902"/>
                      <a:pt x="92361" y="4474"/>
                    </a:cubicBezTo>
                    <a:cubicBezTo>
                      <a:pt x="92361" y="8975"/>
                      <a:pt x="89718" y="13475"/>
                      <a:pt x="85932" y="15404"/>
                    </a:cubicBezTo>
                    <a:lnTo>
                      <a:pt x="82789" y="16976"/>
                    </a:lnTo>
                    <a:lnTo>
                      <a:pt x="44498" y="16904"/>
                    </a:lnTo>
                    <a:cubicBezTo>
                      <a:pt x="20924" y="16904"/>
                      <a:pt x="5565" y="16618"/>
                      <a:pt x="4493" y="16190"/>
                    </a:cubicBezTo>
                    <a:close/>
                  </a:path>
                </a:pathLst>
              </a:custGeom>
              <a:solidFill>
                <a:srgbClr val="000000"/>
              </a:solidFill>
              <a:ln w="71" cap="flat">
                <a:noFill/>
                <a:prstDash val="solid"/>
                <a:miter/>
              </a:ln>
            </p:spPr>
            <p:txBody>
              <a:bodyPr rtlCol="0" anchor="ctr"/>
              <a:lstStyle/>
              <a:p>
                <a:endParaRPr lang="en-US" sz="4400"/>
              </a:p>
            </p:txBody>
          </p:sp>
          <p:sp>
            <p:nvSpPr>
              <p:cNvPr id="99" name="Freeform: Shape 98">
                <a:extLst>
                  <a:ext uri="{FF2B5EF4-FFF2-40B4-BE49-F238E27FC236}">
                    <a16:creationId xmlns:a16="http://schemas.microsoft.com/office/drawing/2014/main" id="{7D8D8FB9-959F-C1C0-F009-032B8C485280}"/>
                  </a:ext>
                </a:extLst>
              </p:cNvPr>
              <p:cNvSpPr/>
              <p:nvPr/>
            </p:nvSpPr>
            <p:spPr>
              <a:xfrm flipV="1">
                <a:off x="7423277" y="2506968"/>
                <a:ext cx="70245" cy="70061"/>
              </a:xfrm>
              <a:custGeom>
                <a:avLst/>
                <a:gdLst>
                  <a:gd name="connsiteX0" fmla="*/ 50499 w 70245"/>
                  <a:gd name="connsiteY0" fmla="*/ 62680 h 70061"/>
                  <a:gd name="connsiteX1" fmla="*/ 24210 w 70245"/>
                  <a:gd name="connsiteY1" fmla="*/ 38605 h 70061"/>
                  <a:gd name="connsiteX2" fmla="*/ -1079 w 70245"/>
                  <a:gd name="connsiteY2" fmla="*/ 12602 h 70061"/>
                  <a:gd name="connsiteX3" fmla="*/ 3993 w 70245"/>
                  <a:gd name="connsiteY3" fmla="*/ -5257 h 70061"/>
                  <a:gd name="connsiteX4" fmla="*/ 14780 w 70245"/>
                  <a:gd name="connsiteY4" fmla="*/ -5543 h 70061"/>
                  <a:gd name="connsiteX5" fmla="*/ 41355 w 70245"/>
                  <a:gd name="connsiteY5" fmla="*/ 20103 h 70061"/>
                  <a:gd name="connsiteX6" fmla="*/ 66572 w 70245"/>
                  <a:gd name="connsiteY6" fmla="*/ 53393 h 70061"/>
                  <a:gd name="connsiteX7" fmla="*/ 58143 w 70245"/>
                  <a:gd name="connsiteY7" fmla="*/ 62823 h 70061"/>
                  <a:gd name="connsiteX8" fmla="*/ 50499 w 70245"/>
                  <a:gd name="connsiteY8" fmla="*/ 62680 h 70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45" h="70061">
                    <a:moveTo>
                      <a:pt x="50499" y="62680"/>
                    </a:moveTo>
                    <a:cubicBezTo>
                      <a:pt x="48070" y="62037"/>
                      <a:pt x="44069" y="58393"/>
                      <a:pt x="24210" y="38605"/>
                    </a:cubicBezTo>
                    <a:cubicBezTo>
                      <a:pt x="11351" y="25818"/>
                      <a:pt x="-8" y="14102"/>
                      <a:pt x="-1079" y="12602"/>
                    </a:cubicBezTo>
                    <a:cubicBezTo>
                      <a:pt x="-5151" y="6744"/>
                      <a:pt x="-2722" y="-1828"/>
                      <a:pt x="3993" y="-5257"/>
                    </a:cubicBezTo>
                    <a:cubicBezTo>
                      <a:pt x="7279" y="-6972"/>
                      <a:pt x="11851" y="-7115"/>
                      <a:pt x="14780" y="-5543"/>
                    </a:cubicBezTo>
                    <a:cubicBezTo>
                      <a:pt x="15994" y="-4972"/>
                      <a:pt x="27925" y="6601"/>
                      <a:pt x="41355" y="20103"/>
                    </a:cubicBezTo>
                    <a:cubicBezTo>
                      <a:pt x="68144" y="47035"/>
                      <a:pt x="68287" y="47178"/>
                      <a:pt x="66572" y="53393"/>
                    </a:cubicBezTo>
                    <a:cubicBezTo>
                      <a:pt x="65572" y="57393"/>
                      <a:pt x="61429" y="61894"/>
                      <a:pt x="58143" y="62823"/>
                    </a:cubicBezTo>
                    <a:cubicBezTo>
                      <a:pt x="55071" y="63680"/>
                      <a:pt x="54285" y="63608"/>
                      <a:pt x="50499" y="62680"/>
                    </a:cubicBezTo>
                    <a:close/>
                  </a:path>
                </a:pathLst>
              </a:custGeom>
              <a:solidFill>
                <a:srgbClr val="000000"/>
              </a:solidFill>
              <a:ln w="71" cap="flat">
                <a:noFill/>
                <a:prstDash val="solid"/>
                <a:miter/>
              </a:ln>
            </p:spPr>
            <p:txBody>
              <a:bodyPr rtlCol="0" anchor="ctr"/>
              <a:lstStyle/>
              <a:p>
                <a:endParaRPr lang="en-US" sz="4400"/>
              </a:p>
            </p:txBody>
          </p:sp>
        </p:grpSp>
        <p:pic>
          <p:nvPicPr>
            <p:cNvPr id="100" name="Graphic 99">
              <a:extLst>
                <a:ext uri="{FF2B5EF4-FFF2-40B4-BE49-F238E27FC236}">
                  <a16:creationId xmlns:a16="http://schemas.microsoft.com/office/drawing/2014/main" id="{D986BF4A-1464-55C3-96D7-8B64AAFD26D4}"/>
                </a:ext>
              </a:extLst>
            </p:cNvPr>
            <p:cNvPicPr>
              <a:picLocks noChangeAspect="1"/>
            </p:cNvPicPr>
            <p:nvPr/>
          </p:nvPicPr>
          <p:blipFill>
            <a:blip>
              <a:extLst>
                <a:ext uri="{96DAC541-7B7A-43D3-8B79-37D633B846F1}">
                  <asvg:svgBlip xmlns:asvg="http://schemas.microsoft.com/office/drawing/2016/SVG/main" r:embed="rId7"/>
                </a:ext>
                <a:ext uri="{837473B0-CC2E-450A-ABE3-18F120FF3D39}">
                  <a1611:picAttrSrcUrl xmlns:a1611="http://schemas.microsoft.com/office/drawing/2016/11/main" r:id="rId8"/>
                </a:ext>
              </a:extLst>
            </a:blip>
            <a:stretch>
              <a:fillRect/>
            </a:stretch>
          </p:blipFill>
          <p:spPr>
            <a:xfrm>
              <a:off x="24810187" y="16342992"/>
              <a:ext cx="1272529" cy="1014594"/>
            </a:xfrm>
            <a:prstGeom prst="rect">
              <a:avLst/>
            </a:prstGeom>
          </p:spPr>
        </p:pic>
        <p:sp>
          <p:nvSpPr>
            <p:cNvPr id="101" name="Rectangle 100">
              <a:extLst>
                <a:ext uri="{FF2B5EF4-FFF2-40B4-BE49-F238E27FC236}">
                  <a16:creationId xmlns:a16="http://schemas.microsoft.com/office/drawing/2014/main" id="{62B6B40F-A0A5-CF3A-0D3E-9F9471BECD7C}"/>
                </a:ext>
              </a:extLst>
            </p:cNvPr>
            <p:cNvSpPr/>
            <p:nvPr/>
          </p:nvSpPr>
          <p:spPr>
            <a:xfrm>
              <a:off x="21942760" y="15671725"/>
              <a:ext cx="2446872" cy="2920119"/>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02" name="Rectangle: Rounded Corners 101">
              <a:extLst>
                <a:ext uri="{FF2B5EF4-FFF2-40B4-BE49-F238E27FC236}">
                  <a16:creationId xmlns:a16="http://schemas.microsoft.com/office/drawing/2014/main" id="{8C8ED5B5-535B-572C-F9BC-8D630E8E5D82}"/>
                </a:ext>
              </a:extLst>
            </p:cNvPr>
            <p:cNvSpPr/>
            <p:nvPr/>
          </p:nvSpPr>
          <p:spPr>
            <a:xfrm>
              <a:off x="21855895" y="14927654"/>
              <a:ext cx="4883489" cy="39728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a:p>
          </p:txBody>
        </p:sp>
      </p:grpSp>
      <p:grpSp>
        <p:nvGrpSpPr>
          <p:cNvPr id="117" name="Group 116">
            <a:extLst>
              <a:ext uri="{FF2B5EF4-FFF2-40B4-BE49-F238E27FC236}">
                <a16:creationId xmlns:a16="http://schemas.microsoft.com/office/drawing/2014/main" id="{2DF5D980-C07C-56E2-C206-7DFC41F5482D}"/>
              </a:ext>
            </a:extLst>
          </p:cNvPr>
          <p:cNvGrpSpPr/>
          <p:nvPr/>
        </p:nvGrpSpPr>
        <p:grpSpPr>
          <a:xfrm>
            <a:off x="27549358" y="14876684"/>
            <a:ext cx="4883489" cy="3972848"/>
            <a:chOff x="27414644" y="15329879"/>
            <a:chExt cx="4883489" cy="3972848"/>
          </a:xfrm>
        </p:grpSpPr>
        <p:grpSp>
          <p:nvGrpSpPr>
            <p:cNvPr id="103" name="Graphic 7">
              <a:extLst>
                <a:ext uri="{FF2B5EF4-FFF2-40B4-BE49-F238E27FC236}">
                  <a16:creationId xmlns:a16="http://schemas.microsoft.com/office/drawing/2014/main" id="{D0C46E87-225A-6A3F-E4A9-D12633DA7C49}"/>
                </a:ext>
              </a:extLst>
            </p:cNvPr>
            <p:cNvGrpSpPr/>
            <p:nvPr/>
          </p:nvGrpSpPr>
          <p:grpSpPr>
            <a:xfrm>
              <a:off x="28177064" y="16767851"/>
              <a:ext cx="969708" cy="969329"/>
              <a:chOff x="7377901" y="2293354"/>
              <a:chExt cx="524368" cy="524163"/>
            </a:xfrm>
            <a:solidFill>
              <a:srgbClr val="000000"/>
            </a:solidFill>
          </p:grpSpPr>
          <p:sp>
            <p:nvSpPr>
              <p:cNvPr id="104" name="Freeform: Shape 103">
                <a:extLst>
                  <a:ext uri="{FF2B5EF4-FFF2-40B4-BE49-F238E27FC236}">
                    <a16:creationId xmlns:a16="http://schemas.microsoft.com/office/drawing/2014/main" id="{2F46721E-565A-D648-DD30-CB3E38FF415F}"/>
                  </a:ext>
                </a:extLst>
              </p:cNvPr>
              <p:cNvSpPr/>
              <p:nvPr/>
            </p:nvSpPr>
            <p:spPr>
              <a:xfrm flipV="1">
                <a:off x="7529434" y="2293354"/>
                <a:ext cx="24917" cy="79072"/>
              </a:xfrm>
              <a:custGeom>
                <a:avLst/>
                <a:gdLst>
                  <a:gd name="connsiteX0" fmla="*/ 4012 w 24917"/>
                  <a:gd name="connsiteY0" fmla="*/ 68241 h 79072"/>
                  <a:gd name="connsiteX1" fmla="*/ -3846 w 24917"/>
                  <a:gd name="connsiteY1" fmla="*/ 59740 h 79072"/>
                  <a:gd name="connsiteX2" fmla="*/ -4061 w 24917"/>
                  <a:gd name="connsiteY2" fmla="*/ 27522 h 79072"/>
                  <a:gd name="connsiteX3" fmla="*/ -3846 w 24917"/>
                  <a:gd name="connsiteY3" fmla="*/ -2482 h 79072"/>
                  <a:gd name="connsiteX4" fmla="*/ -2132 w 24917"/>
                  <a:gd name="connsiteY4" fmla="*/ -4911 h 79072"/>
                  <a:gd name="connsiteX5" fmla="*/ 19228 w 24917"/>
                  <a:gd name="connsiteY5" fmla="*/ -3553 h 79072"/>
                  <a:gd name="connsiteX6" fmla="*/ 20800 w 24917"/>
                  <a:gd name="connsiteY6" fmla="*/ 29522 h 79072"/>
                  <a:gd name="connsiteX7" fmla="*/ 19442 w 24917"/>
                  <a:gd name="connsiteY7" fmla="*/ 62026 h 79072"/>
                  <a:gd name="connsiteX8" fmla="*/ 12442 w 24917"/>
                  <a:gd name="connsiteY8" fmla="*/ 68313 h 79072"/>
                  <a:gd name="connsiteX9" fmla="*/ 4012 w 24917"/>
                  <a:gd name="connsiteY9" fmla="*/ 68241 h 7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17" h="79072">
                    <a:moveTo>
                      <a:pt x="4012" y="68241"/>
                    </a:moveTo>
                    <a:cubicBezTo>
                      <a:pt x="583" y="67027"/>
                      <a:pt x="-3275" y="62812"/>
                      <a:pt x="-3846" y="59740"/>
                    </a:cubicBezTo>
                    <a:cubicBezTo>
                      <a:pt x="-4061" y="58526"/>
                      <a:pt x="-4203" y="44024"/>
                      <a:pt x="-4061" y="27522"/>
                    </a:cubicBezTo>
                    <a:lnTo>
                      <a:pt x="-3846" y="-2482"/>
                    </a:lnTo>
                    <a:lnTo>
                      <a:pt x="-2132" y="-4911"/>
                    </a:lnTo>
                    <a:cubicBezTo>
                      <a:pt x="3012" y="-12054"/>
                      <a:pt x="15299" y="-11340"/>
                      <a:pt x="19228" y="-3553"/>
                    </a:cubicBezTo>
                    <a:cubicBezTo>
                      <a:pt x="20800" y="-410"/>
                      <a:pt x="20800" y="-53"/>
                      <a:pt x="20800" y="29522"/>
                    </a:cubicBezTo>
                    <a:cubicBezTo>
                      <a:pt x="20800" y="57383"/>
                      <a:pt x="20728" y="59526"/>
                      <a:pt x="19442" y="62026"/>
                    </a:cubicBezTo>
                    <a:cubicBezTo>
                      <a:pt x="17728" y="65384"/>
                      <a:pt x="15871" y="67027"/>
                      <a:pt x="12442" y="68313"/>
                    </a:cubicBezTo>
                    <a:cubicBezTo>
                      <a:pt x="9013" y="69527"/>
                      <a:pt x="7584" y="69527"/>
                      <a:pt x="4012" y="68241"/>
                    </a:cubicBezTo>
                    <a:close/>
                  </a:path>
                </a:pathLst>
              </a:custGeom>
              <a:solidFill>
                <a:srgbClr val="000000"/>
              </a:solidFill>
              <a:ln w="71" cap="flat">
                <a:noFill/>
                <a:prstDash val="solid"/>
                <a:miter/>
              </a:ln>
            </p:spPr>
            <p:txBody>
              <a:bodyPr rtlCol="0" anchor="ctr"/>
              <a:lstStyle/>
              <a:p>
                <a:endParaRPr lang="en-US" sz="4400"/>
              </a:p>
            </p:txBody>
          </p:sp>
          <p:sp>
            <p:nvSpPr>
              <p:cNvPr id="105" name="Freeform: Shape 104">
                <a:extLst>
                  <a:ext uri="{FF2B5EF4-FFF2-40B4-BE49-F238E27FC236}">
                    <a16:creationId xmlns:a16="http://schemas.microsoft.com/office/drawing/2014/main" id="{CEC1FEF7-AAF1-4F4D-1857-DC64D99CFE5F}"/>
                  </a:ext>
                </a:extLst>
              </p:cNvPr>
              <p:cNvSpPr/>
              <p:nvPr/>
            </p:nvSpPr>
            <p:spPr>
              <a:xfrm flipV="1">
                <a:off x="7422246" y="2338985"/>
                <a:ext cx="64136" cy="63570"/>
              </a:xfrm>
              <a:custGeom>
                <a:avLst/>
                <a:gdLst>
                  <a:gd name="connsiteX0" fmla="*/ 4432 w 64136"/>
                  <a:gd name="connsiteY0" fmla="*/ 53305 h 63570"/>
                  <a:gd name="connsiteX1" fmla="*/ -2354 w 64136"/>
                  <a:gd name="connsiteY1" fmla="*/ 37374 h 63570"/>
                  <a:gd name="connsiteX2" fmla="*/ 42794 w 64136"/>
                  <a:gd name="connsiteY2" fmla="*/ -8274 h 63570"/>
                  <a:gd name="connsiteX3" fmla="*/ 48081 w 64136"/>
                  <a:gd name="connsiteY3" fmla="*/ -9274 h 63570"/>
                  <a:gd name="connsiteX4" fmla="*/ 59368 w 64136"/>
                  <a:gd name="connsiteY4" fmla="*/ -1988 h 63570"/>
                  <a:gd name="connsiteX5" fmla="*/ 60439 w 64136"/>
                  <a:gd name="connsiteY5" fmla="*/ 6799 h 63570"/>
                  <a:gd name="connsiteX6" fmla="*/ 39508 w 64136"/>
                  <a:gd name="connsiteY6" fmla="*/ 29945 h 63570"/>
                  <a:gd name="connsiteX7" fmla="*/ 16291 w 64136"/>
                  <a:gd name="connsiteY7" fmla="*/ 52233 h 63570"/>
                  <a:gd name="connsiteX8" fmla="*/ 4432 w 64136"/>
                  <a:gd name="connsiteY8" fmla="*/ 53305 h 6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136" h="63570">
                    <a:moveTo>
                      <a:pt x="4432" y="53305"/>
                    </a:moveTo>
                    <a:cubicBezTo>
                      <a:pt x="-1211" y="50805"/>
                      <a:pt x="-4497" y="43161"/>
                      <a:pt x="-2354" y="37374"/>
                    </a:cubicBezTo>
                    <a:cubicBezTo>
                      <a:pt x="-1497" y="35088"/>
                      <a:pt x="39865" y="-6703"/>
                      <a:pt x="42794" y="-8274"/>
                    </a:cubicBezTo>
                    <a:cubicBezTo>
                      <a:pt x="43866" y="-8846"/>
                      <a:pt x="46223" y="-9274"/>
                      <a:pt x="48081" y="-9274"/>
                    </a:cubicBezTo>
                    <a:cubicBezTo>
                      <a:pt x="53010" y="-9274"/>
                      <a:pt x="57010" y="-6703"/>
                      <a:pt x="59368" y="-1988"/>
                    </a:cubicBezTo>
                    <a:cubicBezTo>
                      <a:pt x="61439" y="2156"/>
                      <a:pt x="61511" y="2799"/>
                      <a:pt x="60439" y="6799"/>
                    </a:cubicBezTo>
                    <a:cubicBezTo>
                      <a:pt x="59796" y="9156"/>
                      <a:pt x="56224" y="13086"/>
                      <a:pt x="39508" y="29945"/>
                    </a:cubicBezTo>
                    <a:cubicBezTo>
                      <a:pt x="28507" y="41089"/>
                      <a:pt x="18005" y="51090"/>
                      <a:pt x="16291" y="52233"/>
                    </a:cubicBezTo>
                    <a:cubicBezTo>
                      <a:pt x="12719" y="54519"/>
                      <a:pt x="8147" y="54948"/>
                      <a:pt x="4432" y="53305"/>
                    </a:cubicBezTo>
                    <a:close/>
                  </a:path>
                </a:pathLst>
              </a:custGeom>
              <a:solidFill>
                <a:srgbClr val="000000"/>
              </a:solidFill>
              <a:ln w="71" cap="flat">
                <a:noFill/>
                <a:prstDash val="solid"/>
                <a:miter/>
              </a:ln>
            </p:spPr>
            <p:txBody>
              <a:bodyPr rtlCol="0" anchor="ctr"/>
              <a:lstStyle/>
              <a:p>
                <a:endParaRPr lang="en-US" sz="4400"/>
              </a:p>
            </p:txBody>
          </p:sp>
          <p:sp>
            <p:nvSpPr>
              <p:cNvPr id="106" name="Freeform: Shape 105">
                <a:extLst>
                  <a:ext uri="{FF2B5EF4-FFF2-40B4-BE49-F238E27FC236}">
                    <a16:creationId xmlns:a16="http://schemas.microsoft.com/office/drawing/2014/main" id="{72A775BC-02E0-1011-D5DA-9E70A5BB0841}"/>
                  </a:ext>
                </a:extLst>
              </p:cNvPr>
              <p:cNvSpPr/>
              <p:nvPr/>
            </p:nvSpPr>
            <p:spPr>
              <a:xfrm flipV="1">
                <a:off x="7591507" y="2339131"/>
                <a:ext cx="69797" cy="69765"/>
              </a:xfrm>
              <a:custGeom>
                <a:avLst/>
                <a:gdLst>
                  <a:gd name="connsiteX0" fmla="*/ 46244 w 69797"/>
                  <a:gd name="connsiteY0" fmla="*/ 59338 h 69765"/>
                  <a:gd name="connsiteX1" fmla="*/ -4405 w 69797"/>
                  <a:gd name="connsiteY1" fmla="*/ 8332 h 69765"/>
                  <a:gd name="connsiteX2" fmla="*/ 2096 w 69797"/>
                  <a:gd name="connsiteY2" fmla="*/ -7813 h 69765"/>
                  <a:gd name="connsiteX3" fmla="*/ 12311 w 69797"/>
                  <a:gd name="connsiteY3" fmla="*/ -7956 h 69765"/>
                  <a:gd name="connsiteX4" fmla="*/ 39172 w 69797"/>
                  <a:gd name="connsiteY4" fmla="*/ 17547 h 69765"/>
                  <a:gd name="connsiteX5" fmla="*/ 64103 w 69797"/>
                  <a:gd name="connsiteY5" fmla="*/ 44479 h 69765"/>
                  <a:gd name="connsiteX6" fmla="*/ 58960 w 69797"/>
                  <a:gd name="connsiteY6" fmla="*/ 58767 h 69765"/>
                  <a:gd name="connsiteX7" fmla="*/ 46244 w 69797"/>
                  <a:gd name="connsiteY7" fmla="*/ 59338 h 6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797" h="69765">
                    <a:moveTo>
                      <a:pt x="46244" y="59338"/>
                    </a:moveTo>
                    <a:cubicBezTo>
                      <a:pt x="42815" y="57409"/>
                      <a:pt x="-3477" y="10832"/>
                      <a:pt x="-4405" y="8332"/>
                    </a:cubicBezTo>
                    <a:cubicBezTo>
                      <a:pt x="-6691" y="2331"/>
                      <a:pt x="-3762" y="-4956"/>
                      <a:pt x="2096" y="-7813"/>
                    </a:cubicBezTo>
                    <a:cubicBezTo>
                      <a:pt x="5953" y="-9670"/>
                      <a:pt x="8596" y="-9670"/>
                      <a:pt x="12311" y="-7956"/>
                    </a:cubicBezTo>
                    <a:cubicBezTo>
                      <a:pt x="14169" y="-7099"/>
                      <a:pt x="23384" y="1617"/>
                      <a:pt x="39172" y="17547"/>
                    </a:cubicBezTo>
                    <a:cubicBezTo>
                      <a:pt x="57745" y="36264"/>
                      <a:pt x="63389" y="42408"/>
                      <a:pt x="64103" y="44479"/>
                    </a:cubicBezTo>
                    <a:cubicBezTo>
                      <a:pt x="65675" y="49408"/>
                      <a:pt x="63532" y="55409"/>
                      <a:pt x="58960" y="58767"/>
                    </a:cubicBezTo>
                    <a:cubicBezTo>
                      <a:pt x="56102" y="60910"/>
                      <a:pt x="49530" y="61124"/>
                      <a:pt x="46244" y="59338"/>
                    </a:cubicBezTo>
                    <a:close/>
                  </a:path>
                </a:pathLst>
              </a:custGeom>
              <a:solidFill>
                <a:srgbClr val="000000"/>
              </a:solidFill>
              <a:ln w="71" cap="flat">
                <a:noFill/>
                <a:prstDash val="solid"/>
                <a:miter/>
              </a:ln>
            </p:spPr>
            <p:txBody>
              <a:bodyPr rtlCol="0" anchor="ctr"/>
              <a:lstStyle/>
              <a:p>
                <a:endParaRPr lang="en-US" sz="4400"/>
              </a:p>
            </p:txBody>
          </p:sp>
          <p:sp>
            <p:nvSpPr>
              <p:cNvPr id="107" name="Freeform: Shape 106">
                <a:extLst>
                  <a:ext uri="{FF2B5EF4-FFF2-40B4-BE49-F238E27FC236}">
                    <a16:creationId xmlns:a16="http://schemas.microsoft.com/office/drawing/2014/main" id="{15C5F8B4-647A-F687-0BD7-2818D1940697}"/>
                  </a:ext>
                </a:extLst>
              </p:cNvPr>
              <p:cNvSpPr/>
              <p:nvPr/>
            </p:nvSpPr>
            <p:spPr>
              <a:xfrm flipV="1">
                <a:off x="7501587" y="2416353"/>
                <a:ext cx="400682" cy="401164"/>
              </a:xfrm>
              <a:custGeom>
                <a:avLst/>
                <a:gdLst>
                  <a:gd name="connsiteX0" fmla="*/ 6053 w 400682"/>
                  <a:gd name="connsiteY0" fmla="*/ 394620 h 401164"/>
                  <a:gd name="connsiteX1" fmla="*/ -6091 w 400682"/>
                  <a:gd name="connsiteY1" fmla="*/ 376689 h 401164"/>
                  <a:gd name="connsiteX2" fmla="*/ 14054 w 400682"/>
                  <a:gd name="connsiteY2" fmla="*/ 312324 h 401164"/>
                  <a:gd name="connsiteX3" fmla="*/ 71704 w 400682"/>
                  <a:gd name="connsiteY3" fmla="*/ 136588 h 401164"/>
                  <a:gd name="connsiteX4" fmla="*/ 112567 w 400682"/>
                  <a:gd name="connsiteY4" fmla="*/ 12286 h 401164"/>
                  <a:gd name="connsiteX5" fmla="*/ 118782 w 400682"/>
                  <a:gd name="connsiteY5" fmla="*/ 70 h 401164"/>
                  <a:gd name="connsiteX6" fmla="*/ 143213 w 400682"/>
                  <a:gd name="connsiteY6" fmla="*/ -1287 h 401164"/>
                  <a:gd name="connsiteX7" fmla="*/ 173503 w 400682"/>
                  <a:gd name="connsiteY7" fmla="*/ 46648 h 401164"/>
                  <a:gd name="connsiteX8" fmla="*/ 202221 w 400682"/>
                  <a:gd name="connsiteY8" fmla="*/ 92868 h 401164"/>
                  <a:gd name="connsiteX9" fmla="*/ 243297 w 400682"/>
                  <a:gd name="connsiteY9" fmla="*/ 53149 h 401164"/>
                  <a:gd name="connsiteX10" fmla="*/ 286660 w 400682"/>
                  <a:gd name="connsiteY10" fmla="*/ 11500 h 401164"/>
                  <a:gd name="connsiteX11" fmla="*/ 301305 w 400682"/>
                  <a:gd name="connsiteY11" fmla="*/ 10786 h 401164"/>
                  <a:gd name="connsiteX12" fmla="*/ 377814 w 400682"/>
                  <a:gd name="connsiteY12" fmla="*/ 86938 h 401164"/>
                  <a:gd name="connsiteX13" fmla="*/ 378028 w 400682"/>
                  <a:gd name="connsiteY13" fmla="*/ 102298 h 401164"/>
                  <a:gd name="connsiteX14" fmla="*/ 336095 w 400682"/>
                  <a:gd name="connsiteY14" fmla="*/ 146017 h 401164"/>
                  <a:gd name="connsiteX15" fmla="*/ 296661 w 400682"/>
                  <a:gd name="connsiteY15" fmla="*/ 187594 h 401164"/>
                  <a:gd name="connsiteX16" fmla="*/ 342738 w 400682"/>
                  <a:gd name="connsiteY16" fmla="*/ 215883 h 401164"/>
                  <a:gd name="connsiteX17" fmla="*/ 389458 w 400682"/>
                  <a:gd name="connsiteY17" fmla="*/ 244672 h 401164"/>
                  <a:gd name="connsiteX18" fmla="*/ 393459 w 400682"/>
                  <a:gd name="connsiteY18" fmla="*/ 264675 h 401164"/>
                  <a:gd name="connsiteX19" fmla="*/ 385315 w 400682"/>
                  <a:gd name="connsiteY19" fmla="*/ 273676 h 401164"/>
                  <a:gd name="connsiteX20" fmla="*/ 275944 w 400682"/>
                  <a:gd name="connsiteY20" fmla="*/ 310038 h 401164"/>
                  <a:gd name="connsiteX21" fmla="*/ 92707 w 400682"/>
                  <a:gd name="connsiteY21" fmla="*/ 370188 h 401164"/>
                  <a:gd name="connsiteX22" fmla="*/ 13054 w 400682"/>
                  <a:gd name="connsiteY22" fmla="*/ 395620 h 401164"/>
                  <a:gd name="connsiteX23" fmla="*/ 6053 w 400682"/>
                  <a:gd name="connsiteY23" fmla="*/ 394620 h 40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682" h="401164">
                    <a:moveTo>
                      <a:pt x="6053" y="394620"/>
                    </a:moveTo>
                    <a:cubicBezTo>
                      <a:pt x="-1519" y="391905"/>
                      <a:pt x="-6662" y="384261"/>
                      <a:pt x="-6091" y="376689"/>
                    </a:cubicBezTo>
                    <a:cubicBezTo>
                      <a:pt x="-5877" y="374046"/>
                      <a:pt x="838" y="352543"/>
                      <a:pt x="14054" y="312324"/>
                    </a:cubicBezTo>
                    <a:cubicBezTo>
                      <a:pt x="24984" y="279105"/>
                      <a:pt x="50916" y="200024"/>
                      <a:pt x="71704" y="136588"/>
                    </a:cubicBezTo>
                    <a:cubicBezTo>
                      <a:pt x="92564" y="73151"/>
                      <a:pt x="110924" y="17215"/>
                      <a:pt x="112567" y="12286"/>
                    </a:cubicBezTo>
                    <a:cubicBezTo>
                      <a:pt x="115138" y="4357"/>
                      <a:pt x="115853" y="2999"/>
                      <a:pt x="118782" y="70"/>
                    </a:cubicBezTo>
                    <a:cubicBezTo>
                      <a:pt x="125640" y="-6788"/>
                      <a:pt x="135855" y="-7359"/>
                      <a:pt x="143213" y="-1287"/>
                    </a:cubicBezTo>
                    <a:cubicBezTo>
                      <a:pt x="144928" y="142"/>
                      <a:pt x="154215" y="14858"/>
                      <a:pt x="173503" y="46648"/>
                    </a:cubicBezTo>
                    <a:cubicBezTo>
                      <a:pt x="188791" y="71865"/>
                      <a:pt x="201721" y="92653"/>
                      <a:pt x="202221" y="92868"/>
                    </a:cubicBezTo>
                    <a:cubicBezTo>
                      <a:pt x="202864" y="93082"/>
                      <a:pt x="218509" y="77937"/>
                      <a:pt x="243297" y="53149"/>
                    </a:cubicBezTo>
                    <a:cubicBezTo>
                      <a:pt x="271372" y="25216"/>
                      <a:pt x="284445" y="12643"/>
                      <a:pt x="286660" y="11500"/>
                    </a:cubicBezTo>
                    <a:cubicBezTo>
                      <a:pt x="290446" y="9643"/>
                      <a:pt x="296875" y="9286"/>
                      <a:pt x="301305" y="10786"/>
                    </a:cubicBezTo>
                    <a:cubicBezTo>
                      <a:pt x="305448" y="12143"/>
                      <a:pt x="375314" y="81652"/>
                      <a:pt x="377814" y="86938"/>
                    </a:cubicBezTo>
                    <a:cubicBezTo>
                      <a:pt x="380029" y="91510"/>
                      <a:pt x="380100" y="97726"/>
                      <a:pt x="378028" y="102298"/>
                    </a:cubicBezTo>
                    <a:cubicBezTo>
                      <a:pt x="376957" y="104726"/>
                      <a:pt x="367099" y="115085"/>
                      <a:pt x="336095" y="146017"/>
                    </a:cubicBezTo>
                    <a:cubicBezTo>
                      <a:pt x="300590" y="181593"/>
                      <a:pt x="295732" y="186665"/>
                      <a:pt x="296661" y="187594"/>
                    </a:cubicBezTo>
                    <a:cubicBezTo>
                      <a:pt x="297233" y="188165"/>
                      <a:pt x="318021" y="200881"/>
                      <a:pt x="342738" y="215883"/>
                    </a:cubicBezTo>
                    <a:cubicBezTo>
                      <a:pt x="367527" y="230885"/>
                      <a:pt x="388530" y="243815"/>
                      <a:pt x="389458" y="244672"/>
                    </a:cubicBezTo>
                    <a:cubicBezTo>
                      <a:pt x="393959" y="248816"/>
                      <a:pt x="395959" y="258746"/>
                      <a:pt x="393459" y="264675"/>
                    </a:cubicBezTo>
                    <a:cubicBezTo>
                      <a:pt x="392030" y="268175"/>
                      <a:pt x="388458" y="272104"/>
                      <a:pt x="385315" y="273676"/>
                    </a:cubicBezTo>
                    <a:cubicBezTo>
                      <a:pt x="383886" y="274390"/>
                      <a:pt x="334666" y="290750"/>
                      <a:pt x="275944" y="310038"/>
                    </a:cubicBezTo>
                    <a:cubicBezTo>
                      <a:pt x="217223" y="329326"/>
                      <a:pt x="134784" y="356329"/>
                      <a:pt x="92707" y="370188"/>
                    </a:cubicBezTo>
                    <a:cubicBezTo>
                      <a:pt x="50702" y="383976"/>
                      <a:pt x="14840" y="395406"/>
                      <a:pt x="13054" y="395620"/>
                    </a:cubicBezTo>
                    <a:cubicBezTo>
                      <a:pt x="10911" y="395834"/>
                      <a:pt x="8554" y="395477"/>
                      <a:pt x="6053" y="394620"/>
                    </a:cubicBezTo>
                    <a:close/>
                  </a:path>
                </a:pathLst>
              </a:custGeom>
              <a:solidFill>
                <a:srgbClr val="000000"/>
              </a:solidFill>
              <a:ln w="71" cap="flat">
                <a:noFill/>
                <a:prstDash val="solid"/>
                <a:miter/>
              </a:ln>
            </p:spPr>
            <p:txBody>
              <a:bodyPr rtlCol="0" anchor="ctr"/>
              <a:lstStyle/>
              <a:p>
                <a:endParaRPr lang="en-US" sz="4400"/>
              </a:p>
            </p:txBody>
          </p:sp>
          <p:sp>
            <p:nvSpPr>
              <p:cNvPr id="108" name="Freeform: Shape 107">
                <a:extLst>
                  <a:ext uri="{FF2B5EF4-FFF2-40B4-BE49-F238E27FC236}">
                    <a16:creationId xmlns:a16="http://schemas.microsoft.com/office/drawing/2014/main" id="{350E247F-C101-ADCC-AD01-8E8374FA25A3}"/>
                  </a:ext>
                </a:extLst>
              </p:cNvPr>
              <p:cNvSpPr/>
              <p:nvPr/>
            </p:nvSpPr>
            <p:spPr>
              <a:xfrm flipV="1">
                <a:off x="7377901" y="2444704"/>
                <a:ext cx="95011" cy="24919"/>
              </a:xfrm>
              <a:custGeom>
                <a:avLst/>
                <a:gdLst>
                  <a:gd name="connsiteX0" fmla="*/ 4493 w 95011"/>
                  <a:gd name="connsiteY0" fmla="*/ 16190 h 24919"/>
                  <a:gd name="connsiteX1" fmla="*/ -2651 w 95011"/>
                  <a:gd name="connsiteY1" fmla="*/ 4403 h 24919"/>
                  <a:gd name="connsiteX2" fmla="*/ 3065 w 95011"/>
                  <a:gd name="connsiteY2" fmla="*/ -6527 h 24919"/>
                  <a:gd name="connsiteX3" fmla="*/ 45498 w 95011"/>
                  <a:gd name="connsiteY3" fmla="*/ -7885 h 24919"/>
                  <a:gd name="connsiteX4" fmla="*/ 87146 w 95011"/>
                  <a:gd name="connsiteY4" fmla="*/ -6170 h 24919"/>
                  <a:gd name="connsiteX5" fmla="*/ 92361 w 95011"/>
                  <a:gd name="connsiteY5" fmla="*/ 4474 h 24919"/>
                  <a:gd name="connsiteX6" fmla="*/ 85932 w 95011"/>
                  <a:gd name="connsiteY6" fmla="*/ 15404 h 24919"/>
                  <a:gd name="connsiteX7" fmla="*/ 82789 w 95011"/>
                  <a:gd name="connsiteY7" fmla="*/ 16976 h 24919"/>
                  <a:gd name="connsiteX8" fmla="*/ 44498 w 95011"/>
                  <a:gd name="connsiteY8" fmla="*/ 16904 h 24919"/>
                  <a:gd name="connsiteX9" fmla="*/ 4493 w 95011"/>
                  <a:gd name="connsiteY9" fmla="*/ 16190 h 2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011" h="24919">
                    <a:moveTo>
                      <a:pt x="4493" y="16190"/>
                    </a:moveTo>
                    <a:cubicBezTo>
                      <a:pt x="-79" y="14332"/>
                      <a:pt x="-2651" y="10118"/>
                      <a:pt x="-2651" y="4403"/>
                    </a:cubicBezTo>
                    <a:cubicBezTo>
                      <a:pt x="-2651" y="-670"/>
                      <a:pt x="-650" y="-4384"/>
                      <a:pt x="3065" y="-6527"/>
                    </a:cubicBezTo>
                    <a:cubicBezTo>
                      <a:pt x="5779" y="-8028"/>
                      <a:pt x="6065" y="-8028"/>
                      <a:pt x="45498" y="-7885"/>
                    </a:cubicBezTo>
                    <a:cubicBezTo>
                      <a:pt x="84218" y="-7670"/>
                      <a:pt x="85146" y="-7670"/>
                      <a:pt x="87146" y="-6170"/>
                    </a:cubicBezTo>
                    <a:cubicBezTo>
                      <a:pt x="89861" y="-4241"/>
                      <a:pt x="92361" y="902"/>
                      <a:pt x="92361" y="4474"/>
                    </a:cubicBezTo>
                    <a:cubicBezTo>
                      <a:pt x="92361" y="8975"/>
                      <a:pt x="89718" y="13475"/>
                      <a:pt x="85932" y="15404"/>
                    </a:cubicBezTo>
                    <a:lnTo>
                      <a:pt x="82789" y="16976"/>
                    </a:lnTo>
                    <a:lnTo>
                      <a:pt x="44498" y="16904"/>
                    </a:lnTo>
                    <a:cubicBezTo>
                      <a:pt x="20924" y="16904"/>
                      <a:pt x="5565" y="16618"/>
                      <a:pt x="4493" y="16190"/>
                    </a:cubicBezTo>
                    <a:close/>
                  </a:path>
                </a:pathLst>
              </a:custGeom>
              <a:solidFill>
                <a:srgbClr val="000000"/>
              </a:solidFill>
              <a:ln w="71" cap="flat">
                <a:noFill/>
                <a:prstDash val="solid"/>
                <a:miter/>
              </a:ln>
            </p:spPr>
            <p:txBody>
              <a:bodyPr rtlCol="0" anchor="ctr"/>
              <a:lstStyle/>
              <a:p>
                <a:endParaRPr lang="en-US" sz="4400"/>
              </a:p>
            </p:txBody>
          </p:sp>
          <p:sp>
            <p:nvSpPr>
              <p:cNvPr id="109" name="Freeform: Shape 108">
                <a:extLst>
                  <a:ext uri="{FF2B5EF4-FFF2-40B4-BE49-F238E27FC236}">
                    <a16:creationId xmlns:a16="http://schemas.microsoft.com/office/drawing/2014/main" id="{2B88FA18-22DF-A6FF-4892-0275639D8DDB}"/>
                  </a:ext>
                </a:extLst>
              </p:cNvPr>
              <p:cNvSpPr/>
              <p:nvPr/>
            </p:nvSpPr>
            <p:spPr>
              <a:xfrm flipV="1">
                <a:off x="7423277" y="2506968"/>
                <a:ext cx="70245" cy="70061"/>
              </a:xfrm>
              <a:custGeom>
                <a:avLst/>
                <a:gdLst>
                  <a:gd name="connsiteX0" fmla="*/ 50499 w 70245"/>
                  <a:gd name="connsiteY0" fmla="*/ 62680 h 70061"/>
                  <a:gd name="connsiteX1" fmla="*/ 24210 w 70245"/>
                  <a:gd name="connsiteY1" fmla="*/ 38605 h 70061"/>
                  <a:gd name="connsiteX2" fmla="*/ -1079 w 70245"/>
                  <a:gd name="connsiteY2" fmla="*/ 12602 h 70061"/>
                  <a:gd name="connsiteX3" fmla="*/ 3993 w 70245"/>
                  <a:gd name="connsiteY3" fmla="*/ -5257 h 70061"/>
                  <a:gd name="connsiteX4" fmla="*/ 14780 w 70245"/>
                  <a:gd name="connsiteY4" fmla="*/ -5543 h 70061"/>
                  <a:gd name="connsiteX5" fmla="*/ 41355 w 70245"/>
                  <a:gd name="connsiteY5" fmla="*/ 20103 h 70061"/>
                  <a:gd name="connsiteX6" fmla="*/ 66572 w 70245"/>
                  <a:gd name="connsiteY6" fmla="*/ 53393 h 70061"/>
                  <a:gd name="connsiteX7" fmla="*/ 58143 w 70245"/>
                  <a:gd name="connsiteY7" fmla="*/ 62823 h 70061"/>
                  <a:gd name="connsiteX8" fmla="*/ 50499 w 70245"/>
                  <a:gd name="connsiteY8" fmla="*/ 62680 h 70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245" h="70061">
                    <a:moveTo>
                      <a:pt x="50499" y="62680"/>
                    </a:moveTo>
                    <a:cubicBezTo>
                      <a:pt x="48070" y="62037"/>
                      <a:pt x="44069" y="58393"/>
                      <a:pt x="24210" y="38605"/>
                    </a:cubicBezTo>
                    <a:cubicBezTo>
                      <a:pt x="11351" y="25818"/>
                      <a:pt x="-8" y="14102"/>
                      <a:pt x="-1079" y="12602"/>
                    </a:cubicBezTo>
                    <a:cubicBezTo>
                      <a:pt x="-5151" y="6744"/>
                      <a:pt x="-2722" y="-1828"/>
                      <a:pt x="3993" y="-5257"/>
                    </a:cubicBezTo>
                    <a:cubicBezTo>
                      <a:pt x="7279" y="-6972"/>
                      <a:pt x="11851" y="-7115"/>
                      <a:pt x="14780" y="-5543"/>
                    </a:cubicBezTo>
                    <a:cubicBezTo>
                      <a:pt x="15994" y="-4972"/>
                      <a:pt x="27925" y="6601"/>
                      <a:pt x="41355" y="20103"/>
                    </a:cubicBezTo>
                    <a:cubicBezTo>
                      <a:pt x="68144" y="47035"/>
                      <a:pt x="68287" y="47178"/>
                      <a:pt x="66572" y="53393"/>
                    </a:cubicBezTo>
                    <a:cubicBezTo>
                      <a:pt x="65572" y="57393"/>
                      <a:pt x="61429" y="61894"/>
                      <a:pt x="58143" y="62823"/>
                    </a:cubicBezTo>
                    <a:cubicBezTo>
                      <a:pt x="55071" y="63680"/>
                      <a:pt x="54285" y="63608"/>
                      <a:pt x="50499" y="62680"/>
                    </a:cubicBezTo>
                    <a:close/>
                  </a:path>
                </a:pathLst>
              </a:custGeom>
              <a:solidFill>
                <a:srgbClr val="000000"/>
              </a:solidFill>
              <a:ln w="71" cap="flat">
                <a:noFill/>
                <a:prstDash val="solid"/>
                <a:miter/>
              </a:ln>
            </p:spPr>
            <p:txBody>
              <a:bodyPr rtlCol="0" anchor="ctr"/>
              <a:lstStyle/>
              <a:p>
                <a:endParaRPr lang="en-US" sz="4400"/>
              </a:p>
            </p:txBody>
          </p:sp>
        </p:grpSp>
        <p:pic>
          <p:nvPicPr>
            <p:cNvPr id="110" name="Graphic 109">
              <a:extLst>
                <a:ext uri="{FF2B5EF4-FFF2-40B4-BE49-F238E27FC236}">
                  <a16:creationId xmlns:a16="http://schemas.microsoft.com/office/drawing/2014/main" id="{B60172CD-49FC-B7F0-6309-FC0DF785CD9A}"/>
                </a:ext>
              </a:extLst>
            </p:cNvPr>
            <p:cNvPicPr>
              <a:picLocks noChangeAspect="1"/>
            </p:cNvPicPr>
            <p:nvPr/>
          </p:nvPicPr>
          <p:blipFill>
            <a:blip>
              <a:extLst>
                <a:ext uri="{96DAC541-7B7A-43D3-8B79-37D633B846F1}">
                  <asvg:svgBlip xmlns:asvg="http://schemas.microsoft.com/office/drawing/2016/SVG/main" r:embed="rId7"/>
                </a:ext>
                <a:ext uri="{837473B0-CC2E-450A-ABE3-18F120FF3D39}">
                  <a1611:picAttrSrcUrl xmlns:a1611="http://schemas.microsoft.com/office/drawing/2016/11/main" r:id="rId8"/>
                </a:ext>
              </a:extLst>
            </a:blip>
            <a:stretch>
              <a:fillRect/>
            </a:stretch>
          </p:blipFill>
          <p:spPr>
            <a:xfrm>
              <a:off x="30316523" y="16745217"/>
              <a:ext cx="1272529" cy="1014594"/>
            </a:xfrm>
            <a:prstGeom prst="rect">
              <a:avLst/>
            </a:prstGeom>
          </p:spPr>
        </p:pic>
        <p:sp>
          <p:nvSpPr>
            <p:cNvPr id="111" name="Rectangle 110">
              <a:extLst>
                <a:ext uri="{FF2B5EF4-FFF2-40B4-BE49-F238E27FC236}">
                  <a16:creationId xmlns:a16="http://schemas.microsoft.com/office/drawing/2014/main" id="{C05EB473-B853-89F0-5BD2-8B6810E71459}"/>
                </a:ext>
              </a:extLst>
            </p:cNvPr>
            <p:cNvSpPr/>
            <p:nvPr/>
          </p:nvSpPr>
          <p:spPr>
            <a:xfrm>
              <a:off x="30093205" y="16368452"/>
              <a:ext cx="1677272" cy="2258325"/>
            </a:xfrm>
            <a:prstGeom prst="rect">
              <a:avLst/>
            </a:prstGeom>
            <a:solidFill>
              <a:schemeClr val="bg1">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a:p>
          </p:txBody>
        </p:sp>
        <p:sp>
          <p:nvSpPr>
            <p:cNvPr id="112" name="Rectangle: Rounded Corners 111">
              <a:extLst>
                <a:ext uri="{FF2B5EF4-FFF2-40B4-BE49-F238E27FC236}">
                  <a16:creationId xmlns:a16="http://schemas.microsoft.com/office/drawing/2014/main" id="{FD31F264-F3B5-EA26-29D7-0073E69D4A83}"/>
                </a:ext>
              </a:extLst>
            </p:cNvPr>
            <p:cNvSpPr/>
            <p:nvPr/>
          </p:nvSpPr>
          <p:spPr>
            <a:xfrm>
              <a:off x="27414644" y="15329879"/>
              <a:ext cx="4883489" cy="397284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a:p>
          </p:txBody>
        </p:sp>
      </p:grpSp>
      <p:sp>
        <p:nvSpPr>
          <p:cNvPr id="114" name="Title 1">
            <a:extLst>
              <a:ext uri="{FF2B5EF4-FFF2-40B4-BE49-F238E27FC236}">
                <a16:creationId xmlns:a16="http://schemas.microsoft.com/office/drawing/2014/main" id="{0AB96780-06DF-FBB1-F4A1-D99716999AE2}"/>
              </a:ext>
            </a:extLst>
          </p:cNvPr>
          <p:cNvSpPr txBox="1">
            <a:spLocks/>
          </p:cNvSpPr>
          <p:nvPr/>
        </p:nvSpPr>
        <p:spPr>
          <a:xfrm>
            <a:off x="24172994" y="12908159"/>
            <a:ext cx="6622123" cy="71023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5400" b="1" dirty="0">
                <a:latin typeface="STKaiti" panose="02010600040101010101" pitchFamily="2" charset="-122"/>
                <a:ea typeface="STKaiti" panose="02010600040101010101" pitchFamily="2" charset="-122"/>
                <a:cs typeface="Times New Roman" panose="02020603050405020304" pitchFamily="18" charset="0"/>
              </a:rPr>
              <a:t>意料之外，反应增大</a:t>
            </a:r>
            <a:endParaRPr lang="en-US" sz="54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115" name="Title 1">
            <a:extLst>
              <a:ext uri="{FF2B5EF4-FFF2-40B4-BE49-F238E27FC236}">
                <a16:creationId xmlns:a16="http://schemas.microsoft.com/office/drawing/2014/main" id="{2274CD5E-FCD1-C3A7-F31E-E66F11EA73FB}"/>
              </a:ext>
            </a:extLst>
          </p:cNvPr>
          <p:cNvSpPr txBox="1">
            <a:spLocks/>
          </p:cNvSpPr>
          <p:nvPr/>
        </p:nvSpPr>
        <p:spPr>
          <a:xfrm>
            <a:off x="21607625" y="13560689"/>
            <a:ext cx="5444335" cy="15761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5400" b="1" dirty="0">
                <a:latin typeface="STKaiti" panose="02010600040101010101" pitchFamily="2" charset="-122"/>
                <a:ea typeface="STKaiti" panose="02010600040101010101" pitchFamily="2" charset="-122"/>
                <a:cs typeface="Times New Roman" panose="02020603050405020304" pitchFamily="18" charset="0"/>
              </a:rPr>
              <a:t>没料到（正误差）</a:t>
            </a:r>
            <a:endParaRPr lang="en-US" sz="5400" b="1" dirty="0">
              <a:latin typeface="STKaiti" panose="02010600040101010101" pitchFamily="2" charset="-122"/>
              <a:ea typeface="STKaiti" panose="02010600040101010101" pitchFamily="2" charset="-122"/>
              <a:cs typeface="Times New Roman" panose="02020603050405020304" pitchFamily="18" charset="0"/>
            </a:endParaRPr>
          </a:p>
        </p:txBody>
      </p:sp>
      <p:sp>
        <p:nvSpPr>
          <p:cNvPr id="116" name="Title 1">
            <a:extLst>
              <a:ext uri="{FF2B5EF4-FFF2-40B4-BE49-F238E27FC236}">
                <a16:creationId xmlns:a16="http://schemas.microsoft.com/office/drawing/2014/main" id="{2209A0DE-6EE3-28C0-808C-069CA711DCB4}"/>
              </a:ext>
            </a:extLst>
          </p:cNvPr>
          <p:cNvSpPr txBox="1">
            <a:spLocks/>
          </p:cNvSpPr>
          <p:nvPr/>
        </p:nvSpPr>
        <p:spPr>
          <a:xfrm>
            <a:off x="27414644" y="13527375"/>
            <a:ext cx="5444335" cy="15761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5400" b="1" dirty="0">
                <a:latin typeface="STKaiti" panose="02010600040101010101" pitchFamily="2" charset="-122"/>
                <a:ea typeface="STKaiti" panose="02010600040101010101" pitchFamily="2" charset="-122"/>
                <a:cs typeface="Times New Roman" panose="02020603050405020304" pitchFamily="18" charset="0"/>
              </a:rPr>
              <a:t>没出现（负误差）</a:t>
            </a:r>
            <a:endParaRPr lang="en-US" sz="5400" b="1" dirty="0">
              <a:latin typeface="STKaiti" panose="02010600040101010101" pitchFamily="2" charset="-122"/>
              <a:ea typeface="STKaiti" panose="02010600040101010101" pitchFamily="2" charset="-122"/>
              <a:cs typeface="Times New Roman" panose="02020603050405020304" pitchFamily="18" charset="0"/>
            </a:endParaRPr>
          </a:p>
        </p:txBody>
      </p:sp>
      <p:grpSp>
        <p:nvGrpSpPr>
          <p:cNvPr id="243" name="Group 242">
            <a:extLst>
              <a:ext uri="{FF2B5EF4-FFF2-40B4-BE49-F238E27FC236}">
                <a16:creationId xmlns:a16="http://schemas.microsoft.com/office/drawing/2014/main" id="{1DFAB663-F4E1-9221-0645-8643927AC6DF}"/>
              </a:ext>
            </a:extLst>
          </p:cNvPr>
          <p:cNvGrpSpPr/>
          <p:nvPr/>
        </p:nvGrpSpPr>
        <p:grpSpPr>
          <a:xfrm>
            <a:off x="25012442" y="23193748"/>
            <a:ext cx="3043899" cy="941378"/>
            <a:chOff x="-2763050" y="2508125"/>
            <a:chExt cx="1929729" cy="596802"/>
          </a:xfrm>
        </p:grpSpPr>
        <p:cxnSp>
          <p:nvCxnSpPr>
            <p:cNvPr id="244" name="Straight Arrow Connector 243">
              <a:extLst>
                <a:ext uri="{FF2B5EF4-FFF2-40B4-BE49-F238E27FC236}">
                  <a16:creationId xmlns:a16="http://schemas.microsoft.com/office/drawing/2014/main" id="{E816264B-4B77-00E3-C56C-3BF6C68ECC63}"/>
                </a:ext>
              </a:extLst>
            </p:cNvPr>
            <p:cNvCxnSpPr>
              <a:cxnSpLocks/>
            </p:cNvCxnSpPr>
            <p:nvPr/>
          </p:nvCxnSpPr>
          <p:spPr>
            <a:xfrm flipV="1">
              <a:off x="-2763050" y="2696452"/>
              <a:ext cx="510696" cy="2394"/>
            </a:xfrm>
            <a:prstGeom prst="straightConnector1">
              <a:avLst/>
            </a:prstGeom>
            <a:ln w="63500">
              <a:tailEnd type="triangle"/>
            </a:ln>
          </p:spPr>
          <p:style>
            <a:lnRef idx="2">
              <a:schemeClr val="dk1"/>
            </a:lnRef>
            <a:fillRef idx="0">
              <a:schemeClr val="dk1"/>
            </a:fillRef>
            <a:effectRef idx="1">
              <a:schemeClr val="dk1"/>
            </a:effectRef>
            <a:fontRef idx="minor">
              <a:schemeClr val="tx1"/>
            </a:fontRef>
          </p:style>
        </p:cxnSp>
        <p:cxnSp>
          <p:nvCxnSpPr>
            <p:cNvPr id="245" name="Straight Arrow Connector 244">
              <a:extLst>
                <a:ext uri="{FF2B5EF4-FFF2-40B4-BE49-F238E27FC236}">
                  <a16:creationId xmlns:a16="http://schemas.microsoft.com/office/drawing/2014/main" id="{75D18D77-26C8-7B4A-DD5D-66087F7F316F}"/>
                </a:ext>
              </a:extLst>
            </p:cNvPr>
            <p:cNvCxnSpPr>
              <a:cxnSpLocks/>
            </p:cNvCxnSpPr>
            <p:nvPr/>
          </p:nvCxnSpPr>
          <p:spPr>
            <a:xfrm flipV="1">
              <a:off x="-2763050" y="2957405"/>
              <a:ext cx="510696" cy="8264"/>
            </a:xfrm>
            <a:prstGeom prst="straightConnector1">
              <a:avLst/>
            </a:prstGeom>
            <a:ln w="63500">
              <a:solidFill>
                <a:srgbClr val="0070C0"/>
              </a:solidFill>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46" name="TextBox 245">
                  <a:extLst>
                    <a:ext uri="{FF2B5EF4-FFF2-40B4-BE49-F238E27FC236}">
                      <a16:creationId xmlns:a16="http://schemas.microsoft.com/office/drawing/2014/main" id="{3E5F5AA4-67D0-CE4E-3231-DE52F80038E5}"/>
                    </a:ext>
                  </a:extLst>
                </p:cNvPr>
                <p:cNvSpPr txBox="1"/>
                <p:nvPr/>
              </p:nvSpPr>
              <p:spPr>
                <a:xfrm>
                  <a:off x="-2212334" y="2508125"/>
                  <a:ext cx="1190464" cy="331704"/>
                </a:xfrm>
                <a:prstGeom prst="rect">
                  <a:avLst/>
                </a:prstGeom>
                <a:noFill/>
              </p:spPr>
              <p:txBody>
                <a:bodyPr wrap="square" rtlCol="0">
                  <a:spAutoFit/>
                </a:bodyPr>
                <a:lstStyle/>
                <a:p>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𝐹</m:t>
                          </m:r>
                        </m:e>
                        <m:sup>
                          <m:r>
                            <a:rPr lang="en-US" sz="2800" b="0" i="1" smtClean="0">
                              <a:latin typeface="Cambria Math" panose="02040503050406030204" pitchFamily="18" charset="0"/>
                            </a:rPr>
                            <m:t>𝐸</m:t>
                          </m:r>
                        </m:sup>
                      </m:sSup>
                    </m:oMath>
                  </a14:m>
                  <a:r>
                    <a:rPr lang="en-US" sz="2800" dirty="0">
                      <a:latin typeface="Calibri" panose="020F0502020204030204" pitchFamily="34" charset="0"/>
                      <a:ea typeface="Calibri" panose="020F0502020204030204" pitchFamily="34" charset="0"/>
                      <a:cs typeface="Calibri" panose="020F0502020204030204" pitchFamily="34" charset="0"/>
                    </a:rPr>
                    <a:t> update</a:t>
                  </a:r>
                </a:p>
              </p:txBody>
            </p:sp>
          </mc:Choice>
          <mc:Fallback xmlns="">
            <p:sp>
              <p:nvSpPr>
                <p:cNvPr id="246" name="TextBox 245">
                  <a:extLst>
                    <a:ext uri="{FF2B5EF4-FFF2-40B4-BE49-F238E27FC236}">
                      <a16:creationId xmlns:a16="http://schemas.microsoft.com/office/drawing/2014/main" id="{3E5F5AA4-67D0-CE4E-3231-DE52F80038E5}"/>
                    </a:ext>
                  </a:extLst>
                </p:cNvPr>
                <p:cNvSpPr txBox="1">
                  <a:spLocks noRot="1" noChangeAspect="1" noMove="1" noResize="1" noEditPoints="1" noAdjustHandles="1" noChangeArrowheads="1" noChangeShapeType="1" noTextEdit="1"/>
                </p:cNvSpPr>
                <p:nvPr/>
              </p:nvSpPr>
              <p:spPr>
                <a:xfrm>
                  <a:off x="-2212334" y="2508125"/>
                  <a:ext cx="1190464" cy="331704"/>
                </a:xfrm>
                <a:prstGeom prst="rect">
                  <a:avLst/>
                </a:prstGeom>
                <a:blipFill>
                  <a:blip r:embed="rId9"/>
                  <a:stretch>
                    <a:fillRect t="-11628"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7" name="TextBox 246">
                  <a:extLst>
                    <a:ext uri="{FF2B5EF4-FFF2-40B4-BE49-F238E27FC236}">
                      <a16:creationId xmlns:a16="http://schemas.microsoft.com/office/drawing/2014/main" id="{1973F7BD-3CC2-457F-F816-B7178AF2293C}"/>
                    </a:ext>
                  </a:extLst>
                </p:cNvPr>
                <p:cNvSpPr txBox="1"/>
                <p:nvPr/>
              </p:nvSpPr>
              <p:spPr>
                <a:xfrm>
                  <a:off x="-2212335" y="2773223"/>
                  <a:ext cx="1379014" cy="331704"/>
                </a:xfrm>
                <a:prstGeom prst="rect">
                  <a:avLst/>
                </a:prstGeom>
                <a:noFill/>
              </p:spPr>
              <p:txBody>
                <a:bodyPr wrap="square" rtlCol="0">
                  <a:spAutoFit/>
                </a:bodyPr>
                <a:lstStyle/>
                <a:p>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𝐹</m:t>
                          </m:r>
                        </m:e>
                        <m:sup>
                          <m:r>
                            <a:rPr lang="en-US" sz="2800" b="0" i="1" smtClean="0">
                              <a:latin typeface="Cambria Math" panose="02040503050406030204" pitchFamily="18" charset="0"/>
                            </a:rPr>
                            <m:t>𝑀𝑀</m:t>
                          </m:r>
                        </m:sup>
                      </m:sSup>
                    </m:oMath>
                  </a14:m>
                  <a:r>
                    <a:rPr lang="en-US" sz="2800" dirty="0">
                      <a:latin typeface="Calibri" panose="020F0502020204030204" pitchFamily="34" charset="0"/>
                      <a:ea typeface="Calibri" panose="020F0502020204030204" pitchFamily="34" charset="0"/>
                      <a:cs typeface="Calibri" panose="020F0502020204030204" pitchFamily="34" charset="0"/>
                    </a:rPr>
                    <a:t> update</a:t>
                  </a:r>
                </a:p>
              </p:txBody>
            </p:sp>
          </mc:Choice>
          <mc:Fallback xmlns="">
            <p:sp>
              <p:nvSpPr>
                <p:cNvPr id="247" name="TextBox 246">
                  <a:extLst>
                    <a:ext uri="{FF2B5EF4-FFF2-40B4-BE49-F238E27FC236}">
                      <a16:creationId xmlns:a16="http://schemas.microsoft.com/office/drawing/2014/main" id="{1973F7BD-3CC2-457F-F816-B7178AF2293C}"/>
                    </a:ext>
                  </a:extLst>
                </p:cNvPr>
                <p:cNvSpPr txBox="1">
                  <a:spLocks noRot="1" noChangeAspect="1" noMove="1" noResize="1" noEditPoints="1" noAdjustHandles="1" noChangeArrowheads="1" noChangeShapeType="1" noTextEdit="1"/>
                </p:cNvSpPr>
                <p:nvPr/>
              </p:nvSpPr>
              <p:spPr>
                <a:xfrm>
                  <a:off x="-2212335" y="2773223"/>
                  <a:ext cx="1379014" cy="331704"/>
                </a:xfrm>
                <a:prstGeom prst="rect">
                  <a:avLst/>
                </a:prstGeom>
                <a:blipFill>
                  <a:blip r:embed="rId10"/>
                  <a:stretch>
                    <a:fillRect t="-10465" b="-32558"/>
                  </a:stretch>
                </a:blipFill>
              </p:spPr>
              <p:txBody>
                <a:bodyPr/>
                <a:lstStyle/>
                <a:p>
                  <a:r>
                    <a:rPr lang="en-US">
                      <a:noFill/>
                    </a:rPr>
                    <a:t> </a:t>
                  </a:r>
                </a:p>
              </p:txBody>
            </p:sp>
          </mc:Fallback>
        </mc:AlternateContent>
      </p:grpSp>
      <p:sp>
        <p:nvSpPr>
          <p:cNvPr id="249" name="TextBox 248">
            <a:extLst>
              <a:ext uri="{FF2B5EF4-FFF2-40B4-BE49-F238E27FC236}">
                <a16:creationId xmlns:a16="http://schemas.microsoft.com/office/drawing/2014/main" id="{92AF32B9-424D-88FD-FFAD-A1C89C64D4B2}"/>
              </a:ext>
            </a:extLst>
          </p:cNvPr>
          <p:cNvSpPr txBox="1"/>
          <p:nvPr/>
        </p:nvSpPr>
        <p:spPr>
          <a:xfrm>
            <a:off x="23569094" y="21958760"/>
            <a:ext cx="3183112" cy="646331"/>
          </a:xfrm>
          <a:prstGeom prst="rect">
            <a:avLst/>
          </a:prstGeom>
          <a:noFill/>
        </p:spPr>
        <p:txBody>
          <a:bodyPr wrap="square" rtlCol="0">
            <a:spAutoFit/>
          </a:bodyPr>
          <a:lstStyle>
            <a:defPPr>
              <a:defRPr lang="en-US"/>
            </a:defPPr>
            <a:lvl1pPr algn="ctr">
              <a:defRPr sz="2800">
                <a:latin typeface="Calibri" panose="020F0502020204030204" pitchFamily="34" charset="0"/>
                <a:ea typeface="Calibri" panose="020F0502020204030204" pitchFamily="34" charset="0"/>
                <a:cs typeface="Calibri" panose="020F0502020204030204" pitchFamily="34" charset="0"/>
              </a:defRPr>
            </a:lvl1pPr>
          </a:lstStyle>
          <a:p>
            <a:r>
              <a:rPr lang="zh-CN" altLang="en-US" sz="3600" dirty="0">
                <a:latin typeface="STKaiti" panose="02010600040101010101" pitchFamily="2" charset="-122"/>
                <a:ea typeface="STKaiti" panose="02010600040101010101" pitchFamily="2" charset="-122"/>
              </a:rPr>
              <a:t>梯度下降</a:t>
            </a:r>
            <a:endParaRPr lang="en-US" sz="3600" dirty="0">
              <a:latin typeface="STKaiti" panose="02010600040101010101" pitchFamily="2" charset="-122"/>
              <a:ea typeface="STKaiti" panose="02010600040101010101" pitchFamily="2" charset="-122"/>
            </a:endParaRPr>
          </a:p>
        </p:txBody>
      </p:sp>
      <p:grpSp>
        <p:nvGrpSpPr>
          <p:cNvPr id="251" name="Group 250">
            <a:extLst>
              <a:ext uri="{FF2B5EF4-FFF2-40B4-BE49-F238E27FC236}">
                <a16:creationId xmlns:a16="http://schemas.microsoft.com/office/drawing/2014/main" id="{E2E39407-0516-E5F6-1569-0BA9B1B8607D}"/>
              </a:ext>
            </a:extLst>
          </p:cNvPr>
          <p:cNvGrpSpPr>
            <a:grpSpLocks noChangeAspect="1"/>
          </p:cNvGrpSpPr>
          <p:nvPr/>
        </p:nvGrpSpPr>
        <p:grpSpPr>
          <a:xfrm>
            <a:off x="22590617" y="23371123"/>
            <a:ext cx="4410061" cy="4331358"/>
            <a:chOff x="5138571" y="839903"/>
            <a:chExt cx="2134116" cy="2096030"/>
          </a:xfrm>
        </p:grpSpPr>
        <p:grpSp>
          <p:nvGrpSpPr>
            <p:cNvPr id="252" name="Group 251">
              <a:extLst>
                <a:ext uri="{FF2B5EF4-FFF2-40B4-BE49-F238E27FC236}">
                  <a16:creationId xmlns:a16="http://schemas.microsoft.com/office/drawing/2014/main" id="{A5C15054-5F83-D530-9778-86675B78DADA}"/>
                </a:ext>
              </a:extLst>
            </p:cNvPr>
            <p:cNvGrpSpPr/>
            <p:nvPr/>
          </p:nvGrpSpPr>
          <p:grpSpPr>
            <a:xfrm>
              <a:off x="5242735" y="839903"/>
              <a:ext cx="2029952" cy="2093943"/>
              <a:chOff x="-4623034" y="2373482"/>
              <a:chExt cx="2967718" cy="3061270"/>
            </a:xfrm>
          </p:grpSpPr>
          <p:grpSp>
            <p:nvGrpSpPr>
              <p:cNvPr id="258" name="Graphic 2">
                <a:extLst>
                  <a:ext uri="{FF2B5EF4-FFF2-40B4-BE49-F238E27FC236}">
                    <a16:creationId xmlns:a16="http://schemas.microsoft.com/office/drawing/2014/main" id="{E44FE4A2-5BC5-2F85-872D-E55BBF502A8B}"/>
                  </a:ext>
                </a:extLst>
              </p:cNvPr>
              <p:cNvGrpSpPr/>
              <p:nvPr/>
            </p:nvGrpSpPr>
            <p:grpSpPr>
              <a:xfrm>
                <a:off x="-4309926" y="4982462"/>
                <a:ext cx="2654610" cy="452290"/>
                <a:chOff x="-4309926" y="4982462"/>
                <a:chExt cx="2654610" cy="452290"/>
              </a:xfrm>
              <a:solidFill>
                <a:srgbClr val="000000"/>
              </a:solidFill>
            </p:grpSpPr>
            <p:grpSp>
              <p:nvGrpSpPr>
                <p:cNvPr id="271" name="Graphic 2">
                  <a:extLst>
                    <a:ext uri="{FF2B5EF4-FFF2-40B4-BE49-F238E27FC236}">
                      <a16:creationId xmlns:a16="http://schemas.microsoft.com/office/drawing/2014/main" id="{C3450DB4-22FB-033E-FD8C-D8A06506DBC4}"/>
                    </a:ext>
                  </a:extLst>
                </p:cNvPr>
                <p:cNvGrpSpPr/>
                <p:nvPr/>
              </p:nvGrpSpPr>
              <p:grpSpPr>
                <a:xfrm>
                  <a:off x="-4309926" y="4982462"/>
                  <a:ext cx="154967" cy="452290"/>
                  <a:chOff x="-4309926" y="4982462"/>
                  <a:chExt cx="154967" cy="452290"/>
                </a:xfrm>
                <a:solidFill>
                  <a:srgbClr val="000000"/>
                </a:solidFill>
              </p:grpSpPr>
              <p:sp>
                <p:nvSpPr>
                  <p:cNvPr id="275" name="Freeform: Shape 274">
                    <a:extLst>
                      <a:ext uri="{FF2B5EF4-FFF2-40B4-BE49-F238E27FC236}">
                        <a16:creationId xmlns:a16="http://schemas.microsoft.com/office/drawing/2014/main" id="{57A9059F-C7EC-6ECA-BA7D-AF1822C4A5ED}"/>
                      </a:ext>
                    </a:extLst>
                  </p:cNvPr>
                  <p:cNvSpPr/>
                  <p:nvPr/>
                </p:nvSpPr>
                <p:spPr>
                  <a:xfrm>
                    <a:off x="-4232372" y="4982462"/>
                    <a:ext cx="30753" cy="107388"/>
                  </a:xfrm>
                  <a:custGeom>
                    <a:avLst/>
                    <a:gdLst>
                      <a:gd name="connsiteX0" fmla="*/ 21 w 30753"/>
                      <a:gd name="connsiteY0" fmla="*/ 93 h 107388"/>
                      <a:gd name="connsiteX1" fmla="*/ 21 w 30753"/>
                      <a:gd name="connsiteY1" fmla="*/ 107481 h 107388"/>
                    </a:gdLst>
                    <a:ahLst/>
                    <a:cxnLst>
                      <a:cxn ang="0">
                        <a:pos x="connsiteX0" y="connsiteY0"/>
                      </a:cxn>
                      <a:cxn ang="0">
                        <a:pos x="connsiteX1" y="connsiteY1"/>
                      </a:cxn>
                    </a:cxnLst>
                    <a:rect l="l" t="t" r="r" b="b"/>
                    <a:pathLst>
                      <a:path w="30753" h="107388">
                        <a:moveTo>
                          <a:pt x="21" y="93"/>
                        </a:moveTo>
                        <a:lnTo>
                          <a:pt x="21" y="10748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76" name="Freeform: Shape 275">
                    <a:extLst>
                      <a:ext uri="{FF2B5EF4-FFF2-40B4-BE49-F238E27FC236}">
                        <a16:creationId xmlns:a16="http://schemas.microsoft.com/office/drawing/2014/main" id="{5DC008FB-70DB-8FBC-2592-AA5781901D5A}"/>
                      </a:ext>
                    </a:extLst>
                  </p:cNvPr>
                  <p:cNvSpPr/>
                  <p:nvPr/>
                </p:nvSpPr>
                <p:spPr>
                  <a:xfrm flipV="1">
                    <a:off x="-4309926" y="5202669"/>
                    <a:ext cx="154967" cy="232084"/>
                  </a:xfrm>
                  <a:custGeom>
                    <a:avLst/>
                    <a:gdLst>
                      <a:gd name="connsiteX0" fmla="*/ 75446 w 154967"/>
                      <a:gd name="connsiteY0" fmla="*/ 205888 h 232084"/>
                      <a:gd name="connsiteX1" fmla="*/ 40224 w 154967"/>
                      <a:gd name="connsiteY1" fmla="*/ 182876 h 232084"/>
                      <a:gd name="connsiteX2" fmla="*/ 28451 w 154967"/>
                      <a:gd name="connsiteY2" fmla="*/ 113744 h 232084"/>
                      <a:gd name="connsiteX3" fmla="*/ 40224 w 154967"/>
                      <a:gd name="connsiteY3" fmla="*/ 44757 h 232084"/>
                      <a:gd name="connsiteX4" fmla="*/ 75446 w 154967"/>
                      <a:gd name="connsiteY4" fmla="*/ 21745 h 232084"/>
                      <a:gd name="connsiteX5" fmla="*/ 110812 w 154967"/>
                      <a:gd name="connsiteY5" fmla="*/ 44757 h 232084"/>
                      <a:gd name="connsiteX6" fmla="*/ 122633 w 154967"/>
                      <a:gd name="connsiteY6" fmla="*/ 113744 h 232084"/>
                      <a:gd name="connsiteX7" fmla="*/ 110812 w 154967"/>
                      <a:gd name="connsiteY7" fmla="*/ 182876 h 232084"/>
                      <a:gd name="connsiteX8" fmla="*/ 75446 w 154967"/>
                      <a:gd name="connsiteY8" fmla="*/ 205888 h 232084"/>
                      <a:gd name="connsiteX9" fmla="*/ 75446 w 154967"/>
                      <a:gd name="connsiteY9" fmla="*/ 229859 h 232084"/>
                      <a:gd name="connsiteX10" fmla="*/ 133060 w 154967"/>
                      <a:gd name="connsiteY10" fmla="*/ 200087 h 232084"/>
                      <a:gd name="connsiteX11" fmla="*/ 152954 w 154967"/>
                      <a:gd name="connsiteY11" fmla="*/ 113744 h 232084"/>
                      <a:gd name="connsiteX12" fmla="*/ 133060 w 154967"/>
                      <a:gd name="connsiteY12" fmla="*/ 27498 h 232084"/>
                      <a:gd name="connsiteX13" fmla="*/ 75446 w 154967"/>
                      <a:gd name="connsiteY13" fmla="*/ -2226 h 232084"/>
                      <a:gd name="connsiteX14" fmla="*/ 17880 w 154967"/>
                      <a:gd name="connsiteY14" fmla="*/ 27498 h 232084"/>
                      <a:gd name="connsiteX15" fmla="*/ -2014 w 154967"/>
                      <a:gd name="connsiteY15" fmla="*/ 113744 h 232084"/>
                      <a:gd name="connsiteX16" fmla="*/ 17880 w 154967"/>
                      <a:gd name="connsiteY16" fmla="*/ 200087 h 232084"/>
                      <a:gd name="connsiteX17" fmla="*/ 75446 w 154967"/>
                      <a:gd name="connsiteY17" fmla="*/ 229859 h 23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967" h="232084">
                        <a:moveTo>
                          <a:pt x="75446" y="205888"/>
                        </a:moveTo>
                        <a:cubicBezTo>
                          <a:pt x="59845" y="205888"/>
                          <a:pt x="48104" y="198217"/>
                          <a:pt x="40224" y="182876"/>
                        </a:cubicBezTo>
                        <a:cubicBezTo>
                          <a:pt x="32375" y="167567"/>
                          <a:pt x="28451" y="144523"/>
                          <a:pt x="28451" y="113744"/>
                        </a:cubicBezTo>
                        <a:cubicBezTo>
                          <a:pt x="28451" y="83094"/>
                          <a:pt x="32375" y="60098"/>
                          <a:pt x="40224" y="44757"/>
                        </a:cubicBezTo>
                        <a:cubicBezTo>
                          <a:pt x="48104" y="29415"/>
                          <a:pt x="59845" y="21745"/>
                          <a:pt x="75446" y="21745"/>
                        </a:cubicBezTo>
                        <a:cubicBezTo>
                          <a:pt x="91175" y="21745"/>
                          <a:pt x="102964" y="29415"/>
                          <a:pt x="110812" y="44757"/>
                        </a:cubicBezTo>
                        <a:cubicBezTo>
                          <a:pt x="118693" y="60098"/>
                          <a:pt x="122633" y="83094"/>
                          <a:pt x="122633" y="113744"/>
                        </a:cubicBezTo>
                        <a:cubicBezTo>
                          <a:pt x="122633" y="144523"/>
                          <a:pt x="118693" y="167567"/>
                          <a:pt x="110812" y="182876"/>
                        </a:cubicBezTo>
                        <a:cubicBezTo>
                          <a:pt x="102964" y="198217"/>
                          <a:pt x="91175" y="205888"/>
                          <a:pt x="75446" y="205888"/>
                        </a:cubicBezTo>
                        <a:close/>
                        <a:moveTo>
                          <a:pt x="75446" y="229859"/>
                        </a:moveTo>
                        <a:cubicBezTo>
                          <a:pt x="100593" y="229859"/>
                          <a:pt x="119798" y="219935"/>
                          <a:pt x="133060" y="200087"/>
                        </a:cubicBezTo>
                        <a:cubicBezTo>
                          <a:pt x="146322" y="180271"/>
                          <a:pt x="152954" y="151490"/>
                          <a:pt x="152954" y="113744"/>
                        </a:cubicBezTo>
                        <a:cubicBezTo>
                          <a:pt x="152954" y="76095"/>
                          <a:pt x="146322" y="47345"/>
                          <a:pt x="133060" y="27498"/>
                        </a:cubicBezTo>
                        <a:cubicBezTo>
                          <a:pt x="119798" y="7682"/>
                          <a:pt x="100593" y="-2226"/>
                          <a:pt x="75446" y="-2226"/>
                        </a:cubicBezTo>
                        <a:cubicBezTo>
                          <a:pt x="50330" y="-2226"/>
                          <a:pt x="31142" y="7682"/>
                          <a:pt x="17880" y="27498"/>
                        </a:cubicBezTo>
                        <a:cubicBezTo>
                          <a:pt x="4617" y="47345"/>
                          <a:pt x="-2014" y="76095"/>
                          <a:pt x="-2014" y="113744"/>
                        </a:cubicBezTo>
                        <a:cubicBezTo>
                          <a:pt x="-2014" y="151490"/>
                          <a:pt x="4617" y="180271"/>
                          <a:pt x="17880" y="200087"/>
                        </a:cubicBezTo>
                        <a:cubicBezTo>
                          <a:pt x="31142" y="219935"/>
                          <a:pt x="50330" y="229859"/>
                          <a:pt x="75446" y="229859"/>
                        </a:cubicBezTo>
                        <a:close/>
                      </a:path>
                    </a:pathLst>
                  </a:custGeom>
                  <a:solidFill>
                    <a:srgbClr val="000000"/>
                  </a:solidFill>
                  <a:ln w="48" cap="flat">
                    <a:noFill/>
                    <a:prstDash val="solid"/>
                    <a:round/>
                  </a:ln>
                </p:spPr>
                <p:txBody>
                  <a:bodyPr rtlCol="0" anchor="ctr"/>
                  <a:lstStyle/>
                  <a:p>
                    <a:endParaRPr lang="en-US" sz="3600"/>
                  </a:p>
                </p:txBody>
              </p:sp>
            </p:grpSp>
            <p:grpSp>
              <p:nvGrpSpPr>
                <p:cNvPr id="272" name="Graphic 2">
                  <a:extLst>
                    <a:ext uri="{FF2B5EF4-FFF2-40B4-BE49-F238E27FC236}">
                      <a16:creationId xmlns:a16="http://schemas.microsoft.com/office/drawing/2014/main" id="{BF65C058-2DBA-9709-D5EB-8BE6D005E176}"/>
                    </a:ext>
                  </a:extLst>
                </p:cNvPr>
                <p:cNvGrpSpPr/>
                <p:nvPr/>
              </p:nvGrpSpPr>
              <p:grpSpPr>
                <a:xfrm>
                  <a:off x="-1788804" y="4982462"/>
                  <a:ext cx="133488" cy="447928"/>
                  <a:chOff x="-1788804" y="4982462"/>
                  <a:chExt cx="133488" cy="447928"/>
                </a:xfrm>
                <a:solidFill>
                  <a:srgbClr val="000000"/>
                </a:solidFill>
              </p:grpSpPr>
              <p:sp>
                <p:nvSpPr>
                  <p:cNvPr id="273" name="Freeform: Shape 272">
                    <a:extLst>
                      <a:ext uri="{FF2B5EF4-FFF2-40B4-BE49-F238E27FC236}">
                        <a16:creationId xmlns:a16="http://schemas.microsoft.com/office/drawing/2014/main" id="{E1A03D70-C066-CCEC-0883-D64984EDC691}"/>
                      </a:ext>
                    </a:extLst>
                  </p:cNvPr>
                  <p:cNvSpPr/>
                  <p:nvPr/>
                </p:nvSpPr>
                <p:spPr>
                  <a:xfrm>
                    <a:off x="-1724737" y="4982462"/>
                    <a:ext cx="30753" cy="107388"/>
                  </a:xfrm>
                  <a:custGeom>
                    <a:avLst/>
                    <a:gdLst>
                      <a:gd name="connsiteX0" fmla="*/ 102 w 30753"/>
                      <a:gd name="connsiteY0" fmla="*/ 93 h 107388"/>
                      <a:gd name="connsiteX1" fmla="*/ 102 w 30753"/>
                      <a:gd name="connsiteY1" fmla="*/ 107481 h 107388"/>
                    </a:gdLst>
                    <a:ahLst/>
                    <a:cxnLst>
                      <a:cxn ang="0">
                        <a:pos x="connsiteX0" y="connsiteY0"/>
                      </a:cxn>
                      <a:cxn ang="0">
                        <a:pos x="connsiteX1" y="connsiteY1"/>
                      </a:cxn>
                    </a:cxnLst>
                    <a:rect l="l" t="t" r="r" b="b"/>
                    <a:pathLst>
                      <a:path w="30753" h="107388">
                        <a:moveTo>
                          <a:pt x="102" y="93"/>
                        </a:moveTo>
                        <a:lnTo>
                          <a:pt x="102" y="10748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74" name="Freeform: Shape 273">
                    <a:extLst>
                      <a:ext uri="{FF2B5EF4-FFF2-40B4-BE49-F238E27FC236}">
                        <a16:creationId xmlns:a16="http://schemas.microsoft.com/office/drawing/2014/main" id="{D2E04C10-4CF5-E264-1753-78456A264B7C}"/>
                      </a:ext>
                    </a:extLst>
                  </p:cNvPr>
                  <p:cNvSpPr/>
                  <p:nvPr/>
                </p:nvSpPr>
                <p:spPr>
                  <a:xfrm flipV="1">
                    <a:off x="-1788804" y="5206696"/>
                    <a:ext cx="133488" cy="223694"/>
                  </a:xfrm>
                  <a:custGeom>
                    <a:avLst/>
                    <a:gdLst>
                      <a:gd name="connsiteX0" fmla="*/ 2383 w 133488"/>
                      <a:gd name="connsiteY0" fmla="*/ 23227 h 223694"/>
                      <a:gd name="connsiteX1" fmla="*/ 51924 w 133488"/>
                      <a:gd name="connsiteY1" fmla="*/ 23227 h 223694"/>
                      <a:gd name="connsiteX2" fmla="*/ 51924 w 133488"/>
                      <a:gd name="connsiteY2" fmla="*/ 193899 h 223694"/>
                      <a:gd name="connsiteX3" fmla="*/ -1990 w 133488"/>
                      <a:gd name="connsiteY3" fmla="*/ 183112 h 223694"/>
                      <a:gd name="connsiteX4" fmla="*/ -1990 w 133488"/>
                      <a:gd name="connsiteY4" fmla="*/ 210679 h 223694"/>
                      <a:gd name="connsiteX5" fmla="*/ 51636 w 133488"/>
                      <a:gd name="connsiteY5" fmla="*/ 221465 h 223694"/>
                      <a:gd name="connsiteX6" fmla="*/ 81957 w 133488"/>
                      <a:gd name="connsiteY6" fmla="*/ 221465 h 223694"/>
                      <a:gd name="connsiteX7" fmla="*/ 81957 w 133488"/>
                      <a:gd name="connsiteY7" fmla="*/ 23227 h 223694"/>
                      <a:gd name="connsiteX8" fmla="*/ 131498 w 133488"/>
                      <a:gd name="connsiteY8" fmla="*/ 23227 h 223694"/>
                      <a:gd name="connsiteX9" fmla="*/ 131498 w 133488"/>
                      <a:gd name="connsiteY9" fmla="*/ -2230 h 223694"/>
                      <a:gd name="connsiteX10" fmla="*/ 2383 w 133488"/>
                      <a:gd name="connsiteY10" fmla="*/ -2230 h 223694"/>
                      <a:gd name="connsiteX11" fmla="*/ 2383 w 133488"/>
                      <a:gd name="connsiteY11" fmla="*/ 23227 h 22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488" h="223694">
                        <a:moveTo>
                          <a:pt x="2383" y="23227"/>
                        </a:moveTo>
                        <a:lnTo>
                          <a:pt x="51924" y="23227"/>
                        </a:lnTo>
                        <a:lnTo>
                          <a:pt x="51924" y="193899"/>
                        </a:lnTo>
                        <a:lnTo>
                          <a:pt x="-1990" y="183112"/>
                        </a:lnTo>
                        <a:lnTo>
                          <a:pt x="-1990" y="210679"/>
                        </a:lnTo>
                        <a:lnTo>
                          <a:pt x="51636" y="221465"/>
                        </a:lnTo>
                        <a:lnTo>
                          <a:pt x="81957" y="221465"/>
                        </a:lnTo>
                        <a:lnTo>
                          <a:pt x="81957" y="23227"/>
                        </a:lnTo>
                        <a:lnTo>
                          <a:pt x="131498" y="23227"/>
                        </a:lnTo>
                        <a:lnTo>
                          <a:pt x="131498" y="-2230"/>
                        </a:lnTo>
                        <a:lnTo>
                          <a:pt x="2383" y="-2230"/>
                        </a:lnTo>
                        <a:lnTo>
                          <a:pt x="2383" y="23227"/>
                        </a:lnTo>
                        <a:close/>
                      </a:path>
                    </a:pathLst>
                  </a:custGeom>
                  <a:solidFill>
                    <a:srgbClr val="000000"/>
                  </a:solidFill>
                  <a:ln w="48" cap="flat">
                    <a:noFill/>
                    <a:prstDash val="solid"/>
                    <a:round/>
                  </a:ln>
                </p:spPr>
                <p:txBody>
                  <a:bodyPr rtlCol="0" anchor="ctr"/>
                  <a:lstStyle/>
                  <a:p>
                    <a:endParaRPr lang="en-US" sz="3600"/>
                  </a:p>
                </p:txBody>
              </p:sp>
            </p:grpSp>
          </p:grpSp>
          <p:grpSp>
            <p:nvGrpSpPr>
              <p:cNvPr id="259" name="Graphic 2">
                <a:extLst>
                  <a:ext uri="{FF2B5EF4-FFF2-40B4-BE49-F238E27FC236}">
                    <a16:creationId xmlns:a16="http://schemas.microsoft.com/office/drawing/2014/main" id="{CE0C2AFF-0B63-CDB9-F5FA-62BF5676D0C9}"/>
                  </a:ext>
                </a:extLst>
              </p:cNvPr>
              <p:cNvGrpSpPr/>
              <p:nvPr/>
            </p:nvGrpSpPr>
            <p:grpSpPr>
              <a:xfrm>
                <a:off x="-4623034" y="2373482"/>
                <a:ext cx="390662" cy="2729912"/>
                <a:chOff x="-4623034" y="2373482"/>
                <a:chExt cx="390662" cy="2729912"/>
              </a:xfrm>
              <a:solidFill>
                <a:srgbClr val="000000"/>
              </a:solidFill>
            </p:grpSpPr>
            <p:grpSp>
              <p:nvGrpSpPr>
                <p:cNvPr id="265" name="Graphic 2">
                  <a:extLst>
                    <a:ext uri="{FF2B5EF4-FFF2-40B4-BE49-F238E27FC236}">
                      <a16:creationId xmlns:a16="http://schemas.microsoft.com/office/drawing/2014/main" id="{410E4542-950D-6C90-71EE-E6ABA4C5C746}"/>
                    </a:ext>
                  </a:extLst>
                </p:cNvPr>
                <p:cNvGrpSpPr/>
                <p:nvPr/>
              </p:nvGrpSpPr>
              <p:grpSpPr>
                <a:xfrm>
                  <a:off x="-4623034" y="4871310"/>
                  <a:ext cx="390662" cy="232084"/>
                  <a:chOff x="-4623034" y="4871310"/>
                  <a:chExt cx="390662" cy="232084"/>
                </a:xfrm>
                <a:solidFill>
                  <a:srgbClr val="000000"/>
                </a:solidFill>
              </p:grpSpPr>
              <p:sp>
                <p:nvSpPr>
                  <p:cNvPr id="269" name="Freeform: Shape 268">
                    <a:extLst>
                      <a:ext uri="{FF2B5EF4-FFF2-40B4-BE49-F238E27FC236}">
                        <a16:creationId xmlns:a16="http://schemas.microsoft.com/office/drawing/2014/main" id="{A353ACFC-C21D-6A61-8C07-B27FD5DAB3F1}"/>
                      </a:ext>
                    </a:extLst>
                  </p:cNvPr>
                  <p:cNvSpPr/>
                  <p:nvPr/>
                </p:nvSpPr>
                <p:spPr>
                  <a:xfrm>
                    <a:off x="-4340008" y="4982462"/>
                    <a:ext cx="107636" cy="30682"/>
                  </a:xfrm>
                  <a:custGeom>
                    <a:avLst/>
                    <a:gdLst>
                      <a:gd name="connsiteX0" fmla="*/ 107657 w 107636"/>
                      <a:gd name="connsiteY0" fmla="*/ 93 h 30682"/>
                      <a:gd name="connsiteX1" fmla="*/ 21 w 107636"/>
                      <a:gd name="connsiteY1" fmla="*/ 93 h 30682"/>
                    </a:gdLst>
                    <a:ahLst/>
                    <a:cxnLst>
                      <a:cxn ang="0">
                        <a:pos x="connsiteX0" y="connsiteY0"/>
                      </a:cxn>
                      <a:cxn ang="0">
                        <a:pos x="connsiteX1" y="connsiteY1"/>
                      </a:cxn>
                    </a:cxnLst>
                    <a:rect l="l" t="t" r="r" b="b"/>
                    <a:pathLst>
                      <a:path w="107636" h="30682">
                        <a:moveTo>
                          <a:pt x="107657" y="93"/>
                        </a:moveTo>
                        <a:lnTo>
                          <a:pt x="21" y="93"/>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70" name="Freeform: Shape 269">
                    <a:extLst>
                      <a:ext uri="{FF2B5EF4-FFF2-40B4-BE49-F238E27FC236}">
                        <a16:creationId xmlns:a16="http://schemas.microsoft.com/office/drawing/2014/main" id="{E8CE2253-9397-805E-C58C-6D9750EA46D9}"/>
                      </a:ext>
                    </a:extLst>
                  </p:cNvPr>
                  <p:cNvSpPr/>
                  <p:nvPr/>
                </p:nvSpPr>
                <p:spPr>
                  <a:xfrm flipV="1">
                    <a:off x="-4623034" y="4871310"/>
                    <a:ext cx="154967" cy="232084"/>
                  </a:xfrm>
                  <a:custGeom>
                    <a:avLst/>
                    <a:gdLst>
                      <a:gd name="connsiteX0" fmla="*/ 75436 w 154967"/>
                      <a:gd name="connsiteY0" fmla="*/ 205877 h 232084"/>
                      <a:gd name="connsiteX1" fmla="*/ 40214 w 154967"/>
                      <a:gd name="connsiteY1" fmla="*/ 182865 h 232084"/>
                      <a:gd name="connsiteX2" fmla="*/ 28441 w 154967"/>
                      <a:gd name="connsiteY2" fmla="*/ 113734 h 232084"/>
                      <a:gd name="connsiteX3" fmla="*/ 40214 w 154967"/>
                      <a:gd name="connsiteY3" fmla="*/ 44746 h 232084"/>
                      <a:gd name="connsiteX4" fmla="*/ 75436 w 154967"/>
                      <a:gd name="connsiteY4" fmla="*/ 21734 h 232084"/>
                      <a:gd name="connsiteX5" fmla="*/ 110802 w 154967"/>
                      <a:gd name="connsiteY5" fmla="*/ 44746 h 232084"/>
                      <a:gd name="connsiteX6" fmla="*/ 122623 w 154967"/>
                      <a:gd name="connsiteY6" fmla="*/ 113734 h 232084"/>
                      <a:gd name="connsiteX7" fmla="*/ 110802 w 154967"/>
                      <a:gd name="connsiteY7" fmla="*/ 182865 h 232084"/>
                      <a:gd name="connsiteX8" fmla="*/ 75436 w 154967"/>
                      <a:gd name="connsiteY8" fmla="*/ 205877 h 232084"/>
                      <a:gd name="connsiteX9" fmla="*/ 75436 w 154967"/>
                      <a:gd name="connsiteY9" fmla="*/ 229848 h 232084"/>
                      <a:gd name="connsiteX10" fmla="*/ 133050 w 154967"/>
                      <a:gd name="connsiteY10" fmla="*/ 200076 h 232084"/>
                      <a:gd name="connsiteX11" fmla="*/ 152943 w 154967"/>
                      <a:gd name="connsiteY11" fmla="*/ 113734 h 232084"/>
                      <a:gd name="connsiteX12" fmla="*/ 133050 w 154967"/>
                      <a:gd name="connsiteY12" fmla="*/ 27487 h 232084"/>
                      <a:gd name="connsiteX13" fmla="*/ 75436 w 154967"/>
                      <a:gd name="connsiteY13" fmla="*/ -2237 h 232084"/>
                      <a:gd name="connsiteX14" fmla="*/ 17869 w 154967"/>
                      <a:gd name="connsiteY14" fmla="*/ 27487 h 232084"/>
                      <a:gd name="connsiteX15" fmla="*/ -2024 w 154967"/>
                      <a:gd name="connsiteY15" fmla="*/ 113734 h 232084"/>
                      <a:gd name="connsiteX16" fmla="*/ 17869 w 154967"/>
                      <a:gd name="connsiteY16" fmla="*/ 200076 h 232084"/>
                      <a:gd name="connsiteX17" fmla="*/ 75436 w 154967"/>
                      <a:gd name="connsiteY17" fmla="*/ 229848 h 23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967" h="232084">
                        <a:moveTo>
                          <a:pt x="75436" y="205877"/>
                        </a:moveTo>
                        <a:cubicBezTo>
                          <a:pt x="59835" y="205877"/>
                          <a:pt x="48094" y="198207"/>
                          <a:pt x="40214" y="182865"/>
                        </a:cubicBezTo>
                        <a:cubicBezTo>
                          <a:pt x="32365" y="167556"/>
                          <a:pt x="28441" y="144512"/>
                          <a:pt x="28441" y="113734"/>
                        </a:cubicBezTo>
                        <a:cubicBezTo>
                          <a:pt x="28441" y="83083"/>
                          <a:pt x="32365" y="60087"/>
                          <a:pt x="40214" y="44746"/>
                        </a:cubicBezTo>
                        <a:cubicBezTo>
                          <a:pt x="48094" y="29405"/>
                          <a:pt x="59835" y="21734"/>
                          <a:pt x="75436" y="21734"/>
                        </a:cubicBezTo>
                        <a:cubicBezTo>
                          <a:pt x="91164" y="21734"/>
                          <a:pt x="102954" y="29405"/>
                          <a:pt x="110802" y="44746"/>
                        </a:cubicBezTo>
                        <a:cubicBezTo>
                          <a:pt x="118682" y="60087"/>
                          <a:pt x="122623" y="83083"/>
                          <a:pt x="122623" y="113734"/>
                        </a:cubicBezTo>
                        <a:cubicBezTo>
                          <a:pt x="122623" y="144512"/>
                          <a:pt x="118682" y="167556"/>
                          <a:pt x="110802" y="182865"/>
                        </a:cubicBezTo>
                        <a:cubicBezTo>
                          <a:pt x="102954" y="198207"/>
                          <a:pt x="91164" y="205877"/>
                          <a:pt x="75436" y="205877"/>
                        </a:cubicBezTo>
                        <a:close/>
                        <a:moveTo>
                          <a:pt x="75436" y="229848"/>
                        </a:moveTo>
                        <a:cubicBezTo>
                          <a:pt x="100583" y="229848"/>
                          <a:pt x="119788" y="219924"/>
                          <a:pt x="133050" y="200076"/>
                        </a:cubicBezTo>
                        <a:cubicBezTo>
                          <a:pt x="146312" y="180261"/>
                          <a:pt x="152943" y="151479"/>
                          <a:pt x="152943" y="113734"/>
                        </a:cubicBezTo>
                        <a:cubicBezTo>
                          <a:pt x="152943" y="76084"/>
                          <a:pt x="146312" y="47335"/>
                          <a:pt x="133050" y="27487"/>
                        </a:cubicBezTo>
                        <a:cubicBezTo>
                          <a:pt x="119788" y="7671"/>
                          <a:pt x="100583" y="-2237"/>
                          <a:pt x="75436" y="-2237"/>
                        </a:cubicBezTo>
                        <a:cubicBezTo>
                          <a:pt x="50320" y="-2237"/>
                          <a:pt x="31132" y="7671"/>
                          <a:pt x="17869" y="27487"/>
                        </a:cubicBezTo>
                        <a:cubicBezTo>
                          <a:pt x="4607" y="47335"/>
                          <a:pt x="-2024" y="76084"/>
                          <a:pt x="-2024" y="113734"/>
                        </a:cubicBezTo>
                        <a:cubicBezTo>
                          <a:pt x="-2024" y="151479"/>
                          <a:pt x="4607" y="180261"/>
                          <a:pt x="17869" y="200076"/>
                        </a:cubicBezTo>
                        <a:cubicBezTo>
                          <a:pt x="31132" y="219924"/>
                          <a:pt x="50320" y="229848"/>
                          <a:pt x="75436" y="229848"/>
                        </a:cubicBezTo>
                        <a:close/>
                      </a:path>
                    </a:pathLst>
                  </a:custGeom>
                  <a:solidFill>
                    <a:srgbClr val="000000"/>
                  </a:solidFill>
                  <a:ln w="48" cap="flat">
                    <a:noFill/>
                    <a:prstDash val="solid"/>
                    <a:round/>
                  </a:ln>
                </p:spPr>
                <p:txBody>
                  <a:bodyPr rtlCol="0" anchor="ctr"/>
                  <a:lstStyle/>
                  <a:p>
                    <a:endParaRPr lang="en-US" sz="3600"/>
                  </a:p>
                </p:txBody>
              </p:sp>
            </p:grpSp>
            <p:grpSp>
              <p:nvGrpSpPr>
                <p:cNvPr id="266" name="Graphic 2">
                  <a:extLst>
                    <a:ext uri="{FF2B5EF4-FFF2-40B4-BE49-F238E27FC236}">
                      <a16:creationId xmlns:a16="http://schemas.microsoft.com/office/drawing/2014/main" id="{DD34F10F-266B-DCB8-777B-91B1488CD103}"/>
                    </a:ext>
                  </a:extLst>
                </p:cNvPr>
                <p:cNvGrpSpPr/>
                <p:nvPr/>
              </p:nvGrpSpPr>
              <p:grpSpPr>
                <a:xfrm>
                  <a:off x="-4609532" y="2373482"/>
                  <a:ext cx="377159" cy="223694"/>
                  <a:chOff x="-4609532" y="2373482"/>
                  <a:chExt cx="377159" cy="223694"/>
                </a:xfrm>
                <a:solidFill>
                  <a:srgbClr val="000000"/>
                </a:solidFill>
              </p:grpSpPr>
              <p:sp>
                <p:nvSpPr>
                  <p:cNvPr id="267" name="Freeform: Shape 266">
                    <a:extLst>
                      <a:ext uri="{FF2B5EF4-FFF2-40B4-BE49-F238E27FC236}">
                        <a16:creationId xmlns:a16="http://schemas.microsoft.com/office/drawing/2014/main" id="{E27A7AB6-5DA2-2819-C49A-5468DE99A876}"/>
                      </a:ext>
                    </a:extLst>
                  </p:cNvPr>
                  <p:cNvSpPr/>
                  <p:nvPr/>
                </p:nvSpPr>
                <p:spPr>
                  <a:xfrm>
                    <a:off x="-4340008" y="2480608"/>
                    <a:ext cx="107636" cy="30682"/>
                  </a:xfrm>
                  <a:custGeom>
                    <a:avLst/>
                    <a:gdLst>
                      <a:gd name="connsiteX0" fmla="*/ 107657 w 107636"/>
                      <a:gd name="connsiteY0" fmla="*/ 11 h 30682"/>
                      <a:gd name="connsiteX1" fmla="*/ 21 w 107636"/>
                      <a:gd name="connsiteY1" fmla="*/ 11 h 30682"/>
                    </a:gdLst>
                    <a:ahLst/>
                    <a:cxnLst>
                      <a:cxn ang="0">
                        <a:pos x="connsiteX0" y="connsiteY0"/>
                      </a:cxn>
                      <a:cxn ang="0">
                        <a:pos x="connsiteX1" y="connsiteY1"/>
                      </a:cxn>
                    </a:cxnLst>
                    <a:rect l="l" t="t" r="r" b="b"/>
                    <a:pathLst>
                      <a:path w="107636" h="30682">
                        <a:moveTo>
                          <a:pt x="107657" y="11"/>
                        </a:moveTo>
                        <a:lnTo>
                          <a:pt x="21" y="1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68" name="Freeform: Shape 267">
                    <a:extLst>
                      <a:ext uri="{FF2B5EF4-FFF2-40B4-BE49-F238E27FC236}">
                        <a16:creationId xmlns:a16="http://schemas.microsoft.com/office/drawing/2014/main" id="{4E1C09F3-1F5B-3725-A42C-0A6FF97A9F7D}"/>
                      </a:ext>
                    </a:extLst>
                  </p:cNvPr>
                  <p:cNvSpPr/>
                  <p:nvPr/>
                </p:nvSpPr>
                <p:spPr>
                  <a:xfrm flipV="1">
                    <a:off x="-4609532" y="2373482"/>
                    <a:ext cx="133488" cy="223694"/>
                  </a:xfrm>
                  <a:custGeom>
                    <a:avLst/>
                    <a:gdLst>
                      <a:gd name="connsiteX0" fmla="*/ 2291 w 133488"/>
                      <a:gd name="connsiteY0" fmla="*/ 23135 h 223694"/>
                      <a:gd name="connsiteX1" fmla="*/ 51833 w 133488"/>
                      <a:gd name="connsiteY1" fmla="*/ 23135 h 223694"/>
                      <a:gd name="connsiteX2" fmla="*/ 51833 w 133488"/>
                      <a:gd name="connsiteY2" fmla="*/ 193807 h 223694"/>
                      <a:gd name="connsiteX3" fmla="*/ -2082 w 133488"/>
                      <a:gd name="connsiteY3" fmla="*/ 183020 h 223694"/>
                      <a:gd name="connsiteX4" fmla="*/ -2082 w 133488"/>
                      <a:gd name="connsiteY4" fmla="*/ 210586 h 223694"/>
                      <a:gd name="connsiteX5" fmla="*/ 51544 w 133488"/>
                      <a:gd name="connsiteY5" fmla="*/ 221373 h 223694"/>
                      <a:gd name="connsiteX6" fmla="*/ 81865 w 133488"/>
                      <a:gd name="connsiteY6" fmla="*/ 221373 h 223694"/>
                      <a:gd name="connsiteX7" fmla="*/ 81865 w 133488"/>
                      <a:gd name="connsiteY7" fmla="*/ 23135 h 223694"/>
                      <a:gd name="connsiteX8" fmla="*/ 131407 w 133488"/>
                      <a:gd name="connsiteY8" fmla="*/ 23135 h 223694"/>
                      <a:gd name="connsiteX9" fmla="*/ 131407 w 133488"/>
                      <a:gd name="connsiteY9" fmla="*/ -2322 h 223694"/>
                      <a:gd name="connsiteX10" fmla="*/ 2291 w 133488"/>
                      <a:gd name="connsiteY10" fmla="*/ -2322 h 223694"/>
                      <a:gd name="connsiteX11" fmla="*/ 2291 w 133488"/>
                      <a:gd name="connsiteY11" fmla="*/ 23135 h 22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488" h="223694">
                        <a:moveTo>
                          <a:pt x="2291" y="23135"/>
                        </a:moveTo>
                        <a:lnTo>
                          <a:pt x="51833" y="23135"/>
                        </a:lnTo>
                        <a:lnTo>
                          <a:pt x="51833" y="193807"/>
                        </a:lnTo>
                        <a:lnTo>
                          <a:pt x="-2082" y="183020"/>
                        </a:lnTo>
                        <a:lnTo>
                          <a:pt x="-2082" y="210586"/>
                        </a:lnTo>
                        <a:lnTo>
                          <a:pt x="51544" y="221373"/>
                        </a:lnTo>
                        <a:lnTo>
                          <a:pt x="81865" y="221373"/>
                        </a:lnTo>
                        <a:lnTo>
                          <a:pt x="81865" y="23135"/>
                        </a:lnTo>
                        <a:lnTo>
                          <a:pt x="131407" y="23135"/>
                        </a:lnTo>
                        <a:lnTo>
                          <a:pt x="131407" y="-2322"/>
                        </a:lnTo>
                        <a:lnTo>
                          <a:pt x="2291" y="-2322"/>
                        </a:lnTo>
                        <a:lnTo>
                          <a:pt x="2291" y="23135"/>
                        </a:lnTo>
                        <a:close/>
                      </a:path>
                    </a:pathLst>
                  </a:custGeom>
                  <a:solidFill>
                    <a:srgbClr val="000000"/>
                  </a:solidFill>
                  <a:ln w="48" cap="flat">
                    <a:noFill/>
                    <a:prstDash val="solid"/>
                    <a:round/>
                  </a:ln>
                </p:spPr>
                <p:txBody>
                  <a:bodyPr rtlCol="0" anchor="ctr"/>
                  <a:lstStyle/>
                  <a:p>
                    <a:endParaRPr lang="en-US" sz="3600"/>
                  </a:p>
                </p:txBody>
              </p:sp>
            </p:grpSp>
          </p:grpSp>
          <p:sp>
            <p:nvSpPr>
              <p:cNvPr id="260" name="Freeform: Shape 259">
                <a:extLst>
                  <a:ext uri="{FF2B5EF4-FFF2-40B4-BE49-F238E27FC236}">
                    <a16:creationId xmlns:a16="http://schemas.microsoft.com/office/drawing/2014/main" id="{2C5B8480-7C7F-6DA0-101F-38D04C3FE30C}"/>
                  </a:ext>
                </a:extLst>
              </p:cNvPr>
              <p:cNvSpPr/>
              <p:nvPr/>
            </p:nvSpPr>
            <p:spPr>
              <a:xfrm>
                <a:off x="-4232372" y="2480608"/>
                <a:ext cx="2507634" cy="2501854"/>
              </a:xfrm>
              <a:custGeom>
                <a:avLst/>
                <a:gdLst>
                  <a:gd name="connsiteX0" fmla="*/ 0 w 2507634"/>
                  <a:gd name="connsiteY0" fmla="*/ 0 h 2501854"/>
                  <a:gd name="connsiteX1" fmla="*/ 2507635 w 2507634"/>
                  <a:gd name="connsiteY1" fmla="*/ 2501855 h 2501854"/>
                </a:gdLst>
                <a:ahLst/>
                <a:cxnLst>
                  <a:cxn ang="0">
                    <a:pos x="connsiteX0" y="connsiteY0"/>
                  </a:cxn>
                  <a:cxn ang="0">
                    <a:pos x="connsiteX1" y="connsiteY1"/>
                  </a:cxn>
                </a:cxnLst>
                <a:rect l="l" t="t" r="r" b="b"/>
                <a:pathLst>
                  <a:path w="2507634" h="2501854">
                    <a:moveTo>
                      <a:pt x="0" y="0"/>
                    </a:moveTo>
                    <a:lnTo>
                      <a:pt x="2507635" y="2501855"/>
                    </a:lnTo>
                  </a:path>
                </a:pathLst>
              </a:custGeom>
              <a:noFill/>
              <a:ln w="30701" cap="flat">
                <a:solidFill>
                  <a:srgbClr val="000000"/>
                </a:solidFill>
                <a:custDash>
                  <a:ds d="277500" sp="120000"/>
                </a:custDash>
                <a:round/>
              </a:ln>
            </p:spPr>
            <p:txBody>
              <a:bodyPr rtlCol="0" anchor="ctr"/>
              <a:lstStyle/>
              <a:p>
                <a:endParaRPr lang="en-US" sz="3600"/>
              </a:p>
            </p:txBody>
          </p:sp>
          <p:sp>
            <p:nvSpPr>
              <p:cNvPr id="261" name="Freeform: Shape 260">
                <a:extLst>
                  <a:ext uri="{FF2B5EF4-FFF2-40B4-BE49-F238E27FC236}">
                    <a16:creationId xmlns:a16="http://schemas.microsoft.com/office/drawing/2014/main" id="{6CD02CDB-43CA-65A0-3C43-AFC4959ECA0D}"/>
                  </a:ext>
                </a:extLst>
              </p:cNvPr>
              <p:cNvSpPr/>
              <p:nvPr/>
            </p:nvSpPr>
            <p:spPr>
              <a:xfrm>
                <a:off x="-4232372" y="2480608"/>
                <a:ext cx="30753" cy="2501854"/>
              </a:xfrm>
              <a:custGeom>
                <a:avLst/>
                <a:gdLst>
                  <a:gd name="connsiteX0" fmla="*/ 0 w 30753"/>
                  <a:gd name="connsiteY0" fmla="*/ 2501855 h 2501854"/>
                  <a:gd name="connsiteX1" fmla="*/ 0 w 30753"/>
                  <a:gd name="connsiteY1" fmla="*/ 0 h 2501854"/>
                </a:gdLst>
                <a:ahLst/>
                <a:cxnLst>
                  <a:cxn ang="0">
                    <a:pos x="connsiteX0" y="connsiteY0"/>
                  </a:cxn>
                  <a:cxn ang="0">
                    <a:pos x="connsiteX1" y="connsiteY1"/>
                  </a:cxn>
                </a:cxnLst>
                <a:rect l="l" t="t" r="r" b="b"/>
                <a:pathLst>
                  <a:path w="30753" h="2501854">
                    <a:moveTo>
                      <a:pt x="0" y="2501855"/>
                    </a:moveTo>
                    <a:lnTo>
                      <a:pt x="0" y="0"/>
                    </a:lnTo>
                  </a:path>
                </a:pathLst>
              </a:custGeom>
              <a:noFill/>
              <a:ln w="24561" cap="sq">
                <a:solidFill>
                  <a:srgbClr val="000000"/>
                </a:solidFill>
                <a:prstDash val="solid"/>
                <a:miter/>
              </a:ln>
            </p:spPr>
            <p:txBody>
              <a:bodyPr rtlCol="0" anchor="ctr"/>
              <a:lstStyle/>
              <a:p>
                <a:endParaRPr lang="en-US" sz="3600"/>
              </a:p>
            </p:txBody>
          </p:sp>
          <p:sp>
            <p:nvSpPr>
              <p:cNvPr id="262" name="Freeform: Shape 261">
                <a:extLst>
                  <a:ext uri="{FF2B5EF4-FFF2-40B4-BE49-F238E27FC236}">
                    <a16:creationId xmlns:a16="http://schemas.microsoft.com/office/drawing/2014/main" id="{F59AB019-1FA5-6265-E777-854F9EDBEB47}"/>
                  </a:ext>
                </a:extLst>
              </p:cNvPr>
              <p:cNvSpPr/>
              <p:nvPr/>
            </p:nvSpPr>
            <p:spPr>
              <a:xfrm>
                <a:off x="-4232372" y="4982462"/>
                <a:ext cx="2507634" cy="30682"/>
              </a:xfrm>
              <a:custGeom>
                <a:avLst/>
                <a:gdLst>
                  <a:gd name="connsiteX0" fmla="*/ 0 w 2507634"/>
                  <a:gd name="connsiteY0" fmla="*/ 0 h 30682"/>
                  <a:gd name="connsiteX1" fmla="*/ 2507635 w 2507634"/>
                  <a:gd name="connsiteY1" fmla="*/ 0 h 30682"/>
                </a:gdLst>
                <a:ahLst/>
                <a:cxnLst>
                  <a:cxn ang="0">
                    <a:pos x="connsiteX0" y="connsiteY0"/>
                  </a:cxn>
                  <a:cxn ang="0">
                    <a:pos x="connsiteX1" y="connsiteY1"/>
                  </a:cxn>
                </a:cxnLst>
                <a:rect l="l" t="t" r="r" b="b"/>
                <a:pathLst>
                  <a:path w="2507634" h="30682">
                    <a:moveTo>
                      <a:pt x="0" y="0"/>
                    </a:moveTo>
                    <a:lnTo>
                      <a:pt x="2507635" y="0"/>
                    </a:lnTo>
                  </a:path>
                </a:pathLst>
              </a:custGeom>
              <a:noFill/>
              <a:ln w="24561" cap="sq">
                <a:solidFill>
                  <a:srgbClr val="000000"/>
                </a:solidFill>
                <a:prstDash val="solid"/>
                <a:miter/>
              </a:ln>
            </p:spPr>
            <p:txBody>
              <a:bodyPr rtlCol="0" anchor="ctr"/>
              <a:lstStyle/>
              <a:p>
                <a:endParaRPr lang="en-US" sz="3600"/>
              </a:p>
            </p:txBody>
          </p:sp>
          <p:cxnSp>
            <p:nvCxnSpPr>
              <p:cNvPr id="263" name="Straight Arrow Connector 262">
                <a:extLst>
                  <a:ext uri="{FF2B5EF4-FFF2-40B4-BE49-F238E27FC236}">
                    <a16:creationId xmlns:a16="http://schemas.microsoft.com/office/drawing/2014/main" id="{28991C2C-43BC-C98F-6CFD-320EC4C20036}"/>
                  </a:ext>
                </a:extLst>
              </p:cNvPr>
              <p:cNvCxnSpPr>
                <a:cxnSpLocks/>
              </p:cNvCxnSpPr>
              <p:nvPr/>
            </p:nvCxnSpPr>
            <p:spPr>
              <a:xfrm flipV="1">
                <a:off x="-3796484" y="3501923"/>
                <a:ext cx="578939" cy="578939"/>
              </a:xfrm>
              <a:prstGeom prst="straightConnector1">
                <a:avLst/>
              </a:prstGeom>
              <a:ln w="63500">
                <a:tailEnd type="triangle"/>
              </a:ln>
            </p:spPr>
            <p:style>
              <a:lnRef idx="2">
                <a:schemeClr val="dk1"/>
              </a:lnRef>
              <a:fillRef idx="0">
                <a:schemeClr val="dk1"/>
              </a:fillRef>
              <a:effectRef idx="1">
                <a:schemeClr val="dk1"/>
              </a:effectRef>
              <a:fontRef idx="minor">
                <a:schemeClr val="tx1"/>
              </a:fontRef>
            </p:style>
          </p:cxnSp>
          <p:cxnSp>
            <p:nvCxnSpPr>
              <p:cNvPr id="264" name="Straight Arrow Connector 263">
                <a:extLst>
                  <a:ext uri="{FF2B5EF4-FFF2-40B4-BE49-F238E27FC236}">
                    <a16:creationId xmlns:a16="http://schemas.microsoft.com/office/drawing/2014/main" id="{16DF4099-25F8-514B-7C25-9AA75A3EB4FD}"/>
                  </a:ext>
                </a:extLst>
              </p:cNvPr>
              <p:cNvCxnSpPr>
                <a:cxnSpLocks/>
              </p:cNvCxnSpPr>
              <p:nvPr/>
            </p:nvCxnSpPr>
            <p:spPr>
              <a:xfrm flipH="1" flipV="1">
                <a:off x="-3713268" y="2992443"/>
                <a:ext cx="495723" cy="503232"/>
              </a:xfrm>
              <a:prstGeom prst="straightConnector1">
                <a:avLst/>
              </a:prstGeom>
              <a:ln w="63500">
                <a:solidFill>
                  <a:srgbClr val="0070C0"/>
                </a:solidFill>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53" name="Google Shape;280;p4">
                  <a:extLst>
                    <a:ext uri="{FF2B5EF4-FFF2-40B4-BE49-F238E27FC236}">
                      <a16:creationId xmlns:a16="http://schemas.microsoft.com/office/drawing/2014/main" id="{9242DE91-1ABB-B694-EC51-D26CEF041097}"/>
                    </a:ext>
                  </a:extLst>
                </p:cNvPr>
                <p:cNvSpPr txBox="1"/>
                <p:nvPr/>
              </p:nvSpPr>
              <p:spPr>
                <a:xfrm>
                  <a:off x="5670338" y="1989498"/>
                  <a:ext cx="1554863" cy="391541"/>
                </a:xfrm>
                <a:prstGeom prst="rect">
                  <a:avLst/>
                </a:prstGeom>
                <a:noFill/>
                <a:ln>
                  <a:noFill/>
                </a:ln>
              </p:spPr>
              <p:txBody>
                <a:bodyPr spcFirstLastPara="1" wrap="square" lIns="68569" tIns="34275" rIns="68569" bIns="34275" anchor="t" anchorCtr="0">
                  <a:spAutoFit/>
                </a:bodyPr>
                <a:lstStyle/>
                <a:p>
                  <a:pPr/>
                  <a14:m>
                    <m:oMathPara xmlns:m="http://schemas.openxmlformats.org/officeDocument/2006/math">
                      <m:oMathParaPr>
                        <m:jc m:val="left"/>
                      </m:oMathParaPr>
                      <m:oMath>
                        <m:sSub>
                          <m:sSubPr>
                            <m:ctrlP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d>
                          <m:dPr>
                            <m:ctrlP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dPr>
                          <m:e>
                            <m:sSub>
                              <m:sSubPr>
                                <m:ctrlP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0</m:t>
                                </m:r>
                              </m:sub>
                            </m:sSub>
                          </m:e>
                        </m:d>
                      </m:oMath>
                      <m:oMath>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d>
                          <m:dPr>
                            <m:ctrlPr>
                              <a:rPr lang="ar-AE" sz="2400" b="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dPr>
                          <m:e>
                            <m:sSup>
                              <m:sSupPr>
                                <m:ctrlPr>
                                  <a:rPr lang="ar-AE" sz="2400" b="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pPr>
                              <m:e>
                                <m:r>
                                  <a:rPr lang="ar-AE" sz="2400" b="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p>
                                <m:r>
                                  <a:rPr lang="en-US" sz="24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𝑆</m:t>
                                </m:r>
                              </m:sup>
                            </m:sSup>
                            <m:r>
                              <a:rPr lang="en-US" sz="24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p>
                              <m:sSupPr>
                                <m:ctrlP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pPr>
                              <m:e>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p>
                                <m:r>
                                  <a:rPr lang="en-US" altLang="zh-CN"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𝑃</m:t>
                                </m:r>
                              </m:sup>
                            </m:sSup>
                          </m:e>
                        </m:d>
                      </m:oMath>
                    </m:oMathPara>
                  </a14:m>
                  <a:endParaRPr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3" name="Google Shape;280;p4">
                  <a:extLst>
                    <a:ext uri="{FF2B5EF4-FFF2-40B4-BE49-F238E27FC236}">
                      <a16:creationId xmlns:a16="http://schemas.microsoft.com/office/drawing/2014/main" id="{9242DE91-1ABB-B694-EC51-D26CEF041097}"/>
                    </a:ext>
                  </a:extLst>
                </p:cNvPr>
                <p:cNvSpPr txBox="1">
                  <a:spLocks noRot="1" noChangeAspect="1" noMove="1" noResize="1" noEditPoints="1" noAdjustHandles="1" noChangeArrowheads="1" noChangeShapeType="1" noTextEdit="1"/>
                </p:cNvSpPr>
                <p:nvPr/>
              </p:nvSpPr>
              <p:spPr>
                <a:xfrm>
                  <a:off x="5670338" y="1989498"/>
                  <a:ext cx="1554863" cy="391541"/>
                </a:xfrm>
                <a:prstGeom prst="rect">
                  <a:avLst/>
                </a:prstGeom>
                <a:blipFill>
                  <a:blip r:embed="rId11"/>
                  <a:stretch>
                    <a:fillRect l="-113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4" name="Google Shape;280;p4">
                  <a:extLst>
                    <a:ext uri="{FF2B5EF4-FFF2-40B4-BE49-F238E27FC236}">
                      <a16:creationId xmlns:a16="http://schemas.microsoft.com/office/drawing/2014/main" id="{D084E4CA-E549-FA30-592D-7945F39279A4}"/>
                    </a:ext>
                  </a:extLst>
                </p:cNvPr>
                <p:cNvSpPr txBox="1"/>
                <p:nvPr/>
              </p:nvSpPr>
              <p:spPr>
                <a:xfrm>
                  <a:off x="6266043" y="1400421"/>
                  <a:ext cx="386737" cy="212224"/>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
                          <m:sSubPr>
                            <m:ctrlP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r>
                          <a:rPr lang="en-US"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b>
                          <m:sSubPr>
                            <m:ctrlP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en-US" sz="24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oMath>
                    </m:oMathPara>
                  </a14:m>
                  <a:endParaRPr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4" name="Google Shape;280;p4">
                  <a:extLst>
                    <a:ext uri="{FF2B5EF4-FFF2-40B4-BE49-F238E27FC236}">
                      <a16:creationId xmlns:a16="http://schemas.microsoft.com/office/drawing/2014/main" id="{D084E4CA-E549-FA30-592D-7945F39279A4}"/>
                    </a:ext>
                  </a:extLst>
                </p:cNvPr>
                <p:cNvSpPr txBox="1">
                  <a:spLocks noRot="1" noChangeAspect="1" noMove="1" noResize="1" noEditPoints="1" noAdjustHandles="1" noChangeArrowheads="1" noChangeShapeType="1" noTextEdit="1"/>
                </p:cNvSpPr>
                <p:nvPr/>
              </p:nvSpPr>
              <p:spPr>
                <a:xfrm>
                  <a:off x="6266043" y="1400421"/>
                  <a:ext cx="386737" cy="212224"/>
                </a:xfrm>
                <a:prstGeom prst="rect">
                  <a:avLst/>
                </a:prstGeom>
                <a:blipFill>
                  <a:blip r:embed="rId12"/>
                  <a:stretch>
                    <a:fillRect l="-26718" r="-23664" b="-208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5" name="Google Shape;280;p4">
                  <a:extLst>
                    <a:ext uri="{FF2B5EF4-FFF2-40B4-BE49-F238E27FC236}">
                      <a16:creationId xmlns:a16="http://schemas.microsoft.com/office/drawing/2014/main" id="{E1FB5C96-C154-C548-70AA-4FE7F9ACADE0}"/>
                    </a:ext>
                  </a:extLst>
                </p:cNvPr>
                <p:cNvSpPr txBox="1"/>
                <p:nvPr/>
              </p:nvSpPr>
              <p:spPr>
                <a:xfrm>
                  <a:off x="5803226" y="983211"/>
                  <a:ext cx="386737" cy="212224"/>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
                          <m:sSubPr>
                            <m:ctrlP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b>
                          <m:sSubPr>
                            <m:ctrlP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en-US" sz="24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2</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oMath>
                    </m:oMathPara>
                  </a14:m>
                  <a:endParaRPr lang="ar-AE"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5" name="Google Shape;280;p4">
                  <a:extLst>
                    <a:ext uri="{FF2B5EF4-FFF2-40B4-BE49-F238E27FC236}">
                      <a16:creationId xmlns:a16="http://schemas.microsoft.com/office/drawing/2014/main" id="{E1FB5C96-C154-C548-70AA-4FE7F9ACADE0}"/>
                    </a:ext>
                  </a:extLst>
                </p:cNvPr>
                <p:cNvSpPr txBox="1">
                  <a:spLocks noRot="1" noChangeAspect="1" noMove="1" noResize="1" noEditPoints="1" noAdjustHandles="1" noChangeArrowheads="1" noChangeShapeType="1" noTextEdit="1"/>
                </p:cNvSpPr>
                <p:nvPr/>
              </p:nvSpPr>
              <p:spPr>
                <a:xfrm>
                  <a:off x="5803226" y="983211"/>
                  <a:ext cx="386737" cy="212224"/>
                </a:xfrm>
                <a:prstGeom prst="rect">
                  <a:avLst/>
                </a:prstGeom>
                <a:blipFill>
                  <a:blip r:embed="rId13"/>
                  <a:stretch>
                    <a:fillRect l="-27481" t="-12500" r="-37405" b="-3472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 name="Google Shape;280;p4">
                  <a:extLst>
                    <a:ext uri="{FF2B5EF4-FFF2-40B4-BE49-F238E27FC236}">
                      <a16:creationId xmlns:a16="http://schemas.microsoft.com/office/drawing/2014/main" id="{CA05A563-B432-7D9F-F3DD-F856BCCDAF81}"/>
                    </a:ext>
                  </a:extLst>
                </p:cNvPr>
                <p:cNvSpPr txBox="1"/>
                <p:nvPr/>
              </p:nvSpPr>
              <p:spPr>
                <a:xfrm>
                  <a:off x="6070382" y="2627830"/>
                  <a:ext cx="637410" cy="308103"/>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Sup>
                          <m:sSubSupPr>
                            <m:ctrlP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SupPr>
                          <m:e>
                            <m: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b>
                            <m:r>
                              <a:rPr lang="en-US" sz="36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up>
                            <m:r>
                              <a:rPr lang="en-US"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𝑆</m:t>
                            </m:r>
                          </m:sup>
                        </m:sSubSup>
                      </m:oMath>
                    </m:oMathPara>
                  </a14:m>
                  <a:endParaRPr lang="ar-AE" sz="36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6" name="Google Shape;280;p4">
                  <a:extLst>
                    <a:ext uri="{FF2B5EF4-FFF2-40B4-BE49-F238E27FC236}">
                      <a16:creationId xmlns:a16="http://schemas.microsoft.com/office/drawing/2014/main" id="{CA05A563-B432-7D9F-F3DD-F856BCCDAF81}"/>
                    </a:ext>
                  </a:extLst>
                </p:cNvPr>
                <p:cNvSpPr txBox="1">
                  <a:spLocks noRot="1" noChangeAspect="1" noMove="1" noResize="1" noEditPoints="1" noAdjustHandles="1" noChangeArrowheads="1" noChangeShapeType="1" noTextEdit="1"/>
                </p:cNvSpPr>
                <p:nvPr/>
              </p:nvSpPr>
              <p:spPr>
                <a:xfrm>
                  <a:off x="6070382" y="2627830"/>
                  <a:ext cx="637410" cy="308103"/>
                </a:xfrm>
                <a:prstGeom prst="rect">
                  <a:avLst/>
                </a:prstGeom>
                <a:blipFill>
                  <a:blip r:embed="rId14"/>
                  <a:stretch>
                    <a:fillRect t="-13462" r="-926" b="-3846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7" name="Google Shape;280;p4">
                  <a:extLst>
                    <a:ext uri="{FF2B5EF4-FFF2-40B4-BE49-F238E27FC236}">
                      <a16:creationId xmlns:a16="http://schemas.microsoft.com/office/drawing/2014/main" id="{CC8901B4-02DF-F718-7C89-D681482E5649}"/>
                    </a:ext>
                  </a:extLst>
                </p:cNvPr>
                <p:cNvSpPr txBox="1"/>
                <p:nvPr/>
              </p:nvSpPr>
              <p:spPr>
                <a:xfrm rot="16200000">
                  <a:off x="4972335" y="1612927"/>
                  <a:ext cx="637410" cy="304938"/>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Sup>
                          <m:sSubSupPr>
                            <m:ctrlP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SupPr>
                          <m:e>
                            <m: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b>
                            <m:r>
                              <a:rPr lang="en-US" sz="36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up>
                            <m:r>
                              <a:rPr lang="en-US"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𝑃</m:t>
                            </m:r>
                          </m:sup>
                        </m:sSubSup>
                      </m:oMath>
                    </m:oMathPara>
                  </a14:m>
                  <a:endParaRPr sz="36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7" name="Google Shape;280;p4">
                  <a:extLst>
                    <a:ext uri="{FF2B5EF4-FFF2-40B4-BE49-F238E27FC236}">
                      <a16:creationId xmlns:a16="http://schemas.microsoft.com/office/drawing/2014/main" id="{CC8901B4-02DF-F718-7C89-D681482E5649}"/>
                    </a:ext>
                  </a:extLst>
                </p:cNvPr>
                <p:cNvSpPr txBox="1">
                  <a:spLocks noRot="1" noChangeAspect="1" noMove="1" noResize="1" noEditPoints="1" noAdjustHandles="1" noChangeArrowheads="1" noChangeShapeType="1" noTextEdit="1"/>
                </p:cNvSpPr>
                <p:nvPr/>
              </p:nvSpPr>
              <p:spPr>
                <a:xfrm rot="16200000">
                  <a:off x="4972335" y="1612927"/>
                  <a:ext cx="637410" cy="304938"/>
                </a:xfrm>
                <a:prstGeom prst="rect">
                  <a:avLst/>
                </a:prstGeom>
                <a:blipFill>
                  <a:blip r:embed="rId15"/>
                  <a:stretch>
                    <a:fillRect/>
                  </a:stretch>
                </a:blipFill>
                <a:ln>
                  <a:noFill/>
                </a:ln>
              </p:spPr>
              <p:txBody>
                <a:bodyPr/>
                <a:lstStyle/>
                <a:p>
                  <a:r>
                    <a:rPr lang="en-US">
                      <a:noFill/>
                    </a:rPr>
                    <a:t> </a:t>
                  </a:r>
                </a:p>
              </p:txBody>
            </p:sp>
          </mc:Fallback>
        </mc:AlternateContent>
      </p:grpSp>
      <p:grpSp>
        <p:nvGrpSpPr>
          <p:cNvPr id="277" name="Group 276">
            <a:extLst>
              <a:ext uri="{FF2B5EF4-FFF2-40B4-BE49-F238E27FC236}">
                <a16:creationId xmlns:a16="http://schemas.microsoft.com/office/drawing/2014/main" id="{CD366F3F-1E86-C50A-AFF8-BFE495362E6F}"/>
              </a:ext>
            </a:extLst>
          </p:cNvPr>
          <p:cNvGrpSpPr>
            <a:grpSpLocks noChangeAspect="1"/>
          </p:cNvGrpSpPr>
          <p:nvPr/>
        </p:nvGrpSpPr>
        <p:grpSpPr>
          <a:xfrm>
            <a:off x="28198909" y="23521731"/>
            <a:ext cx="4296949" cy="4250104"/>
            <a:chOff x="8445300" y="877693"/>
            <a:chExt cx="2084690" cy="2061963"/>
          </a:xfrm>
        </p:grpSpPr>
        <p:grpSp>
          <p:nvGrpSpPr>
            <p:cNvPr id="278" name="Group 277">
              <a:extLst>
                <a:ext uri="{FF2B5EF4-FFF2-40B4-BE49-F238E27FC236}">
                  <a16:creationId xmlns:a16="http://schemas.microsoft.com/office/drawing/2014/main" id="{197C4033-CD9F-22F7-C9D7-35B8E93FC40E}"/>
                </a:ext>
              </a:extLst>
            </p:cNvPr>
            <p:cNvGrpSpPr/>
            <p:nvPr/>
          </p:nvGrpSpPr>
          <p:grpSpPr>
            <a:xfrm>
              <a:off x="8547524" y="877693"/>
              <a:ext cx="1982466" cy="2044960"/>
              <a:chOff x="-4623034" y="6130280"/>
              <a:chExt cx="2967718" cy="3061270"/>
            </a:xfrm>
          </p:grpSpPr>
          <p:grpSp>
            <p:nvGrpSpPr>
              <p:cNvPr id="284" name="Graphic 2">
                <a:extLst>
                  <a:ext uri="{FF2B5EF4-FFF2-40B4-BE49-F238E27FC236}">
                    <a16:creationId xmlns:a16="http://schemas.microsoft.com/office/drawing/2014/main" id="{B193B494-9762-5226-A165-7C96E68223BA}"/>
                  </a:ext>
                </a:extLst>
              </p:cNvPr>
              <p:cNvGrpSpPr/>
              <p:nvPr/>
            </p:nvGrpSpPr>
            <p:grpSpPr>
              <a:xfrm>
                <a:off x="-4309926" y="8739260"/>
                <a:ext cx="2654610" cy="452290"/>
                <a:chOff x="-4309926" y="4982462"/>
                <a:chExt cx="2654610" cy="452290"/>
              </a:xfrm>
              <a:solidFill>
                <a:srgbClr val="000000"/>
              </a:solidFill>
            </p:grpSpPr>
            <p:grpSp>
              <p:nvGrpSpPr>
                <p:cNvPr id="298" name="Graphic 2">
                  <a:extLst>
                    <a:ext uri="{FF2B5EF4-FFF2-40B4-BE49-F238E27FC236}">
                      <a16:creationId xmlns:a16="http://schemas.microsoft.com/office/drawing/2014/main" id="{8A32D08E-09F3-CF51-DCBD-C07D986199ED}"/>
                    </a:ext>
                  </a:extLst>
                </p:cNvPr>
                <p:cNvGrpSpPr/>
                <p:nvPr/>
              </p:nvGrpSpPr>
              <p:grpSpPr>
                <a:xfrm>
                  <a:off x="-4309926" y="4982462"/>
                  <a:ext cx="154967" cy="452290"/>
                  <a:chOff x="-4309926" y="4982462"/>
                  <a:chExt cx="154967" cy="452290"/>
                </a:xfrm>
                <a:solidFill>
                  <a:srgbClr val="000000"/>
                </a:solidFill>
              </p:grpSpPr>
              <p:sp>
                <p:nvSpPr>
                  <p:cNvPr id="302" name="Freeform: Shape 301">
                    <a:extLst>
                      <a:ext uri="{FF2B5EF4-FFF2-40B4-BE49-F238E27FC236}">
                        <a16:creationId xmlns:a16="http://schemas.microsoft.com/office/drawing/2014/main" id="{C2E9EA65-51B7-DC73-6875-22AC6FF435B0}"/>
                      </a:ext>
                    </a:extLst>
                  </p:cNvPr>
                  <p:cNvSpPr/>
                  <p:nvPr/>
                </p:nvSpPr>
                <p:spPr>
                  <a:xfrm>
                    <a:off x="-4232372" y="4982462"/>
                    <a:ext cx="30753" cy="107388"/>
                  </a:xfrm>
                  <a:custGeom>
                    <a:avLst/>
                    <a:gdLst>
                      <a:gd name="connsiteX0" fmla="*/ 21 w 30753"/>
                      <a:gd name="connsiteY0" fmla="*/ 93 h 107388"/>
                      <a:gd name="connsiteX1" fmla="*/ 21 w 30753"/>
                      <a:gd name="connsiteY1" fmla="*/ 107481 h 107388"/>
                    </a:gdLst>
                    <a:ahLst/>
                    <a:cxnLst>
                      <a:cxn ang="0">
                        <a:pos x="connsiteX0" y="connsiteY0"/>
                      </a:cxn>
                      <a:cxn ang="0">
                        <a:pos x="connsiteX1" y="connsiteY1"/>
                      </a:cxn>
                    </a:cxnLst>
                    <a:rect l="l" t="t" r="r" b="b"/>
                    <a:pathLst>
                      <a:path w="30753" h="107388">
                        <a:moveTo>
                          <a:pt x="21" y="93"/>
                        </a:moveTo>
                        <a:lnTo>
                          <a:pt x="21" y="10748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303" name="Freeform: Shape 302">
                    <a:extLst>
                      <a:ext uri="{FF2B5EF4-FFF2-40B4-BE49-F238E27FC236}">
                        <a16:creationId xmlns:a16="http://schemas.microsoft.com/office/drawing/2014/main" id="{124C89B0-D08F-4F18-4701-40ABA8797746}"/>
                      </a:ext>
                    </a:extLst>
                  </p:cNvPr>
                  <p:cNvSpPr/>
                  <p:nvPr/>
                </p:nvSpPr>
                <p:spPr>
                  <a:xfrm flipV="1">
                    <a:off x="-4309926" y="5202669"/>
                    <a:ext cx="154967" cy="232084"/>
                  </a:xfrm>
                  <a:custGeom>
                    <a:avLst/>
                    <a:gdLst>
                      <a:gd name="connsiteX0" fmla="*/ 75446 w 154967"/>
                      <a:gd name="connsiteY0" fmla="*/ 205888 h 232084"/>
                      <a:gd name="connsiteX1" fmla="*/ 40224 w 154967"/>
                      <a:gd name="connsiteY1" fmla="*/ 182876 h 232084"/>
                      <a:gd name="connsiteX2" fmla="*/ 28451 w 154967"/>
                      <a:gd name="connsiteY2" fmla="*/ 113744 h 232084"/>
                      <a:gd name="connsiteX3" fmla="*/ 40224 w 154967"/>
                      <a:gd name="connsiteY3" fmla="*/ 44757 h 232084"/>
                      <a:gd name="connsiteX4" fmla="*/ 75446 w 154967"/>
                      <a:gd name="connsiteY4" fmla="*/ 21745 h 232084"/>
                      <a:gd name="connsiteX5" fmla="*/ 110812 w 154967"/>
                      <a:gd name="connsiteY5" fmla="*/ 44757 h 232084"/>
                      <a:gd name="connsiteX6" fmla="*/ 122633 w 154967"/>
                      <a:gd name="connsiteY6" fmla="*/ 113744 h 232084"/>
                      <a:gd name="connsiteX7" fmla="*/ 110812 w 154967"/>
                      <a:gd name="connsiteY7" fmla="*/ 182876 h 232084"/>
                      <a:gd name="connsiteX8" fmla="*/ 75446 w 154967"/>
                      <a:gd name="connsiteY8" fmla="*/ 205888 h 232084"/>
                      <a:gd name="connsiteX9" fmla="*/ 75446 w 154967"/>
                      <a:gd name="connsiteY9" fmla="*/ 229859 h 232084"/>
                      <a:gd name="connsiteX10" fmla="*/ 133060 w 154967"/>
                      <a:gd name="connsiteY10" fmla="*/ 200087 h 232084"/>
                      <a:gd name="connsiteX11" fmla="*/ 152954 w 154967"/>
                      <a:gd name="connsiteY11" fmla="*/ 113744 h 232084"/>
                      <a:gd name="connsiteX12" fmla="*/ 133060 w 154967"/>
                      <a:gd name="connsiteY12" fmla="*/ 27498 h 232084"/>
                      <a:gd name="connsiteX13" fmla="*/ 75446 w 154967"/>
                      <a:gd name="connsiteY13" fmla="*/ -2226 h 232084"/>
                      <a:gd name="connsiteX14" fmla="*/ 17880 w 154967"/>
                      <a:gd name="connsiteY14" fmla="*/ 27498 h 232084"/>
                      <a:gd name="connsiteX15" fmla="*/ -2014 w 154967"/>
                      <a:gd name="connsiteY15" fmla="*/ 113744 h 232084"/>
                      <a:gd name="connsiteX16" fmla="*/ 17880 w 154967"/>
                      <a:gd name="connsiteY16" fmla="*/ 200087 h 232084"/>
                      <a:gd name="connsiteX17" fmla="*/ 75446 w 154967"/>
                      <a:gd name="connsiteY17" fmla="*/ 229859 h 23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967" h="232084">
                        <a:moveTo>
                          <a:pt x="75446" y="205888"/>
                        </a:moveTo>
                        <a:cubicBezTo>
                          <a:pt x="59845" y="205888"/>
                          <a:pt x="48104" y="198217"/>
                          <a:pt x="40224" y="182876"/>
                        </a:cubicBezTo>
                        <a:cubicBezTo>
                          <a:pt x="32375" y="167567"/>
                          <a:pt x="28451" y="144523"/>
                          <a:pt x="28451" y="113744"/>
                        </a:cubicBezTo>
                        <a:cubicBezTo>
                          <a:pt x="28451" y="83094"/>
                          <a:pt x="32375" y="60098"/>
                          <a:pt x="40224" y="44757"/>
                        </a:cubicBezTo>
                        <a:cubicBezTo>
                          <a:pt x="48104" y="29415"/>
                          <a:pt x="59845" y="21745"/>
                          <a:pt x="75446" y="21745"/>
                        </a:cubicBezTo>
                        <a:cubicBezTo>
                          <a:pt x="91175" y="21745"/>
                          <a:pt x="102964" y="29415"/>
                          <a:pt x="110812" y="44757"/>
                        </a:cubicBezTo>
                        <a:cubicBezTo>
                          <a:pt x="118693" y="60098"/>
                          <a:pt x="122633" y="83094"/>
                          <a:pt x="122633" y="113744"/>
                        </a:cubicBezTo>
                        <a:cubicBezTo>
                          <a:pt x="122633" y="144523"/>
                          <a:pt x="118693" y="167567"/>
                          <a:pt x="110812" y="182876"/>
                        </a:cubicBezTo>
                        <a:cubicBezTo>
                          <a:pt x="102964" y="198217"/>
                          <a:pt x="91175" y="205888"/>
                          <a:pt x="75446" y="205888"/>
                        </a:cubicBezTo>
                        <a:close/>
                        <a:moveTo>
                          <a:pt x="75446" y="229859"/>
                        </a:moveTo>
                        <a:cubicBezTo>
                          <a:pt x="100593" y="229859"/>
                          <a:pt x="119798" y="219935"/>
                          <a:pt x="133060" y="200087"/>
                        </a:cubicBezTo>
                        <a:cubicBezTo>
                          <a:pt x="146322" y="180271"/>
                          <a:pt x="152954" y="151490"/>
                          <a:pt x="152954" y="113744"/>
                        </a:cubicBezTo>
                        <a:cubicBezTo>
                          <a:pt x="152954" y="76095"/>
                          <a:pt x="146322" y="47345"/>
                          <a:pt x="133060" y="27498"/>
                        </a:cubicBezTo>
                        <a:cubicBezTo>
                          <a:pt x="119798" y="7682"/>
                          <a:pt x="100593" y="-2226"/>
                          <a:pt x="75446" y="-2226"/>
                        </a:cubicBezTo>
                        <a:cubicBezTo>
                          <a:pt x="50330" y="-2226"/>
                          <a:pt x="31142" y="7682"/>
                          <a:pt x="17880" y="27498"/>
                        </a:cubicBezTo>
                        <a:cubicBezTo>
                          <a:pt x="4617" y="47345"/>
                          <a:pt x="-2014" y="76095"/>
                          <a:pt x="-2014" y="113744"/>
                        </a:cubicBezTo>
                        <a:cubicBezTo>
                          <a:pt x="-2014" y="151490"/>
                          <a:pt x="4617" y="180271"/>
                          <a:pt x="17880" y="200087"/>
                        </a:cubicBezTo>
                        <a:cubicBezTo>
                          <a:pt x="31142" y="219935"/>
                          <a:pt x="50330" y="229859"/>
                          <a:pt x="75446" y="229859"/>
                        </a:cubicBezTo>
                        <a:close/>
                      </a:path>
                    </a:pathLst>
                  </a:custGeom>
                  <a:solidFill>
                    <a:srgbClr val="000000"/>
                  </a:solidFill>
                  <a:ln w="48" cap="flat">
                    <a:noFill/>
                    <a:prstDash val="solid"/>
                    <a:round/>
                  </a:ln>
                </p:spPr>
                <p:txBody>
                  <a:bodyPr rtlCol="0" anchor="ctr"/>
                  <a:lstStyle/>
                  <a:p>
                    <a:endParaRPr lang="en-US" sz="3600"/>
                  </a:p>
                </p:txBody>
              </p:sp>
            </p:grpSp>
            <p:grpSp>
              <p:nvGrpSpPr>
                <p:cNvPr id="299" name="Graphic 2">
                  <a:extLst>
                    <a:ext uri="{FF2B5EF4-FFF2-40B4-BE49-F238E27FC236}">
                      <a16:creationId xmlns:a16="http://schemas.microsoft.com/office/drawing/2014/main" id="{DC49FCEF-164D-E32F-2BDE-9F131DDAE749}"/>
                    </a:ext>
                  </a:extLst>
                </p:cNvPr>
                <p:cNvGrpSpPr/>
                <p:nvPr/>
              </p:nvGrpSpPr>
              <p:grpSpPr>
                <a:xfrm>
                  <a:off x="-1788804" y="4982462"/>
                  <a:ext cx="133488" cy="447928"/>
                  <a:chOff x="-1788804" y="4982462"/>
                  <a:chExt cx="133488" cy="447928"/>
                </a:xfrm>
                <a:solidFill>
                  <a:srgbClr val="000000"/>
                </a:solidFill>
              </p:grpSpPr>
              <p:sp>
                <p:nvSpPr>
                  <p:cNvPr id="300" name="Freeform: Shape 299">
                    <a:extLst>
                      <a:ext uri="{FF2B5EF4-FFF2-40B4-BE49-F238E27FC236}">
                        <a16:creationId xmlns:a16="http://schemas.microsoft.com/office/drawing/2014/main" id="{9EB521A3-67C1-3EA0-8625-5263A173F456}"/>
                      </a:ext>
                    </a:extLst>
                  </p:cNvPr>
                  <p:cNvSpPr/>
                  <p:nvPr/>
                </p:nvSpPr>
                <p:spPr>
                  <a:xfrm>
                    <a:off x="-1724737" y="4982462"/>
                    <a:ext cx="30753" cy="107388"/>
                  </a:xfrm>
                  <a:custGeom>
                    <a:avLst/>
                    <a:gdLst>
                      <a:gd name="connsiteX0" fmla="*/ 102 w 30753"/>
                      <a:gd name="connsiteY0" fmla="*/ 93 h 107388"/>
                      <a:gd name="connsiteX1" fmla="*/ 102 w 30753"/>
                      <a:gd name="connsiteY1" fmla="*/ 107481 h 107388"/>
                    </a:gdLst>
                    <a:ahLst/>
                    <a:cxnLst>
                      <a:cxn ang="0">
                        <a:pos x="connsiteX0" y="connsiteY0"/>
                      </a:cxn>
                      <a:cxn ang="0">
                        <a:pos x="connsiteX1" y="connsiteY1"/>
                      </a:cxn>
                    </a:cxnLst>
                    <a:rect l="l" t="t" r="r" b="b"/>
                    <a:pathLst>
                      <a:path w="30753" h="107388">
                        <a:moveTo>
                          <a:pt x="102" y="93"/>
                        </a:moveTo>
                        <a:lnTo>
                          <a:pt x="102" y="10748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301" name="Freeform: Shape 300">
                    <a:extLst>
                      <a:ext uri="{FF2B5EF4-FFF2-40B4-BE49-F238E27FC236}">
                        <a16:creationId xmlns:a16="http://schemas.microsoft.com/office/drawing/2014/main" id="{2FD8CAAF-5403-47A2-F5FC-0054C5D85A75}"/>
                      </a:ext>
                    </a:extLst>
                  </p:cNvPr>
                  <p:cNvSpPr/>
                  <p:nvPr/>
                </p:nvSpPr>
                <p:spPr>
                  <a:xfrm flipV="1">
                    <a:off x="-1788804" y="5206696"/>
                    <a:ext cx="133488" cy="223694"/>
                  </a:xfrm>
                  <a:custGeom>
                    <a:avLst/>
                    <a:gdLst>
                      <a:gd name="connsiteX0" fmla="*/ 2383 w 133488"/>
                      <a:gd name="connsiteY0" fmla="*/ 23227 h 223694"/>
                      <a:gd name="connsiteX1" fmla="*/ 51924 w 133488"/>
                      <a:gd name="connsiteY1" fmla="*/ 23227 h 223694"/>
                      <a:gd name="connsiteX2" fmla="*/ 51924 w 133488"/>
                      <a:gd name="connsiteY2" fmla="*/ 193899 h 223694"/>
                      <a:gd name="connsiteX3" fmla="*/ -1990 w 133488"/>
                      <a:gd name="connsiteY3" fmla="*/ 183112 h 223694"/>
                      <a:gd name="connsiteX4" fmla="*/ -1990 w 133488"/>
                      <a:gd name="connsiteY4" fmla="*/ 210679 h 223694"/>
                      <a:gd name="connsiteX5" fmla="*/ 51636 w 133488"/>
                      <a:gd name="connsiteY5" fmla="*/ 221465 h 223694"/>
                      <a:gd name="connsiteX6" fmla="*/ 81957 w 133488"/>
                      <a:gd name="connsiteY6" fmla="*/ 221465 h 223694"/>
                      <a:gd name="connsiteX7" fmla="*/ 81957 w 133488"/>
                      <a:gd name="connsiteY7" fmla="*/ 23227 h 223694"/>
                      <a:gd name="connsiteX8" fmla="*/ 131498 w 133488"/>
                      <a:gd name="connsiteY8" fmla="*/ 23227 h 223694"/>
                      <a:gd name="connsiteX9" fmla="*/ 131498 w 133488"/>
                      <a:gd name="connsiteY9" fmla="*/ -2230 h 223694"/>
                      <a:gd name="connsiteX10" fmla="*/ 2383 w 133488"/>
                      <a:gd name="connsiteY10" fmla="*/ -2230 h 223694"/>
                      <a:gd name="connsiteX11" fmla="*/ 2383 w 133488"/>
                      <a:gd name="connsiteY11" fmla="*/ 23227 h 22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488" h="223694">
                        <a:moveTo>
                          <a:pt x="2383" y="23227"/>
                        </a:moveTo>
                        <a:lnTo>
                          <a:pt x="51924" y="23227"/>
                        </a:lnTo>
                        <a:lnTo>
                          <a:pt x="51924" y="193899"/>
                        </a:lnTo>
                        <a:lnTo>
                          <a:pt x="-1990" y="183112"/>
                        </a:lnTo>
                        <a:lnTo>
                          <a:pt x="-1990" y="210679"/>
                        </a:lnTo>
                        <a:lnTo>
                          <a:pt x="51636" y="221465"/>
                        </a:lnTo>
                        <a:lnTo>
                          <a:pt x="81957" y="221465"/>
                        </a:lnTo>
                        <a:lnTo>
                          <a:pt x="81957" y="23227"/>
                        </a:lnTo>
                        <a:lnTo>
                          <a:pt x="131498" y="23227"/>
                        </a:lnTo>
                        <a:lnTo>
                          <a:pt x="131498" y="-2230"/>
                        </a:lnTo>
                        <a:lnTo>
                          <a:pt x="2383" y="-2230"/>
                        </a:lnTo>
                        <a:lnTo>
                          <a:pt x="2383" y="23227"/>
                        </a:lnTo>
                        <a:close/>
                      </a:path>
                    </a:pathLst>
                  </a:custGeom>
                  <a:solidFill>
                    <a:srgbClr val="000000"/>
                  </a:solidFill>
                  <a:ln w="48" cap="flat">
                    <a:noFill/>
                    <a:prstDash val="solid"/>
                    <a:round/>
                  </a:ln>
                </p:spPr>
                <p:txBody>
                  <a:bodyPr rtlCol="0" anchor="ctr"/>
                  <a:lstStyle/>
                  <a:p>
                    <a:endParaRPr lang="en-US" sz="3600"/>
                  </a:p>
                </p:txBody>
              </p:sp>
            </p:grpSp>
          </p:grpSp>
          <p:grpSp>
            <p:nvGrpSpPr>
              <p:cNvPr id="285" name="Graphic 2">
                <a:extLst>
                  <a:ext uri="{FF2B5EF4-FFF2-40B4-BE49-F238E27FC236}">
                    <a16:creationId xmlns:a16="http://schemas.microsoft.com/office/drawing/2014/main" id="{B11B9B32-807A-C5BE-21B4-5D8C5FCDCB4B}"/>
                  </a:ext>
                </a:extLst>
              </p:cNvPr>
              <p:cNvGrpSpPr/>
              <p:nvPr/>
            </p:nvGrpSpPr>
            <p:grpSpPr>
              <a:xfrm>
                <a:off x="-4623034" y="6130280"/>
                <a:ext cx="390662" cy="2729912"/>
                <a:chOff x="-4623034" y="2373482"/>
                <a:chExt cx="390662" cy="2729912"/>
              </a:xfrm>
              <a:solidFill>
                <a:srgbClr val="000000"/>
              </a:solidFill>
            </p:grpSpPr>
            <p:grpSp>
              <p:nvGrpSpPr>
                <p:cNvPr id="292" name="Graphic 2">
                  <a:extLst>
                    <a:ext uri="{FF2B5EF4-FFF2-40B4-BE49-F238E27FC236}">
                      <a16:creationId xmlns:a16="http://schemas.microsoft.com/office/drawing/2014/main" id="{F2AEBA32-C8DC-9907-090D-EF15E271D703}"/>
                    </a:ext>
                  </a:extLst>
                </p:cNvPr>
                <p:cNvGrpSpPr/>
                <p:nvPr/>
              </p:nvGrpSpPr>
              <p:grpSpPr>
                <a:xfrm>
                  <a:off x="-4623034" y="4871310"/>
                  <a:ext cx="390662" cy="232084"/>
                  <a:chOff x="-4623034" y="4871310"/>
                  <a:chExt cx="390662" cy="232084"/>
                </a:xfrm>
                <a:solidFill>
                  <a:srgbClr val="000000"/>
                </a:solidFill>
              </p:grpSpPr>
              <p:sp>
                <p:nvSpPr>
                  <p:cNvPr id="296" name="Freeform: Shape 295">
                    <a:extLst>
                      <a:ext uri="{FF2B5EF4-FFF2-40B4-BE49-F238E27FC236}">
                        <a16:creationId xmlns:a16="http://schemas.microsoft.com/office/drawing/2014/main" id="{69CD47E0-3F33-DDB8-A00C-88EBFFCA38CE}"/>
                      </a:ext>
                    </a:extLst>
                  </p:cNvPr>
                  <p:cNvSpPr/>
                  <p:nvPr/>
                </p:nvSpPr>
                <p:spPr>
                  <a:xfrm>
                    <a:off x="-4340008" y="4982462"/>
                    <a:ext cx="107636" cy="30682"/>
                  </a:xfrm>
                  <a:custGeom>
                    <a:avLst/>
                    <a:gdLst>
                      <a:gd name="connsiteX0" fmla="*/ 107657 w 107636"/>
                      <a:gd name="connsiteY0" fmla="*/ 93 h 30682"/>
                      <a:gd name="connsiteX1" fmla="*/ 21 w 107636"/>
                      <a:gd name="connsiteY1" fmla="*/ 93 h 30682"/>
                    </a:gdLst>
                    <a:ahLst/>
                    <a:cxnLst>
                      <a:cxn ang="0">
                        <a:pos x="connsiteX0" y="connsiteY0"/>
                      </a:cxn>
                      <a:cxn ang="0">
                        <a:pos x="connsiteX1" y="connsiteY1"/>
                      </a:cxn>
                    </a:cxnLst>
                    <a:rect l="l" t="t" r="r" b="b"/>
                    <a:pathLst>
                      <a:path w="107636" h="30682">
                        <a:moveTo>
                          <a:pt x="107657" y="93"/>
                        </a:moveTo>
                        <a:lnTo>
                          <a:pt x="21" y="93"/>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97" name="Freeform: Shape 296">
                    <a:extLst>
                      <a:ext uri="{FF2B5EF4-FFF2-40B4-BE49-F238E27FC236}">
                        <a16:creationId xmlns:a16="http://schemas.microsoft.com/office/drawing/2014/main" id="{3A5E9E69-7F33-DFA5-FBF0-C84BE89CF65B}"/>
                      </a:ext>
                    </a:extLst>
                  </p:cNvPr>
                  <p:cNvSpPr/>
                  <p:nvPr/>
                </p:nvSpPr>
                <p:spPr>
                  <a:xfrm flipV="1">
                    <a:off x="-4623034" y="4871310"/>
                    <a:ext cx="154967" cy="232084"/>
                  </a:xfrm>
                  <a:custGeom>
                    <a:avLst/>
                    <a:gdLst>
                      <a:gd name="connsiteX0" fmla="*/ 75436 w 154967"/>
                      <a:gd name="connsiteY0" fmla="*/ 205877 h 232084"/>
                      <a:gd name="connsiteX1" fmla="*/ 40214 w 154967"/>
                      <a:gd name="connsiteY1" fmla="*/ 182865 h 232084"/>
                      <a:gd name="connsiteX2" fmla="*/ 28441 w 154967"/>
                      <a:gd name="connsiteY2" fmla="*/ 113734 h 232084"/>
                      <a:gd name="connsiteX3" fmla="*/ 40214 w 154967"/>
                      <a:gd name="connsiteY3" fmla="*/ 44746 h 232084"/>
                      <a:gd name="connsiteX4" fmla="*/ 75436 w 154967"/>
                      <a:gd name="connsiteY4" fmla="*/ 21734 h 232084"/>
                      <a:gd name="connsiteX5" fmla="*/ 110802 w 154967"/>
                      <a:gd name="connsiteY5" fmla="*/ 44746 h 232084"/>
                      <a:gd name="connsiteX6" fmla="*/ 122623 w 154967"/>
                      <a:gd name="connsiteY6" fmla="*/ 113734 h 232084"/>
                      <a:gd name="connsiteX7" fmla="*/ 110802 w 154967"/>
                      <a:gd name="connsiteY7" fmla="*/ 182865 h 232084"/>
                      <a:gd name="connsiteX8" fmla="*/ 75436 w 154967"/>
                      <a:gd name="connsiteY8" fmla="*/ 205877 h 232084"/>
                      <a:gd name="connsiteX9" fmla="*/ 75436 w 154967"/>
                      <a:gd name="connsiteY9" fmla="*/ 229848 h 232084"/>
                      <a:gd name="connsiteX10" fmla="*/ 133050 w 154967"/>
                      <a:gd name="connsiteY10" fmla="*/ 200076 h 232084"/>
                      <a:gd name="connsiteX11" fmla="*/ 152943 w 154967"/>
                      <a:gd name="connsiteY11" fmla="*/ 113734 h 232084"/>
                      <a:gd name="connsiteX12" fmla="*/ 133050 w 154967"/>
                      <a:gd name="connsiteY12" fmla="*/ 27487 h 232084"/>
                      <a:gd name="connsiteX13" fmla="*/ 75436 w 154967"/>
                      <a:gd name="connsiteY13" fmla="*/ -2237 h 232084"/>
                      <a:gd name="connsiteX14" fmla="*/ 17869 w 154967"/>
                      <a:gd name="connsiteY14" fmla="*/ 27487 h 232084"/>
                      <a:gd name="connsiteX15" fmla="*/ -2024 w 154967"/>
                      <a:gd name="connsiteY15" fmla="*/ 113734 h 232084"/>
                      <a:gd name="connsiteX16" fmla="*/ 17869 w 154967"/>
                      <a:gd name="connsiteY16" fmla="*/ 200076 h 232084"/>
                      <a:gd name="connsiteX17" fmla="*/ 75436 w 154967"/>
                      <a:gd name="connsiteY17" fmla="*/ 229848 h 232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967" h="232084">
                        <a:moveTo>
                          <a:pt x="75436" y="205877"/>
                        </a:moveTo>
                        <a:cubicBezTo>
                          <a:pt x="59835" y="205877"/>
                          <a:pt x="48094" y="198207"/>
                          <a:pt x="40214" y="182865"/>
                        </a:cubicBezTo>
                        <a:cubicBezTo>
                          <a:pt x="32365" y="167556"/>
                          <a:pt x="28441" y="144512"/>
                          <a:pt x="28441" y="113734"/>
                        </a:cubicBezTo>
                        <a:cubicBezTo>
                          <a:pt x="28441" y="83083"/>
                          <a:pt x="32365" y="60087"/>
                          <a:pt x="40214" y="44746"/>
                        </a:cubicBezTo>
                        <a:cubicBezTo>
                          <a:pt x="48094" y="29405"/>
                          <a:pt x="59835" y="21734"/>
                          <a:pt x="75436" y="21734"/>
                        </a:cubicBezTo>
                        <a:cubicBezTo>
                          <a:pt x="91164" y="21734"/>
                          <a:pt x="102954" y="29405"/>
                          <a:pt x="110802" y="44746"/>
                        </a:cubicBezTo>
                        <a:cubicBezTo>
                          <a:pt x="118682" y="60087"/>
                          <a:pt x="122623" y="83083"/>
                          <a:pt x="122623" y="113734"/>
                        </a:cubicBezTo>
                        <a:cubicBezTo>
                          <a:pt x="122623" y="144512"/>
                          <a:pt x="118682" y="167556"/>
                          <a:pt x="110802" y="182865"/>
                        </a:cubicBezTo>
                        <a:cubicBezTo>
                          <a:pt x="102954" y="198207"/>
                          <a:pt x="91164" y="205877"/>
                          <a:pt x="75436" y="205877"/>
                        </a:cubicBezTo>
                        <a:close/>
                        <a:moveTo>
                          <a:pt x="75436" y="229848"/>
                        </a:moveTo>
                        <a:cubicBezTo>
                          <a:pt x="100583" y="229848"/>
                          <a:pt x="119788" y="219924"/>
                          <a:pt x="133050" y="200076"/>
                        </a:cubicBezTo>
                        <a:cubicBezTo>
                          <a:pt x="146312" y="180261"/>
                          <a:pt x="152943" y="151479"/>
                          <a:pt x="152943" y="113734"/>
                        </a:cubicBezTo>
                        <a:cubicBezTo>
                          <a:pt x="152943" y="76084"/>
                          <a:pt x="146312" y="47335"/>
                          <a:pt x="133050" y="27487"/>
                        </a:cubicBezTo>
                        <a:cubicBezTo>
                          <a:pt x="119788" y="7671"/>
                          <a:pt x="100583" y="-2237"/>
                          <a:pt x="75436" y="-2237"/>
                        </a:cubicBezTo>
                        <a:cubicBezTo>
                          <a:pt x="50320" y="-2237"/>
                          <a:pt x="31132" y="7671"/>
                          <a:pt x="17869" y="27487"/>
                        </a:cubicBezTo>
                        <a:cubicBezTo>
                          <a:pt x="4607" y="47335"/>
                          <a:pt x="-2024" y="76084"/>
                          <a:pt x="-2024" y="113734"/>
                        </a:cubicBezTo>
                        <a:cubicBezTo>
                          <a:pt x="-2024" y="151479"/>
                          <a:pt x="4607" y="180261"/>
                          <a:pt x="17869" y="200076"/>
                        </a:cubicBezTo>
                        <a:cubicBezTo>
                          <a:pt x="31132" y="219924"/>
                          <a:pt x="50320" y="229848"/>
                          <a:pt x="75436" y="229848"/>
                        </a:cubicBezTo>
                        <a:close/>
                      </a:path>
                    </a:pathLst>
                  </a:custGeom>
                  <a:solidFill>
                    <a:srgbClr val="000000"/>
                  </a:solidFill>
                  <a:ln w="48" cap="flat">
                    <a:noFill/>
                    <a:prstDash val="solid"/>
                    <a:round/>
                  </a:ln>
                </p:spPr>
                <p:txBody>
                  <a:bodyPr rtlCol="0" anchor="ctr"/>
                  <a:lstStyle/>
                  <a:p>
                    <a:endParaRPr lang="en-US" sz="3600"/>
                  </a:p>
                </p:txBody>
              </p:sp>
            </p:grpSp>
            <p:grpSp>
              <p:nvGrpSpPr>
                <p:cNvPr id="293" name="Graphic 2">
                  <a:extLst>
                    <a:ext uri="{FF2B5EF4-FFF2-40B4-BE49-F238E27FC236}">
                      <a16:creationId xmlns:a16="http://schemas.microsoft.com/office/drawing/2014/main" id="{74F1ED66-CB5E-7BB9-AE72-EEFE29C6BAB6}"/>
                    </a:ext>
                  </a:extLst>
                </p:cNvPr>
                <p:cNvGrpSpPr/>
                <p:nvPr/>
              </p:nvGrpSpPr>
              <p:grpSpPr>
                <a:xfrm>
                  <a:off x="-4609532" y="2373482"/>
                  <a:ext cx="377159" cy="223694"/>
                  <a:chOff x="-4609532" y="2373482"/>
                  <a:chExt cx="377159" cy="223694"/>
                </a:xfrm>
                <a:solidFill>
                  <a:srgbClr val="000000"/>
                </a:solidFill>
              </p:grpSpPr>
              <p:sp>
                <p:nvSpPr>
                  <p:cNvPr id="294" name="Freeform: Shape 293">
                    <a:extLst>
                      <a:ext uri="{FF2B5EF4-FFF2-40B4-BE49-F238E27FC236}">
                        <a16:creationId xmlns:a16="http://schemas.microsoft.com/office/drawing/2014/main" id="{A3C142FC-871A-4246-2329-F3E0FA9EEE64}"/>
                      </a:ext>
                    </a:extLst>
                  </p:cNvPr>
                  <p:cNvSpPr/>
                  <p:nvPr/>
                </p:nvSpPr>
                <p:spPr>
                  <a:xfrm>
                    <a:off x="-4340008" y="2480608"/>
                    <a:ext cx="107636" cy="30682"/>
                  </a:xfrm>
                  <a:custGeom>
                    <a:avLst/>
                    <a:gdLst>
                      <a:gd name="connsiteX0" fmla="*/ 107657 w 107636"/>
                      <a:gd name="connsiteY0" fmla="*/ 11 h 30682"/>
                      <a:gd name="connsiteX1" fmla="*/ 21 w 107636"/>
                      <a:gd name="connsiteY1" fmla="*/ 11 h 30682"/>
                    </a:gdLst>
                    <a:ahLst/>
                    <a:cxnLst>
                      <a:cxn ang="0">
                        <a:pos x="connsiteX0" y="connsiteY0"/>
                      </a:cxn>
                      <a:cxn ang="0">
                        <a:pos x="connsiteX1" y="connsiteY1"/>
                      </a:cxn>
                    </a:cxnLst>
                    <a:rect l="l" t="t" r="r" b="b"/>
                    <a:pathLst>
                      <a:path w="107636" h="30682">
                        <a:moveTo>
                          <a:pt x="107657" y="11"/>
                        </a:moveTo>
                        <a:lnTo>
                          <a:pt x="21" y="11"/>
                        </a:lnTo>
                      </a:path>
                    </a:pathLst>
                  </a:custGeom>
                  <a:solidFill>
                    <a:srgbClr val="000000"/>
                  </a:solidFill>
                  <a:ln w="24561" cap="flat">
                    <a:solidFill>
                      <a:srgbClr val="000000"/>
                    </a:solidFill>
                    <a:prstDash val="solid"/>
                    <a:round/>
                  </a:ln>
                </p:spPr>
                <p:txBody>
                  <a:bodyPr rtlCol="0" anchor="ctr"/>
                  <a:lstStyle/>
                  <a:p>
                    <a:endParaRPr lang="en-US" sz="3600"/>
                  </a:p>
                </p:txBody>
              </p:sp>
              <p:sp>
                <p:nvSpPr>
                  <p:cNvPr id="295" name="Freeform: Shape 294">
                    <a:extLst>
                      <a:ext uri="{FF2B5EF4-FFF2-40B4-BE49-F238E27FC236}">
                        <a16:creationId xmlns:a16="http://schemas.microsoft.com/office/drawing/2014/main" id="{B9E66D48-CE34-567D-B72E-50B051B1BC10}"/>
                      </a:ext>
                    </a:extLst>
                  </p:cNvPr>
                  <p:cNvSpPr/>
                  <p:nvPr/>
                </p:nvSpPr>
                <p:spPr>
                  <a:xfrm flipV="1">
                    <a:off x="-4609532" y="2373482"/>
                    <a:ext cx="133488" cy="223694"/>
                  </a:xfrm>
                  <a:custGeom>
                    <a:avLst/>
                    <a:gdLst>
                      <a:gd name="connsiteX0" fmla="*/ 2291 w 133488"/>
                      <a:gd name="connsiteY0" fmla="*/ 23135 h 223694"/>
                      <a:gd name="connsiteX1" fmla="*/ 51833 w 133488"/>
                      <a:gd name="connsiteY1" fmla="*/ 23135 h 223694"/>
                      <a:gd name="connsiteX2" fmla="*/ 51833 w 133488"/>
                      <a:gd name="connsiteY2" fmla="*/ 193807 h 223694"/>
                      <a:gd name="connsiteX3" fmla="*/ -2082 w 133488"/>
                      <a:gd name="connsiteY3" fmla="*/ 183020 h 223694"/>
                      <a:gd name="connsiteX4" fmla="*/ -2082 w 133488"/>
                      <a:gd name="connsiteY4" fmla="*/ 210586 h 223694"/>
                      <a:gd name="connsiteX5" fmla="*/ 51544 w 133488"/>
                      <a:gd name="connsiteY5" fmla="*/ 221373 h 223694"/>
                      <a:gd name="connsiteX6" fmla="*/ 81865 w 133488"/>
                      <a:gd name="connsiteY6" fmla="*/ 221373 h 223694"/>
                      <a:gd name="connsiteX7" fmla="*/ 81865 w 133488"/>
                      <a:gd name="connsiteY7" fmla="*/ 23135 h 223694"/>
                      <a:gd name="connsiteX8" fmla="*/ 131407 w 133488"/>
                      <a:gd name="connsiteY8" fmla="*/ 23135 h 223694"/>
                      <a:gd name="connsiteX9" fmla="*/ 131407 w 133488"/>
                      <a:gd name="connsiteY9" fmla="*/ -2322 h 223694"/>
                      <a:gd name="connsiteX10" fmla="*/ 2291 w 133488"/>
                      <a:gd name="connsiteY10" fmla="*/ -2322 h 223694"/>
                      <a:gd name="connsiteX11" fmla="*/ 2291 w 133488"/>
                      <a:gd name="connsiteY11" fmla="*/ 23135 h 22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488" h="223694">
                        <a:moveTo>
                          <a:pt x="2291" y="23135"/>
                        </a:moveTo>
                        <a:lnTo>
                          <a:pt x="51833" y="23135"/>
                        </a:lnTo>
                        <a:lnTo>
                          <a:pt x="51833" y="193807"/>
                        </a:lnTo>
                        <a:lnTo>
                          <a:pt x="-2082" y="183020"/>
                        </a:lnTo>
                        <a:lnTo>
                          <a:pt x="-2082" y="210586"/>
                        </a:lnTo>
                        <a:lnTo>
                          <a:pt x="51544" y="221373"/>
                        </a:lnTo>
                        <a:lnTo>
                          <a:pt x="81865" y="221373"/>
                        </a:lnTo>
                        <a:lnTo>
                          <a:pt x="81865" y="23135"/>
                        </a:lnTo>
                        <a:lnTo>
                          <a:pt x="131407" y="23135"/>
                        </a:lnTo>
                        <a:lnTo>
                          <a:pt x="131407" y="-2322"/>
                        </a:lnTo>
                        <a:lnTo>
                          <a:pt x="2291" y="-2322"/>
                        </a:lnTo>
                        <a:lnTo>
                          <a:pt x="2291" y="23135"/>
                        </a:lnTo>
                        <a:close/>
                      </a:path>
                    </a:pathLst>
                  </a:custGeom>
                  <a:solidFill>
                    <a:srgbClr val="000000"/>
                  </a:solidFill>
                  <a:ln w="48" cap="flat">
                    <a:noFill/>
                    <a:prstDash val="solid"/>
                    <a:round/>
                  </a:ln>
                </p:spPr>
                <p:txBody>
                  <a:bodyPr rtlCol="0" anchor="ctr"/>
                  <a:lstStyle/>
                  <a:p>
                    <a:endParaRPr lang="en-US" sz="3600"/>
                  </a:p>
                </p:txBody>
              </p:sp>
            </p:grpSp>
          </p:grpSp>
          <p:sp>
            <p:nvSpPr>
              <p:cNvPr id="286" name="Freeform: Shape 285">
                <a:extLst>
                  <a:ext uri="{FF2B5EF4-FFF2-40B4-BE49-F238E27FC236}">
                    <a16:creationId xmlns:a16="http://schemas.microsoft.com/office/drawing/2014/main" id="{94AE57A7-2B2B-8EC4-2CA4-70B3708D541E}"/>
                  </a:ext>
                </a:extLst>
              </p:cNvPr>
              <p:cNvSpPr/>
              <p:nvPr/>
            </p:nvSpPr>
            <p:spPr>
              <a:xfrm>
                <a:off x="-4232372" y="6237406"/>
                <a:ext cx="2507634" cy="2501854"/>
              </a:xfrm>
              <a:custGeom>
                <a:avLst/>
                <a:gdLst>
                  <a:gd name="connsiteX0" fmla="*/ 0 w 2507634"/>
                  <a:gd name="connsiteY0" fmla="*/ 0 h 2501854"/>
                  <a:gd name="connsiteX1" fmla="*/ 2507635 w 2507634"/>
                  <a:gd name="connsiteY1" fmla="*/ 2501855 h 2501854"/>
                </a:gdLst>
                <a:ahLst/>
                <a:cxnLst>
                  <a:cxn ang="0">
                    <a:pos x="connsiteX0" y="connsiteY0"/>
                  </a:cxn>
                  <a:cxn ang="0">
                    <a:pos x="connsiteX1" y="connsiteY1"/>
                  </a:cxn>
                </a:cxnLst>
                <a:rect l="l" t="t" r="r" b="b"/>
                <a:pathLst>
                  <a:path w="2507634" h="2501854">
                    <a:moveTo>
                      <a:pt x="0" y="0"/>
                    </a:moveTo>
                    <a:lnTo>
                      <a:pt x="2507635" y="2501855"/>
                    </a:lnTo>
                  </a:path>
                </a:pathLst>
              </a:custGeom>
              <a:noFill/>
              <a:ln w="30701" cap="flat">
                <a:solidFill>
                  <a:srgbClr val="000000"/>
                </a:solidFill>
                <a:custDash>
                  <a:ds d="277500" sp="120000"/>
                </a:custDash>
                <a:round/>
              </a:ln>
            </p:spPr>
            <p:txBody>
              <a:bodyPr rtlCol="0" anchor="ctr"/>
              <a:lstStyle/>
              <a:p>
                <a:endParaRPr lang="en-US" sz="3600"/>
              </a:p>
            </p:txBody>
          </p:sp>
          <p:sp>
            <p:nvSpPr>
              <p:cNvPr id="287" name="Freeform: Shape 286">
                <a:extLst>
                  <a:ext uri="{FF2B5EF4-FFF2-40B4-BE49-F238E27FC236}">
                    <a16:creationId xmlns:a16="http://schemas.microsoft.com/office/drawing/2014/main" id="{64870C8A-D283-A901-4D40-D0D01C51E373}"/>
                  </a:ext>
                </a:extLst>
              </p:cNvPr>
              <p:cNvSpPr/>
              <p:nvPr/>
            </p:nvSpPr>
            <p:spPr>
              <a:xfrm>
                <a:off x="-4232372" y="6237406"/>
                <a:ext cx="30753" cy="2501854"/>
              </a:xfrm>
              <a:custGeom>
                <a:avLst/>
                <a:gdLst>
                  <a:gd name="connsiteX0" fmla="*/ 0 w 30753"/>
                  <a:gd name="connsiteY0" fmla="*/ 2501855 h 2501854"/>
                  <a:gd name="connsiteX1" fmla="*/ 0 w 30753"/>
                  <a:gd name="connsiteY1" fmla="*/ 0 h 2501854"/>
                </a:gdLst>
                <a:ahLst/>
                <a:cxnLst>
                  <a:cxn ang="0">
                    <a:pos x="connsiteX0" y="connsiteY0"/>
                  </a:cxn>
                  <a:cxn ang="0">
                    <a:pos x="connsiteX1" y="connsiteY1"/>
                  </a:cxn>
                </a:cxnLst>
                <a:rect l="l" t="t" r="r" b="b"/>
                <a:pathLst>
                  <a:path w="30753" h="2501854">
                    <a:moveTo>
                      <a:pt x="0" y="2501855"/>
                    </a:moveTo>
                    <a:lnTo>
                      <a:pt x="0" y="0"/>
                    </a:lnTo>
                  </a:path>
                </a:pathLst>
              </a:custGeom>
              <a:noFill/>
              <a:ln w="24561" cap="sq">
                <a:solidFill>
                  <a:srgbClr val="000000"/>
                </a:solidFill>
                <a:prstDash val="solid"/>
                <a:miter/>
              </a:ln>
            </p:spPr>
            <p:txBody>
              <a:bodyPr rtlCol="0" anchor="ctr"/>
              <a:lstStyle/>
              <a:p>
                <a:endParaRPr lang="en-US" sz="3600"/>
              </a:p>
            </p:txBody>
          </p:sp>
          <p:sp>
            <p:nvSpPr>
              <p:cNvPr id="288" name="Freeform: Shape 287">
                <a:extLst>
                  <a:ext uri="{FF2B5EF4-FFF2-40B4-BE49-F238E27FC236}">
                    <a16:creationId xmlns:a16="http://schemas.microsoft.com/office/drawing/2014/main" id="{D61636F9-8569-F4F9-EB34-EF9B4A23D62F}"/>
                  </a:ext>
                </a:extLst>
              </p:cNvPr>
              <p:cNvSpPr/>
              <p:nvPr/>
            </p:nvSpPr>
            <p:spPr>
              <a:xfrm>
                <a:off x="-4232372" y="8739260"/>
                <a:ext cx="2507634" cy="30682"/>
              </a:xfrm>
              <a:custGeom>
                <a:avLst/>
                <a:gdLst>
                  <a:gd name="connsiteX0" fmla="*/ 0 w 2507634"/>
                  <a:gd name="connsiteY0" fmla="*/ 0 h 30682"/>
                  <a:gd name="connsiteX1" fmla="*/ 2507635 w 2507634"/>
                  <a:gd name="connsiteY1" fmla="*/ 0 h 30682"/>
                </a:gdLst>
                <a:ahLst/>
                <a:cxnLst>
                  <a:cxn ang="0">
                    <a:pos x="connsiteX0" y="connsiteY0"/>
                  </a:cxn>
                  <a:cxn ang="0">
                    <a:pos x="connsiteX1" y="connsiteY1"/>
                  </a:cxn>
                </a:cxnLst>
                <a:rect l="l" t="t" r="r" b="b"/>
                <a:pathLst>
                  <a:path w="2507634" h="30682">
                    <a:moveTo>
                      <a:pt x="0" y="0"/>
                    </a:moveTo>
                    <a:lnTo>
                      <a:pt x="2507635" y="0"/>
                    </a:lnTo>
                  </a:path>
                </a:pathLst>
              </a:custGeom>
              <a:noFill/>
              <a:ln w="24561" cap="sq">
                <a:solidFill>
                  <a:srgbClr val="000000"/>
                </a:solidFill>
                <a:prstDash val="solid"/>
                <a:miter/>
              </a:ln>
            </p:spPr>
            <p:txBody>
              <a:bodyPr rtlCol="0" anchor="ctr"/>
              <a:lstStyle/>
              <a:p>
                <a:endParaRPr lang="en-US" sz="3600"/>
              </a:p>
            </p:txBody>
          </p:sp>
          <p:cxnSp>
            <p:nvCxnSpPr>
              <p:cNvPr id="289" name="Straight Arrow Connector 288">
                <a:extLst>
                  <a:ext uri="{FF2B5EF4-FFF2-40B4-BE49-F238E27FC236}">
                    <a16:creationId xmlns:a16="http://schemas.microsoft.com/office/drawing/2014/main" id="{DBABAB46-680C-CFAB-9E0B-70831A9FFFE1}"/>
                  </a:ext>
                </a:extLst>
              </p:cNvPr>
              <p:cNvCxnSpPr>
                <a:cxnSpLocks/>
              </p:cNvCxnSpPr>
              <p:nvPr/>
            </p:nvCxnSpPr>
            <p:spPr>
              <a:xfrm flipV="1">
                <a:off x="-3796484" y="7273310"/>
                <a:ext cx="578939" cy="578939"/>
              </a:xfrm>
              <a:prstGeom prst="straightConnector1">
                <a:avLst/>
              </a:prstGeom>
              <a:ln w="63500">
                <a:tailEnd type="triangle"/>
              </a:ln>
            </p:spPr>
            <p:style>
              <a:lnRef idx="2">
                <a:schemeClr val="dk1"/>
              </a:lnRef>
              <a:fillRef idx="0">
                <a:schemeClr val="dk1"/>
              </a:fillRef>
              <a:effectRef idx="1">
                <a:schemeClr val="dk1"/>
              </a:effectRef>
              <a:fontRef idx="minor">
                <a:schemeClr val="tx1"/>
              </a:fontRef>
            </p:style>
          </p:cxnSp>
          <p:cxnSp>
            <p:nvCxnSpPr>
              <p:cNvPr id="290" name="Straight Arrow Connector 289">
                <a:extLst>
                  <a:ext uri="{FF2B5EF4-FFF2-40B4-BE49-F238E27FC236}">
                    <a16:creationId xmlns:a16="http://schemas.microsoft.com/office/drawing/2014/main" id="{7441AC82-AE03-0D69-BD10-7FABDA470144}"/>
                  </a:ext>
                </a:extLst>
              </p:cNvPr>
              <p:cNvCxnSpPr>
                <a:cxnSpLocks/>
              </p:cNvCxnSpPr>
              <p:nvPr/>
            </p:nvCxnSpPr>
            <p:spPr>
              <a:xfrm flipH="1">
                <a:off x="-3904404" y="7267062"/>
                <a:ext cx="643331" cy="0"/>
              </a:xfrm>
              <a:prstGeom prst="straightConnector1">
                <a:avLst/>
              </a:prstGeom>
              <a:ln w="63500">
                <a:solidFill>
                  <a:srgbClr val="0070C0"/>
                </a:solidFill>
                <a:tailEnd type="triangle"/>
              </a:ln>
            </p:spPr>
            <p:style>
              <a:lnRef idx="2">
                <a:schemeClr val="dk1"/>
              </a:lnRef>
              <a:fillRef idx="0">
                <a:schemeClr val="dk1"/>
              </a:fillRef>
              <a:effectRef idx="1">
                <a:schemeClr val="dk1"/>
              </a:effectRef>
              <a:fontRef idx="minor">
                <a:schemeClr val="tx1"/>
              </a:fontRef>
            </p:style>
          </p:cxnSp>
          <p:cxnSp>
            <p:nvCxnSpPr>
              <p:cNvPr id="291" name="Straight Arrow Connector 290">
                <a:extLst>
                  <a:ext uri="{FF2B5EF4-FFF2-40B4-BE49-F238E27FC236}">
                    <a16:creationId xmlns:a16="http://schemas.microsoft.com/office/drawing/2014/main" id="{CB9607AB-4886-B425-7BFC-F6091DB1FD32}"/>
                  </a:ext>
                </a:extLst>
              </p:cNvPr>
              <p:cNvCxnSpPr>
                <a:cxnSpLocks/>
              </p:cNvCxnSpPr>
              <p:nvPr/>
            </p:nvCxnSpPr>
            <p:spPr>
              <a:xfrm flipV="1">
                <a:off x="-3877314" y="6905734"/>
                <a:ext cx="327593" cy="327593"/>
              </a:xfrm>
              <a:prstGeom prst="straightConnector1">
                <a:avLst/>
              </a:prstGeom>
              <a:ln w="63500">
                <a:tail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279" name="Google Shape;280;p4">
                  <a:extLst>
                    <a:ext uri="{FF2B5EF4-FFF2-40B4-BE49-F238E27FC236}">
                      <a16:creationId xmlns:a16="http://schemas.microsoft.com/office/drawing/2014/main" id="{B69270FB-D75D-14B4-0B85-B0F81A90522F}"/>
                    </a:ext>
                  </a:extLst>
                </p:cNvPr>
                <p:cNvSpPr txBox="1"/>
                <p:nvPr/>
              </p:nvSpPr>
              <p:spPr>
                <a:xfrm>
                  <a:off x="8939626" y="2008765"/>
                  <a:ext cx="464830" cy="391949"/>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
                          <m:sSubPr>
                            <m:ctrlP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b>
                          <m:sSubPr>
                            <m:ctrlP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en-US" sz="24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0</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oMath>
                    </m:oMathPara>
                  </a14:m>
                  <a:endParaRPr lang="ar-AE" sz="2400" b="1" dirty="0">
                    <a:latin typeface="Calibri" panose="020F0502020204030204" pitchFamily="34" charset="0"/>
                    <a:ea typeface="Calibri" panose="020F0502020204030204" pitchFamily="34" charset="0"/>
                    <a:cs typeface="Calibri" panose="020F0502020204030204" pitchFamily="34" charset="0"/>
                  </a:endParaRPr>
                </a:p>
                <a:p>
                  <a:pPr algn="ctr"/>
                  <a:endParaRPr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9" name="Google Shape;280;p4">
                  <a:extLst>
                    <a:ext uri="{FF2B5EF4-FFF2-40B4-BE49-F238E27FC236}">
                      <a16:creationId xmlns:a16="http://schemas.microsoft.com/office/drawing/2014/main" id="{B69270FB-D75D-14B4-0B85-B0F81A90522F}"/>
                    </a:ext>
                  </a:extLst>
                </p:cNvPr>
                <p:cNvSpPr txBox="1">
                  <a:spLocks noRot="1" noChangeAspect="1" noMove="1" noResize="1" noEditPoints="1" noAdjustHandles="1" noChangeArrowheads="1" noChangeShapeType="1" noTextEdit="1"/>
                </p:cNvSpPr>
                <p:nvPr/>
              </p:nvSpPr>
              <p:spPr>
                <a:xfrm>
                  <a:off x="8939626" y="2008765"/>
                  <a:ext cx="464830" cy="391949"/>
                </a:xfrm>
                <a:prstGeom prst="rect">
                  <a:avLst/>
                </a:prstGeom>
                <a:blipFill>
                  <a:blip r:embed="rId16"/>
                  <a:stretch>
                    <a:fillRect l="-3822" t="-7519" r="-3375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Google Shape;280;p4">
                  <a:extLst>
                    <a:ext uri="{FF2B5EF4-FFF2-40B4-BE49-F238E27FC236}">
                      <a16:creationId xmlns:a16="http://schemas.microsoft.com/office/drawing/2014/main" id="{60613D35-5514-444D-BB46-34085B0B78B2}"/>
                    </a:ext>
                  </a:extLst>
                </p:cNvPr>
                <p:cNvSpPr txBox="1"/>
                <p:nvPr/>
              </p:nvSpPr>
              <p:spPr>
                <a:xfrm>
                  <a:off x="9559162" y="1428855"/>
                  <a:ext cx="386737" cy="212766"/>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
                          <m:sSubPr>
                            <m:ctrlP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b>
                          <m:sSubPr>
                            <m:ctrlP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oMath>
                    </m:oMathPara>
                  </a14:m>
                  <a:endParaRPr lang="ar-AE"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80" name="Google Shape;280;p4">
                  <a:extLst>
                    <a:ext uri="{FF2B5EF4-FFF2-40B4-BE49-F238E27FC236}">
                      <a16:creationId xmlns:a16="http://schemas.microsoft.com/office/drawing/2014/main" id="{60613D35-5514-444D-BB46-34085B0B78B2}"/>
                    </a:ext>
                  </a:extLst>
                </p:cNvPr>
                <p:cNvSpPr txBox="1">
                  <a:spLocks noRot="1" noChangeAspect="1" noMove="1" noResize="1" noEditPoints="1" noAdjustHandles="1" noChangeArrowheads="1" noChangeShapeType="1" noTextEdit="1"/>
                </p:cNvSpPr>
                <p:nvPr/>
              </p:nvSpPr>
              <p:spPr>
                <a:xfrm>
                  <a:off x="9559162" y="1428855"/>
                  <a:ext cx="386737" cy="212766"/>
                </a:xfrm>
                <a:prstGeom prst="rect">
                  <a:avLst/>
                </a:prstGeom>
                <a:blipFill>
                  <a:blip r:embed="rId17"/>
                  <a:stretch>
                    <a:fillRect l="-26718" t="-13889" r="-37405" b="-3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1" name="Google Shape;280;p4">
                  <a:extLst>
                    <a:ext uri="{FF2B5EF4-FFF2-40B4-BE49-F238E27FC236}">
                      <a16:creationId xmlns:a16="http://schemas.microsoft.com/office/drawing/2014/main" id="{80A738BF-8427-B753-E4A6-9BFD2DA86460}"/>
                    </a:ext>
                  </a:extLst>
                </p:cNvPr>
                <p:cNvSpPr txBox="1"/>
                <p:nvPr/>
              </p:nvSpPr>
              <p:spPr>
                <a:xfrm>
                  <a:off x="9254399" y="1117318"/>
                  <a:ext cx="386737" cy="212766"/>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
                          <m:sSubPr>
                            <m:ctrlP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𝑾</m:t>
                            </m:r>
                          </m:e>
                          <m:sub>
                            <m:r>
                              <a:rPr lang="en-US" sz="2400" b="1"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𝟏</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sSub>
                          <m:sSubPr>
                            <m:ctrlP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Pr>
                          <m:e>
                            <m:r>
                              <a:rPr lang="ar-AE"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𝑡</m:t>
                            </m:r>
                          </m:e>
                          <m:sub>
                            <m:r>
                              <a:rPr lang="en-US" sz="24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2</m:t>
                            </m:r>
                          </m:sub>
                        </m:sSub>
                        <m:r>
                          <a:rPr lang="ar-AE" sz="2400" b="1"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m:t>
                        </m:r>
                      </m:oMath>
                    </m:oMathPara>
                  </a14:m>
                  <a:endParaRPr lang="ar-AE" sz="2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81" name="Google Shape;280;p4">
                  <a:extLst>
                    <a:ext uri="{FF2B5EF4-FFF2-40B4-BE49-F238E27FC236}">
                      <a16:creationId xmlns:a16="http://schemas.microsoft.com/office/drawing/2014/main" id="{80A738BF-8427-B753-E4A6-9BFD2DA86460}"/>
                    </a:ext>
                  </a:extLst>
                </p:cNvPr>
                <p:cNvSpPr txBox="1">
                  <a:spLocks noRot="1" noChangeAspect="1" noMove="1" noResize="1" noEditPoints="1" noAdjustHandles="1" noChangeArrowheads="1" noChangeShapeType="1" noTextEdit="1"/>
                </p:cNvSpPr>
                <p:nvPr/>
              </p:nvSpPr>
              <p:spPr>
                <a:xfrm>
                  <a:off x="9254399" y="1117318"/>
                  <a:ext cx="386737" cy="212766"/>
                </a:xfrm>
                <a:prstGeom prst="rect">
                  <a:avLst/>
                </a:prstGeom>
                <a:blipFill>
                  <a:blip r:embed="rId18"/>
                  <a:stretch>
                    <a:fillRect l="-27481" t="-13889" r="-37405" b="-3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2" name="Google Shape;280;p4">
                  <a:extLst>
                    <a:ext uri="{FF2B5EF4-FFF2-40B4-BE49-F238E27FC236}">
                      <a16:creationId xmlns:a16="http://schemas.microsoft.com/office/drawing/2014/main" id="{0D6CFBE1-D030-B9FC-60BF-191AA8223A85}"/>
                    </a:ext>
                  </a:extLst>
                </p:cNvPr>
                <p:cNvSpPr txBox="1"/>
                <p:nvPr/>
              </p:nvSpPr>
              <p:spPr>
                <a:xfrm>
                  <a:off x="9426875" y="2630766"/>
                  <a:ext cx="637410" cy="308890"/>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Sup>
                          <m:sSubSupPr>
                            <m:ctrlP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SupPr>
                          <m:e>
                            <m: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b>
                            <m:r>
                              <a:rPr lang="en-US" sz="36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up>
                            <m:r>
                              <a:rPr lang="en-US"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𝑆</m:t>
                            </m:r>
                          </m:sup>
                        </m:sSubSup>
                      </m:oMath>
                    </m:oMathPara>
                  </a14:m>
                  <a:endParaRPr sz="36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82" name="Google Shape;280;p4">
                  <a:extLst>
                    <a:ext uri="{FF2B5EF4-FFF2-40B4-BE49-F238E27FC236}">
                      <a16:creationId xmlns:a16="http://schemas.microsoft.com/office/drawing/2014/main" id="{0D6CFBE1-D030-B9FC-60BF-191AA8223A85}"/>
                    </a:ext>
                  </a:extLst>
                </p:cNvPr>
                <p:cNvSpPr txBox="1">
                  <a:spLocks noRot="1" noChangeAspect="1" noMove="1" noResize="1" noEditPoints="1" noAdjustHandles="1" noChangeArrowheads="1" noChangeShapeType="1" noTextEdit="1"/>
                </p:cNvSpPr>
                <p:nvPr/>
              </p:nvSpPr>
              <p:spPr>
                <a:xfrm>
                  <a:off x="9426875" y="2630766"/>
                  <a:ext cx="637410" cy="308890"/>
                </a:xfrm>
                <a:prstGeom prst="rect">
                  <a:avLst/>
                </a:prstGeom>
                <a:blipFill>
                  <a:blip r:embed="rId1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3" name="Google Shape;280;p4">
                  <a:extLst>
                    <a:ext uri="{FF2B5EF4-FFF2-40B4-BE49-F238E27FC236}">
                      <a16:creationId xmlns:a16="http://schemas.microsoft.com/office/drawing/2014/main" id="{4F84E1D4-2FDB-8915-D39F-191C297E695B}"/>
                    </a:ext>
                  </a:extLst>
                </p:cNvPr>
                <p:cNvSpPr txBox="1"/>
                <p:nvPr/>
              </p:nvSpPr>
              <p:spPr>
                <a:xfrm rot="16200000">
                  <a:off x="8279454" y="1579621"/>
                  <a:ext cx="637410" cy="305717"/>
                </a:xfrm>
                <a:prstGeom prst="rect">
                  <a:avLst/>
                </a:prstGeom>
                <a:noFill/>
                <a:ln>
                  <a:noFill/>
                </a:ln>
              </p:spPr>
              <p:txBody>
                <a:bodyPr spcFirstLastPara="1" wrap="square" lIns="68569" tIns="34275" rIns="68569" bIns="34275" anchor="t" anchorCtr="0">
                  <a:spAutoFit/>
                </a:bodyPr>
                <a:lstStyle/>
                <a:p>
                  <a:pPr algn="ctr"/>
                  <a14:m>
                    <m:oMathPara xmlns:m="http://schemas.openxmlformats.org/officeDocument/2006/math">
                      <m:oMath>
                        <m:sSubSup>
                          <m:sSubSupPr>
                            <m:ctrlP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ctrlPr>
                          </m:sSubSupPr>
                          <m:e>
                            <m: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𝑊</m:t>
                            </m:r>
                          </m:e>
                          <m:sub>
                            <m:r>
                              <a:rPr lang="en-US" sz="3600" b="0" i="1" dirty="0" smtClean="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1</m:t>
                            </m:r>
                          </m:sub>
                          <m:sup>
                            <m:r>
                              <a:rPr lang="ar-AE" sz="3600" i="1" dirty="0">
                                <a:solidFill>
                                  <a:schemeClr val="dk1"/>
                                </a:solidFill>
                                <a:latin typeface="Cambria Math" panose="02040503050406030204" pitchFamily="18" charset="0"/>
                                <a:ea typeface="Calibri" panose="020F0502020204030204" pitchFamily="34" charset="0"/>
                                <a:cs typeface="Calibri" panose="020F0502020204030204" pitchFamily="34" charset="0"/>
                                <a:sym typeface="EB Garamond"/>
                              </a:rPr>
                              <m:t>𝑃</m:t>
                            </m:r>
                          </m:sup>
                        </m:sSubSup>
                      </m:oMath>
                    </m:oMathPara>
                  </a14:m>
                  <a:endParaRPr lang="ar-AE" sz="36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83" name="Google Shape;280;p4">
                  <a:extLst>
                    <a:ext uri="{FF2B5EF4-FFF2-40B4-BE49-F238E27FC236}">
                      <a16:creationId xmlns:a16="http://schemas.microsoft.com/office/drawing/2014/main" id="{4F84E1D4-2FDB-8915-D39F-191C297E695B}"/>
                    </a:ext>
                  </a:extLst>
                </p:cNvPr>
                <p:cNvSpPr txBox="1">
                  <a:spLocks noRot="1" noChangeAspect="1" noMove="1" noResize="1" noEditPoints="1" noAdjustHandles="1" noChangeArrowheads="1" noChangeShapeType="1" noTextEdit="1"/>
                </p:cNvSpPr>
                <p:nvPr/>
              </p:nvSpPr>
              <p:spPr>
                <a:xfrm rot="16200000">
                  <a:off x="8279454" y="1579621"/>
                  <a:ext cx="637410" cy="305717"/>
                </a:xfrm>
                <a:prstGeom prst="rect">
                  <a:avLst/>
                </a:prstGeom>
                <a:blipFill>
                  <a:blip r:embed="rId20"/>
                  <a:stretch>
                    <a:fillRect l="-15534" t="-2326" r="-38835"/>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04" name="TextBox 303">
                <a:extLst>
                  <a:ext uri="{FF2B5EF4-FFF2-40B4-BE49-F238E27FC236}">
                    <a16:creationId xmlns:a16="http://schemas.microsoft.com/office/drawing/2014/main" id="{226197D9-9ED2-22FF-B3A6-EAD571A009C4}"/>
                  </a:ext>
                </a:extLst>
              </p:cNvPr>
              <p:cNvSpPr txBox="1"/>
              <p:nvPr/>
            </p:nvSpPr>
            <p:spPr>
              <a:xfrm>
                <a:off x="29034108" y="22815048"/>
                <a:ext cx="3244926" cy="441916"/>
              </a:xfrm>
              <a:prstGeom prst="rect">
                <a:avLst/>
              </a:prstGeom>
              <a:noFill/>
            </p:spPr>
            <p:txBody>
              <a:bodyPr wrap="none" lIns="0" tIns="0" rIns="0" bIns="0" rtlCol="0">
                <a:spAutoFit/>
              </a:bodyPr>
              <a:lstStyle/>
              <a:p>
                <a:pPr/>
                <a14:m>
                  <m:oMathPara xmlns:m="http://schemas.openxmlformats.org/officeDocument/2006/math">
                    <m:oMath>
                      <m:r>
                        <a:rPr lang="en-US" sz="2800" b="0" i="1" smtClean="0">
                          <a:latin typeface="Cambria Math" panose="02040503050406030204" pitchFamily="18" charset="0"/>
                        </a:rPr>
                        <m:t>𝛥</m:t>
                      </m:r>
                      <m:r>
                        <a:rPr lang="en-US" sz="2800" b="0" i="1" smtClean="0">
                          <a:latin typeface="Cambria Math" panose="02040503050406030204" pitchFamily="18" charset="0"/>
                        </a:rPr>
                        <m:t>𝑊</m:t>
                      </m:r>
                      <m:r>
                        <a:rPr lang="en-US" sz="2800" b="0" i="1" smtClean="0">
                          <a:latin typeface="Cambria Math" panose="02040503050406030204" pitchFamily="18" charset="0"/>
                        </a:rPr>
                        <m:t>~</m:t>
                      </m:r>
                      <m:r>
                        <a:rPr lang="en-US" sz="2800" b="0" i="1" smtClean="0">
                          <a:latin typeface="Cambria Math" panose="02040503050406030204" pitchFamily="18" charset="0"/>
                        </a:rPr>
                        <m:t>𝑐</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d>
                        <m:dPr>
                          <m:ctrlPr>
                            <a:rPr lang="en-US" sz="2800" b="1" i="1" smtClean="0">
                              <a:solidFill>
                                <a:srgbClr val="C04F15"/>
                              </a:solidFill>
                              <a:latin typeface="Cambria Math" panose="02040503050406030204" pitchFamily="18" charset="0"/>
                            </a:rPr>
                          </m:ctrlPr>
                        </m:dPr>
                        <m:e>
                          <m:r>
                            <a:rPr lang="en-US" sz="2800" b="1" i="1" smtClean="0">
                              <a:solidFill>
                                <a:srgbClr val="C04F15"/>
                              </a:solidFill>
                              <a:latin typeface="Cambria Math" panose="02040503050406030204" pitchFamily="18" charset="0"/>
                            </a:rPr>
                            <m:t>𝑹</m:t>
                          </m:r>
                          <m:r>
                            <a:rPr lang="en-US" sz="2800" b="1" i="1" smtClean="0">
                              <a:solidFill>
                                <a:srgbClr val="C04F15"/>
                              </a:solidFill>
                              <a:latin typeface="Cambria Math" panose="02040503050406030204" pitchFamily="18" charset="0"/>
                            </a:rPr>
                            <m:t>−</m:t>
                          </m:r>
                          <m:sSub>
                            <m:sSubPr>
                              <m:ctrlPr>
                                <a:rPr lang="en-US" sz="2800" b="1" i="1" smtClean="0">
                                  <a:solidFill>
                                    <a:srgbClr val="C04F15"/>
                                  </a:solidFill>
                                  <a:latin typeface="Cambria Math" panose="02040503050406030204" pitchFamily="18" charset="0"/>
                                </a:rPr>
                              </m:ctrlPr>
                            </m:sSubPr>
                            <m:e>
                              <m:r>
                                <a:rPr lang="en-US" sz="2800" b="1" i="1" smtClean="0">
                                  <a:solidFill>
                                    <a:srgbClr val="C04F15"/>
                                  </a:solidFill>
                                  <a:latin typeface="Cambria Math" panose="02040503050406030204" pitchFamily="18" charset="0"/>
                                </a:rPr>
                                <m:t>𝑹</m:t>
                              </m:r>
                            </m:e>
                            <m:sub>
                              <m:r>
                                <a:rPr lang="en-US" sz="2800" b="1" i="1" smtClean="0">
                                  <a:solidFill>
                                    <a:srgbClr val="C04F15"/>
                                  </a:solidFill>
                                  <a:latin typeface="Cambria Math" panose="02040503050406030204" pitchFamily="18" charset="0"/>
                                </a:rPr>
                                <m:t>𝟎</m:t>
                              </m:r>
                            </m:sub>
                          </m:sSub>
                        </m:e>
                      </m:d>
                      <m:sSup>
                        <m:sSupPr>
                          <m:ctrlPr>
                            <a:rPr lang="en-US" sz="2800" b="1" i="1" smtClean="0">
                              <a:solidFill>
                                <a:srgbClr val="156082"/>
                              </a:solidFill>
                              <a:latin typeface="Cambria Math" panose="02040503050406030204" pitchFamily="18" charset="0"/>
                            </a:rPr>
                          </m:ctrlPr>
                        </m:sSupPr>
                        <m:e>
                          <m:r>
                            <a:rPr lang="en-US" sz="2800" b="1" i="1" smtClean="0">
                              <a:solidFill>
                                <a:srgbClr val="156082"/>
                              </a:solidFill>
                              <a:latin typeface="Cambria Math" panose="02040503050406030204" pitchFamily="18" charset="0"/>
                            </a:rPr>
                            <m:t>𝒓</m:t>
                          </m:r>
                        </m:e>
                        <m:sup>
                          <m:r>
                            <a:rPr lang="en-US" sz="2800" b="1" i="1" smtClean="0">
                              <a:solidFill>
                                <a:srgbClr val="156082"/>
                              </a:solidFill>
                              <a:latin typeface="Cambria Math" panose="02040503050406030204" pitchFamily="18" charset="0"/>
                            </a:rPr>
                            <m:t>𝒋</m:t>
                          </m:r>
                        </m:sup>
                      </m:sSup>
                    </m:oMath>
                  </m:oMathPara>
                </a14:m>
                <a:endParaRPr lang="en-US" sz="2800" b="1" i="1" dirty="0"/>
              </a:p>
            </p:txBody>
          </p:sp>
        </mc:Choice>
        <mc:Fallback xmlns="">
          <p:sp>
            <p:nvSpPr>
              <p:cNvPr id="304" name="TextBox 303">
                <a:extLst>
                  <a:ext uri="{FF2B5EF4-FFF2-40B4-BE49-F238E27FC236}">
                    <a16:creationId xmlns:a16="http://schemas.microsoft.com/office/drawing/2014/main" id="{226197D9-9ED2-22FF-B3A6-EAD571A009C4}"/>
                  </a:ext>
                </a:extLst>
              </p:cNvPr>
              <p:cNvSpPr txBox="1">
                <a:spLocks noRot="1" noChangeAspect="1" noMove="1" noResize="1" noEditPoints="1" noAdjustHandles="1" noChangeArrowheads="1" noChangeShapeType="1" noTextEdit="1"/>
              </p:cNvSpPr>
              <p:nvPr/>
            </p:nvSpPr>
            <p:spPr>
              <a:xfrm>
                <a:off x="29034108" y="22815048"/>
                <a:ext cx="3244926" cy="441916"/>
              </a:xfrm>
              <a:prstGeom prst="rect">
                <a:avLst/>
              </a:prstGeom>
              <a:blipFill>
                <a:blip r:embed="rId21"/>
                <a:stretch>
                  <a:fillRect/>
                </a:stretch>
              </a:blipFill>
            </p:spPr>
            <p:txBody>
              <a:bodyPr/>
              <a:lstStyle/>
              <a:p>
                <a:r>
                  <a:rPr lang="en-US">
                    <a:noFill/>
                  </a:rPr>
                  <a:t> </a:t>
                </a:r>
              </a:p>
            </p:txBody>
          </p:sp>
        </mc:Fallback>
      </mc:AlternateContent>
      <p:sp>
        <p:nvSpPr>
          <p:cNvPr id="306" name="TextBox 305">
            <a:extLst>
              <a:ext uri="{FF2B5EF4-FFF2-40B4-BE49-F238E27FC236}">
                <a16:creationId xmlns:a16="http://schemas.microsoft.com/office/drawing/2014/main" id="{93FC9837-7DF4-93C4-BA19-273F5F4B399E}"/>
              </a:ext>
            </a:extLst>
          </p:cNvPr>
          <p:cNvSpPr txBox="1"/>
          <p:nvPr/>
        </p:nvSpPr>
        <p:spPr>
          <a:xfrm>
            <a:off x="29095922" y="21958760"/>
            <a:ext cx="3183112" cy="646331"/>
          </a:xfrm>
          <a:prstGeom prst="rect">
            <a:avLst/>
          </a:prstGeom>
          <a:noFill/>
        </p:spPr>
        <p:txBody>
          <a:bodyPr wrap="square" rtlCol="0">
            <a:spAutoFit/>
          </a:bodyPr>
          <a:lstStyle>
            <a:defPPr>
              <a:defRPr lang="en-US"/>
            </a:defPPr>
            <a:lvl1pPr algn="ctr">
              <a:defRPr sz="2800">
                <a:latin typeface="Calibri" panose="020F0502020204030204" pitchFamily="34" charset="0"/>
                <a:ea typeface="Calibri" panose="020F0502020204030204" pitchFamily="34" charset="0"/>
                <a:cs typeface="Calibri" panose="020F0502020204030204" pitchFamily="34" charset="0"/>
              </a:defRPr>
            </a:lvl1pPr>
          </a:lstStyle>
          <a:p>
            <a:r>
              <a:rPr lang="zh-CN" altLang="en-US" sz="3600" dirty="0">
                <a:latin typeface="STKaiti" panose="02010600040101010101" pitchFamily="2" charset="-122"/>
                <a:ea typeface="STKaiti" panose="02010600040101010101" pitchFamily="2" charset="-122"/>
              </a:rPr>
              <a:t>三因子学习</a:t>
            </a:r>
            <a:endParaRPr lang="en-US" sz="3600" dirty="0">
              <a:latin typeface="STKaiti" panose="02010600040101010101" pitchFamily="2" charset="-122"/>
              <a:ea typeface="STKaiti" panose="02010600040101010101" pitchFamily="2" charset="-122"/>
            </a:endParaRPr>
          </a:p>
        </p:txBody>
      </p:sp>
      <p:grpSp>
        <p:nvGrpSpPr>
          <p:cNvPr id="308" name="Group 307">
            <a:extLst>
              <a:ext uri="{FF2B5EF4-FFF2-40B4-BE49-F238E27FC236}">
                <a16:creationId xmlns:a16="http://schemas.microsoft.com/office/drawing/2014/main" id="{3515B017-8E50-9E6C-1D1A-13539EA501DF}"/>
              </a:ext>
            </a:extLst>
          </p:cNvPr>
          <p:cNvGrpSpPr/>
          <p:nvPr/>
        </p:nvGrpSpPr>
        <p:grpSpPr>
          <a:xfrm>
            <a:off x="34199783" y="6701015"/>
            <a:ext cx="16016790" cy="4818180"/>
            <a:chOff x="373447" y="433417"/>
            <a:chExt cx="11239920" cy="3381199"/>
          </a:xfrm>
        </p:grpSpPr>
        <p:pic>
          <p:nvPicPr>
            <p:cNvPr id="309" name="Picture 308">
              <a:extLst>
                <a:ext uri="{FF2B5EF4-FFF2-40B4-BE49-F238E27FC236}">
                  <a16:creationId xmlns:a16="http://schemas.microsoft.com/office/drawing/2014/main" id="{F42C1103-75FA-2D06-870A-9F9FAA4D674F}"/>
                </a:ext>
              </a:extLst>
            </p:cNvPr>
            <p:cNvPicPr>
              <a:picLocks noChangeAspect="1"/>
            </p:cNvPicPr>
            <p:nvPr/>
          </p:nvPicPr>
          <p:blipFill>
            <a:blip r:embed="rId22"/>
            <a:stretch>
              <a:fillRect/>
            </a:stretch>
          </p:blipFill>
          <p:spPr>
            <a:xfrm>
              <a:off x="2141771" y="556322"/>
              <a:ext cx="1948886" cy="3258294"/>
            </a:xfrm>
            <a:prstGeom prst="rect">
              <a:avLst/>
            </a:prstGeom>
          </p:spPr>
        </p:pic>
        <p:pic>
          <p:nvPicPr>
            <p:cNvPr id="310" name="Picture 309">
              <a:extLst>
                <a:ext uri="{FF2B5EF4-FFF2-40B4-BE49-F238E27FC236}">
                  <a16:creationId xmlns:a16="http://schemas.microsoft.com/office/drawing/2014/main" id="{5147727B-14B8-C360-9147-A3FA746614CE}"/>
                </a:ext>
              </a:extLst>
            </p:cNvPr>
            <p:cNvPicPr>
              <a:picLocks noChangeAspect="1"/>
            </p:cNvPicPr>
            <p:nvPr/>
          </p:nvPicPr>
          <p:blipFill>
            <a:blip r:embed="rId23"/>
            <a:stretch>
              <a:fillRect/>
            </a:stretch>
          </p:blipFill>
          <p:spPr>
            <a:xfrm>
              <a:off x="4209202" y="745509"/>
              <a:ext cx="1857531" cy="3029908"/>
            </a:xfrm>
            <a:prstGeom prst="rect">
              <a:avLst/>
            </a:prstGeom>
          </p:spPr>
        </p:pic>
        <p:pic>
          <p:nvPicPr>
            <p:cNvPr id="311" name="Picture 310">
              <a:extLst>
                <a:ext uri="{FF2B5EF4-FFF2-40B4-BE49-F238E27FC236}">
                  <a16:creationId xmlns:a16="http://schemas.microsoft.com/office/drawing/2014/main" id="{A2FFDB3D-3B43-B7C6-8422-BAB8DF00E77A}"/>
                </a:ext>
              </a:extLst>
            </p:cNvPr>
            <p:cNvPicPr>
              <a:picLocks noChangeAspect="1"/>
            </p:cNvPicPr>
            <p:nvPr/>
          </p:nvPicPr>
          <p:blipFill>
            <a:blip r:embed="rId24"/>
            <a:srcRect r="55743"/>
            <a:stretch/>
          </p:blipFill>
          <p:spPr>
            <a:xfrm>
              <a:off x="7849691" y="433417"/>
              <a:ext cx="1656961" cy="2858685"/>
            </a:xfrm>
            <a:prstGeom prst="rect">
              <a:avLst/>
            </a:prstGeom>
          </p:spPr>
        </p:pic>
        <p:sp>
          <p:nvSpPr>
            <p:cNvPr id="312" name="TextBox 311">
              <a:extLst>
                <a:ext uri="{FF2B5EF4-FFF2-40B4-BE49-F238E27FC236}">
                  <a16:creationId xmlns:a16="http://schemas.microsoft.com/office/drawing/2014/main" id="{63CFEF17-E99F-188F-9AC8-04E4676D3D99}"/>
                </a:ext>
              </a:extLst>
            </p:cNvPr>
            <p:cNvSpPr txBox="1"/>
            <p:nvPr/>
          </p:nvSpPr>
          <p:spPr>
            <a:xfrm>
              <a:off x="7869411" y="3162350"/>
              <a:ext cx="3743956" cy="410371"/>
            </a:xfrm>
            <a:prstGeom prst="rect">
              <a:avLst/>
            </a:prstGeom>
            <a:noFill/>
          </p:spPr>
          <p:txBody>
            <a:bodyPr wrap="square">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(Audette et al. 2022, 2023)</a:t>
              </a:r>
            </a:p>
          </p:txBody>
        </p:sp>
        <p:sp>
          <p:nvSpPr>
            <p:cNvPr id="313" name="Rectangle 312">
              <a:extLst>
                <a:ext uri="{FF2B5EF4-FFF2-40B4-BE49-F238E27FC236}">
                  <a16:creationId xmlns:a16="http://schemas.microsoft.com/office/drawing/2014/main" id="{F2194A44-E6A8-6A9B-CC85-878288698365}"/>
                </a:ext>
              </a:extLst>
            </p:cNvPr>
            <p:cNvSpPr/>
            <p:nvPr/>
          </p:nvSpPr>
          <p:spPr>
            <a:xfrm>
              <a:off x="2169889" y="678283"/>
              <a:ext cx="640080" cy="462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14" name="Rectangle 313">
              <a:extLst>
                <a:ext uri="{FF2B5EF4-FFF2-40B4-BE49-F238E27FC236}">
                  <a16:creationId xmlns:a16="http://schemas.microsoft.com/office/drawing/2014/main" id="{2ADD73AD-262E-FBDE-CA70-870CA12FEB45}"/>
                </a:ext>
              </a:extLst>
            </p:cNvPr>
            <p:cNvSpPr/>
            <p:nvPr/>
          </p:nvSpPr>
          <p:spPr>
            <a:xfrm>
              <a:off x="3902957" y="690796"/>
              <a:ext cx="640080" cy="462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15" name="Rectangle 314">
              <a:extLst>
                <a:ext uri="{FF2B5EF4-FFF2-40B4-BE49-F238E27FC236}">
                  <a16:creationId xmlns:a16="http://schemas.microsoft.com/office/drawing/2014/main" id="{12C666F9-CCDF-931E-E707-0478ED225EC8}"/>
                </a:ext>
              </a:extLst>
            </p:cNvPr>
            <p:cNvSpPr/>
            <p:nvPr/>
          </p:nvSpPr>
          <p:spPr>
            <a:xfrm>
              <a:off x="7506622" y="556322"/>
              <a:ext cx="640080" cy="462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p>
          </p:txBody>
        </p:sp>
        <p:sp>
          <p:nvSpPr>
            <p:cNvPr id="316" name="TextBox 315">
              <a:extLst>
                <a:ext uri="{FF2B5EF4-FFF2-40B4-BE49-F238E27FC236}">
                  <a16:creationId xmlns:a16="http://schemas.microsoft.com/office/drawing/2014/main" id="{FA64605A-F258-FC35-3429-182407E7FD66}"/>
                </a:ext>
              </a:extLst>
            </p:cNvPr>
            <p:cNvSpPr txBox="1"/>
            <p:nvPr/>
          </p:nvSpPr>
          <p:spPr>
            <a:xfrm rot="16200000">
              <a:off x="-479013" y="2029270"/>
              <a:ext cx="2115291"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Experiment</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grpSp>
      <p:sp>
        <p:nvSpPr>
          <p:cNvPr id="317" name="TextBox 316">
            <a:extLst>
              <a:ext uri="{FF2B5EF4-FFF2-40B4-BE49-F238E27FC236}">
                <a16:creationId xmlns:a16="http://schemas.microsoft.com/office/drawing/2014/main" id="{D238B88C-C5E4-6D28-DE20-2FCD40302AC2}"/>
              </a:ext>
            </a:extLst>
          </p:cNvPr>
          <p:cNvSpPr txBox="1"/>
          <p:nvPr/>
        </p:nvSpPr>
        <p:spPr>
          <a:xfrm>
            <a:off x="34031748" y="5384530"/>
            <a:ext cx="12786012" cy="1015663"/>
          </a:xfrm>
          <a:prstGeom prst="rect">
            <a:avLst/>
          </a:prstGeom>
          <a:noFill/>
        </p:spPr>
        <p:txBody>
          <a:bodyPr wrap="square">
            <a:spAutoFit/>
          </a:bodyPr>
          <a:lstStyle/>
          <a:p>
            <a:r>
              <a:rPr lang="en-US" altLang="zh-CN" sz="6000" dirty="0" err="1">
                <a:latin typeface="STKaiti" panose="02010600040101010101" pitchFamily="2" charset="-122"/>
                <a:ea typeface="STKaiti" panose="02010600040101010101" pitchFamily="2" charset="-122"/>
              </a:rPr>
              <a:t>dPC</a:t>
            </a:r>
            <a:r>
              <a:rPr lang="en-US" sz="6000" dirty="0" err="1">
                <a:latin typeface="STKaiti" panose="02010600040101010101" pitchFamily="2" charset="-122"/>
                <a:ea typeface="STKaiti" panose="02010600040101010101" pitchFamily="2" charset="-122"/>
              </a:rPr>
              <a:t>再现了选择性调制的听觉反应</a:t>
            </a:r>
            <a:endParaRPr lang="en-US" sz="6000" b="1" dirty="0">
              <a:latin typeface="STKaiti" panose="02010600040101010101" pitchFamily="2" charset="-122"/>
              <a:ea typeface="STKaiti" panose="02010600040101010101" pitchFamily="2" charset="-122"/>
              <a:cs typeface="Calibri" panose="020F0502020204030204" pitchFamily="34" charset="0"/>
            </a:endParaRPr>
          </a:p>
        </p:txBody>
      </p:sp>
      <p:grpSp>
        <p:nvGrpSpPr>
          <p:cNvPr id="318" name="Group 317">
            <a:extLst>
              <a:ext uri="{FF2B5EF4-FFF2-40B4-BE49-F238E27FC236}">
                <a16:creationId xmlns:a16="http://schemas.microsoft.com/office/drawing/2014/main" id="{B6FD1CC6-8C9D-2520-A69F-7A8E679009C8}"/>
              </a:ext>
            </a:extLst>
          </p:cNvPr>
          <p:cNvGrpSpPr/>
          <p:nvPr/>
        </p:nvGrpSpPr>
        <p:grpSpPr>
          <a:xfrm>
            <a:off x="34199783" y="11800967"/>
            <a:ext cx="14635744" cy="4062559"/>
            <a:chOff x="373447" y="4012352"/>
            <a:chExt cx="10270759" cy="2850936"/>
          </a:xfrm>
        </p:grpSpPr>
        <p:sp>
          <p:nvSpPr>
            <p:cNvPr id="319" name="TextBox 318">
              <a:extLst>
                <a:ext uri="{FF2B5EF4-FFF2-40B4-BE49-F238E27FC236}">
                  <a16:creationId xmlns:a16="http://schemas.microsoft.com/office/drawing/2014/main" id="{9A6C9E21-4C22-171E-3A69-6222C1DFC365}"/>
                </a:ext>
              </a:extLst>
            </p:cNvPr>
            <p:cNvSpPr txBox="1"/>
            <p:nvPr/>
          </p:nvSpPr>
          <p:spPr>
            <a:xfrm rot="16200000">
              <a:off x="-479013" y="4917227"/>
              <a:ext cx="2115291"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Model</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320" name="TextBox 319">
              <a:extLst>
                <a:ext uri="{FF2B5EF4-FFF2-40B4-BE49-F238E27FC236}">
                  <a16:creationId xmlns:a16="http://schemas.microsoft.com/office/drawing/2014/main" id="{D1A0C975-B9AA-2911-1224-5DB364CC1C3B}"/>
                </a:ext>
              </a:extLst>
            </p:cNvPr>
            <p:cNvSpPr txBox="1"/>
            <p:nvPr/>
          </p:nvSpPr>
          <p:spPr>
            <a:xfrm rot="16200000">
              <a:off x="6549956" y="4990657"/>
              <a:ext cx="2366982"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Density</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321" name="TextBox 320">
              <a:extLst>
                <a:ext uri="{FF2B5EF4-FFF2-40B4-BE49-F238E27FC236}">
                  <a16:creationId xmlns:a16="http://schemas.microsoft.com/office/drawing/2014/main" id="{3BD989C3-CD5C-A43C-CA8C-55E515890DEB}"/>
                </a:ext>
              </a:extLst>
            </p:cNvPr>
            <p:cNvSpPr txBox="1"/>
            <p:nvPr/>
          </p:nvSpPr>
          <p:spPr>
            <a:xfrm>
              <a:off x="8277225" y="6398649"/>
              <a:ext cx="2366981"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Modulatio</a:t>
              </a:r>
              <a:r>
                <a:rPr lang="en-US" sz="3200" dirty="0">
                  <a:latin typeface="Calibri" panose="020F0502020204030204" pitchFamily="34" charset="0"/>
                  <a:ea typeface="Calibri" panose="020F0502020204030204" pitchFamily="34" charset="0"/>
                  <a:cs typeface="Calibri" panose="020F0502020204030204" pitchFamily="34" charset="0"/>
                </a:rPr>
                <a:t>n </a:t>
              </a: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I</a:t>
              </a:r>
              <a:r>
                <a:rPr lang="en-US" sz="3200" dirty="0">
                  <a:latin typeface="Calibri" panose="020F0502020204030204" pitchFamily="34" charset="0"/>
                  <a:ea typeface="Calibri" panose="020F0502020204030204" pitchFamily="34" charset="0"/>
                  <a:cs typeface="Calibri" panose="020F0502020204030204" pitchFamily="34" charset="0"/>
                </a:rPr>
                <a:t>ndex</a:t>
              </a:r>
            </a:p>
          </p:txBody>
        </p:sp>
        <p:sp>
          <p:nvSpPr>
            <p:cNvPr id="322" name="TextBox 321">
              <a:extLst>
                <a:ext uri="{FF2B5EF4-FFF2-40B4-BE49-F238E27FC236}">
                  <a16:creationId xmlns:a16="http://schemas.microsoft.com/office/drawing/2014/main" id="{9C8122DC-4D9D-7EC8-47E7-ACCCA8407790}"/>
                </a:ext>
              </a:extLst>
            </p:cNvPr>
            <p:cNvSpPr txBox="1"/>
            <p:nvPr/>
          </p:nvSpPr>
          <p:spPr>
            <a:xfrm rot="16200000">
              <a:off x="214530" y="5194256"/>
              <a:ext cx="1952545"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Rate</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grpSp>
          <p:nvGrpSpPr>
            <p:cNvPr id="323" name="Graphic 1994">
              <a:extLst>
                <a:ext uri="{FF2B5EF4-FFF2-40B4-BE49-F238E27FC236}">
                  <a16:creationId xmlns:a16="http://schemas.microsoft.com/office/drawing/2014/main" id="{9C387906-4527-ED9E-BFE5-E7EAE5DEC203}"/>
                </a:ext>
              </a:extLst>
            </p:cNvPr>
            <p:cNvGrpSpPr/>
            <p:nvPr/>
          </p:nvGrpSpPr>
          <p:grpSpPr>
            <a:xfrm>
              <a:off x="1758422" y="5253275"/>
              <a:ext cx="1767350" cy="923879"/>
              <a:chOff x="4971449" y="4228466"/>
              <a:chExt cx="1572279" cy="821906"/>
            </a:xfrm>
          </p:grpSpPr>
          <p:sp>
            <p:nvSpPr>
              <p:cNvPr id="1112" name="Freeform: Shape 1111">
                <a:extLst>
                  <a:ext uri="{FF2B5EF4-FFF2-40B4-BE49-F238E27FC236}">
                    <a16:creationId xmlns:a16="http://schemas.microsoft.com/office/drawing/2014/main" id="{4939E46B-E646-73FA-EDA3-AFCA76F182C7}"/>
                  </a:ext>
                </a:extLst>
              </p:cNvPr>
              <p:cNvSpPr/>
              <p:nvPr/>
            </p:nvSpPr>
            <p:spPr>
              <a:xfrm>
                <a:off x="6515372" y="4991393"/>
                <a:ext cx="28356" cy="28397"/>
              </a:xfrm>
              <a:custGeom>
                <a:avLst/>
                <a:gdLst>
                  <a:gd name="connsiteX0" fmla="*/ 14333 w 28356"/>
                  <a:gd name="connsiteY0" fmla="*/ 28532 h 28397"/>
                  <a:gd name="connsiteX1" fmla="*/ 24359 w 28356"/>
                  <a:gd name="connsiteY1" fmla="*/ 24373 h 28397"/>
                  <a:gd name="connsiteX2" fmla="*/ 28511 w 28356"/>
                  <a:gd name="connsiteY2" fmla="*/ 14333 h 28397"/>
                  <a:gd name="connsiteX3" fmla="*/ 24359 w 28356"/>
                  <a:gd name="connsiteY3" fmla="*/ 4293 h 28397"/>
                  <a:gd name="connsiteX4" fmla="*/ 14333 w 28356"/>
                  <a:gd name="connsiteY4" fmla="*/ 134 h 28397"/>
                  <a:gd name="connsiteX5" fmla="*/ 4307 w 28356"/>
                  <a:gd name="connsiteY5" fmla="*/ 4293 h 28397"/>
                  <a:gd name="connsiteX6" fmla="*/ 155 w 28356"/>
                  <a:gd name="connsiteY6" fmla="*/ 14333 h 28397"/>
                  <a:gd name="connsiteX7" fmla="*/ 4307 w 28356"/>
                  <a:gd name="connsiteY7" fmla="*/ 24373 h 28397"/>
                  <a:gd name="connsiteX8" fmla="*/ 14333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3" y="28532"/>
                    </a:moveTo>
                    <a:cubicBezTo>
                      <a:pt x="18093" y="28532"/>
                      <a:pt x="21700" y="27036"/>
                      <a:pt x="24359" y="24373"/>
                    </a:cubicBezTo>
                    <a:cubicBezTo>
                      <a:pt x="27018" y="21710"/>
                      <a:pt x="28511" y="18099"/>
                      <a:pt x="28511" y="14333"/>
                    </a:cubicBezTo>
                    <a:cubicBezTo>
                      <a:pt x="28511" y="10567"/>
                      <a:pt x="27018" y="6955"/>
                      <a:pt x="24359" y="4293"/>
                    </a:cubicBezTo>
                    <a:cubicBezTo>
                      <a:pt x="21700" y="1630"/>
                      <a:pt x="18093" y="134"/>
                      <a:pt x="14333" y="134"/>
                    </a:cubicBezTo>
                    <a:cubicBezTo>
                      <a:pt x="10573" y="134"/>
                      <a:pt x="6966" y="1630"/>
                      <a:pt x="4307" y="4293"/>
                    </a:cubicBezTo>
                    <a:cubicBezTo>
                      <a:pt x="1649" y="6955"/>
                      <a:pt x="155" y="10567"/>
                      <a:pt x="155" y="14333"/>
                    </a:cubicBezTo>
                    <a:cubicBezTo>
                      <a:pt x="155" y="18099"/>
                      <a:pt x="1649" y="21710"/>
                      <a:pt x="4307" y="24373"/>
                    </a:cubicBezTo>
                    <a:cubicBezTo>
                      <a:pt x="6966" y="27036"/>
                      <a:pt x="10573" y="28532"/>
                      <a:pt x="14333"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3" name="Freeform: Shape 1112">
                <a:extLst>
                  <a:ext uri="{FF2B5EF4-FFF2-40B4-BE49-F238E27FC236}">
                    <a16:creationId xmlns:a16="http://schemas.microsoft.com/office/drawing/2014/main" id="{B5DA5F01-FFEF-921C-C470-A91C02D486AF}"/>
                  </a:ext>
                </a:extLst>
              </p:cNvPr>
              <p:cNvSpPr/>
              <p:nvPr/>
            </p:nvSpPr>
            <p:spPr>
              <a:xfrm>
                <a:off x="6507611" y="5010379"/>
                <a:ext cx="28356" cy="28397"/>
              </a:xfrm>
              <a:custGeom>
                <a:avLst/>
                <a:gdLst>
                  <a:gd name="connsiteX0" fmla="*/ 14332 w 28356"/>
                  <a:gd name="connsiteY0" fmla="*/ 28533 h 28397"/>
                  <a:gd name="connsiteX1" fmla="*/ 24358 w 28356"/>
                  <a:gd name="connsiteY1" fmla="*/ 24375 h 28397"/>
                  <a:gd name="connsiteX2" fmla="*/ 28511 w 28356"/>
                  <a:gd name="connsiteY2" fmla="*/ 14334 h 28397"/>
                  <a:gd name="connsiteX3" fmla="*/ 24358 w 28356"/>
                  <a:gd name="connsiteY3" fmla="*/ 4294 h 28397"/>
                  <a:gd name="connsiteX4" fmla="*/ 14332 w 28356"/>
                  <a:gd name="connsiteY4" fmla="*/ 135 h 28397"/>
                  <a:gd name="connsiteX5" fmla="*/ 4307 w 28356"/>
                  <a:gd name="connsiteY5" fmla="*/ 4294 h 28397"/>
                  <a:gd name="connsiteX6" fmla="*/ 154 w 28356"/>
                  <a:gd name="connsiteY6" fmla="*/ 14334 h 28397"/>
                  <a:gd name="connsiteX7" fmla="*/ 4307 w 28356"/>
                  <a:gd name="connsiteY7" fmla="*/ 24375 h 28397"/>
                  <a:gd name="connsiteX8" fmla="*/ 14332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33"/>
                    </a:moveTo>
                    <a:cubicBezTo>
                      <a:pt x="18093" y="28533"/>
                      <a:pt x="21699" y="27037"/>
                      <a:pt x="24358" y="24375"/>
                    </a:cubicBezTo>
                    <a:cubicBezTo>
                      <a:pt x="27017" y="21712"/>
                      <a:pt x="28511" y="18100"/>
                      <a:pt x="28511" y="14334"/>
                    </a:cubicBezTo>
                    <a:cubicBezTo>
                      <a:pt x="28511" y="10569"/>
                      <a:pt x="27017" y="6957"/>
                      <a:pt x="24358" y="4294"/>
                    </a:cubicBezTo>
                    <a:cubicBezTo>
                      <a:pt x="21699" y="1631"/>
                      <a:pt x="18093" y="135"/>
                      <a:pt x="14332" y="135"/>
                    </a:cubicBezTo>
                    <a:cubicBezTo>
                      <a:pt x="10572" y="135"/>
                      <a:pt x="6966" y="1631"/>
                      <a:pt x="4307" y="4294"/>
                    </a:cubicBezTo>
                    <a:cubicBezTo>
                      <a:pt x="1648" y="6957"/>
                      <a:pt x="154" y="10569"/>
                      <a:pt x="154" y="14334"/>
                    </a:cubicBezTo>
                    <a:cubicBezTo>
                      <a:pt x="154" y="18100"/>
                      <a:pt x="1648" y="21712"/>
                      <a:pt x="4307" y="24375"/>
                    </a:cubicBezTo>
                    <a:cubicBezTo>
                      <a:pt x="6966" y="27037"/>
                      <a:pt x="10572" y="28533"/>
                      <a:pt x="14332"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4" name="Freeform: Shape 1113">
                <a:extLst>
                  <a:ext uri="{FF2B5EF4-FFF2-40B4-BE49-F238E27FC236}">
                    <a16:creationId xmlns:a16="http://schemas.microsoft.com/office/drawing/2014/main" id="{77A1BBE2-E87D-29B9-A310-56CA6591E0DB}"/>
                  </a:ext>
                </a:extLst>
              </p:cNvPr>
              <p:cNvSpPr/>
              <p:nvPr/>
            </p:nvSpPr>
            <p:spPr>
              <a:xfrm>
                <a:off x="6499850" y="4964316"/>
                <a:ext cx="28356" cy="28397"/>
              </a:xfrm>
              <a:custGeom>
                <a:avLst/>
                <a:gdLst>
                  <a:gd name="connsiteX0" fmla="*/ 14332 w 28356"/>
                  <a:gd name="connsiteY0" fmla="*/ 28530 h 28397"/>
                  <a:gd name="connsiteX1" fmla="*/ 24358 w 28356"/>
                  <a:gd name="connsiteY1" fmla="*/ 24371 h 28397"/>
                  <a:gd name="connsiteX2" fmla="*/ 28510 w 28356"/>
                  <a:gd name="connsiteY2" fmla="*/ 14331 h 28397"/>
                  <a:gd name="connsiteX3" fmla="*/ 24358 w 28356"/>
                  <a:gd name="connsiteY3" fmla="*/ 4291 h 28397"/>
                  <a:gd name="connsiteX4" fmla="*/ 14332 w 28356"/>
                  <a:gd name="connsiteY4" fmla="*/ 132 h 28397"/>
                  <a:gd name="connsiteX5" fmla="*/ 4306 w 28356"/>
                  <a:gd name="connsiteY5" fmla="*/ 4291 h 28397"/>
                  <a:gd name="connsiteX6" fmla="*/ 154 w 28356"/>
                  <a:gd name="connsiteY6" fmla="*/ 14331 h 28397"/>
                  <a:gd name="connsiteX7" fmla="*/ 4306 w 28356"/>
                  <a:gd name="connsiteY7" fmla="*/ 24371 h 28397"/>
                  <a:gd name="connsiteX8" fmla="*/ 14332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30"/>
                    </a:moveTo>
                    <a:cubicBezTo>
                      <a:pt x="18092" y="28530"/>
                      <a:pt x="21699" y="27034"/>
                      <a:pt x="24358" y="24371"/>
                    </a:cubicBezTo>
                    <a:cubicBezTo>
                      <a:pt x="27016" y="21708"/>
                      <a:pt x="28510" y="18096"/>
                      <a:pt x="28510" y="14331"/>
                    </a:cubicBezTo>
                    <a:cubicBezTo>
                      <a:pt x="28510" y="10565"/>
                      <a:pt x="27016" y="6953"/>
                      <a:pt x="24358" y="4291"/>
                    </a:cubicBezTo>
                    <a:cubicBezTo>
                      <a:pt x="21699" y="1628"/>
                      <a:pt x="18092" y="132"/>
                      <a:pt x="14332" y="132"/>
                    </a:cubicBezTo>
                    <a:cubicBezTo>
                      <a:pt x="10572" y="132"/>
                      <a:pt x="6965" y="1628"/>
                      <a:pt x="4306" y="4291"/>
                    </a:cubicBezTo>
                    <a:cubicBezTo>
                      <a:pt x="1647" y="6953"/>
                      <a:pt x="154" y="10565"/>
                      <a:pt x="154" y="14331"/>
                    </a:cubicBezTo>
                    <a:cubicBezTo>
                      <a:pt x="154" y="18096"/>
                      <a:pt x="1647" y="21708"/>
                      <a:pt x="4306" y="24371"/>
                    </a:cubicBezTo>
                    <a:cubicBezTo>
                      <a:pt x="6965" y="27034"/>
                      <a:pt x="10572" y="28530"/>
                      <a:pt x="14332"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5" name="Freeform: Shape 1114">
                <a:extLst>
                  <a:ext uri="{FF2B5EF4-FFF2-40B4-BE49-F238E27FC236}">
                    <a16:creationId xmlns:a16="http://schemas.microsoft.com/office/drawing/2014/main" id="{C8CA28B6-788D-4738-F4D9-AE32EAAEAABF}"/>
                  </a:ext>
                </a:extLst>
              </p:cNvPr>
              <p:cNvSpPr/>
              <p:nvPr/>
            </p:nvSpPr>
            <p:spPr>
              <a:xfrm>
                <a:off x="6492089" y="4949432"/>
                <a:ext cx="28356" cy="28397"/>
              </a:xfrm>
              <a:custGeom>
                <a:avLst/>
                <a:gdLst>
                  <a:gd name="connsiteX0" fmla="*/ 14331 w 28356"/>
                  <a:gd name="connsiteY0" fmla="*/ 28529 h 28397"/>
                  <a:gd name="connsiteX1" fmla="*/ 24357 w 28356"/>
                  <a:gd name="connsiteY1" fmla="*/ 24370 h 28397"/>
                  <a:gd name="connsiteX2" fmla="*/ 28510 w 28356"/>
                  <a:gd name="connsiteY2" fmla="*/ 14330 h 28397"/>
                  <a:gd name="connsiteX3" fmla="*/ 24357 w 28356"/>
                  <a:gd name="connsiteY3" fmla="*/ 4289 h 28397"/>
                  <a:gd name="connsiteX4" fmla="*/ 14331 w 28356"/>
                  <a:gd name="connsiteY4" fmla="*/ 131 h 28397"/>
                  <a:gd name="connsiteX5" fmla="*/ 4306 w 28356"/>
                  <a:gd name="connsiteY5" fmla="*/ 4289 h 28397"/>
                  <a:gd name="connsiteX6" fmla="*/ 153 w 28356"/>
                  <a:gd name="connsiteY6" fmla="*/ 14330 h 28397"/>
                  <a:gd name="connsiteX7" fmla="*/ 4306 w 28356"/>
                  <a:gd name="connsiteY7" fmla="*/ 24370 h 28397"/>
                  <a:gd name="connsiteX8" fmla="*/ 14331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29"/>
                    </a:moveTo>
                    <a:cubicBezTo>
                      <a:pt x="18091" y="28529"/>
                      <a:pt x="21698" y="27033"/>
                      <a:pt x="24357" y="24370"/>
                    </a:cubicBezTo>
                    <a:cubicBezTo>
                      <a:pt x="27016" y="21707"/>
                      <a:pt x="28510" y="18095"/>
                      <a:pt x="28510" y="14330"/>
                    </a:cubicBezTo>
                    <a:cubicBezTo>
                      <a:pt x="28510" y="10564"/>
                      <a:pt x="27016" y="6952"/>
                      <a:pt x="24357" y="4289"/>
                    </a:cubicBezTo>
                    <a:cubicBezTo>
                      <a:pt x="21698" y="1627"/>
                      <a:pt x="18091" y="131"/>
                      <a:pt x="14331" y="131"/>
                    </a:cubicBezTo>
                    <a:cubicBezTo>
                      <a:pt x="10571" y="131"/>
                      <a:pt x="6964" y="1627"/>
                      <a:pt x="4306" y="4289"/>
                    </a:cubicBezTo>
                    <a:cubicBezTo>
                      <a:pt x="1647" y="6952"/>
                      <a:pt x="153" y="10564"/>
                      <a:pt x="153" y="14330"/>
                    </a:cubicBezTo>
                    <a:cubicBezTo>
                      <a:pt x="153" y="18095"/>
                      <a:pt x="1647" y="21707"/>
                      <a:pt x="4306" y="24370"/>
                    </a:cubicBezTo>
                    <a:cubicBezTo>
                      <a:pt x="6964" y="27033"/>
                      <a:pt x="10571" y="28529"/>
                      <a:pt x="14331"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6" name="Freeform: Shape 1115">
                <a:extLst>
                  <a:ext uri="{FF2B5EF4-FFF2-40B4-BE49-F238E27FC236}">
                    <a16:creationId xmlns:a16="http://schemas.microsoft.com/office/drawing/2014/main" id="{13DF7BE3-920C-918D-8CA6-2D8EC44440C6}"/>
                  </a:ext>
                </a:extLst>
              </p:cNvPr>
              <p:cNvSpPr/>
              <p:nvPr/>
            </p:nvSpPr>
            <p:spPr>
              <a:xfrm>
                <a:off x="6484340" y="4959554"/>
                <a:ext cx="28356" cy="28397"/>
              </a:xfrm>
              <a:custGeom>
                <a:avLst/>
                <a:gdLst>
                  <a:gd name="connsiteX0" fmla="*/ 14331 w 28356"/>
                  <a:gd name="connsiteY0" fmla="*/ 28529 h 28397"/>
                  <a:gd name="connsiteX1" fmla="*/ 24356 w 28356"/>
                  <a:gd name="connsiteY1" fmla="*/ 24371 h 28397"/>
                  <a:gd name="connsiteX2" fmla="*/ 28509 w 28356"/>
                  <a:gd name="connsiteY2" fmla="*/ 14330 h 28397"/>
                  <a:gd name="connsiteX3" fmla="*/ 24356 w 28356"/>
                  <a:gd name="connsiteY3" fmla="*/ 4290 h 28397"/>
                  <a:gd name="connsiteX4" fmla="*/ 14331 w 28356"/>
                  <a:gd name="connsiteY4" fmla="*/ 131 h 28397"/>
                  <a:gd name="connsiteX5" fmla="*/ 4305 w 28356"/>
                  <a:gd name="connsiteY5" fmla="*/ 4290 h 28397"/>
                  <a:gd name="connsiteX6" fmla="*/ 152 w 28356"/>
                  <a:gd name="connsiteY6" fmla="*/ 14330 h 28397"/>
                  <a:gd name="connsiteX7" fmla="*/ 4305 w 28356"/>
                  <a:gd name="connsiteY7" fmla="*/ 24371 h 28397"/>
                  <a:gd name="connsiteX8" fmla="*/ 14331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29"/>
                    </a:moveTo>
                    <a:cubicBezTo>
                      <a:pt x="18091" y="28529"/>
                      <a:pt x="21697" y="27033"/>
                      <a:pt x="24356" y="24371"/>
                    </a:cubicBezTo>
                    <a:cubicBezTo>
                      <a:pt x="27015" y="21708"/>
                      <a:pt x="28509" y="18096"/>
                      <a:pt x="28509" y="14330"/>
                    </a:cubicBezTo>
                    <a:cubicBezTo>
                      <a:pt x="28509" y="10565"/>
                      <a:pt x="27015" y="6953"/>
                      <a:pt x="24356" y="4290"/>
                    </a:cubicBezTo>
                    <a:cubicBezTo>
                      <a:pt x="21697" y="1627"/>
                      <a:pt x="18091" y="131"/>
                      <a:pt x="14331" y="131"/>
                    </a:cubicBezTo>
                    <a:cubicBezTo>
                      <a:pt x="10571" y="131"/>
                      <a:pt x="6964" y="1627"/>
                      <a:pt x="4305" y="4290"/>
                    </a:cubicBezTo>
                    <a:cubicBezTo>
                      <a:pt x="1646" y="6953"/>
                      <a:pt x="152" y="10565"/>
                      <a:pt x="152" y="14330"/>
                    </a:cubicBezTo>
                    <a:cubicBezTo>
                      <a:pt x="152" y="18096"/>
                      <a:pt x="1646" y="21708"/>
                      <a:pt x="4305" y="24371"/>
                    </a:cubicBezTo>
                    <a:cubicBezTo>
                      <a:pt x="6964" y="27033"/>
                      <a:pt x="10571" y="28529"/>
                      <a:pt x="14331"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7" name="Freeform: Shape 1116">
                <a:extLst>
                  <a:ext uri="{FF2B5EF4-FFF2-40B4-BE49-F238E27FC236}">
                    <a16:creationId xmlns:a16="http://schemas.microsoft.com/office/drawing/2014/main" id="{76506F7F-2776-8972-4303-0304AA9AC8A5}"/>
                  </a:ext>
                </a:extLst>
              </p:cNvPr>
              <p:cNvSpPr/>
              <p:nvPr/>
            </p:nvSpPr>
            <p:spPr>
              <a:xfrm>
                <a:off x="6476579" y="4961764"/>
                <a:ext cx="28356" cy="28397"/>
              </a:xfrm>
              <a:custGeom>
                <a:avLst/>
                <a:gdLst>
                  <a:gd name="connsiteX0" fmla="*/ 14330 w 28356"/>
                  <a:gd name="connsiteY0" fmla="*/ 28530 h 28397"/>
                  <a:gd name="connsiteX1" fmla="*/ 24356 w 28356"/>
                  <a:gd name="connsiteY1" fmla="*/ 24371 h 28397"/>
                  <a:gd name="connsiteX2" fmla="*/ 28508 w 28356"/>
                  <a:gd name="connsiteY2" fmla="*/ 14331 h 28397"/>
                  <a:gd name="connsiteX3" fmla="*/ 24356 w 28356"/>
                  <a:gd name="connsiteY3" fmla="*/ 4290 h 28397"/>
                  <a:gd name="connsiteX4" fmla="*/ 14330 w 28356"/>
                  <a:gd name="connsiteY4" fmla="*/ 132 h 28397"/>
                  <a:gd name="connsiteX5" fmla="*/ 4304 w 28356"/>
                  <a:gd name="connsiteY5" fmla="*/ 4290 h 28397"/>
                  <a:gd name="connsiteX6" fmla="*/ 152 w 28356"/>
                  <a:gd name="connsiteY6" fmla="*/ 14331 h 28397"/>
                  <a:gd name="connsiteX7" fmla="*/ 4304 w 28356"/>
                  <a:gd name="connsiteY7" fmla="*/ 24371 h 28397"/>
                  <a:gd name="connsiteX8" fmla="*/ 14330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0" y="28530"/>
                    </a:moveTo>
                    <a:cubicBezTo>
                      <a:pt x="18090" y="28530"/>
                      <a:pt x="21697" y="27034"/>
                      <a:pt x="24356" y="24371"/>
                    </a:cubicBezTo>
                    <a:cubicBezTo>
                      <a:pt x="27014" y="21708"/>
                      <a:pt x="28508" y="18096"/>
                      <a:pt x="28508" y="14331"/>
                    </a:cubicBezTo>
                    <a:cubicBezTo>
                      <a:pt x="28508" y="10565"/>
                      <a:pt x="27014" y="6953"/>
                      <a:pt x="24356" y="4290"/>
                    </a:cubicBezTo>
                    <a:cubicBezTo>
                      <a:pt x="21697" y="1628"/>
                      <a:pt x="18090" y="132"/>
                      <a:pt x="14330" y="132"/>
                    </a:cubicBezTo>
                    <a:cubicBezTo>
                      <a:pt x="10570" y="132"/>
                      <a:pt x="6963" y="1628"/>
                      <a:pt x="4304" y="4290"/>
                    </a:cubicBezTo>
                    <a:cubicBezTo>
                      <a:pt x="1646" y="6953"/>
                      <a:pt x="152" y="10565"/>
                      <a:pt x="152" y="14331"/>
                    </a:cubicBezTo>
                    <a:cubicBezTo>
                      <a:pt x="152" y="18096"/>
                      <a:pt x="1646" y="21708"/>
                      <a:pt x="4304" y="24371"/>
                    </a:cubicBezTo>
                    <a:cubicBezTo>
                      <a:pt x="6963" y="27034"/>
                      <a:pt x="10570" y="28530"/>
                      <a:pt x="14330"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8" name="Freeform: Shape 1117">
                <a:extLst>
                  <a:ext uri="{FF2B5EF4-FFF2-40B4-BE49-F238E27FC236}">
                    <a16:creationId xmlns:a16="http://schemas.microsoft.com/office/drawing/2014/main" id="{ACA9C201-B6BA-EDD5-D39E-C8C8DCF2025A}"/>
                  </a:ext>
                </a:extLst>
              </p:cNvPr>
              <p:cNvSpPr/>
              <p:nvPr/>
            </p:nvSpPr>
            <p:spPr>
              <a:xfrm>
                <a:off x="6468818" y="4987976"/>
                <a:ext cx="28356" cy="28397"/>
              </a:xfrm>
              <a:custGeom>
                <a:avLst/>
                <a:gdLst>
                  <a:gd name="connsiteX0" fmla="*/ 14329 w 28356"/>
                  <a:gd name="connsiteY0" fmla="*/ 28532 h 28397"/>
                  <a:gd name="connsiteX1" fmla="*/ 24355 w 28356"/>
                  <a:gd name="connsiteY1" fmla="*/ 24373 h 28397"/>
                  <a:gd name="connsiteX2" fmla="*/ 28508 w 28356"/>
                  <a:gd name="connsiteY2" fmla="*/ 14333 h 28397"/>
                  <a:gd name="connsiteX3" fmla="*/ 24355 w 28356"/>
                  <a:gd name="connsiteY3" fmla="*/ 4292 h 28397"/>
                  <a:gd name="connsiteX4" fmla="*/ 14329 w 28356"/>
                  <a:gd name="connsiteY4" fmla="*/ 134 h 28397"/>
                  <a:gd name="connsiteX5" fmla="*/ 4304 w 28356"/>
                  <a:gd name="connsiteY5" fmla="*/ 4292 h 28397"/>
                  <a:gd name="connsiteX6" fmla="*/ 151 w 28356"/>
                  <a:gd name="connsiteY6" fmla="*/ 14333 h 28397"/>
                  <a:gd name="connsiteX7" fmla="*/ 4304 w 28356"/>
                  <a:gd name="connsiteY7" fmla="*/ 24373 h 28397"/>
                  <a:gd name="connsiteX8" fmla="*/ 14329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32"/>
                    </a:moveTo>
                    <a:cubicBezTo>
                      <a:pt x="18090" y="28532"/>
                      <a:pt x="21696" y="27036"/>
                      <a:pt x="24355" y="24373"/>
                    </a:cubicBezTo>
                    <a:cubicBezTo>
                      <a:pt x="27014" y="21710"/>
                      <a:pt x="28508" y="18098"/>
                      <a:pt x="28508" y="14333"/>
                    </a:cubicBezTo>
                    <a:cubicBezTo>
                      <a:pt x="28508" y="10567"/>
                      <a:pt x="27014" y="6955"/>
                      <a:pt x="24355" y="4292"/>
                    </a:cubicBezTo>
                    <a:cubicBezTo>
                      <a:pt x="21696" y="1630"/>
                      <a:pt x="18090" y="134"/>
                      <a:pt x="14329" y="134"/>
                    </a:cubicBezTo>
                    <a:cubicBezTo>
                      <a:pt x="10569" y="134"/>
                      <a:pt x="6963" y="1630"/>
                      <a:pt x="4304" y="4292"/>
                    </a:cubicBezTo>
                    <a:cubicBezTo>
                      <a:pt x="1645" y="6955"/>
                      <a:pt x="151" y="10567"/>
                      <a:pt x="151" y="14333"/>
                    </a:cubicBezTo>
                    <a:cubicBezTo>
                      <a:pt x="151" y="18098"/>
                      <a:pt x="1645" y="21710"/>
                      <a:pt x="4304" y="24373"/>
                    </a:cubicBezTo>
                    <a:cubicBezTo>
                      <a:pt x="6963" y="27036"/>
                      <a:pt x="10569" y="28532"/>
                      <a:pt x="14329"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19" name="Freeform: Shape 1118">
                <a:extLst>
                  <a:ext uri="{FF2B5EF4-FFF2-40B4-BE49-F238E27FC236}">
                    <a16:creationId xmlns:a16="http://schemas.microsoft.com/office/drawing/2014/main" id="{0CA6718E-4A46-F962-9BBE-E9538796C7D8}"/>
                  </a:ext>
                </a:extLst>
              </p:cNvPr>
              <p:cNvSpPr/>
              <p:nvPr/>
            </p:nvSpPr>
            <p:spPr>
              <a:xfrm>
                <a:off x="6461057" y="5021835"/>
                <a:ext cx="28356" cy="28397"/>
              </a:xfrm>
              <a:custGeom>
                <a:avLst/>
                <a:gdLst>
                  <a:gd name="connsiteX0" fmla="*/ 14329 w 28356"/>
                  <a:gd name="connsiteY0" fmla="*/ 28534 h 28397"/>
                  <a:gd name="connsiteX1" fmla="*/ 24354 w 28356"/>
                  <a:gd name="connsiteY1" fmla="*/ 24376 h 28397"/>
                  <a:gd name="connsiteX2" fmla="*/ 28507 w 28356"/>
                  <a:gd name="connsiteY2" fmla="*/ 14335 h 28397"/>
                  <a:gd name="connsiteX3" fmla="*/ 24354 w 28356"/>
                  <a:gd name="connsiteY3" fmla="*/ 4295 h 28397"/>
                  <a:gd name="connsiteX4" fmla="*/ 14329 w 28356"/>
                  <a:gd name="connsiteY4" fmla="*/ 136 h 28397"/>
                  <a:gd name="connsiteX5" fmla="*/ 4303 w 28356"/>
                  <a:gd name="connsiteY5" fmla="*/ 4295 h 28397"/>
                  <a:gd name="connsiteX6" fmla="*/ 150 w 28356"/>
                  <a:gd name="connsiteY6" fmla="*/ 14335 h 28397"/>
                  <a:gd name="connsiteX7" fmla="*/ 4303 w 28356"/>
                  <a:gd name="connsiteY7" fmla="*/ 24376 h 28397"/>
                  <a:gd name="connsiteX8" fmla="*/ 1432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34"/>
                    </a:moveTo>
                    <a:cubicBezTo>
                      <a:pt x="18089" y="28534"/>
                      <a:pt x="21696" y="27038"/>
                      <a:pt x="24354" y="24376"/>
                    </a:cubicBezTo>
                    <a:cubicBezTo>
                      <a:pt x="27013" y="21713"/>
                      <a:pt x="28507" y="18101"/>
                      <a:pt x="28507" y="14335"/>
                    </a:cubicBezTo>
                    <a:cubicBezTo>
                      <a:pt x="28507" y="10570"/>
                      <a:pt x="27013" y="6958"/>
                      <a:pt x="24354" y="4295"/>
                    </a:cubicBezTo>
                    <a:cubicBezTo>
                      <a:pt x="21696" y="1632"/>
                      <a:pt x="18089" y="136"/>
                      <a:pt x="14329" y="136"/>
                    </a:cubicBezTo>
                    <a:cubicBezTo>
                      <a:pt x="10569" y="136"/>
                      <a:pt x="6962" y="1632"/>
                      <a:pt x="4303" y="4295"/>
                    </a:cubicBezTo>
                    <a:cubicBezTo>
                      <a:pt x="1644" y="6958"/>
                      <a:pt x="150" y="10570"/>
                      <a:pt x="150" y="14335"/>
                    </a:cubicBezTo>
                    <a:cubicBezTo>
                      <a:pt x="150" y="18101"/>
                      <a:pt x="1644" y="21713"/>
                      <a:pt x="4303" y="24376"/>
                    </a:cubicBezTo>
                    <a:cubicBezTo>
                      <a:pt x="6962" y="27038"/>
                      <a:pt x="10569" y="28534"/>
                      <a:pt x="14329"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0" name="Freeform: Shape 1119">
                <a:extLst>
                  <a:ext uri="{FF2B5EF4-FFF2-40B4-BE49-F238E27FC236}">
                    <a16:creationId xmlns:a16="http://schemas.microsoft.com/office/drawing/2014/main" id="{B23EF49E-325C-C94C-9E8B-FF8341F4C0CA}"/>
                  </a:ext>
                </a:extLst>
              </p:cNvPr>
              <p:cNvSpPr/>
              <p:nvPr/>
            </p:nvSpPr>
            <p:spPr>
              <a:xfrm>
                <a:off x="6453296" y="5019688"/>
                <a:ext cx="28356" cy="28397"/>
              </a:xfrm>
              <a:custGeom>
                <a:avLst/>
                <a:gdLst>
                  <a:gd name="connsiteX0" fmla="*/ 14328 w 28356"/>
                  <a:gd name="connsiteY0" fmla="*/ 28534 h 28397"/>
                  <a:gd name="connsiteX1" fmla="*/ 24354 w 28356"/>
                  <a:gd name="connsiteY1" fmla="*/ 24375 h 28397"/>
                  <a:gd name="connsiteX2" fmla="*/ 28507 w 28356"/>
                  <a:gd name="connsiteY2" fmla="*/ 14335 h 28397"/>
                  <a:gd name="connsiteX3" fmla="*/ 24354 w 28356"/>
                  <a:gd name="connsiteY3" fmla="*/ 4295 h 28397"/>
                  <a:gd name="connsiteX4" fmla="*/ 14328 w 28356"/>
                  <a:gd name="connsiteY4" fmla="*/ 136 h 28397"/>
                  <a:gd name="connsiteX5" fmla="*/ 4303 w 28356"/>
                  <a:gd name="connsiteY5" fmla="*/ 4295 h 28397"/>
                  <a:gd name="connsiteX6" fmla="*/ 150 w 28356"/>
                  <a:gd name="connsiteY6" fmla="*/ 14335 h 28397"/>
                  <a:gd name="connsiteX7" fmla="*/ 4303 w 28356"/>
                  <a:gd name="connsiteY7" fmla="*/ 24375 h 28397"/>
                  <a:gd name="connsiteX8" fmla="*/ 14328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34"/>
                    </a:moveTo>
                    <a:cubicBezTo>
                      <a:pt x="18088" y="28534"/>
                      <a:pt x="21695" y="27038"/>
                      <a:pt x="24354" y="24375"/>
                    </a:cubicBezTo>
                    <a:cubicBezTo>
                      <a:pt x="27013" y="21713"/>
                      <a:pt x="28507" y="18101"/>
                      <a:pt x="28507" y="14335"/>
                    </a:cubicBezTo>
                    <a:cubicBezTo>
                      <a:pt x="28507" y="10570"/>
                      <a:pt x="27013" y="6958"/>
                      <a:pt x="24354" y="4295"/>
                    </a:cubicBezTo>
                    <a:cubicBezTo>
                      <a:pt x="21695" y="1632"/>
                      <a:pt x="18088" y="136"/>
                      <a:pt x="14328" y="136"/>
                    </a:cubicBezTo>
                    <a:cubicBezTo>
                      <a:pt x="10568" y="136"/>
                      <a:pt x="6961" y="1632"/>
                      <a:pt x="4303" y="4295"/>
                    </a:cubicBezTo>
                    <a:cubicBezTo>
                      <a:pt x="1644" y="6958"/>
                      <a:pt x="150" y="10570"/>
                      <a:pt x="150" y="14335"/>
                    </a:cubicBezTo>
                    <a:cubicBezTo>
                      <a:pt x="150" y="18101"/>
                      <a:pt x="1644" y="21713"/>
                      <a:pt x="4303" y="24375"/>
                    </a:cubicBezTo>
                    <a:cubicBezTo>
                      <a:pt x="6961" y="27038"/>
                      <a:pt x="10568" y="28534"/>
                      <a:pt x="14328"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1" name="Freeform: Shape 1120">
                <a:extLst>
                  <a:ext uri="{FF2B5EF4-FFF2-40B4-BE49-F238E27FC236}">
                    <a16:creationId xmlns:a16="http://schemas.microsoft.com/office/drawing/2014/main" id="{09365AA4-7F01-A6DE-4F2D-3F0B87EEBFE6}"/>
                  </a:ext>
                </a:extLst>
              </p:cNvPr>
              <p:cNvSpPr/>
              <p:nvPr/>
            </p:nvSpPr>
            <p:spPr>
              <a:xfrm>
                <a:off x="6445547" y="5012513"/>
                <a:ext cx="28356" cy="28397"/>
              </a:xfrm>
              <a:custGeom>
                <a:avLst/>
                <a:gdLst>
                  <a:gd name="connsiteX0" fmla="*/ 14328 w 28356"/>
                  <a:gd name="connsiteY0" fmla="*/ 28534 h 28397"/>
                  <a:gd name="connsiteX1" fmla="*/ 24353 w 28356"/>
                  <a:gd name="connsiteY1" fmla="*/ 24375 h 28397"/>
                  <a:gd name="connsiteX2" fmla="*/ 28506 w 28356"/>
                  <a:gd name="connsiteY2" fmla="*/ 14335 h 28397"/>
                  <a:gd name="connsiteX3" fmla="*/ 24353 w 28356"/>
                  <a:gd name="connsiteY3" fmla="*/ 4294 h 28397"/>
                  <a:gd name="connsiteX4" fmla="*/ 14328 w 28356"/>
                  <a:gd name="connsiteY4" fmla="*/ 136 h 28397"/>
                  <a:gd name="connsiteX5" fmla="*/ 4302 w 28356"/>
                  <a:gd name="connsiteY5" fmla="*/ 4294 h 28397"/>
                  <a:gd name="connsiteX6" fmla="*/ 149 w 28356"/>
                  <a:gd name="connsiteY6" fmla="*/ 14335 h 28397"/>
                  <a:gd name="connsiteX7" fmla="*/ 4302 w 28356"/>
                  <a:gd name="connsiteY7" fmla="*/ 24375 h 28397"/>
                  <a:gd name="connsiteX8" fmla="*/ 14328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34"/>
                    </a:moveTo>
                    <a:cubicBezTo>
                      <a:pt x="18088" y="28534"/>
                      <a:pt x="21694" y="27037"/>
                      <a:pt x="24353" y="24375"/>
                    </a:cubicBezTo>
                    <a:cubicBezTo>
                      <a:pt x="27012" y="21712"/>
                      <a:pt x="28506" y="18100"/>
                      <a:pt x="28506" y="14335"/>
                    </a:cubicBezTo>
                    <a:cubicBezTo>
                      <a:pt x="28506" y="10569"/>
                      <a:pt x="27012" y="6957"/>
                      <a:pt x="24353" y="4294"/>
                    </a:cubicBezTo>
                    <a:cubicBezTo>
                      <a:pt x="21694" y="1632"/>
                      <a:pt x="18088" y="136"/>
                      <a:pt x="14328" y="136"/>
                    </a:cubicBezTo>
                    <a:cubicBezTo>
                      <a:pt x="10567" y="136"/>
                      <a:pt x="6961" y="1632"/>
                      <a:pt x="4302" y="4294"/>
                    </a:cubicBezTo>
                    <a:cubicBezTo>
                      <a:pt x="1643" y="6957"/>
                      <a:pt x="149" y="10569"/>
                      <a:pt x="149" y="14335"/>
                    </a:cubicBezTo>
                    <a:cubicBezTo>
                      <a:pt x="149" y="18100"/>
                      <a:pt x="1643" y="21712"/>
                      <a:pt x="4302" y="24375"/>
                    </a:cubicBezTo>
                    <a:cubicBezTo>
                      <a:pt x="6961" y="27037"/>
                      <a:pt x="10567" y="28534"/>
                      <a:pt x="14328"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2" name="Freeform: Shape 1121">
                <a:extLst>
                  <a:ext uri="{FF2B5EF4-FFF2-40B4-BE49-F238E27FC236}">
                    <a16:creationId xmlns:a16="http://schemas.microsoft.com/office/drawing/2014/main" id="{73138CF2-2218-D65F-D8F6-2CF403923526}"/>
                  </a:ext>
                </a:extLst>
              </p:cNvPr>
              <p:cNvSpPr/>
              <p:nvPr/>
            </p:nvSpPr>
            <p:spPr>
              <a:xfrm>
                <a:off x="6437786" y="4879671"/>
                <a:ext cx="28356" cy="28397"/>
              </a:xfrm>
              <a:custGeom>
                <a:avLst/>
                <a:gdLst>
                  <a:gd name="connsiteX0" fmla="*/ 14327 w 28356"/>
                  <a:gd name="connsiteY0" fmla="*/ 28523 h 28397"/>
                  <a:gd name="connsiteX1" fmla="*/ 24353 w 28356"/>
                  <a:gd name="connsiteY1" fmla="*/ 24364 h 28397"/>
                  <a:gd name="connsiteX2" fmla="*/ 28505 w 28356"/>
                  <a:gd name="connsiteY2" fmla="*/ 14324 h 28397"/>
                  <a:gd name="connsiteX3" fmla="*/ 24353 w 28356"/>
                  <a:gd name="connsiteY3" fmla="*/ 4284 h 28397"/>
                  <a:gd name="connsiteX4" fmla="*/ 14327 w 28356"/>
                  <a:gd name="connsiteY4" fmla="*/ 125 h 28397"/>
                  <a:gd name="connsiteX5" fmla="*/ 4301 w 28356"/>
                  <a:gd name="connsiteY5" fmla="*/ 4284 h 28397"/>
                  <a:gd name="connsiteX6" fmla="*/ 149 w 28356"/>
                  <a:gd name="connsiteY6" fmla="*/ 14324 h 28397"/>
                  <a:gd name="connsiteX7" fmla="*/ 4301 w 28356"/>
                  <a:gd name="connsiteY7" fmla="*/ 24364 h 28397"/>
                  <a:gd name="connsiteX8" fmla="*/ 1432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7" y="28523"/>
                    </a:moveTo>
                    <a:cubicBezTo>
                      <a:pt x="18087" y="28523"/>
                      <a:pt x="21694" y="27027"/>
                      <a:pt x="24353" y="24364"/>
                    </a:cubicBezTo>
                    <a:cubicBezTo>
                      <a:pt x="27011" y="21702"/>
                      <a:pt x="28505" y="18090"/>
                      <a:pt x="28505" y="14324"/>
                    </a:cubicBezTo>
                    <a:cubicBezTo>
                      <a:pt x="28505" y="10558"/>
                      <a:pt x="27011" y="6947"/>
                      <a:pt x="24353" y="4284"/>
                    </a:cubicBezTo>
                    <a:cubicBezTo>
                      <a:pt x="21694" y="1621"/>
                      <a:pt x="18087" y="125"/>
                      <a:pt x="14327" y="125"/>
                    </a:cubicBezTo>
                    <a:cubicBezTo>
                      <a:pt x="10567" y="125"/>
                      <a:pt x="6960" y="1621"/>
                      <a:pt x="4301" y="4284"/>
                    </a:cubicBezTo>
                    <a:cubicBezTo>
                      <a:pt x="1643" y="6947"/>
                      <a:pt x="149" y="10558"/>
                      <a:pt x="149" y="14324"/>
                    </a:cubicBezTo>
                    <a:cubicBezTo>
                      <a:pt x="149" y="18090"/>
                      <a:pt x="1643" y="21702"/>
                      <a:pt x="4301" y="24364"/>
                    </a:cubicBezTo>
                    <a:cubicBezTo>
                      <a:pt x="6960" y="27027"/>
                      <a:pt x="10567" y="28523"/>
                      <a:pt x="1432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3" name="Freeform: Shape 1122">
                <a:extLst>
                  <a:ext uri="{FF2B5EF4-FFF2-40B4-BE49-F238E27FC236}">
                    <a16:creationId xmlns:a16="http://schemas.microsoft.com/office/drawing/2014/main" id="{7841A0ED-5045-D939-0750-6277CE428BA8}"/>
                  </a:ext>
                </a:extLst>
              </p:cNvPr>
              <p:cNvSpPr/>
              <p:nvPr/>
            </p:nvSpPr>
            <p:spPr>
              <a:xfrm>
                <a:off x="6430025" y="5018977"/>
                <a:ext cx="28356" cy="28397"/>
              </a:xfrm>
              <a:custGeom>
                <a:avLst/>
                <a:gdLst>
                  <a:gd name="connsiteX0" fmla="*/ 14326 w 28356"/>
                  <a:gd name="connsiteY0" fmla="*/ 28534 h 28397"/>
                  <a:gd name="connsiteX1" fmla="*/ 24352 w 28356"/>
                  <a:gd name="connsiteY1" fmla="*/ 24375 h 28397"/>
                  <a:gd name="connsiteX2" fmla="*/ 28505 w 28356"/>
                  <a:gd name="connsiteY2" fmla="*/ 14335 h 28397"/>
                  <a:gd name="connsiteX3" fmla="*/ 24352 w 28356"/>
                  <a:gd name="connsiteY3" fmla="*/ 4295 h 28397"/>
                  <a:gd name="connsiteX4" fmla="*/ 14326 w 28356"/>
                  <a:gd name="connsiteY4" fmla="*/ 136 h 28397"/>
                  <a:gd name="connsiteX5" fmla="*/ 4301 w 28356"/>
                  <a:gd name="connsiteY5" fmla="*/ 4295 h 28397"/>
                  <a:gd name="connsiteX6" fmla="*/ 148 w 28356"/>
                  <a:gd name="connsiteY6" fmla="*/ 14335 h 28397"/>
                  <a:gd name="connsiteX7" fmla="*/ 4301 w 28356"/>
                  <a:gd name="connsiteY7" fmla="*/ 24375 h 28397"/>
                  <a:gd name="connsiteX8" fmla="*/ 1432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34"/>
                    </a:moveTo>
                    <a:cubicBezTo>
                      <a:pt x="18087" y="28534"/>
                      <a:pt x="21693" y="27038"/>
                      <a:pt x="24352" y="24375"/>
                    </a:cubicBezTo>
                    <a:cubicBezTo>
                      <a:pt x="27011" y="21713"/>
                      <a:pt x="28505" y="18101"/>
                      <a:pt x="28505" y="14335"/>
                    </a:cubicBezTo>
                    <a:cubicBezTo>
                      <a:pt x="28505" y="10569"/>
                      <a:pt x="27011" y="6958"/>
                      <a:pt x="24352" y="4295"/>
                    </a:cubicBezTo>
                    <a:cubicBezTo>
                      <a:pt x="21693" y="1632"/>
                      <a:pt x="18087" y="136"/>
                      <a:pt x="14326" y="136"/>
                    </a:cubicBezTo>
                    <a:cubicBezTo>
                      <a:pt x="10566" y="136"/>
                      <a:pt x="6960" y="1632"/>
                      <a:pt x="4301" y="4295"/>
                    </a:cubicBezTo>
                    <a:cubicBezTo>
                      <a:pt x="1642" y="6958"/>
                      <a:pt x="148" y="10569"/>
                      <a:pt x="148" y="14335"/>
                    </a:cubicBezTo>
                    <a:cubicBezTo>
                      <a:pt x="148" y="18101"/>
                      <a:pt x="1642" y="21713"/>
                      <a:pt x="4301" y="24375"/>
                    </a:cubicBezTo>
                    <a:cubicBezTo>
                      <a:pt x="6960" y="27038"/>
                      <a:pt x="10566" y="28534"/>
                      <a:pt x="14326"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4" name="Freeform: Shape 1123">
                <a:extLst>
                  <a:ext uri="{FF2B5EF4-FFF2-40B4-BE49-F238E27FC236}">
                    <a16:creationId xmlns:a16="http://schemas.microsoft.com/office/drawing/2014/main" id="{0B2B1B37-C907-C970-ACAE-752601082DDB}"/>
                  </a:ext>
                </a:extLst>
              </p:cNvPr>
              <p:cNvSpPr/>
              <p:nvPr/>
            </p:nvSpPr>
            <p:spPr>
              <a:xfrm>
                <a:off x="6422264" y="5020514"/>
                <a:ext cx="28356" cy="28397"/>
              </a:xfrm>
              <a:custGeom>
                <a:avLst/>
                <a:gdLst>
                  <a:gd name="connsiteX0" fmla="*/ 14326 w 28356"/>
                  <a:gd name="connsiteY0" fmla="*/ 28534 h 28397"/>
                  <a:gd name="connsiteX1" fmla="*/ 24351 w 28356"/>
                  <a:gd name="connsiteY1" fmla="*/ 24375 h 28397"/>
                  <a:gd name="connsiteX2" fmla="*/ 28504 w 28356"/>
                  <a:gd name="connsiteY2" fmla="*/ 14335 h 28397"/>
                  <a:gd name="connsiteX3" fmla="*/ 24351 w 28356"/>
                  <a:gd name="connsiteY3" fmla="*/ 4295 h 28397"/>
                  <a:gd name="connsiteX4" fmla="*/ 14326 w 28356"/>
                  <a:gd name="connsiteY4" fmla="*/ 136 h 28397"/>
                  <a:gd name="connsiteX5" fmla="*/ 4300 w 28356"/>
                  <a:gd name="connsiteY5" fmla="*/ 4295 h 28397"/>
                  <a:gd name="connsiteX6" fmla="*/ 147 w 28356"/>
                  <a:gd name="connsiteY6" fmla="*/ 14335 h 28397"/>
                  <a:gd name="connsiteX7" fmla="*/ 4300 w 28356"/>
                  <a:gd name="connsiteY7" fmla="*/ 24375 h 28397"/>
                  <a:gd name="connsiteX8" fmla="*/ 1432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34"/>
                    </a:moveTo>
                    <a:cubicBezTo>
                      <a:pt x="18086" y="28534"/>
                      <a:pt x="21693" y="27038"/>
                      <a:pt x="24351" y="24375"/>
                    </a:cubicBezTo>
                    <a:cubicBezTo>
                      <a:pt x="27010" y="21713"/>
                      <a:pt x="28504" y="18101"/>
                      <a:pt x="28504" y="14335"/>
                    </a:cubicBezTo>
                    <a:cubicBezTo>
                      <a:pt x="28504" y="10570"/>
                      <a:pt x="27010" y="6958"/>
                      <a:pt x="24351" y="4295"/>
                    </a:cubicBezTo>
                    <a:cubicBezTo>
                      <a:pt x="21693" y="1632"/>
                      <a:pt x="18086" y="136"/>
                      <a:pt x="14326" y="136"/>
                    </a:cubicBezTo>
                    <a:cubicBezTo>
                      <a:pt x="10566" y="136"/>
                      <a:pt x="6959" y="1632"/>
                      <a:pt x="4300" y="4295"/>
                    </a:cubicBezTo>
                    <a:cubicBezTo>
                      <a:pt x="1641" y="6958"/>
                      <a:pt x="147" y="10570"/>
                      <a:pt x="147" y="14335"/>
                    </a:cubicBezTo>
                    <a:cubicBezTo>
                      <a:pt x="147" y="18101"/>
                      <a:pt x="1641" y="21713"/>
                      <a:pt x="4300" y="24375"/>
                    </a:cubicBezTo>
                    <a:cubicBezTo>
                      <a:pt x="6959" y="27038"/>
                      <a:pt x="10566" y="28534"/>
                      <a:pt x="14326"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5" name="Freeform: Shape 1124">
                <a:extLst>
                  <a:ext uri="{FF2B5EF4-FFF2-40B4-BE49-F238E27FC236}">
                    <a16:creationId xmlns:a16="http://schemas.microsoft.com/office/drawing/2014/main" id="{FCA8A97C-CCB9-FDAF-B9AD-515E9961C866}"/>
                  </a:ext>
                </a:extLst>
              </p:cNvPr>
              <p:cNvSpPr/>
              <p:nvPr/>
            </p:nvSpPr>
            <p:spPr>
              <a:xfrm>
                <a:off x="6414516" y="5018139"/>
                <a:ext cx="28356" cy="28397"/>
              </a:xfrm>
              <a:custGeom>
                <a:avLst/>
                <a:gdLst>
                  <a:gd name="connsiteX0" fmla="*/ 14325 w 28356"/>
                  <a:gd name="connsiteY0" fmla="*/ 28534 h 28397"/>
                  <a:gd name="connsiteX1" fmla="*/ 24351 w 28356"/>
                  <a:gd name="connsiteY1" fmla="*/ 24375 h 28397"/>
                  <a:gd name="connsiteX2" fmla="*/ 28503 w 28356"/>
                  <a:gd name="connsiteY2" fmla="*/ 14335 h 28397"/>
                  <a:gd name="connsiteX3" fmla="*/ 24351 w 28356"/>
                  <a:gd name="connsiteY3" fmla="*/ 4295 h 28397"/>
                  <a:gd name="connsiteX4" fmla="*/ 14325 w 28356"/>
                  <a:gd name="connsiteY4" fmla="*/ 136 h 28397"/>
                  <a:gd name="connsiteX5" fmla="*/ 4300 w 28356"/>
                  <a:gd name="connsiteY5" fmla="*/ 4295 h 28397"/>
                  <a:gd name="connsiteX6" fmla="*/ 147 w 28356"/>
                  <a:gd name="connsiteY6" fmla="*/ 14335 h 28397"/>
                  <a:gd name="connsiteX7" fmla="*/ 4300 w 28356"/>
                  <a:gd name="connsiteY7" fmla="*/ 24375 h 28397"/>
                  <a:gd name="connsiteX8" fmla="*/ 1432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34"/>
                    </a:moveTo>
                    <a:cubicBezTo>
                      <a:pt x="18085" y="28534"/>
                      <a:pt x="21692" y="27038"/>
                      <a:pt x="24351" y="24375"/>
                    </a:cubicBezTo>
                    <a:cubicBezTo>
                      <a:pt x="27010" y="21713"/>
                      <a:pt x="28503" y="18101"/>
                      <a:pt x="28503" y="14335"/>
                    </a:cubicBezTo>
                    <a:cubicBezTo>
                      <a:pt x="28503" y="10569"/>
                      <a:pt x="27010" y="6957"/>
                      <a:pt x="24351" y="4295"/>
                    </a:cubicBezTo>
                    <a:cubicBezTo>
                      <a:pt x="21692" y="1632"/>
                      <a:pt x="18085" y="136"/>
                      <a:pt x="14325" y="136"/>
                    </a:cubicBezTo>
                    <a:cubicBezTo>
                      <a:pt x="10565" y="136"/>
                      <a:pt x="6958" y="1632"/>
                      <a:pt x="4300" y="4295"/>
                    </a:cubicBezTo>
                    <a:cubicBezTo>
                      <a:pt x="1641" y="6957"/>
                      <a:pt x="147" y="10569"/>
                      <a:pt x="147" y="14335"/>
                    </a:cubicBezTo>
                    <a:cubicBezTo>
                      <a:pt x="147" y="18101"/>
                      <a:pt x="1641" y="21713"/>
                      <a:pt x="4300" y="24375"/>
                    </a:cubicBezTo>
                    <a:cubicBezTo>
                      <a:pt x="6958" y="27038"/>
                      <a:pt x="10565" y="28534"/>
                      <a:pt x="14325"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6" name="Freeform: Shape 1125">
                <a:extLst>
                  <a:ext uri="{FF2B5EF4-FFF2-40B4-BE49-F238E27FC236}">
                    <a16:creationId xmlns:a16="http://schemas.microsoft.com/office/drawing/2014/main" id="{E81D1C49-D3CD-3D73-E6C7-9667C1B48720}"/>
                  </a:ext>
                </a:extLst>
              </p:cNvPr>
              <p:cNvSpPr/>
              <p:nvPr/>
            </p:nvSpPr>
            <p:spPr>
              <a:xfrm>
                <a:off x="6406755" y="5015485"/>
                <a:ext cx="28356" cy="28397"/>
              </a:xfrm>
              <a:custGeom>
                <a:avLst/>
                <a:gdLst>
                  <a:gd name="connsiteX0" fmla="*/ 14325 w 28356"/>
                  <a:gd name="connsiteY0" fmla="*/ 28534 h 28397"/>
                  <a:gd name="connsiteX1" fmla="*/ 24350 w 28356"/>
                  <a:gd name="connsiteY1" fmla="*/ 24375 h 28397"/>
                  <a:gd name="connsiteX2" fmla="*/ 28503 w 28356"/>
                  <a:gd name="connsiteY2" fmla="*/ 14335 h 28397"/>
                  <a:gd name="connsiteX3" fmla="*/ 24350 w 28356"/>
                  <a:gd name="connsiteY3" fmla="*/ 4295 h 28397"/>
                  <a:gd name="connsiteX4" fmla="*/ 14325 w 28356"/>
                  <a:gd name="connsiteY4" fmla="*/ 136 h 28397"/>
                  <a:gd name="connsiteX5" fmla="*/ 4299 w 28356"/>
                  <a:gd name="connsiteY5" fmla="*/ 4295 h 28397"/>
                  <a:gd name="connsiteX6" fmla="*/ 146 w 28356"/>
                  <a:gd name="connsiteY6" fmla="*/ 14335 h 28397"/>
                  <a:gd name="connsiteX7" fmla="*/ 4299 w 28356"/>
                  <a:gd name="connsiteY7" fmla="*/ 24375 h 28397"/>
                  <a:gd name="connsiteX8" fmla="*/ 1432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34"/>
                    </a:moveTo>
                    <a:cubicBezTo>
                      <a:pt x="18085" y="28534"/>
                      <a:pt x="21691" y="27038"/>
                      <a:pt x="24350" y="24375"/>
                    </a:cubicBezTo>
                    <a:cubicBezTo>
                      <a:pt x="27009" y="21712"/>
                      <a:pt x="28503" y="18100"/>
                      <a:pt x="28503" y="14335"/>
                    </a:cubicBezTo>
                    <a:cubicBezTo>
                      <a:pt x="28503" y="10569"/>
                      <a:pt x="27009" y="6957"/>
                      <a:pt x="24350" y="4295"/>
                    </a:cubicBezTo>
                    <a:cubicBezTo>
                      <a:pt x="21691" y="1632"/>
                      <a:pt x="18085" y="136"/>
                      <a:pt x="14325" y="136"/>
                    </a:cubicBezTo>
                    <a:cubicBezTo>
                      <a:pt x="10564" y="136"/>
                      <a:pt x="6958" y="1632"/>
                      <a:pt x="4299" y="4295"/>
                    </a:cubicBezTo>
                    <a:cubicBezTo>
                      <a:pt x="1640" y="6957"/>
                      <a:pt x="146" y="10569"/>
                      <a:pt x="146" y="14335"/>
                    </a:cubicBezTo>
                    <a:cubicBezTo>
                      <a:pt x="146" y="18100"/>
                      <a:pt x="1640" y="21712"/>
                      <a:pt x="4299" y="24375"/>
                    </a:cubicBezTo>
                    <a:cubicBezTo>
                      <a:pt x="6958" y="27038"/>
                      <a:pt x="10564" y="28534"/>
                      <a:pt x="14325"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7" name="Freeform: Shape 1126">
                <a:extLst>
                  <a:ext uri="{FF2B5EF4-FFF2-40B4-BE49-F238E27FC236}">
                    <a16:creationId xmlns:a16="http://schemas.microsoft.com/office/drawing/2014/main" id="{A15A8156-6ECE-FB44-F413-2D1C2517B91D}"/>
                  </a:ext>
                </a:extLst>
              </p:cNvPr>
              <p:cNvSpPr/>
              <p:nvPr/>
            </p:nvSpPr>
            <p:spPr>
              <a:xfrm>
                <a:off x="6398994" y="4998238"/>
                <a:ext cx="28356" cy="28397"/>
              </a:xfrm>
              <a:custGeom>
                <a:avLst/>
                <a:gdLst>
                  <a:gd name="connsiteX0" fmla="*/ 14324 w 28356"/>
                  <a:gd name="connsiteY0" fmla="*/ 28532 h 28397"/>
                  <a:gd name="connsiteX1" fmla="*/ 24350 w 28356"/>
                  <a:gd name="connsiteY1" fmla="*/ 24374 h 28397"/>
                  <a:gd name="connsiteX2" fmla="*/ 28502 w 28356"/>
                  <a:gd name="connsiteY2" fmla="*/ 14333 h 28397"/>
                  <a:gd name="connsiteX3" fmla="*/ 24350 w 28356"/>
                  <a:gd name="connsiteY3" fmla="*/ 4293 h 28397"/>
                  <a:gd name="connsiteX4" fmla="*/ 14324 w 28356"/>
                  <a:gd name="connsiteY4" fmla="*/ 134 h 28397"/>
                  <a:gd name="connsiteX5" fmla="*/ 4298 w 28356"/>
                  <a:gd name="connsiteY5" fmla="*/ 4293 h 28397"/>
                  <a:gd name="connsiteX6" fmla="*/ 146 w 28356"/>
                  <a:gd name="connsiteY6" fmla="*/ 14333 h 28397"/>
                  <a:gd name="connsiteX7" fmla="*/ 4298 w 28356"/>
                  <a:gd name="connsiteY7" fmla="*/ 24374 h 28397"/>
                  <a:gd name="connsiteX8" fmla="*/ 1432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4" y="28532"/>
                    </a:moveTo>
                    <a:cubicBezTo>
                      <a:pt x="18084" y="28532"/>
                      <a:pt x="21691" y="27036"/>
                      <a:pt x="24350" y="24374"/>
                    </a:cubicBezTo>
                    <a:cubicBezTo>
                      <a:pt x="27008" y="21711"/>
                      <a:pt x="28502" y="18099"/>
                      <a:pt x="28502" y="14333"/>
                    </a:cubicBezTo>
                    <a:cubicBezTo>
                      <a:pt x="28502" y="10568"/>
                      <a:pt x="27008" y="6956"/>
                      <a:pt x="24350" y="4293"/>
                    </a:cubicBezTo>
                    <a:cubicBezTo>
                      <a:pt x="21691" y="1631"/>
                      <a:pt x="18084" y="134"/>
                      <a:pt x="14324" y="134"/>
                    </a:cubicBezTo>
                    <a:cubicBezTo>
                      <a:pt x="10564" y="134"/>
                      <a:pt x="6957" y="1631"/>
                      <a:pt x="4298" y="4293"/>
                    </a:cubicBezTo>
                    <a:cubicBezTo>
                      <a:pt x="1639" y="6956"/>
                      <a:pt x="146" y="10568"/>
                      <a:pt x="146" y="14333"/>
                    </a:cubicBezTo>
                    <a:cubicBezTo>
                      <a:pt x="146" y="18099"/>
                      <a:pt x="1639" y="21711"/>
                      <a:pt x="4298" y="24374"/>
                    </a:cubicBezTo>
                    <a:cubicBezTo>
                      <a:pt x="6957" y="27036"/>
                      <a:pt x="10564" y="28532"/>
                      <a:pt x="14324"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8" name="Freeform: Shape 1127">
                <a:extLst>
                  <a:ext uri="{FF2B5EF4-FFF2-40B4-BE49-F238E27FC236}">
                    <a16:creationId xmlns:a16="http://schemas.microsoft.com/office/drawing/2014/main" id="{8E004CA3-B31F-63D3-FF88-D4B1A5742FAD}"/>
                  </a:ext>
                </a:extLst>
              </p:cNvPr>
              <p:cNvSpPr/>
              <p:nvPr/>
            </p:nvSpPr>
            <p:spPr>
              <a:xfrm>
                <a:off x="6391232" y="5021974"/>
                <a:ext cx="28356" cy="28397"/>
              </a:xfrm>
              <a:custGeom>
                <a:avLst/>
                <a:gdLst>
                  <a:gd name="connsiteX0" fmla="*/ 14323 w 28356"/>
                  <a:gd name="connsiteY0" fmla="*/ 28534 h 28397"/>
                  <a:gd name="connsiteX1" fmla="*/ 24349 w 28356"/>
                  <a:gd name="connsiteY1" fmla="*/ 24376 h 28397"/>
                  <a:gd name="connsiteX2" fmla="*/ 28502 w 28356"/>
                  <a:gd name="connsiteY2" fmla="*/ 14335 h 28397"/>
                  <a:gd name="connsiteX3" fmla="*/ 24349 w 28356"/>
                  <a:gd name="connsiteY3" fmla="*/ 4295 h 28397"/>
                  <a:gd name="connsiteX4" fmla="*/ 14323 w 28356"/>
                  <a:gd name="connsiteY4" fmla="*/ 136 h 28397"/>
                  <a:gd name="connsiteX5" fmla="*/ 4298 w 28356"/>
                  <a:gd name="connsiteY5" fmla="*/ 4295 h 28397"/>
                  <a:gd name="connsiteX6" fmla="*/ 145 w 28356"/>
                  <a:gd name="connsiteY6" fmla="*/ 14335 h 28397"/>
                  <a:gd name="connsiteX7" fmla="*/ 4298 w 28356"/>
                  <a:gd name="connsiteY7" fmla="*/ 24376 h 28397"/>
                  <a:gd name="connsiteX8" fmla="*/ 14323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34"/>
                    </a:moveTo>
                    <a:cubicBezTo>
                      <a:pt x="18083" y="28534"/>
                      <a:pt x="21690" y="27038"/>
                      <a:pt x="24349" y="24376"/>
                    </a:cubicBezTo>
                    <a:cubicBezTo>
                      <a:pt x="27008" y="21713"/>
                      <a:pt x="28502" y="18101"/>
                      <a:pt x="28502" y="14335"/>
                    </a:cubicBezTo>
                    <a:cubicBezTo>
                      <a:pt x="28502" y="10570"/>
                      <a:pt x="27008" y="6958"/>
                      <a:pt x="24349" y="4295"/>
                    </a:cubicBezTo>
                    <a:cubicBezTo>
                      <a:pt x="21690" y="1632"/>
                      <a:pt x="18083" y="136"/>
                      <a:pt x="14323" y="136"/>
                    </a:cubicBezTo>
                    <a:cubicBezTo>
                      <a:pt x="10563" y="136"/>
                      <a:pt x="6957" y="1632"/>
                      <a:pt x="4298" y="4295"/>
                    </a:cubicBezTo>
                    <a:cubicBezTo>
                      <a:pt x="1639" y="6958"/>
                      <a:pt x="145" y="10570"/>
                      <a:pt x="145" y="14335"/>
                    </a:cubicBezTo>
                    <a:cubicBezTo>
                      <a:pt x="145" y="18101"/>
                      <a:pt x="1639" y="21713"/>
                      <a:pt x="4298" y="24376"/>
                    </a:cubicBezTo>
                    <a:cubicBezTo>
                      <a:pt x="6957" y="27038"/>
                      <a:pt x="10563" y="28534"/>
                      <a:pt x="14323"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29" name="Freeform: Shape 1128">
                <a:extLst>
                  <a:ext uri="{FF2B5EF4-FFF2-40B4-BE49-F238E27FC236}">
                    <a16:creationId xmlns:a16="http://schemas.microsoft.com/office/drawing/2014/main" id="{51734528-94CD-982A-5B46-FD7D8B7210D9}"/>
                  </a:ext>
                </a:extLst>
              </p:cNvPr>
              <p:cNvSpPr/>
              <p:nvPr/>
            </p:nvSpPr>
            <p:spPr>
              <a:xfrm>
                <a:off x="6383471" y="5018240"/>
                <a:ext cx="28356" cy="28397"/>
              </a:xfrm>
              <a:custGeom>
                <a:avLst/>
                <a:gdLst>
                  <a:gd name="connsiteX0" fmla="*/ 14323 w 28356"/>
                  <a:gd name="connsiteY0" fmla="*/ 28534 h 28397"/>
                  <a:gd name="connsiteX1" fmla="*/ 24348 w 28356"/>
                  <a:gd name="connsiteY1" fmla="*/ 24375 h 28397"/>
                  <a:gd name="connsiteX2" fmla="*/ 28501 w 28356"/>
                  <a:gd name="connsiteY2" fmla="*/ 14335 h 28397"/>
                  <a:gd name="connsiteX3" fmla="*/ 24348 w 28356"/>
                  <a:gd name="connsiteY3" fmla="*/ 4295 h 28397"/>
                  <a:gd name="connsiteX4" fmla="*/ 14323 w 28356"/>
                  <a:gd name="connsiteY4" fmla="*/ 136 h 28397"/>
                  <a:gd name="connsiteX5" fmla="*/ 4297 w 28356"/>
                  <a:gd name="connsiteY5" fmla="*/ 4295 h 28397"/>
                  <a:gd name="connsiteX6" fmla="*/ 144 w 28356"/>
                  <a:gd name="connsiteY6" fmla="*/ 14335 h 28397"/>
                  <a:gd name="connsiteX7" fmla="*/ 4297 w 28356"/>
                  <a:gd name="connsiteY7" fmla="*/ 24375 h 28397"/>
                  <a:gd name="connsiteX8" fmla="*/ 14323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34"/>
                    </a:moveTo>
                    <a:cubicBezTo>
                      <a:pt x="18083" y="28534"/>
                      <a:pt x="21690" y="27038"/>
                      <a:pt x="24348" y="24375"/>
                    </a:cubicBezTo>
                    <a:cubicBezTo>
                      <a:pt x="27007" y="21713"/>
                      <a:pt x="28501" y="18101"/>
                      <a:pt x="28501" y="14335"/>
                    </a:cubicBezTo>
                    <a:cubicBezTo>
                      <a:pt x="28501" y="10569"/>
                      <a:pt x="27007" y="6957"/>
                      <a:pt x="24348" y="4295"/>
                    </a:cubicBezTo>
                    <a:cubicBezTo>
                      <a:pt x="21690" y="1632"/>
                      <a:pt x="18083" y="136"/>
                      <a:pt x="14323" y="136"/>
                    </a:cubicBezTo>
                    <a:cubicBezTo>
                      <a:pt x="10563" y="136"/>
                      <a:pt x="6956" y="1632"/>
                      <a:pt x="4297" y="4295"/>
                    </a:cubicBezTo>
                    <a:cubicBezTo>
                      <a:pt x="1638" y="6957"/>
                      <a:pt x="144" y="10569"/>
                      <a:pt x="144" y="14335"/>
                    </a:cubicBezTo>
                    <a:cubicBezTo>
                      <a:pt x="144" y="18101"/>
                      <a:pt x="1638" y="21713"/>
                      <a:pt x="4297" y="24375"/>
                    </a:cubicBezTo>
                    <a:cubicBezTo>
                      <a:pt x="6956" y="27038"/>
                      <a:pt x="10563" y="28534"/>
                      <a:pt x="14323"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0" name="Freeform: Shape 1129">
                <a:extLst>
                  <a:ext uri="{FF2B5EF4-FFF2-40B4-BE49-F238E27FC236}">
                    <a16:creationId xmlns:a16="http://schemas.microsoft.com/office/drawing/2014/main" id="{36DCAD2F-14F3-38C3-A7D6-FF9B1F3B6825}"/>
                  </a:ext>
                </a:extLst>
              </p:cNvPr>
              <p:cNvSpPr/>
              <p:nvPr/>
            </p:nvSpPr>
            <p:spPr>
              <a:xfrm>
                <a:off x="6375723" y="4991151"/>
                <a:ext cx="28356" cy="28397"/>
              </a:xfrm>
              <a:custGeom>
                <a:avLst/>
                <a:gdLst>
                  <a:gd name="connsiteX0" fmla="*/ 14322 w 28356"/>
                  <a:gd name="connsiteY0" fmla="*/ 28532 h 28397"/>
                  <a:gd name="connsiteX1" fmla="*/ 24348 w 28356"/>
                  <a:gd name="connsiteY1" fmla="*/ 24373 h 28397"/>
                  <a:gd name="connsiteX2" fmla="*/ 28500 w 28356"/>
                  <a:gd name="connsiteY2" fmla="*/ 14333 h 28397"/>
                  <a:gd name="connsiteX3" fmla="*/ 24348 w 28356"/>
                  <a:gd name="connsiteY3" fmla="*/ 4293 h 28397"/>
                  <a:gd name="connsiteX4" fmla="*/ 14322 w 28356"/>
                  <a:gd name="connsiteY4" fmla="*/ 134 h 28397"/>
                  <a:gd name="connsiteX5" fmla="*/ 4296 w 28356"/>
                  <a:gd name="connsiteY5" fmla="*/ 4293 h 28397"/>
                  <a:gd name="connsiteX6" fmla="*/ 144 w 28356"/>
                  <a:gd name="connsiteY6" fmla="*/ 14333 h 28397"/>
                  <a:gd name="connsiteX7" fmla="*/ 4296 w 28356"/>
                  <a:gd name="connsiteY7" fmla="*/ 24373 h 28397"/>
                  <a:gd name="connsiteX8" fmla="*/ 1432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2" y="28532"/>
                    </a:moveTo>
                    <a:cubicBezTo>
                      <a:pt x="18082" y="28532"/>
                      <a:pt x="21689" y="27036"/>
                      <a:pt x="24348" y="24373"/>
                    </a:cubicBezTo>
                    <a:cubicBezTo>
                      <a:pt x="27007" y="21710"/>
                      <a:pt x="28500" y="18099"/>
                      <a:pt x="28500" y="14333"/>
                    </a:cubicBezTo>
                    <a:cubicBezTo>
                      <a:pt x="28500" y="10567"/>
                      <a:pt x="27007" y="6955"/>
                      <a:pt x="24348" y="4293"/>
                    </a:cubicBezTo>
                    <a:cubicBezTo>
                      <a:pt x="21689" y="1630"/>
                      <a:pt x="18082" y="134"/>
                      <a:pt x="14322" y="134"/>
                    </a:cubicBezTo>
                    <a:cubicBezTo>
                      <a:pt x="10562" y="134"/>
                      <a:pt x="6955" y="1630"/>
                      <a:pt x="4296" y="4293"/>
                    </a:cubicBezTo>
                    <a:cubicBezTo>
                      <a:pt x="1638" y="6955"/>
                      <a:pt x="144" y="10567"/>
                      <a:pt x="144" y="14333"/>
                    </a:cubicBezTo>
                    <a:cubicBezTo>
                      <a:pt x="144" y="18099"/>
                      <a:pt x="1638" y="21710"/>
                      <a:pt x="4296" y="24373"/>
                    </a:cubicBezTo>
                    <a:cubicBezTo>
                      <a:pt x="6955" y="27036"/>
                      <a:pt x="10562" y="28532"/>
                      <a:pt x="14322"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1" name="Freeform: Shape 1130">
                <a:extLst>
                  <a:ext uri="{FF2B5EF4-FFF2-40B4-BE49-F238E27FC236}">
                    <a16:creationId xmlns:a16="http://schemas.microsoft.com/office/drawing/2014/main" id="{CFBAB026-F296-3359-C779-49BF1F1D3330}"/>
                  </a:ext>
                </a:extLst>
              </p:cNvPr>
              <p:cNvSpPr/>
              <p:nvPr/>
            </p:nvSpPr>
            <p:spPr>
              <a:xfrm>
                <a:off x="6367962" y="4978731"/>
                <a:ext cx="28356" cy="28397"/>
              </a:xfrm>
              <a:custGeom>
                <a:avLst/>
                <a:gdLst>
                  <a:gd name="connsiteX0" fmla="*/ 14321 w 28356"/>
                  <a:gd name="connsiteY0" fmla="*/ 28531 h 28397"/>
                  <a:gd name="connsiteX1" fmla="*/ 24347 w 28356"/>
                  <a:gd name="connsiteY1" fmla="*/ 24372 h 28397"/>
                  <a:gd name="connsiteX2" fmla="*/ 28500 w 28356"/>
                  <a:gd name="connsiteY2" fmla="*/ 14332 h 28397"/>
                  <a:gd name="connsiteX3" fmla="*/ 24347 w 28356"/>
                  <a:gd name="connsiteY3" fmla="*/ 4292 h 28397"/>
                  <a:gd name="connsiteX4" fmla="*/ 14321 w 28356"/>
                  <a:gd name="connsiteY4" fmla="*/ 133 h 28397"/>
                  <a:gd name="connsiteX5" fmla="*/ 4296 w 28356"/>
                  <a:gd name="connsiteY5" fmla="*/ 4292 h 28397"/>
                  <a:gd name="connsiteX6" fmla="*/ 143 w 28356"/>
                  <a:gd name="connsiteY6" fmla="*/ 14332 h 28397"/>
                  <a:gd name="connsiteX7" fmla="*/ 4296 w 28356"/>
                  <a:gd name="connsiteY7" fmla="*/ 24372 h 28397"/>
                  <a:gd name="connsiteX8" fmla="*/ 14321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31"/>
                    </a:moveTo>
                    <a:cubicBezTo>
                      <a:pt x="18082" y="28531"/>
                      <a:pt x="21688" y="27035"/>
                      <a:pt x="24347" y="24372"/>
                    </a:cubicBezTo>
                    <a:cubicBezTo>
                      <a:pt x="27006" y="21709"/>
                      <a:pt x="28500" y="18098"/>
                      <a:pt x="28500" y="14332"/>
                    </a:cubicBezTo>
                    <a:cubicBezTo>
                      <a:pt x="28500" y="10566"/>
                      <a:pt x="27006" y="6954"/>
                      <a:pt x="24347" y="4292"/>
                    </a:cubicBezTo>
                    <a:cubicBezTo>
                      <a:pt x="21688" y="1629"/>
                      <a:pt x="18082" y="133"/>
                      <a:pt x="14321" y="133"/>
                    </a:cubicBezTo>
                    <a:cubicBezTo>
                      <a:pt x="10561" y="133"/>
                      <a:pt x="6955" y="1629"/>
                      <a:pt x="4296" y="4292"/>
                    </a:cubicBezTo>
                    <a:cubicBezTo>
                      <a:pt x="1637" y="6954"/>
                      <a:pt x="143" y="10566"/>
                      <a:pt x="143" y="14332"/>
                    </a:cubicBezTo>
                    <a:cubicBezTo>
                      <a:pt x="143" y="18098"/>
                      <a:pt x="1637" y="21709"/>
                      <a:pt x="4296" y="24372"/>
                    </a:cubicBezTo>
                    <a:cubicBezTo>
                      <a:pt x="6955" y="27035"/>
                      <a:pt x="10561" y="28531"/>
                      <a:pt x="14321"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2" name="Freeform: Shape 1131">
                <a:extLst>
                  <a:ext uri="{FF2B5EF4-FFF2-40B4-BE49-F238E27FC236}">
                    <a16:creationId xmlns:a16="http://schemas.microsoft.com/office/drawing/2014/main" id="{1527CF59-0C80-6E1C-C141-F5EA21000EDB}"/>
                  </a:ext>
                </a:extLst>
              </p:cNvPr>
              <p:cNvSpPr/>
              <p:nvPr/>
            </p:nvSpPr>
            <p:spPr>
              <a:xfrm>
                <a:off x="6360201" y="4868558"/>
                <a:ext cx="28356" cy="28397"/>
              </a:xfrm>
              <a:custGeom>
                <a:avLst/>
                <a:gdLst>
                  <a:gd name="connsiteX0" fmla="*/ 14321 w 28356"/>
                  <a:gd name="connsiteY0" fmla="*/ 28522 h 28397"/>
                  <a:gd name="connsiteX1" fmla="*/ 24346 w 28356"/>
                  <a:gd name="connsiteY1" fmla="*/ 24363 h 28397"/>
                  <a:gd name="connsiteX2" fmla="*/ 28499 w 28356"/>
                  <a:gd name="connsiteY2" fmla="*/ 14323 h 28397"/>
                  <a:gd name="connsiteX3" fmla="*/ 24346 w 28356"/>
                  <a:gd name="connsiteY3" fmla="*/ 4283 h 28397"/>
                  <a:gd name="connsiteX4" fmla="*/ 14321 w 28356"/>
                  <a:gd name="connsiteY4" fmla="*/ 124 h 28397"/>
                  <a:gd name="connsiteX5" fmla="*/ 4295 w 28356"/>
                  <a:gd name="connsiteY5" fmla="*/ 4283 h 28397"/>
                  <a:gd name="connsiteX6" fmla="*/ 143 w 28356"/>
                  <a:gd name="connsiteY6" fmla="*/ 14323 h 28397"/>
                  <a:gd name="connsiteX7" fmla="*/ 4295 w 28356"/>
                  <a:gd name="connsiteY7" fmla="*/ 24363 h 28397"/>
                  <a:gd name="connsiteX8" fmla="*/ 1432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22"/>
                    </a:moveTo>
                    <a:cubicBezTo>
                      <a:pt x="18081" y="28522"/>
                      <a:pt x="21688" y="27026"/>
                      <a:pt x="24346" y="24363"/>
                    </a:cubicBezTo>
                    <a:cubicBezTo>
                      <a:pt x="27005" y="21701"/>
                      <a:pt x="28499" y="18089"/>
                      <a:pt x="28499" y="14323"/>
                    </a:cubicBezTo>
                    <a:cubicBezTo>
                      <a:pt x="28499" y="10558"/>
                      <a:pt x="27005" y="6946"/>
                      <a:pt x="24346" y="4283"/>
                    </a:cubicBezTo>
                    <a:cubicBezTo>
                      <a:pt x="21688" y="1620"/>
                      <a:pt x="18081" y="124"/>
                      <a:pt x="14321" y="124"/>
                    </a:cubicBezTo>
                    <a:cubicBezTo>
                      <a:pt x="10561" y="124"/>
                      <a:pt x="6954" y="1620"/>
                      <a:pt x="4295" y="4283"/>
                    </a:cubicBezTo>
                    <a:cubicBezTo>
                      <a:pt x="1636" y="6946"/>
                      <a:pt x="143" y="10558"/>
                      <a:pt x="143" y="14323"/>
                    </a:cubicBezTo>
                    <a:cubicBezTo>
                      <a:pt x="143" y="18089"/>
                      <a:pt x="1636" y="21701"/>
                      <a:pt x="4295" y="24363"/>
                    </a:cubicBezTo>
                    <a:cubicBezTo>
                      <a:pt x="6954" y="27026"/>
                      <a:pt x="10561" y="28522"/>
                      <a:pt x="1432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3" name="Freeform: Shape 1132">
                <a:extLst>
                  <a:ext uri="{FF2B5EF4-FFF2-40B4-BE49-F238E27FC236}">
                    <a16:creationId xmlns:a16="http://schemas.microsoft.com/office/drawing/2014/main" id="{3397F139-65B8-3051-658A-19FB419FE6D5}"/>
                  </a:ext>
                </a:extLst>
              </p:cNvPr>
              <p:cNvSpPr/>
              <p:nvPr/>
            </p:nvSpPr>
            <p:spPr>
              <a:xfrm>
                <a:off x="6352440" y="5019599"/>
                <a:ext cx="28356" cy="28397"/>
              </a:xfrm>
              <a:custGeom>
                <a:avLst/>
                <a:gdLst>
                  <a:gd name="connsiteX0" fmla="*/ 14320 w 28356"/>
                  <a:gd name="connsiteY0" fmla="*/ 28534 h 28397"/>
                  <a:gd name="connsiteX1" fmla="*/ 24346 w 28356"/>
                  <a:gd name="connsiteY1" fmla="*/ 24375 h 28397"/>
                  <a:gd name="connsiteX2" fmla="*/ 28499 w 28356"/>
                  <a:gd name="connsiteY2" fmla="*/ 14335 h 28397"/>
                  <a:gd name="connsiteX3" fmla="*/ 24346 w 28356"/>
                  <a:gd name="connsiteY3" fmla="*/ 4295 h 28397"/>
                  <a:gd name="connsiteX4" fmla="*/ 14320 w 28356"/>
                  <a:gd name="connsiteY4" fmla="*/ 136 h 28397"/>
                  <a:gd name="connsiteX5" fmla="*/ 4295 w 28356"/>
                  <a:gd name="connsiteY5" fmla="*/ 4295 h 28397"/>
                  <a:gd name="connsiteX6" fmla="*/ 142 w 28356"/>
                  <a:gd name="connsiteY6" fmla="*/ 14335 h 28397"/>
                  <a:gd name="connsiteX7" fmla="*/ 4295 w 28356"/>
                  <a:gd name="connsiteY7" fmla="*/ 24375 h 28397"/>
                  <a:gd name="connsiteX8" fmla="*/ 14320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34"/>
                    </a:moveTo>
                    <a:cubicBezTo>
                      <a:pt x="18080" y="28534"/>
                      <a:pt x="21687" y="27038"/>
                      <a:pt x="24346" y="24375"/>
                    </a:cubicBezTo>
                    <a:cubicBezTo>
                      <a:pt x="27005" y="21713"/>
                      <a:pt x="28499" y="18101"/>
                      <a:pt x="28499" y="14335"/>
                    </a:cubicBezTo>
                    <a:cubicBezTo>
                      <a:pt x="28499" y="10570"/>
                      <a:pt x="27005" y="6958"/>
                      <a:pt x="24346" y="4295"/>
                    </a:cubicBezTo>
                    <a:cubicBezTo>
                      <a:pt x="21687" y="1632"/>
                      <a:pt x="18080" y="136"/>
                      <a:pt x="14320" y="136"/>
                    </a:cubicBezTo>
                    <a:cubicBezTo>
                      <a:pt x="10560" y="136"/>
                      <a:pt x="6953" y="1632"/>
                      <a:pt x="4295" y="4295"/>
                    </a:cubicBezTo>
                    <a:cubicBezTo>
                      <a:pt x="1636" y="6958"/>
                      <a:pt x="142" y="10570"/>
                      <a:pt x="142" y="14335"/>
                    </a:cubicBezTo>
                    <a:cubicBezTo>
                      <a:pt x="142" y="18101"/>
                      <a:pt x="1636" y="21713"/>
                      <a:pt x="4295" y="24375"/>
                    </a:cubicBezTo>
                    <a:cubicBezTo>
                      <a:pt x="6953" y="27038"/>
                      <a:pt x="10560" y="28534"/>
                      <a:pt x="14320"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4" name="Freeform: Shape 1133">
                <a:extLst>
                  <a:ext uri="{FF2B5EF4-FFF2-40B4-BE49-F238E27FC236}">
                    <a16:creationId xmlns:a16="http://schemas.microsoft.com/office/drawing/2014/main" id="{89883FB1-766D-94BC-2BBC-874F3CD0353A}"/>
                  </a:ext>
                </a:extLst>
              </p:cNvPr>
              <p:cNvSpPr/>
              <p:nvPr/>
            </p:nvSpPr>
            <p:spPr>
              <a:xfrm>
                <a:off x="6344678" y="5015866"/>
                <a:ext cx="28356" cy="28397"/>
              </a:xfrm>
              <a:custGeom>
                <a:avLst/>
                <a:gdLst>
                  <a:gd name="connsiteX0" fmla="*/ 14320 w 28356"/>
                  <a:gd name="connsiteY0" fmla="*/ 28534 h 28397"/>
                  <a:gd name="connsiteX1" fmla="*/ 24345 w 28356"/>
                  <a:gd name="connsiteY1" fmla="*/ 24375 h 28397"/>
                  <a:gd name="connsiteX2" fmla="*/ 28498 w 28356"/>
                  <a:gd name="connsiteY2" fmla="*/ 14335 h 28397"/>
                  <a:gd name="connsiteX3" fmla="*/ 24345 w 28356"/>
                  <a:gd name="connsiteY3" fmla="*/ 4295 h 28397"/>
                  <a:gd name="connsiteX4" fmla="*/ 14320 w 28356"/>
                  <a:gd name="connsiteY4" fmla="*/ 136 h 28397"/>
                  <a:gd name="connsiteX5" fmla="*/ 4294 w 28356"/>
                  <a:gd name="connsiteY5" fmla="*/ 4295 h 28397"/>
                  <a:gd name="connsiteX6" fmla="*/ 141 w 28356"/>
                  <a:gd name="connsiteY6" fmla="*/ 14335 h 28397"/>
                  <a:gd name="connsiteX7" fmla="*/ 4294 w 28356"/>
                  <a:gd name="connsiteY7" fmla="*/ 24375 h 28397"/>
                  <a:gd name="connsiteX8" fmla="*/ 14320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34"/>
                    </a:moveTo>
                    <a:cubicBezTo>
                      <a:pt x="18080" y="28534"/>
                      <a:pt x="21686" y="27038"/>
                      <a:pt x="24345" y="24375"/>
                    </a:cubicBezTo>
                    <a:cubicBezTo>
                      <a:pt x="27004" y="21712"/>
                      <a:pt x="28498" y="18100"/>
                      <a:pt x="28498" y="14335"/>
                    </a:cubicBezTo>
                    <a:cubicBezTo>
                      <a:pt x="28498" y="10569"/>
                      <a:pt x="27004" y="6957"/>
                      <a:pt x="24345" y="4295"/>
                    </a:cubicBezTo>
                    <a:cubicBezTo>
                      <a:pt x="21686" y="1632"/>
                      <a:pt x="18080" y="136"/>
                      <a:pt x="14320" y="136"/>
                    </a:cubicBezTo>
                    <a:cubicBezTo>
                      <a:pt x="10559" y="136"/>
                      <a:pt x="6953" y="1632"/>
                      <a:pt x="4294" y="4295"/>
                    </a:cubicBezTo>
                    <a:cubicBezTo>
                      <a:pt x="1635" y="6957"/>
                      <a:pt x="141" y="10569"/>
                      <a:pt x="141" y="14335"/>
                    </a:cubicBezTo>
                    <a:cubicBezTo>
                      <a:pt x="141" y="18100"/>
                      <a:pt x="1635" y="21712"/>
                      <a:pt x="4294" y="24375"/>
                    </a:cubicBezTo>
                    <a:cubicBezTo>
                      <a:pt x="6953" y="27038"/>
                      <a:pt x="10559" y="28534"/>
                      <a:pt x="14320"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5" name="Freeform: Shape 1134">
                <a:extLst>
                  <a:ext uri="{FF2B5EF4-FFF2-40B4-BE49-F238E27FC236}">
                    <a16:creationId xmlns:a16="http://schemas.microsoft.com/office/drawing/2014/main" id="{ACB1F79A-F348-EB89-DFF7-B26B9DDA0435}"/>
                  </a:ext>
                </a:extLst>
              </p:cNvPr>
              <p:cNvSpPr/>
              <p:nvPr/>
            </p:nvSpPr>
            <p:spPr>
              <a:xfrm>
                <a:off x="6336930" y="4871365"/>
                <a:ext cx="28356" cy="28397"/>
              </a:xfrm>
              <a:custGeom>
                <a:avLst/>
                <a:gdLst>
                  <a:gd name="connsiteX0" fmla="*/ 14319 w 28356"/>
                  <a:gd name="connsiteY0" fmla="*/ 28522 h 28397"/>
                  <a:gd name="connsiteX1" fmla="*/ 24345 w 28356"/>
                  <a:gd name="connsiteY1" fmla="*/ 24364 h 28397"/>
                  <a:gd name="connsiteX2" fmla="*/ 28497 w 28356"/>
                  <a:gd name="connsiteY2" fmla="*/ 14323 h 28397"/>
                  <a:gd name="connsiteX3" fmla="*/ 24345 w 28356"/>
                  <a:gd name="connsiteY3" fmla="*/ 4283 h 28397"/>
                  <a:gd name="connsiteX4" fmla="*/ 14319 w 28356"/>
                  <a:gd name="connsiteY4" fmla="*/ 124 h 28397"/>
                  <a:gd name="connsiteX5" fmla="*/ 4293 w 28356"/>
                  <a:gd name="connsiteY5" fmla="*/ 4283 h 28397"/>
                  <a:gd name="connsiteX6" fmla="*/ 141 w 28356"/>
                  <a:gd name="connsiteY6" fmla="*/ 14323 h 28397"/>
                  <a:gd name="connsiteX7" fmla="*/ 4293 w 28356"/>
                  <a:gd name="connsiteY7" fmla="*/ 24364 h 28397"/>
                  <a:gd name="connsiteX8" fmla="*/ 1431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9" y="28522"/>
                    </a:moveTo>
                    <a:cubicBezTo>
                      <a:pt x="18079" y="28522"/>
                      <a:pt x="21686" y="27026"/>
                      <a:pt x="24345" y="24364"/>
                    </a:cubicBezTo>
                    <a:cubicBezTo>
                      <a:pt x="27003" y="21701"/>
                      <a:pt x="28497" y="18089"/>
                      <a:pt x="28497" y="14323"/>
                    </a:cubicBezTo>
                    <a:cubicBezTo>
                      <a:pt x="28497" y="10558"/>
                      <a:pt x="27003" y="6946"/>
                      <a:pt x="24345" y="4283"/>
                    </a:cubicBezTo>
                    <a:cubicBezTo>
                      <a:pt x="21686" y="1621"/>
                      <a:pt x="18079" y="124"/>
                      <a:pt x="14319" y="124"/>
                    </a:cubicBezTo>
                    <a:cubicBezTo>
                      <a:pt x="10559" y="124"/>
                      <a:pt x="6952" y="1621"/>
                      <a:pt x="4293" y="4283"/>
                    </a:cubicBezTo>
                    <a:cubicBezTo>
                      <a:pt x="1635" y="6946"/>
                      <a:pt x="141" y="10558"/>
                      <a:pt x="141" y="14323"/>
                    </a:cubicBezTo>
                    <a:cubicBezTo>
                      <a:pt x="141" y="18089"/>
                      <a:pt x="1635" y="21701"/>
                      <a:pt x="4293" y="24364"/>
                    </a:cubicBezTo>
                    <a:cubicBezTo>
                      <a:pt x="6952" y="27026"/>
                      <a:pt x="10559" y="28522"/>
                      <a:pt x="1431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6" name="Freeform: Shape 1135">
                <a:extLst>
                  <a:ext uri="{FF2B5EF4-FFF2-40B4-BE49-F238E27FC236}">
                    <a16:creationId xmlns:a16="http://schemas.microsoft.com/office/drawing/2014/main" id="{E13A3BA2-1F3F-D835-9F69-259022CEE28B}"/>
                  </a:ext>
                </a:extLst>
              </p:cNvPr>
              <p:cNvSpPr/>
              <p:nvPr/>
            </p:nvSpPr>
            <p:spPr>
              <a:xfrm>
                <a:off x="6329169" y="5015332"/>
                <a:ext cx="28356" cy="28397"/>
              </a:xfrm>
              <a:custGeom>
                <a:avLst/>
                <a:gdLst>
                  <a:gd name="connsiteX0" fmla="*/ 14318 w 28356"/>
                  <a:gd name="connsiteY0" fmla="*/ 28534 h 28397"/>
                  <a:gd name="connsiteX1" fmla="*/ 24344 w 28356"/>
                  <a:gd name="connsiteY1" fmla="*/ 24375 h 28397"/>
                  <a:gd name="connsiteX2" fmla="*/ 28497 w 28356"/>
                  <a:gd name="connsiteY2" fmla="*/ 14335 h 28397"/>
                  <a:gd name="connsiteX3" fmla="*/ 24344 w 28356"/>
                  <a:gd name="connsiteY3" fmla="*/ 4295 h 28397"/>
                  <a:gd name="connsiteX4" fmla="*/ 14318 w 28356"/>
                  <a:gd name="connsiteY4" fmla="*/ 136 h 28397"/>
                  <a:gd name="connsiteX5" fmla="*/ 4293 w 28356"/>
                  <a:gd name="connsiteY5" fmla="*/ 4295 h 28397"/>
                  <a:gd name="connsiteX6" fmla="*/ 140 w 28356"/>
                  <a:gd name="connsiteY6" fmla="*/ 14335 h 28397"/>
                  <a:gd name="connsiteX7" fmla="*/ 4293 w 28356"/>
                  <a:gd name="connsiteY7" fmla="*/ 24375 h 28397"/>
                  <a:gd name="connsiteX8" fmla="*/ 14318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34"/>
                    </a:moveTo>
                    <a:cubicBezTo>
                      <a:pt x="18079" y="28534"/>
                      <a:pt x="21685" y="27038"/>
                      <a:pt x="24344" y="24375"/>
                    </a:cubicBezTo>
                    <a:cubicBezTo>
                      <a:pt x="27003" y="21712"/>
                      <a:pt x="28497" y="18100"/>
                      <a:pt x="28497" y="14335"/>
                    </a:cubicBezTo>
                    <a:cubicBezTo>
                      <a:pt x="28497" y="10569"/>
                      <a:pt x="27003" y="6957"/>
                      <a:pt x="24344" y="4295"/>
                    </a:cubicBezTo>
                    <a:cubicBezTo>
                      <a:pt x="21685" y="1632"/>
                      <a:pt x="18079" y="136"/>
                      <a:pt x="14318" y="136"/>
                    </a:cubicBezTo>
                    <a:cubicBezTo>
                      <a:pt x="10558" y="136"/>
                      <a:pt x="6952" y="1632"/>
                      <a:pt x="4293" y="4295"/>
                    </a:cubicBezTo>
                    <a:cubicBezTo>
                      <a:pt x="1634" y="6957"/>
                      <a:pt x="140" y="10569"/>
                      <a:pt x="140" y="14335"/>
                    </a:cubicBezTo>
                    <a:cubicBezTo>
                      <a:pt x="140" y="18100"/>
                      <a:pt x="1634" y="21712"/>
                      <a:pt x="4293" y="24375"/>
                    </a:cubicBezTo>
                    <a:cubicBezTo>
                      <a:pt x="6952" y="27038"/>
                      <a:pt x="10558" y="28534"/>
                      <a:pt x="14318"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7" name="Freeform: Shape 1136">
                <a:extLst>
                  <a:ext uri="{FF2B5EF4-FFF2-40B4-BE49-F238E27FC236}">
                    <a16:creationId xmlns:a16="http://schemas.microsoft.com/office/drawing/2014/main" id="{3049C511-3AC8-253E-535D-824C627F0E37}"/>
                  </a:ext>
                </a:extLst>
              </p:cNvPr>
              <p:cNvSpPr/>
              <p:nvPr/>
            </p:nvSpPr>
            <p:spPr>
              <a:xfrm>
                <a:off x="6321408" y="5004055"/>
                <a:ext cx="28356" cy="28397"/>
              </a:xfrm>
              <a:custGeom>
                <a:avLst/>
                <a:gdLst>
                  <a:gd name="connsiteX0" fmla="*/ 14318 w 28356"/>
                  <a:gd name="connsiteY0" fmla="*/ 28533 h 28397"/>
                  <a:gd name="connsiteX1" fmla="*/ 24343 w 28356"/>
                  <a:gd name="connsiteY1" fmla="*/ 24374 h 28397"/>
                  <a:gd name="connsiteX2" fmla="*/ 28496 w 28356"/>
                  <a:gd name="connsiteY2" fmla="*/ 14334 h 28397"/>
                  <a:gd name="connsiteX3" fmla="*/ 24343 w 28356"/>
                  <a:gd name="connsiteY3" fmla="*/ 4294 h 28397"/>
                  <a:gd name="connsiteX4" fmla="*/ 14318 w 28356"/>
                  <a:gd name="connsiteY4" fmla="*/ 135 h 28397"/>
                  <a:gd name="connsiteX5" fmla="*/ 4292 w 28356"/>
                  <a:gd name="connsiteY5" fmla="*/ 4294 h 28397"/>
                  <a:gd name="connsiteX6" fmla="*/ 139 w 28356"/>
                  <a:gd name="connsiteY6" fmla="*/ 14334 h 28397"/>
                  <a:gd name="connsiteX7" fmla="*/ 4292 w 28356"/>
                  <a:gd name="connsiteY7" fmla="*/ 24374 h 28397"/>
                  <a:gd name="connsiteX8" fmla="*/ 14318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33"/>
                    </a:moveTo>
                    <a:cubicBezTo>
                      <a:pt x="18078" y="28533"/>
                      <a:pt x="21685" y="27037"/>
                      <a:pt x="24343" y="24374"/>
                    </a:cubicBezTo>
                    <a:cubicBezTo>
                      <a:pt x="27002" y="21711"/>
                      <a:pt x="28496" y="18100"/>
                      <a:pt x="28496" y="14334"/>
                    </a:cubicBezTo>
                    <a:cubicBezTo>
                      <a:pt x="28496" y="10568"/>
                      <a:pt x="27002" y="6956"/>
                      <a:pt x="24343" y="4294"/>
                    </a:cubicBezTo>
                    <a:cubicBezTo>
                      <a:pt x="21685" y="1631"/>
                      <a:pt x="18078" y="135"/>
                      <a:pt x="14318" y="135"/>
                    </a:cubicBezTo>
                    <a:cubicBezTo>
                      <a:pt x="10558" y="135"/>
                      <a:pt x="6951" y="1631"/>
                      <a:pt x="4292" y="4294"/>
                    </a:cubicBezTo>
                    <a:cubicBezTo>
                      <a:pt x="1633" y="6956"/>
                      <a:pt x="139" y="10568"/>
                      <a:pt x="139" y="14334"/>
                    </a:cubicBezTo>
                    <a:cubicBezTo>
                      <a:pt x="139" y="18100"/>
                      <a:pt x="1633" y="21711"/>
                      <a:pt x="4292" y="24374"/>
                    </a:cubicBezTo>
                    <a:cubicBezTo>
                      <a:pt x="6951" y="27037"/>
                      <a:pt x="10558" y="28533"/>
                      <a:pt x="14318"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8" name="Freeform: Shape 1137">
                <a:extLst>
                  <a:ext uri="{FF2B5EF4-FFF2-40B4-BE49-F238E27FC236}">
                    <a16:creationId xmlns:a16="http://schemas.microsoft.com/office/drawing/2014/main" id="{45DAC6AE-03DE-80B0-8C55-30E40CBA3241}"/>
                  </a:ext>
                </a:extLst>
              </p:cNvPr>
              <p:cNvSpPr/>
              <p:nvPr/>
            </p:nvSpPr>
            <p:spPr>
              <a:xfrm>
                <a:off x="6313647" y="4859033"/>
                <a:ext cx="28356" cy="28397"/>
              </a:xfrm>
              <a:custGeom>
                <a:avLst/>
                <a:gdLst>
                  <a:gd name="connsiteX0" fmla="*/ 14317 w 28356"/>
                  <a:gd name="connsiteY0" fmla="*/ 28521 h 28397"/>
                  <a:gd name="connsiteX1" fmla="*/ 24343 w 28356"/>
                  <a:gd name="connsiteY1" fmla="*/ 24363 h 28397"/>
                  <a:gd name="connsiteX2" fmla="*/ 28496 w 28356"/>
                  <a:gd name="connsiteY2" fmla="*/ 14322 h 28397"/>
                  <a:gd name="connsiteX3" fmla="*/ 24343 w 28356"/>
                  <a:gd name="connsiteY3" fmla="*/ 4282 h 28397"/>
                  <a:gd name="connsiteX4" fmla="*/ 14317 w 28356"/>
                  <a:gd name="connsiteY4" fmla="*/ 124 h 28397"/>
                  <a:gd name="connsiteX5" fmla="*/ 4292 w 28356"/>
                  <a:gd name="connsiteY5" fmla="*/ 4282 h 28397"/>
                  <a:gd name="connsiteX6" fmla="*/ 139 w 28356"/>
                  <a:gd name="connsiteY6" fmla="*/ 14322 h 28397"/>
                  <a:gd name="connsiteX7" fmla="*/ 4292 w 28356"/>
                  <a:gd name="connsiteY7" fmla="*/ 24363 h 28397"/>
                  <a:gd name="connsiteX8" fmla="*/ 14317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1"/>
                    </a:moveTo>
                    <a:cubicBezTo>
                      <a:pt x="18077" y="28521"/>
                      <a:pt x="21684" y="27025"/>
                      <a:pt x="24343" y="24363"/>
                    </a:cubicBezTo>
                    <a:cubicBezTo>
                      <a:pt x="27002" y="21700"/>
                      <a:pt x="28496" y="18088"/>
                      <a:pt x="28496" y="14322"/>
                    </a:cubicBezTo>
                    <a:cubicBezTo>
                      <a:pt x="28496" y="10557"/>
                      <a:pt x="27002" y="6945"/>
                      <a:pt x="24343" y="4282"/>
                    </a:cubicBezTo>
                    <a:cubicBezTo>
                      <a:pt x="21684" y="1620"/>
                      <a:pt x="18077" y="124"/>
                      <a:pt x="14317" y="124"/>
                    </a:cubicBezTo>
                    <a:cubicBezTo>
                      <a:pt x="10557" y="124"/>
                      <a:pt x="6950" y="1620"/>
                      <a:pt x="4292" y="4282"/>
                    </a:cubicBezTo>
                    <a:cubicBezTo>
                      <a:pt x="1633" y="6945"/>
                      <a:pt x="139" y="10557"/>
                      <a:pt x="139" y="14322"/>
                    </a:cubicBezTo>
                    <a:cubicBezTo>
                      <a:pt x="139" y="18088"/>
                      <a:pt x="1633" y="21700"/>
                      <a:pt x="4292" y="24363"/>
                    </a:cubicBezTo>
                    <a:cubicBezTo>
                      <a:pt x="6950" y="27025"/>
                      <a:pt x="10557" y="28521"/>
                      <a:pt x="14317"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39" name="Freeform: Shape 1138">
                <a:extLst>
                  <a:ext uri="{FF2B5EF4-FFF2-40B4-BE49-F238E27FC236}">
                    <a16:creationId xmlns:a16="http://schemas.microsoft.com/office/drawing/2014/main" id="{D12EAEF3-E959-C618-A6AA-4448EE45E950}"/>
                  </a:ext>
                </a:extLst>
              </p:cNvPr>
              <p:cNvSpPr/>
              <p:nvPr/>
            </p:nvSpPr>
            <p:spPr>
              <a:xfrm>
                <a:off x="6305886" y="5020565"/>
                <a:ext cx="28356" cy="28397"/>
              </a:xfrm>
              <a:custGeom>
                <a:avLst/>
                <a:gdLst>
                  <a:gd name="connsiteX0" fmla="*/ 14317 w 28356"/>
                  <a:gd name="connsiteY0" fmla="*/ 28534 h 28397"/>
                  <a:gd name="connsiteX1" fmla="*/ 24342 w 28356"/>
                  <a:gd name="connsiteY1" fmla="*/ 24375 h 28397"/>
                  <a:gd name="connsiteX2" fmla="*/ 28495 w 28356"/>
                  <a:gd name="connsiteY2" fmla="*/ 14335 h 28397"/>
                  <a:gd name="connsiteX3" fmla="*/ 24342 w 28356"/>
                  <a:gd name="connsiteY3" fmla="*/ 4295 h 28397"/>
                  <a:gd name="connsiteX4" fmla="*/ 14317 w 28356"/>
                  <a:gd name="connsiteY4" fmla="*/ 136 h 28397"/>
                  <a:gd name="connsiteX5" fmla="*/ 4291 w 28356"/>
                  <a:gd name="connsiteY5" fmla="*/ 4295 h 28397"/>
                  <a:gd name="connsiteX6" fmla="*/ 138 w 28356"/>
                  <a:gd name="connsiteY6" fmla="*/ 14335 h 28397"/>
                  <a:gd name="connsiteX7" fmla="*/ 4291 w 28356"/>
                  <a:gd name="connsiteY7" fmla="*/ 24375 h 28397"/>
                  <a:gd name="connsiteX8" fmla="*/ 1431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34"/>
                    </a:moveTo>
                    <a:cubicBezTo>
                      <a:pt x="18077" y="28534"/>
                      <a:pt x="21683" y="27038"/>
                      <a:pt x="24342" y="24375"/>
                    </a:cubicBezTo>
                    <a:cubicBezTo>
                      <a:pt x="27001" y="21713"/>
                      <a:pt x="28495" y="18101"/>
                      <a:pt x="28495" y="14335"/>
                    </a:cubicBezTo>
                    <a:cubicBezTo>
                      <a:pt x="28495" y="10570"/>
                      <a:pt x="27001" y="6958"/>
                      <a:pt x="24342" y="4295"/>
                    </a:cubicBezTo>
                    <a:cubicBezTo>
                      <a:pt x="21683" y="1632"/>
                      <a:pt x="18077" y="136"/>
                      <a:pt x="14317" y="136"/>
                    </a:cubicBezTo>
                    <a:cubicBezTo>
                      <a:pt x="10556" y="136"/>
                      <a:pt x="6950" y="1632"/>
                      <a:pt x="4291" y="4295"/>
                    </a:cubicBezTo>
                    <a:cubicBezTo>
                      <a:pt x="1632" y="6958"/>
                      <a:pt x="138" y="10570"/>
                      <a:pt x="138" y="14335"/>
                    </a:cubicBezTo>
                    <a:cubicBezTo>
                      <a:pt x="138" y="18101"/>
                      <a:pt x="1632" y="21713"/>
                      <a:pt x="4291" y="24375"/>
                    </a:cubicBezTo>
                    <a:cubicBezTo>
                      <a:pt x="6950" y="27038"/>
                      <a:pt x="10556" y="28534"/>
                      <a:pt x="14317"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0" name="Freeform: Shape 1139">
                <a:extLst>
                  <a:ext uri="{FF2B5EF4-FFF2-40B4-BE49-F238E27FC236}">
                    <a16:creationId xmlns:a16="http://schemas.microsoft.com/office/drawing/2014/main" id="{1D715C6D-126F-50C5-C67F-E4FA1E300BBE}"/>
                  </a:ext>
                </a:extLst>
              </p:cNvPr>
              <p:cNvSpPr/>
              <p:nvPr/>
            </p:nvSpPr>
            <p:spPr>
              <a:xfrm>
                <a:off x="6298137" y="5015510"/>
                <a:ext cx="28356" cy="28397"/>
              </a:xfrm>
              <a:custGeom>
                <a:avLst/>
                <a:gdLst>
                  <a:gd name="connsiteX0" fmla="*/ 14316 w 28356"/>
                  <a:gd name="connsiteY0" fmla="*/ 28534 h 28397"/>
                  <a:gd name="connsiteX1" fmla="*/ 24342 w 28356"/>
                  <a:gd name="connsiteY1" fmla="*/ 24375 h 28397"/>
                  <a:gd name="connsiteX2" fmla="*/ 28494 w 28356"/>
                  <a:gd name="connsiteY2" fmla="*/ 14335 h 28397"/>
                  <a:gd name="connsiteX3" fmla="*/ 24342 w 28356"/>
                  <a:gd name="connsiteY3" fmla="*/ 4295 h 28397"/>
                  <a:gd name="connsiteX4" fmla="*/ 14316 w 28356"/>
                  <a:gd name="connsiteY4" fmla="*/ 136 h 28397"/>
                  <a:gd name="connsiteX5" fmla="*/ 4290 w 28356"/>
                  <a:gd name="connsiteY5" fmla="*/ 4295 h 28397"/>
                  <a:gd name="connsiteX6" fmla="*/ 138 w 28356"/>
                  <a:gd name="connsiteY6" fmla="*/ 14335 h 28397"/>
                  <a:gd name="connsiteX7" fmla="*/ 4290 w 28356"/>
                  <a:gd name="connsiteY7" fmla="*/ 24375 h 28397"/>
                  <a:gd name="connsiteX8" fmla="*/ 1431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6" y="28534"/>
                    </a:moveTo>
                    <a:cubicBezTo>
                      <a:pt x="18076" y="28534"/>
                      <a:pt x="21683" y="27038"/>
                      <a:pt x="24342" y="24375"/>
                    </a:cubicBezTo>
                    <a:cubicBezTo>
                      <a:pt x="27000" y="21712"/>
                      <a:pt x="28494" y="18100"/>
                      <a:pt x="28494" y="14335"/>
                    </a:cubicBezTo>
                    <a:cubicBezTo>
                      <a:pt x="28494" y="10569"/>
                      <a:pt x="27000" y="6957"/>
                      <a:pt x="24342" y="4295"/>
                    </a:cubicBezTo>
                    <a:cubicBezTo>
                      <a:pt x="21683" y="1632"/>
                      <a:pt x="18076" y="136"/>
                      <a:pt x="14316" y="136"/>
                    </a:cubicBezTo>
                    <a:cubicBezTo>
                      <a:pt x="10556" y="136"/>
                      <a:pt x="6949" y="1632"/>
                      <a:pt x="4290" y="4295"/>
                    </a:cubicBezTo>
                    <a:cubicBezTo>
                      <a:pt x="1632" y="6957"/>
                      <a:pt x="138" y="10569"/>
                      <a:pt x="138" y="14335"/>
                    </a:cubicBezTo>
                    <a:cubicBezTo>
                      <a:pt x="138" y="18100"/>
                      <a:pt x="1632" y="21712"/>
                      <a:pt x="4290" y="24375"/>
                    </a:cubicBezTo>
                    <a:cubicBezTo>
                      <a:pt x="6949" y="27038"/>
                      <a:pt x="10556" y="28534"/>
                      <a:pt x="14316"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1" name="Freeform: Shape 1140">
                <a:extLst>
                  <a:ext uri="{FF2B5EF4-FFF2-40B4-BE49-F238E27FC236}">
                    <a16:creationId xmlns:a16="http://schemas.microsoft.com/office/drawing/2014/main" id="{570DB426-7BC3-841B-786C-18BD1705D489}"/>
                  </a:ext>
                </a:extLst>
              </p:cNvPr>
              <p:cNvSpPr/>
              <p:nvPr/>
            </p:nvSpPr>
            <p:spPr>
              <a:xfrm>
                <a:off x="6290376" y="5004182"/>
                <a:ext cx="28356" cy="28397"/>
              </a:xfrm>
              <a:custGeom>
                <a:avLst/>
                <a:gdLst>
                  <a:gd name="connsiteX0" fmla="*/ 14315 w 28356"/>
                  <a:gd name="connsiteY0" fmla="*/ 28533 h 28397"/>
                  <a:gd name="connsiteX1" fmla="*/ 24341 w 28356"/>
                  <a:gd name="connsiteY1" fmla="*/ 24374 h 28397"/>
                  <a:gd name="connsiteX2" fmla="*/ 28494 w 28356"/>
                  <a:gd name="connsiteY2" fmla="*/ 14334 h 28397"/>
                  <a:gd name="connsiteX3" fmla="*/ 24341 w 28356"/>
                  <a:gd name="connsiteY3" fmla="*/ 4294 h 28397"/>
                  <a:gd name="connsiteX4" fmla="*/ 14315 w 28356"/>
                  <a:gd name="connsiteY4" fmla="*/ 135 h 28397"/>
                  <a:gd name="connsiteX5" fmla="*/ 4290 w 28356"/>
                  <a:gd name="connsiteY5" fmla="*/ 4294 h 28397"/>
                  <a:gd name="connsiteX6" fmla="*/ 137 w 28356"/>
                  <a:gd name="connsiteY6" fmla="*/ 14334 h 28397"/>
                  <a:gd name="connsiteX7" fmla="*/ 4290 w 28356"/>
                  <a:gd name="connsiteY7" fmla="*/ 24374 h 28397"/>
                  <a:gd name="connsiteX8" fmla="*/ 1431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33"/>
                    </a:moveTo>
                    <a:cubicBezTo>
                      <a:pt x="18076" y="28533"/>
                      <a:pt x="21682" y="27037"/>
                      <a:pt x="24341" y="24374"/>
                    </a:cubicBezTo>
                    <a:cubicBezTo>
                      <a:pt x="27000" y="21711"/>
                      <a:pt x="28494" y="18100"/>
                      <a:pt x="28494" y="14334"/>
                    </a:cubicBezTo>
                    <a:cubicBezTo>
                      <a:pt x="28494" y="10568"/>
                      <a:pt x="27000" y="6956"/>
                      <a:pt x="24341" y="4294"/>
                    </a:cubicBezTo>
                    <a:cubicBezTo>
                      <a:pt x="21682" y="1631"/>
                      <a:pt x="18076" y="135"/>
                      <a:pt x="14315" y="135"/>
                    </a:cubicBezTo>
                    <a:cubicBezTo>
                      <a:pt x="10555" y="135"/>
                      <a:pt x="6949" y="1631"/>
                      <a:pt x="4290" y="4294"/>
                    </a:cubicBezTo>
                    <a:cubicBezTo>
                      <a:pt x="1631" y="6956"/>
                      <a:pt x="137" y="10568"/>
                      <a:pt x="137" y="14334"/>
                    </a:cubicBezTo>
                    <a:cubicBezTo>
                      <a:pt x="137" y="18100"/>
                      <a:pt x="1631" y="21711"/>
                      <a:pt x="4290" y="24374"/>
                    </a:cubicBezTo>
                    <a:cubicBezTo>
                      <a:pt x="6949" y="27037"/>
                      <a:pt x="10555" y="28533"/>
                      <a:pt x="14315"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2" name="Freeform: Shape 1141">
                <a:extLst>
                  <a:ext uri="{FF2B5EF4-FFF2-40B4-BE49-F238E27FC236}">
                    <a16:creationId xmlns:a16="http://schemas.microsoft.com/office/drawing/2014/main" id="{3546A148-5986-4C99-74B0-83EADB6D424A}"/>
                  </a:ext>
                </a:extLst>
              </p:cNvPr>
              <p:cNvSpPr/>
              <p:nvPr/>
            </p:nvSpPr>
            <p:spPr>
              <a:xfrm>
                <a:off x="6282615" y="5019752"/>
                <a:ext cx="28356" cy="28397"/>
              </a:xfrm>
              <a:custGeom>
                <a:avLst/>
                <a:gdLst>
                  <a:gd name="connsiteX0" fmla="*/ 14315 w 28356"/>
                  <a:gd name="connsiteY0" fmla="*/ 28534 h 28397"/>
                  <a:gd name="connsiteX1" fmla="*/ 24340 w 28356"/>
                  <a:gd name="connsiteY1" fmla="*/ 24375 h 28397"/>
                  <a:gd name="connsiteX2" fmla="*/ 28493 w 28356"/>
                  <a:gd name="connsiteY2" fmla="*/ 14335 h 28397"/>
                  <a:gd name="connsiteX3" fmla="*/ 24340 w 28356"/>
                  <a:gd name="connsiteY3" fmla="*/ 4295 h 28397"/>
                  <a:gd name="connsiteX4" fmla="*/ 14315 w 28356"/>
                  <a:gd name="connsiteY4" fmla="*/ 136 h 28397"/>
                  <a:gd name="connsiteX5" fmla="*/ 4289 w 28356"/>
                  <a:gd name="connsiteY5" fmla="*/ 4295 h 28397"/>
                  <a:gd name="connsiteX6" fmla="*/ 136 w 28356"/>
                  <a:gd name="connsiteY6" fmla="*/ 14335 h 28397"/>
                  <a:gd name="connsiteX7" fmla="*/ 4289 w 28356"/>
                  <a:gd name="connsiteY7" fmla="*/ 24375 h 28397"/>
                  <a:gd name="connsiteX8" fmla="*/ 1431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34"/>
                    </a:moveTo>
                    <a:cubicBezTo>
                      <a:pt x="18075" y="28534"/>
                      <a:pt x="21682" y="27038"/>
                      <a:pt x="24340" y="24375"/>
                    </a:cubicBezTo>
                    <a:cubicBezTo>
                      <a:pt x="26999" y="21713"/>
                      <a:pt x="28493" y="18101"/>
                      <a:pt x="28493" y="14335"/>
                    </a:cubicBezTo>
                    <a:cubicBezTo>
                      <a:pt x="28493" y="10570"/>
                      <a:pt x="26999" y="6958"/>
                      <a:pt x="24340" y="4295"/>
                    </a:cubicBezTo>
                    <a:cubicBezTo>
                      <a:pt x="21682" y="1632"/>
                      <a:pt x="18075" y="136"/>
                      <a:pt x="14315" y="136"/>
                    </a:cubicBezTo>
                    <a:cubicBezTo>
                      <a:pt x="10555" y="136"/>
                      <a:pt x="6948" y="1632"/>
                      <a:pt x="4289" y="4295"/>
                    </a:cubicBezTo>
                    <a:cubicBezTo>
                      <a:pt x="1630" y="6958"/>
                      <a:pt x="136" y="10570"/>
                      <a:pt x="136" y="14335"/>
                    </a:cubicBezTo>
                    <a:cubicBezTo>
                      <a:pt x="136" y="18101"/>
                      <a:pt x="1630" y="21713"/>
                      <a:pt x="4289" y="24375"/>
                    </a:cubicBezTo>
                    <a:cubicBezTo>
                      <a:pt x="6948" y="27038"/>
                      <a:pt x="10555" y="28534"/>
                      <a:pt x="14315"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3" name="Freeform: Shape 1142">
                <a:extLst>
                  <a:ext uri="{FF2B5EF4-FFF2-40B4-BE49-F238E27FC236}">
                    <a16:creationId xmlns:a16="http://schemas.microsoft.com/office/drawing/2014/main" id="{6B178E71-D823-438A-9693-E633CD65D60C}"/>
                  </a:ext>
                </a:extLst>
              </p:cNvPr>
              <p:cNvSpPr/>
              <p:nvPr/>
            </p:nvSpPr>
            <p:spPr>
              <a:xfrm>
                <a:off x="6274854" y="4955223"/>
                <a:ext cx="28356" cy="28397"/>
              </a:xfrm>
              <a:custGeom>
                <a:avLst/>
                <a:gdLst>
                  <a:gd name="connsiteX0" fmla="*/ 14314 w 28356"/>
                  <a:gd name="connsiteY0" fmla="*/ 28529 h 28397"/>
                  <a:gd name="connsiteX1" fmla="*/ 24340 w 28356"/>
                  <a:gd name="connsiteY1" fmla="*/ 24370 h 28397"/>
                  <a:gd name="connsiteX2" fmla="*/ 28492 w 28356"/>
                  <a:gd name="connsiteY2" fmla="*/ 14330 h 28397"/>
                  <a:gd name="connsiteX3" fmla="*/ 24340 w 28356"/>
                  <a:gd name="connsiteY3" fmla="*/ 4290 h 28397"/>
                  <a:gd name="connsiteX4" fmla="*/ 14314 w 28356"/>
                  <a:gd name="connsiteY4" fmla="*/ 131 h 28397"/>
                  <a:gd name="connsiteX5" fmla="*/ 4289 w 28356"/>
                  <a:gd name="connsiteY5" fmla="*/ 4290 h 28397"/>
                  <a:gd name="connsiteX6" fmla="*/ 136 w 28356"/>
                  <a:gd name="connsiteY6" fmla="*/ 14330 h 28397"/>
                  <a:gd name="connsiteX7" fmla="*/ 4289 w 28356"/>
                  <a:gd name="connsiteY7" fmla="*/ 24370 h 28397"/>
                  <a:gd name="connsiteX8" fmla="*/ 14314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29"/>
                    </a:moveTo>
                    <a:cubicBezTo>
                      <a:pt x="18074" y="28529"/>
                      <a:pt x="21681" y="27033"/>
                      <a:pt x="24340" y="24370"/>
                    </a:cubicBezTo>
                    <a:cubicBezTo>
                      <a:pt x="26999" y="21708"/>
                      <a:pt x="28492" y="18096"/>
                      <a:pt x="28492" y="14330"/>
                    </a:cubicBezTo>
                    <a:cubicBezTo>
                      <a:pt x="28492" y="10564"/>
                      <a:pt x="26999" y="6953"/>
                      <a:pt x="24340" y="4290"/>
                    </a:cubicBezTo>
                    <a:cubicBezTo>
                      <a:pt x="21681" y="1627"/>
                      <a:pt x="18074" y="131"/>
                      <a:pt x="14314" y="131"/>
                    </a:cubicBezTo>
                    <a:cubicBezTo>
                      <a:pt x="10554" y="131"/>
                      <a:pt x="6947" y="1627"/>
                      <a:pt x="4289" y="4290"/>
                    </a:cubicBezTo>
                    <a:cubicBezTo>
                      <a:pt x="1630" y="6953"/>
                      <a:pt x="136" y="10564"/>
                      <a:pt x="136" y="14330"/>
                    </a:cubicBezTo>
                    <a:cubicBezTo>
                      <a:pt x="136" y="18096"/>
                      <a:pt x="1630" y="21708"/>
                      <a:pt x="4289" y="24370"/>
                    </a:cubicBezTo>
                    <a:cubicBezTo>
                      <a:pt x="6947" y="27033"/>
                      <a:pt x="10554" y="28529"/>
                      <a:pt x="14314"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4" name="Freeform: Shape 1143">
                <a:extLst>
                  <a:ext uri="{FF2B5EF4-FFF2-40B4-BE49-F238E27FC236}">
                    <a16:creationId xmlns:a16="http://schemas.microsoft.com/office/drawing/2014/main" id="{46E22C28-F7AF-BD89-02EC-74E1A06FE375}"/>
                  </a:ext>
                </a:extLst>
              </p:cNvPr>
              <p:cNvSpPr/>
              <p:nvPr/>
            </p:nvSpPr>
            <p:spPr>
              <a:xfrm>
                <a:off x="6267106" y="5017453"/>
                <a:ext cx="28356" cy="28397"/>
              </a:xfrm>
              <a:custGeom>
                <a:avLst/>
                <a:gdLst>
                  <a:gd name="connsiteX0" fmla="*/ 14314 w 28356"/>
                  <a:gd name="connsiteY0" fmla="*/ 28534 h 28397"/>
                  <a:gd name="connsiteX1" fmla="*/ 24339 w 28356"/>
                  <a:gd name="connsiteY1" fmla="*/ 24375 h 28397"/>
                  <a:gd name="connsiteX2" fmla="*/ 28492 w 28356"/>
                  <a:gd name="connsiteY2" fmla="*/ 14335 h 28397"/>
                  <a:gd name="connsiteX3" fmla="*/ 24339 w 28356"/>
                  <a:gd name="connsiteY3" fmla="*/ 4295 h 28397"/>
                  <a:gd name="connsiteX4" fmla="*/ 14314 w 28356"/>
                  <a:gd name="connsiteY4" fmla="*/ 136 h 28397"/>
                  <a:gd name="connsiteX5" fmla="*/ 4288 w 28356"/>
                  <a:gd name="connsiteY5" fmla="*/ 4295 h 28397"/>
                  <a:gd name="connsiteX6" fmla="*/ 135 w 28356"/>
                  <a:gd name="connsiteY6" fmla="*/ 14335 h 28397"/>
                  <a:gd name="connsiteX7" fmla="*/ 4288 w 28356"/>
                  <a:gd name="connsiteY7" fmla="*/ 24375 h 28397"/>
                  <a:gd name="connsiteX8" fmla="*/ 1431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34"/>
                    </a:moveTo>
                    <a:cubicBezTo>
                      <a:pt x="18074" y="28534"/>
                      <a:pt x="21680" y="27038"/>
                      <a:pt x="24339" y="24375"/>
                    </a:cubicBezTo>
                    <a:cubicBezTo>
                      <a:pt x="26998" y="21712"/>
                      <a:pt x="28492" y="18101"/>
                      <a:pt x="28492" y="14335"/>
                    </a:cubicBezTo>
                    <a:cubicBezTo>
                      <a:pt x="28492" y="10569"/>
                      <a:pt x="26998" y="6957"/>
                      <a:pt x="24339" y="4295"/>
                    </a:cubicBezTo>
                    <a:cubicBezTo>
                      <a:pt x="21680" y="1632"/>
                      <a:pt x="18074" y="136"/>
                      <a:pt x="14314" y="136"/>
                    </a:cubicBezTo>
                    <a:cubicBezTo>
                      <a:pt x="10553" y="136"/>
                      <a:pt x="6947" y="1632"/>
                      <a:pt x="4288" y="4295"/>
                    </a:cubicBezTo>
                    <a:cubicBezTo>
                      <a:pt x="1629" y="6957"/>
                      <a:pt x="135" y="10569"/>
                      <a:pt x="135" y="14335"/>
                    </a:cubicBezTo>
                    <a:cubicBezTo>
                      <a:pt x="135" y="18101"/>
                      <a:pt x="1629" y="21712"/>
                      <a:pt x="4288" y="24375"/>
                    </a:cubicBezTo>
                    <a:cubicBezTo>
                      <a:pt x="6947" y="27038"/>
                      <a:pt x="10553" y="28534"/>
                      <a:pt x="14314"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5" name="Freeform: Shape 1144">
                <a:extLst>
                  <a:ext uri="{FF2B5EF4-FFF2-40B4-BE49-F238E27FC236}">
                    <a16:creationId xmlns:a16="http://schemas.microsoft.com/office/drawing/2014/main" id="{86A6042D-B067-723F-B681-E04D9BCA1B79}"/>
                  </a:ext>
                </a:extLst>
              </p:cNvPr>
              <p:cNvSpPr/>
              <p:nvPr/>
            </p:nvSpPr>
            <p:spPr>
              <a:xfrm>
                <a:off x="6259344" y="4949521"/>
                <a:ext cx="28356" cy="28397"/>
              </a:xfrm>
              <a:custGeom>
                <a:avLst/>
                <a:gdLst>
                  <a:gd name="connsiteX0" fmla="*/ 14313 w 28356"/>
                  <a:gd name="connsiteY0" fmla="*/ 28529 h 28397"/>
                  <a:gd name="connsiteX1" fmla="*/ 24339 w 28356"/>
                  <a:gd name="connsiteY1" fmla="*/ 24370 h 28397"/>
                  <a:gd name="connsiteX2" fmla="*/ 28491 w 28356"/>
                  <a:gd name="connsiteY2" fmla="*/ 14330 h 28397"/>
                  <a:gd name="connsiteX3" fmla="*/ 24339 w 28356"/>
                  <a:gd name="connsiteY3" fmla="*/ 4289 h 28397"/>
                  <a:gd name="connsiteX4" fmla="*/ 14313 w 28356"/>
                  <a:gd name="connsiteY4" fmla="*/ 131 h 28397"/>
                  <a:gd name="connsiteX5" fmla="*/ 4287 w 28356"/>
                  <a:gd name="connsiteY5" fmla="*/ 4289 h 28397"/>
                  <a:gd name="connsiteX6" fmla="*/ 135 w 28356"/>
                  <a:gd name="connsiteY6" fmla="*/ 14330 h 28397"/>
                  <a:gd name="connsiteX7" fmla="*/ 4287 w 28356"/>
                  <a:gd name="connsiteY7" fmla="*/ 24370 h 28397"/>
                  <a:gd name="connsiteX8" fmla="*/ 14313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3" y="28529"/>
                    </a:moveTo>
                    <a:cubicBezTo>
                      <a:pt x="18073" y="28529"/>
                      <a:pt x="21680" y="27033"/>
                      <a:pt x="24339" y="24370"/>
                    </a:cubicBezTo>
                    <a:cubicBezTo>
                      <a:pt x="26997" y="21707"/>
                      <a:pt x="28491" y="18095"/>
                      <a:pt x="28491" y="14330"/>
                    </a:cubicBezTo>
                    <a:cubicBezTo>
                      <a:pt x="28491" y="10564"/>
                      <a:pt x="26997" y="6952"/>
                      <a:pt x="24339" y="4289"/>
                    </a:cubicBezTo>
                    <a:cubicBezTo>
                      <a:pt x="21680" y="1627"/>
                      <a:pt x="18073" y="131"/>
                      <a:pt x="14313" y="131"/>
                    </a:cubicBezTo>
                    <a:cubicBezTo>
                      <a:pt x="10553" y="131"/>
                      <a:pt x="6946" y="1627"/>
                      <a:pt x="4287" y="4289"/>
                    </a:cubicBezTo>
                    <a:cubicBezTo>
                      <a:pt x="1628" y="6952"/>
                      <a:pt x="135" y="10564"/>
                      <a:pt x="135" y="14330"/>
                    </a:cubicBezTo>
                    <a:cubicBezTo>
                      <a:pt x="135" y="18095"/>
                      <a:pt x="1628" y="21707"/>
                      <a:pt x="4287" y="24370"/>
                    </a:cubicBezTo>
                    <a:cubicBezTo>
                      <a:pt x="6946" y="27033"/>
                      <a:pt x="10553" y="28529"/>
                      <a:pt x="14313"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6" name="Freeform: Shape 1145">
                <a:extLst>
                  <a:ext uri="{FF2B5EF4-FFF2-40B4-BE49-F238E27FC236}">
                    <a16:creationId xmlns:a16="http://schemas.microsoft.com/office/drawing/2014/main" id="{A3907876-E425-AEA7-4306-E8937382943A}"/>
                  </a:ext>
                </a:extLst>
              </p:cNvPr>
              <p:cNvSpPr/>
              <p:nvPr/>
            </p:nvSpPr>
            <p:spPr>
              <a:xfrm>
                <a:off x="6251583" y="5016285"/>
                <a:ext cx="28356" cy="28397"/>
              </a:xfrm>
              <a:custGeom>
                <a:avLst/>
                <a:gdLst>
                  <a:gd name="connsiteX0" fmla="*/ 14312 w 28356"/>
                  <a:gd name="connsiteY0" fmla="*/ 28534 h 28397"/>
                  <a:gd name="connsiteX1" fmla="*/ 24338 w 28356"/>
                  <a:gd name="connsiteY1" fmla="*/ 24375 h 28397"/>
                  <a:gd name="connsiteX2" fmla="*/ 28491 w 28356"/>
                  <a:gd name="connsiteY2" fmla="*/ 14335 h 28397"/>
                  <a:gd name="connsiteX3" fmla="*/ 24338 w 28356"/>
                  <a:gd name="connsiteY3" fmla="*/ 4295 h 28397"/>
                  <a:gd name="connsiteX4" fmla="*/ 14312 w 28356"/>
                  <a:gd name="connsiteY4" fmla="*/ 136 h 28397"/>
                  <a:gd name="connsiteX5" fmla="*/ 4287 w 28356"/>
                  <a:gd name="connsiteY5" fmla="*/ 4295 h 28397"/>
                  <a:gd name="connsiteX6" fmla="*/ 134 w 28356"/>
                  <a:gd name="connsiteY6" fmla="*/ 14335 h 28397"/>
                  <a:gd name="connsiteX7" fmla="*/ 4287 w 28356"/>
                  <a:gd name="connsiteY7" fmla="*/ 24375 h 28397"/>
                  <a:gd name="connsiteX8" fmla="*/ 14312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34"/>
                    </a:moveTo>
                    <a:cubicBezTo>
                      <a:pt x="18072" y="28534"/>
                      <a:pt x="21679" y="27038"/>
                      <a:pt x="24338" y="24375"/>
                    </a:cubicBezTo>
                    <a:cubicBezTo>
                      <a:pt x="26997" y="21712"/>
                      <a:pt x="28491" y="18101"/>
                      <a:pt x="28491" y="14335"/>
                    </a:cubicBezTo>
                    <a:cubicBezTo>
                      <a:pt x="28491" y="10569"/>
                      <a:pt x="26997" y="6957"/>
                      <a:pt x="24338" y="4295"/>
                    </a:cubicBezTo>
                    <a:cubicBezTo>
                      <a:pt x="21679" y="1632"/>
                      <a:pt x="18072" y="136"/>
                      <a:pt x="14312" y="136"/>
                    </a:cubicBezTo>
                    <a:cubicBezTo>
                      <a:pt x="10552" y="136"/>
                      <a:pt x="6945" y="1632"/>
                      <a:pt x="4287" y="4295"/>
                    </a:cubicBezTo>
                    <a:cubicBezTo>
                      <a:pt x="1628" y="6957"/>
                      <a:pt x="134" y="10569"/>
                      <a:pt x="134" y="14335"/>
                    </a:cubicBezTo>
                    <a:cubicBezTo>
                      <a:pt x="134" y="18101"/>
                      <a:pt x="1628" y="21712"/>
                      <a:pt x="4287" y="24375"/>
                    </a:cubicBezTo>
                    <a:cubicBezTo>
                      <a:pt x="6945" y="27038"/>
                      <a:pt x="10552" y="28534"/>
                      <a:pt x="14312"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7" name="Freeform: Shape 1146">
                <a:extLst>
                  <a:ext uri="{FF2B5EF4-FFF2-40B4-BE49-F238E27FC236}">
                    <a16:creationId xmlns:a16="http://schemas.microsoft.com/office/drawing/2014/main" id="{A057B021-81FE-B55B-B0D6-BE7864F116B3}"/>
                  </a:ext>
                </a:extLst>
              </p:cNvPr>
              <p:cNvSpPr/>
              <p:nvPr/>
            </p:nvSpPr>
            <p:spPr>
              <a:xfrm>
                <a:off x="6243822" y="5015675"/>
                <a:ext cx="28356" cy="28397"/>
              </a:xfrm>
              <a:custGeom>
                <a:avLst/>
                <a:gdLst>
                  <a:gd name="connsiteX0" fmla="*/ 14312 w 28356"/>
                  <a:gd name="connsiteY0" fmla="*/ 28534 h 28397"/>
                  <a:gd name="connsiteX1" fmla="*/ 24337 w 28356"/>
                  <a:gd name="connsiteY1" fmla="*/ 24375 h 28397"/>
                  <a:gd name="connsiteX2" fmla="*/ 28490 w 28356"/>
                  <a:gd name="connsiteY2" fmla="*/ 14335 h 28397"/>
                  <a:gd name="connsiteX3" fmla="*/ 24337 w 28356"/>
                  <a:gd name="connsiteY3" fmla="*/ 4295 h 28397"/>
                  <a:gd name="connsiteX4" fmla="*/ 14312 w 28356"/>
                  <a:gd name="connsiteY4" fmla="*/ 136 h 28397"/>
                  <a:gd name="connsiteX5" fmla="*/ 4286 w 28356"/>
                  <a:gd name="connsiteY5" fmla="*/ 4295 h 28397"/>
                  <a:gd name="connsiteX6" fmla="*/ 133 w 28356"/>
                  <a:gd name="connsiteY6" fmla="*/ 14335 h 28397"/>
                  <a:gd name="connsiteX7" fmla="*/ 4286 w 28356"/>
                  <a:gd name="connsiteY7" fmla="*/ 24375 h 28397"/>
                  <a:gd name="connsiteX8" fmla="*/ 14312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34"/>
                    </a:moveTo>
                    <a:cubicBezTo>
                      <a:pt x="18072" y="28534"/>
                      <a:pt x="21678" y="27038"/>
                      <a:pt x="24337" y="24375"/>
                    </a:cubicBezTo>
                    <a:cubicBezTo>
                      <a:pt x="26996" y="21712"/>
                      <a:pt x="28490" y="18100"/>
                      <a:pt x="28490" y="14335"/>
                    </a:cubicBezTo>
                    <a:cubicBezTo>
                      <a:pt x="28490" y="10569"/>
                      <a:pt x="26996" y="6957"/>
                      <a:pt x="24337" y="4295"/>
                    </a:cubicBezTo>
                    <a:cubicBezTo>
                      <a:pt x="21678" y="1632"/>
                      <a:pt x="18072" y="136"/>
                      <a:pt x="14312" y="136"/>
                    </a:cubicBezTo>
                    <a:cubicBezTo>
                      <a:pt x="10552" y="136"/>
                      <a:pt x="6945" y="1632"/>
                      <a:pt x="4286" y="4295"/>
                    </a:cubicBezTo>
                    <a:cubicBezTo>
                      <a:pt x="1627" y="6957"/>
                      <a:pt x="133" y="10569"/>
                      <a:pt x="133" y="14335"/>
                    </a:cubicBezTo>
                    <a:cubicBezTo>
                      <a:pt x="133" y="18100"/>
                      <a:pt x="1627" y="21712"/>
                      <a:pt x="4286" y="24375"/>
                    </a:cubicBezTo>
                    <a:cubicBezTo>
                      <a:pt x="6945" y="27038"/>
                      <a:pt x="10552" y="28534"/>
                      <a:pt x="14312"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8" name="Freeform: Shape 1147">
                <a:extLst>
                  <a:ext uri="{FF2B5EF4-FFF2-40B4-BE49-F238E27FC236}">
                    <a16:creationId xmlns:a16="http://schemas.microsoft.com/office/drawing/2014/main" id="{E10C7564-AEAB-B388-4D61-76E7A2B8E529}"/>
                  </a:ext>
                </a:extLst>
              </p:cNvPr>
              <p:cNvSpPr/>
              <p:nvPr/>
            </p:nvSpPr>
            <p:spPr>
              <a:xfrm>
                <a:off x="6236061" y="4822432"/>
                <a:ext cx="28356" cy="28397"/>
              </a:xfrm>
              <a:custGeom>
                <a:avLst/>
                <a:gdLst>
                  <a:gd name="connsiteX0" fmla="*/ 14311 w 28356"/>
                  <a:gd name="connsiteY0" fmla="*/ 28519 h 28397"/>
                  <a:gd name="connsiteX1" fmla="*/ 24337 w 28356"/>
                  <a:gd name="connsiteY1" fmla="*/ 24360 h 28397"/>
                  <a:gd name="connsiteX2" fmla="*/ 28489 w 28356"/>
                  <a:gd name="connsiteY2" fmla="*/ 14320 h 28397"/>
                  <a:gd name="connsiteX3" fmla="*/ 24337 w 28356"/>
                  <a:gd name="connsiteY3" fmla="*/ 4279 h 28397"/>
                  <a:gd name="connsiteX4" fmla="*/ 14311 w 28356"/>
                  <a:gd name="connsiteY4" fmla="*/ 121 h 28397"/>
                  <a:gd name="connsiteX5" fmla="*/ 4285 w 28356"/>
                  <a:gd name="connsiteY5" fmla="*/ 4279 h 28397"/>
                  <a:gd name="connsiteX6" fmla="*/ 133 w 28356"/>
                  <a:gd name="connsiteY6" fmla="*/ 14320 h 28397"/>
                  <a:gd name="connsiteX7" fmla="*/ 4285 w 28356"/>
                  <a:gd name="connsiteY7" fmla="*/ 24360 h 28397"/>
                  <a:gd name="connsiteX8" fmla="*/ 14311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1" y="28519"/>
                    </a:moveTo>
                    <a:cubicBezTo>
                      <a:pt x="18071" y="28519"/>
                      <a:pt x="21678" y="27023"/>
                      <a:pt x="24337" y="24360"/>
                    </a:cubicBezTo>
                    <a:cubicBezTo>
                      <a:pt x="26996" y="21697"/>
                      <a:pt x="28489" y="18085"/>
                      <a:pt x="28489" y="14320"/>
                    </a:cubicBezTo>
                    <a:cubicBezTo>
                      <a:pt x="28489" y="10554"/>
                      <a:pt x="26996" y="6942"/>
                      <a:pt x="24337" y="4279"/>
                    </a:cubicBezTo>
                    <a:cubicBezTo>
                      <a:pt x="21678" y="1617"/>
                      <a:pt x="18071" y="121"/>
                      <a:pt x="14311" y="121"/>
                    </a:cubicBezTo>
                    <a:cubicBezTo>
                      <a:pt x="10551" y="121"/>
                      <a:pt x="6944" y="1617"/>
                      <a:pt x="4285" y="4279"/>
                    </a:cubicBezTo>
                    <a:cubicBezTo>
                      <a:pt x="1627" y="6942"/>
                      <a:pt x="133" y="10554"/>
                      <a:pt x="133" y="14320"/>
                    </a:cubicBezTo>
                    <a:cubicBezTo>
                      <a:pt x="133" y="18085"/>
                      <a:pt x="1627" y="21697"/>
                      <a:pt x="4285" y="24360"/>
                    </a:cubicBezTo>
                    <a:cubicBezTo>
                      <a:pt x="6944" y="27023"/>
                      <a:pt x="10551" y="28519"/>
                      <a:pt x="14311" y="2851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49" name="Freeform: Shape 1148">
                <a:extLst>
                  <a:ext uri="{FF2B5EF4-FFF2-40B4-BE49-F238E27FC236}">
                    <a16:creationId xmlns:a16="http://schemas.microsoft.com/office/drawing/2014/main" id="{D365DEFB-433F-B318-EFE3-3576D2D99552}"/>
                  </a:ext>
                </a:extLst>
              </p:cNvPr>
              <p:cNvSpPr/>
              <p:nvPr/>
            </p:nvSpPr>
            <p:spPr>
              <a:xfrm>
                <a:off x="6228313" y="4987379"/>
                <a:ext cx="28356" cy="28397"/>
              </a:xfrm>
              <a:custGeom>
                <a:avLst/>
                <a:gdLst>
                  <a:gd name="connsiteX0" fmla="*/ 14310 w 28356"/>
                  <a:gd name="connsiteY0" fmla="*/ 28532 h 28397"/>
                  <a:gd name="connsiteX1" fmla="*/ 24336 w 28356"/>
                  <a:gd name="connsiteY1" fmla="*/ 24373 h 28397"/>
                  <a:gd name="connsiteX2" fmla="*/ 28489 w 28356"/>
                  <a:gd name="connsiteY2" fmla="*/ 14333 h 28397"/>
                  <a:gd name="connsiteX3" fmla="*/ 24336 w 28356"/>
                  <a:gd name="connsiteY3" fmla="*/ 4292 h 28397"/>
                  <a:gd name="connsiteX4" fmla="*/ 14310 w 28356"/>
                  <a:gd name="connsiteY4" fmla="*/ 134 h 28397"/>
                  <a:gd name="connsiteX5" fmla="*/ 4285 w 28356"/>
                  <a:gd name="connsiteY5" fmla="*/ 4292 h 28397"/>
                  <a:gd name="connsiteX6" fmla="*/ 132 w 28356"/>
                  <a:gd name="connsiteY6" fmla="*/ 14333 h 28397"/>
                  <a:gd name="connsiteX7" fmla="*/ 4285 w 28356"/>
                  <a:gd name="connsiteY7" fmla="*/ 24373 h 28397"/>
                  <a:gd name="connsiteX8" fmla="*/ 1431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32"/>
                    </a:moveTo>
                    <a:cubicBezTo>
                      <a:pt x="18071" y="28532"/>
                      <a:pt x="21677" y="27036"/>
                      <a:pt x="24336" y="24373"/>
                    </a:cubicBezTo>
                    <a:cubicBezTo>
                      <a:pt x="26995" y="21710"/>
                      <a:pt x="28489" y="18098"/>
                      <a:pt x="28489" y="14333"/>
                    </a:cubicBezTo>
                    <a:cubicBezTo>
                      <a:pt x="28489" y="10567"/>
                      <a:pt x="26995" y="6955"/>
                      <a:pt x="24336" y="4292"/>
                    </a:cubicBezTo>
                    <a:cubicBezTo>
                      <a:pt x="21677" y="1630"/>
                      <a:pt x="18071" y="134"/>
                      <a:pt x="14310" y="134"/>
                    </a:cubicBezTo>
                    <a:cubicBezTo>
                      <a:pt x="10550" y="134"/>
                      <a:pt x="6944" y="1630"/>
                      <a:pt x="4285" y="4292"/>
                    </a:cubicBezTo>
                    <a:cubicBezTo>
                      <a:pt x="1626" y="6955"/>
                      <a:pt x="132" y="10567"/>
                      <a:pt x="132" y="14333"/>
                    </a:cubicBezTo>
                    <a:cubicBezTo>
                      <a:pt x="132" y="18098"/>
                      <a:pt x="1626" y="21710"/>
                      <a:pt x="4285" y="24373"/>
                    </a:cubicBezTo>
                    <a:cubicBezTo>
                      <a:pt x="6944" y="27036"/>
                      <a:pt x="10550" y="28532"/>
                      <a:pt x="14310"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0" name="Freeform: Shape 1149">
                <a:extLst>
                  <a:ext uri="{FF2B5EF4-FFF2-40B4-BE49-F238E27FC236}">
                    <a16:creationId xmlns:a16="http://schemas.microsoft.com/office/drawing/2014/main" id="{68D3A2D2-E27F-A56A-F426-17759BFBDE0D}"/>
                  </a:ext>
                </a:extLst>
              </p:cNvPr>
              <p:cNvSpPr/>
              <p:nvPr/>
            </p:nvSpPr>
            <p:spPr>
              <a:xfrm>
                <a:off x="6220552" y="4953966"/>
                <a:ext cx="28356" cy="28397"/>
              </a:xfrm>
              <a:custGeom>
                <a:avLst/>
                <a:gdLst>
                  <a:gd name="connsiteX0" fmla="*/ 14310 w 28356"/>
                  <a:gd name="connsiteY0" fmla="*/ 28529 h 28397"/>
                  <a:gd name="connsiteX1" fmla="*/ 24335 w 28356"/>
                  <a:gd name="connsiteY1" fmla="*/ 24370 h 28397"/>
                  <a:gd name="connsiteX2" fmla="*/ 28488 w 28356"/>
                  <a:gd name="connsiteY2" fmla="*/ 14330 h 28397"/>
                  <a:gd name="connsiteX3" fmla="*/ 24335 w 28356"/>
                  <a:gd name="connsiteY3" fmla="*/ 4290 h 28397"/>
                  <a:gd name="connsiteX4" fmla="*/ 14310 w 28356"/>
                  <a:gd name="connsiteY4" fmla="*/ 131 h 28397"/>
                  <a:gd name="connsiteX5" fmla="*/ 4284 w 28356"/>
                  <a:gd name="connsiteY5" fmla="*/ 4290 h 28397"/>
                  <a:gd name="connsiteX6" fmla="*/ 132 w 28356"/>
                  <a:gd name="connsiteY6" fmla="*/ 14330 h 28397"/>
                  <a:gd name="connsiteX7" fmla="*/ 4284 w 28356"/>
                  <a:gd name="connsiteY7" fmla="*/ 24370 h 28397"/>
                  <a:gd name="connsiteX8" fmla="*/ 14310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29"/>
                    </a:moveTo>
                    <a:cubicBezTo>
                      <a:pt x="18070" y="28529"/>
                      <a:pt x="21677" y="27033"/>
                      <a:pt x="24335" y="24370"/>
                    </a:cubicBezTo>
                    <a:cubicBezTo>
                      <a:pt x="26994" y="21707"/>
                      <a:pt x="28488" y="18096"/>
                      <a:pt x="28488" y="14330"/>
                    </a:cubicBezTo>
                    <a:cubicBezTo>
                      <a:pt x="28488" y="10564"/>
                      <a:pt x="26994" y="6952"/>
                      <a:pt x="24335" y="4290"/>
                    </a:cubicBezTo>
                    <a:cubicBezTo>
                      <a:pt x="21677" y="1627"/>
                      <a:pt x="18070" y="131"/>
                      <a:pt x="14310" y="131"/>
                    </a:cubicBezTo>
                    <a:cubicBezTo>
                      <a:pt x="10550" y="131"/>
                      <a:pt x="6943" y="1627"/>
                      <a:pt x="4284" y="4290"/>
                    </a:cubicBezTo>
                    <a:cubicBezTo>
                      <a:pt x="1625" y="6952"/>
                      <a:pt x="132" y="10564"/>
                      <a:pt x="132" y="14330"/>
                    </a:cubicBezTo>
                    <a:cubicBezTo>
                      <a:pt x="132" y="18096"/>
                      <a:pt x="1625" y="21707"/>
                      <a:pt x="4284" y="24370"/>
                    </a:cubicBezTo>
                    <a:cubicBezTo>
                      <a:pt x="6943" y="27033"/>
                      <a:pt x="10550" y="28529"/>
                      <a:pt x="14310"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1" name="Freeform: Shape 1150">
                <a:extLst>
                  <a:ext uri="{FF2B5EF4-FFF2-40B4-BE49-F238E27FC236}">
                    <a16:creationId xmlns:a16="http://schemas.microsoft.com/office/drawing/2014/main" id="{96423477-BFA0-2825-9A2A-8F15C4A2EFC6}"/>
                  </a:ext>
                </a:extLst>
              </p:cNvPr>
              <p:cNvSpPr/>
              <p:nvPr/>
            </p:nvSpPr>
            <p:spPr>
              <a:xfrm>
                <a:off x="6212790" y="5019803"/>
                <a:ext cx="28356" cy="28397"/>
              </a:xfrm>
              <a:custGeom>
                <a:avLst/>
                <a:gdLst>
                  <a:gd name="connsiteX0" fmla="*/ 14309 w 28356"/>
                  <a:gd name="connsiteY0" fmla="*/ 28534 h 28397"/>
                  <a:gd name="connsiteX1" fmla="*/ 24335 w 28356"/>
                  <a:gd name="connsiteY1" fmla="*/ 24375 h 28397"/>
                  <a:gd name="connsiteX2" fmla="*/ 28488 w 28356"/>
                  <a:gd name="connsiteY2" fmla="*/ 14335 h 28397"/>
                  <a:gd name="connsiteX3" fmla="*/ 24335 w 28356"/>
                  <a:gd name="connsiteY3" fmla="*/ 4295 h 28397"/>
                  <a:gd name="connsiteX4" fmla="*/ 14309 w 28356"/>
                  <a:gd name="connsiteY4" fmla="*/ 136 h 28397"/>
                  <a:gd name="connsiteX5" fmla="*/ 4284 w 28356"/>
                  <a:gd name="connsiteY5" fmla="*/ 4295 h 28397"/>
                  <a:gd name="connsiteX6" fmla="*/ 131 w 28356"/>
                  <a:gd name="connsiteY6" fmla="*/ 14335 h 28397"/>
                  <a:gd name="connsiteX7" fmla="*/ 4284 w 28356"/>
                  <a:gd name="connsiteY7" fmla="*/ 24375 h 28397"/>
                  <a:gd name="connsiteX8" fmla="*/ 1430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34"/>
                    </a:moveTo>
                    <a:cubicBezTo>
                      <a:pt x="18069" y="28534"/>
                      <a:pt x="21676" y="27038"/>
                      <a:pt x="24335" y="24375"/>
                    </a:cubicBezTo>
                    <a:cubicBezTo>
                      <a:pt x="26994" y="21713"/>
                      <a:pt x="28488" y="18101"/>
                      <a:pt x="28488" y="14335"/>
                    </a:cubicBezTo>
                    <a:cubicBezTo>
                      <a:pt x="28488" y="10570"/>
                      <a:pt x="26994" y="6958"/>
                      <a:pt x="24335" y="4295"/>
                    </a:cubicBezTo>
                    <a:cubicBezTo>
                      <a:pt x="21676" y="1632"/>
                      <a:pt x="18069" y="136"/>
                      <a:pt x="14309" y="136"/>
                    </a:cubicBezTo>
                    <a:cubicBezTo>
                      <a:pt x="10549" y="136"/>
                      <a:pt x="6942" y="1632"/>
                      <a:pt x="4284" y="4295"/>
                    </a:cubicBezTo>
                    <a:cubicBezTo>
                      <a:pt x="1625" y="6958"/>
                      <a:pt x="131" y="10570"/>
                      <a:pt x="131" y="14335"/>
                    </a:cubicBezTo>
                    <a:cubicBezTo>
                      <a:pt x="131" y="18101"/>
                      <a:pt x="1625" y="21713"/>
                      <a:pt x="4284" y="24375"/>
                    </a:cubicBezTo>
                    <a:cubicBezTo>
                      <a:pt x="6942" y="27038"/>
                      <a:pt x="10549" y="28534"/>
                      <a:pt x="14309"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2" name="Freeform: Shape 1151">
                <a:extLst>
                  <a:ext uri="{FF2B5EF4-FFF2-40B4-BE49-F238E27FC236}">
                    <a16:creationId xmlns:a16="http://schemas.microsoft.com/office/drawing/2014/main" id="{F60F9582-E76D-49F3-512A-F126C9CE7968}"/>
                  </a:ext>
                </a:extLst>
              </p:cNvPr>
              <p:cNvSpPr/>
              <p:nvPr/>
            </p:nvSpPr>
            <p:spPr>
              <a:xfrm>
                <a:off x="6205029" y="4891888"/>
                <a:ext cx="28356" cy="28397"/>
              </a:xfrm>
              <a:custGeom>
                <a:avLst/>
                <a:gdLst>
                  <a:gd name="connsiteX0" fmla="*/ 14309 w 28356"/>
                  <a:gd name="connsiteY0" fmla="*/ 28524 h 28397"/>
                  <a:gd name="connsiteX1" fmla="*/ 24334 w 28356"/>
                  <a:gd name="connsiteY1" fmla="*/ 24365 h 28397"/>
                  <a:gd name="connsiteX2" fmla="*/ 28487 w 28356"/>
                  <a:gd name="connsiteY2" fmla="*/ 14325 h 28397"/>
                  <a:gd name="connsiteX3" fmla="*/ 24334 w 28356"/>
                  <a:gd name="connsiteY3" fmla="*/ 4285 h 28397"/>
                  <a:gd name="connsiteX4" fmla="*/ 14309 w 28356"/>
                  <a:gd name="connsiteY4" fmla="*/ 126 h 28397"/>
                  <a:gd name="connsiteX5" fmla="*/ 4283 w 28356"/>
                  <a:gd name="connsiteY5" fmla="*/ 4285 h 28397"/>
                  <a:gd name="connsiteX6" fmla="*/ 130 w 28356"/>
                  <a:gd name="connsiteY6" fmla="*/ 14325 h 28397"/>
                  <a:gd name="connsiteX7" fmla="*/ 4283 w 28356"/>
                  <a:gd name="connsiteY7" fmla="*/ 24365 h 28397"/>
                  <a:gd name="connsiteX8" fmla="*/ 1430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24"/>
                    </a:moveTo>
                    <a:cubicBezTo>
                      <a:pt x="18069" y="28524"/>
                      <a:pt x="21675" y="27028"/>
                      <a:pt x="24334" y="24365"/>
                    </a:cubicBezTo>
                    <a:cubicBezTo>
                      <a:pt x="26993" y="21703"/>
                      <a:pt x="28487" y="18091"/>
                      <a:pt x="28487" y="14325"/>
                    </a:cubicBezTo>
                    <a:cubicBezTo>
                      <a:pt x="28487" y="10559"/>
                      <a:pt x="26993" y="6948"/>
                      <a:pt x="24334" y="4285"/>
                    </a:cubicBezTo>
                    <a:cubicBezTo>
                      <a:pt x="21675" y="1622"/>
                      <a:pt x="18069" y="126"/>
                      <a:pt x="14309" y="126"/>
                    </a:cubicBezTo>
                    <a:cubicBezTo>
                      <a:pt x="10548" y="126"/>
                      <a:pt x="6942" y="1622"/>
                      <a:pt x="4283" y="4285"/>
                    </a:cubicBezTo>
                    <a:cubicBezTo>
                      <a:pt x="1624" y="6948"/>
                      <a:pt x="130" y="10559"/>
                      <a:pt x="130" y="14325"/>
                    </a:cubicBezTo>
                    <a:cubicBezTo>
                      <a:pt x="130" y="18091"/>
                      <a:pt x="1624" y="21703"/>
                      <a:pt x="4283" y="24365"/>
                    </a:cubicBezTo>
                    <a:cubicBezTo>
                      <a:pt x="6942" y="27028"/>
                      <a:pt x="10548" y="28524"/>
                      <a:pt x="14309"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3" name="Freeform: Shape 1152">
                <a:extLst>
                  <a:ext uri="{FF2B5EF4-FFF2-40B4-BE49-F238E27FC236}">
                    <a16:creationId xmlns:a16="http://schemas.microsoft.com/office/drawing/2014/main" id="{AFD89331-20DD-C8E2-80FF-A33E7F5E43DB}"/>
                  </a:ext>
                </a:extLst>
              </p:cNvPr>
              <p:cNvSpPr/>
              <p:nvPr/>
            </p:nvSpPr>
            <p:spPr>
              <a:xfrm>
                <a:off x="6197268" y="5013148"/>
                <a:ext cx="28356" cy="28397"/>
              </a:xfrm>
              <a:custGeom>
                <a:avLst/>
                <a:gdLst>
                  <a:gd name="connsiteX0" fmla="*/ 14308 w 28356"/>
                  <a:gd name="connsiteY0" fmla="*/ 28534 h 28397"/>
                  <a:gd name="connsiteX1" fmla="*/ 24334 w 28356"/>
                  <a:gd name="connsiteY1" fmla="*/ 24375 h 28397"/>
                  <a:gd name="connsiteX2" fmla="*/ 28486 w 28356"/>
                  <a:gd name="connsiteY2" fmla="*/ 14335 h 28397"/>
                  <a:gd name="connsiteX3" fmla="*/ 24334 w 28356"/>
                  <a:gd name="connsiteY3" fmla="*/ 4294 h 28397"/>
                  <a:gd name="connsiteX4" fmla="*/ 14308 w 28356"/>
                  <a:gd name="connsiteY4" fmla="*/ 136 h 28397"/>
                  <a:gd name="connsiteX5" fmla="*/ 4282 w 28356"/>
                  <a:gd name="connsiteY5" fmla="*/ 4294 h 28397"/>
                  <a:gd name="connsiteX6" fmla="*/ 130 w 28356"/>
                  <a:gd name="connsiteY6" fmla="*/ 14335 h 28397"/>
                  <a:gd name="connsiteX7" fmla="*/ 4282 w 28356"/>
                  <a:gd name="connsiteY7" fmla="*/ 24375 h 28397"/>
                  <a:gd name="connsiteX8" fmla="*/ 14308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8" y="28534"/>
                    </a:moveTo>
                    <a:cubicBezTo>
                      <a:pt x="18068" y="28534"/>
                      <a:pt x="21675" y="27038"/>
                      <a:pt x="24334" y="24375"/>
                    </a:cubicBezTo>
                    <a:cubicBezTo>
                      <a:pt x="26992" y="21712"/>
                      <a:pt x="28486" y="18100"/>
                      <a:pt x="28486" y="14335"/>
                    </a:cubicBezTo>
                    <a:cubicBezTo>
                      <a:pt x="28486" y="10569"/>
                      <a:pt x="26992" y="6957"/>
                      <a:pt x="24334" y="4294"/>
                    </a:cubicBezTo>
                    <a:cubicBezTo>
                      <a:pt x="21675" y="1632"/>
                      <a:pt x="18068" y="136"/>
                      <a:pt x="14308" y="136"/>
                    </a:cubicBezTo>
                    <a:cubicBezTo>
                      <a:pt x="10548" y="136"/>
                      <a:pt x="6941" y="1632"/>
                      <a:pt x="4282" y="4294"/>
                    </a:cubicBezTo>
                    <a:cubicBezTo>
                      <a:pt x="1624" y="6957"/>
                      <a:pt x="130" y="10569"/>
                      <a:pt x="130" y="14335"/>
                    </a:cubicBezTo>
                    <a:cubicBezTo>
                      <a:pt x="130" y="18100"/>
                      <a:pt x="1624" y="21712"/>
                      <a:pt x="4282" y="24375"/>
                    </a:cubicBezTo>
                    <a:cubicBezTo>
                      <a:pt x="6941" y="27038"/>
                      <a:pt x="10548" y="28534"/>
                      <a:pt x="14308"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4" name="Freeform: Shape 1153">
                <a:extLst>
                  <a:ext uri="{FF2B5EF4-FFF2-40B4-BE49-F238E27FC236}">
                    <a16:creationId xmlns:a16="http://schemas.microsoft.com/office/drawing/2014/main" id="{ADF7E25D-E948-6D1F-DB3C-FE3CE90581BA}"/>
                  </a:ext>
                </a:extLst>
              </p:cNvPr>
              <p:cNvSpPr/>
              <p:nvPr/>
            </p:nvSpPr>
            <p:spPr>
              <a:xfrm>
                <a:off x="6189520" y="4851769"/>
                <a:ext cx="28356" cy="28397"/>
              </a:xfrm>
              <a:custGeom>
                <a:avLst/>
                <a:gdLst>
                  <a:gd name="connsiteX0" fmla="*/ 14307 w 28356"/>
                  <a:gd name="connsiteY0" fmla="*/ 28521 h 28397"/>
                  <a:gd name="connsiteX1" fmla="*/ 24333 w 28356"/>
                  <a:gd name="connsiteY1" fmla="*/ 24362 h 28397"/>
                  <a:gd name="connsiteX2" fmla="*/ 28486 w 28356"/>
                  <a:gd name="connsiteY2" fmla="*/ 14322 h 28397"/>
                  <a:gd name="connsiteX3" fmla="*/ 24333 w 28356"/>
                  <a:gd name="connsiteY3" fmla="*/ 4282 h 28397"/>
                  <a:gd name="connsiteX4" fmla="*/ 14307 w 28356"/>
                  <a:gd name="connsiteY4" fmla="*/ 123 h 28397"/>
                  <a:gd name="connsiteX5" fmla="*/ 4282 w 28356"/>
                  <a:gd name="connsiteY5" fmla="*/ 4282 h 28397"/>
                  <a:gd name="connsiteX6" fmla="*/ 129 w 28356"/>
                  <a:gd name="connsiteY6" fmla="*/ 14322 h 28397"/>
                  <a:gd name="connsiteX7" fmla="*/ 4282 w 28356"/>
                  <a:gd name="connsiteY7" fmla="*/ 24362 h 28397"/>
                  <a:gd name="connsiteX8" fmla="*/ 14307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21"/>
                    </a:moveTo>
                    <a:cubicBezTo>
                      <a:pt x="18068" y="28521"/>
                      <a:pt x="21674" y="27025"/>
                      <a:pt x="24333" y="24362"/>
                    </a:cubicBezTo>
                    <a:cubicBezTo>
                      <a:pt x="26992" y="21699"/>
                      <a:pt x="28486" y="18088"/>
                      <a:pt x="28486" y="14322"/>
                    </a:cubicBezTo>
                    <a:cubicBezTo>
                      <a:pt x="28486" y="10556"/>
                      <a:pt x="26992" y="6944"/>
                      <a:pt x="24333" y="4282"/>
                    </a:cubicBezTo>
                    <a:cubicBezTo>
                      <a:pt x="21674" y="1619"/>
                      <a:pt x="18068" y="123"/>
                      <a:pt x="14307" y="123"/>
                    </a:cubicBezTo>
                    <a:cubicBezTo>
                      <a:pt x="10547" y="123"/>
                      <a:pt x="6941" y="1619"/>
                      <a:pt x="4282" y="4282"/>
                    </a:cubicBezTo>
                    <a:cubicBezTo>
                      <a:pt x="1623" y="6944"/>
                      <a:pt x="129" y="10556"/>
                      <a:pt x="129" y="14322"/>
                    </a:cubicBezTo>
                    <a:cubicBezTo>
                      <a:pt x="129" y="18088"/>
                      <a:pt x="1623" y="21699"/>
                      <a:pt x="4282" y="24362"/>
                    </a:cubicBezTo>
                    <a:cubicBezTo>
                      <a:pt x="6941" y="27025"/>
                      <a:pt x="10547" y="28521"/>
                      <a:pt x="14307"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5" name="Freeform: Shape 1154">
                <a:extLst>
                  <a:ext uri="{FF2B5EF4-FFF2-40B4-BE49-F238E27FC236}">
                    <a16:creationId xmlns:a16="http://schemas.microsoft.com/office/drawing/2014/main" id="{31CC9290-2648-4B1A-73FB-7F9F297538D3}"/>
                  </a:ext>
                </a:extLst>
              </p:cNvPr>
              <p:cNvSpPr/>
              <p:nvPr/>
            </p:nvSpPr>
            <p:spPr>
              <a:xfrm>
                <a:off x="6181759" y="5016615"/>
                <a:ext cx="28356" cy="28397"/>
              </a:xfrm>
              <a:custGeom>
                <a:avLst/>
                <a:gdLst>
                  <a:gd name="connsiteX0" fmla="*/ 14307 w 28356"/>
                  <a:gd name="connsiteY0" fmla="*/ 28534 h 28397"/>
                  <a:gd name="connsiteX1" fmla="*/ 24332 w 28356"/>
                  <a:gd name="connsiteY1" fmla="*/ 24375 h 28397"/>
                  <a:gd name="connsiteX2" fmla="*/ 28485 w 28356"/>
                  <a:gd name="connsiteY2" fmla="*/ 14335 h 28397"/>
                  <a:gd name="connsiteX3" fmla="*/ 24332 w 28356"/>
                  <a:gd name="connsiteY3" fmla="*/ 4295 h 28397"/>
                  <a:gd name="connsiteX4" fmla="*/ 14307 w 28356"/>
                  <a:gd name="connsiteY4" fmla="*/ 136 h 28397"/>
                  <a:gd name="connsiteX5" fmla="*/ 4281 w 28356"/>
                  <a:gd name="connsiteY5" fmla="*/ 4295 h 28397"/>
                  <a:gd name="connsiteX6" fmla="*/ 128 w 28356"/>
                  <a:gd name="connsiteY6" fmla="*/ 14335 h 28397"/>
                  <a:gd name="connsiteX7" fmla="*/ 4281 w 28356"/>
                  <a:gd name="connsiteY7" fmla="*/ 24375 h 28397"/>
                  <a:gd name="connsiteX8" fmla="*/ 1430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34"/>
                    </a:moveTo>
                    <a:cubicBezTo>
                      <a:pt x="18067" y="28534"/>
                      <a:pt x="21674" y="27038"/>
                      <a:pt x="24332" y="24375"/>
                    </a:cubicBezTo>
                    <a:cubicBezTo>
                      <a:pt x="26991" y="21712"/>
                      <a:pt x="28485" y="18101"/>
                      <a:pt x="28485" y="14335"/>
                    </a:cubicBezTo>
                    <a:cubicBezTo>
                      <a:pt x="28485" y="10569"/>
                      <a:pt x="26991" y="6957"/>
                      <a:pt x="24332" y="4295"/>
                    </a:cubicBezTo>
                    <a:cubicBezTo>
                      <a:pt x="21674" y="1632"/>
                      <a:pt x="18067" y="136"/>
                      <a:pt x="14307" y="136"/>
                    </a:cubicBezTo>
                    <a:cubicBezTo>
                      <a:pt x="10547" y="136"/>
                      <a:pt x="6940" y="1632"/>
                      <a:pt x="4281" y="4295"/>
                    </a:cubicBezTo>
                    <a:cubicBezTo>
                      <a:pt x="1622" y="6957"/>
                      <a:pt x="128" y="10569"/>
                      <a:pt x="128" y="14335"/>
                    </a:cubicBezTo>
                    <a:cubicBezTo>
                      <a:pt x="128" y="18101"/>
                      <a:pt x="1622" y="21712"/>
                      <a:pt x="4281" y="24375"/>
                    </a:cubicBezTo>
                    <a:cubicBezTo>
                      <a:pt x="6940" y="27038"/>
                      <a:pt x="10547" y="28534"/>
                      <a:pt x="14307"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6" name="Freeform: Shape 1155">
                <a:extLst>
                  <a:ext uri="{FF2B5EF4-FFF2-40B4-BE49-F238E27FC236}">
                    <a16:creationId xmlns:a16="http://schemas.microsoft.com/office/drawing/2014/main" id="{CDE78C46-CF5A-24A5-E30A-3083F4DE3FF5}"/>
                  </a:ext>
                </a:extLst>
              </p:cNvPr>
              <p:cNvSpPr/>
              <p:nvPr/>
            </p:nvSpPr>
            <p:spPr>
              <a:xfrm>
                <a:off x="6173998" y="5019434"/>
                <a:ext cx="28356" cy="28397"/>
              </a:xfrm>
              <a:custGeom>
                <a:avLst/>
                <a:gdLst>
                  <a:gd name="connsiteX0" fmla="*/ 14306 w 28356"/>
                  <a:gd name="connsiteY0" fmla="*/ 28534 h 28397"/>
                  <a:gd name="connsiteX1" fmla="*/ 24332 w 28356"/>
                  <a:gd name="connsiteY1" fmla="*/ 24375 h 28397"/>
                  <a:gd name="connsiteX2" fmla="*/ 28485 w 28356"/>
                  <a:gd name="connsiteY2" fmla="*/ 14335 h 28397"/>
                  <a:gd name="connsiteX3" fmla="*/ 24332 w 28356"/>
                  <a:gd name="connsiteY3" fmla="*/ 4295 h 28397"/>
                  <a:gd name="connsiteX4" fmla="*/ 14306 w 28356"/>
                  <a:gd name="connsiteY4" fmla="*/ 136 h 28397"/>
                  <a:gd name="connsiteX5" fmla="*/ 4281 w 28356"/>
                  <a:gd name="connsiteY5" fmla="*/ 4295 h 28397"/>
                  <a:gd name="connsiteX6" fmla="*/ 128 w 28356"/>
                  <a:gd name="connsiteY6" fmla="*/ 14335 h 28397"/>
                  <a:gd name="connsiteX7" fmla="*/ 4281 w 28356"/>
                  <a:gd name="connsiteY7" fmla="*/ 24375 h 28397"/>
                  <a:gd name="connsiteX8" fmla="*/ 1430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34"/>
                    </a:moveTo>
                    <a:cubicBezTo>
                      <a:pt x="18066" y="28534"/>
                      <a:pt x="21673" y="27038"/>
                      <a:pt x="24332" y="24375"/>
                    </a:cubicBezTo>
                    <a:cubicBezTo>
                      <a:pt x="26991" y="21713"/>
                      <a:pt x="28485" y="18101"/>
                      <a:pt x="28485" y="14335"/>
                    </a:cubicBezTo>
                    <a:cubicBezTo>
                      <a:pt x="28485" y="10569"/>
                      <a:pt x="26991" y="6958"/>
                      <a:pt x="24332" y="4295"/>
                    </a:cubicBezTo>
                    <a:cubicBezTo>
                      <a:pt x="21673" y="1632"/>
                      <a:pt x="18066" y="136"/>
                      <a:pt x="14306" y="136"/>
                    </a:cubicBezTo>
                    <a:cubicBezTo>
                      <a:pt x="10546" y="136"/>
                      <a:pt x="6939" y="1632"/>
                      <a:pt x="4281" y="4295"/>
                    </a:cubicBezTo>
                    <a:cubicBezTo>
                      <a:pt x="1622" y="6958"/>
                      <a:pt x="128" y="10569"/>
                      <a:pt x="128" y="14335"/>
                    </a:cubicBezTo>
                    <a:cubicBezTo>
                      <a:pt x="128" y="18101"/>
                      <a:pt x="1622" y="21713"/>
                      <a:pt x="4281" y="24375"/>
                    </a:cubicBezTo>
                    <a:cubicBezTo>
                      <a:pt x="6939" y="27038"/>
                      <a:pt x="10546" y="28534"/>
                      <a:pt x="14306"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7" name="Freeform: Shape 1156">
                <a:extLst>
                  <a:ext uri="{FF2B5EF4-FFF2-40B4-BE49-F238E27FC236}">
                    <a16:creationId xmlns:a16="http://schemas.microsoft.com/office/drawing/2014/main" id="{5CAB37E7-8301-6DCC-FEA3-83D2839083A8}"/>
                  </a:ext>
                </a:extLst>
              </p:cNvPr>
              <p:cNvSpPr/>
              <p:nvPr/>
            </p:nvSpPr>
            <p:spPr>
              <a:xfrm>
                <a:off x="6166237" y="5020958"/>
                <a:ext cx="28356" cy="28397"/>
              </a:xfrm>
              <a:custGeom>
                <a:avLst/>
                <a:gdLst>
                  <a:gd name="connsiteX0" fmla="*/ 14306 w 28356"/>
                  <a:gd name="connsiteY0" fmla="*/ 28534 h 28397"/>
                  <a:gd name="connsiteX1" fmla="*/ 24331 w 28356"/>
                  <a:gd name="connsiteY1" fmla="*/ 24375 h 28397"/>
                  <a:gd name="connsiteX2" fmla="*/ 28484 w 28356"/>
                  <a:gd name="connsiteY2" fmla="*/ 14335 h 28397"/>
                  <a:gd name="connsiteX3" fmla="*/ 24331 w 28356"/>
                  <a:gd name="connsiteY3" fmla="*/ 4295 h 28397"/>
                  <a:gd name="connsiteX4" fmla="*/ 14306 w 28356"/>
                  <a:gd name="connsiteY4" fmla="*/ 136 h 28397"/>
                  <a:gd name="connsiteX5" fmla="*/ 4280 w 28356"/>
                  <a:gd name="connsiteY5" fmla="*/ 4295 h 28397"/>
                  <a:gd name="connsiteX6" fmla="*/ 127 w 28356"/>
                  <a:gd name="connsiteY6" fmla="*/ 14335 h 28397"/>
                  <a:gd name="connsiteX7" fmla="*/ 4280 w 28356"/>
                  <a:gd name="connsiteY7" fmla="*/ 24375 h 28397"/>
                  <a:gd name="connsiteX8" fmla="*/ 1430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34"/>
                    </a:moveTo>
                    <a:cubicBezTo>
                      <a:pt x="18066" y="28534"/>
                      <a:pt x="21672" y="27038"/>
                      <a:pt x="24331" y="24375"/>
                    </a:cubicBezTo>
                    <a:cubicBezTo>
                      <a:pt x="26990" y="21713"/>
                      <a:pt x="28484" y="18101"/>
                      <a:pt x="28484" y="14335"/>
                    </a:cubicBezTo>
                    <a:cubicBezTo>
                      <a:pt x="28484" y="10570"/>
                      <a:pt x="26990" y="6958"/>
                      <a:pt x="24331" y="4295"/>
                    </a:cubicBezTo>
                    <a:cubicBezTo>
                      <a:pt x="21672" y="1632"/>
                      <a:pt x="18066" y="136"/>
                      <a:pt x="14306" y="136"/>
                    </a:cubicBezTo>
                    <a:cubicBezTo>
                      <a:pt x="10545" y="136"/>
                      <a:pt x="6939" y="1632"/>
                      <a:pt x="4280" y="4295"/>
                    </a:cubicBezTo>
                    <a:cubicBezTo>
                      <a:pt x="1621" y="6958"/>
                      <a:pt x="127" y="10570"/>
                      <a:pt x="127" y="14335"/>
                    </a:cubicBezTo>
                    <a:cubicBezTo>
                      <a:pt x="127" y="18101"/>
                      <a:pt x="1621" y="21713"/>
                      <a:pt x="4280" y="24375"/>
                    </a:cubicBezTo>
                    <a:cubicBezTo>
                      <a:pt x="6939" y="27038"/>
                      <a:pt x="10545" y="28534"/>
                      <a:pt x="14306"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8" name="Freeform: Shape 1157">
                <a:extLst>
                  <a:ext uri="{FF2B5EF4-FFF2-40B4-BE49-F238E27FC236}">
                    <a16:creationId xmlns:a16="http://schemas.microsoft.com/office/drawing/2014/main" id="{84919E01-2105-5224-56A5-DD1C5D70A984}"/>
                  </a:ext>
                </a:extLst>
              </p:cNvPr>
              <p:cNvSpPr/>
              <p:nvPr/>
            </p:nvSpPr>
            <p:spPr>
              <a:xfrm>
                <a:off x="6158488" y="4846727"/>
                <a:ext cx="28356" cy="28397"/>
              </a:xfrm>
              <a:custGeom>
                <a:avLst/>
                <a:gdLst>
                  <a:gd name="connsiteX0" fmla="*/ 14305 w 28356"/>
                  <a:gd name="connsiteY0" fmla="*/ 28521 h 28397"/>
                  <a:gd name="connsiteX1" fmla="*/ 24331 w 28356"/>
                  <a:gd name="connsiteY1" fmla="*/ 24362 h 28397"/>
                  <a:gd name="connsiteX2" fmla="*/ 28483 w 28356"/>
                  <a:gd name="connsiteY2" fmla="*/ 14322 h 28397"/>
                  <a:gd name="connsiteX3" fmla="*/ 24331 w 28356"/>
                  <a:gd name="connsiteY3" fmla="*/ 4281 h 28397"/>
                  <a:gd name="connsiteX4" fmla="*/ 14305 w 28356"/>
                  <a:gd name="connsiteY4" fmla="*/ 123 h 28397"/>
                  <a:gd name="connsiteX5" fmla="*/ 4279 w 28356"/>
                  <a:gd name="connsiteY5" fmla="*/ 4281 h 28397"/>
                  <a:gd name="connsiteX6" fmla="*/ 127 w 28356"/>
                  <a:gd name="connsiteY6" fmla="*/ 14322 h 28397"/>
                  <a:gd name="connsiteX7" fmla="*/ 4279 w 28356"/>
                  <a:gd name="connsiteY7" fmla="*/ 24362 h 28397"/>
                  <a:gd name="connsiteX8" fmla="*/ 14305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5" y="28521"/>
                    </a:moveTo>
                    <a:cubicBezTo>
                      <a:pt x="18065" y="28521"/>
                      <a:pt x="21672" y="27024"/>
                      <a:pt x="24331" y="24362"/>
                    </a:cubicBezTo>
                    <a:cubicBezTo>
                      <a:pt x="26989" y="21699"/>
                      <a:pt x="28483" y="18087"/>
                      <a:pt x="28483" y="14322"/>
                    </a:cubicBezTo>
                    <a:cubicBezTo>
                      <a:pt x="28483" y="10556"/>
                      <a:pt x="26989" y="6944"/>
                      <a:pt x="24331" y="4281"/>
                    </a:cubicBezTo>
                    <a:cubicBezTo>
                      <a:pt x="21672" y="1619"/>
                      <a:pt x="18065" y="123"/>
                      <a:pt x="14305" y="123"/>
                    </a:cubicBezTo>
                    <a:cubicBezTo>
                      <a:pt x="10545" y="123"/>
                      <a:pt x="6938" y="1619"/>
                      <a:pt x="4279" y="4281"/>
                    </a:cubicBezTo>
                    <a:cubicBezTo>
                      <a:pt x="1621" y="6944"/>
                      <a:pt x="127" y="10556"/>
                      <a:pt x="127" y="14322"/>
                    </a:cubicBezTo>
                    <a:cubicBezTo>
                      <a:pt x="127" y="18087"/>
                      <a:pt x="1621" y="21699"/>
                      <a:pt x="4279" y="24362"/>
                    </a:cubicBezTo>
                    <a:cubicBezTo>
                      <a:pt x="6938" y="27024"/>
                      <a:pt x="10545" y="28521"/>
                      <a:pt x="14305"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59" name="Freeform: Shape 1158">
                <a:extLst>
                  <a:ext uri="{FF2B5EF4-FFF2-40B4-BE49-F238E27FC236}">
                    <a16:creationId xmlns:a16="http://schemas.microsoft.com/office/drawing/2014/main" id="{DECEDD7E-EA6A-D6AE-7477-8A607D43C2BE}"/>
                  </a:ext>
                </a:extLst>
              </p:cNvPr>
              <p:cNvSpPr/>
              <p:nvPr/>
            </p:nvSpPr>
            <p:spPr>
              <a:xfrm>
                <a:off x="6150727" y="5015573"/>
                <a:ext cx="28356" cy="28397"/>
              </a:xfrm>
              <a:custGeom>
                <a:avLst/>
                <a:gdLst>
                  <a:gd name="connsiteX0" fmla="*/ 14304 w 28356"/>
                  <a:gd name="connsiteY0" fmla="*/ 28534 h 28397"/>
                  <a:gd name="connsiteX1" fmla="*/ 24330 w 28356"/>
                  <a:gd name="connsiteY1" fmla="*/ 24375 h 28397"/>
                  <a:gd name="connsiteX2" fmla="*/ 28483 w 28356"/>
                  <a:gd name="connsiteY2" fmla="*/ 14335 h 28397"/>
                  <a:gd name="connsiteX3" fmla="*/ 24330 w 28356"/>
                  <a:gd name="connsiteY3" fmla="*/ 4295 h 28397"/>
                  <a:gd name="connsiteX4" fmla="*/ 14304 w 28356"/>
                  <a:gd name="connsiteY4" fmla="*/ 136 h 28397"/>
                  <a:gd name="connsiteX5" fmla="*/ 4279 w 28356"/>
                  <a:gd name="connsiteY5" fmla="*/ 4295 h 28397"/>
                  <a:gd name="connsiteX6" fmla="*/ 126 w 28356"/>
                  <a:gd name="connsiteY6" fmla="*/ 14335 h 28397"/>
                  <a:gd name="connsiteX7" fmla="*/ 4279 w 28356"/>
                  <a:gd name="connsiteY7" fmla="*/ 24375 h 28397"/>
                  <a:gd name="connsiteX8" fmla="*/ 1430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34"/>
                    </a:moveTo>
                    <a:cubicBezTo>
                      <a:pt x="18065" y="28534"/>
                      <a:pt x="21671" y="27038"/>
                      <a:pt x="24330" y="24375"/>
                    </a:cubicBezTo>
                    <a:cubicBezTo>
                      <a:pt x="26989" y="21712"/>
                      <a:pt x="28483" y="18100"/>
                      <a:pt x="28483" y="14335"/>
                    </a:cubicBezTo>
                    <a:cubicBezTo>
                      <a:pt x="28483" y="10569"/>
                      <a:pt x="26989" y="6957"/>
                      <a:pt x="24330" y="4295"/>
                    </a:cubicBezTo>
                    <a:cubicBezTo>
                      <a:pt x="21671" y="1632"/>
                      <a:pt x="18065" y="136"/>
                      <a:pt x="14304" y="136"/>
                    </a:cubicBezTo>
                    <a:cubicBezTo>
                      <a:pt x="10544" y="136"/>
                      <a:pt x="6938" y="1632"/>
                      <a:pt x="4279" y="4295"/>
                    </a:cubicBezTo>
                    <a:cubicBezTo>
                      <a:pt x="1620" y="6957"/>
                      <a:pt x="126" y="10569"/>
                      <a:pt x="126" y="14335"/>
                    </a:cubicBezTo>
                    <a:cubicBezTo>
                      <a:pt x="126" y="18100"/>
                      <a:pt x="1620" y="21712"/>
                      <a:pt x="4279" y="24375"/>
                    </a:cubicBezTo>
                    <a:cubicBezTo>
                      <a:pt x="6938" y="27038"/>
                      <a:pt x="10544" y="28534"/>
                      <a:pt x="14304"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0" name="Freeform: Shape 1159">
                <a:extLst>
                  <a:ext uri="{FF2B5EF4-FFF2-40B4-BE49-F238E27FC236}">
                    <a16:creationId xmlns:a16="http://schemas.microsoft.com/office/drawing/2014/main" id="{A6F2A962-CEAE-5D06-ABF3-E35B358EBF01}"/>
                  </a:ext>
                </a:extLst>
              </p:cNvPr>
              <p:cNvSpPr/>
              <p:nvPr/>
            </p:nvSpPr>
            <p:spPr>
              <a:xfrm>
                <a:off x="6142966" y="4855147"/>
                <a:ext cx="28356" cy="28397"/>
              </a:xfrm>
              <a:custGeom>
                <a:avLst/>
                <a:gdLst>
                  <a:gd name="connsiteX0" fmla="*/ 14304 w 28356"/>
                  <a:gd name="connsiteY0" fmla="*/ 28521 h 28397"/>
                  <a:gd name="connsiteX1" fmla="*/ 24329 w 28356"/>
                  <a:gd name="connsiteY1" fmla="*/ 24362 h 28397"/>
                  <a:gd name="connsiteX2" fmla="*/ 28482 w 28356"/>
                  <a:gd name="connsiteY2" fmla="*/ 14322 h 28397"/>
                  <a:gd name="connsiteX3" fmla="*/ 24329 w 28356"/>
                  <a:gd name="connsiteY3" fmla="*/ 4282 h 28397"/>
                  <a:gd name="connsiteX4" fmla="*/ 14304 w 28356"/>
                  <a:gd name="connsiteY4" fmla="*/ 123 h 28397"/>
                  <a:gd name="connsiteX5" fmla="*/ 4278 w 28356"/>
                  <a:gd name="connsiteY5" fmla="*/ 4282 h 28397"/>
                  <a:gd name="connsiteX6" fmla="*/ 125 w 28356"/>
                  <a:gd name="connsiteY6" fmla="*/ 14322 h 28397"/>
                  <a:gd name="connsiteX7" fmla="*/ 4278 w 28356"/>
                  <a:gd name="connsiteY7" fmla="*/ 24362 h 28397"/>
                  <a:gd name="connsiteX8" fmla="*/ 14304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1"/>
                    </a:moveTo>
                    <a:cubicBezTo>
                      <a:pt x="18064" y="28521"/>
                      <a:pt x="21671" y="27025"/>
                      <a:pt x="24329" y="24362"/>
                    </a:cubicBezTo>
                    <a:cubicBezTo>
                      <a:pt x="26988" y="21700"/>
                      <a:pt x="28482" y="18088"/>
                      <a:pt x="28482" y="14322"/>
                    </a:cubicBezTo>
                    <a:cubicBezTo>
                      <a:pt x="28482" y="10557"/>
                      <a:pt x="26988" y="6945"/>
                      <a:pt x="24329" y="4282"/>
                    </a:cubicBezTo>
                    <a:cubicBezTo>
                      <a:pt x="21671" y="1619"/>
                      <a:pt x="18064" y="123"/>
                      <a:pt x="14304" y="123"/>
                    </a:cubicBezTo>
                    <a:cubicBezTo>
                      <a:pt x="10544" y="123"/>
                      <a:pt x="6937" y="1619"/>
                      <a:pt x="4278" y="4282"/>
                    </a:cubicBezTo>
                    <a:cubicBezTo>
                      <a:pt x="1619" y="6945"/>
                      <a:pt x="125" y="10557"/>
                      <a:pt x="125" y="14322"/>
                    </a:cubicBezTo>
                    <a:cubicBezTo>
                      <a:pt x="125" y="18088"/>
                      <a:pt x="1619" y="21700"/>
                      <a:pt x="4278" y="24362"/>
                    </a:cubicBezTo>
                    <a:cubicBezTo>
                      <a:pt x="6937" y="27025"/>
                      <a:pt x="10544" y="28521"/>
                      <a:pt x="14304"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1" name="Freeform: Shape 1160">
                <a:extLst>
                  <a:ext uri="{FF2B5EF4-FFF2-40B4-BE49-F238E27FC236}">
                    <a16:creationId xmlns:a16="http://schemas.microsoft.com/office/drawing/2014/main" id="{55C9CEAC-3A73-6220-A9D3-EFA5203468C1}"/>
                  </a:ext>
                </a:extLst>
              </p:cNvPr>
              <p:cNvSpPr/>
              <p:nvPr/>
            </p:nvSpPr>
            <p:spPr>
              <a:xfrm>
                <a:off x="6135205" y="4931804"/>
                <a:ext cx="28356" cy="28397"/>
              </a:xfrm>
              <a:custGeom>
                <a:avLst/>
                <a:gdLst>
                  <a:gd name="connsiteX0" fmla="*/ 14303 w 28356"/>
                  <a:gd name="connsiteY0" fmla="*/ 28527 h 28397"/>
                  <a:gd name="connsiteX1" fmla="*/ 24329 w 28356"/>
                  <a:gd name="connsiteY1" fmla="*/ 24368 h 28397"/>
                  <a:gd name="connsiteX2" fmla="*/ 28481 w 28356"/>
                  <a:gd name="connsiteY2" fmla="*/ 14328 h 28397"/>
                  <a:gd name="connsiteX3" fmla="*/ 24329 w 28356"/>
                  <a:gd name="connsiteY3" fmla="*/ 4288 h 28397"/>
                  <a:gd name="connsiteX4" fmla="*/ 14303 w 28356"/>
                  <a:gd name="connsiteY4" fmla="*/ 129 h 28397"/>
                  <a:gd name="connsiteX5" fmla="*/ 4277 w 28356"/>
                  <a:gd name="connsiteY5" fmla="*/ 4288 h 28397"/>
                  <a:gd name="connsiteX6" fmla="*/ 125 w 28356"/>
                  <a:gd name="connsiteY6" fmla="*/ 14328 h 28397"/>
                  <a:gd name="connsiteX7" fmla="*/ 4277 w 28356"/>
                  <a:gd name="connsiteY7" fmla="*/ 24368 h 28397"/>
                  <a:gd name="connsiteX8" fmla="*/ 14303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527"/>
                    </a:moveTo>
                    <a:cubicBezTo>
                      <a:pt x="18063" y="28527"/>
                      <a:pt x="21670" y="27031"/>
                      <a:pt x="24329" y="24368"/>
                    </a:cubicBezTo>
                    <a:cubicBezTo>
                      <a:pt x="26988" y="21706"/>
                      <a:pt x="28481" y="18094"/>
                      <a:pt x="28481" y="14328"/>
                    </a:cubicBezTo>
                    <a:cubicBezTo>
                      <a:pt x="28481" y="10563"/>
                      <a:pt x="26988" y="6951"/>
                      <a:pt x="24329" y="4288"/>
                    </a:cubicBezTo>
                    <a:cubicBezTo>
                      <a:pt x="21670" y="1625"/>
                      <a:pt x="18063" y="129"/>
                      <a:pt x="14303" y="129"/>
                    </a:cubicBezTo>
                    <a:cubicBezTo>
                      <a:pt x="10543" y="129"/>
                      <a:pt x="6936" y="1625"/>
                      <a:pt x="4277" y="4288"/>
                    </a:cubicBezTo>
                    <a:cubicBezTo>
                      <a:pt x="1619" y="6951"/>
                      <a:pt x="125" y="10563"/>
                      <a:pt x="125" y="14328"/>
                    </a:cubicBezTo>
                    <a:cubicBezTo>
                      <a:pt x="125" y="18094"/>
                      <a:pt x="1619" y="21706"/>
                      <a:pt x="4277" y="24368"/>
                    </a:cubicBezTo>
                    <a:cubicBezTo>
                      <a:pt x="6936" y="27031"/>
                      <a:pt x="10543" y="28527"/>
                      <a:pt x="14303" y="2852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2" name="Freeform: Shape 1161">
                <a:extLst>
                  <a:ext uri="{FF2B5EF4-FFF2-40B4-BE49-F238E27FC236}">
                    <a16:creationId xmlns:a16="http://schemas.microsoft.com/office/drawing/2014/main" id="{2E0D0D5D-C467-5B6E-A616-265692C39BFB}"/>
                  </a:ext>
                </a:extLst>
              </p:cNvPr>
              <p:cNvSpPr/>
              <p:nvPr/>
            </p:nvSpPr>
            <p:spPr>
              <a:xfrm>
                <a:off x="6127444" y="4961421"/>
                <a:ext cx="28356" cy="28397"/>
              </a:xfrm>
              <a:custGeom>
                <a:avLst/>
                <a:gdLst>
                  <a:gd name="connsiteX0" fmla="*/ 14303 w 28356"/>
                  <a:gd name="connsiteY0" fmla="*/ 28530 h 28397"/>
                  <a:gd name="connsiteX1" fmla="*/ 24328 w 28356"/>
                  <a:gd name="connsiteY1" fmla="*/ 24371 h 28397"/>
                  <a:gd name="connsiteX2" fmla="*/ 28481 w 28356"/>
                  <a:gd name="connsiteY2" fmla="*/ 14331 h 28397"/>
                  <a:gd name="connsiteX3" fmla="*/ 24328 w 28356"/>
                  <a:gd name="connsiteY3" fmla="*/ 4290 h 28397"/>
                  <a:gd name="connsiteX4" fmla="*/ 14303 w 28356"/>
                  <a:gd name="connsiteY4" fmla="*/ 132 h 28397"/>
                  <a:gd name="connsiteX5" fmla="*/ 4277 w 28356"/>
                  <a:gd name="connsiteY5" fmla="*/ 4290 h 28397"/>
                  <a:gd name="connsiteX6" fmla="*/ 124 w 28356"/>
                  <a:gd name="connsiteY6" fmla="*/ 14331 h 28397"/>
                  <a:gd name="connsiteX7" fmla="*/ 4277 w 28356"/>
                  <a:gd name="connsiteY7" fmla="*/ 24371 h 28397"/>
                  <a:gd name="connsiteX8" fmla="*/ 14303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530"/>
                    </a:moveTo>
                    <a:cubicBezTo>
                      <a:pt x="18063" y="28530"/>
                      <a:pt x="21669" y="27033"/>
                      <a:pt x="24328" y="24371"/>
                    </a:cubicBezTo>
                    <a:cubicBezTo>
                      <a:pt x="26987" y="21708"/>
                      <a:pt x="28481" y="18096"/>
                      <a:pt x="28481" y="14331"/>
                    </a:cubicBezTo>
                    <a:cubicBezTo>
                      <a:pt x="28481" y="10565"/>
                      <a:pt x="26987" y="6953"/>
                      <a:pt x="24328" y="4290"/>
                    </a:cubicBezTo>
                    <a:cubicBezTo>
                      <a:pt x="21669" y="1628"/>
                      <a:pt x="18063" y="132"/>
                      <a:pt x="14303" y="132"/>
                    </a:cubicBezTo>
                    <a:cubicBezTo>
                      <a:pt x="10542" y="132"/>
                      <a:pt x="6936" y="1628"/>
                      <a:pt x="4277" y="4290"/>
                    </a:cubicBezTo>
                    <a:cubicBezTo>
                      <a:pt x="1618" y="6953"/>
                      <a:pt x="124" y="10565"/>
                      <a:pt x="124" y="14331"/>
                    </a:cubicBezTo>
                    <a:cubicBezTo>
                      <a:pt x="124" y="18096"/>
                      <a:pt x="1618" y="21708"/>
                      <a:pt x="4277" y="24371"/>
                    </a:cubicBezTo>
                    <a:cubicBezTo>
                      <a:pt x="6936" y="27033"/>
                      <a:pt x="10542" y="28530"/>
                      <a:pt x="14303"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3" name="Freeform: Shape 1162">
                <a:extLst>
                  <a:ext uri="{FF2B5EF4-FFF2-40B4-BE49-F238E27FC236}">
                    <a16:creationId xmlns:a16="http://schemas.microsoft.com/office/drawing/2014/main" id="{9E2E045D-9B8D-67D5-8576-C04CCAF0F8E0}"/>
                  </a:ext>
                </a:extLst>
              </p:cNvPr>
              <p:cNvSpPr/>
              <p:nvPr/>
            </p:nvSpPr>
            <p:spPr>
              <a:xfrm>
                <a:off x="6119695" y="4977702"/>
                <a:ext cx="28356" cy="28397"/>
              </a:xfrm>
              <a:custGeom>
                <a:avLst/>
                <a:gdLst>
                  <a:gd name="connsiteX0" fmla="*/ 14302 w 28356"/>
                  <a:gd name="connsiteY0" fmla="*/ 28531 h 28397"/>
                  <a:gd name="connsiteX1" fmla="*/ 24328 w 28356"/>
                  <a:gd name="connsiteY1" fmla="*/ 24372 h 28397"/>
                  <a:gd name="connsiteX2" fmla="*/ 28480 w 28356"/>
                  <a:gd name="connsiteY2" fmla="*/ 14332 h 28397"/>
                  <a:gd name="connsiteX3" fmla="*/ 24328 w 28356"/>
                  <a:gd name="connsiteY3" fmla="*/ 4292 h 28397"/>
                  <a:gd name="connsiteX4" fmla="*/ 14302 w 28356"/>
                  <a:gd name="connsiteY4" fmla="*/ 133 h 28397"/>
                  <a:gd name="connsiteX5" fmla="*/ 4276 w 28356"/>
                  <a:gd name="connsiteY5" fmla="*/ 4292 h 28397"/>
                  <a:gd name="connsiteX6" fmla="*/ 124 w 28356"/>
                  <a:gd name="connsiteY6" fmla="*/ 14332 h 28397"/>
                  <a:gd name="connsiteX7" fmla="*/ 4276 w 28356"/>
                  <a:gd name="connsiteY7" fmla="*/ 24372 h 28397"/>
                  <a:gd name="connsiteX8" fmla="*/ 14302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2" y="28531"/>
                    </a:moveTo>
                    <a:cubicBezTo>
                      <a:pt x="18062" y="28531"/>
                      <a:pt x="21669" y="27035"/>
                      <a:pt x="24328" y="24372"/>
                    </a:cubicBezTo>
                    <a:cubicBezTo>
                      <a:pt x="26986" y="21709"/>
                      <a:pt x="28480" y="18097"/>
                      <a:pt x="28480" y="14332"/>
                    </a:cubicBezTo>
                    <a:cubicBezTo>
                      <a:pt x="28480" y="10566"/>
                      <a:pt x="26986" y="6954"/>
                      <a:pt x="24328" y="4292"/>
                    </a:cubicBezTo>
                    <a:cubicBezTo>
                      <a:pt x="21669" y="1629"/>
                      <a:pt x="18062" y="133"/>
                      <a:pt x="14302" y="133"/>
                    </a:cubicBezTo>
                    <a:cubicBezTo>
                      <a:pt x="10542" y="133"/>
                      <a:pt x="6935" y="1629"/>
                      <a:pt x="4276" y="4292"/>
                    </a:cubicBezTo>
                    <a:cubicBezTo>
                      <a:pt x="1617" y="6954"/>
                      <a:pt x="124" y="10566"/>
                      <a:pt x="124" y="14332"/>
                    </a:cubicBezTo>
                    <a:cubicBezTo>
                      <a:pt x="124" y="18097"/>
                      <a:pt x="1617" y="21709"/>
                      <a:pt x="4276" y="24372"/>
                    </a:cubicBezTo>
                    <a:cubicBezTo>
                      <a:pt x="6935" y="27035"/>
                      <a:pt x="10542" y="28531"/>
                      <a:pt x="14302"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4" name="Freeform: Shape 1163">
                <a:extLst>
                  <a:ext uri="{FF2B5EF4-FFF2-40B4-BE49-F238E27FC236}">
                    <a16:creationId xmlns:a16="http://schemas.microsoft.com/office/drawing/2014/main" id="{01E6EF5F-E01F-6822-AC25-F728C35FEF67}"/>
                  </a:ext>
                </a:extLst>
              </p:cNvPr>
              <p:cNvSpPr/>
              <p:nvPr/>
            </p:nvSpPr>
            <p:spPr>
              <a:xfrm>
                <a:off x="6111934" y="5016767"/>
                <a:ext cx="28356" cy="28397"/>
              </a:xfrm>
              <a:custGeom>
                <a:avLst/>
                <a:gdLst>
                  <a:gd name="connsiteX0" fmla="*/ 14301 w 28356"/>
                  <a:gd name="connsiteY0" fmla="*/ 28534 h 28397"/>
                  <a:gd name="connsiteX1" fmla="*/ 24327 w 28356"/>
                  <a:gd name="connsiteY1" fmla="*/ 24375 h 28397"/>
                  <a:gd name="connsiteX2" fmla="*/ 28480 w 28356"/>
                  <a:gd name="connsiteY2" fmla="*/ 14335 h 28397"/>
                  <a:gd name="connsiteX3" fmla="*/ 24327 w 28356"/>
                  <a:gd name="connsiteY3" fmla="*/ 4295 h 28397"/>
                  <a:gd name="connsiteX4" fmla="*/ 14301 w 28356"/>
                  <a:gd name="connsiteY4" fmla="*/ 136 h 28397"/>
                  <a:gd name="connsiteX5" fmla="*/ 4276 w 28356"/>
                  <a:gd name="connsiteY5" fmla="*/ 4295 h 28397"/>
                  <a:gd name="connsiteX6" fmla="*/ 123 w 28356"/>
                  <a:gd name="connsiteY6" fmla="*/ 14335 h 28397"/>
                  <a:gd name="connsiteX7" fmla="*/ 4276 w 28356"/>
                  <a:gd name="connsiteY7" fmla="*/ 24375 h 28397"/>
                  <a:gd name="connsiteX8" fmla="*/ 1430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34"/>
                    </a:moveTo>
                    <a:cubicBezTo>
                      <a:pt x="18061" y="28534"/>
                      <a:pt x="21668" y="27038"/>
                      <a:pt x="24327" y="24375"/>
                    </a:cubicBezTo>
                    <a:cubicBezTo>
                      <a:pt x="26986" y="21712"/>
                      <a:pt x="28480" y="18101"/>
                      <a:pt x="28480" y="14335"/>
                    </a:cubicBezTo>
                    <a:cubicBezTo>
                      <a:pt x="28480" y="10569"/>
                      <a:pt x="26986" y="6957"/>
                      <a:pt x="24327" y="4295"/>
                    </a:cubicBezTo>
                    <a:cubicBezTo>
                      <a:pt x="21668" y="1632"/>
                      <a:pt x="18061" y="136"/>
                      <a:pt x="14301" y="136"/>
                    </a:cubicBezTo>
                    <a:cubicBezTo>
                      <a:pt x="10541" y="136"/>
                      <a:pt x="6934" y="1632"/>
                      <a:pt x="4276" y="4295"/>
                    </a:cubicBezTo>
                    <a:cubicBezTo>
                      <a:pt x="1617" y="6957"/>
                      <a:pt x="123" y="10569"/>
                      <a:pt x="123" y="14335"/>
                    </a:cubicBezTo>
                    <a:cubicBezTo>
                      <a:pt x="123" y="18101"/>
                      <a:pt x="1617" y="21712"/>
                      <a:pt x="4276" y="24375"/>
                    </a:cubicBezTo>
                    <a:cubicBezTo>
                      <a:pt x="6934" y="27038"/>
                      <a:pt x="10541" y="28534"/>
                      <a:pt x="14301"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5" name="Freeform: Shape 1164">
                <a:extLst>
                  <a:ext uri="{FF2B5EF4-FFF2-40B4-BE49-F238E27FC236}">
                    <a16:creationId xmlns:a16="http://schemas.microsoft.com/office/drawing/2014/main" id="{C7753E19-CD75-B081-9A0F-5B4D9B1F0200}"/>
                  </a:ext>
                </a:extLst>
              </p:cNvPr>
              <p:cNvSpPr/>
              <p:nvPr/>
            </p:nvSpPr>
            <p:spPr>
              <a:xfrm>
                <a:off x="6104173" y="4875759"/>
                <a:ext cx="28356" cy="28397"/>
              </a:xfrm>
              <a:custGeom>
                <a:avLst/>
                <a:gdLst>
                  <a:gd name="connsiteX0" fmla="*/ 14301 w 28356"/>
                  <a:gd name="connsiteY0" fmla="*/ 28523 h 28397"/>
                  <a:gd name="connsiteX1" fmla="*/ 24326 w 28356"/>
                  <a:gd name="connsiteY1" fmla="*/ 24364 h 28397"/>
                  <a:gd name="connsiteX2" fmla="*/ 28479 w 28356"/>
                  <a:gd name="connsiteY2" fmla="*/ 14324 h 28397"/>
                  <a:gd name="connsiteX3" fmla="*/ 24326 w 28356"/>
                  <a:gd name="connsiteY3" fmla="*/ 4284 h 28397"/>
                  <a:gd name="connsiteX4" fmla="*/ 14301 w 28356"/>
                  <a:gd name="connsiteY4" fmla="*/ 125 h 28397"/>
                  <a:gd name="connsiteX5" fmla="*/ 4275 w 28356"/>
                  <a:gd name="connsiteY5" fmla="*/ 4284 h 28397"/>
                  <a:gd name="connsiteX6" fmla="*/ 122 w 28356"/>
                  <a:gd name="connsiteY6" fmla="*/ 14324 h 28397"/>
                  <a:gd name="connsiteX7" fmla="*/ 4275 w 28356"/>
                  <a:gd name="connsiteY7" fmla="*/ 24364 h 28397"/>
                  <a:gd name="connsiteX8" fmla="*/ 1430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3"/>
                    </a:moveTo>
                    <a:cubicBezTo>
                      <a:pt x="18061" y="28523"/>
                      <a:pt x="21667" y="27027"/>
                      <a:pt x="24326" y="24364"/>
                    </a:cubicBezTo>
                    <a:cubicBezTo>
                      <a:pt x="26985" y="21701"/>
                      <a:pt x="28479" y="18089"/>
                      <a:pt x="28479" y="14324"/>
                    </a:cubicBezTo>
                    <a:cubicBezTo>
                      <a:pt x="28479" y="10558"/>
                      <a:pt x="26985" y="6946"/>
                      <a:pt x="24326" y="4284"/>
                    </a:cubicBezTo>
                    <a:cubicBezTo>
                      <a:pt x="21667" y="1621"/>
                      <a:pt x="18061" y="125"/>
                      <a:pt x="14301" y="125"/>
                    </a:cubicBezTo>
                    <a:cubicBezTo>
                      <a:pt x="10541" y="125"/>
                      <a:pt x="6934" y="1621"/>
                      <a:pt x="4275" y="4284"/>
                    </a:cubicBezTo>
                    <a:cubicBezTo>
                      <a:pt x="1616" y="6946"/>
                      <a:pt x="122" y="10558"/>
                      <a:pt x="122" y="14324"/>
                    </a:cubicBezTo>
                    <a:cubicBezTo>
                      <a:pt x="122" y="18089"/>
                      <a:pt x="1616" y="21701"/>
                      <a:pt x="4275" y="24364"/>
                    </a:cubicBezTo>
                    <a:cubicBezTo>
                      <a:pt x="6934" y="27027"/>
                      <a:pt x="10541" y="28523"/>
                      <a:pt x="1430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6" name="Freeform: Shape 1165">
                <a:extLst>
                  <a:ext uri="{FF2B5EF4-FFF2-40B4-BE49-F238E27FC236}">
                    <a16:creationId xmlns:a16="http://schemas.microsoft.com/office/drawing/2014/main" id="{5EFE4894-5CA1-E1BF-90AC-0DD62378F53B}"/>
                  </a:ext>
                </a:extLst>
              </p:cNvPr>
              <p:cNvSpPr/>
              <p:nvPr/>
            </p:nvSpPr>
            <p:spPr>
              <a:xfrm>
                <a:off x="6096412" y="4975772"/>
                <a:ext cx="28356" cy="28397"/>
              </a:xfrm>
              <a:custGeom>
                <a:avLst/>
                <a:gdLst>
                  <a:gd name="connsiteX0" fmla="*/ 14300 w 28356"/>
                  <a:gd name="connsiteY0" fmla="*/ 28531 h 28397"/>
                  <a:gd name="connsiteX1" fmla="*/ 24326 w 28356"/>
                  <a:gd name="connsiteY1" fmla="*/ 24372 h 28397"/>
                  <a:gd name="connsiteX2" fmla="*/ 28478 w 28356"/>
                  <a:gd name="connsiteY2" fmla="*/ 14332 h 28397"/>
                  <a:gd name="connsiteX3" fmla="*/ 24326 w 28356"/>
                  <a:gd name="connsiteY3" fmla="*/ 4291 h 28397"/>
                  <a:gd name="connsiteX4" fmla="*/ 14300 w 28356"/>
                  <a:gd name="connsiteY4" fmla="*/ 133 h 28397"/>
                  <a:gd name="connsiteX5" fmla="*/ 4274 w 28356"/>
                  <a:gd name="connsiteY5" fmla="*/ 4291 h 28397"/>
                  <a:gd name="connsiteX6" fmla="*/ 122 w 28356"/>
                  <a:gd name="connsiteY6" fmla="*/ 14332 h 28397"/>
                  <a:gd name="connsiteX7" fmla="*/ 4274 w 28356"/>
                  <a:gd name="connsiteY7" fmla="*/ 24372 h 28397"/>
                  <a:gd name="connsiteX8" fmla="*/ 1430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0" y="28531"/>
                    </a:moveTo>
                    <a:cubicBezTo>
                      <a:pt x="18060" y="28531"/>
                      <a:pt x="21667" y="27035"/>
                      <a:pt x="24326" y="24372"/>
                    </a:cubicBezTo>
                    <a:cubicBezTo>
                      <a:pt x="26985" y="21709"/>
                      <a:pt x="28478" y="18097"/>
                      <a:pt x="28478" y="14332"/>
                    </a:cubicBezTo>
                    <a:cubicBezTo>
                      <a:pt x="28478" y="10566"/>
                      <a:pt x="26985" y="6954"/>
                      <a:pt x="24326" y="4291"/>
                    </a:cubicBezTo>
                    <a:cubicBezTo>
                      <a:pt x="21667" y="1629"/>
                      <a:pt x="18060" y="133"/>
                      <a:pt x="14300" y="133"/>
                    </a:cubicBezTo>
                    <a:cubicBezTo>
                      <a:pt x="10540" y="133"/>
                      <a:pt x="6933" y="1629"/>
                      <a:pt x="4274" y="4291"/>
                    </a:cubicBezTo>
                    <a:cubicBezTo>
                      <a:pt x="1616" y="6954"/>
                      <a:pt x="122" y="10566"/>
                      <a:pt x="122" y="14332"/>
                    </a:cubicBezTo>
                    <a:cubicBezTo>
                      <a:pt x="122" y="18097"/>
                      <a:pt x="1616" y="21709"/>
                      <a:pt x="4274" y="24372"/>
                    </a:cubicBezTo>
                    <a:cubicBezTo>
                      <a:pt x="6933" y="27035"/>
                      <a:pt x="10540" y="28531"/>
                      <a:pt x="14300"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7" name="Freeform: Shape 1166">
                <a:extLst>
                  <a:ext uri="{FF2B5EF4-FFF2-40B4-BE49-F238E27FC236}">
                    <a16:creationId xmlns:a16="http://schemas.microsoft.com/office/drawing/2014/main" id="{03786E68-5CEB-1EDB-7C6D-8EC87B8E1FC7}"/>
                  </a:ext>
                </a:extLst>
              </p:cNvPr>
              <p:cNvSpPr/>
              <p:nvPr/>
            </p:nvSpPr>
            <p:spPr>
              <a:xfrm>
                <a:off x="6088651" y="5016462"/>
                <a:ext cx="28356" cy="28397"/>
              </a:xfrm>
              <a:custGeom>
                <a:avLst/>
                <a:gdLst>
                  <a:gd name="connsiteX0" fmla="*/ 14299 w 28356"/>
                  <a:gd name="connsiteY0" fmla="*/ 28534 h 28397"/>
                  <a:gd name="connsiteX1" fmla="*/ 24325 w 28356"/>
                  <a:gd name="connsiteY1" fmla="*/ 24375 h 28397"/>
                  <a:gd name="connsiteX2" fmla="*/ 28478 w 28356"/>
                  <a:gd name="connsiteY2" fmla="*/ 14335 h 28397"/>
                  <a:gd name="connsiteX3" fmla="*/ 24325 w 28356"/>
                  <a:gd name="connsiteY3" fmla="*/ 4295 h 28397"/>
                  <a:gd name="connsiteX4" fmla="*/ 14299 w 28356"/>
                  <a:gd name="connsiteY4" fmla="*/ 136 h 28397"/>
                  <a:gd name="connsiteX5" fmla="*/ 4274 w 28356"/>
                  <a:gd name="connsiteY5" fmla="*/ 4295 h 28397"/>
                  <a:gd name="connsiteX6" fmla="*/ 121 w 28356"/>
                  <a:gd name="connsiteY6" fmla="*/ 14335 h 28397"/>
                  <a:gd name="connsiteX7" fmla="*/ 4274 w 28356"/>
                  <a:gd name="connsiteY7" fmla="*/ 24375 h 28397"/>
                  <a:gd name="connsiteX8" fmla="*/ 1429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34"/>
                    </a:moveTo>
                    <a:cubicBezTo>
                      <a:pt x="18060" y="28534"/>
                      <a:pt x="21666" y="27038"/>
                      <a:pt x="24325" y="24375"/>
                    </a:cubicBezTo>
                    <a:cubicBezTo>
                      <a:pt x="26984" y="21712"/>
                      <a:pt x="28478" y="18101"/>
                      <a:pt x="28478" y="14335"/>
                    </a:cubicBezTo>
                    <a:cubicBezTo>
                      <a:pt x="28478" y="10569"/>
                      <a:pt x="26984" y="6957"/>
                      <a:pt x="24325" y="4295"/>
                    </a:cubicBezTo>
                    <a:cubicBezTo>
                      <a:pt x="21666" y="1632"/>
                      <a:pt x="18060" y="136"/>
                      <a:pt x="14299" y="136"/>
                    </a:cubicBezTo>
                    <a:cubicBezTo>
                      <a:pt x="10539" y="136"/>
                      <a:pt x="6933" y="1632"/>
                      <a:pt x="4274" y="4295"/>
                    </a:cubicBezTo>
                    <a:cubicBezTo>
                      <a:pt x="1615" y="6957"/>
                      <a:pt x="121" y="10569"/>
                      <a:pt x="121" y="14335"/>
                    </a:cubicBezTo>
                    <a:cubicBezTo>
                      <a:pt x="121" y="18101"/>
                      <a:pt x="1615" y="21712"/>
                      <a:pt x="4274" y="24375"/>
                    </a:cubicBezTo>
                    <a:cubicBezTo>
                      <a:pt x="6933" y="27038"/>
                      <a:pt x="10539" y="28534"/>
                      <a:pt x="14299"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8" name="Freeform: Shape 1167">
                <a:extLst>
                  <a:ext uri="{FF2B5EF4-FFF2-40B4-BE49-F238E27FC236}">
                    <a16:creationId xmlns:a16="http://schemas.microsoft.com/office/drawing/2014/main" id="{795558FA-3284-417B-CFE5-A1124096AC38}"/>
                  </a:ext>
                </a:extLst>
              </p:cNvPr>
              <p:cNvSpPr/>
              <p:nvPr/>
            </p:nvSpPr>
            <p:spPr>
              <a:xfrm>
                <a:off x="6080902" y="4794505"/>
                <a:ext cx="28356" cy="28397"/>
              </a:xfrm>
              <a:custGeom>
                <a:avLst/>
                <a:gdLst>
                  <a:gd name="connsiteX0" fmla="*/ 14299 w 28356"/>
                  <a:gd name="connsiteY0" fmla="*/ 28516 h 28397"/>
                  <a:gd name="connsiteX1" fmla="*/ 24324 w 28356"/>
                  <a:gd name="connsiteY1" fmla="*/ 24358 h 28397"/>
                  <a:gd name="connsiteX2" fmla="*/ 28477 w 28356"/>
                  <a:gd name="connsiteY2" fmla="*/ 14317 h 28397"/>
                  <a:gd name="connsiteX3" fmla="*/ 24324 w 28356"/>
                  <a:gd name="connsiteY3" fmla="*/ 4277 h 28397"/>
                  <a:gd name="connsiteX4" fmla="*/ 14299 w 28356"/>
                  <a:gd name="connsiteY4" fmla="*/ 118 h 28397"/>
                  <a:gd name="connsiteX5" fmla="*/ 4273 w 28356"/>
                  <a:gd name="connsiteY5" fmla="*/ 4277 h 28397"/>
                  <a:gd name="connsiteX6" fmla="*/ 120 w 28356"/>
                  <a:gd name="connsiteY6" fmla="*/ 14317 h 28397"/>
                  <a:gd name="connsiteX7" fmla="*/ 4273 w 28356"/>
                  <a:gd name="connsiteY7" fmla="*/ 24358 h 28397"/>
                  <a:gd name="connsiteX8" fmla="*/ 14299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16"/>
                    </a:moveTo>
                    <a:cubicBezTo>
                      <a:pt x="18059" y="28516"/>
                      <a:pt x="21666" y="27020"/>
                      <a:pt x="24324" y="24358"/>
                    </a:cubicBezTo>
                    <a:cubicBezTo>
                      <a:pt x="26983" y="21695"/>
                      <a:pt x="28477" y="18083"/>
                      <a:pt x="28477" y="14317"/>
                    </a:cubicBezTo>
                    <a:cubicBezTo>
                      <a:pt x="28477" y="10552"/>
                      <a:pt x="26983" y="6940"/>
                      <a:pt x="24324" y="4277"/>
                    </a:cubicBezTo>
                    <a:cubicBezTo>
                      <a:pt x="21666" y="1614"/>
                      <a:pt x="18059" y="118"/>
                      <a:pt x="14299" y="118"/>
                    </a:cubicBezTo>
                    <a:cubicBezTo>
                      <a:pt x="10539" y="118"/>
                      <a:pt x="6932" y="1614"/>
                      <a:pt x="4273" y="4277"/>
                    </a:cubicBezTo>
                    <a:cubicBezTo>
                      <a:pt x="1614" y="6940"/>
                      <a:pt x="120" y="10552"/>
                      <a:pt x="120" y="14317"/>
                    </a:cubicBezTo>
                    <a:cubicBezTo>
                      <a:pt x="120" y="18083"/>
                      <a:pt x="1614" y="21695"/>
                      <a:pt x="4273" y="24358"/>
                    </a:cubicBezTo>
                    <a:cubicBezTo>
                      <a:pt x="6932" y="27020"/>
                      <a:pt x="10539" y="28516"/>
                      <a:pt x="14299" y="2851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69" name="Freeform: Shape 1168">
                <a:extLst>
                  <a:ext uri="{FF2B5EF4-FFF2-40B4-BE49-F238E27FC236}">
                    <a16:creationId xmlns:a16="http://schemas.microsoft.com/office/drawing/2014/main" id="{0B1695BB-7A8F-99A4-A569-4BAF7C82DEB5}"/>
                  </a:ext>
                </a:extLst>
              </p:cNvPr>
              <p:cNvSpPr/>
              <p:nvPr/>
            </p:nvSpPr>
            <p:spPr>
              <a:xfrm>
                <a:off x="6073141" y="4979391"/>
                <a:ext cx="28356" cy="28397"/>
              </a:xfrm>
              <a:custGeom>
                <a:avLst/>
                <a:gdLst>
                  <a:gd name="connsiteX0" fmla="*/ 14298 w 28356"/>
                  <a:gd name="connsiteY0" fmla="*/ 28531 h 28397"/>
                  <a:gd name="connsiteX1" fmla="*/ 24324 w 28356"/>
                  <a:gd name="connsiteY1" fmla="*/ 24372 h 28397"/>
                  <a:gd name="connsiteX2" fmla="*/ 28477 w 28356"/>
                  <a:gd name="connsiteY2" fmla="*/ 14332 h 28397"/>
                  <a:gd name="connsiteX3" fmla="*/ 24324 w 28356"/>
                  <a:gd name="connsiteY3" fmla="*/ 4292 h 28397"/>
                  <a:gd name="connsiteX4" fmla="*/ 14298 w 28356"/>
                  <a:gd name="connsiteY4" fmla="*/ 133 h 28397"/>
                  <a:gd name="connsiteX5" fmla="*/ 4273 w 28356"/>
                  <a:gd name="connsiteY5" fmla="*/ 4292 h 28397"/>
                  <a:gd name="connsiteX6" fmla="*/ 120 w 28356"/>
                  <a:gd name="connsiteY6" fmla="*/ 14332 h 28397"/>
                  <a:gd name="connsiteX7" fmla="*/ 4273 w 28356"/>
                  <a:gd name="connsiteY7" fmla="*/ 24372 h 28397"/>
                  <a:gd name="connsiteX8" fmla="*/ 14298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31"/>
                    </a:moveTo>
                    <a:cubicBezTo>
                      <a:pt x="18058" y="28531"/>
                      <a:pt x="21665" y="27035"/>
                      <a:pt x="24324" y="24372"/>
                    </a:cubicBezTo>
                    <a:cubicBezTo>
                      <a:pt x="26983" y="21710"/>
                      <a:pt x="28477" y="18098"/>
                      <a:pt x="28477" y="14332"/>
                    </a:cubicBezTo>
                    <a:cubicBezTo>
                      <a:pt x="28477" y="10566"/>
                      <a:pt x="26983" y="6954"/>
                      <a:pt x="24324" y="4292"/>
                    </a:cubicBezTo>
                    <a:cubicBezTo>
                      <a:pt x="21665" y="1629"/>
                      <a:pt x="18058" y="133"/>
                      <a:pt x="14298" y="133"/>
                    </a:cubicBezTo>
                    <a:cubicBezTo>
                      <a:pt x="10538" y="133"/>
                      <a:pt x="6931" y="1629"/>
                      <a:pt x="4273" y="4292"/>
                    </a:cubicBezTo>
                    <a:cubicBezTo>
                      <a:pt x="1614" y="6954"/>
                      <a:pt x="120" y="10566"/>
                      <a:pt x="120" y="14332"/>
                    </a:cubicBezTo>
                    <a:cubicBezTo>
                      <a:pt x="120" y="18098"/>
                      <a:pt x="1614" y="21710"/>
                      <a:pt x="4273" y="24372"/>
                    </a:cubicBezTo>
                    <a:cubicBezTo>
                      <a:pt x="6931" y="27035"/>
                      <a:pt x="10538" y="28531"/>
                      <a:pt x="14298"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0" name="Freeform: Shape 1169">
                <a:extLst>
                  <a:ext uri="{FF2B5EF4-FFF2-40B4-BE49-F238E27FC236}">
                    <a16:creationId xmlns:a16="http://schemas.microsoft.com/office/drawing/2014/main" id="{D0270DBF-D77C-726C-5DF7-CF1C00D93AEB}"/>
                  </a:ext>
                </a:extLst>
              </p:cNvPr>
              <p:cNvSpPr/>
              <p:nvPr/>
            </p:nvSpPr>
            <p:spPr>
              <a:xfrm>
                <a:off x="6065380" y="5006023"/>
                <a:ext cx="28356" cy="28397"/>
              </a:xfrm>
              <a:custGeom>
                <a:avLst/>
                <a:gdLst>
                  <a:gd name="connsiteX0" fmla="*/ 14298 w 28356"/>
                  <a:gd name="connsiteY0" fmla="*/ 28533 h 28397"/>
                  <a:gd name="connsiteX1" fmla="*/ 24323 w 28356"/>
                  <a:gd name="connsiteY1" fmla="*/ 24374 h 28397"/>
                  <a:gd name="connsiteX2" fmla="*/ 28476 w 28356"/>
                  <a:gd name="connsiteY2" fmla="*/ 14334 h 28397"/>
                  <a:gd name="connsiteX3" fmla="*/ 24323 w 28356"/>
                  <a:gd name="connsiteY3" fmla="*/ 4294 h 28397"/>
                  <a:gd name="connsiteX4" fmla="*/ 14298 w 28356"/>
                  <a:gd name="connsiteY4" fmla="*/ 135 h 28397"/>
                  <a:gd name="connsiteX5" fmla="*/ 4272 w 28356"/>
                  <a:gd name="connsiteY5" fmla="*/ 4294 h 28397"/>
                  <a:gd name="connsiteX6" fmla="*/ 119 w 28356"/>
                  <a:gd name="connsiteY6" fmla="*/ 14334 h 28397"/>
                  <a:gd name="connsiteX7" fmla="*/ 4272 w 28356"/>
                  <a:gd name="connsiteY7" fmla="*/ 24374 h 28397"/>
                  <a:gd name="connsiteX8" fmla="*/ 14298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33"/>
                    </a:moveTo>
                    <a:cubicBezTo>
                      <a:pt x="18058" y="28533"/>
                      <a:pt x="21664" y="27037"/>
                      <a:pt x="24323" y="24374"/>
                    </a:cubicBezTo>
                    <a:cubicBezTo>
                      <a:pt x="26982" y="21712"/>
                      <a:pt x="28476" y="18100"/>
                      <a:pt x="28476" y="14334"/>
                    </a:cubicBezTo>
                    <a:cubicBezTo>
                      <a:pt x="28476" y="10568"/>
                      <a:pt x="26982" y="6957"/>
                      <a:pt x="24323" y="4294"/>
                    </a:cubicBezTo>
                    <a:cubicBezTo>
                      <a:pt x="21664" y="1631"/>
                      <a:pt x="18058" y="135"/>
                      <a:pt x="14298" y="135"/>
                    </a:cubicBezTo>
                    <a:cubicBezTo>
                      <a:pt x="10537" y="135"/>
                      <a:pt x="6931" y="1631"/>
                      <a:pt x="4272" y="4294"/>
                    </a:cubicBezTo>
                    <a:cubicBezTo>
                      <a:pt x="1613" y="6957"/>
                      <a:pt x="119" y="10568"/>
                      <a:pt x="119" y="14334"/>
                    </a:cubicBezTo>
                    <a:cubicBezTo>
                      <a:pt x="119" y="18100"/>
                      <a:pt x="1613" y="21712"/>
                      <a:pt x="4272" y="24374"/>
                    </a:cubicBezTo>
                    <a:cubicBezTo>
                      <a:pt x="6931" y="27037"/>
                      <a:pt x="10537" y="28533"/>
                      <a:pt x="14298"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1" name="Freeform: Shape 1170">
                <a:extLst>
                  <a:ext uri="{FF2B5EF4-FFF2-40B4-BE49-F238E27FC236}">
                    <a16:creationId xmlns:a16="http://schemas.microsoft.com/office/drawing/2014/main" id="{0FF97541-BE81-BFE9-BDC2-7EE4EAB61B4A}"/>
                  </a:ext>
                </a:extLst>
              </p:cNvPr>
              <p:cNvSpPr/>
              <p:nvPr/>
            </p:nvSpPr>
            <p:spPr>
              <a:xfrm>
                <a:off x="6057619" y="4960138"/>
                <a:ext cx="28356" cy="28397"/>
              </a:xfrm>
              <a:custGeom>
                <a:avLst/>
                <a:gdLst>
                  <a:gd name="connsiteX0" fmla="*/ 14297 w 28356"/>
                  <a:gd name="connsiteY0" fmla="*/ 28529 h 28397"/>
                  <a:gd name="connsiteX1" fmla="*/ 24323 w 28356"/>
                  <a:gd name="connsiteY1" fmla="*/ 24371 h 28397"/>
                  <a:gd name="connsiteX2" fmla="*/ 28475 w 28356"/>
                  <a:gd name="connsiteY2" fmla="*/ 14330 h 28397"/>
                  <a:gd name="connsiteX3" fmla="*/ 24323 w 28356"/>
                  <a:gd name="connsiteY3" fmla="*/ 4290 h 28397"/>
                  <a:gd name="connsiteX4" fmla="*/ 14297 w 28356"/>
                  <a:gd name="connsiteY4" fmla="*/ 131 h 28397"/>
                  <a:gd name="connsiteX5" fmla="*/ 4271 w 28356"/>
                  <a:gd name="connsiteY5" fmla="*/ 4290 h 28397"/>
                  <a:gd name="connsiteX6" fmla="*/ 119 w 28356"/>
                  <a:gd name="connsiteY6" fmla="*/ 14330 h 28397"/>
                  <a:gd name="connsiteX7" fmla="*/ 4271 w 28356"/>
                  <a:gd name="connsiteY7" fmla="*/ 24371 h 28397"/>
                  <a:gd name="connsiteX8" fmla="*/ 14297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7" y="28529"/>
                    </a:moveTo>
                    <a:cubicBezTo>
                      <a:pt x="18057" y="28529"/>
                      <a:pt x="21664" y="27033"/>
                      <a:pt x="24323" y="24371"/>
                    </a:cubicBezTo>
                    <a:cubicBezTo>
                      <a:pt x="26981" y="21708"/>
                      <a:pt x="28475" y="18096"/>
                      <a:pt x="28475" y="14330"/>
                    </a:cubicBezTo>
                    <a:cubicBezTo>
                      <a:pt x="28475" y="10565"/>
                      <a:pt x="26981" y="6953"/>
                      <a:pt x="24323" y="4290"/>
                    </a:cubicBezTo>
                    <a:cubicBezTo>
                      <a:pt x="21664" y="1628"/>
                      <a:pt x="18057" y="131"/>
                      <a:pt x="14297" y="131"/>
                    </a:cubicBezTo>
                    <a:cubicBezTo>
                      <a:pt x="10537" y="131"/>
                      <a:pt x="6930" y="1628"/>
                      <a:pt x="4271" y="4290"/>
                    </a:cubicBezTo>
                    <a:cubicBezTo>
                      <a:pt x="1613" y="6953"/>
                      <a:pt x="119" y="10565"/>
                      <a:pt x="119" y="14330"/>
                    </a:cubicBezTo>
                    <a:cubicBezTo>
                      <a:pt x="119" y="18096"/>
                      <a:pt x="1613" y="21708"/>
                      <a:pt x="4271" y="24371"/>
                    </a:cubicBezTo>
                    <a:cubicBezTo>
                      <a:pt x="6930" y="27033"/>
                      <a:pt x="10537" y="28529"/>
                      <a:pt x="14297"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2" name="Freeform: Shape 1171">
                <a:extLst>
                  <a:ext uri="{FF2B5EF4-FFF2-40B4-BE49-F238E27FC236}">
                    <a16:creationId xmlns:a16="http://schemas.microsoft.com/office/drawing/2014/main" id="{A47E571F-CCA9-0E22-5701-193F134E2107}"/>
                  </a:ext>
                </a:extLst>
              </p:cNvPr>
              <p:cNvSpPr/>
              <p:nvPr/>
            </p:nvSpPr>
            <p:spPr>
              <a:xfrm>
                <a:off x="6049871" y="4786999"/>
                <a:ext cx="28356" cy="28397"/>
              </a:xfrm>
              <a:custGeom>
                <a:avLst/>
                <a:gdLst>
                  <a:gd name="connsiteX0" fmla="*/ 14296 w 28356"/>
                  <a:gd name="connsiteY0" fmla="*/ 28516 h 28397"/>
                  <a:gd name="connsiteX1" fmla="*/ 24322 w 28356"/>
                  <a:gd name="connsiteY1" fmla="*/ 24357 h 28397"/>
                  <a:gd name="connsiteX2" fmla="*/ 28475 w 28356"/>
                  <a:gd name="connsiteY2" fmla="*/ 14317 h 28397"/>
                  <a:gd name="connsiteX3" fmla="*/ 24322 w 28356"/>
                  <a:gd name="connsiteY3" fmla="*/ 4277 h 28397"/>
                  <a:gd name="connsiteX4" fmla="*/ 14296 w 28356"/>
                  <a:gd name="connsiteY4" fmla="*/ 118 h 28397"/>
                  <a:gd name="connsiteX5" fmla="*/ 4271 w 28356"/>
                  <a:gd name="connsiteY5" fmla="*/ 4277 h 28397"/>
                  <a:gd name="connsiteX6" fmla="*/ 118 w 28356"/>
                  <a:gd name="connsiteY6" fmla="*/ 14317 h 28397"/>
                  <a:gd name="connsiteX7" fmla="*/ 4271 w 28356"/>
                  <a:gd name="connsiteY7" fmla="*/ 24357 h 28397"/>
                  <a:gd name="connsiteX8" fmla="*/ 14296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516"/>
                    </a:moveTo>
                    <a:cubicBezTo>
                      <a:pt x="18057" y="28516"/>
                      <a:pt x="21663" y="27020"/>
                      <a:pt x="24322" y="24357"/>
                    </a:cubicBezTo>
                    <a:cubicBezTo>
                      <a:pt x="26981" y="21694"/>
                      <a:pt x="28475" y="18082"/>
                      <a:pt x="28475" y="14317"/>
                    </a:cubicBezTo>
                    <a:cubicBezTo>
                      <a:pt x="28475" y="10551"/>
                      <a:pt x="26981" y="6939"/>
                      <a:pt x="24322" y="4277"/>
                    </a:cubicBezTo>
                    <a:cubicBezTo>
                      <a:pt x="21663" y="1614"/>
                      <a:pt x="18057" y="118"/>
                      <a:pt x="14296" y="118"/>
                    </a:cubicBezTo>
                    <a:cubicBezTo>
                      <a:pt x="10536" y="118"/>
                      <a:pt x="6930" y="1614"/>
                      <a:pt x="4271" y="4277"/>
                    </a:cubicBezTo>
                    <a:cubicBezTo>
                      <a:pt x="1612" y="6939"/>
                      <a:pt x="118" y="10551"/>
                      <a:pt x="118" y="14317"/>
                    </a:cubicBezTo>
                    <a:cubicBezTo>
                      <a:pt x="118" y="18082"/>
                      <a:pt x="1612" y="21694"/>
                      <a:pt x="4271" y="24357"/>
                    </a:cubicBezTo>
                    <a:cubicBezTo>
                      <a:pt x="6930" y="27020"/>
                      <a:pt x="10536" y="28516"/>
                      <a:pt x="14296" y="2851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3" name="Freeform: Shape 1172">
                <a:extLst>
                  <a:ext uri="{FF2B5EF4-FFF2-40B4-BE49-F238E27FC236}">
                    <a16:creationId xmlns:a16="http://schemas.microsoft.com/office/drawing/2014/main" id="{C5D2D670-5B86-FEAD-412B-45E566DF5813}"/>
                  </a:ext>
                </a:extLst>
              </p:cNvPr>
              <p:cNvSpPr/>
              <p:nvPr/>
            </p:nvSpPr>
            <p:spPr>
              <a:xfrm>
                <a:off x="6042110" y="4771124"/>
                <a:ext cx="28356" cy="28397"/>
              </a:xfrm>
              <a:custGeom>
                <a:avLst/>
                <a:gdLst>
                  <a:gd name="connsiteX0" fmla="*/ 14296 w 28356"/>
                  <a:gd name="connsiteY0" fmla="*/ 28515 h 28397"/>
                  <a:gd name="connsiteX1" fmla="*/ 24321 w 28356"/>
                  <a:gd name="connsiteY1" fmla="*/ 24356 h 28397"/>
                  <a:gd name="connsiteX2" fmla="*/ 28474 w 28356"/>
                  <a:gd name="connsiteY2" fmla="*/ 14316 h 28397"/>
                  <a:gd name="connsiteX3" fmla="*/ 24321 w 28356"/>
                  <a:gd name="connsiteY3" fmla="*/ 4275 h 28397"/>
                  <a:gd name="connsiteX4" fmla="*/ 14296 w 28356"/>
                  <a:gd name="connsiteY4" fmla="*/ 117 h 28397"/>
                  <a:gd name="connsiteX5" fmla="*/ 4270 w 28356"/>
                  <a:gd name="connsiteY5" fmla="*/ 4275 h 28397"/>
                  <a:gd name="connsiteX6" fmla="*/ 117 w 28356"/>
                  <a:gd name="connsiteY6" fmla="*/ 14316 h 28397"/>
                  <a:gd name="connsiteX7" fmla="*/ 4270 w 28356"/>
                  <a:gd name="connsiteY7" fmla="*/ 24356 h 28397"/>
                  <a:gd name="connsiteX8" fmla="*/ 14296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515"/>
                    </a:moveTo>
                    <a:cubicBezTo>
                      <a:pt x="18056" y="28515"/>
                      <a:pt x="21663" y="27018"/>
                      <a:pt x="24321" y="24356"/>
                    </a:cubicBezTo>
                    <a:cubicBezTo>
                      <a:pt x="26980" y="21693"/>
                      <a:pt x="28474" y="18081"/>
                      <a:pt x="28474" y="14316"/>
                    </a:cubicBezTo>
                    <a:cubicBezTo>
                      <a:pt x="28474" y="10550"/>
                      <a:pt x="26980" y="6938"/>
                      <a:pt x="24321" y="4275"/>
                    </a:cubicBezTo>
                    <a:cubicBezTo>
                      <a:pt x="21663" y="1613"/>
                      <a:pt x="18056" y="117"/>
                      <a:pt x="14296" y="117"/>
                    </a:cubicBezTo>
                    <a:cubicBezTo>
                      <a:pt x="10536" y="117"/>
                      <a:pt x="6929" y="1613"/>
                      <a:pt x="4270" y="4275"/>
                    </a:cubicBezTo>
                    <a:cubicBezTo>
                      <a:pt x="1611" y="6938"/>
                      <a:pt x="117" y="10550"/>
                      <a:pt x="117" y="14316"/>
                    </a:cubicBezTo>
                    <a:cubicBezTo>
                      <a:pt x="117" y="18081"/>
                      <a:pt x="1611" y="21693"/>
                      <a:pt x="4270" y="24356"/>
                    </a:cubicBezTo>
                    <a:cubicBezTo>
                      <a:pt x="6929" y="27018"/>
                      <a:pt x="10536" y="28515"/>
                      <a:pt x="14296" y="2851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4" name="Freeform: Shape 1173">
                <a:extLst>
                  <a:ext uri="{FF2B5EF4-FFF2-40B4-BE49-F238E27FC236}">
                    <a16:creationId xmlns:a16="http://schemas.microsoft.com/office/drawing/2014/main" id="{47D5B314-AC0E-A78D-49BE-29F4A3A6065B}"/>
                  </a:ext>
                </a:extLst>
              </p:cNvPr>
              <p:cNvSpPr/>
              <p:nvPr/>
            </p:nvSpPr>
            <p:spPr>
              <a:xfrm>
                <a:off x="6034349" y="5007750"/>
                <a:ext cx="28356" cy="28397"/>
              </a:xfrm>
              <a:custGeom>
                <a:avLst/>
                <a:gdLst>
                  <a:gd name="connsiteX0" fmla="*/ 14295 w 28356"/>
                  <a:gd name="connsiteY0" fmla="*/ 28533 h 28397"/>
                  <a:gd name="connsiteX1" fmla="*/ 24321 w 28356"/>
                  <a:gd name="connsiteY1" fmla="*/ 24374 h 28397"/>
                  <a:gd name="connsiteX2" fmla="*/ 28474 w 28356"/>
                  <a:gd name="connsiteY2" fmla="*/ 14334 h 28397"/>
                  <a:gd name="connsiteX3" fmla="*/ 24321 w 28356"/>
                  <a:gd name="connsiteY3" fmla="*/ 4294 h 28397"/>
                  <a:gd name="connsiteX4" fmla="*/ 14295 w 28356"/>
                  <a:gd name="connsiteY4" fmla="*/ 135 h 28397"/>
                  <a:gd name="connsiteX5" fmla="*/ 4270 w 28356"/>
                  <a:gd name="connsiteY5" fmla="*/ 4294 h 28397"/>
                  <a:gd name="connsiteX6" fmla="*/ 117 w 28356"/>
                  <a:gd name="connsiteY6" fmla="*/ 14334 h 28397"/>
                  <a:gd name="connsiteX7" fmla="*/ 4270 w 28356"/>
                  <a:gd name="connsiteY7" fmla="*/ 24374 h 28397"/>
                  <a:gd name="connsiteX8" fmla="*/ 1429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33"/>
                    </a:moveTo>
                    <a:cubicBezTo>
                      <a:pt x="18055" y="28533"/>
                      <a:pt x="21662" y="27037"/>
                      <a:pt x="24321" y="24374"/>
                    </a:cubicBezTo>
                    <a:cubicBezTo>
                      <a:pt x="26980" y="21712"/>
                      <a:pt x="28474" y="18100"/>
                      <a:pt x="28474" y="14334"/>
                    </a:cubicBezTo>
                    <a:cubicBezTo>
                      <a:pt x="28474" y="10569"/>
                      <a:pt x="26980" y="6957"/>
                      <a:pt x="24321" y="4294"/>
                    </a:cubicBezTo>
                    <a:cubicBezTo>
                      <a:pt x="21662" y="1631"/>
                      <a:pt x="18055" y="135"/>
                      <a:pt x="14295" y="135"/>
                    </a:cubicBezTo>
                    <a:cubicBezTo>
                      <a:pt x="10535" y="135"/>
                      <a:pt x="6928" y="1631"/>
                      <a:pt x="4270" y="4294"/>
                    </a:cubicBezTo>
                    <a:cubicBezTo>
                      <a:pt x="1611" y="6957"/>
                      <a:pt x="117" y="10569"/>
                      <a:pt x="117" y="14334"/>
                    </a:cubicBezTo>
                    <a:cubicBezTo>
                      <a:pt x="117" y="18100"/>
                      <a:pt x="1611" y="21712"/>
                      <a:pt x="4270" y="24374"/>
                    </a:cubicBezTo>
                    <a:cubicBezTo>
                      <a:pt x="6928" y="27037"/>
                      <a:pt x="10535" y="28533"/>
                      <a:pt x="14295"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5" name="Freeform: Shape 1174">
                <a:extLst>
                  <a:ext uri="{FF2B5EF4-FFF2-40B4-BE49-F238E27FC236}">
                    <a16:creationId xmlns:a16="http://schemas.microsoft.com/office/drawing/2014/main" id="{E4062D31-036C-7C11-EDFE-CA3DE0A6952E}"/>
                  </a:ext>
                </a:extLst>
              </p:cNvPr>
              <p:cNvSpPr/>
              <p:nvPr/>
            </p:nvSpPr>
            <p:spPr>
              <a:xfrm>
                <a:off x="6026587" y="4764393"/>
                <a:ext cx="28356" cy="28397"/>
              </a:xfrm>
              <a:custGeom>
                <a:avLst/>
                <a:gdLst>
                  <a:gd name="connsiteX0" fmla="*/ 14295 w 28356"/>
                  <a:gd name="connsiteY0" fmla="*/ 28514 h 28397"/>
                  <a:gd name="connsiteX1" fmla="*/ 24320 w 28356"/>
                  <a:gd name="connsiteY1" fmla="*/ 24355 h 28397"/>
                  <a:gd name="connsiteX2" fmla="*/ 28473 w 28356"/>
                  <a:gd name="connsiteY2" fmla="*/ 14315 h 28397"/>
                  <a:gd name="connsiteX3" fmla="*/ 24320 w 28356"/>
                  <a:gd name="connsiteY3" fmla="*/ 4275 h 28397"/>
                  <a:gd name="connsiteX4" fmla="*/ 14295 w 28356"/>
                  <a:gd name="connsiteY4" fmla="*/ 116 h 28397"/>
                  <a:gd name="connsiteX5" fmla="*/ 4269 w 28356"/>
                  <a:gd name="connsiteY5" fmla="*/ 4275 h 28397"/>
                  <a:gd name="connsiteX6" fmla="*/ 116 w 28356"/>
                  <a:gd name="connsiteY6" fmla="*/ 14315 h 28397"/>
                  <a:gd name="connsiteX7" fmla="*/ 4269 w 28356"/>
                  <a:gd name="connsiteY7" fmla="*/ 24355 h 28397"/>
                  <a:gd name="connsiteX8" fmla="*/ 14295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14"/>
                    </a:moveTo>
                    <a:cubicBezTo>
                      <a:pt x="18055" y="28514"/>
                      <a:pt x="21661" y="27018"/>
                      <a:pt x="24320" y="24355"/>
                    </a:cubicBezTo>
                    <a:cubicBezTo>
                      <a:pt x="26979" y="21693"/>
                      <a:pt x="28473" y="18081"/>
                      <a:pt x="28473" y="14315"/>
                    </a:cubicBezTo>
                    <a:cubicBezTo>
                      <a:pt x="28473" y="10549"/>
                      <a:pt x="26979" y="6938"/>
                      <a:pt x="24320" y="4275"/>
                    </a:cubicBezTo>
                    <a:cubicBezTo>
                      <a:pt x="21661" y="1612"/>
                      <a:pt x="18055" y="116"/>
                      <a:pt x="14295" y="116"/>
                    </a:cubicBezTo>
                    <a:cubicBezTo>
                      <a:pt x="10534" y="116"/>
                      <a:pt x="6928" y="1612"/>
                      <a:pt x="4269" y="4275"/>
                    </a:cubicBezTo>
                    <a:cubicBezTo>
                      <a:pt x="1610" y="6938"/>
                      <a:pt x="116" y="10549"/>
                      <a:pt x="116" y="14315"/>
                    </a:cubicBezTo>
                    <a:cubicBezTo>
                      <a:pt x="116" y="18081"/>
                      <a:pt x="1610" y="21693"/>
                      <a:pt x="4269" y="24355"/>
                    </a:cubicBezTo>
                    <a:cubicBezTo>
                      <a:pt x="6928" y="27018"/>
                      <a:pt x="10534" y="28514"/>
                      <a:pt x="14295" y="2851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6" name="Freeform: Shape 1175">
                <a:extLst>
                  <a:ext uri="{FF2B5EF4-FFF2-40B4-BE49-F238E27FC236}">
                    <a16:creationId xmlns:a16="http://schemas.microsoft.com/office/drawing/2014/main" id="{1A27CB9B-7800-A5D9-56FC-4146AB72E726}"/>
                  </a:ext>
                </a:extLst>
              </p:cNvPr>
              <p:cNvSpPr/>
              <p:nvPr/>
            </p:nvSpPr>
            <p:spPr>
              <a:xfrm>
                <a:off x="6018826" y="5016272"/>
                <a:ext cx="28356" cy="28397"/>
              </a:xfrm>
              <a:custGeom>
                <a:avLst/>
                <a:gdLst>
                  <a:gd name="connsiteX0" fmla="*/ 14294 w 28356"/>
                  <a:gd name="connsiteY0" fmla="*/ 28534 h 28397"/>
                  <a:gd name="connsiteX1" fmla="*/ 24320 w 28356"/>
                  <a:gd name="connsiteY1" fmla="*/ 24375 h 28397"/>
                  <a:gd name="connsiteX2" fmla="*/ 28472 w 28356"/>
                  <a:gd name="connsiteY2" fmla="*/ 14335 h 28397"/>
                  <a:gd name="connsiteX3" fmla="*/ 24320 w 28356"/>
                  <a:gd name="connsiteY3" fmla="*/ 4295 h 28397"/>
                  <a:gd name="connsiteX4" fmla="*/ 14294 w 28356"/>
                  <a:gd name="connsiteY4" fmla="*/ 136 h 28397"/>
                  <a:gd name="connsiteX5" fmla="*/ 4268 w 28356"/>
                  <a:gd name="connsiteY5" fmla="*/ 4295 h 28397"/>
                  <a:gd name="connsiteX6" fmla="*/ 116 w 28356"/>
                  <a:gd name="connsiteY6" fmla="*/ 14335 h 28397"/>
                  <a:gd name="connsiteX7" fmla="*/ 4268 w 28356"/>
                  <a:gd name="connsiteY7" fmla="*/ 24375 h 28397"/>
                  <a:gd name="connsiteX8" fmla="*/ 1429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4" y="28534"/>
                    </a:moveTo>
                    <a:cubicBezTo>
                      <a:pt x="18054" y="28534"/>
                      <a:pt x="21661" y="27038"/>
                      <a:pt x="24320" y="24375"/>
                    </a:cubicBezTo>
                    <a:cubicBezTo>
                      <a:pt x="26978" y="21712"/>
                      <a:pt x="28472" y="18100"/>
                      <a:pt x="28472" y="14335"/>
                    </a:cubicBezTo>
                    <a:cubicBezTo>
                      <a:pt x="28472" y="10569"/>
                      <a:pt x="26978" y="6957"/>
                      <a:pt x="24320" y="4295"/>
                    </a:cubicBezTo>
                    <a:cubicBezTo>
                      <a:pt x="21661" y="1632"/>
                      <a:pt x="18054" y="136"/>
                      <a:pt x="14294" y="136"/>
                    </a:cubicBezTo>
                    <a:cubicBezTo>
                      <a:pt x="10534" y="136"/>
                      <a:pt x="6927" y="1632"/>
                      <a:pt x="4268" y="4295"/>
                    </a:cubicBezTo>
                    <a:cubicBezTo>
                      <a:pt x="1609" y="6957"/>
                      <a:pt x="116" y="10569"/>
                      <a:pt x="116" y="14335"/>
                    </a:cubicBezTo>
                    <a:cubicBezTo>
                      <a:pt x="116" y="18100"/>
                      <a:pt x="1609" y="21712"/>
                      <a:pt x="4268" y="24375"/>
                    </a:cubicBezTo>
                    <a:cubicBezTo>
                      <a:pt x="6927" y="27038"/>
                      <a:pt x="10534" y="28534"/>
                      <a:pt x="14294"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7" name="Freeform: Shape 1176">
                <a:extLst>
                  <a:ext uri="{FF2B5EF4-FFF2-40B4-BE49-F238E27FC236}">
                    <a16:creationId xmlns:a16="http://schemas.microsoft.com/office/drawing/2014/main" id="{46CAC9EF-9CFF-6F74-D8CE-1F5E9F0CD278}"/>
                  </a:ext>
                </a:extLst>
              </p:cNvPr>
              <p:cNvSpPr/>
              <p:nvPr/>
            </p:nvSpPr>
            <p:spPr>
              <a:xfrm>
                <a:off x="6011078" y="5004067"/>
                <a:ext cx="28356" cy="28397"/>
              </a:xfrm>
              <a:custGeom>
                <a:avLst/>
                <a:gdLst>
                  <a:gd name="connsiteX0" fmla="*/ 14293 w 28356"/>
                  <a:gd name="connsiteY0" fmla="*/ 28533 h 28397"/>
                  <a:gd name="connsiteX1" fmla="*/ 24319 w 28356"/>
                  <a:gd name="connsiteY1" fmla="*/ 24374 h 28397"/>
                  <a:gd name="connsiteX2" fmla="*/ 28472 w 28356"/>
                  <a:gd name="connsiteY2" fmla="*/ 14334 h 28397"/>
                  <a:gd name="connsiteX3" fmla="*/ 24319 w 28356"/>
                  <a:gd name="connsiteY3" fmla="*/ 4294 h 28397"/>
                  <a:gd name="connsiteX4" fmla="*/ 14293 w 28356"/>
                  <a:gd name="connsiteY4" fmla="*/ 135 h 28397"/>
                  <a:gd name="connsiteX5" fmla="*/ 4268 w 28356"/>
                  <a:gd name="connsiteY5" fmla="*/ 4294 h 28397"/>
                  <a:gd name="connsiteX6" fmla="*/ 115 w 28356"/>
                  <a:gd name="connsiteY6" fmla="*/ 14334 h 28397"/>
                  <a:gd name="connsiteX7" fmla="*/ 4268 w 28356"/>
                  <a:gd name="connsiteY7" fmla="*/ 24374 h 28397"/>
                  <a:gd name="connsiteX8" fmla="*/ 1429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33"/>
                    </a:moveTo>
                    <a:cubicBezTo>
                      <a:pt x="18053" y="28533"/>
                      <a:pt x="21660" y="27037"/>
                      <a:pt x="24319" y="24374"/>
                    </a:cubicBezTo>
                    <a:cubicBezTo>
                      <a:pt x="26978" y="21711"/>
                      <a:pt x="28472" y="18100"/>
                      <a:pt x="28472" y="14334"/>
                    </a:cubicBezTo>
                    <a:cubicBezTo>
                      <a:pt x="28472" y="10568"/>
                      <a:pt x="26978" y="6956"/>
                      <a:pt x="24319" y="4294"/>
                    </a:cubicBezTo>
                    <a:cubicBezTo>
                      <a:pt x="21660" y="1631"/>
                      <a:pt x="18053" y="135"/>
                      <a:pt x="14293" y="135"/>
                    </a:cubicBezTo>
                    <a:cubicBezTo>
                      <a:pt x="10533" y="135"/>
                      <a:pt x="6927" y="1631"/>
                      <a:pt x="4268" y="4294"/>
                    </a:cubicBezTo>
                    <a:cubicBezTo>
                      <a:pt x="1609" y="6956"/>
                      <a:pt x="115" y="10568"/>
                      <a:pt x="115" y="14334"/>
                    </a:cubicBezTo>
                    <a:cubicBezTo>
                      <a:pt x="115" y="18100"/>
                      <a:pt x="1609" y="21711"/>
                      <a:pt x="4268" y="24374"/>
                    </a:cubicBezTo>
                    <a:cubicBezTo>
                      <a:pt x="6927" y="27037"/>
                      <a:pt x="10533" y="28533"/>
                      <a:pt x="14293"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8" name="Freeform: Shape 1177">
                <a:extLst>
                  <a:ext uri="{FF2B5EF4-FFF2-40B4-BE49-F238E27FC236}">
                    <a16:creationId xmlns:a16="http://schemas.microsoft.com/office/drawing/2014/main" id="{5DF47959-1B09-8D86-D8D1-2280993DDBB9}"/>
                  </a:ext>
                </a:extLst>
              </p:cNvPr>
              <p:cNvSpPr/>
              <p:nvPr/>
            </p:nvSpPr>
            <p:spPr>
              <a:xfrm>
                <a:off x="6003317" y="4944314"/>
                <a:ext cx="28356" cy="28397"/>
              </a:xfrm>
              <a:custGeom>
                <a:avLst/>
                <a:gdLst>
                  <a:gd name="connsiteX0" fmla="*/ 14293 w 28356"/>
                  <a:gd name="connsiteY0" fmla="*/ 28528 h 28397"/>
                  <a:gd name="connsiteX1" fmla="*/ 24318 w 28356"/>
                  <a:gd name="connsiteY1" fmla="*/ 24369 h 28397"/>
                  <a:gd name="connsiteX2" fmla="*/ 28471 w 28356"/>
                  <a:gd name="connsiteY2" fmla="*/ 14329 h 28397"/>
                  <a:gd name="connsiteX3" fmla="*/ 24318 w 28356"/>
                  <a:gd name="connsiteY3" fmla="*/ 4289 h 28397"/>
                  <a:gd name="connsiteX4" fmla="*/ 14293 w 28356"/>
                  <a:gd name="connsiteY4" fmla="*/ 130 h 28397"/>
                  <a:gd name="connsiteX5" fmla="*/ 4267 w 28356"/>
                  <a:gd name="connsiteY5" fmla="*/ 4289 h 28397"/>
                  <a:gd name="connsiteX6" fmla="*/ 114 w 28356"/>
                  <a:gd name="connsiteY6" fmla="*/ 14329 h 28397"/>
                  <a:gd name="connsiteX7" fmla="*/ 4267 w 28356"/>
                  <a:gd name="connsiteY7" fmla="*/ 24369 h 28397"/>
                  <a:gd name="connsiteX8" fmla="*/ 14293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28"/>
                    </a:moveTo>
                    <a:cubicBezTo>
                      <a:pt x="18053" y="28528"/>
                      <a:pt x="21660" y="27032"/>
                      <a:pt x="24318" y="24369"/>
                    </a:cubicBezTo>
                    <a:cubicBezTo>
                      <a:pt x="26977" y="21707"/>
                      <a:pt x="28471" y="18095"/>
                      <a:pt x="28471" y="14329"/>
                    </a:cubicBezTo>
                    <a:cubicBezTo>
                      <a:pt x="28471" y="10564"/>
                      <a:pt x="26977" y="6952"/>
                      <a:pt x="24318" y="4289"/>
                    </a:cubicBezTo>
                    <a:cubicBezTo>
                      <a:pt x="21660" y="1626"/>
                      <a:pt x="18053" y="130"/>
                      <a:pt x="14293" y="130"/>
                    </a:cubicBezTo>
                    <a:cubicBezTo>
                      <a:pt x="10533" y="130"/>
                      <a:pt x="6926" y="1626"/>
                      <a:pt x="4267" y="4289"/>
                    </a:cubicBezTo>
                    <a:cubicBezTo>
                      <a:pt x="1608" y="6952"/>
                      <a:pt x="114" y="10564"/>
                      <a:pt x="114" y="14329"/>
                    </a:cubicBezTo>
                    <a:cubicBezTo>
                      <a:pt x="114" y="18095"/>
                      <a:pt x="1608" y="21707"/>
                      <a:pt x="4267" y="24369"/>
                    </a:cubicBezTo>
                    <a:cubicBezTo>
                      <a:pt x="6926" y="27032"/>
                      <a:pt x="10533" y="28528"/>
                      <a:pt x="14293"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79" name="Freeform: Shape 1178">
                <a:extLst>
                  <a:ext uri="{FF2B5EF4-FFF2-40B4-BE49-F238E27FC236}">
                    <a16:creationId xmlns:a16="http://schemas.microsoft.com/office/drawing/2014/main" id="{CDAA1A0C-6981-16A0-3EBA-C81FCECAD968}"/>
                  </a:ext>
                </a:extLst>
              </p:cNvPr>
              <p:cNvSpPr/>
              <p:nvPr/>
            </p:nvSpPr>
            <p:spPr>
              <a:xfrm>
                <a:off x="5995556" y="4763580"/>
                <a:ext cx="28356" cy="28397"/>
              </a:xfrm>
              <a:custGeom>
                <a:avLst/>
                <a:gdLst>
                  <a:gd name="connsiteX0" fmla="*/ 14292 w 28356"/>
                  <a:gd name="connsiteY0" fmla="*/ 28514 h 28397"/>
                  <a:gd name="connsiteX1" fmla="*/ 24318 w 28356"/>
                  <a:gd name="connsiteY1" fmla="*/ 24355 h 28397"/>
                  <a:gd name="connsiteX2" fmla="*/ 28470 w 28356"/>
                  <a:gd name="connsiteY2" fmla="*/ 14315 h 28397"/>
                  <a:gd name="connsiteX3" fmla="*/ 24318 w 28356"/>
                  <a:gd name="connsiteY3" fmla="*/ 4275 h 28397"/>
                  <a:gd name="connsiteX4" fmla="*/ 14292 w 28356"/>
                  <a:gd name="connsiteY4" fmla="*/ 116 h 28397"/>
                  <a:gd name="connsiteX5" fmla="*/ 4266 w 28356"/>
                  <a:gd name="connsiteY5" fmla="*/ 4275 h 28397"/>
                  <a:gd name="connsiteX6" fmla="*/ 114 w 28356"/>
                  <a:gd name="connsiteY6" fmla="*/ 14315 h 28397"/>
                  <a:gd name="connsiteX7" fmla="*/ 4266 w 28356"/>
                  <a:gd name="connsiteY7" fmla="*/ 24355 h 28397"/>
                  <a:gd name="connsiteX8" fmla="*/ 14292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2" y="28514"/>
                    </a:moveTo>
                    <a:cubicBezTo>
                      <a:pt x="18052" y="28514"/>
                      <a:pt x="21659" y="27018"/>
                      <a:pt x="24318" y="24355"/>
                    </a:cubicBezTo>
                    <a:cubicBezTo>
                      <a:pt x="26977" y="21693"/>
                      <a:pt x="28470" y="18081"/>
                      <a:pt x="28470" y="14315"/>
                    </a:cubicBezTo>
                    <a:cubicBezTo>
                      <a:pt x="28470" y="10549"/>
                      <a:pt x="26977" y="6937"/>
                      <a:pt x="24318" y="4275"/>
                    </a:cubicBezTo>
                    <a:cubicBezTo>
                      <a:pt x="21659" y="1612"/>
                      <a:pt x="18052" y="116"/>
                      <a:pt x="14292" y="116"/>
                    </a:cubicBezTo>
                    <a:cubicBezTo>
                      <a:pt x="10532" y="116"/>
                      <a:pt x="6925" y="1612"/>
                      <a:pt x="4266" y="4275"/>
                    </a:cubicBezTo>
                    <a:cubicBezTo>
                      <a:pt x="1608" y="6937"/>
                      <a:pt x="114" y="10549"/>
                      <a:pt x="114" y="14315"/>
                    </a:cubicBezTo>
                    <a:cubicBezTo>
                      <a:pt x="114" y="18081"/>
                      <a:pt x="1608" y="21693"/>
                      <a:pt x="4266" y="24355"/>
                    </a:cubicBezTo>
                    <a:cubicBezTo>
                      <a:pt x="6925" y="27018"/>
                      <a:pt x="10532" y="28514"/>
                      <a:pt x="14292" y="2851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0" name="Freeform: Shape 1179">
                <a:extLst>
                  <a:ext uri="{FF2B5EF4-FFF2-40B4-BE49-F238E27FC236}">
                    <a16:creationId xmlns:a16="http://schemas.microsoft.com/office/drawing/2014/main" id="{BA4E3AB7-866C-E0E1-6075-344EAD154D75}"/>
                  </a:ext>
                </a:extLst>
              </p:cNvPr>
              <p:cNvSpPr/>
              <p:nvPr/>
            </p:nvSpPr>
            <p:spPr>
              <a:xfrm>
                <a:off x="5987795" y="5015281"/>
                <a:ext cx="28356" cy="28397"/>
              </a:xfrm>
              <a:custGeom>
                <a:avLst/>
                <a:gdLst>
                  <a:gd name="connsiteX0" fmla="*/ 14291 w 28356"/>
                  <a:gd name="connsiteY0" fmla="*/ 28534 h 28397"/>
                  <a:gd name="connsiteX1" fmla="*/ 24317 w 28356"/>
                  <a:gd name="connsiteY1" fmla="*/ 24375 h 28397"/>
                  <a:gd name="connsiteX2" fmla="*/ 28470 w 28356"/>
                  <a:gd name="connsiteY2" fmla="*/ 14335 h 28397"/>
                  <a:gd name="connsiteX3" fmla="*/ 24317 w 28356"/>
                  <a:gd name="connsiteY3" fmla="*/ 4295 h 28397"/>
                  <a:gd name="connsiteX4" fmla="*/ 14291 w 28356"/>
                  <a:gd name="connsiteY4" fmla="*/ 136 h 28397"/>
                  <a:gd name="connsiteX5" fmla="*/ 4266 w 28356"/>
                  <a:gd name="connsiteY5" fmla="*/ 4295 h 28397"/>
                  <a:gd name="connsiteX6" fmla="*/ 113 w 28356"/>
                  <a:gd name="connsiteY6" fmla="*/ 14335 h 28397"/>
                  <a:gd name="connsiteX7" fmla="*/ 4266 w 28356"/>
                  <a:gd name="connsiteY7" fmla="*/ 24375 h 28397"/>
                  <a:gd name="connsiteX8" fmla="*/ 1429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34"/>
                    </a:moveTo>
                    <a:cubicBezTo>
                      <a:pt x="18052" y="28534"/>
                      <a:pt x="21658" y="27038"/>
                      <a:pt x="24317" y="24375"/>
                    </a:cubicBezTo>
                    <a:cubicBezTo>
                      <a:pt x="26976" y="21712"/>
                      <a:pt x="28470" y="18100"/>
                      <a:pt x="28470" y="14335"/>
                    </a:cubicBezTo>
                    <a:cubicBezTo>
                      <a:pt x="28470" y="10569"/>
                      <a:pt x="26976" y="6957"/>
                      <a:pt x="24317" y="4295"/>
                    </a:cubicBezTo>
                    <a:cubicBezTo>
                      <a:pt x="21658" y="1632"/>
                      <a:pt x="18052" y="136"/>
                      <a:pt x="14291" y="136"/>
                    </a:cubicBezTo>
                    <a:cubicBezTo>
                      <a:pt x="10531" y="136"/>
                      <a:pt x="6925" y="1632"/>
                      <a:pt x="4266" y="4295"/>
                    </a:cubicBezTo>
                    <a:cubicBezTo>
                      <a:pt x="1607" y="6957"/>
                      <a:pt x="113" y="10569"/>
                      <a:pt x="113" y="14335"/>
                    </a:cubicBezTo>
                    <a:cubicBezTo>
                      <a:pt x="113" y="18100"/>
                      <a:pt x="1607" y="21712"/>
                      <a:pt x="4266" y="24375"/>
                    </a:cubicBezTo>
                    <a:cubicBezTo>
                      <a:pt x="6925" y="27038"/>
                      <a:pt x="10531" y="28534"/>
                      <a:pt x="14291"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1" name="Freeform: Shape 1180">
                <a:extLst>
                  <a:ext uri="{FF2B5EF4-FFF2-40B4-BE49-F238E27FC236}">
                    <a16:creationId xmlns:a16="http://schemas.microsoft.com/office/drawing/2014/main" id="{DE6CC993-31CF-D1A2-63DC-0D6D5312478B}"/>
                  </a:ext>
                </a:extLst>
              </p:cNvPr>
              <p:cNvSpPr/>
              <p:nvPr/>
            </p:nvSpPr>
            <p:spPr>
              <a:xfrm>
                <a:off x="5980033" y="5001489"/>
                <a:ext cx="28356" cy="28397"/>
              </a:xfrm>
              <a:custGeom>
                <a:avLst/>
                <a:gdLst>
                  <a:gd name="connsiteX0" fmla="*/ 14291 w 28356"/>
                  <a:gd name="connsiteY0" fmla="*/ 28533 h 28397"/>
                  <a:gd name="connsiteX1" fmla="*/ 24317 w 28356"/>
                  <a:gd name="connsiteY1" fmla="*/ 24374 h 28397"/>
                  <a:gd name="connsiteX2" fmla="*/ 28469 w 28356"/>
                  <a:gd name="connsiteY2" fmla="*/ 14334 h 28397"/>
                  <a:gd name="connsiteX3" fmla="*/ 24317 w 28356"/>
                  <a:gd name="connsiteY3" fmla="*/ 4293 h 28397"/>
                  <a:gd name="connsiteX4" fmla="*/ 14291 w 28356"/>
                  <a:gd name="connsiteY4" fmla="*/ 135 h 28397"/>
                  <a:gd name="connsiteX5" fmla="*/ 4265 w 28356"/>
                  <a:gd name="connsiteY5" fmla="*/ 4293 h 28397"/>
                  <a:gd name="connsiteX6" fmla="*/ 113 w 28356"/>
                  <a:gd name="connsiteY6" fmla="*/ 14334 h 28397"/>
                  <a:gd name="connsiteX7" fmla="*/ 4265 w 28356"/>
                  <a:gd name="connsiteY7" fmla="*/ 24374 h 28397"/>
                  <a:gd name="connsiteX8" fmla="*/ 14291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33"/>
                    </a:moveTo>
                    <a:cubicBezTo>
                      <a:pt x="18051" y="28533"/>
                      <a:pt x="21658" y="27037"/>
                      <a:pt x="24317" y="24374"/>
                    </a:cubicBezTo>
                    <a:cubicBezTo>
                      <a:pt x="26975" y="21711"/>
                      <a:pt x="28469" y="18099"/>
                      <a:pt x="28469" y="14334"/>
                    </a:cubicBezTo>
                    <a:cubicBezTo>
                      <a:pt x="28469" y="10568"/>
                      <a:pt x="26975" y="6956"/>
                      <a:pt x="24317" y="4293"/>
                    </a:cubicBezTo>
                    <a:cubicBezTo>
                      <a:pt x="21658" y="1631"/>
                      <a:pt x="18051" y="135"/>
                      <a:pt x="14291" y="135"/>
                    </a:cubicBezTo>
                    <a:cubicBezTo>
                      <a:pt x="10531" y="135"/>
                      <a:pt x="6924" y="1631"/>
                      <a:pt x="4265" y="4293"/>
                    </a:cubicBezTo>
                    <a:cubicBezTo>
                      <a:pt x="1606" y="6956"/>
                      <a:pt x="113" y="10568"/>
                      <a:pt x="113" y="14334"/>
                    </a:cubicBezTo>
                    <a:cubicBezTo>
                      <a:pt x="113" y="18099"/>
                      <a:pt x="1606" y="21711"/>
                      <a:pt x="4265" y="24374"/>
                    </a:cubicBezTo>
                    <a:cubicBezTo>
                      <a:pt x="6924" y="27037"/>
                      <a:pt x="10531" y="28533"/>
                      <a:pt x="14291"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2" name="Freeform: Shape 1181">
                <a:extLst>
                  <a:ext uri="{FF2B5EF4-FFF2-40B4-BE49-F238E27FC236}">
                    <a16:creationId xmlns:a16="http://schemas.microsoft.com/office/drawing/2014/main" id="{0CF6FFDE-257B-1732-955A-99BC29FBC797}"/>
                  </a:ext>
                </a:extLst>
              </p:cNvPr>
              <p:cNvSpPr/>
              <p:nvPr/>
            </p:nvSpPr>
            <p:spPr>
              <a:xfrm>
                <a:off x="5972285" y="5003915"/>
                <a:ext cx="28356" cy="28397"/>
              </a:xfrm>
              <a:custGeom>
                <a:avLst/>
                <a:gdLst>
                  <a:gd name="connsiteX0" fmla="*/ 14290 w 28356"/>
                  <a:gd name="connsiteY0" fmla="*/ 28533 h 28397"/>
                  <a:gd name="connsiteX1" fmla="*/ 24316 w 28356"/>
                  <a:gd name="connsiteY1" fmla="*/ 24374 h 28397"/>
                  <a:gd name="connsiteX2" fmla="*/ 28469 w 28356"/>
                  <a:gd name="connsiteY2" fmla="*/ 14334 h 28397"/>
                  <a:gd name="connsiteX3" fmla="*/ 24316 w 28356"/>
                  <a:gd name="connsiteY3" fmla="*/ 4294 h 28397"/>
                  <a:gd name="connsiteX4" fmla="*/ 14290 w 28356"/>
                  <a:gd name="connsiteY4" fmla="*/ 135 h 28397"/>
                  <a:gd name="connsiteX5" fmla="*/ 4265 w 28356"/>
                  <a:gd name="connsiteY5" fmla="*/ 4294 h 28397"/>
                  <a:gd name="connsiteX6" fmla="*/ 112 w 28356"/>
                  <a:gd name="connsiteY6" fmla="*/ 14334 h 28397"/>
                  <a:gd name="connsiteX7" fmla="*/ 4265 w 28356"/>
                  <a:gd name="connsiteY7" fmla="*/ 24374 h 28397"/>
                  <a:gd name="connsiteX8" fmla="*/ 1429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33"/>
                    </a:moveTo>
                    <a:cubicBezTo>
                      <a:pt x="18050" y="28533"/>
                      <a:pt x="21657" y="27037"/>
                      <a:pt x="24316" y="24374"/>
                    </a:cubicBezTo>
                    <a:cubicBezTo>
                      <a:pt x="26975" y="21711"/>
                      <a:pt x="28469" y="18100"/>
                      <a:pt x="28469" y="14334"/>
                    </a:cubicBezTo>
                    <a:cubicBezTo>
                      <a:pt x="28469" y="10568"/>
                      <a:pt x="26975" y="6956"/>
                      <a:pt x="24316" y="4294"/>
                    </a:cubicBezTo>
                    <a:cubicBezTo>
                      <a:pt x="21657" y="1631"/>
                      <a:pt x="18050" y="135"/>
                      <a:pt x="14290" y="135"/>
                    </a:cubicBezTo>
                    <a:cubicBezTo>
                      <a:pt x="10530" y="135"/>
                      <a:pt x="6923" y="1631"/>
                      <a:pt x="4265" y="4294"/>
                    </a:cubicBezTo>
                    <a:cubicBezTo>
                      <a:pt x="1606" y="6956"/>
                      <a:pt x="112" y="10568"/>
                      <a:pt x="112" y="14334"/>
                    </a:cubicBezTo>
                    <a:cubicBezTo>
                      <a:pt x="112" y="18100"/>
                      <a:pt x="1606" y="21711"/>
                      <a:pt x="4265" y="24374"/>
                    </a:cubicBezTo>
                    <a:cubicBezTo>
                      <a:pt x="6923" y="27037"/>
                      <a:pt x="10530" y="28533"/>
                      <a:pt x="14290"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3" name="Freeform: Shape 1182">
                <a:extLst>
                  <a:ext uri="{FF2B5EF4-FFF2-40B4-BE49-F238E27FC236}">
                    <a16:creationId xmlns:a16="http://schemas.microsoft.com/office/drawing/2014/main" id="{1D5216EF-B26B-DB73-0766-FCDBEF8C547F}"/>
                  </a:ext>
                </a:extLst>
              </p:cNvPr>
              <p:cNvSpPr/>
              <p:nvPr/>
            </p:nvSpPr>
            <p:spPr>
              <a:xfrm>
                <a:off x="5964524" y="4910062"/>
                <a:ext cx="28356" cy="28397"/>
              </a:xfrm>
              <a:custGeom>
                <a:avLst/>
                <a:gdLst>
                  <a:gd name="connsiteX0" fmla="*/ 14290 w 28356"/>
                  <a:gd name="connsiteY0" fmla="*/ 28525 h 28397"/>
                  <a:gd name="connsiteX1" fmla="*/ 24315 w 28356"/>
                  <a:gd name="connsiteY1" fmla="*/ 24367 h 28397"/>
                  <a:gd name="connsiteX2" fmla="*/ 28468 w 28356"/>
                  <a:gd name="connsiteY2" fmla="*/ 14327 h 28397"/>
                  <a:gd name="connsiteX3" fmla="*/ 24315 w 28356"/>
                  <a:gd name="connsiteY3" fmla="*/ 4286 h 28397"/>
                  <a:gd name="connsiteX4" fmla="*/ 14290 w 28356"/>
                  <a:gd name="connsiteY4" fmla="*/ 128 h 28397"/>
                  <a:gd name="connsiteX5" fmla="*/ 4264 w 28356"/>
                  <a:gd name="connsiteY5" fmla="*/ 4286 h 28397"/>
                  <a:gd name="connsiteX6" fmla="*/ 111 w 28356"/>
                  <a:gd name="connsiteY6" fmla="*/ 14327 h 28397"/>
                  <a:gd name="connsiteX7" fmla="*/ 4264 w 28356"/>
                  <a:gd name="connsiteY7" fmla="*/ 24367 h 28397"/>
                  <a:gd name="connsiteX8" fmla="*/ 14290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25"/>
                    </a:moveTo>
                    <a:cubicBezTo>
                      <a:pt x="18050" y="28525"/>
                      <a:pt x="21656" y="27029"/>
                      <a:pt x="24315" y="24367"/>
                    </a:cubicBezTo>
                    <a:cubicBezTo>
                      <a:pt x="26974" y="21704"/>
                      <a:pt x="28468" y="18092"/>
                      <a:pt x="28468" y="14327"/>
                    </a:cubicBezTo>
                    <a:cubicBezTo>
                      <a:pt x="28468" y="10561"/>
                      <a:pt x="26974" y="6949"/>
                      <a:pt x="24315" y="4286"/>
                    </a:cubicBezTo>
                    <a:cubicBezTo>
                      <a:pt x="21656" y="1624"/>
                      <a:pt x="18050" y="128"/>
                      <a:pt x="14290" y="128"/>
                    </a:cubicBezTo>
                    <a:cubicBezTo>
                      <a:pt x="10530" y="128"/>
                      <a:pt x="6923" y="1624"/>
                      <a:pt x="4264" y="4286"/>
                    </a:cubicBezTo>
                    <a:cubicBezTo>
                      <a:pt x="1605" y="6949"/>
                      <a:pt x="111" y="10561"/>
                      <a:pt x="111" y="14327"/>
                    </a:cubicBezTo>
                    <a:cubicBezTo>
                      <a:pt x="111" y="18092"/>
                      <a:pt x="1605" y="21704"/>
                      <a:pt x="4264" y="24367"/>
                    </a:cubicBezTo>
                    <a:cubicBezTo>
                      <a:pt x="6923" y="27029"/>
                      <a:pt x="10530" y="28525"/>
                      <a:pt x="14290"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4" name="Freeform: Shape 1183">
                <a:extLst>
                  <a:ext uri="{FF2B5EF4-FFF2-40B4-BE49-F238E27FC236}">
                    <a16:creationId xmlns:a16="http://schemas.microsoft.com/office/drawing/2014/main" id="{D9899970-7FB5-7B4F-DA73-62C15390C301}"/>
                  </a:ext>
                </a:extLst>
              </p:cNvPr>
              <p:cNvSpPr/>
              <p:nvPr/>
            </p:nvSpPr>
            <p:spPr>
              <a:xfrm>
                <a:off x="5956763" y="4998822"/>
                <a:ext cx="28356" cy="28397"/>
              </a:xfrm>
              <a:custGeom>
                <a:avLst/>
                <a:gdLst>
                  <a:gd name="connsiteX0" fmla="*/ 14289 w 28356"/>
                  <a:gd name="connsiteY0" fmla="*/ 28532 h 28397"/>
                  <a:gd name="connsiteX1" fmla="*/ 24315 w 28356"/>
                  <a:gd name="connsiteY1" fmla="*/ 24374 h 28397"/>
                  <a:gd name="connsiteX2" fmla="*/ 28467 w 28356"/>
                  <a:gd name="connsiteY2" fmla="*/ 14333 h 28397"/>
                  <a:gd name="connsiteX3" fmla="*/ 24315 w 28356"/>
                  <a:gd name="connsiteY3" fmla="*/ 4293 h 28397"/>
                  <a:gd name="connsiteX4" fmla="*/ 14289 w 28356"/>
                  <a:gd name="connsiteY4" fmla="*/ 135 h 28397"/>
                  <a:gd name="connsiteX5" fmla="*/ 4263 w 28356"/>
                  <a:gd name="connsiteY5" fmla="*/ 4293 h 28397"/>
                  <a:gd name="connsiteX6" fmla="*/ 111 w 28356"/>
                  <a:gd name="connsiteY6" fmla="*/ 14333 h 28397"/>
                  <a:gd name="connsiteX7" fmla="*/ 4263 w 28356"/>
                  <a:gd name="connsiteY7" fmla="*/ 24374 h 28397"/>
                  <a:gd name="connsiteX8" fmla="*/ 14289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9" y="28532"/>
                    </a:moveTo>
                    <a:cubicBezTo>
                      <a:pt x="18049" y="28532"/>
                      <a:pt x="21656" y="27036"/>
                      <a:pt x="24315" y="24374"/>
                    </a:cubicBezTo>
                    <a:cubicBezTo>
                      <a:pt x="26974" y="21711"/>
                      <a:pt x="28467" y="18099"/>
                      <a:pt x="28467" y="14333"/>
                    </a:cubicBezTo>
                    <a:cubicBezTo>
                      <a:pt x="28467" y="10568"/>
                      <a:pt x="26974" y="6956"/>
                      <a:pt x="24315" y="4293"/>
                    </a:cubicBezTo>
                    <a:cubicBezTo>
                      <a:pt x="21656" y="1631"/>
                      <a:pt x="18049" y="135"/>
                      <a:pt x="14289" y="135"/>
                    </a:cubicBezTo>
                    <a:cubicBezTo>
                      <a:pt x="10529" y="135"/>
                      <a:pt x="6922" y="1631"/>
                      <a:pt x="4263" y="4293"/>
                    </a:cubicBezTo>
                    <a:cubicBezTo>
                      <a:pt x="1605" y="6956"/>
                      <a:pt x="111" y="10568"/>
                      <a:pt x="111" y="14333"/>
                    </a:cubicBezTo>
                    <a:cubicBezTo>
                      <a:pt x="111" y="18099"/>
                      <a:pt x="1605" y="21711"/>
                      <a:pt x="4263" y="24374"/>
                    </a:cubicBezTo>
                    <a:cubicBezTo>
                      <a:pt x="6922" y="27036"/>
                      <a:pt x="10529" y="28532"/>
                      <a:pt x="14289"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5" name="Freeform: Shape 1184">
                <a:extLst>
                  <a:ext uri="{FF2B5EF4-FFF2-40B4-BE49-F238E27FC236}">
                    <a16:creationId xmlns:a16="http://schemas.microsoft.com/office/drawing/2014/main" id="{AE447C03-348D-28FD-BE15-7FF6FDFBA4E5}"/>
                  </a:ext>
                </a:extLst>
              </p:cNvPr>
              <p:cNvSpPr/>
              <p:nvPr/>
            </p:nvSpPr>
            <p:spPr>
              <a:xfrm>
                <a:off x="5949002" y="4900130"/>
                <a:ext cx="28356" cy="28397"/>
              </a:xfrm>
              <a:custGeom>
                <a:avLst/>
                <a:gdLst>
                  <a:gd name="connsiteX0" fmla="*/ 14288 w 28356"/>
                  <a:gd name="connsiteY0" fmla="*/ 28525 h 28397"/>
                  <a:gd name="connsiteX1" fmla="*/ 24314 w 28356"/>
                  <a:gd name="connsiteY1" fmla="*/ 24366 h 28397"/>
                  <a:gd name="connsiteX2" fmla="*/ 28467 w 28356"/>
                  <a:gd name="connsiteY2" fmla="*/ 14326 h 28397"/>
                  <a:gd name="connsiteX3" fmla="*/ 24314 w 28356"/>
                  <a:gd name="connsiteY3" fmla="*/ 4286 h 28397"/>
                  <a:gd name="connsiteX4" fmla="*/ 14288 w 28356"/>
                  <a:gd name="connsiteY4" fmla="*/ 127 h 28397"/>
                  <a:gd name="connsiteX5" fmla="*/ 4263 w 28356"/>
                  <a:gd name="connsiteY5" fmla="*/ 4286 h 28397"/>
                  <a:gd name="connsiteX6" fmla="*/ 110 w 28356"/>
                  <a:gd name="connsiteY6" fmla="*/ 14326 h 28397"/>
                  <a:gd name="connsiteX7" fmla="*/ 4263 w 28356"/>
                  <a:gd name="connsiteY7" fmla="*/ 24366 h 28397"/>
                  <a:gd name="connsiteX8" fmla="*/ 14288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5"/>
                    </a:moveTo>
                    <a:cubicBezTo>
                      <a:pt x="18049" y="28525"/>
                      <a:pt x="21655" y="27029"/>
                      <a:pt x="24314" y="24366"/>
                    </a:cubicBezTo>
                    <a:cubicBezTo>
                      <a:pt x="26973" y="21703"/>
                      <a:pt x="28467" y="18091"/>
                      <a:pt x="28467" y="14326"/>
                    </a:cubicBezTo>
                    <a:cubicBezTo>
                      <a:pt x="28467" y="10560"/>
                      <a:pt x="26973" y="6948"/>
                      <a:pt x="24314" y="4286"/>
                    </a:cubicBezTo>
                    <a:cubicBezTo>
                      <a:pt x="21655" y="1623"/>
                      <a:pt x="18049" y="127"/>
                      <a:pt x="14288" y="127"/>
                    </a:cubicBezTo>
                    <a:cubicBezTo>
                      <a:pt x="10528" y="127"/>
                      <a:pt x="6922" y="1623"/>
                      <a:pt x="4263" y="4286"/>
                    </a:cubicBezTo>
                    <a:cubicBezTo>
                      <a:pt x="1604" y="6948"/>
                      <a:pt x="110" y="10560"/>
                      <a:pt x="110" y="14326"/>
                    </a:cubicBezTo>
                    <a:cubicBezTo>
                      <a:pt x="110" y="18091"/>
                      <a:pt x="1604" y="21703"/>
                      <a:pt x="4263" y="24366"/>
                    </a:cubicBezTo>
                    <a:cubicBezTo>
                      <a:pt x="6922" y="27029"/>
                      <a:pt x="10528" y="28525"/>
                      <a:pt x="14288"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6" name="Freeform: Shape 1185">
                <a:extLst>
                  <a:ext uri="{FF2B5EF4-FFF2-40B4-BE49-F238E27FC236}">
                    <a16:creationId xmlns:a16="http://schemas.microsoft.com/office/drawing/2014/main" id="{880BF676-6C08-0DC0-E839-5896505A84B0}"/>
                  </a:ext>
                </a:extLst>
              </p:cNvPr>
              <p:cNvSpPr/>
              <p:nvPr/>
            </p:nvSpPr>
            <p:spPr>
              <a:xfrm>
                <a:off x="5941253" y="4969041"/>
                <a:ext cx="28356" cy="28397"/>
              </a:xfrm>
              <a:custGeom>
                <a:avLst/>
                <a:gdLst>
                  <a:gd name="connsiteX0" fmla="*/ 14288 w 28356"/>
                  <a:gd name="connsiteY0" fmla="*/ 28530 h 28397"/>
                  <a:gd name="connsiteX1" fmla="*/ 24313 w 28356"/>
                  <a:gd name="connsiteY1" fmla="*/ 24371 h 28397"/>
                  <a:gd name="connsiteX2" fmla="*/ 28466 w 28356"/>
                  <a:gd name="connsiteY2" fmla="*/ 14331 h 28397"/>
                  <a:gd name="connsiteX3" fmla="*/ 24313 w 28356"/>
                  <a:gd name="connsiteY3" fmla="*/ 4291 h 28397"/>
                  <a:gd name="connsiteX4" fmla="*/ 14288 w 28356"/>
                  <a:gd name="connsiteY4" fmla="*/ 132 h 28397"/>
                  <a:gd name="connsiteX5" fmla="*/ 4262 w 28356"/>
                  <a:gd name="connsiteY5" fmla="*/ 4291 h 28397"/>
                  <a:gd name="connsiteX6" fmla="*/ 109 w 28356"/>
                  <a:gd name="connsiteY6" fmla="*/ 14331 h 28397"/>
                  <a:gd name="connsiteX7" fmla="*/ 4262 w 28356"/>
                  <a:gd name="connsiteY7" fmla="*/ 24371 h 28397"/>
                  <a:gd name="connsiteX8" fmla="*/ 14288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30"/>
                    </a:moveTo>
                    <a:cubicBezTo>
                      <a:pt x="18048" y="28530"/>
                      <a:pt x="21655" y="27034"/>
                      <a:pt x="24313" y="24371"/>
                    </a:cubicBezTo>
                    <a:cubicBezTo>
                      <a:pt x="26972" y="21709"/>
                      <a:pt x="28466" y="18097"/>
                      <a:pt x="28466" y="14331"/>
                    </a:cubicBezTo>
                    <a:cubicBezTo>
                      <a:pt x="28466" y="10566"/>
                      <a:pt x="26972" y="6954"/>
                      <a:pt x="24313" y="4291"/>
                    </a:cubicBezTo>
                    <a:cubicBezTo>
                      <a:pt x="21655" y="1628"/>
                      <a:pt x="18048" y="132"/>
                      <a:pt x="14288" y="132"/>
                    </a:cubicBezTo>
                    <a:cubicBezTo>
                      <a:pt x="10528" y="132"/>
                      <a:pt x="6921" y="1628"/>
                      <a:pt x="4262" y="4291"/>
                    </a:cubicBezTo>
                    <a:cubicBezTo>
                      <a:pt x="1603" y="6954"/>
                      <a:pt x="109" y="10566"/>
                      <a:pt x="109" y="14331"/>
                    </a:cubicBezTo>
                    <a:cubicBezTo>
                      <a:pt x="109" y="18097"/>
                      <a:pt x="1603" y="21709"/>
                      <a:pt x="4262" y="24371"/>
                    </a:cubicBezTo>
                    <a:cubicBezTo>
                      <a:pt x="6921" y="27034"/>
                      <a:pt x="10528" y="28530"/>
                      <a:pt x="14288"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7" name="Freeform: Shape 1186">
                <a:extLst>
                  <a:ext uri="{FF2B5EF4-FFF2-40B4-BE49-F238E27FC236}">
                    <a16:creationId xmlns:a16="http://schemas.microsoft.com/office/drawing/2014/main" id="{84826018-7F55-01C9-C0BA-AB4C8D674F10}"/>
                  </a:ext>
                </a:extLst>
              </p:cNvPr>
              <p:cNvSpPr/>
              <p:nvPr/>
            </p:nvSpPr>
            <p:spPr>
              <a:xfrm>
                <a:off x="5933492" y="4990110"/>
                <a:ext cx="28356" cy="28397"/>
              </a:xfrm>
              <a:custGeom>
                <a:avLst/>
                <a:gdLst>
                  <a:gd name="connsiteX0" fmla="*/ 14287 w 28356"/>
                  <a:gd name="connsiteY0" fmla="*/ 28532 h 28397"/>
                  <a:gd name="connsiteX1" fmla="*/ 24313 w 28356"/>
                  <a:gd name="connsiteY1" fmla="*/ 24373 h 28397"/>
                  <a:gd name="connsiteX2" fmla="*/ 28466 w 28356"/>
                  <a:gd name="connsiteY2" fmla="*/ 14333 h 28397"/>
                  <a:gd name="connsiteX3" fmla="*/ 24313 w 28356"/>
                  <a:gd name="connsiteY3" fmla="*/ 4293 h 28397"/>
                  <a:gd name="connsiteX4" fmla="*/ 14287 w 28356"/>
                  <a:gd name="connsiteY4" fmla="*/ 134 h 28397"/>
                  <a:gd name="connsiteX5" fmla="*/ 4262 w 28356"/>
                  <a:gd name="connsiteY5" fmla="*/ 4293 h 28397"/>
                  <a:gd name="connsiteX6" fmla="*/ 109 w 28356"/>
                  <a:gd name="connsiteY6" fmla="*/ 14333 h 28397"/>
                  <a:gd name="connsiteX7" fmla="*/ 4262 w 28356"/>
                  <a:gd name="connsiteY7" fmla="*/ 24373 h 28397"/>
                  <a:gd name="connsiteX8" fmla="*/ 14287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32"/>
                    </a:moveTo>
                    <a:cubicBezTo>
                      <a:pt x="18047" y="28532"/>
                      <a:pt x="21654" y="27036"/>
                      <a:pt x="24313" y="24373"/>
                    </a:cubicBezTo>
                    <a:cubicBezTo>
                      <a:pt x="26972" y="21710"/>
                      <a:pt x="28466" y="18098"/>
                      <a:pt x="28466" y="14333"/>
                    </a:cubicBezTo>
                    <a:cubicBezTo>
                      <a:pt x="28466" y="10567"/>
                      <a:pt x="26972" y="6955"/>
                      <a:pt x="24313" y="4293"/>
                    </a:cubicBezTo>
                    <a:cubicBezTo>
                      <a:pt x="21654" y="1630"/>
                      <a:pt x="18047" y="134"/>
                      <a:pt x="14287" y="134"/>
                    </a:cubicBezTo>
                    <a:cubicBezTo>
                      <a:pt x="10527" y="134"/>
                      <a:pt x="6920" y="1630"/>
                      <a:pt x="4262" y="4293"/>
                    </a:cubicBezTo>
                    <a:cubicBezTo>
                      <a:pt x="1603" y="6955"/>
                      <a:pt x="109" y="10567"/>
                      <a:pt x="109" y="14333"/>
                    </a:cubicBezTo>
                    <a:cubicBezTo>
                      <a:pt x="109" y="18098"/>
                      <a:pt x="1603" y="21710"/>
                      <a:pt x="4262" y="24373"/>
                    </a:cubicBezTo>
                    <a:cubicBezTo>
                      <a:pt x="6920" y="27036"/>
                      <a:pt x="10527" y="28532"/>
                      <a:pt x="14287"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8" name="Freeform: Shape 1187">
                <a:extLst>
                  <a:ext uri="{FF2B5EF4-FFF2-40B4-BE49-F238E27FC236}">
                    <a16:creationId xmlns:a16="http://schemas.microsoft.com/office/drawing/2014/main" id="{2336918D-E1A6-954A-C298-085CB339685E}"/>
                  </a:ext>
                </a:extLst>
              </p:cNvPr>
              <p:cNvSpPr/>
              <p:nvPr/>
            </p:nvSpPr>
            <p:spPr>
              <a:xfrm>
                <a:off x="5925731" y="5015840"/>
                <a:ext cx="28356" cy="28397"/>
              </a:xfrm>
              <a:custGeom>
                <a:avLst/>
                <a:gdLst>
                  <a:gd name="connsiteX0" fmla="*/ 14287 w 28356"/>
                  <a:gd name="connsiteY0" fmla="*/ 28534 h 28397"/>
                  <a:gd name="connsiteX1" fmla="*/ 24312 w 28356"/>
                  <a:gd name="connsiteY1" fmla="*/ 24375 h 28397"/>
                  <a:gd name="connsiteX2" fmla="*/ 28465 w 28356"/>
                  <a:gd name="connsiteY2" fmla="*/ 14335 h 28397"/>
                  <a:gd name="connsiteX3" fmla="*/ 24312 w 28356"/>
                  <a:gd name="connsiteY3" fmla="*/ 4295 h 28397"/>
                  <a:gd name="connsiteX4" fmla="*/ 14287 w 28356"/>
                  <a:gd name="connsiteY4" fmla="*/ 136 h 28397"/>
                  <a:gd name="connsiteX5" fmla="*/ 4261 w 28356"/>
                  <a:gd name="connsiteY5" fmla="*/ 4295 h 28397"/>
                  <a:gd name="connsiteX6" fmla="*/ 108 w 28356"/>
                  <a:gd name="connsiteY6" fmla="*/ 14335 h 28397"/>
                  <a:gd name="connsiteX7" fmla="*/ 4261 w 28356"/>
                  <a:gd name="connsiteY7" fmla="*/ 24375 h 28397"/>
                  <a:gd name="connsiteX8" fmla="*/ 1428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34"/>
                    </a:moveTo>
                    <a:cubicBezTo>
                      <a:pt x="18047" y="28534"/>
                      <a:pt x="21653" y="27038"/>
                      <a:pt x="24312" y="24375"/>
                    </a:cubicBezTo>
                    <a:cubicBezTo>
                      <a:pt x="26971" y="21712"/>
                      <a:pt x="28465" y="18100"/>
                      <a:pt x="28465" y="14335"/>
                    </a:cubicBezTo>
                    <a:cubicBezTo>
                      <a:pt x="28465" y="10569"/>
                      <a:pt x="26971" y="6957"/>
                      <a:pt x="24312" y="4295"/>
                    </a:cubicBezTo>
                    <a:cubicBezTo>
                      <a:pt x="21653" y="1632"/>
                      <a:pt x="18047" y="136"/>
                      <a:pt x="14287" y="136"/>
                    </a:cubicBezTo>
                    <a:cubicBezTo>
                      <a:pt x="10526" y="136"/>
                      <a:pt x="6920" y="1632"/>
                      <a:pt x="4261" y="4295"/>
                    </a:cubicBezTo>
                    <a:cubicBezTo>
                      <a:pt x="1602" y="6957"/>
                      <a:pt x="108" y="10569"/>
                      <a:pt x="108" y="14335"/>
                    </a:cubicBezTo>
                    <a:cubicBezTo>
                      <a:pt x="108" y="18100"/>
                      <a:pt x="1602" y="21712"/>
                      <a:pt x="4261" y="24375"/>
                    </a:cubicBezTo>
                    <a:cubicBezTo>
                      <a:pt x="6920" y="27038"/>
                      <a:pt x="10526" y="28534"/>
                      <a:pt x="14287"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89" name="Freeform: Shape 1188">
                <a:extLst>
                  <a:ext uri="{FF2B5EF4-FFF2-40B4-BE49-F238E27FC236}">
                    <a16:creationId xmlns:a16="http://schemas.microsoft.com/office/drawing/2014/main" id="{C47953B3-B6AE-A38E-832D-3FD7C2945DE5}"/>
                  </a:ext>
                </a:extLst>
              </p:cNvPr>
              <p:cNvSpPr/>
              <p:nvPr/>
            </p:nvSpPr>
            <p:spPr>
              <a:xfrm>
                <a:off x="5917970" y="4735056"/>
                <a:ext cx="28356" cy="28397"/>
              </a:xfrm>
              <a:custGeom>
                <a:avLst/>
                <a:gdLst>
                  <a:gd name="connsiteX0" fmla="*/ 14286 w 28356"/>
                  <a:gd name="connsiteY0" fmla="*/ 28512 h 28397"/>
                  <a:gd name="connsiteX1" fmla="*/ 24312 w 28356"/>
                  <a:gd name="connsiteY1" fmla="*/ 24353 h 28397"/>
                  <a:gd name="connsiteX2" fmla="*/ 28464 w 28356"/>
                  <a:gd name="connsiteY2" fmla="*/ 14313 h 28397"/>
                  <a:gd name="connsiteX3" fmla="*/ 24312 w 28356"/>
                  <a:gd name="connsiteY3" fmla="*/ 4273 h 28397"/>
                  <a:gd name="connsiteX4" fmla="*/ 14286 w 28356"/>
                  <a:gd name="connsiteY4" fmla="*/ 114 h 28397"/>
                  <a:gd name="connsiteX5" fmla="*/ 4260 w 28356"/>
                  <a:gd name="connsiteY5" fmla="*/ 4273 h 28397"/>
                  <a:gd name="connsiteX6" fmla="*/ 108 w 28356"/>
                  <a:gd name="connsiteY6" fmla="*/ 14313 h 28397"/>
                  <a:gd name="connsiteX7" fmla="*/ 4260 w 28356"/>
                  <a:gd name="connsiteY7" fmla="*/ 24353 h 28397"/>
                  <a:gd name="connsiteX8" fmla="*/ 14286 w 28356"/>
                  <a:gd name="connsiteY8" fmla="*/ 2851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6" y="28512"/>
                    </a:moveTo>
                    <a:cubicBezTo>
                      <a:pt x="18046" y="28512"/>
                      <a:pt x="21653" y="27016"/>
                      <a:pt x="24312" y="24353"/>
                    </a:cubicBezTo>
                    <a:cubicBezTo>
                      <a:pt x="26970" y="21690"/>
                      <a:pt x="28464" y="18078"/>
                      <a:pt x="28464" y="14313"/>
                    </a:cubicBezTo>
                    <a:cubicBezTo>
                      <a:pt x="28464" y="10547"/>
                      <a:pt x="26970" y="6935"/>
                      <a:pt x="24312" y="4273"/>
                    </a:cubicBezTo>
                    <a:cubicBezTo>
                      <a:pt x="21653" y="1610"/>
                      <a:pt x="18046" y="114"/>
                      <a:pt x="14286" y="114"/>
                    </a:cubicBezTo>
                    <a:cubicBezTo>
                      <a:pt x="10526" y="114"/>
                      <a:pt x="6919" y="1610"/>
                      <a:pt x="4260" y="4273"/>
                    </a:cubicBezTo>
                    <a:cubicBezTo>
                      <a:pt x="1602" y="6935"/>
                      <a:pt x="108" y="10547"/>
                      <a:pt x="108" y="14313"/>
                    </a:cubicBezTo>
                    <a:cubicBezTo>
                      <a:pt x="108" y="18078"/>
                      <a:pt x="1602" y="21690"/>
                      <a:pt x="4260" y="24353"/>
                    </a:cubicBezTo>
                    <a:cubicBezTo>
                      <a:pt x="6919" y="27016"/>
                      <a:pt x="10526" y="28512"/>
                      <a:pt x="14286" y="2851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0" name="Freeform: Shape 1189">
                <a:extLst>
                  <a:ext uri="{FF2B5EF4-FFF2-40B4-BE49-F238E27FC236}">
                    <a16:creationId xmlns:a16="http://schemas.microsoft.com/office/drawing/2014/main" id="{FDA14188-EA88-F91E-40F4-6CF51FFF2CF1}"/>
                  </a:ext>
                </a:extLst>
              </p:cNvPr>
              <p:cNvSpPr/>
              <p:nvPr/>
            </p:nvSpPr>
            <p:spPr>
              <a:xfrm>
                <a:off x="5910209" y="5015065"/>
                <a:ext cx="28356" cy="28397"/>
              </a:xfrm>
              <a:custGeom>
                <a:avLst/>
                <a:gdLst>
                  <a:gd name="connsiteX0" fmla="*/ 14285 w 28356"/>
                  <a:gd name="connsiteY0" fmla="*/ 28534 h 28397"/>
                  <a:gd name="connsiteX1" fmla="*/ 24311 w 28356"/>
                  <a:gd name="connsiteY1" fmla="*/ 24375 h 28397"/>
                  <a:gd name="connsiteX2" fmla="*/ 28464 w 28356"/>
                  <a:gd name="connsiteY2" fmla="*/ 14335 h 28397"/>
                  <a:gd name="connsiteX3" fmla="*/ 24311 w 28356"/>
                  <a:gd name="connsiteY3" fmla="*/ 4295 h 28397"/>
                  <a:gd name="connsiteX4" fmla="*/ 14285 w 28356"/>
                  <a:gd name="connsiteY4" fmla="*/ 136 h 28397"/>
                  <a:gd name="connsiteX5" fmla="*/ 4260 w 28356"/>
                  <a:gd name="connsiteY5" fmla="*/ 4295 h 28397"/>
                  <a:gd name="connsiteX6" fmla="*/ 107 w 28356"/>
                  <a:gd name="connsiteY6" fmla="*/ 14335 h 28397"/>
                  <a:gd name="connsiteX7" fmla="*/ 4260 w 28356"/>
                  <a:gd name="connsiteY7" fmla="*/ 24375 h 28397"/>
                  <a:gd name="connsiteX8" fmla="*/ 1428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34"/>
                    </a:moveTo>
                    <a:cubicBezTo>
                      <a:pt x="18046" y="28534"/>
                      <a:pt x="21652" y="27038"/>
                      <a:pt x="24311" y="24375"/>
                    </a:cubicBezTo>
                    <a:cubicBezTo>
                      <a:pt x="26970" y="21712"/>
                      <a:pt x="28464" y="18100"/>
                      <a:pt x="28464" y="14335"/>
                    </a:cubicBezTo>
                    <a:cubicBezTo>
                      <a:pt x="28464" y="10569"/>
                      <a:pt x="26970" y="6957"/>
                      <a:pt x="24311" y="4295"/>
                    </a:cubicBezTo>
                    <a:cubicBezTo>
                      <a:pt x="21652" y="1632"/>
                      <a:pt x="18046" y="136"/>
                      <a:pt x="14285" y="136"/>
                    </a:cubicBezTo>
                    <a:cubicBezTo>
                      <a:pt x="10525" y="136"/>
                      <a:pt x="6919" y="1632"/>
                      <a:pt x="4260" y="4295"/>
                    </a:cubicBezTo>
                    <a:cubicBezTo>
                      <a:pt x="1601" y="6957"/>
                      <a:pt x="107" y="10569"/>
                      <a:pt x="107" y="14335"/>
                    </a:cubicBezTo>
                    <a:cubicBezTo>
                      <a:pt x="107" y="18100"/>
                      <a:pt x="1601" y="21712"/>
                      <a:pt x="4260" y="24375"/>
                    </a:cubicBezTo>
                    <a:cubicBezTo>
                      <a:pt x="6919" y="27038"/>
                      <a:pt x="10525" y="28534"/>
                      <a:pt x="14285"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1" name="Freeform: Shape 1190">
                <a:extLst>
                  <a:ext uri="{FF2B5EF4-FFF2-40B4-BE49-F238E27FC236}">
                    <a16:creationId xmlns:a16="http://schemas.microsoft.com/office/drawing/2014/main" id="{499C9803-B19C-A3E0-5D60-FC716EEE6347}"/>
                  </a:ext>
                </a:extLst>
              </p:cNvPr>
              <p:cNvSpPr/>
              <p:nvPr/>
            </p:nvSpPr>
            <p:spPr>
              <a:xfrm>
                <a:off x="5902460" y="4960303"/>
                <a:ext cx="28356" cy="28397"/>
              </a:xfrm>
              <a:custGeom>
                <a:avLst/>
                <a:gdLst>
                  <a:gd name="connsiteX0" fmla="*/ 14285 w 28356"/>
                  <a:gd name="connsiteY0" fmla="*/ 28529 h 28397"/>
                  <a:gd name="connsiteX1" fmla="*/ 24310 w 28356"/>
                  <a:gd name="connsiteY1" fmla="*/ 24371 h 28397"/>
                  <a:gd name="connsiteX2" fmla="*/ 28463 w 28356"/>
                  <a:gd name="connsiteY2" fmla="*/ 14330 h 28397"/>
                  <a:gd name="connsiteX3" fmla="*/ 24310 w 28356"/>
                  <a:gd name="connsiteY3" fmla="*/ 4290 h 28397"/>
                  <a:gd name="connsiteX4" fmla="*/ 14285 w 28356"/>
                  <a:gd name="connsiteY4" fmla="*/ 131 h 28397"/>
                  <a:gd name="connsiteX5" fmla="*/ 4259 w 28356"/>
                  <a:gd name="connsiteY5" fmla="*/ 4290 h 28397"/>
                  <a:gd name="connsiteX6" fmla="*/ 106 w 28356"/>
                  <a:gd name="connsiteY6" fmla="*/ 14330 h 28397"/>
                  <a:gd name="connsiteX7" fmla="*/ 4259 w 28356"/>
                  <a:gd name="connsiteY7" fmla="*/ 24371 h 28397"/>
                  <a:gd name="connsiteX8" fmla="*/ 14285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29"/>
                    </a:moveTo>
                    <a:cubicBezTo>
                      <a:pt x="18045" y="28529"/>
                      <a:pt x="21652" y="27033"/>
                      <a:pt x="24310" y="24371"/>
                    </a:cubicBezTo>
                    <a:cubicBezTo>
                      <a:pt x="26969" y="21708"/>
                      <a:pt x="28463" y="18096"/>
                      <a:pt x="28463" y="14330"/>
                    </a:cubicBezTo>
                    <a:cubicBezTo>
                      <a:pt x="28463" y="10565"/>
                      <a:pt x="26969" y="6953"/>
                      <a:pt x="24310" y="4290"/>
                    </a:cubicBezTo>
                    <a:cubicBezTo>
                      <a:pt x="21652" y="1628"/>
                      <a:pt x="18045" y="131"/>
                      <a:pt x="14285" y="131"/>
                    </a:cubicBezTo>
                    <a:cubicBezTo>
                      <a:pt x="10525" y="131"/>
                      <a:pt x="6918" y="1628"/>
                      <a:pt x="4259" y="4290"/>
                    </a:cubicBezTo>
                    <a:cubicBezTo>
                      <a:pt x="1600" y="6953"/>
                      <a:pt x="106" y="10565"/>
                      <a:pt x="106" y="14330"/>
                    </a:cubicBezTo>
                    <a:cubicBezTo>
                      <a:pt x="106" y="18096"/>
                      <a:pt x="1600" y="21708"/>
                      <a:pt x="4259" y="24371"/>
                    </a:cubicBezTo>
                    <a:cubicBezTo>
                      <a:pt x="6918" y="27033"/>
                      <a:pt x="10525" y="28529"/>
                      <a:pt x="14285"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2" name="Freeform: Shape 1191">
                <a:extLst>
                  <a:ext uri="{FF2B5EF4-FFF2-40B4-BE49-F238E27FC236}">
                    <a16:creationId xmlns:a16="http://schemas.microsoft.com/office/drawing/2014/main" id="{466BADB9-D227-9A83-C204-8AE44FE67419}"/>
                  </a:ext>
                </a:extLst>
              </p:cNvPr>
              <p:cNvSpPr/>
              <p:nvPr/>
            </p:nvSpPr>
            <p:spPr>
              <a:xfrm>
                <a:off x="5894699" y="4702252"/>
                <a:ext cx="28356" cy="28397"/>
              </a:xfrm>
              <a:custGeom>
                <a:avLst/>
                <a:gdLst>
                  <a:gd name="connsiteX0" fmla="*/ 14284 w 28356"/>
                  <a:gd name="connsiteY0" fmla="*/ 28509 h 28397"/>
                  <a:gd name="connsiteX1" fmla="*/ 24310 w 28356"/>
                  <a:gd name="connsiteY1" fmla="*/ 24350 h 28397"/>
                  <a:gd name="connsiteX2" fmla="*/ 28463 w 28356"/>
                  <a:gd name="connsiteY2" fmla="*/ 14310 h 28397"/>
                  <a:gd name="connsiteX3" fmla="*/ 24310 w 28356"/>
                  <a:gd name="connsiteY3" fmla="*/ 4270 h 28397"/>
                  <a:gd name="connsiteX4" fmla="*/ 14284 w 28356"/>
                  <a:gd name="connsiteY4" fmla="*/ 111 h 28397"/>
                  <a:gd name="connsiteX5" fmla="*/ 4259 w 28356"/>
                  <a:gd name="connsiteY5" fmla="*/ 4270 h 28397"/>
                  <a:gd name="connsiteX6" fmla="*/ 106 w 28356"/>
                  <a:gd name="connsiteY6" fmla="*/ 14310 h 28397"/>
                  <a:gd name="connsiteX7" fmla="*/ 4259 w 28356"/>
                  <a:gd name="connsiteY7" fmla="*/ 24350 h 28397"/>
                  <a:gd name="connsiteX8" fmla="*/ 14284 w 28356"/>
                  <a:gd name="connsiteY8" fmla="*/ 2850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09"/>
                    </a:moveTo>
                    <a:cubicBezTo>
                      <a:pt x="18044" y="28509"/>
                      <a:pt x="21651" y="27013"/>
                      <a:pt x="24310" y="24350"/>
                    </a:cubicBezTo>
                    <a:cubicBezTo>
                      <a:pt x="26969" y="21688"/>
                      <a:pt x="28463" y="18076"/>
                      <a:pt x="28463" y="14310"/>
                    </a:cubicBezTo>
                    <a:cubicBezTo>
                      <a:pt x="28463" y="10545"/>
                      <a:pt x="26969" y="6933"/>
                      <a:pt x="24310" y="4270"/>
                    </a:cubicBezTo>
                    <a:cubicBezTo>
                      <a:pt x="21651" y="1607"/>
                      <a:pt x="18044" y="111"/>
                      <a:pt x="14284" y="111"/>
                    </a:cubicBezTo>
                    <a:cubicBezTo>
                      <a:pt x="10524" y="111"/>
                      <a:pt x="6917" y="1607"/>
                      <a:pt x="4259" y="4270"/>
                    </a:cubicBezTo>
                    <a:cubicBezTo>
                      <a:pt x="1600" y="6933"/>
                      <a:pt x="106" y="10545"/>
                      <a:pt x="106" y="14310"/>
                    </a:cubicBezTo>
                    <a:cubicBezTo>
                      <a:pt x="106" y="18076"/>
                      <a:pt x="1600" y="21688"/>
                      <a:pt x="4259" y="24350"/>
                    </a:cubicBezTo>
                    <a:cubicBezTo>
                      <a:pt x="6917" y="27013"/>
                      <a:pt x="10524" y="28509"/>
                      <a:pt x="14284" y="2850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3" name="Freeform: Shape 1192">
                <a:extLst>
                  <a:ext uri="{FF2B5EF4-FFF2-40B4-BE49-F238E27FC236}">
                    <a16:creationId xmlns:a16="http://schemas.microsoft.com/office/drawing/2014/main" id="{B7E740F4-D8DB-7B01-386A-A4D5F1B30672}"/>
                  </a:ext>
                </a:extLst>
              </p:cNvPr>
              <p:cNvSpPr/>
              <p:nvPr/>
            </p:nvSpPr>
            <p:spPr>
              <a:xfrm>
                <a:off x="5886938" y="4726255"/>
                <a:ext cx="28356" cy="28397"/>
              </a:xfrm>
              <a:custGeom>
                <a:avLst/>
                <a:gdLst>
                  <a:gd name="connsiteX0" fmla="*/ 14284 w 28356"/>
                  <a:gd name="connsiteY0" fmla="*/ 28511 h 28397"/>
                  <a:gd name="connsiteX1" fmla="*/ 24309 w 28356"/>
                  <a:gd name="connsiteY1" fmla="*/ 24352 h 28397"/>
                  <a:gd name="connsiteX2" fmla="*/ 28462 w 28356"/>
                  <a:gd name="connsiteY2" fmla="*/ 14312 h 28397"/>
                  <a:gd name="connsiteX3" fmla="*/ 24309 w 28356"/>
                  <a:gd name="connsiteY3" fmla="*/ 4272 h 28397"/>
                  <a:gd name="connsiteX4" fmla="*/ 14284 w 28356"/>
                  <a:gd name="connsiteY4" fmla="*/ 113 h 28397"/>
                  <a:gd name="connsiteX5" fmla="*/ 4258 w 28356"/>
                  <a:gd name="connsiteY5" fmla="*/ 4272 h 28397"/>
                  <a:gd name="connsiteX6" fmla="*/ 105 w 28356"/>
                  <a:gd name="connsiteY6" fmla="*/ 14312 h 28397"/>
                  <a:gd name="connsiteX7" fmla="*/ 4258 w 28356"/>
                  <a:gd name="connsiteY7" fmla="*/ 24352 h 28397"/>
                  <a:gd name="connsiteX8" fmla="*/ 14284 w 28356"/>
                  <a:gd name="connsiteY8" fmla="*/ 2851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11"/>
                    </a:moveTo>
                    <a:cubicBezTo>
                      <a:pt x="18044" y="28511"/>
                      <a:pt x="21650" y="27015"/>
                      <a:pt x="24309" y="24352"/>
                    </a:cubicBezTo>
                    <a:cubicBezTo>
                      <a:pt x="26968" y="21690"/>
                      <a:pt x="28462" y="18078"/>
                      <a:pt x="28462" y="14312"/>
                    </a:cubicBezTo>
                    <a:cubicBezTo>
                      <a:pt x="28462" y="10546"/>
                      <a:pt x="26968" y="6935"/>
                      <a:pt x="24309" y="4272"/>
                    </a:cubicBezTo>
                    <a:cubicBezTo>
                      <a:pt x="21650" y="1609"/>
                      <a:pt x="18044" y="113"/>
                      <a:pt x="14284" y="113"/>
                    </a:cubicBezTo>
                    <a:cubicBezTo>
                      <a:pt x="10523" y="113"/>
                      <a:pt x="6917" y="1609"/>
                      <a:pt x="4258" y="4272"/>
                    </a:cubicBezTo>
                    <a:cubicBezTo>
                      <a:pt x="1599" y="6935"/>
                      <a:pt x="105" y="10546"/>
                      <a:pt x="105" y="14312"/>
                    </a:cubicBezTo>
                    <a:cubicBezTo>
                      <a:pt x="105" y="18078"/>
                      <a:pt x="1599" y="21690"/>
                      <a:pt x="4258" y="24352"/>
                    </a:cubicBezTo>
                    <a:cubicBezTo>
                      <a:pt x="6917" y="27015"/>
                      <a:pt x="10523" y="28511"/>
                      <a:pt x="14284" y="2851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4" name="Freeform: Shape 1193">
                <a:extLst>
                  <a:ext uri="{FF2B5EF4-FFF2-40B4-BE49-F238E27FC236}">
                    <a16:creationId xmlns:a16="http://schemas.microsoft.com/office/drawing/2014/main" id="{9A987C9F-ED73-E8CD-F7F5-5639F6D32958}"/>
                  </a:ext>
                </a:extLst>
              </p:cNvPr>
              <p:cNvSpPr/>
              <p:nvPr/>
            </p:nvSpPr>
            <p:spPr>
              <a:xfrm>
                <a:off x="5879177" y="5008601"/>
                <a:ext cx="28356" cy="28397"/>
              </a:xfrm>
              <a:custGeom>
                <a:avLst/>
                <a:gdLst>
                  <a:gd name="connsiteX0" fmla="*/ 14283 w 28356"/>
                  <a:gd name="connsiteY0" fmla="*/ 28533 h 28397"/>
                  <a:gd name="connsiteX1" fmla="*/ 24309 w 28356"/>
                  <a:gd name="connsiteY1" fmla="*/ 24374 h 28397"/>
                  <a:gd name="connsiteX2" fmla="*/ 28461 w 28356"/>
                  <a:gd name="connsiteY2" fmla="*/ 14334 h 28397"/>
                  <a:gd name="connsiteX3" fmla="*/ 24309 w 28356"/>
                  <a:gd name="connsiteY3" fmla="*/ 4294 h 28397"/>
                  <a:gd name="connsiteX4" fmla="*/ 14283 w 28356"/>
                  <a:gd name="connsiteY4" fmla="*/ 135 h 28397"/>
                  <a:gd name="connsiteX5" fmla="*/ 4257 w 28356"/>
                  <a:gd name="connsiteY5" fmla="*/ 4294 h 28397"/>
                  <a:gd name="connsiteX6" fmla="*/ 105 w 28356"/>
                  <a:gd name="connsiteY6" fmla="*/ 14334 h 28397"/>
                  <a:gd name="connsiteX7" fmla="*/ 4257 w 28356"/>
                  <a:gd name="connsiteY7" fmla="*/ 24374 h 28397"/>
                  <a:gd name="connsiteX8" fmla="*/ 1428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3" y="28533"/>
                    </a:moveTo>
                    <a:cubicBezTo>
                      <a:pt x="18043" y="28533"/>
                      <a:pt x="21650" y="27037"/>
                      <a:pt x="24309" y="24374"/>
                    </a:cubicBezTo>
                    <a:cubicBezTo>
                      <a:pt x="26967" y="21712"/>
                      <a:pt x="28461" y="18100"/>
                      <a:pt x="28461" y="14334"/>
                    </a:cubicBezTo>
                    <a:cubicBezTo>
                      <a:pt x="28461" y="10569"/>
                      <a:pt x="26967" y="6957"/>
                      <a:pt x="24309" y="4294"/>
                    </a:cubicBezTo>
                    <a:cubicBezTo>
                      <a:pt x="21650" y="1631"/>
                      <a:pt x="18043" y="135"/>
                      <a:pt x="14283" y="135"/>
                    </a:cubicBezTo>
                    <a:cubicBezTo>
                      <a:pt x="10523" y="135"/>
                      <a:pt x="6916" y="1631"/>
                      <a:pt x="4257" y="4294"/>
                    </a:cubicBezTo>
                    <a:cubicBezTo>
                      <a:pt x="1598" y="6957"/>
                      <a:pt x="105" y="10569"/>
                      <a:pt x="105" y="14334"/>
                    </a:cubicBezTo>
                    <a:cubicBezTo>
                      <a:pt x="105" y="18100"/>
                      <a:pt x="1598" y="21712"/>
                      <a:pt x="4257" y="24374"/>
                    </a:cubicBezTo>
                    <a:cubicBezTo>
                      <a:pt x="6916" y="27037"/>
                      <a:pt x="10523" y="28533"/>
                      <a:pt x="14283"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5" name="Freeform: Shape 1194">
                <a:extLst>
                  <a:ext uri="{FF2B5EF4-FFF2-40B4-BE49-F238E27FC236}">
                    <a16:creationId xmlns:a16="http://schemas.microsoft.com/office/drawing/2014/main" id="{CA15F6B5-F049-58C7-6163-AC29D69CAE5A}"/>
                  </a:ext>
                </a:extLst>
              </p:cNvPr>
              <p:cNvSpPr/>
              <p:nvPr/>
            </p:nvSpPr>
            <p:spPr>
              <a:xfrm>
                <a:off x="5871416" y="4974006"/>
                <a:ext cx="28356" cy="28397"/>
              </a:xfrm>
              <a:custGeom>
                <a:avLst/>
                <a:gdLst>
                  <a:gd name="connsiteX0" fmla="*/ 14282 w 28356"/>
                  <a:gd name="connsiteY0" fmla="*/ 28531 h 28397"/>
                  <a:gd name="connsiteX1" fmla="*/ 24308 w 28356"/>
                  <a:gd name="connsiteY1" fmla="*/ 24372 h 28397"/>
                  <a:gd name="connsiteX2" fmla="*/ 28461 w 28356"/>
                  <a:gd name="connsiteY2" fmla="*/ 14332 h 28397"/>
                  <a:gd name="connsiteX3" fmla="*/ 24308 w 28356"/>
                  <a:gd name="connsiteY3" fmla="*/ 4291 h 28397"/>
                  <a:gd name="connsiteX4" fmla="*/ 14282 w 28356"/>
                  <a:gd name="connsiteY4" fmla="*/ 133 h 28397"/>
                  <a:gd name="connsiteX5" fmla="*/ 4257 w 28356"/>
                  <a:gd name="connsiteY5" fmla="*/ 4291 h 28397"/>
                  <a:gd name="connsiteX6" fmla="*/ 104 w 28356"/>
                  <a:gd name="connsiteY6" fmla="*/ 14332 h 28397"/>
                  <a:gd name="connsiteX7" fmla="*/ 4257 w 28356"/>
                  <a:gd name="connsiteY7" fmla="*/ 24372 h 28397"/>
                  <a:gd name="connsiteX8" fmla="*/ 14282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31"/>
                    </a:moveTo>
                    <a:cubicBezTo>
                      <a:pt x="18042" y="28531"/>
                      <a:pt x="21649" y="27034"/>
                      <a:pt x="24308" y="24372"/>
                    </a:cubicBezTo>
                    <a:cubicBezTo>
                      <a:pt x="26967" y="21709"/>
                      <a:pt x="28461" y="18097"/>
                      <a:pt x="28461" y="14332"/>
                    </a:cubicBezTo>
                    <a:cubicBezTo>
                      <a:pt x="28461" y="10566"/>
                      <a:pt x="26967" y="6954"/>
                      <a:pt x="24308" y="4291"/>
                    </a:cubicBezTo>
                    <a:cubicBezTo>
                      <a:pt x="21649" y="1629"/>
                      <a:pt x="18042" y="133"/>
                      <a:pt x="14282" y="133"/>
                    </a:cubicBezTo>
                    <a:cubicBezTo>
                      <a:pt x="10522" y="133"/>
                      <a:pt x="6916" y="1629"/>
                      <a:pt x="4257" y="4291"/>
                    </a:cubicBezTo>
                    <a:cubicBezTo>
                      <a:pt x="1598" y="6954"/>
                      <a:pt x="104" y="10566"/>
                      <a:pt x="104" y="14332"/>
                    </a:cubicBezTo>
                    <a:cubicBezTo>
                      <a:pt x="104" y="18097"/>
                      <a:pt x="1598" y="21709"/>
                      <a:pt x="4257" y="24372"/>
                    </a:cubicBezTo>
                    <a:cubicBezTo>
                      <a:pt x="6916" y="27034"/>
                      <a:pt x="10522" y="28531"/>
                      <a:pt x="14282"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6" name="Freeform: Shape 1195">
                <a:extLst>
                  <a:ext uri="{FF2B5EF4-FFF2-40B4-BE49-F238E27FC236}">
                    <a16:creationId xmlns:a16="http://schemas.microsoft.com/office/drawing/2014/main" id="{A6079102-C0F3-0784-F8CB-FC82917EB03E}"/>
                  </a:ext>
                </a:extLst>
              </p:cNvPr>
              <p:cNvSpPr/>
              <p:nvPr/>
            </p:nvSpPr>
            <p:spPr>
              <a:xfrm>
                <a:off x="5863668" y="5012614"/>
                <a:ext cx="28356" cy="28397"/>
              </a:xfrm>
              <a:custGeom>
                <a:avLst/>
                <a:gdLst>
                  <a:gd name="connsiteX0" fmla="*/ 14282 w 28356"/>
                  <a:gd name="connsiteY0" fmla="*/ 28534 h 28397"/>
                  <a:gd name="connsiteX1" fmla="*/ 24307 w 28356"/>
                  <a:gd name="connsiteY1" fmla="*/ 24375 h 28397"/>
                  <a:gd name="connsiteX2" fmla="*/ 28460 w 28356"/>
                  <a:gd name="connsiteY2" fmla="*/ 14335 h 28397"/>
                  <a:gd name="connsiteX3" fmla="*/ 24307 w 28356"/>
                  <a:gd name="connsiteY3" fmla="*/ 4294 h 28397"/>
                  <a:gd name="connsiteX4" fmla="*/ 14282 w 28356"/>
                  <a:gd name="connsiteY4" fmla="*/ 136 h 28397"/>
                  <a:gd name="connsiteX5" fmla="*/ 4256 w 28356"/>
                  <a:gd name="connsiteY5" fmla="*/ 4294 h 28397"/>
                  <a:gd name="connsiteX6" fmla="*/ 103 w 28356"/>
                  <a:gd name="connsiteY6" fmla="*/ 14335 h 28397"/>
                  <a:gd name="connsiteX7" fmla="*/ 4256 w 28356"/>
                  <a:gd name="connsiteY7" fmla="*/ 24375 h 28397"/>
                  <a:gd name="connsiteX8" fmla="*/ 14282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34"/>
                    </a:moveTo>
                    <a:cubicBezTo>
                      <a:pt x="18042" y="28534"/>
                      <a:pt x="21649" y="27038"/>
                      <a:pt x="24307" y="24375"/>
                    </a:cubicBezTo>
                    <a:cubicBezTo>
                      <a:pt x="26966" y="21712"/>
                      <a:pt x="28460" y="18100"/>
                      <a:pt x="28460" y="14335"/>
                    </a:cubicBezTo>
                    <a:cubicBezTo>
                      <a:pt x="28460" y="10569"/>
                      <a:pt x="26966" y="6957"/>
                      <a:pt x="24307" y="4294"/>
                    </a:cubicBezTo>
                    <a:cubicBezTo>
                      <a:pt x="21649" y="1632"/>
                      <a:pt x="18042" y="136"/>
                      <a:pt x="14282" y="136"/>
                    </a:cubicBezTo>
                    <a:cubicBezTo>
                      <a:pt x="10522" y="136"/>
                      <a:pt x="6915" y="1632"/>
                      <a:pt x="4256" y="4294"/>
                    </a:cubicBezTo>
                    <a:cubicBezTo>
                      <a:pt x="1597" y="6957"/>
                      <a:pt x="103" y="10569"/>
                      <a:pt x="103" y="14335"/>
                    </a:cubicBezTo>
                    <a:cubicBezTo>
                      <a:pt x="103" y="18100"/>
                      <a:pt x="1597" y="21712"/>
                      <a:pt x="4256" y="24375"/>
                    </a:cubicBezTo>
                    <a:cubicBezTo>
                      <a:pt x="6915" y="27038"/>
                      <a:pt x="10522" y="28534"/>
                      <a:pt x="14282" y="2853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7" name="Freeform: Shape 1196">
                <a:extLst>
                  <a:ext uri="{FF2B5EF4-FFF2-40B4-BE49-F238E27FC236}">
                    <a16:creationId xmlns:a16="http://schemas.microsoft.com/office/drawing/2014/main" id="{48DB0E05-BE15-B123-6CE1-368FBB9F29FD}"/>
                  </a:ext>
                </a:extLst>
              </p:cNvPr>
              <p:cNvSpPr/>
              <p:nvPr/>
            </p:nvSpPr>
            <p:spPr>
              <a:xfrm>
                <a:off x="5855907" y="4967377"/>
                <a:ext cx="28356" cy="28397"/>
              </a:xfrm>
              <a:custGeom>
                <a:avLst/>
                <a:gdLst>
                  <a:gd name="connsiteX0" fmla="*/ 14281 w 28356"/>
                  <a:gd name="connsiteY0" fmla="*/ 28530 h 28397"/>
                  <a:gd name="connsiteX1" fmla="*/ 24307 w 28356"/>
                  <a:gd name="connsiteY1" fmla="*/ 24371 h 28397"/>
                  <a:gd name="connsiteX2" fmla="*/ 28459 w 28356"/>
                  <a:gd name="connsiteY2" fmla="*/ 14331 h 28397"/>
                  <a:gd name="connsiteX3" fmla="*/ 24307 w 28356"/>
                  <a:gd name="connsiteY3" fmla="*/ 4291 h 28397"/>
                  <a:gd name="connsiteX4" fmla="*/ 14281 w 28356"/>
                  <a:gd name="connsiteY4" fmla="*/ 132 h 28397"/>
                  <a:gd name="connsiteX5" fmla="*/ 4255 w 28356"/>
                  <a:gd name="connsiteY5" fmla="*/ 4291 h 28397"/>
                  <a:gd name="connsiteX6" fmla="*/ 103 w 28356"/>
                  <a:gd name="connsiteY6" fmla="*/ 14331 h 28397"/>
                  <a:gd name="connsiteX7" fmla="*/ 4255 w 28356"/>
                  <a:gd name="connsiteY7" fmla="*/ 24371 h 28397"/>
                  <a:gd name="connsiteX8" fmla="*/ 14281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1" y="28530"/>
                    </a:moveTo>
                    <a:cubicBezTo>
                      <a:pt x="18041" y="28530"/>
                      <a:pt x="21648" y="27034"/>
                      <a:pt x="24307" y="24371"/>
                    </a:cubicBezTo>
                    <a:cubicBezTo>
                      <a:pt x="26966" y="21709"/>
                      <a:pt x="28459" y="18097"/>
                      <a:pt x="28459" y="14331"/>
                    </a:cubicBezTo>
                    <a:cubicBezTo>
                      <a:pt x="28459" y="10565"/>
                      <a:pt x="26966" y="6953"/>
                      <a:pt x="24307" y="4291"/>
                    </a:cubicBezTo>
                    <a:cubicBezTo>
                      <a:pt x="21648" y="1628"/>
                      <a:pt x="18041" y="132"/>
                      <a:pt x="14281" y="132"/>
                    </a:cubicBezTo>
                    <a:cubicBezTo>
                      <a:pt x="10521" y="132"/>
                      <a:pt x="6914" y="1628"/>
                      <a:pt x="4255" y="4291"/>
                    </a:cubicBezTo>
                    <a:cubicBezTo>
                      <a:pt x="1597" y="6953"/>
                      <a:pt x="103" y="10565"/>
                      <a:pt x="103" y="14331"/>
                    </a:cubicBezTo>
                    <a:cubicBezTo>
                      <a:pt x="103" y="18097"/>
                      <a:pt x="1597" y="21709"/>
                      <a:pt x="4255" y="24371"/>
                    </a:cubicBezTo>
                    <a:cubicBezTo>
                      <a:pt x="6914" y="27034"/>
                      <a:pt x="10521" y="28530"/>
                      <a:pt x="14281"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8" name="Freeform: Shape 1197">
                <a:extLst>
                  <a:ext uri="{FF2B5EF4-FFF2-40B4-BE49-F238E27FC236}">
                    <a16:creationId xmlns:a16="http://schemas.microsoft.com/office/drawing/2014/main" id="{1CF2FA45-D54D-199C-4D03-C4A9024DEE26}"/>
                  </a:ext>
                </a:extLst>
              </p:cNvPr>
              <p:cNvSpPr/>
              <p:nvPr/>
            </p:nvSpPr>
            <p:spPr>
              <a:xfrm>
                <a:off x="5848145" y="4958462"/>
                <a:ext cx="28356" cy="28397"/>
              </a:xfrm>
              <a:custGeom>
                <a:avLst/>
                <a:gdLst>
                  <a:gd name="connsiteX0" fmla="*/ 14280 w 28356"/>
                  <a:gd name="connsiteY0" fmla="*/ 28529 h 28397"/>
                  <a:gd name="connsiteX1" fmla="*/ 24306 w 28356"/>
                  <a:gd name="connsiteY1" fmla="*/ 24371 h 28397"/>
                  <a:gd name="connsiteX2" fmla="*/ 28459 w 28356"/>
                  <a:gd name="connsiteY2" fmla="*/ 14330 h 28397"/>
                  <a:gd name="connsiteX3" fmla="*/ 24306 w 28356"/>
                  <a:gd name="connsiteY3" fmla="*/ 4290 h 28397"/>
                  <a:gd name="connsiteX4" fmla="*/ 14280 w 28356"/>
                  <a:gd name="connsiteY4" fmla="*/ 131 h 28397"/>
                  <a:gd name="connsiteX5" fmla="*/ 4255 w 28356"/>
                  <a:gd name="connsiteY5" fmla="*/ 4290 h 28397"/>
                  <a:gd name="connsiteX6" fmla="*/ 102 w 28356"/>
                  <a:gd name="connsiteY6" fmla="*/ 14330 h 28397"/>
                  <a:gd name="connsiteX7" fmla="*/ 4255 w 28356"/>
                  <a:gd name="connsiteY7" fmla="*/ 24371 h 28397"/>
                  <a:gd name="connsiteX8" fmla="*/ 14280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29"/>
                    </a:moveTo>
                    <a:cubicBezTo>
                      <a:pt x="18041" y="28529"/>
                      <a:pt x="21647" y="27033"/>
                      <a:pt x="24306" y="24371"/>
                    </a:cubicBezTo>
                    <a:cubicBezTo>
                      <a:pt x="26965" y="21708"/>
                      <a:pt x="28459" y="18096"/>
                      <a:pt x="28459" y="14330"/>
                    </a:cubicBezTo>
                    <a:cubicBezTo>
                      <a:pt x="28459" y="10565"/>
                      <a:pt x="26965" y="6953"/>
                      <a:pt x="24306" y="4290"/>
                    </a:cubicBezTo>
                    <a:cubicBezTo>
                      <a:pt x="21647" y="1627"/>
                      <a:pt x="18041" y="131"/>
                      <a:pt x="14280" y="131"/>
                    </a:cubicBezTo>
                    <a:cubicBezTo>
                      <a:pt x="10520" y="131"/>
                      <a:pt x="6914" y="1627"/>
                      <a:pt x="4255" y="4290"/>
                    </a:cubicBezTo>
                    <a:cubicBezTo>
                      <a:pt x="1596" y="6953"/>
                      <a:pt x="102" y="10565"/>
                      <a:pt x="102" y="14330"/>
                    </a:cubicBezTo>
                    <a:cubicBezTo>
                      <a:pt x="102" y="18096"/>
                      <a:pt x="1596" y="21708"/>
                      <a:pt x="4255" y="24371"/>
                    </a:cubicBezTo>
                    <a:cubicBezTo>
                      <a:pt x="6914" y="27033"/>
                      <a:pt x="10520" y="28529"/>
                      <a:pt x="14280"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199" name="Freeform: Shape 1198">
                <a:extLst>
                  <a:ext uri="{FF2B5EF4-FFF2-40B4-BE49-F238E27FC236}">
                    <a16:creationId xmlns:a16="http://schemas.microsoft.com/office/drawing/2014/main" id="{7854D064-10E6-AF20-E0D9-3EFF434E42BE}"/>
                  </a:ext>
                </a:extLst>
              </p:cNvPr>
              <p:cNvSpPr/>
              <p:nvPr/>
            </p:nvSpPr>
            <p:spPr>
              <a:xfrm>
                <a:off x="5840384" y="4984154"/>
                <a:ext cx="28356" cy="28397"/>
              </a:xfrm>
              <a:custGeom>
                <a:avLst/>
                <a:gdLst>
                  <a:gd name="connsiteX0" fmla="*/ 14280 w 28356"/>
                  <a:gd name="connsiteY0" fmla="*/ 28531 h 28397"/>
                  <a:gd name="connsiteX1" fmla="*/ 24306 w 28356"/>
                  <a:gd name="connsiteY1" fmla="*/ 24373 h 28397"/>
                  <a:gd name="connsiteX2" fmla="*/ 28458 w 28356"/>
                  <a:gd name="connsiteY2" fmla="*/ 14332 h 28397"/>
                  <a:gd name="connsiteX3" fmla="*/ 24306 w 28356"/>
                  <a:gd name="connsiteY3" fmla="*/ 4292 h 28397"/>
                  <a:gd name="connsiteX4" fmla="*/ 14280 w 28356"/>
                  <a:gd name="connsiteY4" fmla="*/ 133 h 28397"/>
                  <a:gd name="connsiteX5" fmla="*/ 4254 w 28356"/>
                  <a:gd name="connsiteY5" fmla="*/ 4292 h 28397"/>
                  <a:gd name="connsiteX6" fmla="*/ 102 w 28356"/>
                  <a:gd name="connsiteY6" fmla="*/ 14332 h 28397"/>
                  <a:gd name="connsiteX7" fmla="*/ 4254 w 28356"/>
                  <a:gd name="connsiteY7" fmla="*/ 24373 h 28397"/>
                  <a:gd name="connsiteX8" fmla="*/ 1428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31"/>
                    </a:moveTo>
                    <a:cubicBezTo>
                      <a:pt x="18040" y="28531"/>
                      <a:pt x="21647" y="27035"/>
                      <a:pt x="24306" y="24373"/>
                    </a:cubicBezTo>
                    <a:cubicBezTo>
                      <a:pt x="26964" y="21710"/>
                      <a:pt x="28458" y="18098"/>
                      <a:pt x="28458" y="14332"/>
                    </a:cubicBezTo>
                    <a:cubicBezTo>
                      <a:pt x="28458" y="10567"/>
                      <a:pt x="26964" y="6955"/>
                      <a:pt x="24306" y="4292"/>
                    </a:cubicBezTo>
                    <a:cubicBezTo>
                      <a:pt x="21647" y="1629"/>
                      <a:pt x="18040" y="133"/>
                      <a:pt x="14280" y="133"/>
                    </a:cubicBezTo>
                    <a:cubicBezTo>
                      <a:pt x="10520" y="133"/>
                      <a:pt x="6913" y="1629"/>
                      <a:pt x="4254" y="4292"/>
                    </a:cubicBezTo>
                    <a:cubicBezTo>
                      <a:pt x="1595" y="6955"/>
                      <a:pt x="102" y="10567"/>
                      <a:pt x="102" y="14332"/>
                    </a:cubicBezTo>
                    <a:cubicBezTo>
                      <a:pt x="102" y="18098"/>
                      <a:pt x="1595" y="21710"/>
                      <a:pt x="4254" y="24373"/>
                    </a:cubicBezTo>
                    <a:cubicBezTo>
                      <a:pt x="6913" y="27035"/>
                      <a:pt x="10520" y="28531"/>
                      <a:pt x="14280"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0" name="Freeform: Shape 1199">
                <a:extLst>
                  <a:ext uri="{FF2B5EF4-FFF2-40B4-BE49-F238E27FC236}">
                    <a16:creationId xmlns:a16="http://schemas.microsoft.com/office/drawing/2014/main" id="{33F844DE-8613-C630-17FB-EACD15F3B50A}"/>
                  </a:ext>
                </a:extLst>
              </p:cNvPr>
              <p:cNvSpPr/>
              <p:nvPr/>
            </p:nvSpPr>
            <p:spPr>
              <a:xfrm>
                <a:off x="5832636" y="4709478"/>
                <a:ext cx="28356" cy="28397"/>
              </a:xfrm>
              <a:custGeom>
                <a:avLst/>
                <a:gdLst>
                  <a:gd name="connsiteX0" fmla="*/ 14279 w 28356"/>
                  <a:gd name="connsiteY0" fmla="*/ 28510 h 28397"/>
                  <a:gd name="connsiteX1" fmla="*/ 24305 w 28356"/>
                  <a:gd name="connsiteY1" fmla="*/ 24351 h 28397"/>
                  <a:gd name="connsiteX2" fmla="*/ 28458 w 28356"/>
                  <a:gd name="connsiteY2" fmla="*/ 14311 h 28397"/>
                  <a:gd name="connsiteX3" fmla="*/ 24305 w 28356"/>
                  <a:gd name="connsiteY3" fmla="*/ 4270 h 28397"/>
                  <a:gd name="connsiteX4" fmla="*/ 14279 w 28356"/>
                  <a:gd name="connsiteY4" fmla="*/ 112 h 28397"/>
                  <a:gd name="connsiteX5" fmla="*/ 4254 w 28356"/>
                  <a:gd name="connsiteY5" fmla="*/ 4270 h 28397"/>
                  <a:gd name="connsiteX6" fmla="*/ 101 w 28356"/>
                  <a:gd name="connsiteY6" fmla="*/ 14311 h 28397"/>
                  <a:gd name="connsiteX7" fmla="*/ 4254 w 28356"/>
                  <a:gd name="connsiteY7" fmla="*/ 24351 h 28397"/>
                  <a:gd name="connsiteX8" fmla="*/ 14279 w 28356"/>
                  <a:gd name="connsiteY8" fmla="*/ 2851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10"/>
                    </a:moveTo>
                    <a:cubicBezTo>
                      <a:pt x="18039" y="28510"/>
                      <a:pt x="21646" y="27014"/>
                      <a:pt x="24305" y="24351"/>
                    </a:cubicBezTo>
                    <a:cubicBezTo>
                      <a:pt x="26964" y="21688"/>
                      <a:pt x="28458" y="18076"/>
                      <a:pt x="28458" y="14311"/>
                    </a:cubicBezTo>
                    <a:cubicBezTo>
                      <a:pt x="28458" y="10545"/>
                      <a:pt x="26964" y="6933"/>
                      <a:pt x="24305" y="4270"/>
                    </a:cubicBezTo>
                    <a:cubicBezTo>
                      <a:pt x="21646" y="1608"/>
                      <a:pt x="18039" y="112"/>
                      <a:pt x="14279" y="112"/>
                    </a:cubicBezTo>
                    <a:cubicBezTo>
                      <a:pt x="10519" y="112"/>
                      <a:pt x="6912" y="1608"/>
                      <a:pt x="4254" y="4270"/>
                    </a:cubicBezTo>
                    <a:cubicBezTo>
                      <a:pt x="1595" y="6933"/>
                      <a:pt x="101" y="10545"/>
                      <a:pt x="101" y="14311"/>
                    </a:cubicBezTo>
                    <a:cubicBezTo>
                      <a:pt x="101" y="18076"/>
                      <a:pt x="1595" y="21688"/>
                      <a:pt x="4254" y="24351"/>
                    </a:cubicBezTo>
                    <a:cubicBezTo>
                      <a:pt x="6912" y="27014"/>
                      <a:pt x="10519" y="28510"/>
                      <a:pt x="14279" y="2851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1" name="Freeform: Shape 1200">
                <a:extLst>
                  <a:ext uri="{FF2B5EF4-FFF2-40B4-BE49-F238E27FC236}">
                    <a16:creationId xmlns:a16="http://schemas.microsoft.com/office/drawing/2014/main" id="{B6BB42AF-C31E-1EDC-6730-BC85B68A84F8}"/>
                  </a:ext>
                </a:extLst>
              </p:cNvPr>
              <p:cNvSpPr/>
              <p:nvPr/>
            </p:nvSpPr>
            <p:spPr>
              <a:xfrm>
                <a:off x="5824875" y="4683481"/>
                <a:ext cx="28356" cy="28397"/>
              </a:xfrm>
              <a:custGeom>
                <a:avLst/>
                <a:gdLst>
                  <a:gd name="connsiteX0" fmla="*/ 14279 w 28356"/>
                  <a:gd name="connsiteY0" fmla="*/ 28508 h 28397"/>
                  <a:gd name="connsiteX1" fmla="*/ 24304 w 28356"/>
                  <a:gd name="connsiteY1" fmla="*/ 24349 h 28397"/>
                  <a:gd name="connsiteX2" fmla="*/ 28457 w 28356"/>
                  <a:gd name="connsiteY2" fmla="*/ 14309 h 28397"/>
                  <a:gd name="connsiteX3" fmla="*/ 24304 w 28356"/>
                  <a:gd name="connsiteY3" fmla="*/ 4268 h 28397"/>
                  <a:gd name="connsiteX4" fmla="*/ 14279 w 28356"/>
                  <a:gd name="connsiteY4" fmla="*/ 110 h 28397"/>
                  <a:gd name="connsiteX5" fmla="*/ 4253 w 28356"/>
                  <a:gd name="connsiteY5" fmla="*/ 4268 h 28397"/>
                  <a:gd name="connsiteX6" fmla="*/ 100 w 28356"/>
                  <a:gd name="connsiteY6" fmla="*/ 14309 h 28397"/>
                  <a:gd name="connsiteX7" fmla="*/ 4253 w 28356"/>
                  <a:gd name="connsiteY7" fmla="*/ 24349 h 28397"/>
                  <a:gd name="connsiteX8" fmla="*/ 14279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08"/>
                    </a:moveTo>
                    <a:cubicBezTo>
                      <a:pt x="18039" y="28508"/>
                      <a:pt x="21645" y="27012"/>
                      <a:pt x="24304" y="24349"/>
                    </a:cubicBezTo>
                    <a:cubicBezTo>
                      <a:pt x="26963" y="21686"/>
                      <a:pt x="28457" y="18074"/>
                      <a:pt x="28457" y="14309"/>
                    </a:cubicBezTo>
                    <a:cubicBezTo>
                      <a:pt x="28457" y="10543"/>
                      <a:pt x="26963" y="6931"/>
                      <a:pt x="24304" y="4268"/>
                    </a:cubicBezTo>
                    <a:cubicBezTo>
                      <a:pt x="21645" y="1606"/>
                      <a:pt x="18039" y="110"/>
                      <a:pt x="14279" y="110"/>
                    </a:cubicBezTo>
                    <a:cubicBezTo>
                      <a:pt x="10518" y="110"/>
                      <a:pt x="6912" y="1606"/>
                      <a:pt x="4253" y="4268"/>
                    </a:cubicBezTo>
                    <a:cubicBezTo>
                      <a:pt x="1594" y="6931"/>
                      <a:pt x="100" y="10543"/>
                      <a:pt x="100" y="14309"/>
                    </a:cubicBezTo>
                    <a:cubicBezTo>
                      <a:pt x="100" y="18074"/>
                      <a:pt x="1594" y="21686"/>
                      <a:pt x="4253" y="24349"/>
                    </a:cubicBezTo>
                    <a:cubicBezTo>
                      <a:pt x="6912" y="27012"/>
                      <a:pt x="10518" y="28508"/>
                      <a:pt x="14279" y="2850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2" name="Freeform: Shape 1201">
                <a:extLst>
                  <a:ext uri="{FF2B5EF4-FFF2-40B4-BE49-F238E27FC236}">
                    <a16:creationId xmlns:a16="http://schemas.microsoft.com/office/drawing/2014/main" id="{54FA581B-2FD5-DE7E-82C2-D2BB1E9B0037}"/>
                  </a:ext>
                </a:extLst>
              </p:cNvPr>
              <p:cNvSpPr/>
              <p:nvPr/>
            </p:nvSpPr>
            <p:spPr>
              <a:xfrm>
                <a:off x="5817114" y="4980750"/>
                <a:ext cx="28356" cy="28397"/>
              </a:xfrm>
              <a:custGeom>
                <a:avLst/>
                <a:gdLst>
                  <a:gd name="connsiteX0" fmla="*/ 14278 w 28356"/>
                  <a:gd name="connsiteY0" fmla="*/ 28531 h 28397"/>
                  <a:gd name="connsiteX1" fmla="*/ 24304 w 28356"/>
                  <a:gd name="connsiteY1" fmla="*/ 24372 h 28397"/>
                  <a:gd name="connsiteX2" fmla="*/ 28456 w 28356"/>
                  <a:gd name="connsiteY2" fmla="*/ 14332 h 28397"/>
                  <a:gd name="connsiteX3" fmla="*/ 24304 w 28356"/>
                  <a:gd name="connsiteY3" fmla="*/ 4292 h 28397"/>
                  <a:gd name="connsiteX4" fmla="*/ 14278 w 28356"/>
                  <a:gd name="connsiteY4" fmla="*/ 133 h 28397"/>
                  <a:gd name="connsiteX5" fmla="*/ 4252 w 28356"/>
                  <a:gd name="connsiteY5" fmla="*/ 4292 h 28397"/>
                  <a:gd name="connsiteX6" fmla="*/ 100 w 28356"/>
                  <a:gd name="connsiteY6" fmla="*/ 14332 h 28397"/>
                  <a:gd name="connsiteX7" fmla="*/ 4252 w 28356"/>
                  <a:gd name="connsiteY7" fmla="*/ 24372 h 28397"/>
                  <a:gd name="connsiteX8" fmla="*/ 14278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8" y="28531"/>
                    </a:moveTo>
                    <a:cubicBezTo>
                      <a:pt x="18038" y="28531"/>
                      <a:pt x="21645" y="27035"/>
                      <a:pt x="24304" y="24372"/>
                    </a:cubicBezTo>
                    <a:cubicBezTo>
                      <a:pt x="26962" y="21710"/>
                      <a:pt x="28456" y="18098"/>
                      <a:pt x="28456" y="14332"/>
                    </a:cubicBezTo>
                    <a:cubicBezTo>
                      <a:pt x="28456" y="10566"/>
                      <a:pt x="26962" y="6955"/>
                      <a:pt x="24304" y="4292"/>
                    </a:cubicBezTo>
                    <a:cubicBezTo>
                      <a:pt x="21645" y="1629"/>
                      <a:pt x="18038" y="133"/>
                      <a:pt x="14278" y="133"/>
                    </a:cubicBezTo>
                    <a:cubicBezTo>
                      <a:pt x="10518" y="133"/>
                      <a:pt x="6911" y="1629"/>
                      <a:pt x="4252" y="4292"/>
                    </a:cubicBezTo>
                    <a:cubicBezTo>
                      <a:pt x="1594" y="6955"/>
                      <a:pt x="100" y="10566"/>
                      <a:pt x="100" y="14332"/>
                    </a:cubicBezTo>
                    <a:cubicBezTo>
                      <a:pt x="100" y="18098"/>
                      <a:pt x="1594" y="21710"/>
                      <a:pt x="4252" y="24372"/>
                    </a:cubicBezTo>
                    <a:cubicBezTo>
                      <a:pt x="6911" y="27035"/>
                      <a:pt x="10518" y="28531"/>
                      <a:pt x="14278"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3" name="Freeform: Shape 1202">
                <a:extLst>
                  <a:ext uri="{FF2B5EF4-FFF2-40B4-BE49-F238E27FC236}">
                    <a16:creationId xmlns:a16="http://schemas.microsoft.com/office/drawing/2014/main" id="{82F843D6-FC52-522C-BBEE-D389D38A1E29}"/>
                  </a:ext>
                </a:extLst>
              </p:cNvPr>
              <p:cNvSpPr/>
              <p:nvPr/>
            </p:nvSpPr>
            <p:spPr>
              <a:xfrm>
                <a:off x="5809355" y="4939691"/>
                <a:ext cx="28356" cy="28397"/>
              </a:xfrm>
              <a:custGeom>
                <a:avLst/>
                <a:gdLst>
                  <a:gd name="connsiteX0" fmla="*/ 14277 w 28356"/>
                  <a:gd name="connsiteY0" fmla="*/ 28528 h 28397"/>
                  <a:gd name="connsiteX1" fmla="*/ 24303 w 28356"/>
                  <a:gd name="connsiteY1" fmla="*/ 24369 h 28397"/>
                  <a:gd name="connsiteX2" fmla="*/ 28456 w 28356"/>
                  <a:gd name="connsiteY2" fmla="*/ 14329 h 28397"/>
                  <a:gd name="connsiteX3" fmla="*/ 24303 w 28356"/>
                  <a:gd name="connsiteY3" fmla="*/ 4289 h 28397"/>
                  <a:gd name="connsiteX4" fmla="*/ 14277 w 28356"/>
                  <a:gd name="connsiteY4" fmla="*/ 130 h 28397"/>
                  <a:gd name="connsiteX5" fmla="*/ 4252 w 28356"/>
                  <a:gd name="connsiteY5" fmla="*/ 4289 h 28397"/>
                  <a:gd name="connsiteX6" fmla="*/ 99 w 28356"/>
                  <a:gd name="connsiteY6" fmla="*/ 14329 h 28397"/>
                  <a:gd name="connsiteX7" fmla="*/ 4252 w 28356"/>
                  <a:gd name="connsiteY7" fmla="*/ 24369 h 28397"/>
                  <a:gd name="connsiteX8" fmla="*/ 14277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8"/>
                    </a:moveTo>
                    <a:cubicBezTo>
                      <a:pt x="18038" y="28528"/>
                      <a:pt x="21644" y="27032"/>
                      <a:pt x="24303" y="24369"/>
                    </a:cubicBezTo>
                    <a:cubicBezTo>
                      <a:pt x="26962" y="21706"/>
                      <a:pt x="28456" y="18094"/>
                      <a:pt x="28456" y="14329"/>
                    </a:cubicBezTo>
                    <a:cubicBezTo>
                      <a:pt x="28456" y="10563"/>
                      <a:pt x="26962" y="6951"/>
                      <a:pt x="24303" y="4289"/>
                    </a:cubicBezTo>
                    <a:cubicBezTo>
                      <a:pt x="21644" y="1626"/>
                      <a:pt x="18038" y="130"/>
                      <a:pt x="14277" y="130"/>
                    </a:cubicBezTo>
                    <a:cubicBezTo>
                      <a:pt x="10517" y="130"/>
                      <a:pt x="6911" y="1626"/>
                      <a:pt x="4252" y="4289"/>
                    </a:cubicBezTo>
                    <a:cubicBezTo>
                      <a:pt x="1593" y="6951"/>
                      <a:pt x="99" y="10563"/>
                      <a:pt x="99" y="14329"/>
                    </a:cubicBezTo>
                    <a:cubicBezTo>
                      <a:pt x="99" y="18094"/>
                      <a:pt x="1593" y="21706"/>
                      <a:pt x="4252" y="24369"/>
                    </a:cubicBezTo>
                    <a:cubicBezTo>
                      <a:pt x="6911" y="27032"/>
                      <a:pt x="10517" y="28528"/>
                      <a:pt x="14277"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4" name="Freeform: Shape 1203">
                <a:extLst>
                  <a:ext uri="{FF2B5EF4-FFF2-40B4-BE49-F238E27FC236}">
                    <a16:creationId xmlns:a16="http://schemas.microsoft.com/office/drawing/2014/main" id="{450714AE-2A45-A197-028C-D2AA54C7A784}"/>
                  </a:ext>
                </a:extLst>
              </p:cNvPr>
              <p:cNvSpPr/>
              <p:nvPr/>
            </p:nvSpPr>
            <p:spPr>
              <a:xfrm>
                <a:off x="5801597" y="4669498"/>
                <a:ext cx="28356" cy="28397"/>
              </a:xfrm>
              <a:custGeom>
                <a:avLst/>
                <a:gdLst>
                  <a:gd name="connsiteX0" fmla="*/ 14277 w 28356"/>
                  <a:gd name="connsiteY0" fmla="*/ 28507 h 28397"/>
                  <a:gd name="connsiteX1" fmla="*/ 24302 w 28356"/>
                  <a:gd name="connsiteY1" fmla="*/ 24348 h 28397"/>
                  <a:gd name="connsiteX2" fmla="*/ 28455 w 28356"/>
                  <a:gd name="connsiteY2" fmla="*/ 14308 h 28397"/>
                  <a:gd name="connsiteX3" fmla="*/ 24302 w 28356"/>
                  <a:gd name="connsiteY3" fmla="*/ 4267 h 28397"/>
                  <a:gd name="connsiteX4" fmla="*/ 14277 w 28356"/>
                  <a:gd name="connsiteY4" fmla="*/ 109 h 28397"/>
                  <a:gd name="connsiteX5" fmla="*/ 4251 w 28356"/>
                  <a:gd name="connsiteY5" fmla="*/ 4267 h 28397"/>
                  <a:gd name="connsiteX6" fmla="*/ 98 w 28356"/>
                  <a:gd name="connsiteY6" fmla="*/ 14308 h 28397"/>
                  <a:gd name="connsiteX7" fmla="*/ 4251 w 28356"/>
                  <a:gd name="connsiteY7" fmla="*/ 24348 h 28397"/>
                  <a:gd name="connsiteX8" fmla="*/ 14277 w 28356"/>
                  <a:gd name="connsiteY8" fmla="*/ 2850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07"/>
                    </a:moveTo>
                    <a:cubicBezTo>
                      <a:pt x="18037" y="28507"/>
                      <a:pt x="21644" y="27010"/>
                      <a:pt x="24302" y="24348"/>
                    </a:cubicBezTo>
                    <a:cubicBezTo>
                      <a:pt x="26961" y="21685"/>
                      <a:pt x="28455" y="18073"/>
                      <a:pt x="28455" y="14308"/>
                    </a:cubicBezTo>
                    <a:cubicBezTo>
                      <a:pt x="28455" y="10542"/>
                      <a:pt x="26961" y="6930"/>
                      <a:pt x="24302" y="4267"/>
                    </a:cubicBezTo>
                    <a:cubicBezTo>
                      <a:pt x="21644" y="1605"/>
                      <a:pt x="18037" y="109"/>
                      <a:pt x="14277" y="109"/>
                    </a:cubicBezTo>
                    <a:cubicBezTo>
                      <a:pt x="10517" y="109"/>
                      <a:pt x="6910" y="1605"/>
                      <a:pt x="4251" y="4267"/>
                    </a:cubicBezTo>
                    <a:cubicBezTo>
                      <a:pt x="1592" y="6930"/>
                      <a:pt x="98" y="10542"/>
                      <a:pt x="98" y="14308"/>
                    </a:cubicBezTo>
                    <a:cubicBezTo>
                      <a:pt x="98" y="18073"/>
                      <a:pt x="1592" y="21685"/>
                      <a:pt x="4251" y="24348"/>
                    </a:cubicBezTo>
                    <a:cubicBezTo>
                      <a:pt x="6910" y="27010"/>
                      <a:pt x="10517" y="28507"/>
                      <a:pt x="14277" y="2850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5" name="Freeform: Shape 1204">
                <a:extLst>
                  <a:ext uri="{FF2B5EF4-FFF2-40B4-BE49-F238E27FC236}">
                    <a16:creationId xmlns:a16="http://schemas.microsoft.com/office/drawing/2014/main" id="{0CE64674-4481-6A15-9F59-733C983C6D1A}"/>
                  </a:ext>
                </a:extLst>
              </p:cNvPr>
              <p:cNvSpPr/>
              <p:nvPr/>
            </p:nvSpPr>
            <p:spPr>
              <a:xfrm>
                <a:off x="5793838" y="4681640"/>
                <a:ext cx="28356" cy="28397"/>
              </a:xfrm>
              <a:custGeom>
                <a:avLst/>
                <a:gdLst>
                  <a:gd name="connsiteX0" fmla="*/ 14276 w 28356"/>
                  <a:gd name="connsiteY0" fmla="*/ 28508 h 28397"/>
                  <a:gd name="connsiteX1" fmla="*/ 24302 w 28356"/>
                  <a:gd name="connsiteY1" fmla="*/ 24349 h 28397"/>
                  <a:gd name="connsiteX2" fmla="*/ 28455 w 28356"/>
                  <a:gd name="connsiteY2" fmla="*/ 14309 h 28397"/>
                  <a:gd name="connsiteX3" fmla="*/ 24302 w 28356"/>
                  <a:gd name="connsiteY3" fmla="*/ 4268 h 28397"/>
                  <a:gd name="connsiteX4" fmla="*/ 14276 w 28356"/>
                  <a:gd name="connsiteY4" fmla="*/ 110 h 28397"/>
                  <a:gd name="connsiteX5" fmla="*/ 4251 w 28356"/>
                  <a:gd name="connsiteY5" fmla="*/ 4268 h 28397"/>
                  <a:gd name="connsiteX6" fmla="*/ 98 w 28356"/>
                  <a:gd name="connsiteY6" fmla="*/ 14309 h 28397"/>
                  <a:gd name="connsiteX7" fmla="*/ 4251 w 28356"/>
                  <a:gd name="connsiteY7" fmla="*/ 24349 h 28397"/>
                  <a:gd name="connsiteX8" fmla="*/ 14276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08"/>
                    </a:moveTo>
                    <a:cubicBezTo>
                      <a:pt x="18036" y="28508"/>
                      <a:pt x="21643" y="27011"/>
                      <a:pt x="24302" y="24349"/>
                    </a:cubicBezTo>
                    <a:cubicBezTo>
                      <a:pt x="26961" y="21686"/>
                      <a:pt x="28455" y="18074"/>
                      <a:pt x="28455" y="14309"/>
                    </a:cubicBezTo>
                    <a:cubicBezTo>
                      <a:pt x="28455" y="10543"/>
                      <a:pt x="26961" y="6931"/>
                      <a:pt x="24302" y="4268"/>
                    </a:cubicBezTo>
                    <a:cubicBezTo>
                      <a:pt x="21643" y="1606"/>
                      <a:pt x="18036" y="110"/>
                      <a:pt x="14276" y="110"/>
                    </a:cubicBezTo>
                    <a:cubicBezTo>
                      <a:pt x="10516" y="110"/>
                      <a:pt x="6909" y="1606"/>
                      <a:pt x="4251" y="4268"/>
                    </a:cubicBezTo>
                    <a:cubicBezTo>
                      <a:pt x="1592" y="6931"/>
                      <a:pt x="98" y="10543"/>
                      <a:pt x="98" y="14309"/>
                    </a:cubicBezTo>
                    <a:cubicBezTo>
                      <a:pt x="98" y="18074"/>
                      <a:pt x="1592" y="21686"/>
                      <a:pt x="4251" y="24349"/>
                    </a:cubicBezTo>
                    <a:cubicBezTo>
                      <a:pt x="6909" y="27011"/>
                      <a:pt x="10516" y="28508"/>
                      <a:pt x="14276" y="2850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6" name="Freeform: Shape 1205">
                <a:extLst>
                  <a:ext uri="{FF2B5EF4-FFF2-40B4-BE49-F238E27FC236}">
                    <a16:creationId xmlns:a16="http://schemas.microsoft.com/office/drawing/2014/main" id="{80182004-4F90-743C-0F84-2B252D05F5F9}"/>
                  </a:ext>
                </a:extLst>
              </p:cNvPr>
              <p:cNvSpPr/>
              <p:nvPr/>
            </p:nvSpPr>
            <p:spPr>
              <a:xfrm>
                <a:off x="5786079" y="5010684"/>
                <a:ext cx="28356" cy="28397"/>
              </a:xfrm>
              <a:custGeom>
                <a:avLst/>
                <a:gdLst>
                  <a:gd name="connsiteX0" fmla="*/ 14276 w 28356"/>
                  <a:gd name="connsiteY0" fmla="*/ 28533 h 28397"/>
                  <a:gd name="connsiteX1" fmla="*/ 24301 w 28356"/>
                  <a:gd name="connsiteY1" fmla="*/ 24375 h 28397"/>
                  <a:gd name="connsiteX2" fmla="*/ 28454 w 28356"/>
                  <a:gd name="connsiteY2" fmla="*/ 14334 h 28397"/>
                  <a:gd name="connsiteX3" fmla="*/ 24301 w 28356"/>
                  <a:gd name="connsiteY3" fmla="*/ 4294 h 28397"/>
                  <a:gd name="connsiteX4" fmla="*/ 14276 w 28356"/>
                  <a:gd name="connsiteY4" fmla="*/ 135 h 28397"/>
                  <a:gd name="connsiteX5" fmla="*/ 4250 w 28356"/>
                  <a:gd name="connsiteY5" fmla="*/ 4294 h 28397"/>
                  <a:gd name="connsiteX6" fmla="*/ 97 w 28356"/>
                  <a:gd name="connsiteY6" fmla="*/ 14334 h 28397"/>
                  <a:gd name="connsiteX7" fmla="*/ 4250 w 28356"/>
                  <a:gd name="connsiteY7" fmla="*/ 24375 h 28397"/>
                  <a:gd name="connsiteX8" fmla="*/ 1427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33"/>
                    </a:moveTo>
                    <a:cubicBezTo>
                      <a:pt x="18036" y="28533"/>
                      <a:pt x="21642" y="27037"/>
                      <a:pt x="24301" y="24375"/>
                    </a:cubicBezTo>
                    <a:cubicBezTo>
                      <a:pt x="26960" y="21712"/>
                      <a:pt x="28454" y="18100"/>
                      <a:pt x="28454" y="14334"/>
                    </a:cubicBezTo>
                    <a:cubicBezTo>
                      <a:pt x="28454" y="10569"/>
                      <a:pt x="26960" y="6957"/>
                      <a:pt x="24301" y="4294"/>
                    </a:cubicBezTo>
                    <a:cubicBezTo>
                      <a:pt x="21642" y="1632"/>
                      <a:pt x="18036" y="135"/>
                      <a:pt x="14276" y="135"/>
                    </a:cubicBezTo>
                    <a:cubicBezTo>
                      <a:pt x="10515" y="135"/>
                      <a:pt x="6909" y="1632"/>
                      <a:pt x="4250" y="4294"/>
                    </a:cubicBezTo>
                    <a:cubicBezTo>
                      <a:pt x="1591" y="6957"/>
                      <a:pt x="97" y="10569"/>
                      <a:pt x="97" y="14334"/>
                    </a:cubicBezTo>
                    <a:cubicBezTo>
                      <a:pt x="97" y="18100"/>
                      <a:pt x="1591" y="21712"/>
                      <a:pt x="4250" y="24375"/>
                    </a:cubicBezTo>
                    <a:cubicBezTo>
                      <a:pt x="6909" y="27037"/>
                      <a:pt x="10515" y="28533"/>
                      <a:pt x="14276"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7" name="Freeform: Shape 1206">
                <a:extLst>
                  <a:ext uri="{FF2B5EF4-FFF2-40B4-BE49-F238E27FC236}">
                    <a16:creationId xmlns:a16="http://schemas.microsoft.com/office/drawing/2014/main" id="{6BFC5C79-7833-C119-6E15-AE4563D77210}"/>
                  </a:ext>
                </a:extLst>
              </p:cNvPr>
              <p:cNvSpPr/>
              <p:nvPr/>
            </p:nvSpPr>
            <p:spPr>
              <a:xfrm>
                <a:off x="5778321" y="4782211"/>
                <a:ext cx="28356" cy="28397"/>
              </a:xfrm>
              <a:custGeom>
                <a:avLst/>
                <a:gdLst>
                  <a:gd name="connsiteX0" fmla="*/ 14275 w 28356"/>
                  <a:gd name="connsiteY0" fmla="*/ 28515 h 28397"/>
                  <a:gd name="connsiteX1" fmla="*/ 24301 w 28356"/>
                  <a:gd name="connsiteY1" fmla="*/ 24357 h 28397"/>
                  <a:gd name="connsiteX2" fmla="*/ 28453 w 28356"/>
                  <a:gd name="connsiteY2" fmla="*/ 14316 h 28397"/>
                  <a:gd name="connsiteX3" fmla="*/ 24301 w 28356"/>
                  <a:gd name="connsiteY3" fmla="*/ 4276 h 28397"/>
                  <a:gd name="connsiteX4" fmla="*/ 14275 w 28356"/>
                  <a:gd name="connsiteY4" fmla="*/ 117 h 28397"/>
                  <a:gd name="connsiteX5" fmla="*/ 4249 w 28356"/>
                  <a:gd name="connsiteY5" fmla="*/ 4276 h 28397"/>
                  <a:gd name="connsiteX6" fmla="*/ 97 w 28356"/>
                  <a:gd name="connsiteY6" fmla="*/ 14316 h 28397"/>
                  <a:gd name="connsiteX7" fmla="*/ 4249 w 28356"/>
                  <a:gd name="connsiteY7" fmla="*/ 24357 h 28397"/>
                  <a:gd name="connsiteX8" fmla="*/ 14275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5" y="28515"/>
                    </a:moveTo>
                    <a:cubicBezTo>
                      <a:pt x="18035" y="28515"/>
                      <a:pt x="21642" y="27019"/>
                      <a:pt x="24301" y="24357"/>
                    </a:cubicBezTo>
                    <a:cubicBezTo>
                      <a:pt x="26959" y="21694"/>
                      <a:pt x="28453" y="18082"/>
                      <a:pt x="28453" y="14316"/>
                    </a:cubicBezTo>
                    <a:cubicBezTo>
                      <a:pt x="28453" y="10551"/>
                      <a:pt x="26959" y="6939"/>
                      <a:pt x="24301" y="4276"/>
                    </a:cubicBezTo>
                    <a:cubicBezTo>
                      <a:pt x="21642" y="1614"/>
                      <a:pt x="18035" y="117"/>
                      <a:pt x="14275" y="117"/>
                    </a:cubicBezTo>
                    <a:cubicBezTo>
                      <a:pt x="10515" y="117"/>
                      <a:pt x="6908" y="1614"/>
                      <a:pt x="4249" y="4276"/>
                    </a:cubicBezTo>
                    <a:cubicBezTo>
                      <a:pt x="1591" y="6939"/>
                      <a:pt x="97" y="10551"/>
                      <a:pt x="97" y="14316"/>
                    </a:cubicBezTo>
                    <a:cubicBezTo>
                      <a:pt x="97" y="18082"/>
                      <a:pt x="1591" y="21694"/>
                      <a:pt x="4249" y="24357"/>
                    </a:cubicBezTo>
                    <a:cubicBezTo>
                      <a:pt x="6908" y="27019"/>
                      <a:pt x="10515" y="28515"/>
                      <a:pt x="14275" y="2851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8" name="Freeform: Shape 1207">
                <a:extLst>
                  <a:ext uri="{FF2B5EF4-FFF2-40B4-BE49-F238E27FC236}">
                    <a16:creationId xmlns:a16="http://schemas.microsoft.com/office/drawing/2014/main" id="{F5CE82B7-3F62-5FD5-4DCD-B0056E334BDB}"/>
                  </a:ext>
                </a:extLst>
              </p:cNvPr>
              <p:cNvSpPr/>
              <p:nvPr/>
            </p:nvSpPr>
            <p:spPr>
              <a:xfrm>
                <a:off x="5770564" y="4892358"/>
                <a:ext cx="28356" cy="28397"/>
              </a:xfrm>
              <a:custGeom>
                <a:avLst/>
                <a:gdLst>
                  <a:gd name="connsiteX0" fmla="*/ 14274 w 28356"/>
                  <a:gd name="connsiteY0" fmla="*/ 28524 h 28397"/>
                  <a:gd name="connsiteX1" fmla="*/ 24300 w 28356"/>
                  <a:gd name="connsiteY1" fmla="*/ 24365 h 28397"/>
                  <a:gd name="connsiteX2" fmla="*/ 28453 w 28356"/>
                  <a:gd name="connsiteY2" fmla="*/ 14325 h 28397"/>
                  <a:gd name="connsiteX3" fmla="*/ 24300 w 28356"/>
                  <a:gd name="connsiteY3" fmla="*/ 4285 h 28397"/>
                  <a:gd name="connsiteX4" fmla="*/ 14274 w 28356"/>
                  <a:gd name="connsiteY4" fmla="*/ 126 h 28397"/>
                  <a:gd name="connsiteX5" fmla="*/ 4249 w 28356"/>
                  <a:gd name="connsiteY5" fmla="*/ 4285 h 28397"/>
                  <a:gd name="connsiteX6" fmla="*/ 96 w 28356"/>
                  <a:gd name="connsiteY6" fmla="*/ 14325 h 28397"/>
                  <a:gd name="connsiteX7" fmla="*/ 4249 w 28356"/>
                  <a:gd name="connsiteY7" fmla="*/ 24365 h 28397"/>
                  <a:gd name="connsiteX8" fmla="*/ 14274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24"/>
                    </a:moveTo>
                    <a:cubicBezTo>
                      <a:pt x="18035" y="28524"/>
                      <a:pt x="21641" y="27028"/>
                      <a:pt x="24300" y="24365"/>
                    </a:cubicBezTo>
                    <a:cubicBezTo>
                      <a:pt x="26959" y="21703"/>
                      <a:pt x="28453" y="18091"/>
                      <a:pt x="28453" y="14325"/>
                    </a:cubicBezTo>
                    <a:cubicBezTo>
                      <a:pt x="28453" y="10559"/>
                      <a:pt x="26959" y="6948"/>
                      <a:pt x="24300" y="4285"/>
                    </a:cubicBezTo>
                    <a:cubicBezTo>
                      <a:pt x="21641" y="1622"/>
                      <a:pt x="18035" y="126"/>
                      <a:pt x="14274" y="126"/>
                    </a:cubicBezTo>
                    <a:cubicBezTo>
                      <a:pt x="10514" y="126"/>
                      <a:pt x="6908" y="1622"/>
                      <a:pt x="4249" y="4285"/>
                    </a:cubicBezTo>
                    <a:cubicBezTo>
                      <a:pt x="1590" y="6948"/>
                      <a:pt x="96" y="10559"/>
                      <a:pt x="96" y="14325"/>
                    </a:cubicBezTo>
                    <a:cubicBezTo>
                      <a:pt x="96" y="18091"/>
                      <a:pt x="1590" y="21703"/>
                      <a:pt x="4249" y="24365"/>
                    </a:cubicBezTo>
                    <a:cubicBezTo>
                      <a:pt x="6908" y="27028"/>
                      <a:pt x="10514" y="28524"/>
                      <a:pt x="14274"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09" name="Freeform: Shape 1208">
                <a:extLst>
                  <a:ext uri="{FF2B5EF4-FFF2-40B4-BE49-F238E27FC236}">
                    <a16:creationId xmlns:a16="http://schemas.microsoft.com/office/drawing/2014/main" id="{CE75B881-585C-DEE4-0CB6-C7DAB5ACEF95}"/>
                  </a:ext>
                </a:extLst>
              </p:cNvPr>
              <p:cNvSpPr/>
              <p:nvPr/>
            </p:nvSpPr>
            <p:spPr>
              <a:xfrm>
                <a:off x="5762805" y="4970565"/>
                <a:ext cx="28356" cy="28397"/>
              </a:xfrm>
              <a:custGeom>
                <a:avLst/>
                <a:gdLst>
                  <a:gd name="connsiteX0" fmla="*/ 14274 w 28356"/>
                  <a:gd name="connsiteY0" fmla="*/ 28530 h 28397"/>
                  <a:gd name="connsiteX1" fmla="*/ 24299 w 28356"/>
                  <a:gd name="connsiteY1" fmla="*/ 24372 h 28397"/>
                  <a:gd name="connsiteX2" fmla="*/ 28452 w 28356"/>
                  <a:gd name="connsiteY2" fmla="*/ 14331 h 28397"/>
                  <a:gd name="connsiteX3" fmla="*/ 24299 w 28356"/>
                  <a:gd name="connsiteY3" fmla="*/ 4291 h 28397"/>
                  <a:gd name="connsiteX4" fmla="*/ 14274 w 28356"/>
                  <a:gd name="connsiteY4" fmla="*/ 132 h 28397"/>
                  <a:gd name="connsiteX5" fmla="*/ 4248 w 28356"/>
                  <a:gd name="connsiteY5" fmla="*/ 4291 h 28397"/>
                  <a:gd name="connsiteX6" fmla="*/ 95 w 28356"/>
                  <a:gd name="connsiteY6" fmla="*/ 14331 h 28397"/>
                  <a:gd name="connsiteX7" fmla="*/ 4248 w 28356"/>
                  <a:gd name="connsiteY7" fmla="*/ 24372 h 28397"/>
                  <a:gd name="connsiteX8" fmla="*/ 14274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30"/>
                    </a:moveTo>
                    <a:cubicBezTo>
                      <a:pt x="18034" y="28530"/>
                      <a:pt x="21641" y="27034"/>
                      <a:pt x="24299" y="24372"/>
                    </a:cubicBezTo>
                    <a:cubicBezTo>
                      <a:pt x="26958" y="21709"/>
                      <a:pt x="28452" y="18097"/>
                      <a:pt x="28452" y="14331"/>
                    </a:cubicBezTo>
                    <a:cubicBezTo>
                      <a:pt x="28452" y="10566"/>
                      <a:pt x="26958" y="6954"/>
                      <a:pt x="24299" y="4291"/>
                    </a:cubicBezTo>
                    <a:cubicBezTo>
                      <a:pt x="21641" y="1628"/>
                      <a:pt x="18034" y="132"/>
                      <a:pt x="14274" y="132"/>
                    </a:cubicBezTo>
                    <a:cubicBezTo>
                      <a:pt x="10514" y="132"/>
                      <a:pt x="6907" y="1628"/>
                      <a:pt x="4248" y="4291"/>
                    </a:cubicBezTo>
                    <a:cubicBezTo>
                      <a:pt x="1589" y="6954"/>
                      <a:pt x="95" y="10566"/>
                      <a:pt x="95" y="14331"/>
                    </a:cubicBezTo>
                    <a:cubicBezTo>
                      <a:pt x="95" y="18097"/>
                      <a:pt x="1589" y="21709"/>
                      <a:pt x="4248" y="24372"/>
                    </a:cubicBezTo>
                    <a:cubicBezTo>
                      <a:pt x="6907" y="27034"/>
                      <a:pt x="10514" y="28530"/>
                      <a:pt x="14274"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0" name="Freeform: Shape 1209">
                <a:extLst>
                  <a:ext uri="{FF2B5EF4-FFF2-40B4-BE49-F238E27FC236}">
                    <a16:creationId xmlns:a16="http://schemas.microsoft.com/office/drawing/2014/main" id="{850F47B1-83DA-341C-D2CC-58BC4EBDEF22}"/>
                  </a:ext>
                </a:extLst>
              </p:cNvPr>
              <p:cNvSpPr/>
              <p:nvPr/>
            </p:nvSpPr>
            <p:spPr>
              <a:xfrm>
                <a:off x="5755046" y="4993653"/>
                <a:ext cx="28356" cy="28397"/>
              </a:xfrm>
              <a:custGeom>
                <a:avLst/>
                <a:gdLst>
                  <a:gd name="connsiteX0" fmla="*/ 14273 w 28356"/>
                  <a:gd name="connsiteY0" fmla="*/ 28532 h 28397"/>
                  <a:gd name="connsiteX1" fmla="*/ 24299 w 28356"/>
                  <a:gd name="connsiteY1" fmla="*/ 24373 h 28397"/>
                  <a:gd name="connsiteX2" fmla="*/ 28451 w 28356"/>
                  <a:gd name="connsiteY2" fmla="*/ 14333 h 28397"/>
                  <a:gd name="connsiteX3" fmla="*/ 24299 w 28356"/>
                  <a:gd name="connsiteY3" fmla="*/ 4293 h 28397"/>
                  <a:gd name="connsiteX4" fmla="*/ 14273 w 28356"/>
                  <a:gd name="connsiteY4" fmla="*/ 134 h 28397"/>
                  <a:gd name="connsiteX5" fmla="*/ 4248 w 28356"/>
                  <a:gd name="connsiteY5" fmla="*/ 4293 h 28397"/>
                  <a:gd name="connsiteX6" fmla="*/ 95 w 28356"/>
                  <a:gd name="connsiteY6" fmla="*/ 14333 h 28397"/>
                  <a:gd name="connsiteX7" fmla="*/ 4248 w 28356"/>
                  <a:gd name="connsiteY7" fmla="*/ 24373 h 28397"/>
                  <a:gd name="connsiteX8" fmla="*/ 14273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32"/>
                    </a:moveTo>
                    <a:cubicBezTo>
                      <a:pt x="18033" y="28532"/>
                      <a:pt x="21640" y="27036"/>
                      <a:pt x="24299" y="24373"/>
                    </a:cubicBezTo>
                    <a:cubicBezTo>
                      <a:pt x="26958" y="21711"/>
                      <a:pt x="28451" y="18099"/>
                      <a:pt x="28451" y="14333"/>
                    </a:cubicBezTo>
                    <a:cubicBezTo>
                      <a:pt x="28451" y="10567"/>
                      <a:pt x="26958" y="6956"/>
                      <a:pt x="24299" y="4293"/>
                    </a:cubicBezTo>
                    <a:cubicBezTo>
                      <a:pt x="21640" y="1630"/>
                      <a:pt x="18033" y="134"/>
                      <a:pt x="14273" y="134"/>
                    </a:cubicBezTo>
                    <a:cubicBezTo>
                      <a:pt x="10513" y="134"/>
                      <a:pt x="6906" y="1630"/>
                      <a:pt x="4248" y="4293"/>
                    </a:cubicBezTo>
                    <a:cubicBezTo>
                      <a:pt x="1589" y="6956"/>
                      <a:pt x="95" y="10567"/>
                      <a:pt x="95" y="14333"/>
                    </a:cubicBezTo>
                    <a:cubicBezTo>
                      <a:pt x="95" y="18099"/>
                      <a:pt x="1589" y="21711"/>
                      <a:pt x="4248" y="24373"/>
                    </a:cubicBezTo>
                    <a:cubicBezTo>
                      <a:pt x="6906" y="27036"/>
                      <a:pt x="10513" y="28532"/>
                      <a:pt x="14273"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1" name="Freeform: Shape 1210">
                <a:extLst>
                  <a:ext uri="{FF2B5EF4-FFF2-40B4-BE49-F238E27FC236}">
                    <a16:creationId xmlns:a16="http://schemas.microsoft.com/office/drawing/2014/main" id="{4FA1A41F-760A-F6FF-F1FA-7CFD3304DC26}"/>
                  </a:ext>
                </a:extLst>
              </p:cNvPr>
              <p:cNvSpPr/>
              <p:nvPr/>
            </p:nvSpPr>
            <p:spPr>
              <a:xfrm>
                <a:off x="5747288" y="5005439"/>
                <a:ext cx="28356" cy="28397"/>
              </a:xfrm>
              <a:custGeom>
                <a:avLst/>
                <a:gdLst>
                  <a:gd name="connsiteX0" fmla="*/ 14273 w 28356"/>
                  <a:gd name="connsiteY0" fmla="*/ 28533 h 28397"/>
                  <a:gd name="connsiteX1" fmla="*/ 24298 w 28356"/>
                  <a:gd name="connsiteY1" fmla="*/ 24374 h 28397"/>
                  <a:gd name="connsiteX2" fmla="*/ 28451 w 28356"/>
                  <a:gd name="connsiteY2" fmla="*/ 14334 h 28397"/>
                  <a:gd name="connsiteX3" fmla="*/ 24298 w 28356"/>
                  <a:gd name="connsiteY3" fmla="*/ 4294 h 28397"/>
                  <a:gd name="connsiteX4" fmla="*/ 14273 w 28356"/>
                  <a:gd name="connsiteY4" fmla="*/ 135 h 28397"/>
                  <a:gd name="connsiteX5" fmla="*/ 4247 w 28356"/>
                  <a:gd name="connsiteY5" fmla="*/ 4294 h 28397"/>
                  <a:gd name="connsiteX6" fmla="*/ 94 w 28356"/>
                  <a:gd name="connsiteY6" fmla="*/ 14334 h 28397"/>
                  <a:gd name="connsiteX7" fmla="*/ 4247 w 28356"/>
                  <a:gd name="connsiteY7" fmla="*/ 24374 h 28397"/>
                  <a:gd name="connsiteX8" fmla="*/ 1427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33"/>
                    </a:moveTo>
                    <a:cubicBezTo>
                      <a:pt x="18033" y="28533"/>
                      <a:pt x="21639" y="27037"/>
                      <a:pt x="24298" y="24374"/>
                    </a:cubicBezTo>
                    <a:cubicBezTo>
                      <a:pt x="26957" y="21712"/>
                      <a:pt x="28451" y="18100"/>
                      <a:pt x="28451" y="14334"/>
                    </a:cubicBezTo>
                    <a:cubicBezTo>
                      <a:pt x="28451" y="10568"/>
                      <a:pt x="26957" y="6956"/>
                      <a:pt x="24298" y="4294"/>
                    </a:cubicBezTo>
                    <a:cubicBezTo>
                      <a:pt x="21639" y="1631"/>
                      <a:pt x="18033" y="135"/>
                      <a:pt x="14273" y="135"/>
                    </a:cubicBezTo>
                    <a:cubicBezTo>
                      <a:pt x="10512" y="135"/>
                      <a:pt x="6906" y="1631"/>
                      <a:pt x="4247" y="4294"/>
                    </a:cubicBezTo>
                    <a:cubicBezTo>
                      <a:pt x="1588" y="6956"/>
                      <a:pt x="94" y="10568"/>
                      <a:pt x="94" y="14334"/>
                    </a:cubicBezTo>
                    <a:cubicBezTo>
                      <a:pt x="94" y="18100"/>
                      <a:pt x="1588" y="21712"/>
                      <a:pt x="4247" y="24374"/>
                    </a:cubicBezTo>
                    <a:cubicBezTo>
                      <a:pt x="6906" y="27037"/>
                      <a:pt x="10512" y="28533"/>
                      <a:pt x="14273"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2" name="Freeform: Shape 1211">
                <a:extLst>
                  <a:ext uri="{FF2B5EF4-FFF2-40B4-BE49-F238E27FC236}">
                    <a16:creationId xmlns:a16="http://schemas.microsoft.com/office/drawing/2014/main" id="{85DB30AB-CEC4-2DBE-8D03-6341525E45FD}"/>
                  </a:ext>
                </a:extLst>
              </p:cNvPr>
              <p:cNvSpPr/>
              <p:nvPr/>
            </p:nvSpPr>
            <p:spPr>
              <a:xfrm>
                <a:off x="5739529" y="4999737"/>
                <a:ext cx="28356" cy="28397"/>
              </a:xfrm>
              <a:custGeom>
                <a:avLst/>
                <a:gdLst>
                  <a:gd name="connsiteX0" fmla="*/ 14272 w 28356"/>
                  <a:gd name="connsiteY0" fmla="*/ 28533 h 28397"/>
                  <a:gd name="connsiteX1" fmla="*/ 24298 w 28356"/>
                  <a:gd name="connsiteY1" fmla="*/ 24374 h 28397"/>
                  <a:gd name="connsiteX2" fmla="*/ 28450 w 28356"/>
                  <a:gd name="connsiteY2" fmla="*/ 14334 h 28397"/>
                  <a:gd name="connsiteX3" fmla="*/ 24298 w 28356"/>
                  <a:gd name="connsiteY3" fmla="*/ 4293 h 28397"/>
                  <a:gd name="connsiteX4" fmla="*/ 14272 w 28356"/>
                  <a:gd name="connsiteY4" fmla="*/ 135 h 28397"/>
                  <a:gd name="connsiteX5" fmla="*/ 4246 w 28356"/>
                  <a:gd name="connsiteY5" fmla="*/ 4293 h 28397"/>
                  <a:gd name="connsiteX6" fmla="*/ 94 w 28356"/>
                  <a:gd name="connsiteY6" fmla="*/ 14334 h 28397"/>
                  <a:gd name="connsiteX7" fmla="*/ 4246 w 28356"/>
                  <a:gd name="connsiteY7" fmla="*/ 24374 h 28397"/>
                  <a:gd name="connsiteX8" fmla="*/ 14272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2" y="28533"/>
                    </a:moveTo>
                    <a:cubicBezTo>
                      <a:pt x="18032" y="28533"/>
                      <a:pt x="21639" y="27036"/>
                      <a:pt x="24298" y="24374"/>
                    </a:cubicBezTo>
                    <a:cubicBezTo>
                      <a:pt x="26956" y="21711"/>
                      <a:pt x="28450" y="18099"/>
                      <a:pt x="28450" y="14334"/>
                    </a:cubicBezTo>
                    <a:cubicBezTo>
                      <a:pt x="28450" y="10568"/>
                      <a:pt x="26956" y="6956"/>
                      <a:pt x="24298" y="4293"/>
                    </a:cubicBezTo>
                    <a:cubicBezTo>
                      <a:pt x="21639" y="1631"/>
                      <a:pt x="18032" y="135"/>
                      <a:pt x="14272" y="135"/>
                    </a:cubicBezTo>
                    <a:cubicBezTo>
                      <a:pt x="10512" y="135"/>
                      <a:pt x="6905" y="1631"/>
                      <a:pt x="4246" y="4293"/>
                    </a:cubicBezTo>
                    <a:cubicBezTo>
                      <a:pt x="1587" y="6956"/>
                      <a:pt x="94" y="10568"/>
                      <a:pt x="94" y="14334"/>
                    </a:cubicBezTo>
                    <a:cubicBezTo>
                      <a:pt x="94" y="18099"/>
                      <a:pt x="1587" y="21711"/>
                      <a:pt x="4246" y="24374"/>
                    </a:cubicBezTo>
                    <a:cubicBezTo>
                      <a:pt x="6905" y="27036"/>
                      <a:pt x="10512" y="28533"/>
                      <a:pt x="14272"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3" name="Freeform: Shape 1212">
                <a:extLst>
                  <a:ext uri="{FF2B5EF4-FFF2-40B4-BE49-F238E27FC236}">
                    <a16:creationId xmlns:a16="http://schemas.microsoft.com/office/drawing/2014/main" id="{35E595F8-9C80-8086-6417-626B360451B2}"/>
                  </a:ext>
                </a:extLst>
              </p:cNvPr>
              <p:cNvSpPr/>
              <p:nvPr/>
            </p:nvSpPr>
            <p:spPr>
              <a:xfrm>
                <a:off x="5731771" y="4976864"/>
                <a:ext cx="28356" cy="28397"/>
              </a:xfrm>
              <a:custGeom>
                <a:avLst/>
                <a:gdLst>
                  <a:gd name="connsiteX0" fmla="*/ 14271 w 28356"/>
                  <a:gd name="connsiteY0" fmla="*/ 28531 h 28397"/>
                  <a:gd name="connsiteX1" fmla="*/ 24297 w 28356"/>
                  <a:gd name="connsiteY1" fmla="*/ 24372 h 28397"/>
                  <a:gd name="connsiteX2" fmla="*/ 28450 w 28356"/>
                  <a:gd name="connsiteY2" fmla="*/ 14332 h 28397"/>
                  <a:gd name="connsiteX3" fmla="*/ 24297 w 28356"/>
                  <a:gd name="connsiteY3" fmla="*/ 4292 h 28397"/>
                  <a:gd name="connsiteX4" fmla="*/ 14271 w 28356"/>
                  <a:gd name="connsiteY4" fmla="*/ 133 h 28397"/>
                  <a:gd name="connsiteX5" fmla="*/ 4246 w 28356"/>
                  <a:gd name="connsiteY5" fmla="*/ 4292 h 28397"/>
                  <a:gd name="connsiteX6" fmla="*/ 93 w 28356"/>
                  <a:gd name="connsiteY6" fmla="*/ 14332 h 28397"/>
                  <a:gd name="connsiteX7" fmla="*/ 4246 w 28356"/>
                  <a:gd name="connsiteY7" fmla="*/ 24372 h 28397"/>
                  <a:gd name="connsiteX8" fmla="*/ 14271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31"/>
                    </a:moveTo>
                    <a:cubicBezTo>
                      <a:pt x="18031" y="28531"/>
                      <a:pt x="21638" y="27035"/>
                      <a:pt x="24297" y="24372"/>
                    </a:cubicBezTo>
                    <a:cubicBezTo>
                      <a:pt x="26956" y="21709"/>
                      <a:pt x="28450" y="18097"/>
                      <a:pt x="28450" y="14332"/>
                    </a:cubicBezTo>
                    <a:cubicBezTo>
                      <a:pt x="28450" y="10566"/>
                      <a:pt x="26956" y="6954"/>
                      <a:pt x="24297" y="4292"/>
                    </a:cubicBezTo>
                    <a:cubicBezTo>
                      <a:pt x="21638" y="1629"/>
                      <a:pt x="18031" y="133"/>
                      <a:pt x="14271" y="133"/>
                    </a:cubicBezTo>
                    <a:cubicBezTo>
                      <a:pt x="10511" y="133"/>
                      <a:pt x="6905" y="1629"/>
                      <a:pt x="4246" y="4292"/>
                    </a:cubicBezTo>
                    <a:cubicBezTo>
                      <a:pt x="1587" y="6954"/>
                      <a:pt x="93" y="10566"/>
                      <a:pt x="93" y="14332"/>
                    </a:cubicBezTo>
                    <a:cubicBezTo>
                      <a:pt x="93" y="18097"/>
                      <a:pt x="1587" y="21709"/>
                      <a:pt x="4246" y="24372"/>
                    </a:cubicBezTo>
                    <a:cubicBezTo>
                      <a:pt x="6905" y="27035"/>
                      <a:pt x="10511" y="28531"/>
                      <a:pt x="14271"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4" name="Freeform: Shape 1213">
                <a:extLst>
                  <a:ext uri="{FF2B5EF4-FFF2-40B4-BE49-F238E27FC236}">
                    <a16:creationId xmlns:a16="http://schemas.microsoft.com/office/drawing/2014/main" id="{47F0F079-B99D-D959-CAD7-8809E6CD7C18}"/>
                  </a:ext>
                </a:extLst>
              </p:cNvPr>
              <p:cNvSpPr/>
              <p:nvPr/>
            </p:nvSpPr>
            <p:spPr>
              <a:xfrm>
                <a:off x="5724012" y="4962602"/>
                <a:ext cx="28356" cy="28397"/>
              </a:xfrm>
              <a:custGeom>
                <a:avLst/>
                <a:gdLst>
                  <a:gd name="connsiteX0" fmla="*/ 14271 w 28356"/>
                  <a:gd name="connsiteY0" fmla="*/ 28530 h 28397"/>
                  <a:gd name="connsiteX1" fmla="*/ 24296 w 28356"/>
                  <a:gd name="connsiteY1" fmla="*/ 24371 h 28397"/>
                  <a:gd name="connsiteX2" fmla="*/ 28449 w 28356"/>
                  <a:gd name="connsiteY2" fmla="*/ 14331 h 28397"/>
                  <a:gd name="connsiteX3" fmla="*/ 24296 w 28356"/>
                  <a:gd name="connsiteY3" fmla="*/ 4290 h 28397"/>
                  <a:gd name="connsiteX4" fmla="*/ 14271 w 28356"/>
                  <a:gd name="connsiteY4" fmla="*/ 132 h 28397"/>
                  <a:gd name="connsiteX5" fmla="*/ 4245 w 28356"/>
                  <a:gd name="connsiteY5" fmla="*/ 4290 h 28397"/>
                  <a:gd name="connsiteX6" fmla="*/ 92 w 28356"/>
                  <a:gd name="connsiteY6" fmla="*/ 14331 h 28397"/>
                  <a:gd name="connsiteX7" fmla="*/ 4245 w 28356"/>
                  <a:gd name="connsiteY7" fmla="*/ 24371 h 28397"/>
                  <a:gd name="connsiteX8" fmla="*/ 14271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30"/>
                    </a:moveTo>
                    <a:cubicBezTo>
                      <a:pt x="18031" y="28530"/>
                      <a:pt x="21638" y="27034"/>
                      <a:pt x="24296" y="24371"/>
                    </a:cubicBezTo>
                    <a:cubicBezTo>
                      <a:pt x="26955" y="21708"/>
                      <a:pt x="28449" y="18096"/>
                      <a:pt x="28449" y="14331"/>
                    </a:cubicBezTo>
                    <a:cubicBezTo>
                      <a:pt x="28449" y="10565"/>
                      <a:pt x="26955" y="6953"/>
                      <a:pt x="24296" y="4290"/>
                    </a:cubicBezTo>
                    <a:cubicBezTo>
                      <a:pt x="21638" y="1628"/>
                      <a:pt x="18031" y="132"/>
                      <a:pt x="14271" y="132"/>
                    </a:cubicBezTo>
                    <a:cubicBezTo>
                      <a:pt x="10511" y="132"/>
                      <a:pt x="6904" y="1628"/>
                      <a:pt x="4245" y="4290"/>
                    </a:cubicBezTo>
                    <a:cubicBezTo>
                      <a:pt x="1586" y="6953"/>
                      <a:pt x="92" y="10565"/>
                      <a:pt x="92" y="14331"/>
                    </a:cubicBezTo>
                    <a:cubicBezTo>
                      <a:pt x="92" y="18096"/>
                      <a:pt x="1586" y="21708"/>
                      <a:pt x="4245" y="24371"/>
                    </a:cubicBezTo>
                    <a:cubicBezTo>
                      <a:pt x="6904" y="27034"/>
                      <a:pt x="10511" y="28530"/>
                      <a:pt x="14271"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5" name="Freeform: Shape 1214">
                <a:extLst>
                  <a:ext uri="{FF2B5EF4-FFF2-40B4-BE49-F238E27FC236}">
                    <a16:creationId xmlns:a16="http://schemas.microsoft.com/office/drawing/2014/main" id="{51EBBAEE-C6AF-2304-EF83-044A578D5D9C}"/>
                  </a:ext>
                </a:extLst>
              </p:cNvPr>
              <p:cNvSpPr/>
              <p:nvPr/>
            </p:nvSpPr>
            <p:spPr>
              <a:xfrm>
                <a:off x="5716254" y="4945952"/>
                <a:ext cx="28356" cy="28397"/>
              </a:xfrm>
              <a:custGeom>
                <a:avLst/>
                <a:gdLst>
                  <a:gd name="connsiteX0" fmla="*/ 14270 w 28356"/>
                  <a:gd name="connsiteY0" fmla="*/ 28528 h 28397"/>
                  <a:gd name="connsiteX1" fmla="*/ 24296 w 28356"/>
                  <a:gd name="connsiteY1" fmla="*/ 24370 h 28397"/>
                  <a:gd name="connsiteX2" fmla="*/ 28448 w 28356"/>
                  <a:gd name="connsiteY2" fmla="*/ 14329 h 28397"/>
                  <a:gd name="connsiteX3" fmla="*/ 24296 w 28356"/>
                  <a:gd name="connsiteY3" fmla="*/ 4289 h 28397"/>
                  <a:gd name="connsiteX4" fmla="*/ 14270 w 28356"/>
                  <a:gd name="connsiteY4" fmla="*/ 130 h 28397"/>
                  <a:gd name="connsiteX5" fmla="*/ 4244 w 28356"/>
                  <a:gd name="connsiteY5" fmla="*/ 4289 h 28397"/>
                  <a:gd name="connsiteX6" fmla="*/ 92 w 28356"/>
                  <a:gd name="connsiteY6" fmla="*/ 14329 h 28397"/>
                  <a:gd name="connsiteX7" fmla="*/ 4244 w 28356"/>
                  <a:gd name="connsiteY7" fmla="*/ 24370 h 28397"/>
                  <a:gd name="connsiteX8" fmla="*/ 14270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0" y="28528"/>
                    </a:moveTo>
                    <a:cubicBezTo>
                      <a:pt x="18030" y="28528"/>
                      <a:pt x="21637" y="27032"/>
                      <a:pt x="24296" y="24370"/>
                    </a:cubicBezTo>
                    <a:cubicBezTo>
                      <a:pt x="26955" y="21707"/>
                      <a:pt x="28448" y="18095"/>
                      <a:pt x="28448" y="14329"/>
                    </a:cubicBezTo>
                    <a:cubicBezTo>
                      <a:pt x="28448" y="10564"/>
                      <a:pt x="26955" y="6952"/>
                      <a:pt x="24296" y="4289"/>
                    </a:cubicBezTo>
                    <a:cubicBezTo>
                      <a:pt x="21637" y="1626"/>
                      <a:pt x="18030" y="130"/>
                      <a:pt x="14270" y="130"/>
                    </a:cubicBezTo>
                    <a:cubicBezTo>
                      <a:pt x="10510" y="130"/>
                      <a:pt x="6903" y="1626"/>
                      <a:pt x="4244" y="4289"/>
                    </a:cubicBezTo>
                    <a:cubicBezTo>
                      <a:pt x="1586" y="6952"/>
                      <a:pt x="92" y="10564"/>
                      <a:pt x="92" y="14329"/>
                    </a:cubicBezTo>
                    <a:cubicBezTo>
                      <a:pt x="92" y="18095"/>
                      <a:pt x="1586" y="21707"/>
                      <a:pt x="4244" y="24370"/>
                    </a:cubicBezTo>
                    <a:cubicBezTo>
                      <a:pt x="6903" y="27032"/>
                      <a:pt x="10510" y="28528"/>
                      <a:pt x="14270"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6" name="Freeform: Shape 1215">
                <a:extLst>
                  <a:ext uri="{FF2B5EF4-FFF2-40B4-BE49-F238E27FC236}">
                    <a16:creationId xmlns:a16="http://schemas.microsoft.com/office/drawing/2014/main" id="{87820D8E-B528-97F1-95C4-8BA6C1F21CAA}"/>
                  </a:ext>
                </a:extLst>
              </p:cNvPr>
              <p:cNvSpPr/>
              <p:nvPr/>
            </p:nvSpPr>
            <p:spPr>
              <a:xfrm>
                <a:off x="5708496" y="4944631"/>
                <a:ext cx="28356" cy="28397"/>
              </a:xfrm>
              <a:custGeom>
                <a:avLst/>
                <a:gdLst>
                  <a:gd name="connsiteX0" fmla="*/ 14269 w 28356"/>
                  <a:gd name="connsiteY0" fmla="*/ 28528 h 28397"/>
                  <a:gd name="connsiteX1" fmla="*/ 24295 w 28356"/>
                  <a:gd name="connsiteY1" fmla="*/ 24369 h 28397"/>
                  <a:gd name="connsiteX2" fmla="*/ 28448 w 28356"/>
                  <a:gd name="connsiteY2" fmla="*/ 14329 h 28397"/>
                  <a:gd name="connsiteX3" fmla="*/ 24295 w 28356"/>
                  <a:gd name="connsiteY3" fmla="*/ 4289 h 28397"/>
                  <a:gd name="connsiteX4" fmla="*/ 14269 w 28356"/>
                  <a:gd name="connsiteY4" fmla="*/ 130 h 28397"/>
                  <a:gd name="connsiteX5" fmla="*/ 4244 w 28356"/>
                  <a:gd name="connsiteY5" fmla="*/ 4289 h 28397"/>
                  <a:gd name="connsiteX6" fmla="*/ 91 w 28356"/>
                  <a:gd name="connsiteY6" fmla="*/ 14329 h 28397"/>
                  <a:gd name="connsiteX7" fmla="*/ 4244 w 28356"/>
                  <a:gd name="connsiteY7" fmla="*/ 24369 h 28397"/>
                  <a:gd name="connsiteX8" fmla="*/ 14269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28"/>
                    </a:moveTo>
                    <a:cubicBezTo>
                      <a:pt x="18030" y="28528"/>
                      <a:pt x="21636" y="27032"/>
                      <a:pt x="24295" y="24369"/>
                    </a:cubicBezTo>
                    <a:cubicBezTo>
                      <a:pt x="26954" y="21707"/>
                      <a:pt x="28448" y="18095"/>
                      <a:pt x="28448" y="14329"/>
                    </a:cubicBezTo>
                    <a:cubicBezTo>
                      <a:pt x="28448" y="10564"/>
                      <a:pt x="26954" y="6952"/>
                      <a:pt x="24295" y="4289"/>
                    </a:cubicBezTo>
                    <a:cubicBezTo>
                      <a:pt x="21636" y="1626"/>
                      <a:pt x="18030" y="130"/>
                      <a:pt x="14269" y="130"/>
                    </a:cubicBezTo>
                    <a:cubicBezTo>
                      <a:pt x="10509" y="130"/>
                      <a:pt x="6903" y="1626"/>
                      <a:pt x="4244" y="4289"/>
                    </a:cubicBezTo>
                    <a:cubicBezTo>
                      <a:pt x="1585" y="6952"/>
                      <a:pt x="91" y="10564"/>
                      <a:pt x="91" y="14329"/>
                    </a:cubicBezTo>
                    <a:cubicBezTo>
                      <a:pt x="91" y="18095"/>
                      <a:pt x="1585" y="21707"/>
                      <a:pt x="4244" y="24369"/>
                    </a:cubicBezTo>
                    <a:cubicBezTo>
                      <a:pt x="6903" y="27032"/>
                      <a:pt x="10509" y="28528"/>
                      <a:pt x="14269"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7" name="Freeform: Shape 1216">
                <a:extLst>
                  <a:ext uri="{FF2B5EF4-FFF2-40B4-BE49-F238E27FC236}">
                    <a16:creationId xmlns:a16="http://schemas.microsoft.com/office/drawing/2014/main" id="{E4736AB7-2554-D28C-95C9-012E90373766}"/>
                  </a:ext>
                </a:extLst>
              </p:cNvPr>
              <p:cNvSpPr/>
              <p:nvPr/>
            </p:nvSpPr>
            <p:spPr>
              <a:xfrm>
                <a:off x="5700738" y="4964177"/>
                <a:ext cx="28356" cy="28397"/>
              </a:xfrm>
              <a:custGeom>
                <a:avLst/>
                <a:gdLst>
                  <a:gd name="connsiteX0" fmla="*/ 14269 w 28356"/>
                  <a:gd name="connsiteY0" fmla="*/ 28530 h 28397"/>
                  <a:gd name="connsiteX1" fmla="*/ 24294 w 28356"/>
                  <a:gd name="connsiteY1" fmla="*/ 24371 h 28397"/>
                  <a:gd name="connsiteX2" fmla="*/ 28447 w 28356"/>
                  <a:gd name="connsiteY2" fmla="*/ 14331 h 28397"/>
                  <a:gd name="connsiteX3" fmla="*/ 24294 w 28356"/>
                  <a:gd name="connsiteY3" fmla="*/ 4291 h 28397"/>
                  <a:gd name="connsiteX4" fmla="*/ 14269 w 28356"/>
                  <a:gd name="connsiteY4" fmla="*/ 132 h 28397"/>
                  <a:gd name="connsiteX5" fmla="*/ 4243 w 28356"/>
                  <a:gd name="connsiteY5" fmla="*/ 4291 h 28397"/>
                  <a:gd name="connsiteX6" fmla="*/ 91 w 28356"/>
                  <a:gd name="connsiteY6" fmla="*/ 14331 h 28397"/>
                  <a:gd name="connsiteX7" fmla="*/ 4243 w 28356"/>
                  <a:gd name="connsiteY7" fmla="*/ 24371 h 28397"/>
                  <a:gd name="connsiteX8" fmla="*/ 14269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30"/>
                    </a:moveTo>
                    <a:cubicBezTo>
                      <a:pt x="18029" y="28530"/>
                      <a:pt x="21636" y="27034"/>
                      <a:pt x="24294" y="24371"/>
                    </a:cubicBezTo>
                    <a:cubicBezTo>
                      <a:pt x="26953" y="21708"/>
                      <a:pt x="28447" y="18096"/>
                      <a:pt x="28447" y="14331"/>
                    </a:cubicBezTo>
                    <a:cubicBezTo>
                      <a:pt x="28447" y="10565"/>
                      <a:pt x="26953" y="6953"/>
                      <a:pt x="24294" y="4291"/>
                    </a:cubicBezTo>
                    <a:cubicBezTo>
                      <a:pt x="21636" y="1628"/>
                      <a:pt x="18029" y="132"/>
                      <a:pt x="14269" y="132"/>
                    </a:cubicBezTo>
                    <a:cubicBezTo>
                      <a:pt x="10509" y="132"/>
                      <a:pt x="6902" y="1628"/>
                      <a:pt x="4243" y="4291"/>
                    </a:cubicBezTo>
                    <a:cubicBezTo>
                      <a:pt x="1584" y="6953"/>
                      <a:pt x="91" y="10565"/>
                      <a:pt x="91" y="14331"/>
                    </a:cubicBezTo>
                    <a:cubicBezTo>
                      <a:pt x="91" y="18096"/>
                      <a:pt x="1584" y="21708"/>
                      <a:pt x="4243" y="24371"/>
                    </a:cubicBezTo>
                    <a:cubicBezTo>
                      <a:pt x="6902" y="27034"/>
                      <a:pt x="10509" y="28530"/>
                      <a:pt x="14269"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8" name="Freeform: Shape 1217">
                <a:extLst>
                  <a:ext uri="{FF2B5EF4-FFF2-40B4-BE49-F238E27FC236}">
                    <a16:creationId xmlns:a16="http://schemas.microsoft.com/office/drawing/2014/main" id="{97475063-35E8-B69F-E751-D6194CC7CAC7}"/>
                  </a:ext>
                </a:extLst>
              </p:cNvPr>
              <p:cNvSpPr/>
              <p:nvPr/>
            </p:nvSpPr>
            <p:spPr>
              <a:xfrm>
                <a:off x="5692979" y="4998733"/>
                <a:ext cx="28356" cy="28397"/>
              </a:xfrm>
              <a:custGeom>
                <a:avLst/>
                <a:gdLst>
                  <a:gd name="connsiteX0" fmla="*/ 14268 w 28356"/>
                  <a:gd name="connsiteY0" fmla="*/ 28532 h 28397"/>
                  <a:gd name="connsiteX1" fmla="*/ 24294 w 28356"/>
                  <a:gd name="connsiteY1" fmla="*/ 24374 h 28397"/>
                  <a:gd name="connsiteX2" fmla="*/ 28447 w 28356"/>
                  <a:gd name="connsiteY2" fmla="*/ 14333 h 28397"/>
                  <a:gd name="connsiteX3" fmla="*/ 24294 w 28356"/>
                  <a:gd name="connsiteY3" fmla="*/ 4293 h 28397"/>
                  <a:gd name="connsiteX4" fmla="*/ 14268 w 28356"/>
                  <a:gd name="connsiteY4" fmla="*/ 135 h 28397"/>
                  <a:gd name="connsiteX5" fmla="*/ 4243 w 28356"/>
                  <a:gd name="connsiteY5" fmla="*/ 4293 h 28397"/>
                  <a:gd name="connsiteX6" fmla="*/ 90 w 28356"/>
                  <a:gd name="connsiteY6" fmla="*/ 14333 h 28397"/>
                  <a:gd name="connsiteX7" fmla="*/ 4243 w 28356"/>
                  <a:gd name="connsiteY7" fmla="*/ 24374 h 28397"/>
                  <a:gd name="connsiteX8" fmla="*/ 14268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32"/>
                    </a:moveTo>
                    <a:cubicBezTo>
                      <a:pt x="18028" y="28532"/>
                      <a:pt x="21635" y="27036"/>
                      <a:pt x="24294" y="24374"/>
                    </a:cubicBezTo>
                    <a:cubicBezTo>
                      <a:pt x="26953" y="21711"/>
                      <a:pt x="28447" y="18099"/>
                      <a:pt x="28447" y="14333"/>
                    </a:cubicBezTo>
                    <a:cubicBezTo>
                      <a:pt x="28447" y="10568"/>
                      <a:pt x="26953" y="6956"/>
                      <a:pt x="24294" y="4293"/>
                    </a:cubicBezTo>
                    <a:cubicBezTo>
                      <a:pt x="21635" y="1631"/>
                      <a:pt x="18028" y="135"/>
                      <a:pt x="14268" y="135"/>
                    </a:cubicBezTo>
                    <a:cubicBezTo>
                      <a:pt x="10508" y="135"/>
                      <a:pt x="6901" y="1631"/>
                      <a:pt x="4243" y="4293"/>
                    </a:cubicBezTo>
                    <a:cubicBezTo>
                      <a:pt x="1584" y="6956"/>
                      <a:pt x="90" y="10568"/>
                      <a:pt x="90" y="14333"/>
                    </a:cubicBezTo>
                    <a:cubicBezTo>
                      <a:pt x="90" y="18099"/>
                      <a:pt x="1584" y="21711"/>
                      <a:pt x="4243" y="24374"/>
                    </a:cubicBezTo>
                    <a:cubicBezTo>
                      <a:pt x="6901" y="27036"/>
                      <a:pt x="10508" y="28532"/>
                      <a:pt x="14268"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19" name="Freeform: Shape 1218">
                <a:extLst>
                  <a:ext uri="{FF2B5EF4-FFF2-40B4-BE49-F238E27FC236}">
                    <a16:creationId xmlns:a16="http://schemas.microsoft.com/office/drawing/2014/main" id="{FA295D22-559B-3E02-EA94-AEFAF788A5BB}"/>
                  </a:ext>
                </a:extLst>
              </p:cNvPr>
              <p:cNvSpPr/>
              <p:nvPr/>
            </p:nvSpPr>
            <p:spPr>
              <a:xfrm>
                <a:off x="5685221" y="4787647"/>
                <a:ext cx="28356" cy="28397"/>
              </a:xfrm>
              <a:custGeom>
                <a:avLst/>
                <a:gdLst>
                  <a:gd name="connsiteX0" fmla="*/ 14268 w 28356"/>
                  <a:gd name="connsiteY0" fmla="*/ 28516 h 28397"/>
                  <a:gd name="connsiteX1" fmla="*/ 24293 w 28356"/>
                  <a:gd name="connsiteY1" fmla="*/ 24357 h 28397"/>
                  <a:gd name="connsiteX2" fmla="*/ 28446 w 28356"/>
                  <a:gd name="connsiteY2" fmla="*/ 14317 h 28397"/>
                  <a:gd name="connsiteX3" fmla="*/ 24293 w 28356"/>
                  <a:gd name="connsiteY3" fmla="*/ 4277 h 28397"/>
                  <a:gd name="connsiteX4" fmla="*/ 14268 w 28356"/>
                  <a:gd name="connsiteY4" fmla="*/ 118 h 28397"/>
                  <a:gd name="connsiteX5" fmla="*/ 4242 w 28356"/>
                  <a:gd name="connsiteY5" fmla="*/ 4277 h 28397"/>
                  <a:gd name="connsiteX6" fmla="*/ 89 w 28356"/>
                  <a:gd name="connsiteY6" fmla="*/ 14317 h 28397"/>
                  <a:gd name="connsiteX7" fmla="*/ 4242 w 28356"/>
                  <a:gd name="connsiteY7" fmla="*/ 24357 h 28397"/>
                  <a:gd name="connsiteX8" fmla="*/ 14268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16"/>
                    </a:moveTo>
                    <a:cubicBezTo>
                      <a:pt x="18028" y="28516"/>
                      <a:pt x="21634" y="27020"/>
                      <a:pt x="24293" y="24357"/>
                    </a:cubicBezTo>
                    <a:cubicBezTo>
                      <a:pt x="26952" y="21694"/>
                      <a:pt x="28446" y="18082"/>
                      <a:pt x="28446" y="14317"/>
                    </a:cubicBezTo>
                    <a:cubicBezTo>
                      <a:pt x="28446" y="10551"/>
                      <a:pt x="26952" y="6939"/>
                      <a:pt x="24293" y="4277"/>
                    </a:cubicBezTo>
                    <a:cubicBezTo>
                      <a:pt x="21634" y="1614"/>
                      <a:pt x="18028" y="118"/>
                      <a:pt x="14268" y="118"/>
                    </a:cubicBezTo>
                    <a:cubicBezTo>
                      <a:pt x="10507" y="118"/>
                      <a:pt x="6901" y="1614"/>
                      <a:pt x="4242" y="4277"/>
                    </a:cubicBezTo>
                    <a:cubicBezTo>
                      <a:pt x="1583" y="6939"/>
                      <a:pt x="89" y="10551"/>
                      <a:pt x="89" y="14317"/>
                    </a:cubicBezTo>
                    <a:cubicBezTo>
                      <a:pt x="89" y="18082"/>
                      <a:pt x="1583" y="21694"/>
                      <a:pt x="4242" y="24357"/>
                    </a:cubicBezTo>
                    <a:cubicBezTo>
                      <a:pt x="6901" y="27020"/>
                      <a:pt x="10507" y="28516"/>
                      <a:pt x="14268" y="2851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0" name="Freeform: Shape 1219">
                <a:extLst>
                  <a:ext uri="{FF2B5EF4-FFF2-40B4-BE49-F238E27FC236}">
                    <a16:creationId xmlns:a16="http://schemas.microsoft.com/office/drawing/2014/main" id="{6F15F0DC-9293-FEBA-8F97-B46F032AB767}"/>
                  </a:ext>
                </a:extLst>
              </p:cNvPr>
              <p:cNvSpPr/>
              <p:nvPr/>
            </p:nvSpPr>
            <p:spPr>
              <a:xfrm>
                <a:off x="5677462" y="4971225"/>
                <a:ext cx="28356" cy="28397"/>
              </a:xfrm>
              <a:custGeom>
                <a:avLst/>
                <a:gdLst>
                  <a:gd name="connsiteX0" fmla="*/ 14267 w 28356"/>
                  <a:gd name="connsiteY0" fmla="*/ 28530 h 28397"/>
                  <a:gd name="connsiteX1" fmla="*/ 24293 w 28356"/>
                  <a:gd name="connsiteY1" fmla="*/ 24372 h 28397"/>
                  <a:gd name="connsiteX2" fmla="*/ 28445 w 28356"/>
                  <a:gd name="connsiteY2" fmla="*/ 14331 h 28397"/>
                  <a:gd name="connsiteX3" fmla="*/ 24293 w 28356"/>
                  <a:gd name="connsiteY3" fmla="*/ 4291 h 28397"/>
                  <a:gd name="connsiteX4" fmla="*/ 14267 w 28356"/>
                  <a:gd name="connsiteY4" fmla="*/ 132 h 28397"/>
                  <a:gd name="connsiteX5" fmla="*/ 4241 w 28356"/>
                  <a:gd name="connsiteY5" fmla="*/ 4291 h 28397"/>
                  <a:gd name="connsiteX6" fmla="*/ 89 w 28356"/>
                  <a:gd name="connsiteY6" fmla="*/ 14331 h 28397"/>
                  <a:gd name="connsiteX7" fmla="*/ 4241 w 28356"/>
                  <a:gd name="connsiteY7" fmla="*/ 24372 h 28397"/>
                  <a:gd name="connsiteX8" fmla="*/ 1426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7" y="28530"/>
                    </a:moveTo>
                    <a:cubicBezTo>
                      <a:pt x="18027" y="28530"/>
                      <a:pt x="21634" y="27034"/>
                      <a:pt x="24293" y="24372"/>
                    </a:cubicBezTo>
                    <a:cubicBezTo>
                      <a:pt x="26951" y="21709"/>
                      <a:pt x="28445" y="18097"/>
                      <a:pt x="28445" y="14331"/>
                    </a:cubicBezTo>
                    <a:cubicBezTo>
                      <a:pt x="28445" y="10566"/>
                      <a:pt x="26951" y="6954"/>
                      <a:pt x="24293" y="4291"/>
                    </a:cubicBezTo>
                    <a:cubicBezTo>
                      <a:pt x="21634" y="1628"/>
                      <a:pt x="18027" y="132"/>
                      <a:pt x="14267" y="132"/>
                    </a:cubicBezTo>
                    <a:cubicBezTo>
                      <a:pt x="10507" y="132"/>
                      <a:pt x="6900" y="1628"/>
                      <a:pt x="4241" y="4291"/>
                    </a:cubicBezTo>
                    <a:cubicBezTo>
                      <a:pt x="1583" y="6954"/>
                      <a:pt x="89" y="10566"/>
                      <a:pt x="89" y="14331"/>
                    </a:cubicBezTo>
                    <a:cubicBezTo>
                      <a:pt x="89" y="18097"/>
                      <a:pt x="1583" y="21709"/>
                      <a:pt x="4241" y="24372"/>
                    </a:cubicBezTo>
                    <a:cubicBezTo>
                      <a:pt x="6900" y="27034"/>
                      <a:pt x="10507" y="28530"/>
                      <a:pt x="14267"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1" name="Freeform: Shape 1220">
                <a:extLst>
                  <a:ext uri="{FF2B5EF4-FFF2-40B4-BE49-F238E27FC236}">
                    <a16:creationId xmlns:a16="http://schemas.microsoft.com/office/drawing/2014/main" id="{B881B2E9-832C-7E1F-08D8-3E279952A967}"/>
                  </a:ext>
                </a:extLst>
              </p:cNvPr>
              <p:cNvSpPr/>
              <p:nvPr/>
            </p:nvSpPr>
            <p:spPr>
              <a:xfrm>
                <a:off x="5669703" y="4879112"/>
                <a:ext cx="28356" cy="28397"/>
              </a:xfrm>
              <a:custGeom>
                <a:avLst/>
                <a:gdLst>
                  <a:gd name="connsiteX0" fmla="*/ 14266 w 28356"/>
                  <a:gd name="connsiteY0" fmla="*/ 28523 h 28397"/>
                  <a:gd name="connsiteX1" fmla="*/ 24292 w 28356"/>
                  <a:gd name="connsiteY1" fmla="*/ 24364 h 28397"/>
                  <a:gd name="connsiteX2" fmla="*/ 28445 w 28356"/>
                  <a:gd name="connsiteY2" fmla="*/ 14324 h 28397"/>
                  <a:gd name="connsiteX3" fmla="*/ 24292 w 28356"/>
                  <a:gd name="connsiteY3" fmla="*/ 4284 h 28397"/>
                  <a:gd name="connsiteX4" fmla="*/ 14266 w 28356"/>
                  <a:gd name="connsiteY4" fmla="*/ 125 h 28397"/>
                  <a:gd name="connsiteX5" fmla="*/ 4241 w 28356"/>
                  <a:gd name="connsiteY5" fmla="*/ 4284 h 28397"/>
                  <a:gd name="connsiteX6" fmla="*/ 88 w 28356"/>
                  <a:gd name="connsiteY6" fmla="*/ 14324 h 28397"/>
                  <a:gd name="connsiteX7" fmla="*/ 4241 w 28356"/>
                  <a:gd name="connsiteY7" fmla="*/ 24364 h 28397"/>
                  <a:gd name="connsiteX8" fmla="*/ 1426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3"/>
                    </a:moveTo>
                    <a:cubicBezTo>
                      <a:pt x="18027" y="28523"/>
                      <a:pt x="21633" y="27027"/>
                      <a:pt x="24292" y="24364"/>
                    </a:cubicBezTo>
                    <a:cubicBezTo>
                      <a:pt x="26951" y="21702"/>
                      <a:pt x="28445" y="18090"/>
                      <a:pt x="28445" y="14324"/>
                    </a:cubicBezTo>
                    <a:cubicBezTo>
                      <a:pt x="28445" y="10558"/>
                      <a:pt x="26951" y="6947"/>
                      <a:pt x="24292" y="4284"/>
                    </a:cubicBezTo>
                    <a:cubicBezTo>
                      <a:pt x="21633" y="1621"/>
                      <a:pt x="18027" y="125"/>
                      <a:pt x="14266" y="125"/>
                    </a:cubicBezTo>
                    <a:cubicBezTo>
                      <a:pt x="10506" y="125"/>
                      <a:pt x="6900" y="1621"/>
                      <a:pt x="4241" y="4284"/>
                    </a:cubicBezTo>
                    <a:cubicBezTo>
                      <a:pt x="1582" y="6947"/>
                      <a:pt x="88" y="10558"/>
                      <a:pt x="88" y="14324"/>
                    </a:cubicBezTo>
                    <a:cubicBezTo>
                      <a:pt x="88" y="18090"/>
                      <a:pt x="1582" y="21702"/>
                      <a:pt x="4241" y="24364"/>
                    </a:cubicBezTo>
                    <a:cubicBezTo>
                      <a:pt x="6900" y="27027"/>
                      <a:pt x="10506" y="28523"/>
                      <a:pt x="1426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2" name="Freeform: Shape 1221">
                <a:extLst>
                  <a:ext uri="{FF2B5EF4-FFF2-40B4-BE49-F238E27FC236}">
                    <a16:creationId xmlns:a16="http://schemas.microsoft.com/office/drawing/2014/main" id="{C4D5925D-F0CC-2C63-C7CD-E1A72925A6D5}"/>
                  </a:ext>
                </a:extLst>
              </p:cNvPr>
              <p:cNvSpPr/>
              <p:nvPr/>
            </p:nvSpPr>
            <p:spPr>
              <a:xfrm>
                <a:off x="5661945" y="4969168"/>
                <a:ext cx="28356" cy="28397"/>
              </a:xfrm>
              <a:custGeom>
                <a:avLst/>
                <a:gdLst>
                  <a:gd name="connsiteX0" fmla="*/ 14266 w 28356"/>
                  <a:gd name="connsiteY0" fmla="*/ 28530 h 28397"/>
                  <a:gd name="connsiteX1" fmla="*/ 24291 w 28356"/>
                  <a:gd name="connsiteY1" fmla="*/ 24371 h 28397"/>
                  <a:gd name="connsiteX2" fmla="*/ 28444 w 28356"/>
                  <a:gd name="connsiteY2" fmla="*/ 14331 h 28397"/>
                  <a:gd name="connsiteX3" fmla="*/ 24291 w 28356"/>
                  <a:gd name="connsiteY3" fmla="*/ 4291 h 28397"/>
                  <a:gd name="connsiteX4" fmla="*/ 14266 w 28356"/>
                  <a:gd name="connsiteY4" fmla="*/ 132 h 28397"/>
                  <a:gd name="connsiteX5" fmla="*/ 4240 w 28356"/>
                  <a:gd name="connsiteY5" fmla="*/ 4291 h 28397"/>
                  <a:gd name="connsiteX6" fmla="*/ 87 w 28356"/>
                  <a:gd name="connsiteY6" fmla="*/ 14331 h 28397"/>
                  <a:gd name="connsiteX7" fmla="*/ 4240 w 28356"/>
                  <a:gd name="connsiteY7" fmla="*/ 24371 h 28397"/>
                  <a:gd name="connsiteX8" fmla="*/ 14266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30"/>
                    </a:moveTo>
                    <a:cubicBezTo>
                      <a:pt x="18026" y="28530"/>
                      <a:pt x="21633" y="27034"/>
                      <a:pt x="24291" y="24371"/>
                    </a:cubicBezTo>
                    <a:cubicBezTo>
                      <a:pt x="26950" y="21709"/>
                      <a:pt x="28444" y="18097"/>
                      <a:pt x="28444" y="14331"/>
                    </a:cubicBezTo>
                    <a:cubicBezTo>
                      <a:pt x="28444" y="10566"/>
                      <a:pt x="26950" y="6954"/>
                      <a:pt x="24291" y="4291"/>
                    </a:cubicBezTo>
                    <a:cubicBezTo>
                      <a:pt x="21633" y="1628"/>
                      <a:pt x="18026" y="132"/>
                      <a:pt x="14266" y="132"/>
                    </a:cubicBezTo>
                    <a:cubicBezTo>
                      <a:pt x="10506" y="132"/>
                      <a:pt x="6899" y="1628"/>
                      <a:pt x="4240" y="4291"/>
                    </a:cubicBezTo>
                    <a:cubicBezTo>
                      <a:pt x="1581" y="6954"/>
                      <a:pt x="87" y="10566"/>
                      <a:pt x="87" y="14331"/>
                    </a:cubicBezTo>
                    <a:cubicBezTo>
                      <a:pt x="87" y="18097"/>
                      <a:pt x="1581" y="21709"/>
                      <a:pt x="4240" y="24371"/>
                    </a:cubicBezTo>
                    <a:cubicBezTo>
                      <a:pt x="6899" y="27034"/>
                      <a:pt x="10506" y="28530"/>
                      <a:pt x="14266"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3" name="Freeform: Shape 1222">
                <a:extLst>
                  <a:ext uri="{FF2B5EF4-FFF2-40B4-BE49-F238E27FC236}">
                    <a16:creationId xmlns:a16="http://schemas.microsoft.com/office/drawing/2014/main" id="{E79E53BB-2D39-DC98-9328-9CF11605A0E5}"/>
                  </a:ext>
                </a:extLst>
              </p:cNvPr>
              <p:cNvSpPr/>
              <p:nvPr/>
            </p:nvSpPr>
            <p:spPr>
              <a:xfrm>
                <a:off x="5654188" y="4987570"/>
                <a:ext cx="28356" cy="28397"/>
              </a:xfrm>
              <a:custGeom>
                <a:avLst/>
                <a:gdLst>
                  <a:gd name="connsiteX0" fmla="*/ 14265 w 28356"/>
                  <a:gd name="connsiteY0" fmla="*/ 28532 h 28397"/>
                  <a:gd name="connsiteX1" fmla="*/ 24291 w 28356"/>
                  <a:gd name="connsiteY1" fmla="*/ 24373 h 28397"/>
                  <a:gd name="connsiteX2" fmla="*/ 28444 w 28356"/>
                  <a:gd name="connsiteY2" fmla="*/ 14333 h 28397"/>
                  <a:gd name="connsiteX3" fmla="*/ 24291 w 28356"/>
                  <a:gd name="connsiteY3" fmla="*/ 4292 h 28397"/>
                  <a:gd name="connsiteX4" fmla="*/ 14265 w 28356"/>
                  <a:gd name="connsiteY4" fmla="*/ 134 h 28397"/>
                  <a:gd name="connsiteX5" fmla="*/ 4240 w 28356"/>
                  <a:gd name="connsiteY5" fmla="*/ 4292 h 28397"/>
                  <a:gd name="connsiteX6" fmla="*/ 87 w 28356"/>
                  <a:gd name="connsiteY6" fmla="*/ 14333 h 28397"/>
                  <a:gd name="connsiteX7" fmla="*/ 4240 w 28356"/>
                  <a:gd name="connsiteY7" fmla="*/ 24373 h 28397"/>
                  <a:gd name="connsiteX8" fmla="*/ 14265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2"/>
                    </a:moveTo>
                    <a:cubicBezTo>
                      <a:pt x="18025" y="28532"/>
                      <a:pt x="21632" y="27036"/>
                      <a:pt x="24291" y="24373"/>
                    </a:cubicBezTo>
                    <a:cubicBezTo>
                      <a:pt x="26950" y="21710"/>
                      <a:pt x="28444" y="18098"/>
                      <a:pt x="28444" y="14333"/>
                    </a:cubicBezTo>
                    <a:cubicBezTo>
                      <a:pt x="28444" y="10567"/>
                      <a:pt x="26950" y="6955"/>
                      <a:pt x="24291" y="4292"/>
                    </a:cubicBezTo>
                    <a:cubicBezTo>
                      <a:pt x="21632" y="1630"/>
                      <a:pt x="18025" y="134"/>
                      <a:pt x="14265" y="134"/>
                    </a:cubicBezTo>
                    <a:cubicBezTo>
                      <a:pt x="10505" y="134"/>
                      <a:pt x="6898" y="1630"/>
                      <a:pt x="4240" y="4292"/>
                    </a:cubicBezTo>
                    <a:cubicBezTo>
                      <a:pt x="1581" y="6955"/>
                      <a:pt x="87" y="10567"/>
                      <a:pt x="87" y="14333"/>
                    </a:cubicBezTo>
                    <a:cubicBezTo>
                      <a:pt x="87" y="18098"/>
                      <a:pt x="1581" y="21710"/>
                      <a:pt x="4240" y="24373"/>
                    </a:cubicBezTo>
                    <a:cubicBezTo>
                      <a:pt x="6898" y="27036"/>
                      <a:pt x="10505" y="28532"/>
                      <a:pt x="14265"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4" name="Freeform: Shape 1223">
                <a:extLst>
                  <a:ext uri="{FF2B5EF4-FFF2-40B4-BE49-F238E27FC236}">
                    <a16:creationId xmlns:a16="http://schemas.microsoft.com/office/drawing/2014/main" id="{99F652AE-ED5E-AC4D-6BE1-F1DFBBD99573}"/>
                  </a:ext>
                </a:extLst>
              </p:cNvPr>
              <p:cNvSpPr/>
              <p:nvPr/>
            </p:nvSpPr>
            <p:spPr>
              <a:xfrm>
                <a:off x="5646429" y="5001743"/>
                <a:ext cx="28356" cy="28397"/>
              </a:xfrm>
              <a:custGeom>
                <a:avLst/>
                <a:gdLst>
                  <a:gd name="connsiteX0" fmla="*/ 14265 w 28356"/>
                  <a:gd name="connsiteY0" fmla="*/ 28533 h 28397"/>
                  <a:gd name="connsiteX1" fmla="*/ 24290 w 28356"/>
                  <a:gd name="connsiteY1" fmla="*/ 24374 h 28397"/>
                  <a:gd name="connsiteX2" fmla="*/ 28443 w 28356"/>
                  <a:gd name="connsiteY2" fmla="*/ 14334 h 28397"/>
                  <a:gd name="connsiteX3" fmla="*/ 24290 w 28356"/>
                  <a:gd name="connsiteY3" fmla="*/ 4294 h 28397"/>
                  <a:gd name="connsiteX4" fmla="*/ 14265 w 28356"/>
                  <a:gd name="connsiteY4" fmla="*/ 135 h 28397"/>
                  <a:gd name="connsiteX5" fmla="*/ 4239 w 28356"/>
                  <a:gd name="connsiteY5" fmla="*/ 4294 h 28397"/>
                  <a:gd name="connsiteX6" fmla="*/ 86 w 28356"/>
                  <a:gd name="connsiteY6" fmla="*/ 14334 h 28397"/>
                  <a:gd name="connsiteX7" fmla="*/ 4239 w 28356"/>
                  <a:gd name="connsiteY7" fmla="*/ 24374 h 28397"/>
                  <a:gd name="connsiteX8" fmla="*/ 1426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3"/>
                    </a:moveTo>
                    <a:cubicBezTo>
                      <a:pt x="18025" y="28533"/>
                      <a:pt x="21631" y="27037"/>
                      <a:pt x="24290" y="24374"/>
                    </a:cubicBezTo>
                    <a:cubicBezTo>
                      <a:pt x="26949" y="21711"/>
                      <a:pt x="28443" y="18099"/>
                      <a:pt x="28443" y="14334"/>
                    </a:cubicBezTo>
                    <a:cubicBezTo>
                      <a:pt x="28443" y="10568"/>
                      <a:pt x="26949" y="6956"/>
                      <a:pt x="24290" y="4294"/>
                    </a:cubicBezTo>
                    <a:cubicBezTo>
                      <a:pt x="21631" y="1631"/>
                      <a:pt x="18025" y="135"/>
                      <a:pt x="14265" y="135"/>
                    </a:cubicBezTo>
                    <a:cubicBezTo>
                      <a:pt x="10504" y="135"/>
                      <a:pt x="6898" y="1631"/>
                      <a:pt x="4239" y="4294"/>
                    </a:cubicBezTo>
                    <a:cubicBezTo>
                      <a:pt x="1580" y="6956"/>
                      <a:pt x="86" y="10568"/>
                      <a:pt x="86" y="14334"/>
                    </a:cubicBezTo>
                    <a:cubicBezTo>
                      <a:pt x="86" y="18099"/>
                      <a:pt x="1580" y="21711"/>
                      <a:pt x="4239" y="24374"/>
                    </a:cubicBezTo>
                    <a:cubicBezTo>
                      <a:pt x="6898" y="27037"/>
                      <a:pt x="10504" y="28533"/>
                      <a:pt x="14265" y="2853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5" name="Freeform: Shape 1224">
                <a:extLst>
                  <a:ext uri="{FF2B5EF4-FFF2-40B4-BE49-F238E27FC236}">
                    <a16:creationId xmlns:a16="http://schemas.microsoft.com/office/drawing/2014/main" id="{CDCE9DCC-8CF4-149C-B308-A7BB746B75E2}"/>
                  </a:ext>
                </a:extLst>
              </p:cNvPr>
              <p:cNvSpPr/>
              <p:nvPr/>
            </p:nvSpPr>
            <p:spPr>
              <a:xfrm>
                <a:off x="5638670" y="4665841"/>
                <a:ext cx="28356" cy="28397"/>
              </a:xfrm>
              <a:custGeom>
                <a:avLst/>
                <a:gdLst>
                  <a:gd name="connsiteX0" fmla="*/ 14264 w 28356"/>
                  <a:gd name="connsiteY0" fmla="*/ 28506 h 28397"/>
                  <a:gd name="connsiteX1" fmla="*/ 24290 w 28356"/>
                  <a:gd name="connsiteY1" fmla="*/ 24348 h 28397"/>
                  <a:gd name="connsiteX2" fmla="*/ 28442 w 28356"/>
                  <a:gd name="connsiteY2" fmla="*/ 14307 h 28397"/>
                  <a:gd name="connsiteX3" fmla="*/ 24290 w 28356"/>
                  <a:gd name="connsiteY3" fmla="*/ 4267 h 28397"/>
                  <a:gd name="connsiteX4" fmla="*/ 14264 w 28356"/>
                  <a:gd name="connsiteY4" fmla="*/ 108 h 28397"/>
                  <a:gd name="connsiteX5" fmla="*/ 4238 w 28356"/>
                  <a:gd name="connsiteY5" fmla="*/ 4267 h 28397"/>
                  <a:gd name="connsiteX6" fmla="*/ 86 w 28356"/>
                  <a:gd name="connsiteY6" fmla="*/ 14307 h 28397"/>
                  <a:gd name="connsiteX7" fmla="*/ 4238 w 28356"/>
                  <a:gd name="connsiteY7" fmla="*/ 24348 h 28397"/>
                  <a:gd name="connsiteX8" fmla="*/ 14264 w 28356"/>
                  <a:gd name="connsiteY8" fmla="*/ 2850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4" y="28506"/>
                    </a:moveTo>
                    <a:cubicBezTo>
                      <a:pt x="18024" y="28506"/>
                      <a:pt x="21631" y="27010"/>
                      <a:pt x="24290" y="24348"/>
                    </a:cubicBezTo>
                    <a:cubicBezTo>
                      <a:pt x="26948" y="21685"/>
                      <a:pt x="28442" y="18073"/>
                      <a:pt x="28442" y="14307"/>
                    </a:cubicBezTo>
                    <a:cubicBezTo>
                      <a:pt x="28442" y="10542"/>
                      <a:pt x="26948" y="6930"/>
                      <a:pt x="24290" y="4267"/>
                    </a:cubicBezTo>
                    <a:cubicBezTo>
                      <a:pt x="21631" y="1604"/>
                      <a:pt x="18024" y="108"/>
                      <a:pt x="14264" y="108"/>
                    </a:cubicBezTo>
                    <a:cubicBezTo>
                      <a:pt x="10504" y="108"/>
                      <a:pt x="6897" y="1604"/>
                      <a:pt x="4238" y="4267"/>
                    </a:cubicBezTo>
                    <a:cubicBezTo>
                      <a:pt x="1580" y="6930"/>
                      <a:pt x="86" y="10542"/>
                      <a:pt x="86" y="14307"/>
                    </a:cubicBezTo>
                    <a:cubicBezTo>
                      <a:pt x="86" y="18073"/>
                      <a:pt x="1580" y="21685"/>
                      <a:pt x="4238" y="24348"/>
                    </a:cubicBezTo>
                    <a:cubicBezTo>
                      <a:pt x="6897" y="27010"/>
                      <a:pt x="10504" y="28506"/>
                      <a:pt x="14264" y="2850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6" name="Freeform: Shape 1225">
                <a:extLst>
                  <a:ext uri="{FF2B5EF4-FFF2-40B4-BE49-F238E27FC236}">
                    <a16:creationId xmlns:a16="http://schemas.microsoft.com/office/drawing/2014/main" id="{B49E9C72-EF8E-1E26-B9F2-5EC2B6CE18F1}"/>
                  </a:ext>
                </a:extLst>
              </p:cNvPr>
              <p:cNvSpPr/>
              <p:nvPr/>
            </p:nvSpPr>
            <p:spPr>
              <a:xfrm>
                <a:off x="5630912" y="4624020"/>
                <a:ext cx="28356" cy="28397"/>
              </a:xfrm>
              <a:custGeom>
                <a:avLst/>
                <a:gdLst>
                  <a:gd name="connsiteX0" fmla="*/ 14263 w 28356"/>
                  <a:gd name="connsiteY0" fmla="*/ 28503 h 28397"/>
                  <a:gd name="connsiteX1" fmla="*/ 24289 w 28356"/>
                  <a:gd name="connsiteY1" fmla="*/ 24344 h 28397"/>
                  <a:gd name="connsiteX2" fmla="*/ 28442 w 28356"/>
                  <a:gd name="connsiteY2" fmla="*/ 14304 h 28397"/>
                  <a:gd name="connsiteX3" fmla="*/ 24289 w 28356"/>
                  <a:gd name="connsiteY3" fmla="*/ 4264 h 28397"/>
                  <a:gd name="connsiteX4" fmla="*/ 14263 w 28356"/>
                  <a:gd name="connsiteY4" fmla="*/ 105 h 28397"/>
                  <a:gd name="connsiteX5" fmla="*/ 4238 w 28356"/>
                  <a:gd name="connsiteY5" fmla="*/ 4264 h 28397"/>
                  <a:gd name="connsiteX6" fmla="*/ 85 w 28356"/>
                  <a:gd name="connsiteY6" fmla="*/ 14304 h 28397"/>
                  <a:gd name="connsiteX7" fmla="*/ 4238 w 28356"/>
                  <a:gd name="connsiteY7" fmla="*/ 24344 h 28397"/>
                  <a:gd name="connsiteX8" fmla="*/ 14263 w 28356"/>
                  <a:gd name="connsiteY8" fmla="*/ 2850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03"/>
                    </a:moveTo>
                    <a:cubicBezTo>
                      <a:pt x="18024" y="28503"/>
                      <a:pt x="21630" y="27007"/>
                      <a:pt x="24289" y="24344"/>
                    </a:cubicBezTo>
                    <a:cubicBezTo>
                      <a:pt x="26948" y="21682"/>
                      <a:pt x="28442" y="18070"/>
                      <a:pt x="28442" y="14304"/>
                    </a:cubicBezTo>
                    <a:cubicBezTo>
                      <a:pt x="28442" y="10538"/>
                      <a:pt x="26948" y="6926"/>
                      <a:pt x="24289" y="4264"/>
                    </a:cubicBezTo>
                    <a:cubicBezTo>
                      <a:pt x="21630" y="1601"/>
                      <a:pt x="18024" y="105"/>
                      <a:pt x="14263" y="105"/>
                    </a:cubicBezTo>
                    <a:cubicBezTo>
                      <a:pt x="10503" y="105"/>
                      <a:pt x="6897" y="1601"/>
                      <a:pt x="4238" y="4264"/>
                    </a:cubicBezTo>
                    <a:cubicBezTo>
                      <a:pt x="1579" y="6926"/>
                      <a:pt x="85" y="10538"/>
                      <a:pt x="85" y="14304"/>
                    </a:cubicBezTo>
                    <a:cubicBezTo>
                      <a:pt x="85" y="18070"/>
                      <a:pt x="1579" y="21682"/>
                      <a:pt x="4238" y="24344"/>
                    </a:cubicBezTo>
                    <a:cubicBezTo>
                      <a:pt x="6897" y="27007"/>
                      <a:pt x="10503" y="28503"/>
                      <a:pt x="14263" y="2850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7" name="Freeform: Shape 1226">
                <a:extLst>
                  <a:ext uri="{FF2B5EF4-FFF2-40B4-BE49-F238E27FC236}">
                    <a16:creationId xmlns:a16="http://schemas.microsoft.com/office/drawing/2014/main" id="{9D62040D-B3B9-17CD-7B77-D7C458CCB567}"/>
                  </a:ext>
                </a:extLst>
              </p:cNvPr>
              <p:cNvSpPr/>
              <p:nvPr/>
            </p:nvSpPr>
            <p:spPr>
              <a:xfrm>
                <a:off x="5623153" y="4971009"/>
                <a:ext cx="28356" cy="28397"/>
              </a:xfrm>
              <a:custGeom>
                <a:avLst/>
                <a:gdLst>
                  <a:gd name="connsiteX0" fmla="*/ 14263 w 28356"/>
                  <a:gd name="connsiteY0" fmla="*/ 28530 h 28397"/>
                  <a:gd name="connsiteX1" fmla="*/ 24288 w 28356"/>
                  <a:gd name="connsiteY1" fmla="*/ 24372 h 28397"/>
                  <a:gd name="connsiteX2" fmla="*/ 28441 w 28356"/>
                  <a:gd name="connsiteY2" fmla="*/ 14331 h 28397"/>
                  <a:gd name="connsiteX3" fmla="*/ 24288 w 28356"/>
                  <a:gd name="connsiteY3" fmla="*/ 4291 h 28397"/>
                  <a:gd name="connsiteX4" fmla="*/ 14263 w 28356"/>
                  <a:gd name="connsiteY4" fmla="*/ 132 h 28397"/>
                  <a:gd name="connsiteX5" fmla="*/ 4237 w 28356"/>
                  <a:gd name="connsiteY5" fmla="*/ 4291 h 28397"/>
                  <a:gd name="connsiteX6" fmla="*/ 84 w 28356"/>
                  <a:gd name="connsiteY6" fmla="*/ 14331 h 28397"/>
                  <a:gd name="connsiteX7" fmla="*/ 4237 w 28356"/>
                  <a:gd name="connsiteY7" fmla="*/ 24372 h 28397"/>
                  <a:gd name="connsiteX8" fmla="*/ 14263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30"/>
                    </a:moveTo>
                    <a:cubicBezTo>
                      <a:pt x="18023" y="28530"/>
                      <a:pt x="21630" y="27034"/>
                      <a:pt x="24288" y="24372"/>
                    </a:cubicBezTo>
                    <a:cubicBezTo>
                      <a:pt x="26947" y="21709"/>
                      <a:pt x="28441" y="18097"/>
                      <a:pt x="28441" y="14331"/>
                    </a:cubicBezTo>
                    <a:cubicBezTo>
                      <a:pt x="28441" y="10566"/>
                      <a:pt x="26947" y="6954"/>
                      <a:pt x="24288" y="4291"/>
                    </a:cubicBezTo>
                    <a:cubicBezTo>
                      <a:pt x="21630" y="1628"/>
                      <a:pt x="18023" y="132"/>
                      <a:pt x="14263" y="132"/>
                    </a:cubicBezTo>
                    <a:cubicBezTo>
                      <a:pt x="10503" y="132"/>
                      <a:pt x="6896" y="1628"/>
                      <a:pt x="4237" y="4291"/>
                    </a:cubicBezTo>
                    <a:cubicBezTo>
                      <a:pt x="1578" y="6954"/>
                      <a:pt x="84" y="10566"/>
                      <a:pt x="84" y="14331"/>
                    </a:cubicBezTo>
                    <a:cubicBezTo>
                      <a:pt x="84" y="18097"/>
                      <a:pt x="1578" y="21709"/>
                      <a:pt x="4237" y="24372"/>
                    </a:cubicBezTo>
                    <a:cubicBezTo>
                      <a:pt x="6896" y="27034"/>
                      <a:pt x="10503" y="28530"/>
                      <a:pt x="14263"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8" name="Freeform: Shape 1227">
                <a:extLst>
                  <a:ext uri="{FF2B5EF4-FFF2-40B4-BE49-F238E27FC236}">
                    <a16:creationId xmlns:a16="http://schemas.microsoft.com/office/drawing/2014/main" id="{921C9C0A-5CBC-6BC2-2733-EA234C20061C}"/>
                  </a:ext>
                </a:extLst>
              </p:cNvPr>
              <p:cNvSpPr/>
              <p:nvPr/>
            </p:nvSpPr>
            <p:spPr>
              <a:xfrm>
                <a:off x="5615395" y="4858170"/>
                <a:ext cx="28356" cy="28397"/>
              </a:xfrm>
              <a:custGeom>
                <a:avLst/>
                <a:gdLst>
                  <a:gd name="connsiteX0" fmla="*/ 14262 w 28356"/>
                  <a:gd name="connsiteY0" fmla="*/ 28521 h 28397"/>
                  <a:gd name="connsiteX1" fmla="*/ 24288 w 28356"/>
                  <a:gd name="connsiteY1" fmla="*/ 24363 h 28397"/>
                  <a:gd name="connsiteX2" fmla="*/ 28440 w 28356"/>
                  <a:gd name="connsiteY2" fmla="*/ 14322 h 28397"/>
                  <a:gd name="connsiteX3" fmla="*/ 24288 w 28356"/>
                  <a:gd name="connsiteY3" fmla="*/ 4282 h 28397"/>
                  <a:gd name="connsiteX4" fmla="*/ 14262 w 28356"/>
                  <a:gd name="connsiteY4" fmla="*/ 123 h 28397"/>
                  <a:gd name="connsiteX5" fmla="*/ 4237 w 28356"/>
                  <a:gd name="connsiteY5" fmla="*/ 4282 h 28397"/>
                  <a:gd name="connsiteX6" fmla="*/ 84 w 28356"/>
                  <a:gd name="connsiteY6" fmla="*/ 14322 h 28397"/>
                  <a:gd name="connsiteX7" fmla="*/ 4237 w 28356"/>
                  <a:gd name="connsiteY7" fmla="*/ 24363 h 28397"/>
                  <a:gd name="connsiteX8" fmla="*/ 14262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1"/>
                    </a:moveTo>
                    <a:cubicBezTo>
                      <a:pt x="18022" y="28521"/>
                      <a:pt x="21629" y="27025"/>
                      <a:pt x="24288" y="24363"/>
                    </a:cubicBezTo>
                    <a:cubicBezTo>
                      <a:pt x="26947" y="21700"/>
                      <a:pt x="28440" y="18088"/>
                      <a:pt x="28440" y="14322"/>
                    </a:cubicBezTo>
                    <a:cubicBezTo>
                      <a:pt x="28440" y="10557"/>
                      <a:pt x="26947" y="6945"/>
                      <a:pt x="24288" y="4282"/>
                    </a:cubicBezTo>
                    <a:cubicBezTo>
                      <a:pt x="21629" y="1620"/>
                      <a:pt x="18022" y="123"/>
                      <a:pt x="14262" y="123"/>
                    </a:cubicBezTo>
                    <a:cubicBezTo>
                      <a:pt x="10502" y="123"/>
                      <a:pt x="6895" y="1620"/>
                      <a:pt x="4237" y="4282"/>
                    </a:cubicBezTo>
                    <a:cubicBezTo>
                      <a:pt x="1578" y="6945"/>
                      <a:pt x="84" y="10557"/>
                      <a:pt x="84" y="14322"/>
                    </a:cubicBezTo>
                    <a:cubicBezTo>
                      <a:pt x="84" y="18088"/>
                      <a:pt x="1578" y="21700"/>
                      <a:pt x="4237" y="24363"/>
                    </a:cubicBezTo>
                    <a:cubicBezTo>
                      <a:pt x="6895" y="27025"/>
                      <a:pt x="10502" y="28521"/>
                      <a:pt x="14262"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29" name="Freeform: Shape 1228">
                <a:extLst>
                  <a:ext uri="{FF2B5EF4-FFF2-40B4-BE49-F238E27FC236}">
                    <a16:creationId xmlns:a16="http://schemas.microsoft.com/office/drawing/2014/main" id="{C5FD89DA-4A7B-A9D7-9C8E-077871027AA7}"/>
                  </a:ext>
                </a:extLst>
              </p:cNvPr>
              <p:cNvSpPr/>
              <p:nvPr/>
            </p:nvSpPr>
            <p:spPr>
              <a:xfrm>
                <a:off x="5607636" y="4988459"/>
                <a:ext cx="28356" cy="28397"/>
              </a:xfrm>
              <a:custGeom>
                <a:avLst/>
                <a:gdLst>
                  <a:gd name="connsiteX0" fmla="*/ 14262 w 28356"/>
                  <a:gd name="connsiteY0" fmla="*/ 28532 h 28397"/>
                  <a:gd name="connsiteX1" fmla="*/ 24287 w 28356"/>
                  <a:gd name="connsiteY1" fmla="*/ 24373 h 28397"/>
                  <a:gd name="connsiteX2" fmla="*/ 28440 w 28356"/>
                  <a:gd name="connsiteY2" fmla="*/ 14333 h 28397"/>
                  <a:gd name="connsiteX3" fmla="*/ 24287 w 28356"/>
                  <a:gd name="connsiteY3" fmla="*/ 4292 h 28397"/>
                  <a:gd name="connsiteX4" fmla="*/ 14262 w 28356"/>
                  <a:gd name="connsiteY4" fmla="*/ 134 h 28397"/>
                  <a:gd name="connsiteX5" fmla="*/ 4236 w 28356"/>
                  <a:gd name="connsiteY5" fmla="*/ 4292 h 28397"/>
                  <a:gd name="connsiteX6" fmla="*/ 83 w 28356"/>
                  <a:gd name="connsiteY6" fmla="*/ 14333 h 28397"/>
                  <a:gd name="connsiteX7" fmla="*/ 4236 w 28356"/>
                  <a:gd name="connsiteY7" fmla="*/ 24373 h 28397"/>
                  <a:gd name="connsiteX8" fmla="*/ 1426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32"/>
                    </a:moveTo>
                    <a:cubicBezTo>
                      <a:pt x="18022" y="28532"/>
                      <a:pt x="21628" y="27036"/>
                      <a:pt x="24287" y="24373"/>
                    </a:cubicBezTo>
                    <a:cubicBezTo>
                      <a:pt x="26946" y="21710"/>
                      <a:pt x="28440" y="18098"/>
                      <a:pt x="28440" y="14333"/>
                    </a:cubicBezTo>
                    <a:cubicBezTo>
                      <a:pt x="28440" y="10567"/>
                      <a:pt x="26946" y="6955"/>
                      <a:pt x="24287" y="4292"/>
                    </a:cubicBezTo>
                    <a:cubicBezTo>
                      <a:pt x="21628" y="1630"/>
                      <a:pt x="18022" y="134"/>
                      <a:pt x="14262" y="134"/>
                    </a:cubicBezTo>
                    <a:cubicBezTo>
                      <a:pt x="10501" y="134"/>
                      <a:pt x="6895" y="1630"/>
                      <a:pt x="4236" y="4292"/>
                    </a:cubicBezTo>
                    <a:cubicBezTo>
                      <a:pt x="1577" y="6955"/>
                      <a:pt x="83" y="10567"/>
                      <a:pt x="83" y="14333"/>
                    </a:cubicBezTo>
                    <a:cubicBezTo>
                      <a:pt x="83" y="18098"/>
                      <a:pt x="1577" y="21710"/>
                      <a:pt x="4236" y="24373"/>
                    </a:cubicBezTo>
                    <a:cubicBezTo>
                      <a:pt x="6895" y="27036"/>
                      <a:pt x="10501" y="28532"/>
                      <a:pt x="14262"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0" name="Freeform: Shape 1229">
                <a:extLst>
                  <a:ext uri="{FF2B5EF4-FFF2-40B4-BE49-F238E27FC236}">
                    <a16:creationId xmlns:a16="http://schemas.microsoft.com/office/drawing/2014/main" id="{771FBF12-EC4D-14C9-B127-0E6188D02562}"/>
                  </a:ext>
                </a:extLst>
              </p:cNvPr>
              <p:cNvSpPr/>
              <p:nvPr/>
            </p:nvSpPr>
            <p:spPr>
              <a:xfrm>
                <a:off x="5599879" y="4589539"/>
                <a:ext cx="28356" cy="28397"/>
              </a:xfrm>
              <a:custGeom>
                <a:avLst/>
                <a:gdLst>
                  <a:gd name="connsiteX0" fmla="*/ 14261 w 28356"/>
                  <a:gd name="connsiteY0" fmla="*/ 28500 h 28397"/>
                  <a:gd name="connsiteX1" fmla="*/ 24287 w 28356"/>
                  <a:gd name="connsiteY1" fmla="*/ 24341 h 28397"/>
                  <a:gd name="connsiteX2" fmla="*/ 28439 w 28356"/>
                  <a:gd name="connsiteY2" fmla="*/ 14301 h 28397"/>
                  <a:gd name="connsiteX3" fmla="*/ 24287 w 28356"/>
                  <a:gd name="connsiteY3" fmla="*/ 4261 h 28397"/>
                  <a:gd name="connsiteX4" fmla="*/ 14261 w 28356"/>
                  <a:gd name="connsiteY4" fmla="*/ 102 h 28397"/>
                  <a:gd name="connsiteX5" fmla="*/ 4235 w 28356"/>
                  <a:gd name="connsiteY5" fmla="*/ 4261 h 28397"/>
                  <a:gd name="connsiteX6" fmla="*/ 83 w 28356"/>
                  <a:gd name="connsiteY6" fmla="*/ 14301 h 28397"/>
                  <a:gd name="connsiteX7" fmla="*/ 4235 w 28356"/>
                  <a:gd name="connsiteY7" fmla="*/ 24341 h 28397"/>
                  <a:gd name="connsiteX8" fmla="*/ 14261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1" y="28500"/>
                    </a:moveTo>
                    <a:cubicBezTo>
                      <a:pt x="18021" y="28500"/>
                      <a:pt x="21628" y="27004"/>
                      <a:pt x="24287" y="24341"/>
                    </a:cubicBezTo>
                    <a:cubicBezTo>
                      <a:pt x="26945" y="21679"/>
                      <a:pt x="28439" y="18067"/>
                      <a:pt x="28439" y="14301"/>
                    </a:cubicBezTo>
                    <a:cubicBezTo>
                      <a:pt x="28439" y="10536"/>
                      <a:pt x="26945" y="6924"/>
                      <a:pt x="24287" y="4261"/>
                    </a:cubicBezTo>
                    <a:cubicBezTo>
                      <a:pt x="21628" y="1598"/>
                      <a:pt x="18021" y="102"/>
                      <a:pt x="14261" y="102"/>
                    </a:cubicBezTo>
                    <a:cubicBezTo>
                      <a:pt x="10501" y="102"/>
                      <a:pt x="6894" y="1598"/>
                      <a:pt x="4235" y="4261"/>
                    </a:cubicBezTo>
                    <a:cubicBezTo>
                      <a:pt x="1576" y="6924"/>
                      <a:pt x="83" y="10536"/>
                      <a:pt x="83" y="14301"/>
                    </a:cubicBezTo>
                    <a:cubicBezTo>
                      <a:pt x="83" y="18067"/>
                      <a:pt x="1576" y="21679"/>
                      <a:pt x="4235" y="24341"/>
                    </a:cubicBezTo>
                    <a:cubicBezTo>
                      <a:pt x="6894" y="27004"/>
                      <a:pt x="10501" y="28500"/>
                      <a:pt x="14261" y="2850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1" name="Freeform: Shape 1230">
                <a:extLst>
                  <a:ext uri="{FF2B5EF4-FFF2-40B4-BE49-F238E27FC236}">
                    <a16:creationId xmlns:a16="http://schemas.microsoft.com/office/drawing/2014/main" id="{722F38BB-33FB-F720-2FF5-61C4573265F7}"/>
                  </a:ext>
                </a:extLst>
              </p:cNvPr>
              <p:cNvSpPr/>
              <p:nvPr/>
            </p:nvSpPr>
            <p:spPr>
              <a:xfrm>
                <a:off x="5592120" y="4938650"/>
                <a:ext cx="28356" cy="28397"/>
              </a:xfrm>
              <a:custGeom>
                <a:avLst/>
                <a:gdLst>
                  <a:gd name="connsiteX0" fmla="*/ 14260 w 28356"/>
                  <a:gd name="connsiteY0" fmla="*/ 28528 h 28397"/>
                  <a:gd name="connsiteX1" fmla="*/ 24286 w 28356"/>
                  <a:gd name="connsiteY1" fmla="*/ 24369 h 28397"/>
                  <a:gd name="connsiteX2" fmla="*/ 28439 w 28356"/>
                  <a:gd name="connsiteY2" fmla="*/ 14329 h 28397"/>
                  <a:gd name="connsiteX3" fmla="*/ 24286 w 28356"/>
                  <a:gd name="connsiteY3" fmla="*/ 4289 h 28397"/>
                  <a:gd name="connsiteX4" fmla="*/ 14260 w 28356"/>
                  <a:gd name="connsiteY4" fmla="*/ 130 h 28397"/>
                  <a:gd name="connsiteX5" fmla="*/ 4235 w 28356"/>
                  <a:gd name="connsiteY5" fmla="*/ 4289 h 28397"/>
                  <a:gd name="connsiteX6" fmla="*/ 82 w 28356"/>
                  <a:gd name="connsiteY6" fmla="*/ 14329 h 28397"/>
                  <a:gd name="connsiteX7" fmla="*/ 4235 w 28356"/>
                  <a:gd name="connsiteY7" fmla="*/ 24369 h 28397"/>
                  <a:gd name="connsiteX8" fmla="*/ 14260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28"/>
                    </a:moveTo>
                    <a:cubicBezTo>
                      <a:pt x="18020" y="28528"/>
                      <a:pt x="21627" y="27032"/>
                      <a:pt x="24286" y="24369"/>
                    </a:cubicBezTo>
                    <a:cubicBezTo>
                      <a:pt x="26945" y="21706"/>
                      <a:pt x="28439" y="18094"/>
                      <a:pt x="28439" y="14329"/>
                    </a:cubicBezTo>
                    <a:cubicBezTo>
                      <a:pt x="28439" y="10563"/>
                      <a:pt x="26945" y="6951"/>
                      <a:pt x="24286" y="4289"/>
                    </a:cubicBezTo>
                    <a:cubicBezTo>
                      <a:pt x="21627" y="1626"/>
                      <a:pt x="18020" y="130"/>
                      <a:pt x="14260" y="130"/>
                    </a:cubicBezTo>
                    <a:cubicBezTo>
                      <a:pt x="10500" y="130"/>
                      <a:pt x="6893" y="1626"/>
                      <a:pt x="4235" y="4289"/>
                    </a:cubicBezTo>
                    <a:cubicBezTo>
                      <a:pt x="1576" y="6951"/>
                      <a:pt x="82" y="10563"/>
                      <a:pt x="82" y="14329"/>
                    </a:cubicBezTo>
                    <a:cubicBezTo>
                      <a:pt x="82" y="18094"/>
                      <a:pt x="1576" y="21706"/>
                      <a:pt x="4235" y="24369"/>
                    </a:cubicBezTo>
                    <a:cubicBezTo>
                      <a:pt x="6893" y="27032"/>
                      <a:pt x="10500" y="28528"/>
                      <a:pt x="14260"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2" name="Freeform: Shape 1231">
                <a:extLst>
                  <a:ext uri="{FF2B5EF4-FFF2-40B4-BE49-F238E27FC236}">
                    <a16:creationId xmlns:a16="http://schemas.microsoft.com/office/drawing/2014/main" id="{7B015681-DACC-D591-1F0C-C4DBCCEE9197}"/>
                  </a:ext>
                </a:extLst>
              </p:cNvPr>
              <p:cNvSpPr/>
              <p:nvPr/>
            </p:nvSpPr>
            <p:spPr>
              <a:xfrm>
                <a:off x="5584362" y="4564165"/>
                <a:ext cx="28356" cy="28397"/>
              </a:xfrm>
              <a:custGeom>
                <a:avLst/>
                <a:gdLst>
                  <a:gd name="connsiteX0" fmla="*/ 14260 w 28356"/>
                  <a:gd name="connsiteY0" fmla="*/ 28498 h 28397"/>
                  <a:gd name="connsiteX1" fmla="*/ 24285 w 28356"/>
                  <a:gd name="connsiteY1" fmla="*/ 24340 h 28397"/>
                  <a:gd name="connsiteX2" fmla="*/ 28438 w 28356"/>
                  <a:gd name="connsiteY2" fmla="*/ 14299 h 28397"/>
                  <a:gd name="connsiteX3" fmla="*/ 24285 w 28356"/>
                  <a:gd name="connsiteY3" fmla="*/ 4259 h 28397"/>
                  <a:gd name="connsiteX4" fmla="*/ 14260 w 28356"/>
                  <a:gd name="connsiteY4" fmla="*/ 100 h 28397"/>
                  <a:gd name="connsiteX5" fmla="*/ 4234 w 28356"/>
                  <a:gd name="connsiteY5" fmla="*/ 4259 h 28397"/>
                  <a:gd name="connsiteX6" fmla="*/ 81 w 28356"/>
                  <a:gd name="connsiteY6" fmla="*/ 14299 h 28397"/>
                  <a:gd name="connsiteX7" fmla="*/ 4234 w 28356"/>
                  <a:gd name="connsiteY7" fmla="*/ 24340 h 28397"/>
                  <a:gd name="connsiteX8" fmla="*/ 14260 w 28356"/>
                  <a:gd name="connsiteY8" fmla="*/ 2849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498"/>
                    </a:moveTo>
                    <a:cubicBezTo>
                      <a:pt x="18020" y="28498"/>
                      <a:pt x="21626" y="27002"/>
                      <a:pt x="24285" y="24340"/>
                    </a:cubicBezTo>
                    <a:cubicBezTo>
                      <a:pt x="26944" y="21677"/>
                      <a:pt x="28438" y="18065"/>
                      <a:pt x="28438" y="14299"/>
                    </a:cubicBezTo>
                    <a:cubicBezTo>
                      <a:pt x="28438" y="10534"/>
                      <a:pt x="26944" y="6922"/>
                      <a:pt x="24285" y="4259"/>
                    </a:cubicBezTo>
                    <a:cubicBezTo>
                      <a:pt x="21626" y="1596"/>
                      <a:pt x="18020" y="100"/>
                      <a:pt x="14260" y="100"/>
                    </a:cubicBezTo>
                    <a:cubicBezTo>
                      <a:pt x="10500" y="100"/>
                      <a:pt x="6893" y="1596"/>
                      <a:pt x="4234" y="4259"/>
                    </a:cubicBezTo>
                    <a:cubicBezTo>
                      <a:pt x="1575" y="6922"/>
                      <a:pt x="81" y="10534"/>
                      <a:pt x="81" y="14299"/>
                    </a:cubicBezTo>
                    <a:cubicBezTo>
                      <a:pt x="81" y="18065"/>
                      <a:pt x="1575" y="21677"/>
                      <a:pt x="4234" y="24340"/>
                    </a:cubicBezTo>
                    <a:cubicBezTo>
                      <a:pt x="6893" y="27002"/>
                      <a:pt x="10500" y="28498"/>
                      <a:pt x="14260" y="2849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3" name="Freeform: Shape 1232">
                <a:extLst>
                  <a:ext uri="{FF2B5EF4-FFF2-40B4-BE49-F238E27FC236}">
                    <a16:creationId xmlns:a16="http://schemas.microsoft.com/office/drawing/2014/main" id="{AC6F99D6-4958-5400-313C-F4D7494DD70B}"/>
                  </a:ext>
                </a:extLst>
              </p:cNvPr>
              <p:cNvSpPr/>
              <p:nvPr/>
            </p:nvSpPr>
            <p:spPr>
              <a:xfrm>
                <a:off x="5576603" y="4961586"/>
                <a:ext cx="28356" cy="28397"/>
              </a:xfrm>
              <a:custGeom>
                <a:avLst/>
                <a:gdLst>
                  <a:gd name="connsiteX0" fmla="*/ 14259 w 28356"/>
                  <a:gd name="connsiteY0" fmla="*/ 28530 h 28397"/>
                  <a:gd name="connsiteX1" fmla="*/ 24285 w 28356"/>
                  <a:gd name="connsiteY1" fmla="*/ 24371 h 28397"/>
                  <a:gd name="connsiteX2" fmla="*/ 28437 w 28356"/>
                  <a:gd name="connsiteY2" fmla="*/ 14331 h 28397"/>
                  <a:gd name="connsiteX3" fmla="*/ 24285 w 28356"/>
                  <a:gd name="connsiteY3" fmla="*/ 4290 h 28397"/>
                  <a:gd name="connsiteX4" fmla="*/ 14259 w 28356"/>
                  <a:gd name="connsiteY4" fmla="*/ 132 h 28397"/>
                  <a:gd name="connsiteX5" fmla="*/ 4233 w 28356"/>
                  <a:gd name="connsiteY5" fmla="*/ 4290 h 28397"/>
                  <a:gd name="connsiteX6" fmla="*/ 81 w 28356"/>
                  <a:gd name="connsiteY6" fmla="*/ 14331 h 28397"/>
                  <a:gd name="connsiteX7" fmla="*/ 4233 w 28356"/>
                  <a:gd name="connsiteY7" fmla="*/ 24371 h 28397"/>
                  <a:gd name="connsiteX8" fmla="*/ 14259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9" y="28530"/>
                    </a:moveTo>
                    <a:cubicBezTo>
                      <a:pt x="18019" y="28530"/>
                      <a:pt x="21626" y="27033"/>
                      <a:pt x="24285" y="24371"/>
                    </a:cubicBezTo>
                    <a:cubicBezTo>
                      <a:pt x="26944" y="21708"/>
                      <a:pt x="28437" y="18096"/>
                      <a:pt x="28437" y="14331"/>
                    </a:cubicBezTo>
                    <a:cubicBezTo>
                      <a:pt x="28437" y="10565"/>
                      <a:pt x="26944" y="6953"/>
                      <a:pt x="24285" y="4290"/>
                    </a:cubicBezTo>
                    <a:cubicBezTo>
                      <a:pt x="21626" y="1628"/>
                      <a:pt x="18019" y="132"/>
                      <a:pt x="14259" y="132"/>
                    </a:cubicBezTo>
                    <a:cubicBezTo>
                      <a:pt x="10499" y="132"/>
                      <a:pt x="6892" y="1628"/>
                      <a:pt x="4233" y="4290"/>
                    </a:cubicBezTo>
                    <a:cubicBezTo>
                      <a:pt x="1575" y="6953"/>
                      <a:pt x="81" y="10565"/>
                      <a:pt x="81" y="14331"/>
                    </a:cubicBezTo>
                    <a:cubicBezTo>
                      <a:pt x="81" y="18096"/>
                      <a:pt x="1575" y="21708"/>
                      <a:pt x="4233" y="24371"/>
                    </a:cubicBezTo>
                    <a:cubicBezTo>
                      <a:pt x="6892" y="27033"/>
                      <a:pt x="10499" y="28530"/>
                      <a:pt x="14259"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4" name="Freeform: Shape 1233">
                <a:extLst>
                  <a:ext uri="{FF2B5EF4-FFF2-40B4-BE49-F238E27FC236}">
                    <a16:creationId xmlns:a16="http://schemas.microsoft.com/office/drawing/2014/main" id="{9B0A0F14-078E-5034-AF88-2837BA06E2DC}"/>
                  </a:ext>
                </a:extLst>
              </p:cNvPr>
              <p:cNvSpPr/>
              <p:nvPr/>
            </p:nvSpPr>
            <p:spPr>
              <a:xfrm>
                <a:off x="5568845" y="4764875"/>
                <a:ext cx="28356" cy="28397"/>
              </a:xfrm>
              <a:custGeom>
                <a:avLst/>
                <a:gdLst>
                  <a:gd name="connsiteX0" fmla="*/ 14258 w 28356"/>
                  <a:gd name="connsiteY0" fmla="*/ 28514 h 28397"/>
                  <a:gd name="connsiteX1" fmla="*/ 24284 w 28356"/>
                  <a:gd name="connsiteY1" fmla="*/ 24355 h 28397"/>
                  <a:gd name="connsiteX2" fmla="*/ 28437 w 28356"/>
                  <a:gd name="connsiteY2" fmla="*/ 14315 h 28397"/>
                  <a:gd name="connsiteX3" fmla="*/ 24284 w 28356"/>
                  <a:gd name="connsiteY3" fmla="*/ 4275 h 28397"/>
                  <a:gd name="connsiteX4" fmla="*/ 14258 w 28356"/>
                  <a:gd name="connsiteY4" fmla="*/ 116 h 28397"/>
                  <a:gd name="connsiteX5" fmla="*/ 4233 w 28356"/>
                  <a:gd name="connsiteY5" fmla="*/ 4275 h 28397"/>
                  <a:gd name="connsiteX6" fmla="*/ 80 w 28356"/>
                  <a:gd name="connsiteY6" fmla="*/ 14315 h 28397"/>
                  <a:gd name="connsiteX7" fmla="*/ 4233 w 28356"/>
                  <a:gd name="connsiteY7" fmla="*/ 24355 h 28397"/>
                  <a:gd name="connsiteX8" fmla="*/ 14258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14"/>
                    </a:moveTo>
                    <a:cubicBezTo>
                      <a:pt x="18019" y="28514"/>
                      <a:pt x="21625" y="27018"/>
                      <a:pt x="24284" y="24355"/>
                    </a:cubicBezTo>
                    <a:cubicBezTo>
                      <a:pt x="26943" y="21693"/>
                      <a:pt x="28437" y="18081"/>
                      <a:pt x="28437" y="14315"/>
                    </a:cubicBezTo>
                    <a:cubicBezTo>
                      <a:pt x="28437" y="10549"/>
                      <a:pt x="26943" y="6938"/>
                      <a:pt x="24284" y="4275"/>
                    </a:cubicBezTo>
                    <a:cubicBezTo>
                      <a:pt x="21625" y="1612"/>
                      <a:pt x="18019" y="116"/>
                      <a:pt x="14258" y="116"/>
                    </a:cubicBezTo>
                    <a:cubicBezTo>
                      <a:pt x="10498" y="116"/>
                      <a:pt x="6892" y="1612"/>
                      <a:pt x="4233" y="4275"/>
                    </a:cubicBezTo>
                    <a:cubicBezTo>
                      <a:pt x="1574" y="6938"/>
                      <a:pt x="80" y="10549"/>
                      <a:pt x="80" y="14315"/>
                    </a:cubicBezTo>
                    <a:cubicBezTo>
                      <a:pt x="80" y="18081"/>
                      <a:pt x="1574" y="21693"/>
                      <a:pt x="4233" y="24355"/>
                    </a:cubicBezTo>
                    <a:cubicBezTo>
                      <a:pt x="6892" y="27018"/>
                      <a:pt x="10498" y="28514"/>
                      <a:pt x="14258" y="2851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5" name="Freeform: Shape 1234">
                <a:extLst>
                  <a:ext uri="{FF2B5EF4-FFF2-40B4-BE49-F238E27FC236}">
                    <a16:creationId xmlns:a16="http://schemas.microsoft.com/office/drawing/2014/main" id="{4B8D6E6E-6F4A-80F3-CE36-A72CD6926D66}"/>
                  </a:ext>
                </a:extLst>
              </p:cNvPr>
              <p:cNvSpPr/>
              <p:nvPr/>
            </p:nvSpPr>
            <p:spPr>
              <a:xfrm>
                <a:off x="5561086" y="4574858"/>
                <a:ext cx="28356" cy="28397"/>
              </a:xfrm>
              <a:custGeom>
                <a:avLst/>
                <a:gdLst>
                  <a:gd name="connsiteX0" fmla="*/ 14258 w 28356"/>
                  <a:gd name="connsiteY0" fmla="*/ 28499 h 28397"/>
                  <a:gd name="connsiteX1" fmla="*/ 24283 w 28356"/>
                  <a:gd name="connsiteY1" fmla="*/ 24340 h 28397"/>
                  <a:gd name="connsiteX2" fmla="*/ 28436 w 28356"/>
                  <a:gd name="connsiteY2" fmla="*/ 14300 h 28397"/>
                  <a:gd name="connsiteX3" fmla="*/ 24283 w 28356"/>
                  <a:gd name="connsiteY3" fmla="*/ 4260 h 28397"/>
                  <a:gd name="connsiteX4" fmla="*/ 14258 w 28356"/>
                  <a:gd name="connsiteY4" fmla="*/ 101 h 28397"/>
                  <a:gd name="connsiteX5" fmla="*/ 4232 w 28356"/>
                  <a:gd name="connsiteY5" fmla="*/ 4260 h 28397"/>
                  <a:gd name="connsiteX6" fmla="*/ 80 w 28356"/>
                  <a:gd name="connsiteY6" fmla="*/ 14300 h 28397"/>
                  <a:gd name="connsiteX7" fmla="*/ 4232 w 28356"/>
                  <a:gd name="connsiteY7" fmla="*/ 24340 h 28397"/>
                  <a:gd name="connsiteX8" fmla="*/ 14258 w 28356"/>
                  <a:gd name="connsiteY8" fmla="*/ 2849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499"/>
                    </a:moveTo>
                    <a:cubicBezTo>
                      <a:pt x="18018" y="28499"/>
                      <a:pt x="21625" y="27003"/>
                      <a:pt x="24283" y="24340"/>
                    </a:cubicBezTo>
                    <a:cubicBezTo>
                      <a:pt x="26942" y="21678"/>
                      <a:pt x="28436" y="18066"/>
                      <a:pt x="28436" y="14300"/>
                    </a:cubicBezTo>
                    <a:cubicBezTo>
                      <a:pt x="28436" y="10534"/>
                      <a:pt x="26942" y="6923"/>
                      <a:pt x="24283" y="4260"/>
                    </a:cubicBezTo>
                    <a:cubicBezTo>
                      <a:pt x="21625" y="1597"/>
                      <a:pt x="18018" y="101"/>
                      <a:pt x="14258" y="101"/>
                    </a:cubicBezTo>
                    <a:cubicBezTo>
                      <a:pt x="10498" y="101"/>
                      <a:pt x="6891" y="1597"/>
                      <a:pt x="4232" y="4260"/>
                    </a:cubicBezTo>
                    <a:cubicBezTo>
                      <a:pt x="1573" y="6923"/>
                      <a:pt x="80" y="10534"/>
                      <a:pt x="80" y="14300"/>
                    </a:cubicBezTo>
                    <a:cubicBezTo>
                      <a:pt x="80" y="18066"/>
                      <a:pt x="1573" y="21678"/>
                      <a:pt x="4232" y="24340"/>
                    </a:cubicBezTo>
                    <a:cubicBezTo>
                      <a:pt x="6891" y="27003"/>
                      <a:pt x="10498" y="28499"/>
                      <a:pt x="14258" y="2849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6" name="Freeform: Shape 1235">
                <a:extLst>
                  <a:ext uri="{FF2B5EF4-FFF2-40B4-BE49-F238E27FC236}">
                    <a16:creationId xmlns:a16="http://schemas.microsoft.com/office/drawing/2014/main" id="{C3FD93BE-DE1B-08B7-120D-B2EEE5251A72}"/>
                  </a:ext>
                </a:extLst>
              </p:cNvPr>
              <p:cNvSpPr/>
              <p:nvPr/>
            </p:nvSpPr>
            <p:spPr>
              <a:xfrm>
                <a:off x="5553328" y="4543871"/>
                <a:ext cx="28356" cy="28397"/>
              </a:xfrm>
              <a:custGeom>
                <a:avLst/>
                <a:gdLst>
                  <a:gd name="connsiteX0" fmla="*/ 14257 w 28356"/>
                  <a:gd name="connsiteY0" fmla="*/ 28497 h 28397"/>
                  <a:gd name="connsiteX1" fmla="*/ 24283 w 28356"/>
                  <a:gd name="connsiteY1" fmla="*/ 24338 h 28397"/>
                  <a:gd name="connsiteX2" fmla="*/ 28436 w 28356"/>
                  <a:gd name="connsiteY2" fmla="*/ 14298 h 28397"/>
                  <a:gd name="connsiteX3" fmla="*/ 24283 w 28356"/>
                  <a:gd name="connsiteY3" fmla="*/ 4257 h 28397"/>
                  <a:gd name="connsiteX4" fmla="*/ 14257 w 28356"/>
                  <a:gd name="connsiteY4" fmla="*/ 99 h 28397"/>
                  <a:gd name="connsiteX5" fmla="*/ 4232 w 28356"/>
                  <a:gd name="connsiteY5" fmla="*/ 4257 h 28397"/>
                  <a:gd name="connsiteX6" fmla="*/ 79 w 28356"/>
                  <a:gd name="connsiteY6" fmla="*/ 14298 h 28397"/>
                  <a:gd name="connsiteX7" fmla="*/ 4232 w 28356"/>
                  <a:gd name="connsiteY7" fmla="*/ 24338 h 28397"/>
                  <a:gd name="connsiteX8" fmla="*/ 14257 w 28356"/>
                  <a:gd name="connsiteY8" fmla="*/ 2849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497"/>
                    </a:moveTo>
                    <a:cubicBezTo>
                      <a:pt x="18017" y="28497"/>
                      <a:pt x="21624" y="27001"/>
                      <a:pt x="24283" y="24338"/>
                    </a:cubicBezTo>
                    <a:cubicBezTo>
                      <a:pt x="26942" y="21675"/>
                      <a:pt x="28436" y="18063"/>
                      <a:pt x="28436" y="14298"/>
                    </a:cubicBezTo>
                    <a:cubicBezTo>
                      <a:pt x="28436" y="10532"/>
                      <a:pt x="26942" y="6920"/>
                      <a:pt x="24283" y="4257"/>
                    </a:cubicBezTo>
                    <a:cubicBezTo>
                      <a:pt x="21624" y="1595"/>
                      <a:pt x="18017" y="99"/>
                      <a:pt x="14257" y="99"/>
                    </a:cubicBezTo>
                    <a:cubicBezTo>
                      <a:pt x="10497" y="99"/>
                      <a:pt x="6890" y="1595"/>
                      <a:pt x="4232" y="4257"/>
                    </a:cubicBezTo>
                    <a:cubicBezTo>
                      <a:pt x="1573" y="6920"/>
                      <a:pt x="79" y="10532"/>
                      <a:pt x="79" y="14298"/>
                    </a:cubicBezTo>
                    <a:cubicBezTo>
                      <a:pt x="79" y="18063"/>
                      <a:pt x="1573" y="21675"/>
                      <a:pt x="4232" y="24338"/>
                    </a:cubicBezTo>
                    <a:cubicBezTo>
                      <a:pt x="6890" y="27001"/>
                      <a:pt x="10497" y="28497"/>
                      <a:pt x="14257" y="2849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7" name="Freeform: Shape 1236">
                <a:extLst>
                  <a:ext uri="{FF2B5EF4-FFF2-40B4-BE49-F238E27FC236}">
                    <a16:creationId xmlns:a16="http://schemas.microsoft.com/office/drawing/2014/main" id="{31655211-8CB5-E218-0586-4901990EAACD}"/>
                  </a:ext>
                </a:extLst>
              </p:cNvPr>
              <p:cNvSpPr/>
              <p:nvPr/>
            </p:nvSpPr>
            <p:spPr>
              <a:xfrm>
                <a:off x="5545570" y="4582554"/>
                <a:ext cx="28356" cy="28397"/>
              </a:xfrm>
              <a:custGeom>
                <a:avLst/>
                <a:gdLst>
                  <a:gd name="connsiteX0" fmla="*/ 14257 w 28356"/>
                  <a:gd name="connsiteY0" fmla="*/ 28500 h 28397"/>
                  <a:gd name="connsiteX1" fmla="*/ 24282 w 28356"/>
                  <a:gd name="connsiteY1" fmla="*/ 24341 h 28397"/>
                  <a:gd name="connsiteX2" fmla="*/ 28435 w 28356"/>
                  <a:gd name="connsiteY2" fmla="*/ 14301 h 28397"/>
                  <a:gd name="connsiteX3" fmla="*/ 24282 w 28356"/>
                  <a:gd name="connsiteY3" fmla="*/ 4260 h 28397"/>
                  <a:gd name="connsiteX4" fmla="*/ 14257 w 28356"/>
                  <a:gd name="connsiteY4" fmla="*/ 102 h 28397"/>
                  <a:gd name="connsiteX5" fmla="*/ 4231 w 28356"/>
                  <a:gd name="connsiteY5" fmla="*/ 4260 h 28397"/>
                  <a:gd name="connsiteX6" fmla="*/ 78 w 28356"/>
                  <a:gd name="connsiteY6" fmla="*/ 14301 h 28397"/>
                  <a:gd name="connsiteX7" fmla="*/ 4231 w 28356"/>
                  <a:gd name="connsiteY7" fmla="*/ 24341 h 28397"/>
                  <a:gd name="connsiteX8" fmla="*/ 14257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500"/>
                    </a:moveTo>
                    <a:cubicBezTo>
                      <a:pt x="18017" y="28500"/>
                      <a:pt x="21623" y="27004"/>
                      <a:pt x="24282" y="24341"/>
                    </a:cubicBezTo>
                    <a:cubicBezTo>
                      <a:pt x="26941" y="21678"/>
                      <a:pt x="28435" y="18066"/>
                      <a:pt x="28435" y="14301"/>
                    </a:cubicBezTo>
                    <a:cubicBezTo>
                      <a:pt x="28435" y="10535"/>
                      <a:pt x="26941" y="6923"/>
                      <a:pt x="24282" y="4260"/>
                    </a:cubicBezTo>
                    <a:cubicBezTo>
                      <a:pt x="21623" y="1598"/>
                      <a:pt x="18017" y="102"/>
                      <a:pt x="14257" y="102"/>
                    </a:cubicBezTo>
                    <a:cubicBezTo>
                      <a:pt x="10496" y="102"/>
                      <a:pt x="6890" y="1598"/>
                      <a:pt x="4231" y="4260"/>
                    </a:cubicBezTo>
                    <a:cubicBezTo>
                      <a:pt x="1572" y="6923"/>
                      <a:pt x="78" y="10535"/>
                      <a:pt x="78" y="14301"/>
                    </a:cubicBezTo>
                    <a:cubicBezTo>
                      <a:pt x="78" y="18066"/>
                      <a:pt x="1572" y="21678"/>
                      <a:pt x="4231" y="24341"/>
                    </a:cubicBezTo>
                    <a:cubicBezTo>
                      <a:pt x="6890" y="27004"/>
                      <a:pt x="10496" y="28500"/>
                      <a:pt x="14257" y="2850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8" name="Freeform: Shape 1237">
                <a:extLst>
                  <a:ext uri="{FF2B5EF4-FFF2-40B4-BE49-F238E27FC236}">
                    <a16:creationId xmlns:a16="http://schemas.microsoft.com/office/drawing/2014/main" id="{C60BD5AC-2E51-B3A3-B918-58A83611F7C4}"/>
                  </a:ext>
                </a:extLst>
              </p:cNvPr>
              <p:cNvSpPr/>
              <p:nvPr/>
            </p:nvSpPr>
            <p:spPr>
              <a:xfrm>
                <a:off x="5537812" y="4605859"/>
                <a:ext cx="28356" cy="28397"/>
              </a:xfrm>
              <a:custGeom>
                <a:avLst/>
                <a:gdLst>
                  <a:gd name="connsiteX0" fmla="*/ 14256 w 28356"/>
                  <a:gd name="connsiteY0" fmla="*/ 28502 h 28397"/>
                  <a:gd name="connsiteX1" fmla="*/ 24282 w 28356"/>
                  <a:gd name="connsiteY1" fmla="*/ 24343 h 28397"/>
                  <a:gd name="connsiteX2" fmla="*/ 28434 w 28356"/>
                  <a:gd name="connsiteY2" fmla="*/ 14303 h 28397"/>
                  <a:gd name="connsiteX3" fmla="*/ 24282 w 28356"/>
                  <a:gd name="connsiteY3" fmla="*/ 4262 h 28397"/>
                  <a:gd name="connsiteX4" fmla="*/ 14256 w 28356"/>
                  <a:gd name="connsiteY4" fmla="*/ 104 h 28397"/>
                  <a:gd name="connsiteX5" fmla="*/ 4230 w 28356"/>
                  <a:gd name="connsiteY5" fmla="*/ 4262 h 28397"/>
                  <a:gd name="connsiteX6" fmla="*/ 78 w 28356"/>
                  <a:gd name="connsiteY6" fmla="*/ 14303 h 28397"/>
                  <a:gd name="connsiteX7" fmla="*/ 4230 w 28356"/>
                  <a:gd name="connsiteY7" fmla="*/ 24343 h 28397"/>
                  <a:gd name="connsiteX8" fmla="*/ 14256 w 28356"/>
                  <a:gd name="connsiteY8" fmla="*/ 2850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6" y="28502"/>
                    </a:moveTo>
                    <a:cubicBezTo>
                      <a:pt x="18016" y="28502"/>
                      <a:pt x="21623" y="27005"/>
                      <a:pt x="24282" y="24343"/>
                    </a:cubicBezTo>
                    <a:cubicBezTo>
                      <a:pt x="26940" y="21680"/>
                      <a:pt x="28434" y="18068"/>
                      <a:pt x="28434" y="14303"/>
                    </a:cubicBezTo>
                    <a:cubicBezTo>
                      <a:pt x="28434" y="10537"/>
                      <a:pt x="26940" y="6925"/>
                      <a:pt x="24282" y="4262"/>
                    </a:cubicBezTo>
                    <a:cubicBezTo>
                      <a:pt x="21623" y="1600"/>
                      <a:pt x="18016" y="104"/>
                      <a:pt x="14256" y="104"/>
                    </a:cubicBezTo>
                    <a:cubicBezTo>
                      <a:pt x="10496" y="104"/>
                      <a:pt x="6889" y="1600"/>
                      <a:pt x="4230" y="4262"/>
                    </a:cubicBezTo>
                    <a:cubicBezTo>
                      <a:pt x="1572" y="6925"/>
                      <a:pt x="78" y="10537"/>
                      <a:pt x="78" y="14303"/>
                    </a:cubicBezTo>
                    <a:cubicBezTo>
                      <a:pt x="78" y="18068"/>
                      <a:pt x="1572" y="21680"/>
                      <a:pt x="4230" y="24343"/>
                    </a:cubicBezTo>
                    <a:cubicBezTo>
                      <a:pt x="6889" y="27005"/>
                      <a:pt x="10496" y="28502"/>
                      <a:pt x="14256" y="2850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39" name="Freeform: Shape 1238">
                <a:extLst>
                  <a:ext uri="{FF2B5EF4-FFF2-40B4-BE49-F238E27FC236}">
                    <a16:creationId xmlns:a16="http://schemas.microsoft.com/office/drawing/2014/main" id="{CF16451E-8A87-6538-2D75-38FB59F3B542}"/>
                  </a:ext>
                </a:extLst>
              </p:cNvPr>
              <p:cNvSpPr/>
              <p:nvPr/>
            </p:nvSpPr>
            <p:spPr>
              <a:xfrm>
                <a:off x="5530053" y="4946765"/>
                <a:ext cx="28356" cy="28397"/>
              </a:xfrm>
              <a:custGeom>
                <a:avLst/>
                <a:gdLst>
                  <a:gd name="connsiteX0" fmla="*/ 14255 w 28356"/>
                  <a:gd name="connsiteY0" fmla="*/ 28528 h 28397"/>
                  <a:gd name="connsiteX1" fmla="*/ 24281 w 28356"/>
                  <a:gd name="connsiteY1" fmla="*/ 24370 h 28397"/>
                  <a:gd name="connsiteX2" fmla="*/ 28434 w 28356"/>
                  <a:gd name="connsiteY2" fmla="*/ 14329 h 28397"/>
                  <a:gd name="connsiteX3" fmla="*/ 24281 w 28356"/>
                  <a:gd name="connsiteY3" fmla="*/ 4289 h 28397"/>
                  <a:gd name="connsiteX4" fmla="*/ 14255 w 28356"/>
                  <a:gd name="connsiteY4" fmla="*/ 130 h 28397"/>
                  <a:gd name="connsiteX5" fmla="*/ 4230 w 28356"/>
                  <a:gd name="connsiteY5" fmla="*/ 4289 h 28397"/>
                  <a:gd name="connsiteX6" fmla="*/ 77 w 28356"/>
                  <a:gd name="connsiteY6" fmla="*/ 14329 h 28397"/>
                  <a:gd name="connsiteX7" fmla="*/ 4230 w 28356"/>
                  <a:gd name="connsiteY7" fmla="*/ 24370 h 28397"/>
                  <a:gd name="connsiteX8" fmla="*/ 14255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28"/>
                    </a:moveTo>
                    <a:cubicBezTo>
                      <a:pt x="18016" y="28528"/>
                      <a:pt x="21622" y="27032"/>
                      <a:pt x="24281" y="24370"/>
                    </a:cubicBezTo>
                    <a:cubicBezTo>
                      <a:pt x="26940" y="21707"/>
                      <a:pt x="28434" y="18095"/>
                      <a:pt x="28434" y="14329"/>
                    </a:cubicBezTo>
                    <a:cubicBezTo>
                      <a:pt x="28434" y="10564"/>
                      <a:pt x="26940" y="6952"/>
                      <a:pt x="24281" y="4289"/>
                    </a:cubicBezTo>
                    <a:cubicBezTo>
                      <a:pt x="21622" y="1626"/>
                      <a:pt x="18016" y="130"/>
                      <a:pt x="14255" y="130"/>
                    </a:cubicBezTo>
                    <a:cubicBezTo>
                      <a:pt x="10495" y="130"/>
                      <a:pt x="6889" y="1626"/>
                      <a:pt x="4230" y="4289"/>
                    </a:cubicBezTo>
                    <a:cubicBezTo>
                      <a:pt x="1571" y="6952"/>
                      <a:pt x="77" y="10564"/>
                      <a:pt x="77" y="14329"/>
                    </a:cubicBezTo>
                    <a:cubicBezTo>
                      <a:pt x="77" y="18095"/>
                      <a:pt x="1571" y="21707"/>
                      <a:pt x="4230" y="24370"/>
                    </a:cubicBezTo>
                    <a:cubicBezTo>
                      <a:pt x="6889" y="27032"/>
                      <a:pt x="10495" y="28528"/>
                      <a:pt x="14255"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0" name="Freeform: Shape 1239">
                <a:extLst>
                  <a:ext uri="{FF2B5EF4-FFF2-40B4-BE49-F238E27FC236}">
                    <a16:creationId xmlns:a16="http://schemas.microsoft.com/office/drawing/2014/main" id="{24B57131-3A4E-C3E8-A915-7773DC54798E}"/>
                  </a:ext>
                </a:extLst>
              </p:cNvPr>
              <p:cNvSpPr/>
              <p:nvPr/>
            </p:nvSpPr>
            <p:spPr>
              <a:xfrm>
                <a:off x="5522295" y="4790974"/>
                <a:ext cx="28356" cy="28397"/>
              </a:xfrm>
              <a:custGeom>
                <a:avLst/>
                <a:gdLst>
                  <a:gd name="connsiteX0" fmla="*/ 14255 w 28356"/>
                  <a:gd name="connsiteY0" fmla="*/ 28516 h 28397"/>
                  <a:gd name="connsiteX1" fmla="*/ 24280 w 28356"/>
                  <a:gd name="connsiteY1" fmla="*/ 24357 h 28397"/>
                  <a:gd name="connsiteX2" fmla="*/ 28433 w 28356"/>
                  <a:gd name="connsiteY2" fmla="*/ 14317 h 28397"/>
                  <a:gd name="connsiteX3" fmla="*/ 24280 w 28356"/>
                  <a:gd name="connsiteY3" fmla="*/ 4277 h 28397"/>
                  <a:gd name="connsiteX4" fmla="*/ 14255 w 28356"/>
                  <a:gd name="connsiteY4" fmla="*/ 118 h 28397"/>
                  <a:gd name="connsiteX5" fmla="*/ 4229 w 28356"/>
                  <a:gd name="connsiteY5" fmla="*/ 4277 h 28397"/>
                  <a:gd name="connsiteX6" fmla="*/ 76 w 28356"/>
                  <a:gd name="connsiteY6" fmla="*/ 14317 h 28397"/>
                  <a:gd name="connsiteX7" fmla="*/ 4229 w 28356"/>
                  <a:gd name="connsiteY7" fmla="*/ 24357 h 28397"/>
                  <a:gd name="connsiteX8" fmla="*/ 14255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16"/>
                    </a:moveTo>
                    <a:cubicBezTo>
                      <a:pt x="18015" y="28516"/>
                      <a:pt x="21622" y="27020"/>
                      <a:pt x="24280" y="24357"/>
                    </a:cubicBezTo>
                    <a:cubicBezTo>
                      <a:pt x="26939" y="21695"/>
                      <a:pt x="28433" y="18083"/>
                      <a:pt x="28433" y="14317"/>
                    </a:cubicBezTo>
                    <a:cubicBezTo>
                      <a:pt x="28433" y="10552"/>
                      <a:pt x="26939" y="6940"/>
                      <a:pt x="24280" y="4277"/>
                    </a:cubicBezTo>
                    <a:cubicBezTo>
                      <a:pt x="21622" y="1614"/>
                      <a:pt x="18015" y="118"/>
                      <a:pt x="14255" y="118"/>
                    </a:cubicBezTo>
                    <a:cubicBezTo>
                      <a:pt x="10495" y="118"/>
                      <a:pt x="6888" y="1614"/>
                      <a:pt x="4229" y="4277"/>
                    </a:cubicBezTo>
                    <a:cubicBezTo>
                      <a:pt x="1570" y="6940"/>
                      <a:pt x="76" y="10552"/>
                      <a:pt x="76" y="14317"/>
                    </a:cubicBezTo>
                    <a:cubicBezTo>
                      <a:pt x="76" y="18083"/>
                      <a:pt x="1570" y="21695"/>
                      <a:pt x="4229" y="24357"/>
                    </a:cubicBezTo>
                    <a:cubicBezTo>
                      <a:pt x="6888" y="27020"/>
                      <a:pt x="10495" y="28516"/>
                      <a:pt x="14255" y="2851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1" name="Freeform: Shape 1240">
                <a:extLst>
                  <a:ext uri="{FF2B5EF4-FFF2-40B4-BE49-F238E27FC236}">
                    <a16:creationId xmlns:a16="http://schemas.microsoft.com/office/drawing/2014/main" id="{1AD604AC-3613-8538-2B2F-BD30765FB626}"/>
                  </a:ext>
                </a:extLst>
              </p:cNvPr>
              <p:cNvSpPr/>
              <p:nvPr/>
            </p:nvSpPr>
            <p:spPr>
              <a:xfrm>
                <a:off x="5514536" y="4949343"/>
                <a:ext cx="28356" cy="28397"/>
              </a:xfrm>
              <a:custGeom>
                <a:avLst/>
                <a:gdLst>
                  <a:gd name="connsiteX0" fmla="*/ 14254 w 28356"/>
                  <a:gd name="connsiteY0" fmla="*/ 28529 h 28397"/>
                  <a:gd name="connsiteX1" fmla="*/ 24280 w 28356"/>
                  <a:gd name="connsiteY1" fmla="*/ 24370 h 28397"/>
                  <a:gd name="connsiteX2" fmla="*/ 28433 w 28356"/>
                  <a:gd name="connsiteY2" fmla="*/ 14330 h 28397"/>
                  <a:gd name="connsiteX3" fmla="*/ 24280 w 28356"/>
                  <a:gd name="connsiteY3" fmla="*/ 4289 h 28397"/>
                  <a:gd name="connsiteX4" fmla="*/ 14254 w 28356"/>
                  <a:gd name="connsiteY4" fmla="*/ 131 h 28397"/>
                  <a:gd name="connsiteX5" fmla="*/ 4229 w 28356"/>
                  <a:gd name="connsiteY5" fmla="*/ 4289 h 28397"/>
                  <a:gd name="connsiteX6" fmla="*/ 76 w 28356"/>
                  <a:gd name="connsiteY6" fmla="*/ 14330 h 28397"/>
                  <a:gd name="connsiteX7" fmla="*/ 4229 w 28356"/>
                  <a:gd name="connsiteY7" fmla="*/ 24370 h 28397"/>
                  <a:gd name="connsiteX8" fmla="*/ 14254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29"/>
                    </a:moveTo>
                    <a:cubicBezTo>
                      <a:pt x="18014" y="28529"/>
                      <a:pt x="21621" y="27033"/>
                      <a:pt x="24280" y="24370"/>
                    </a:cubicBezTo>
                    <a:cubicBezTo>
                      <a:pt x="26939" y="21707"/>
                      <a:pt x="28433" y="18095"/>
                      <a:pt x="28433" y="14330"/>
                    </a:cubicBezTo>
                    <a:cubicBezTo>
                      <a:pt x="28433" y="10564"/>
                      <a:pt x="26939" y="6952"/>
                      <a:pt x="24280" y="4289"/>
                    </a:cubicBezTo>
                    <a:cubicBezTo>
                      <a:pt x="21621" y="1627"/>
                      <a:pt x="18014" y="131"/>
                      <a:pt x="14254" y="131"/>
                    </a:cubicBezTo>
                    <a:cubicBezTo>
                      <a:pt x="10494" y="131"/>
                      <a:pt x="6887" y="1627"/>
                      <a:pt x="4229" y="4289"/>
                    </a:cubicBezTo>
                    <a:cubicBezTo>
                      <a:pt x="1570" y="6952"/>
                      <a:pt x="76" y="10564"/>
                      <a:pt x="76" y="14330"/>
                    </a:cubicBezTo>
                    <a:cubicBezTo>
                      <a:pt x="76" y="18095"/>
                      <a:pt x="1570" y="21707"/>
                      <a:pt x="4229" y="24370"/>
                    </a:cubicBezTo>
                    <a:cubicBezTo>
                      <a:pt x="6887" y="27033"/>
                      <a:pt x="10494" y="28529"/>
                      <a:pt x="14254"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2" name="Freeform: Shape 1241">
                <a:extLst>
                  <a:ext uri="{FF2B5EF4-FFF2-40B4-BE49-F238E27FC236}">
                    <a16:creationId xmlns:a16="http://schemas.microsoft.com/office/drawing/2014/main" id="{1AD66DAA-0BA1-2BF8-5C55-EEF43B0A21DD}"/>
                  </a:ext>
                </a:extLst>
              </p:cNvPr>
              <p:cNvSpPr/>
              <p:nvPr/>
            </p:nvSpPr>
            <p:spPr>
              <a:xfrm>
                <a:off x="5506777" y="4991088"/>
                <a:ext cx="28356" cy="28397"/>
              </a:xfrm>
              <a:custGeom>
                <a:avLst/>
                <a:gdLst>
                  <a:gd name="connsiteX0" fmla="*/ 14254 w 28356"/>
                  <a:gd name="connsiteY0" fmla="*/ 28532 h 28397"/>
                  <a:gd name="connsiteX1" fmla="*/ 24279 w 28356"/>
                  <a:gd name="connsiteY1" fmla="*/ 24373 h 28397"/>
                  <a:gd name="connsiteX2" fmla="*/ 28432 w 28356"/>
                  <a:gd name="connsiteY2" fmla="*/ 14333 h 28397"/>
                  <a:gd name="connsiteX3" fmla="*/ 24279 w 28356"/>
                  <a:gd name="connsiteY3" fmla="*/ 4293 h 28397"/>
                  <a:gd name="connsiteX4" fmla="*/ 14254 w 28356"/>
                  <a:gd name="connsiteY4" fmla="*/ 134 h 28397"/>
                  <a:gd name="connsiteX5" fmla="*/ 4228 w 28356"/>
                  <a:gd name="connsiteY5" fmla="*/ 4293 h 28397"/>
                  <a:gd name="connsiteX6" fmla="*/ 75 w 28356"/>
                  <a:gd name="connsiteY6" fmla="*/ 14333 h 28397"/>
                  <a:gd name="connsiteX7" fmla="*/ 4228 w 28356"/>
                  <a:gd name="connsiteY7" fmla="*/ 24373 h 28397"/>
                  <a:gd name="connsiteX8" fmla="*/ 1425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32"/>
                    </a:moveTo>
                    <a:cubicBezTo>
                      <a:pt x="18014" y="28532"/>
                      <a:pt x="21620" y="27036"/>
                      <a:pt x="24279" y="24373"/>
                    </a:cubicBezTo>
                    <a:cubicBezTo>
                      <a:pt x="26938" y="21710"/>
                      <a:pt x="28432" y="18099"/>
                      <a:pt x="28432" y="14333"/>
                    </a:cubicBezTo>
                    <a:cubicBezTo>
                      <a:pt x="28432" y="10567"/>
                      <a:pt x="26938" y="6955"/>
                      <a:pt x="24279" y="4293"/>
                    </a:cubicBezTo>
                    <a:cubicBezTo>
                      <a:pt x="21620" y="1630"/>
                      <a:pt x="18014" y="134"/>
                      <a:pt x="14254" y="134"/>
                    </a:cubicBezTo>
                    <a:cubicBezTo>
                      <a:pt x="10493" y="134"/>
                      <a:pt x="6887" y="1630"/>
                      <a:pt x="4228" y="4293"/>
                    </a:cubicBezTo>
                    <a:cubicBezTo>
                      <a:pt x="1569" y="6955"/>
                      <a:pt x="75" y="10567"/>
                      <a:pt x="75" y="14333"/>
                    </a:cubicBezTo>
                    <a:cubicBezTo>
                      <a:pt x="75" y="18099"/>
                      <a:pt x="1569" y="21710"/>
                      <a:pt x="4228" y="24373"/>
                    </a:cubicBezTo>
                    <a:cubicBezTo>
                      <a:pt x="6887" y="27036"/>
                      <a:pt x="10493" y="28532"/>
                      <a:pt x="14254"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3" name="Freeform: Shape 1242">
                <a:extLst>
                  <a:ext uri="{FF2B5EF4-FFF2-40B4-BE49-F238E27FC236}">
                    <a16:creationId xmlns:a16="http://schemas.microsoft.com/office/drawing/2014/main" id="{3304D624-FFBE-0499-FE67-958AC36BF99A}"/>
                  </a:ext>
                </a:extLst>
              </p:cNvPr>
              <p:cNvSpPr/>
              <p:nvPr/>
            </p:nvSpPr>
            <p:spPr>
              <a:xfrm>
                <a:off x="5499019" y="4535201"/>
                <a:ext cx="28356" cy="28397"/>
              </a:xfrm>
              <a:custGeom>
                <a:avLst/>
                <a:gdLst>
                  <a:gd name="connsiteX0" fmla="*/ 14253 w 28356"/>
                  <a:gd name="connsiteY0" fmla="*/ 28496 h 28397"/>
                  <a:gd name="connsiteX1" fmla="*/ 24279 w 28356"/>
                  <a:gd name="connsiteY1" fmla="*/ 24337 h 28397"/>
                  <a:gd name="connsiteX2" fmla="*/ 28431 w 28356"/>
                  <a:gd name="connsiteY2" fmla="*/ 14297 h 28397"/>
                  <a:gd name="connsiteX3" fmla="*/ 24279 w 28356"/>
                  <a:gd name="connsiteY3" fmla="*/ 4257 h 28397"/>
                  <a:gd name="connsiteX4" fmla="*/ 14253 w 28356"/>
                  <a:gd name="connsiteY4" fmla="*/ 98 h 28397"/>
                  <a:gd name="connsiteX5" fmla="*/ 4227 w 28356"/>
                  <a:gd name="connsiteY5" fmla="*/ 4257 h 28397"/>
                  <a:gd name="connsiteX6" fmla="*/ 75 w 28356"/>
                  <a:gd name="connsiteY6" fmla="*/ 14297 h 28397"/>
                  <a:gd name="connsiteX7" fmla="*/ 4227 w 28356"/>
                  <a:gd name="connsiteY7" fmla="*/ 24337 h 28397"/>
                  <a:gd name="connsiteX8" fmla="*/ 14253 w 28356"/>
                  <a:gd name="connsiteY8" fmla="*/ 2849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3" y="28496"/>
                    </a:moveTo>
                    <a:cubicBezTo>
                      <a:pt x="18013" y="28496"/>
                      <a:pt x="21620" y="27000"/>
                      <a:pt x="24279" y="24337"/>
                    </a:cubicBezTo>
                    <a:cubicBezTo>
                      <a:pt x="26937" y="21675"/>
                      <a:pt x="28431" y="18063"/>
                      <a:pt x="28431" y="14297"/>
                    </a:cubicBezTo>
                    <a:cubicBezTo>
                      <a:pt x="28431" y="10531"/>
                      <a:pt x="26937" y="6919"/>
                      <a:pt x="24279" y="4257"/>
                    </a:cubicBezTo>
                    <a:cubicBezTo>
                      <a:pt x="21620" y="1594"/>
                      <a:pt x="18013" y="98"/>
                      <a:pt x="14253" y="98"/>
                    </a:cubicBezTo>
                    <a:cubicBezTo>
                      <a:pt x="10493" y="98"/>
                      <a:pt x="6886" y="1594"/>
                      <a:pt x="4227" y="4257"/>
                    </a:cubicBezTo>
                    <a:cubicBezTo>
                      <a:pt x="1568" y="6919"/>
                      <a:pt x="75" y="10531"/>
                      <a:pt x="75" y="14297"/>
                    </a:cubicBezTo>
                    <a:cubicBezTo>
                      <a:pt x="75" y="18063"/>
                      <a:pt x="1568" y="21675"/>
                      <a:pt x="4227" y="24337"/>
                    </a:cubicBezTo>
                    <a:cubicBezTo>
                      <a:pt x="6886" y="27000"/>
                      <a:pt x="10493" y="28496"/>
                      <a:pt x="14253" y="2849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4" name="Freeform: Shape 1243">
                <a:extLst>
                  <a:ext uri="{FF2B5EF4-FFF2-40B4-BE49-F238E27FC236}">
                    <a16:creationId xmlns:a16="http://schemas.microsoft.com/office/drawing/2014/main" id="{6398311B-A74B-1990-56F8-C3888D7400DE}"/>
                  </a:ext>
                </a:extLst>
              </p:cNvPr>
              <p:cNvSpPr/>
              <p:nvPr/>
            </p:nvSpPr>
            <p:spPr>
              <a:xfrm>
                <a:off x="5491260" y="4515977"/>
                <a:ext cx="28356" cy="28397"/>
              </a:xfrm>
              <a:custGeom>
                <a:avLst/>
                <a:gdLst>
                  <a:gd name="connsiteX0" fmla="*/ 14252 w 28356"/>
                  <a:gd name="connsiteY0" fmla="*/ 28494 h 28397"/>
                  <a:gd name="connsiteX1" fmla="*/ 24278 w 28356"/>
                  <a:gd name="connsiteY1" fmla="*/ 24336 h 28397"/>
                  <a:gd name="connsiteX2" fmla="*/ 28431 w 28356"/>
                  <a:gd name="connsiteY2" fmla="*/ 14295 h 28397"/>
                  <a:gd name="connsiteX3" fmla="*/ 24278 w 28356"/>
                  <a:gd name="connsiteY3" fmla="*/ 4255 h 28397"/>
                  <a:gd name="connsiteX4" fmla="*/ 14252 w 28356"/>
                  <a:gd name="connsiteY4" fmla="*/ 96 h 28397"/>
                  <a:gd name="connsiteX5" fmla="*/ 4227 w 28356"/>
                  <a:gd name="connsiteY5" fmla="*/ 4255 h 28397"/>
                  <a:gd name="connsiteX6" fmla="*/ 74 w 28356"/>
                  <a:gd name="connsiteY6" fmla="*/ 14295 h 28397"/>
                  <a:gd name="connsiteX7" fmla="*/ 4227 w 28356"/>
                  <a:gd name="connsiteY7" fmla="*/ 24336 h 28397"/>
                  <a:gd name="connsiteX8" fmla="*/ 14252 w 28356"/>
                  <a:gd name="connsiteY8" fmla="*/ 2849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494"/>
                    </a:moveTo>
                    <a:cubicBezTo>
                      <a:pt x="18012" y="28494"/>
                      <a:pt x="21619" y="26998"/>
                      <a:pt x="24278" y="24336"/>
                    </a:cubicBezTo>
                    <a:cubicBezTo>
                      <a:pt x="26937" y="21673"/>
                      <a:pt x="28431" y="18061"/>
                      <a:pt x="28431" y="14295"/>
                    </a:cubicBezTo>
                    <a:cubicBezTo>
                      <a:pt x="28431" y="10530"/>
                      <a:pt x="26937" y="6918"/>
                      <a:pt x="24278" y="4255"/>
                    </a:cubicBezTo>
                    <a:cubicBezTo>
                      <a:pt x="21619" y="1593"/>
                      <a:pt x="18012" y="96"/>
                      <a:pt x="14252" y="96"/>
                    </a:cubicBezTo>
                    <a:cubicBezTo>
                      <a:pt x="10492" y="96"/>
                      <a:pt x="6886" y="1593"/>
                      <a:pt x="4227" y="4255"/>
                    </a:cubicBezTo>
                    <a:cubicBezTo>
                      <a:pt x="1568" y="6918"/>
                      <a:pt x="74" y="10530"/>
                      <a:pt x="74" y="14295"/>
                    </a:cubicBezTo>
                    <a:cubicBezTo>
                      <a:pt x="74" y="18061"/>
                      <a:pt x="1568" y="21673"/>
                      <a:pt x="4227" y="24336"/>
                    </a:cubicBezTo>
                    <a:cubicBezTo>
                      <a:pt x="6886" y="26998"/>
                      <a:pt x="10492" y="28494"/>
                      <a:pt x="14252" y="2849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5" name="Freeform: Shape 1244">
                <a:extLst>
                  <a:ext uri="{FF2B5EF4-FFF2-40B4-BE49-F238E27FC236}">
                    <a16:creationId xmlns:a16="http://schemas.microsoft.com/office/drawing/2014/main" id="{6E3862AF-0994-942F-2FB1-46E3E6C37D97}"/>
                  </a:ext>
                </a:extLst>
              </p:cNvPr>
              <p:cNvSpPr/>
              <p:nvPr/>
            </p:nvSpPr>
            <p:spPr>
              <a:xfrm>
                <a:off x="5483503" y="4752341"/>
                <a:ext cx="28356" cy="28397"/>
              </a:xfrm>
              <a:custGeom>
                <a:avLst/>
                <a:gdLst>
                  <a:gd name="connsiteX0" fmla="*/ 14252 w 28356"/>
                  <a:gd name="connsiteY0" fmla="*/ 28513 h 28397"/>
                  <a:gd name="connsiteX1" fmla="*/ 24277 w 28356"/>
                  <a:gd name="connsiteY1" fmla="*/ 24354 h 28397"/>
                  <a:gd name="connsiteX2" fmla="*/ 28430 w 28356"/>
                  <a:gd name="connsiteY2" fmla="*/ 14314 h 28397"/>
                  <a:gd name="connsiteX3" fmla="*/ 24277 w 28356"/>
                  <a:gd name="connsiteY3" fmla="*/ 4274 h 28397"/>
                  <a:gd name="connsiteX4" fmla="*/ 14252 w 28356"/>
                  <a:gd name="connsiteY4" fmla="*/ 115 h 28397"/>
                  <a:gd name="connsiteX5" fmla="*/ 4226 w 28356"/>
                  <a:gd name="connsiteY5" fmla="*/ 4274 h 28397"/>
                  <a:gd name="connsiteX6" fmla="*/ 73 w 28356"/>
                  <a:gd name="connsiteY6" fmla="*/ 14314 h 28397"/>
                  <a:gd name="connsiteX7" fmla="*/ 4226 w 28356"/>
                  <a:gd name="connsiteY7" fmla="*/ 24354 h 28397"/>
                  <a:gd name="connsiteX8" fmla="*/ 14252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13"/>
                    </a:moveTo>
                    <a:cubicBezTo>
                      <a:pt x="18012" y="28513"/>
                      <a:pt x="21619" y="27017"/>
                      <a:pt x="24277" y="24354"/>
                    </a:cubicBezTo>
                    <a:cubicBezTo>
                      <a:pt x="26936" y="21692"/>
                      <a:pt x="28430" y="18080"/>
                      <a:pt x="28430" y="14314"/>
                    </a:cubicBezTo>
                    <a:cubicBezTo>
                      <a:pt x="28430" y="10548"/>
                      <a:pt x="26936" y="6937"/>
                      <a:pt x="24277" y="4274"/>
                    </a:cubicBezTo>
                    <a:cubicBezTo>
                      <a:pt x="21619" y="1611"/>
                      <a:pt x="18012" y="115"/>
                      <a:pt x="14252" y="115"/>
                    </a:cubicBezTo>
                    <a:cubicBezTo>
                      <a:pt x="10492" y="115"/>
                      <a:pt x="6885" y="1611"/>
                      <a:pt x="4226" y="4274"/>
                    </a:cubicBezTo>
                    <a:cubicBezTo>
                      <a:pt x="1567" y="6937"/>
                      <a:pt x="73" y="10548"/>
                      <a:pt x="73" y="14314"/>
                    </a:cubicBezTo>
                    <a:cubicBezTo>
                      <a:pt x="73" y="18080"/>
                      <a:pt x="1567" y="21692"/>
                      <a:pt x="4226" y="24354"/>
                    </a:cubicBezTo>
                    <a:cubicBezTo>
                      <a:pt x="6885" y="27017"/>
                      <a:pt x="10492" y="28513"/>
                      <a:pt x="14252" y="2851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6" name="Freeform: Shape 1245">
                <a:extLst>
                  <a:ext uri="{FF2B5EF4-FFF2-40B4-BE49-F238E27FC236}">
                    <a16:creationId xmlns:a16="http://schemas.microsoft.com/office/drawing/2014/main" id="{CE8F14D4-1B50-EF78-3541-1D18B1AA5B08}"/>
                  </a:ext>
                </a:extLst>
              </p:cNvPr>
              <p:cNvSpPr/>
              <p:nvPr/>
            </p:nvSpPr>
            <p:spPr>
              <a:xfrm>
                <a:off x="5475744" y="4974502"/>
                <a:ext cx="28356" cy="28397"/>
              </a:xfrm>
              <a:custGeom>
                <a:avLst/>
                <a:gdLst>
                  <a:gd name="connsiteX0" fmla="*/ 14251 w 28356"/>
                  <a:gd name="connsiteY0" fmla="*/ 28531 h 28397"/>
                  <a:gd name="connsiteX1" fmla="*/ 24277 w 28356"/>
                  <a:gd name="connsiteY1" fmla="*/ 24372 h 28397"/>
                  <a:gd name="connsiteX2" fmla="*/ 28429 w 28356"/>
                  <a:gd name="connsiteY2" fmla="*/ 14332 h 28397"/>
                  <a:gd name="connsiteX3" fmla="*/ 24277 w 28356"/>
                  <a:gd name="connsiteY3" fmla="*/ 4291 h 28397"/>
                  <a:gd name="connsiteX4" fmla="*/ 14251 w 28356"/>
                  <a:gd name="connsiteY4" fmla="*/ 133 h 28397"/>
                  <a:gd name="connsiteX5" fmla="*/ 4225 w 28356"/>
                  <a:gd name="connsiteY5" fmla="*/ 4291 h 28397"/>
                  <a:gd name="connsiteX6" fmla="*/ 73 w 28356"/>
                  <a:gd name="connsiteY6" fmla="*/ 14332 h 28397"/>
                  <a:gd name="connsiteX7" fmla="*/ 4225 w 28356"/>
                  <a:gd name="connsiteY7" fmla="*/ 24372 h 28397"/>
                  <a:gd name="connsiteX8" fmla="*/ 14251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31"/>
                    </a:moveTo>
                    <a:cubicBezTo>
                      <a:pt x="18011" y="28531"/>
                      <a:pt x="21618" y="27035"/>
                      <a:pt x="24277" y="24372"/>
                    </a:cubicBezTo>
                    <a:cubicBezTo>
                      <a:pt x="26936" y="21709"/>
                      <a:pt x="28429" y="18097"/>
                      <a:pt x="28429" y="14332"/>
                    </a:cubicBezTo>
                    <a:cubicBezTo>
                      <a:pt x="28429" y="10566"/>
                      <a:pt x="26936" y="6954"/>
                      <a:pt x="24277" y="4291"/>
                    </a:cubicBezTo>
                    <a:cubicBezTo>
                      <a:pt x="21618" y="1629"/>
                      <a:pt x="18011" y="133"/>
                      <a:pt x="14251" y="133"/>
                    </a:cubicBezTo>
                    <a:cubicBezTo>
                      <a:pt x="10491" y="133"/>
                      <a:pt x="6884" y="1629"/>
                      <a:pt x="4225" y="4291"/>
                    </a:cubicBezTo>
                    <a:cubicBezTo>
                      <a:pt x="1567" y="6954"/>
                      <a:pt x="73" y="10566"/>
                      <a:pt x="73" y="14332"/>
                    </a:cubicBezTo>
                    <a:cubicBezTo>
                      <a:pt x="73" y="18097"/>
                      <a:pt x="1567" y="21709"/>
                      <a:pt x="4225" y="24372"/>
                    </a:cubicBezTo>
                    <a:cubicBezTo>
                      <a:pt x="6884" y="27035"/>
                      <a:pt x="10491" y="28531"/>
                      <a:pt x="14251"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7" name="Freeform: Shape 1246">
                <a:extLst>
                  <a:ext uri="{FF2B5EF4-FFF2-40B4-BE49-F238E27FC236}">
                    <a16:creationId xmlns:a16="http://schemas.microsoft.com/office/drawing/2014/main" id="{EA405ED0-B5C8-6B09-59A4-CD222E42C395}"/>
                  </a:ext>
                </a:extLst>
              </p:cNvPr>
              <p:cNvSpPr/>
              <p:nvPr/>
            </p:nvSpPr>
            <p:spPr>
              <a:xfrm>
                <a:off x="5467986" y="4510503"/>
                <a:ext cx="28356" cy="28397"/>
              </a:xfrm>
              <a:custGeom>
                <a:avLst/>
                <a:gdLst>
                  <a:gd name="connsiteX0" fmla="*/ 14251 w 28356"/>
                  <a:gd name="connsiteY0" fmla="*/ 28494 h 28397"/>
                  <a:gd name="connsiteX1" fmla="*/ 24276 w 28356"/>
                  <a:gd name="connsiteY1" fmla="*/ 24335 h 28397"/>
                  <a:gd name="connsiteX2" fmla="*/ 28429 w 28356"/>
                  <a:gd name="connsiteY2" fmla="*/ 14295 h 28397"/>
                  <a:gd name="connsiteX3" fmla="*/ 24276 w 28356"/>
                  <a:gd name="connsiteY3" fmla="*/ 4255 h 28397"/>
                  <a:gd name="connsiteX4" fmla="*/ 14251 w 28356"/>
                  <a:gd name="connsiteY4" fmla="*/ 96 h 28397"/>
                  <a:gd name="connsiteX5" fmla="*/ 4225 w 28356"/>
                  <a:gd name="connsiteY5" fmla="*/ 4255 h 28397"/>
                  <a:gd name="connsiteX6" fmla="*/ 72 w 28356"/>
                  <a:gd name="connsiteY6" fmla="*/ 14295 h 28397"/>
                  <a:gd name="connsiteX7" fmla="*/ 4225 w 28356"/>
                  <a:gd name="connsiteY7" fmla="*/ 24335 h 28397"/>
                  <a:gd name="connsiteX8" fmla="*/ 14251 w 28356"/>
                  <a:gd name="connsiteY8" fmla="*/ 2849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494"/>
                    </a:moveTo>
                    <a:cubicBezTo>
                      <a:pt x="18011" y="28494"/>
                      <a:pt x="21617" y="26998"/>
                      <a:pt x="24276" y="24335"/>
                    </a:cubicBezTo>
                    <a:cubicBezTo>
                      <a:pt x="26935" y="21673"/>
                      <a:pt x="28429" y="18061"/>
                      <a:pt x="28429" y="14295"/>
                    </a:cubicBezTo>
                    <a:cubicBezTo>
                      <a:pt x="28429" y="10529"/>
                      <a:pt x="26935" y="6918"/>
                      <a:pt x="24276" y="4255"/>
                    </a:cubicBezTo>
                    <a:cubicBezTo>
                      <a:pt x="21617" y="1592"/>
                      <a:pt x="18011" y="96"/>
                      <a:pt x="14251" y="96"/>
                    </a:cubicBezTo>
                    <a:cubicBezTo>
                      <a:pt x="10490" y="96"/>
                      <a:pt x="6884" y="1592"/>
                      <a:pt x="4225" y="4255"/>
                    </a:cubicBezTo>
                    <a:cubicBezTo>
                      <a:pt x="1566" y="6918"/>
                      <a:pt x="72" y="10529"/>
                      <a:pt x="72" y="14295"/>
                    </a:cubicBezTo>
                    <a:cubicBezTo>
                      <a:pt x="72" y="18061"/>
                      <a:pt x="1566" y="21673"/>
                      <a:pt x="4225" y="24335"/>
                    </a:cubicBezTo>
                    <a:cubicBezTo>
                      <a:pt x="6884" y="26998"/>
                      <a:pt x="10490" y="28494"/>
                      <a:pt x="14251" y="2849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8" name="Freeform: Shape 1247">
                <a:extLst>
                  <a:ext uri="{FF2B5EF4-FFF2-40B4-BE49-F238E27FC236}">
                    <a16:creationId xmlns:a16="http://schemas.microsoft.com/office/drawing/2014/main" id="{82305F47-7F9C-6A81-3430-35F0D5F4635C}"/>
                  </a:ext>
                </a:extLst>
              </p:cNvPr>
              <p:cNvSpPr/>
              <p:nvPr/>
            </p:nvSpPr>
            <p:spPr>
              <a:xfrm>
                <a:off x="5460227" y="4995888"/>
                <a:ext cx="28356" cy="28397"/>
              </a:xfrm>
              <a:custGeom>
                <a:avLst/>
                <a:gdLst>
                  <a:gd name="connsiteX0" fmla="*/ 14250 w 28356"/>
                  <a:gd name="connsiteY0" fmla="*/ 28532 h 28397"/>
                  <a:gd name="connsiteX1" fmla="*/ 24276 w 28356"/>
                  <a:gd name="connsiteY1" fmla="*/ 24373 h 28397"/>
                  <a:gd name="connsiteX2" fmla="*/ 28428 w 28356"/>
                  <a:gd name="connsiteY2" fmla="*/ 14333 h 28397"/>
                  <a:gd name="connsiteX3" fmla="*/ 24276 w 28356"/>
                  <a:gd name="connsiteY3" fmla="*/ 4293 h 28397"/>
                  <a:gd name="connsiteX4" fmla="*/ 14250 w 28356"/>
                  <a:gd name="connsiteY4" fmla="*/ 134 h 28397"/>
                  <a:gd name="connsiteX5" fmla="*/ 4224 w 28356"/>
                  <a:gd name="connsiteY5" fmla="*/ 4293 h 28397"/>
                  <a:gd name="connsiteX6" fmla="*/ 72 w 28356"/>
                  <a:gd name="connsiteY6" fmla="*/ 14333 h 28397"/>
                  <a:gd name="connsiteX7" fmla="*/ 4224 w 28356"/>
                  <a:gd name="connsiteY7" fmla="*/ 24373 h 28397"/>
                  <a:gd name="connsiteX8" fmla="*/ 1425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0" y="28532"/>
                    </a:moveTo>
                    <a:cubicBezTo>
                      <a:pt x="18010" y="28532"/>
                      <a:pt x="21617" y="27036"/>
                      <a:pt x="24276" y="24373"/>
                    </a:cubicBezTo>
                    <a:cubicBezTo>
                      <a:pt x="26934" y="21711"/>
                      <a:pt x="28428" y="18099"/>
                      <a:pt x="28428" y="14333"/>
                    </a:cubicBezTo>
                    <a:cubicBezTo>
                      <a:pt x="28428" y="10568"/>
                      <a:pt x="26934" y="6956"/>
                      <a:pt x="24276" y="4293"/>
                    </a:cubicBezTo>
                    <a:cubicBezTo>
                      <a:pt x="21617" y="1630"/>
                      <a:pt x="18010" y="134"/>
                      <a:pt x="14250" y="134"/>
                    </a:cubicBezTo>
                    <a:cubicBezTo>
                      <a:pt x="10490" y="134"/>
                      <a:pt x="6883" y="1630"/>
                      <a:pt x="4224" y="4293"/>
                    </a:cubicBezTo>
                    <a:cubicBezTo>
                      <a:pt x="1565" y="6956"/>
                      <a:pt x="72" y="10568"/>
                      <a:pt x="72" y="14333"/>
                    </a:cubicBezTo>
                    <a:cubicBezTo>
                      <a:pt x="72" y="18099"/>
                      <a:pt x="1565" y="21711"/>
                      <a:pt x="4224" y="24373"/>
                    </a:cubicBezTo>
                    <a:cubicBezTo>
                      <a:pt x="6883" y="27036"/>
                      <a:pt x="10490" y="28532"/>
                      <a:pt x="14250"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49" name="Freeform: Shape 1248">
                <a:extLst>
                  <a:ext uri="{FF2B5EF4-FFF2-40B4-BE49-F238E27FC236}">
                    <a16:creationId xmlns:a16="http://schemas.microsoft.com/office/drawing/2014/main" id="{52073543-2F2F-3335-D16E-27019CC1F454}"/>
                  </a:ext>
                </a:extLst>
              </p:cNvPr>
              <p:cNvSpPr/>
              <p:nvPr/>
            </p:nvSpPr>
            <p:spPr>
              <a:xfrm>
                <a:off x="5452469" y="4553809"/>
                <a:ext cx="28356" cy="28397"/>
              </a:xfrm>
              <a:custGeom>
                <a:avLst/>
                <a:gdLst>
                  <a:gd name="connsiteX0" fmla="*/ 14249 w 28356"/>
                  <a:gd name="connsiteY0" fmla="*/ 28497 h 28397"/>
                  <a:gd name="connsiteX1" fmla="*/ 24275 w 28356"/>
                  <a:gd name="connsiteY1" fmla="*/ 24339 h 28397"/>
                  <a:gd name="connsiteX2" fmla="*/ 28428 w 28356"/>
                  <a:gd name="connsiteY2" fmla="*/ 14298 h 28397"/>
                  <a:gd name="connsiteX3" fmla="*/ 24275 w 28356"/>
                  <a:gd name="connsiteY3" fmla="*/ 4258 h 28397"/>
                  <a:gd name="connsiteX4" fmla="*/ 14249 w 28356"/>
                  <a:gd name="connsiteY4" fmla="*/ 99 h 28397"/>
                  <a:gd name="connsiteX5" fmla="*/ 4224 w 28356"/>
                  <a:gd name="connsiteY5" fmla="*/ 4258 h 28397"/>
                  <a:gd name="connsiteX6" fmla="*/ 71 w 28356"/>
                  <a:gd name="connsiteY6" fmla="*/ 14298 h 28397"/>
                  <a:gd name="connsiteX7" fmla="*/ 4224 w 28356"/>
                  <a:gd name="connsiteY7" fmla="*/ 24339 h 28397"/>
                  <a:gd name="connsiteX8" fmla="*/ 14249 w 28356"/>
                  <a:gd name="connsiteY8" fmla="*/ 2849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497"/>
                    </a:moveTo>
                    <a:cubicBezTo>
                      <a:pt x="18009" y="28497"/>
                      <a:pt x="21616" y="27001"/>
                      <a:pt x="24275" y="24339"/>
                    </a:cubicBezTo>
                    <a:cubicBezTo>
                      <a:pt x="26934" y="21676"/>
                      <a:pt x="28428" y="18064"/>
                      <a:pt x="28428" y="14298"/>
                    </a:cubicBezTo>
                    <a:cubicBezTo>
                      <a:pt x="28428" y="10533"/>
                      <a:pt x="26934" y="6921"/>
                      <a:pt x="24275" y="4258"/>
                    </a:cubicBezTo>
                    <a:cubicBezTo>
                      <a:pt x="21616" y="1596"/>
                      <a:pt x="18009" y="99"/>
                      <a:pt x="14249" y="99"/>
                    </a:cubicBezTo>
                    <a:cubicBezTo>
                      <a:pt x="10489" y="99"/>
                      <a:pt x="6882" y="1596"/>
                      <a:pt x="4224" y="4258"/>
                    </a:cubicBezTo>
                    <a:cubicBezTo>
                      <a:pt x="1565" y="6921"/>
                      <a:pt x="71" y="10533"/>
                      <a:pt x="71" y="14298"/>
                    </a:cubicBezTo>
                    <a:cubicBezTo>
                      <a:pt x="71" y="18064"/>
                      <a:pt x="1565" y="21676"/>
                      <a:pt x="4224" y="24339"/>
                    </a:cubicBezTo>
                    <a:cubicBezTo>
                      <a:pt x="6882" y="27001"/>
                      <a:pt x="10489" y="28497"/>
                      <a:pt x="14249" y="2849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0" name="Freeform: Shape 1249">
                <a:extLst>
                  <a:ext uri="{FF2B5EF4-FFF2-40B4-BE49-F238E27FC236}">
                    <a16:creationId xmlns:a16="http://schemas.microsoft.com/office/drawing/2014/main" id="{01FA6C0B-A7F6-A131-C637-956D0EC9BEAD}"/>
                  </a:ext>
                </a:extLst>
              </p:cNvPr>
              <p:cNvSpPr/>
              <p:nvPr/>
            </p:nvSpPr>
            <p:spPr>
              <a:xfrm>
                <a:off x="5444710" y="4992536"/>
                <a:ext cx="28356" cy="28397"/>
              </a:xfrm>
              <a:custGeom>
                <a:avLst/>
                <a:gdLst>
                  <a:gd name="connsiteX0" fmla="*/ 14249 w 28356"/>
                  <a:gd name="connsiteY0" fmla="*/ 28532 h 28397"/>
                  <a:gd name="connsiteX1" fmla="*/ 24274 w 28356"/>
                  <a:gd name="connsiteY1" fmla="*/ 24373 h 28397"/>
                  <a:gd name="connsiteX2" fmla="*/ 28427 w 28356"/>
                  <a:gd name="connsiteY2" fmla="*/ 14333 h 28397"/>
                  <a:gd name="connsiteX3" fmla="*/ 24274 w 28356"/>
                  <a:gd name="connsiteY3" fmla="*/ 4293 h 28397"/>
                  <a:gd name="connsiteX4" fmla="*/ 14249 w 28356"/>
                  <a:gd name="connsiteY4" fmla="*/ 134 h 28397"/>
                  <a:gd name="connsiteX5" fmla="*/ 4223 w 28356"/>
                  <a:gd name="connsiteY5" fmla="*/ 4293 h 28397"/>
                  <a:gd name="connsiteX6" fmla="*/ 70 w 28356"/>
                  <a:gd name="connsiteY6" fmla="*/ 14333 h 28397"/>
                  <a:gd name="connsiteX7" fmla="*/ 4223 w 28356"/>
                  <a:gd name="connsiteY7" fmla="*/ 24373 h 28397"/>
                  <a:gd name="connsiteX8" fmla="*/ 14249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32"/>
                    </a:moveTo>
                    <a:cubicBezTo>
                      <a:pt x="18009" y="28532"/>
                      <a:pt x="21615" y="27036"/>
                      <a:pt x="24274" y="24373"/>
                    </a:cubicBezTo>
                    <a:cubicBezTo>
                      <a:pt x="26933" y="21711"/>
                      <a:pt x="28427" y="18099"/>
                      <a:pt x="28427" y="14333"/>
                    </a:cubicBezTo>
                    <a:cubicBezTo>
                      <a:pt x="28427" y="10567"/>
                      <a:pt x="26933" y="6955"/>
                      <a:pt x="24274" y="4293"/>
                    </a:cubicBezTo>
                    <a:cubicBezTo>
                      <a:pt x="21615" y="1630"/>
                      <a:pt x="18009" y="134"/>
                      <a:pt x="14249" y="134"/>
                    </a:cubicBezTo>
                    <a:cubicBezTo>
                      <a:pt x="10489" y="134"/>
                      <a:pt x="6882" y="1630"/>
                      <a:pt x="4223" y="4293"/>
                    </a:cubicBezTo>
                    <a:cubicBezTo>
                      <a:pt x="1564" y="6955"/>
                      <a:pt x="70" y="10567"/>
                      <a:pt x="70" y="14333"/>
                    </a:cubicBezTo>
                    <a:cubicBezTo>
                      <a:pt x="70" y="18099"/>
                      <a:pt x="1564" y="21711"/>
                      <a:pt x="4223" y="24373"/>
                    </a:cubicBezTo>
                    <a:cubicBezTo>
                      <a:pt x="6882" y="27036"/>
                      <a:pt x="10489" y="28532"/>
                      <a:pt x="14249"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1" name="Freeform: Shape 1250">
                <a:extLst>
                  <a:ext uri="{FF2B5EF4-FFF2-40B4-BE49-F238E27FC236}">
                    <a16:creationId xmlns:a16="http://schemas.microsoft.com/office/drawing/2014/main" id="{7AE90DF8-643A-20E6-947C-A91984886D2F}"/>
                  </a:ext>
                </a:extLst>
              </p:cNvPr>
              <p:cNvSpPr/>
              <p:nvPr/>
            </p:nvSpPr>
            <p:spPr>
              <a:xfrm>
                <a:off x="5436952" y="4904321"/>
                <a:ext cx="28356" cy="28397"/>
              </a:xfrm>
              <a:custGeom>
                <a:avLst/>
                <a:gdLst>
                  <a:gd name="connsiteX0" fmla="*/ 14248 w 28356"/>
                  <a:gd name="connsiteY0" fmla="*/ 28525 h 28397"/>
                  <a:gd name="connsiteX1" fmla="*/ 24274 w 28356"/>
                  <a:gd name="connsiteY1" fmla="*/ 24366 h 28397"/>
                  <a:gd name="connsiteX2" fmla="*/ 28426 w 28356"/>
                  <a:gd name="connsiteY2" fmla="*/ 14326 h 28397"/>
                  <a:gd name="connsiteX3" fmla="*/ 24274 w 28356"/>
                  <a:gd name="connsiteY3" fmla="*/ 4286 h 28397"/>
                  <a:gd name="connsiteX4" fmla="*/ 14248 w 28356"/>
                  <a:gd name="connsiteY4" fmla="*/ 127 h 28397"/>
                  <a:gd name="connsiteX5" fmla="*/ 4222 w 28356"/>
                  <a:gd name="connsiteY5" fmla="*/ 4286 h 28397"/>
                  <a:gd name="connsiteX6" fmla="*/ 70 w 28356"/>
                  <a:gd name="connsiteY6" fmla="*/ 14326 h 28397"/>
                  <a:gd name="connsiteX7" fmla="*/ 4222 w 28356"/>
                  <a:gd name="connsiteY7" fmla="*/ 24366 h 28397"/>
                  <a:gd name="connsiteX8" fmla="*/ 14248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8" y="28525"/>
                    </a:moveTo>
                    <a:cubicBezTo>
                      <a:pt x="18008" y="28525"/>
                      <a:pt x="21615" y="27029"/>
                      <a:pt x="24274" y="24366"/>
                    </a:cubicBezTo>
                    <a:cubicBezTo>
                      <a:pt x="26933" y="21704"/>
                      <a:pt x="28426" y="18092"/>
                      <a:pt x="28426" y="14326"/>
                    </a:cubicBezTo>
                    <a:cubicBezTo>
                      <a:pt x="28426" y="10560"/>
                      <a:pt x="26933" y="6949"/>
                      <a:pt x="24274" y="4286"/>
                    </a:cubicBezTo>
                    <a:cubicBezTo>
                      <a:pt x="21615" y="1623"/>
                      <a:pt x="18008" y="127"/>
                      <a:pt x="14248" y="127"/>
                    </a:cubicBezTo>
                    <a:cubicBezTo>
                      <a:pt x="10488" y="127"/>
                      <a:pt x="6881" y="1623"/>
                      <a:pt x="4222" y="4286"/>
                    </a:cubicBezTo>
                    <a:cubicBezTo>
                      <a:pt x="1564" y="6949"/>
                      <a:pt x="70" y="10560"/>
                      <a:pt x="70" y="14326"/>
                    </a:cubicBezTo>
                    <a:cubicBezTo>
                      <a:pt x="70" y="18092"/>
                      <a:pt x="1564" y="21704"/>
                      <a:pt x="4222" y="24366"/>
                    </a:cubicBezTo>
                    <a:cubicBezTo>
                      <a:pt x="6881" y="27029"/>
                      <a:pt x="10488" y="28525"/>
                      <a:pt x="14248"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2" name="Freeform: Shape 1251">
                <a:extLst>
                  <a:ext uri="{FF2B5EF4-FFF2-40B4-BE49-F238E27FC236}">
                    <a16:creationId xmlns:a16="http://schemas.microsoft.com/office/drawing/2014/main" id="{7F2D7053-98F0-2E15-50CD-31447B752435}"/>
                  </a:ext>
                </a:extLst>
              </p:cNvPr>
              <p:cNvSpPr/>
              <p:nvPr/>
            </p:nvSpPr>
            <p:spPr>
              <a:xfrm>
                <a:off x="5429194" y="4991951"/>
                <a:ext cx="28356" cy="28397"/>
              </a:xfrm>
              <a:custGeom>
                <a:avLst/>
                <a:gdLst>
                  <a:gd name="connsiteX0" fmla="*/ 14247 w 28356"/>
                  <a:gd name="connsiteY0" fmla="*/ 28532 h 28397"/>
                  <a:gd name="connsiteX1" fmla="*/ 24273 w 28356"/>
                  <a:gd name="connsiteY1" fmla="*/ 24373 h 28397"/>
                  <a:gd name="connsiteX2" fmla="*/ 28426 w 28356"/>
                  <a:gd name="connsiteY2" fmla="*/ 14333 h 28397"/>
                  <a:gd name="connsiteX3" fmla="*/ 24273 w 28356"/>
                  <a:gd name="connsiteY3" fmla="*/ 4293 h 28397"/>
                  <a:gd name="connsiteX4" fmla="*/ 14247 w 28356"/>
                  <a:gd name="connsiteY4" fmla="*/ 134 h 28397"/>
                  <a:gd name="connsiteX5" fmla="*/ 4222 w 28356"/>
                  <a:gd name="connsiteY5" fmla="*/ 4293 h 28397"/>
                  <a:gd name="connsiteX6" fmla="*/ 69 w 28356"/>
                  <a:gd name="connsiteY6" fmla="*/ 14333 h 28397"/>
                  <a:gd name="connsiteX7" fmla="*/ 4222 w 28356"/>
                  <a:gd name="connsiteY7" fmla="*/ 24373 h 28397"/>
                  <a:gd name="connsiteX8" fmla="*/ 14247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32"/>
                    </a:moveTo>
                    <a:cubicBezTo>
                      <a:pt x="18008" y="28532"/>
                      <a:pt x="21614" y="27036"/>
                      <a:pt x="24273" y="24373"/>
                    </a:cubicBezTo>
                    <a:cubicBezTo>
                      <a:pt x="26932" y="21710"/>
                      <a:pt x="28426" y="18099"/>
                      <a:pt x="28426" y="14333"/>
                    </a:cubicBezTo>
                    <a:cubicBezTo>
                      <a:pt x="28426" y="10567"/>
                      <a:pt x="26932" y="6955"/>
                      <a:pt x="24273" y="4293"/>
                    </a:cubicBezTo>
                    <a:cubicBezTo>
                      <a:pt x="21614" y="1630"/>
                      <a:pt x="18008" y="134"/>
                      <a:pt x="14247" y="134"/>
                    </a:cubicBezTo>
                    <a:cubicBezTo>
                      <a:pt x="10487" y="134"/>
                      <a:pt x="6881" y="1630"/>
                      <a:pt x="4222" y="4293"/>
                    </a:cubicBezTo>
                    <a:cubicBezTo>
                      <a:pt x="1563" y="6955"/>
                      <a:pt x="69" y="10567"/>
                      <a:pt x="69" y="14333"/>
                    </a:cubicBezTo>
                    <a:cubicBezTo>
                      <a:pt x="69" y="18099"/>
                      <a:pt x="1563" y="21710"/>
                      <a:pt x="4222" y="24373"/>
                    </a:cubicBezTo>
                    <a:cubicBezTo>
                      <a:pt x="6881" y="27036"/>
                      <a:pt x="10487" y="28532"/>
                      <a:pt x="14247"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3" name="Freeform: Shape 1252">
                <a:extLst>
                  <a:ext uri="{FF2B5EF4-FFF2-40B4-BE49-F238E27FC236}">
                    <a16:creationId xmlns:a16="http://schemas.microsoft.com/office/drawing/2014/main" id="{428B2B22-22D1-40AA-D90A-6877D6ACF992}"/>
                  </a:ext>
                </a:extLst>
              </p:cNvPr>
              <p:cNvSpPr/>
              <p:nvPr/>
            </p:nvSpPr>
            <p:spPr>
              <a:xfrm>
                <a:off x="5421436" y="4574210"/>
                <a:ext cx="28356" cy="28397"/>
              </a:xfrm>
              <a:custGeom>
                <a:avLst/>
                <a:gdLst>
                  <a:gd name="connsiteX0" fmla="*/ 14247 w 28356"/>
                  <a:gd name="connsiteY0" fmla="*/ 28499 h 28397"/>
                  <a:gd name="connsiteX1" fmla="*/ 24272 w 28356"/>
                  <a:gd name="connsiteY1" fmla="*/ 24340 h 28397"/>
                  <a:gd name="connsiteX2" fmla="*/ 28425 w 28356"/>
                  <a:gd name="connsiteY2" fmla="*/ 14300 h 28397"/>
                  <a:gd name="connsiteX3" fmla="*/ 24272 w 28356"/>
                  <a:gd name="connsiteY3" fmla="*/ 4260 h 28397"/>
                  <a:gd name="connsiteX4" fmla="*/ 14247 w 28356"/>
                  <a:gd name="connsiteY4" fmla="*/ 101 h 28397"/>
                  <a:gd name="connsiteX5" fmla="*/ 4221 w 28356"/>
                  <a:gd name="connsiteY5" fmla="*/ 4260 h 28397"/>
                  <a:gd name="connsiteX6" fmla="*/ 68 w 28356"/>
                  <a:gd name="connsiteY6" fmla="*/ 14300 h 28397"/>
                  <a:gd name="connsiteX7" fmla="*/ 4221 w 28356"/>
                  <a:gd name="connsiteY7" fmla="*/ 24340 h 28397"/>
                  <a:gd name="connsiteX8" fmla="*/ 14247 w 28356"/>
                  <a:gd name="connsiteY8" fmla="*/ 2849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499"/>
                    </a:moveTo>
                    <a:cubicBezTo>
                      <a:pt x="18007" y="28499"/>
                      <a:pt x="21614" y="27003"/>
                      <a:pt x="24272" y="24340"/>
                    </a:cubicBezTo>
                    <a:cubicBezTo>
                      <a:pt x="26931" y="21678"/>
                      <a:pt x="28425" y="18066"/>
                      <a:pt x="28425" y="14300"/>
                    </a:cubicBezTo>
                    <a:cubicBezTo>
                      <a:pt x="28425" y="10534"/>
                      <a:pt x="26931" y="6923"/>
                      <a:pt x="24272" y="4260"/>
                    </a:cubicBezTo>
                    <a:cubicBezTo>
                      <a:pt x="21614" y="1597"/>
                      <a:pt x="18007" y="101"/>
                      <a:pt x="14247" y="101"/>
                    </a:cubicBezTo>
                    <a:cubicBezTo>
                      <a:pt x="10487" y="101"/>
                      <a:pt x="6880" y="1597"/>
                      <a:pt x="4221" y="4260"/>
                    </a:cubicBezTo>
                    <a:cubicBezTo>
                      <a:pt x="1562" y="6923"/>
                      <a:pt x="68" y="10534"/>
                      <a:pt x="68" y="14300"/>
                    </a:cubicBezTo>
                    <a:cubicBezTo>
                      <a:pt x="68" y="18066"/>
                      <a:pt x="1562" y="21678"/>
                      <a:pt x="4221" y="24340"/>
                    </a:cubicBezTo>
                    <a:cubicBezTo>
                      <a:pt x="6880" y="27003"/>
                      <a:pt x="10487" y="28499"/>
                      <a:pt x="14247" y="2849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4" name="Freeform: Shape 1253">
                <a:extLst>
                  <a:ext uri="{FF2B5EF4-FFF2-40B4-BE49-F238E27FC236}">
                    <a16:creationId xmlns:a16="http://schemas.microsoft.com/office/drawing/2014/main" id="{A410C06C-2E99-5B84-365A-FCCBEE377CBC}"/>
                  </a:ext>
                </a:extLst>
              </p:cNvPr>
              <p:cNvSpPr/>
              <p:nvPr/>
            </p:nvSpPr>
            <p:spPr>
              <a:xfrm>
                <a:off x="5413677" y="4932084"/>
                <a:ext cx="28356" cy="28397"/>
              </a:xfrm>
              <a:custGeom>
                <a:avLst/>
                <a:gdLst>
                  <a:gd name="connsiteX0" fmla="*/ 14246 w 28356"/>
                  <a:gd name="connsiteY0" fmla="*/ 28527 h 28397"/>
                  <a:gd name="connsiteX1" fmla="*/ 24272 w 28356"/>
                  <a:gd name="connsiteY1" fmla="*/ 24368 h 28397"/>
                  <a:gd name="connsiteX2" fmla="*/ 28425 w 28356"/>
                  <a:gd name="connsiteY2" fmla="*/ 14328 h 28397"/>
                  <a:gd name="connsiteX3" fmla="*/ 24272 w 28356"/>
                  <a:gd name="connsiteY3" fmla="*/ 4288 h 28397"/>
                  <a:gd name="connsiteX4" fmla="*/ 14246 w 28356"/>
                  <a:gd name="connsiteY4" fmla="*/ 129 h 28397"/>
                  <a:gd name="connsiteX5" fmla="*/ 4221 w 28356"/>
                  <a:gd name="connsiteY5" fmla="*/ 4288 h 28397"/>
                  <a:gd name="connsiteX6" fmla="*/ 68 w 28356"/>
                  <a:gd name="connsiteY6" fmla="*/ 14328 h 28397"/>
                  <a:gd name="connsiteX7" fmla="*/ 4221 w 28356"/>
                  <a:gd name="connsiteY7" fmla="*/ 24368 h 28397"/>
                  <a:gd name="connsiteX8" fmla="*/ 14246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27"/>
                    </a:moveTo>
                    <a:cubicBezTo>
                      <a:pt x="18006" y="28527"/>
                      <a:pt x="21613" y="27031"/>
                      <a:pt x="24272" y="24368"/>
                    </a:cubicBezTo>
                    <a:cubicBezTo>
                      <a:pt x="26931" y="21706"/>
                      <a:pt x="28425" y="18094"/>
                      <a:pt x="28425" y="14328"/>
                    </a:cubicBezTo>
                    <a:cubicBezTo>
                      <a:pt x="28425" y="10563"/>
                      <a:pt x="26931" y="6951"/>
                      <a:pt x="24272" y="4288"/>
                    </a:cubicBezTo>
                    <a:cubicBezTo>
                      <a:pt x="21613" y="1625"/>
                      <a:pt x="18006" y="129"/>
                      <a:pt x="14246" y="129"/>
                    </a:cubicBezTo>
                    <a:cubicBezTo>
                      <a:pt x="10486" y="129"/>
                      <a:pt x="6879" y="1625"/>
                      <a:pt x="4221" y="4288"/>
                    </a:cubicBezTo>
                    <a:cubicBezTo>
                      <a:pt x="1562" y="6951"/>
                      <a:pt x="68" y="10563"/>
                      <a:pt x="68" y="14328"/>
                    </a:cubicBezTo>
                    <a:cubicBezTo>
                      <a:pt x="68" y="18094"/>
                      <a:pt x="1562" y="21706"/>
                      <a:pt x="4221" y="24368"/>
                    </a:cubicBezTo>
                    <a:cubicBezTo>
                      <a:pt x="6879" y="27031"/>
                      <a:pt x="10486" y="28527"/>
                      <a:pt x="14246" y="2852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5" name="Freeform: Shape 1254">
                <a:extLst>
                  <a:ext uri="{FF2B5EF4-FFF2-40B4-BE49-F238E27FC236}">
                    <a16:creationId xmlns:a16="http://schemas.microsoft.com/office/drawing/2014/main" id="{B2A1A176-7388-1E07-E8F7-5985A82819B5}"/>
                  </a:ext>
                </a:extLst>
              </p:cNvPr>
              <p:cNvSpPr/>
              <p:nvPr/>
            </p:nvSpPr>
            <p:spPr>
              <a:xfrm>
                <a:off x="5405919" y="4982642"/>
                <a:ext cx="28356" cy="28397"/>
              </a:xfrm>
              <a:custGeom>
                <a:avLst/>
                <a:gdLst>
                  <a:gd name="connsiteX0" fmla="*/ 14246 w 28356"/>
                  <a:gd name="connsiteY0" fmla="*/ 28531 h 28397"/>
                  <a:gd name="connsiteX1" fmla="*/ 24271 w 28356"/>
                  <a:gd name="connsiteY1" fmla="*/ 24372 h 28397"/>
                  <a:gd name="connsiteX2" fmla="*/ 28424 w 28356"/>
                  <a:gd name="connsiteY2" fmla="*/ 14332 h 28397"/>
                  <a:gd name="connsiteX3" fmla="*/ 24271 w 28356"/>
                  <a:gd name="connsiteY3" fmla="*/ 4292 h 28397"/>
                  <a:gd name="connsiteX4" fmla="*/ 14246 w 28356"/>
                  <a:gd name="connsiteY4" fmla="*/ 133 h 28397"/>
                  <a:gd name="connsiteX5" fmla="*/ 4220 w 28356"/>
                  <a:gd name="connsiteY5" fmla="*/ 4292 h 28397"/>
                  <a:gd name="connsiteX6" fmla="*/ 67 w 28356"/>
                  <a:gd name="connsiteY6" fmla="*/ 14332 h 28397"/>
                  <a:gd name="connsiteX7" fmla="*/ 4220 w 28356"/>
                  <a:gd name="connsiteY7" fmla="*/ 24372 h 28397"/>
                  <a:gd name="connsiteX8" fmla="*/ 14246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31"/>
                    </a:moveTo>
                    <a:cubicBezTo>
                      <a:pt x="18006" y="28531"/>
                      <a:pt x="21612" y="27035"/>
                      <a:pt x="24271" y="24372"/>
                    </a:cubicBezTo>
                    <a:cubicBezTo>
                      <a:pt x="26930" y="21710"/>
                      <a:pt x="28424" y="18098"/>
                      <a:pt x="28424" y="14332"/>
                    </a:cubicBezTo>
                    <a:cubicBezTo>
                      <a:pt x="28424" y="10567"/>
                      <a:pt x="26930" y="6955"/>
                      <a:pt x="24271" y="4292"/>
                    </a:cubicBezTo>
                    <a:cubicBezTo>
                      <a:pt x="21612" y="1629"/>
                      <a:pt x="18006" y="133"/>
                      <a:pt x="14246" y="133"/>
                    </a:cubicBezTo>
                    <a:cubicBezTo>
                      <a:pt x="10485" y="133"/>
                      <a:pt x="6879" y="1629"/>
                      <a:pt x="4220" y="4292"/>
                    </a:cubicBezTo>
                    <a:cubicBezTo>
                      <a:pt x="1561" y="6955"/>
                      <a:pt x="67" y="10567"/>
                      <a:pt x="67" y="14332"/>
                    </a:cubicBezTo>
                    <a:cubicBezTo>
                      <a:pt x="67" y="18098"/>
                      <a:pt x="1561" y="21710"/>
                      <a:pt x="4220" y="24372"/>
                    </a:cubicBezTo>
                    <a:cubicBezTo>
                      <a:pt x="6879" y="27035"/>
                      <a:pt x="10485" y="28531"/>
                      <a:pt x="14246"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6" name="Freeform: Shape 1255">
                <a:extLst>
                  <a:ext uri="{FF2B5EF4-FFF2-40B4-BE49-F238E27FC236}">
                    <a16:creationId xmlns:a16="http://schemas.microsoft.com/office/drawing/2014/main" id="{1F6BFDAD-F159-03E9-01B4-7577BD250A1C}"/>
                  </a:ext>
                </a:extLst>
              </p:cNvPr>
              <p:cNvSpPr/>
              <p:nvPr/>
            </p:nvSpPr>
            <p:spPr>
              <a:xfrm>
                <a:off x="5398160" y="4926204"/>
                <a:ext cx="28356" cy="28397"/>
              </a:xfrm>
              <a:custGeom>
                <a:avLst/>
                <a:gdLst>
                  <a:gd name="connsiteX0" fmla="*/ 14245 w 28356"/>
                  <a:gd name="connsiteY0" fmla="*/ 28527 h 28397"/>
                  <a:gd name="connsiteX1" fmla="*/ 24271 w 28356"/>
                  <a:gd name="connsiteY1" fmla="*/ 24368 h 28397"/>
                  <a:gd name="connsiteX2" fmla="*/ 28423 w 28356"/>
                  <a:gd name="connsiteY2" fmla="*/ 14328 h 28397"/>
                  <a:gd name="connsiteX3" fmla="*/ 24271 w 28356"/>
                  <a:gd name="connsiteY3" fmla="*/ 4288 h 28397"/>
                  <a:gd name="connsiteX4" fmla="*/ 14245 w 28356"/>
                  <a:gd name="connsiteY4" fmla="*/ 129 h 28397"/>
                  <a:gd name="connsiteX5" fmla="*/ 4219 w 28356"/>
                  <a:gd name="connsiteY5" fmla="*/ 4288 h 28397"/>
                  <a:gd name="connsiteX6" fmla="*/ 67 w 28356"/>
                  <a:gd name="connsiteY6" fmla="*/ 14328 h 28397"/>
                  <a:gd name="connsiteX7" fmla="*/ 4219 w 28356"/>
                  <a:gd name="connsiteY7" fmla="*/ 24368 h 28397"/>
                  <a:gd name="connsiteX8" fmla="*/ 14245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5" y="28527"/>
                    </a:moveTo>
                    <a:cubicBezTo>
                      <a:pt x="18005" y="28527"/>
                      <a:pt x="21612" y="27031"/>
                      <a:pt x="24271" y="24368"/>
                    </a:cubicBezTo>
                    <a:cubicBezTo>
                      <a:pt x="26929" y="21705"/>
                      <a:pt x="28423" y="18093"/>
                      <a:pt x="28423" y="14328"/>
                    </a:cubicBezTo>
                    <a:cubicBezTo>
                      <a:pt x="28423" y="10562"/>
                      <a:pt x="26929" y="6950"/>
                      <a:pt x="24271" y="4288"/>
                    </a:cubicBezTo>
                    <a:cubicBezTo>
                      <a:pt x="21612" y="1625"/>
                      <a:pt x="18005" y="129"/>
                      <a:pt x="14245" y="129"/>
                    </a:cubicBezTo>
                    <a:cubicBezTo>
                      <a:pt x="10485" y="129"/>
                      <a:pt x="6878" y="1625"/>
                      <a:pt x="4219" y="4288"/>
                    </a:cubicBezTo>
                    <a:cubicBezTo>
                      <a:pt x="1561" y="6950"/>
                      <a:pt x="67" y="10562"/>
                      <a:pt x="67" y="14328"/>
                    </a:cubicBezTo>
                    <a:cubicBezTo>
                      <a:pt x="67" y="18093"/>
                      <a:pt x="1561" y="21705"/>
                      <a:pt x="4219" y="24368"/>
                    </a:cubicBezTo>
                    <a:cubicBezTo>
                      <a:pt x="6878" y="27031"/>
                      <a:pt x="10485" y="28527"/>
                      <a:pt x="14245" y="2852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7" name="Freeform: Shape 1256">
                <a:extLst>
                  <a:ext uri="{FF2B5EF4-FFF2-40B4-BE49-F238E27FC236}">
                    <a16:creationId xmlns:a16="http://schemas.microsoft.com/office/drawing/2014/main" id="{9255351D-DB3D-B15D-3CFF-88CE2E86BBB7}"/>
                  </a:ext>
                </a:extLst>
              </p:cNvPr>
              <p:cNvSpPr/>
              <p:nvPr/>
            </p:nvSpPr>
            <p:spPr>
              <a:xfrm>
                <a:off x="5390401" y="4898035"/>
                <a:ext cx="28356" cy="28397"/>
              </a:xfrm>
              <a:custGeom>
                <a:avLst/>
                <a:gdLst>
                  <a:gd name="connsiteX0" fmla="*/ 14244 w 28356"/>
                  <a:gd name="connsiteY0" fmla="*/ 28525 h 28397"/>
                  <a:gd name="connsiteX1" fmla="*/ 24270 w 28356"/>
                  <a:gd name="connsiteY1" fmla="*/ 24366 h 28397"/>
                  <a:gd name="connsiteX2" fmla="*/ 28423 w 28356"/>
                  <a:gd name="connsiteY2" fmla="*/ 14326 h 28397"/>
                  <a:gd name="connsiteX3" fmla="*/ 24270 w 28356"/>
                  <a:gd name="connsiteY3" fmla="*/ 4285 h 28397"/>
                  <a:gd name="connsiteX4" fmla="*/ 14244 w 28356"/>
                  <a:gd name="connsiteY4" fmla="*/ 127 h 28397"/>
                  <a:gd name="connsiteX5" fmla="*/ 4219 w 28356"/>
                  <a:gd name="connsiteY5" fmla="*/ 4285 h 28397"/>
                  <a:gd name="connsiteX6" fmla="*/ 66 w 28356"/>
                  <a:gd name="connsiteY6" fmla="*/ 14326 h 28397"/>
                  <a:gd name="connsiteX7" fmla="*/ 4219 w 28356"/>
                  <a:gd name="connsiteY7" fmla="*/ 24366 h 28397"/>
                  <a:gd name="connsiteX8" fmla="*/ 14244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5"/>
                    </a:moveTo>
                    <a:cubicBezTo>
                      <a:pt x="18005" y="28525"/>
                      <a:pt x="21611" y="27028"/>
                      <a:pt x="24270" y="24366"/>
                    </a:cubicBezTo>
                    <a:cubicBezTo>
                      <a:pt x="26929" y="21703"/>
                      <a:pt x="28423" y="18091"/>
                      <a:pt x="28423" y="14326"/>
                    </a:cubicBezTo>
                    <a:cubicBezTo>
                      <a:pt x="28423" y="10560"/>
                      <a:pt x="26929" y="6948"/>
                      <a:pt x="24270" y="4285"/>
                    </a:cubicBezTo>
                    <a:cubicBezTo>
                      <a:pt x="21611" y="1623"/>
                      <a:pt x="18005" y="127"/>
                      <a:pt x="14244" y="127"/>
                    </a:cubicBezTo>
                    <a:cubicBezTo>
                      <a:pt x="10484" y="127"/>
                      <a:pt x="6878" y="1623"/>
                      <a:pt x="4219" y="4285"/>
                    </a:cubicBezTo>
                    <a:cubicBezTo>
                      <a:pt x="1560" y="6948"/>
                      <a:pt x="66" y="10560"/>
                      <a:pt x="66" y="14326"/>
                    </a:cubicBezTo>
                    <a:cubicBezTo>
                      <a:pt x="66" y="18091"/>
                      <a:pt x="1560" y="21703"/>
                      <a:pt x="4219" y="24366"/>
                    </a:cubicBezTo>
                    <a:cubicBezTo>
                      <a:pt x="6878" y="27028"/>
                      <a:pt x="10484" y="28525"/>
                      <a:pt x="14244"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8" name="Freeform: Shape 1257">
                <a:extLst>
                  <a:ext uri="{FF2B5EF4-FFF2-40B4-BE49-F238E27FC236}">
                    <a16:creationId xmlns:a16="http://schemas.microsoft.com/office/drawing/2014/main" id="{96B2FE4A-56CD-DD0B-BE8A-CBE0A0DF57E3}"/>
                  </a:ext>
                </a:extLst>
              </p:cNvPr>
              <p:cNvSpPr/>
              <p:nvPr/>
            </p:nvSpPr>
            <p:spPr>
              <a:xfrm>
                <a:off x="5382643" y="4779455"/>
                <a:ext cx="28356" cy="28397"/>
              </a:xfrm>
              <a:custGeom>
                <a:avLst/>
                <a:gdLst>
                  <a:gd name="connsiteX0" fmla="*/ 14244 w 28356"/>
                  <a:gd name="connsiteY0" fmla="*/ 28515 h 28397"/>
                  <a:gd name="connsiteX1" fmla="*/ 24269 w 28356"/>
                  <a:gd name="connsiteY1" fmla="*/ 24356 h 28397"/>
                  <a:gd name="connsiteX2" fmla="*/ 28422 w 28356"/>
                  <a:gd name="connsiteY2" fmla="*/ 14316 h 28397"/>
                  <a:gd name="connsiteX3" fmla="*/ 24269 w 28356"/>
                  <a:gd name="connsiteY3" fmla="*/ 4276 h 28397"/>
                  <a:gd name="connsiteX4" fmla="*/ 14244 w 28356"/>
                  <a:gd name="connsiteY4" fmla="*/ 117 h 28397"/>
                  <a:gd name="connsiteX5" fmla="*/ 4218 w 28356"/>
                  <a:gd name="connsiteY5" fmla="*/ 4276 h 28397"/>
                  <a:gd name="connsiteX6" fmla="*/ 65 w 28356"/>
                  <a:gd name="connsiteY6" fmla="*/ 14316 h 28397"/>
                  <a:gd name="connsiteX7" fmla="*/ 4218 w 28356"/>
                  <a:gd name="connsiteY7" fmla="*/ 24356 h 28397"/>
                  <a:gd name="connsiteX8" fmla="*/ 14244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15"/>
                    </a:moveTo>
                    <a:cubicBezTo>
                      <a:pt x="18004" y="28515"/>
                      <a:pt x="21611" y="27019"/>
                      <a:pt x="24269" y="24356"/>
                    </a:cubicBezTo>
                    <a:cubicBezTo>
                      <a:pt x="26928" y="21694"/>
                      <a:pt x="28422" y="18082"/>
                      <a:pt x="28422" y="14316"/>
                    </a:cubicBezTo>
                    <a:cubicBezTo>
                      <a:pt x="28422" y="10551"/>
                      <a:pt x="26928" y="6939"/>
                      <a:pt x="24269" y="4276"/>
                    </a:cubicBezTo>
                    <a:cubicBezTo>
                      <a:pt x="21611" y="1613"/>
                      <a:pt x="18004" y="117"/>
                      <a:pt x="14244" y="117"/>
                    </a:cubicBezTo>
                    <a:cubicBezTo>
                      <a:pt x="10484" y="117"/>
                      <a:pt x="6877" y="1613"/>
                      <a:pt x="4218" y="4276"/>
                    </a:cubicBezTo>
                    <a:cubicBezTo>
                      <a:pt x="1559" y="6939"/>
                      <a:pt x="65" y="10551"/>
                      <a:pt x="65" y="14316"/>
                    </a:cubicBezTo>
                    <a:cubicBezTo>
                      <a:pt x="65" y="18082"/>
                      <a:pt x="1559" y="21694"/>
                      <a:pt x="4218" y="24356"/>
                    </a:cubicBezTo>
                    <a:cubicBezTo>
                      <a:pt x="6877" y="27019"/>
                      <a:pt x="10484" y="28515"/>
                      <a:pt x="14244" y="2851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59" name="Freeform: Shape 1258">
                <a:extLst>
                  <a:ext uri="{FF2B5EF4-FFF2-40B4-BE49-F238E27FC236}">
                    <a16:creationId xmlns:a16="http://schemas.microsoft.com/office/drawing/2014/main" id="{C79E223B-0D8B-BDBC-1B8C-80579963E0F7}"/>
                  </a:ext>
                </a:extLst>
              </p:cNvPr>
              <p:cNvSpPr/>
              <p:nvPr/>
            </p:nvSpPr>
            <p:spPr>
              <a:xfrm>
                <a:off x="5374886" y="4801286"/>
                <a:ext cx="28356" cy="28397"/>
              </a:xfrm>
              <a:custGeom>
                <a:avLst/>
                <a:gdLst>
                  <a:gd name="connsiteX0" fmla="*/ 14243 w 28356"/>
                  <a:gd name="connsiteY0" fmla="*/ 28517 h 28397"/>
                  <a:gd name="connsiteX1" fmla="*/ 24269 w 28356"/>
                  <a:gd name="connsiteY1" fmla="*/ 24358 h 28397"/>
                  <a:gd name="connsiteX2" fmla="*/ 28422 w 28356"/>
                  <a:gd name="connsiteY2" fmla="*/ 14318 h 28397"/>
                  <a:gd name="connsiteX3" fmla="*/ 24269 w 28356"/>
                  <a:gd name="connsiteY3" fmla="*/ 4278 h 28397"/>
                  <a:gd name="connsiteX4" fmla="*/ 14243 w 28356"/>
                  <a:gd name="connsiteY4" fmla="*/ 119 h 28397"/>
                  <a:gd name="connsiteX5" fmla="*/ 4218 w 28356"/>
                  <a:gd name="connsiteY5" fmla="*/ 4278 h 28397"/>
                  <a:gd name="connsiteX6" fmla="*/ 65 w 28356"/>
                  <a:gd name="connsiteY6" fmla="*/ 14318 h 28397"/>
                  <a:gd name="connsiteX7" fmla="*/ 4218 w 28356"/>
                  <a:gd name="connsiteY7" fmla="*/ 24358 h 28397"/>
                  <a:gd name="connsiteX8" fmla="*/ 14243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17"/>
                    </a:moveTo>
                    <a:cubicBezTo>
                      <a:pt x="18003" y="28517"/>
                      <a:pt x="21610" y="27021"/>
                      <a:pt x="24269" y="24358"/>
                    </a:cubicBezTo>
                    <a:cubicBezTo>
                      <a:pt x="26928" y="21695"/>
                      <a:pt x="28422" y="18084"/>
                      <a:pt x="28422" y="14318"/>
                    </a:cubicBezTo>
                    <a:cubicBezTo>
                      <a:pt x="28422" y="10552"/>
                      <a:pt x="26928" y="6940"/>
                      <a:pt x="24269" y="4278"/>
                    </a:cubicBezTo>
                    <a:cubicBezTo>
                      <a:pt x="21610" y="1615"/>
                      <a:pt x="18003" y="119"/>
                      <a:pt x="14243" y="119"/>
                    </a:cubicBezTo>
                    <a:cubicBezTo>
                      <a:pt x="10483" y="119"/>
                      <a:pt x="6876" y="1615"/>
                      <a:pt x="4218" y="4278"/>
                    </a:cubicBezTo>
                    <a:cubicBezTo>
                      <a:pt x="1559" y="6940"/>
                      <a:pt x="65" y="10552"/>
                      <a:pt x="65" y="14318"/>
                    </a:cubicBezTo>
                    <a:cubicBezTo>
                      <a:pt x="65" y="18084"/>
                      <a:pt x="1559" y="21695"/>
                      <a:pt x="4218" y="24358"/>
                    </a:cubicBezTo>
                    <a:cubicBezTo>
                      <a:pt x="6876" y="27021"/>
                      <a:pt x="10483" y="28517"/>
                      <a:pt x="14243" y="2851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0" name="Freeform: Shape 1259">
                <a:extLst>
                  <a:ext uri="{FF2B5EF4-FFF2-40B4-BE49-F238E27FC236}">
                    <a16:creationId xmlns:a16="http://schemas.microsoft.com/office/drawing/2014/main" id="{0405B803-C34D-C568-C5EE-987696A31C8A}"/>
                  </a:ext>
                </a:extLst>
              </p:cNvPr>
              <p:cNvSpPr/>
              <p:nvPr/>
            </p:nvSpPr>
            <p:spPr>
              <a:xfrm>
                <a:off x="5367127" y="4939424"/>
                <a:ext cx="28356" cy="28397"/>
              </a:xfrm>
              <a:custGeom>
                <a:avLst/>
                <a:gdLst>
                  <a:gd name="connsiteX0" fmla="*/ 14243 w 28356"/>
                  <a:gd name="connsiteY0" fmla="*/ 28528 h 28397"/>
                  <a:gd name="connsiteX1" fmla="*/ 24268 w 28356"/>
                  <a:gd name="connsiteY1" fmla="*/ 24369 h 28397"/>
                  <a:gd name="connsiteX2" fmla="*/ 28421 w 28356"/>
                  <a:gd name="connsiteY2" fmla="*/ 14329 h 28397"/>
                  <a:gd name="connsiteX3" fmla="*/ 24268 w 28356"/>
                  <a:gd name="connsiteY3" fmla="*/ 4289 h 28397"/>
                  <a:gd name="connsiteX4" fmla="*/ 14243 w 28356"/>
                  <a:gd name="connsiteY4" fmla="*/ 130 h 28397"/>
                  <a:gd name="connsiteX5" fmla="*/ 4217 w 28356"/>
                  <a:gd name="connsiteY5" fmla="*/ 4289 h 28397"/>
                  <a:gd name="connsiteX6" fmla="*/ 64 w 28356"/>
                  <a:gd name="connsiteY6" fmla="*/ 14329 h 28397"/>
                  <a:gd name="connsiteX7" fmla="*/ 4217 w 28356"/>
                  <a:gd name="connsiteY7" fmla="*/ 24369 h 28397"/>
                  <a:gd name="connsiteX8" fmla="*/ 14243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28"/>
                    </a:moveTo>
                    <a:cubicBezTo>
                      <a:pt x="18003" y="28528"/>
                      <a:pt x="21609" y="27032"/>
                      <a:pt x="24268" y="24369"/>
                    </a:cubicBezTo>
                    <a:cubicBezTo>
                      <a:pt x="26927" y="21706"/>
                      <a:pt x="28421" y="18094"/>
                      <a:pt x="28421" y="14329"/>
                    </a:cubicBezTo>
                    <a:cubicBezTo>
                      <a:pt x="28421" y="10563"/>
                      <a:pt x="26927" y="6951"/>
                      <a:pt x="24268" y="4289"/>
                    </a:cubicBezTo>
                    <a:cubicBezTo>
                      <a:pt x="21609" y="1626"/>
                      <a:pt x="18003" y="130"/>
                      <a:pt x="14243" y="130"/>
                    </a:cubicBezTo>
                    <a:cubicBezTo>
                      <a:pt x="10482" y="130"/>
                      <a:pt x="6876" y="1626"/>
                      <a:pt x="4217" y="4289"/>
                    </a:cubicBezTo>
                    <a:cubicBezTo>
                      <a:pt x="1558" y="6951"/>
                      <a:pt x="64" y="10563"/>
                      <a:pt x="64" y="14329"/>
                    </a:cubicBezTo>
                    <a:cubicBezTo>
                      <a:pt x="64" y="18094"/>
                      <a:pt x="1558" y="21706"/>
                      <a:pt x="4217" y="24369"/>
                    </a:cubicBezTo>
                    <a:cubicBezTo>
                      <a:pt x="6876" y="27032"/>
                      <a:pt x="10482" y="28528"/>
                      <a:pt x="14243"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1" name="Freeform: Shape 1260">
                <a:extLst>
                  <a:ext uri="{FF2B5EF4-FFF2-40B4-BE49-F238E27FC236}">
                    <a16:creationId xmlns:a16="http://schemas.microsoft.com/office/drawing/2014/main" id="{930460BA-466A-490C-25B1-24B70D5E58F7}"/>
                  </a:ext>
                </a:extLst>
              </p:cNvPr>
              <p:cNvSpPr/>
              <p:nvPr/>
            </p:nvSpPr>
            <p:spPr>
              <a:xfrm>
                <a:off x="5359368" y="4992510"/>
                <a:ext cx="28356" cy="28397"/>
              </a:xfrm>
              <a:custGeom>
                <a:avLst/>
                <a:gdLst>
                  <a:gd name="connsiteX0" fmla="*/ 14242 w 28356"/>
                  <a:gd name="connsiteY0" fmla="*/ 28532 h 28397"/>
                  <a:gd name="connsiteX1" fmla="*/ 24268 w 28356"/>
                  <a:gd name="connsiteY1" fmla="*/ 24373 h 28397"/>
                  <a:gd name="connsiteX2" fmla="*/ 28420 w 28356"/>
                  <a:gd name="connsiteY2" fmla="*/ 14333 h 28397"/>
                  <a:gd name="connsiteX3" fmla="*/ 24268 w 28356"/>
                  <a:gd name="connsiteY3" fmla="*/ 4293 h 28397"/>
                  <a:gd name="connsiteX4" fmla="*/ 14242 w 28356"/>
                  <a:gd name="connsiteY4" fmla="*/ 134 h 28397"/>
                  <a:gd name="connsiteX5" fmla="*/ 4216 w 28356"/>
                  <a:gd name="connsiteY5" fmla="*/ 4293 h 28397"/>
                  <a:gd name="connsiteX6" fmla="*/ 64 w 28356"/>
                  <a:gd name="connsiteY6" fmla="*/ 14333 h 28397"/>
                  <a:gd name="connsiteX7" fmla="*/ 4216 w 28356"/>
                  <a:gd name="connsiteY7" fmla="*/ 24373 h 28397"/>
                  <a:gd name="connsiteX8" fmla="*/ 1424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2" y="28532"/>
                    </a:moveTo>
                    <a:cubicBezTo>
                      <a:pt x="18002" y="28532"/>
                      <a:pt x="21609" y="27036"/>
                      <a:pt x="24268" y="24373"/>
                    </a:cubicBezTo>
                    <a:cubicBezTo>
                      <a:pt x="26926" y="21711"/>
                      <a:pt x="28420" y="18099"/>
                      <a:pt x="28420" y="14333"/>
                    </a:cubicBezTo>
                    <a:cubicBezTo>
                      <a:pt x="28420" y="10567"/>
                      <a:pt x="26926" y="6955"/>
                      <a:pt x="24268" y="4293"/>
                    </a:cubicBezTo>
                    <a:cubicBezTo>
                      <a:pt x="21609" y="1630"/>
                      <a:pt x="18002" y="134"/>
                      <a:pt x="14242" y="134"/>
                    </a:cubicBezTo>
                    <a:cubicBezTo>
                      <a:pt x="10482" y="134"/>
                      <a:pt x="6875" y="1630"/>
                      <a:pt x="4216" y="4293"/>
                    </a:cubicBezTo>
                    <a:cubicBezTo>
                      <a:pt x="1557" y="6955"/>
                      <a:pt x="64" y="10567"/>
                      <a:pt x="64" y="14333"/>
                    </a:cubicBezTo>
                    <a:cubicBezTo>
                      <a:pt x="64" y="18099"/>
                      <a:pt x="1557" y="21711"/>
                      <a:pt x="4216" y="24373"/>
                    </a:cubicBezTo>
                    <a:cubicBezTo>
                      <a:pt x="6875" y="27036"/>
                      <a:pt x="10482" y="28532"/>
                      <a:pt x="14242"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2" name="Freeform: Shape 1261">
                <a:extLst>
                  <a:ext uri="{FF2B5EF4-FFF2-40B4-BE49-F238E27FC236}">
                    <a16:creationId xmlns:a16="http://schemas.microsoft.com/office/drawing/2014/main" id="{D82A1557-E4DA-5CAA-9A43-8D7F49A6F7B0}"/>
                  </a:ext>
                </a:extLst>
              </p:cNvPr>
              <p:cNvSpPr/>
              <p:nvPr/>
            </p:nvSpPr>
            <p:spPr>
              <a:xfrm>
                <a:off x="5351610" y="4845419"/>
                <a:ext cx="28356" cy="28397"/>
              </a:xfrm>
              <a:custGeom>
                <a:avLst/>
                <a:gdLst>
                  <a:gd name="connsiteX0" fmla="*/ 14241 w 28356"/>
                  <a:gd name="connsiteY0" fmla="*/ 28520 h 28397"/>
                  <a:gd name="connsiteX1" fmla="*/ 24267 w 28356"/>
                  <a:gd name="connsiteY1" fmla="*/ 24362 h 28397"/>
                  <a:gd name="connsiteX2" fmla="*/ 28420 w 28356"/>
                  <a:gd name="connsiteY2" fmla="*/ 14321 h 28397"/>
                  <a:gd name="connsiteX3" fmla="*/ 24267 w 28356"/>
                  <a:gd name="connsiteY3" fmla="*/ 4281 h 28397"/>
                  <a:gd name="connsiteX4" fmla="*/ 14241 w 28356"/>
                  <a:gd name="connsiteY4" fmla="*/ 122 h 28397"/>
                  <a:gd name="connsiteX5" fmla="*/ 4216 w 28356"/>
                  <a:gd name="connsiteY5" fmla="*/ 4281 h 28397"/>
                  <a:gd name="connsiteX6" fmla="*/ 63 w 28356"/>
                  <a:gd name="connsiteY6" fmla="*/ 14321 h 28397"/>
                  <a:gd name="connsiteX7" fmla="*/ 4216 w 28356"/>
                  <a:gd name="connsiteY7" fmla="*/ 24362 h 28397"/>
                  <a:gd name="connsiteX8" fmla="*/ 14241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0"/>
                    </a:moveTo>
                    <a:cubicBezTo>
                      <a:pt x="18001" y="28520"/>
                      <a:pt x="21608" y="27024"/>
                      <a:pt x="24267" y="24362"/>
                    </a:cubicBezTo>
                    <a:cubicBezTo>
                      <a:pt x="26926" y="21699"/>
                      <a:pt x="28420" y="18087"/>
                      <a:pt x="28420" y="14321"/>
                    </a:cubicBezTo>
                    <a:cubicBezTo>
                      <a:pt x="28420" y="10556"/>
                      <a:pt x="26926" y="6944"/>
                      <a:pt x="24267" y="4281"/>
                    </a:cubicBezTo>
                    <a:cubicBezTo>
                      <a:pt x="21608" y="1618"/>
                      <a:pt x="18001" y="122"/>
                      <a:pt x="14241" y="122"/>
                    </a:cubicBezTo>
                    <a:cubicBezTo>
                      <a:pt x="10481" y="122"/>
                      <a:pt x="6875" y="1618"/>
                      <a:pt x="4216" y="4281"/>
                    </a:cubicBezTo>
                    <a:cubicBezTo>
                      <a:pt x="1557" y="6944"/>
                      <a:pt x="63" y="10556"/>
                      <a:pt x="63" y="14321"/>
                    </a:cubicBezTo>
                    <a:cubicBezTo>
                      <a:pt x="63" y="18087"/>
                      <a:pt x="1557" y="21699"/>
                      <a:pt x="4216" y="24362"/>
                    </a:cubicBezTo>
                    <a:cubicBezTo>
                      <a:pt x="6875" y="27024"/>
                      <a:pt x="10481" y="28520"/>
                      <a:pt x="14241" y="2852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3" name="Freeform: Shape 1262">
                <a:extLst>
                  <a:ext uri="{FF2B5EF4-FFF2-40B4-BE49-F238E27FC236}">
                    <a16:creationId xmlns:a16="http://schemas.microsoft.com/office/drawing/2014/main" id="{63A0205D-5398-17AE-3083-496187829E48}"/>
                  </a:ext>
                </a:extLst>
              </p:cNvPr>
              <p:cNvSpPr/>
              <p:nvPr/>
            </p:nvSpPr>
            <p:spPr>
              <a:xfrm>
                <a:off x="5343851" y="4850321"/>
                <a:ext cx="28356" cy="28397"/>
              </a:xfrm>
              <a:custGeom>
                <a:avLst/>
                <a:gdLst>
                  <a:gd name="connsiteX0" fmla="*/ 14241 w 28356"/>
                  <a:gd name="connsiteY0" fmla="*/ 28521 h 28397"/>
                  <a:gd name="connsiteX1" fmla="*/ 24266 w 28356"/>
                  <a:gd name="connsiteY1" fmla="*/ 24362 h 28397"/>
                  <a:gd name="connsiteX2" fmla="*/ 28419 w 28356"/>
                  <a:gd name="connsiteY2" fmla="*/ 14322 h 28397"/>
                  <a:gd name="connsiteX3" fmla="*/ 24266 w 28356"/>
                  <a:gd name="connsiteY3" fmla="*/ 4282 h 28397"/>
                  <a:gd name="connsiteX4" fmla="*/ 14241 w 28356"/>
                  <a:gd name="connsiteY4" fmla="*/ 123 h 28397"/>
                  <a:gd name="connsiteX5" fmla="*/ 4215 w 28356"/>
                  <a:gd name="connsiteY5" fmla="*/ 4282 h 28397"/>
                  <a:gd name="connsiteX6" fmla="*/ 62 w 28356"/>
                  <a:gd name="connsiteY6" fmla="*/ 14322 h 28397"/>
                  <a:gd name="connsiteX7" fmla="*/ 4215 w 28356"/>
                  <a:gd name="connsiteY7" fmla="*/ 24362 h 28397"/>
                  <a:gd name="connsiteX8" fmla="*/ 14241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1"/>
                    </a:moveTo>
                    <a:cubicBezTo>
                      <a:pt x="18001" y="28521"/>
                      <a:pt x="21608" y="27025"/>
                      <a:pt x="24266" y="24362"/>
                    </a:cubicBezTo>
                    <a:cubicBezTo>
                      <a:pt x="26925" y="21699"/>
                      <a:pt x="28419" y="18087"/>
                      <a:pt x="28419" y="14322"/>
                    </a:cubicBezTo>
                    <a:cubicBezTo>
                      <a:pt x="28419" y="10556"/>
                      <a:pt x="26925" y="6944"/>
                      <a:pt x="24266" y="4282"/>
                    </a:cubicBezTo>
                    <a:cubicBezTo>
                      <a:pt x="21608" y="1619"/>
                      <a:pt x="18001" y="123"/>
                      <a:pt x="14241" y="123"/>
                    </a:cubicBezTo>
                    <a:cubicBezTo>
                      <a:pt x="10481" y="123"/>
                      <a:pt x="6874" y="1619"/>
                      <a:pt x="4215" y="4282"/>
                    </a:cubicBezTo>
                    <a:cubicBezTo>
                      <a:pt x="1556" y="6944"/>
                      <a:pt x="62" y="10556"/>
                      <a:pt x="62" y="14322"/>
                    </a:cubicBezTo>
                    <a:cubicBezTo>
                      <a:pt x="62" y="18087"/>
                      <a:pt x="1556" y="21699"/>
                      <a:pt x="4215" y="24362"/>
                    </a:cubicBezTo>
                    <a:cubicBezTo>
                      <a:pt x="6874" y="27025"/>
                      <a:pt x="10481" y="28521"/>
                      <a:pt x="14241"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4" name="Freeform: Shape 1263">
                <a:extLst>
                  <a:ext uri="{FF2B5EF4-FFF2-40B4-BE49-F238E27FC236}">
                    <a16:creationId xmlns:a16="http://schemas.microsoft.com/office/drawing/2014/main" id="{67AA9691-2058-A32D-6B9C-9EE7A065120E}"/>
                  </a:ext>
                </a:extLst>
              </p:cNvPr>
              <p:cNvSpPr/>
              <p:nvPr/>
            </p:nvSpPr>
            <p:spPr>
              <a:xfrm>
                <a:off x="5336093" y="4884636"/>
                <a:ext cx="28356" cy="28397"/>
              </a:xfrm>
              <a:custGeom>
                <a:avLst/>
                <a:gdLst>
                  <a:gd name="connsiteX0" fmla="*/ 14240 w 28356"/>
                  <a:gd name="connsiteY0" fmla="*/ 28523 h 28397"/>
                  <a:gd name="connsiteX1" fmla="*/ 24266 w 28356"/>
                  <a:gd name="connsiteY1" fmla="*/ 24365 h 28397"/>
                  <a:gd name="connsiteX2" fmla="*/ 28418 w 28356"/>
                  <a:gd name="connsiteY2" fmla="*/ 14325 h 28397"/>
                  <a:gd name="connsiteX3" fmla="*/ 24266 w 28356"/>
                  <a:gd name="connsiteY3" fmla="*/ 4284 h 28397"/>
                  <a:gd name="connsiteX4" fmla="*/ 14240 w 28356"/>
                  <a:gd name="connsiteY4" fmla="*/ 126 h 28397"/>
                  <a:gd name="connsiteX5" fmla="*/ 4214 w 28356"/>
                  <a:gd name="connsiteY5" fmla="*/ 4284 h 28397"/>
                  <a:gd name="connsiteX6" fmla="*/ 62 w 28356"/>
                  <a:gd name="connsiteY6" fmla="*/ 14325 h 28397"/>
                  <a:gd name="connsiteX7" fmla="*/ 4214 w 28356"/>
                  <a:gd name="connsiteY7" fmla="*/ 24365 h 28397"/>
                  <a:gd name="connsiteX8" fmla="*/ 14240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523"/>
                    </a:moveTo>
                    <a:cubicBezTo>
                      <a:pt x="18000" y="28523"/>
                      <a:pt x="21607" y="27027"/>
                      <a:pt x="24266" y="24365"/>
                    </a:cubicBezTo>
                    <a:cubicBezTo>
                      <a:pt x="26925" y="21702"/>
                      <a:pt x="28418" y="18090"/>
                      <a:pt x="28418" y="14325"/>
                    </a:cubicBezTo>
                    <a:cubicBezTo>
                      <a:pt x="28418" y="10559"/>
                      <a:pt x="26925" y="6947"/>
                      <a:pt x="24266" y="4284"/>
                    </a:cubicBezTo>
                    <a:cubicBezTo>
                      <a:pt x="21607" y="1622"/>
                      <a:pt x="18000" y="126"/>
                      <a:pt x="14240" y="126"/>
                    </a:cubicBezTo>
                    <a:cubicBezTo>
                      <a:pt x="10480" y="126"/>
                      <a:pt x="6873" y="1622"/>
                      <a:pt x="4214" y="4284"/>
                    </a:cubicBezTo>
                    <a:cubicBezTo>
                      <a:pt x="1556" y="6947"/>
                      <a:pt x="62" y="10559"/>
                      <a:pt x="62" y="14325"/>
                    </a:cubicBezTo>
                    <a:cubicBezTo>
                      <a:pt x="62" y="18090"/>
                      <a:pt x="1556" y="21702"/>
                      <a:pt x="4214" y="24365"/>
                    </a:cubicBezTo>
                    <a:cubicBezTo>
                      <a:pt x="6873" y="27027"/>
                      <a:pt x="10480" y="28523"/>
                      <a:pt x="14240"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5" name="Freeform: Shape 1264">
                <a:extLst>
                  <a:ext uri="{FF2B5EF4-FFF2-40B4-BE49-F238E27FC236}">
                    <a16:creationId xmlns:a16="http://schemas.microsoft.com/office/drawing/2014/main" id="{F121F04E-07CD-38C8-D4AF-3AFF1789508E}"/>
                  </a:ext>
                </a:extLst>
              </p:cNvPr>
              <p:cNvSpPr/>
              <p:nvPr/>
            </p:nvSpPr>
            <p:spPr>
              <a:xfrm>
                <a:off x="5328334" y="4704716"/>
                <a:ext cx="28356" cy="28397"/>
              </a:xfrm>
              <a:custGeom>
                <a:avLst/>
                <a:gdLst>
                  <a:gd name="connsiteX0" fmla="*/ 14239 w 28356"/>
                  <a:gd name="connsiteY0" fmla="*/ 28509 h 28397"/>
                  <a:gd name="connsiteX1" fmla="*/ 24265 w 28356"/>
                  <a:gd name="connsiteY1" fmla="*/ 24351 h 28397"/>
                  <a:gd name="connsiteX2" fmla="*/ 28418 w 28356"/>
                  <a:gd name="connsiteY2" fmla="*/ 14310 h 28397"/>
                  <a:gd name="connsiteX3" fmla="*/ 24265 w 28356"/>
                  <a:gd name="connsiteY3" fmla="*/ 4270 h 28397"/>
                  <a:gd name="connsiteX4" fmla="*/ 14239 w 28356"/>
                  <a:gd name="connsiteY4" fmla="*/ 111 h 28397"/>
                  <a:gd name="connsiteX5" fmla="*/ 4214 w 28356"/>
                  <a:gd name="connsiteY5" fmla="*/ 4270 h 28397"/>
                  <a:gd name="connsiteX6" fmla="*/ 61 w 28356"/>
                  <a:gd name="connsiteY6" fmla="*/ 14310 h 28397"/>
                  <a:gd name="connsiteX7" fmla="*/ 4214 w 28356"/>
                  <a:gd name="connsiteY7" fmla="*/ 24351 h 28397"/>
                  <a:gd name="connsiteX8" fmla="*/ 14239 w 28356"/>
                  <a:gd name="connsiteY8" fmla="*/ 2850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09"/>
                    </a:moveTo>
                    <a:cubicBezTo>
                      <a:pt x="18000" y="28509"/>
                      <a:pt x="21606" y="27013"/>
                      <a:pt x="24265" y="24351"/>
                    </a:cubicBezTo>
                    <a:cubicBezTo>
                      <a:pt x="26924" y="21688"/>
                      <a:pt x="28418" y="18076"/>
                      <a:pt x="28418" y="14310"/>
                    </a:cubicBezTo>
                    <a:cubicBezTo>
                      <a:pt x="28418" y="10545"/>
                      <a:pt x="26924" y="6933"/>
                      <a:pt x="24265" y="4270"/>
                    </a:cubicBezTo>
                    <a:cubicBezTo>
                      <a:pt x="21606" y="1607"/>
                      <a:pt x="18000" y="111"/>
                      <a:pt x="14239" y="111"/>
                    </a:cubicBezTo>
                    <a:cubicBezTo>
                      <a:pt x="10479" y="111"/>
                      <a:pt x="6873" y="1607"/>
                      <a:pt x="4214" y="4270"/>
                    </a:cubicBezTo>
                    <a:cubicBezTo>
                      <a:pt x="1555" y="6933"/>
                      <a:pt x="61" y="10545"/>
                      <a:pt x="61" y="14310"/>
                    </a:cubicBezTo>
                    <a:cubicBezTo>
                      <a:pt x="61" y="18076"/>
                      <a:pt x="1555" y="21688"/>
                      <a:pt x="4214" y="24351"/>
                    </a:cubicBezTo>
                    <a:cubicBezTo>
                      <a:pt x="6873" y="27013"/>
                      <a:pt x="10479" y="28509"/>
                      <a:pt x="14239" y="2850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6" name="Freeform: Shape 1265">
                <a:extLst>
                  <a:ext uri="{FF2B5EF4-FFF2-40B4-BE49-F238E27FC236}">
                    <a16:creationId xmlns:a16="http://schemas.microsoft.com/office/drawing/2014/main" id="{3085B553-3D31-CB4C-2BC1-89A165FBCCF7}"/>
                  </a:ext>
                </a:extLst>
              </p:cNvPr>
              <p:cNvSpPr/>
              <p:nvPr/>
            </p:nvSpPr>
            <p:spPr>
              <a:xfrm>
                <a:off x="5320577" y="4435704"/>
                <a:ext cx="28356" cy="28397"/>
              </a:xfrm>
              <a:custGeom>
                <a:avLst/>
                <a:gdLst>
                  <a:gd name="connsiteX0" fmla="*/ 14239 w 28356"/>
                  <a:gd name="connsiteY0" fmla="*/ 28488 h 28397"/>
                  <a:gd name="connsiteX1" fmla="*/ 24265 w 28356"/>
                  <a:gd name="connsiteY1" fmla="*/ 24329 h 28397"/>
                  <a:gd name="connsiteX2" fmla="*/ 28417 w 28356"/>
                  <a:gd name="connsiteY2" fmla="*/ 14289 h 28397"/>
                  <a:gd name="connsiteX3" fmla="*/ 24265 w 28356"/>
                  <a:gd name="connsiteY3" fmla="*/ 4249 h 28397"/>
                  <a:gd name="connsiteX4" fmla="*/ 14239 w 28356"/>
                  <a:gd name="connsiteY4" fmla="*/ 90 h 28397"/>
                  <a:gd name="connsiteX5" fmla="*/ 4213 w 28356"/>
                  <a:gd name="connsiteY5" fmla="*/ 4249 h 28397"/>
                  <a:gd name="connsiteX6" fmla="*/ 61 w 28356"/>
                  <a:gd name="connsiteY6" fmla="*/ 14289 h 28397"/>
                  <a:gd name="connsiteX7" fmla="*/ 4213 w 28356"/>
                  <a:gd name="connsiteY7" fmla="*/ 24329 h 28397"/>
                  <a:gd name="connsiteX8" fmla="*/ 14239 w 28356"/>
                  <a:gd name="connsiteY8" fmla="*/ 2848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488"/>
                    </a:moveTo>
                    <a:cubicBezTo>
                      <a:pt x="17999" y="28488"/>
                      <a:pt x="21606" y="26992"/>
                      <a:pt x="24265" y="24329"/>
                    </a:cubicBezTo>
                    <a:cubicBezTo>
                      <a:pt x="26923" y="21667"/>
                      <a:pt x="28417" y="18055"/>
                      <a:pt x="28417" y="14289"/>
                    </a:cubicBezTo>
                    <a:cubicBezTo>
                      <a:pt x="28417" y="10524"/>
                      <a:pt x="26923" y="6912"/>
                      <a:pt x="24265" y="4249"/>
                    </a:cubicBezTo>
                    <a:cubicBezTo>
                      <a:pt x="21606" y="1586"/>
                      <a:pt x="17999" y="90"/>
                      <a:pt x="14239" y="90"/>
                    </a:cubicBezTo>
                    <a:cubicBezTo>
                      <a:pt x="10479" y="90"/>
                      <a:pt x="6872" y="1586"/>
                      <a:pt x="4213" y="4249"/>
                    </a:cubicBezTo>
                    <a:cubicBezTo>
                      <a:pt x="1554" y="6912"/>
                      <a:pt x="61" y="10524"/>
                      <a:pt x="61" y="14289"/>
                    </a:cubicBezTo>
                    <a:cubicBezTo>
                      <a:pt x="61" y="18055"/>
                      <a:pt x="1554" y="21667"/>
                      <a:pt x="4213" y="24329"/>
                    </a:cubicBezTo>
                    <a:cubicBezTo>
                      <a:pt x="6872" y="26992"/>
                      <a:pt x="10479" y="28488"/>
                      <a:pt x="14239" y="2848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7" name="Freeform: Shape 1266">
                <a:extLst>
                  <a:ext uri="{FF2B5EF4-FFF2-40B4-BE49-F238E27FC236}">
                    <a16:creationId xmlns:a16="http://schemas.microsoft.com/office/drawing/2014/main" id="{F43D5489-1CB5-19A4-756D-D5BEA4F6D261}"/>
                  </a:ext>
                </a:extLst>
              </p:cNvPr>
              <p:cNvSpPr/>
              <p:nvPr/>
            </p:nvSpPr>
            <p:spPr>
              <a:xfrm>
                <a:off x="5312818" y="4979226"/>
                <a:ext cx="28356" cy="28397"/>
              </a:xfrm>
              <a:custGeom>
                <a:avLst/>
                <a:gdLst>
                  <a:gd name="connsiteX0" fmla="*/ 14238 w 28356"/>
                  <a:gd name="connsiteY0" fmla="*/ 28531 h 28397"/>
                  <a:gd name="connsiteX1" fmla="*/ 24264 w 28356"/>
                  <a:gd name="connsiteY1" fmla="*/ 24372 h 28397"/>
                  <a:gd name="connsiteX2" fmla="*/ 28417 w 28356"/>
                  <a:gd name="connsiteY2" fmla="*/ 14332 h 28397"/>
                  <a:gd name="connsiteX3" fmla="*/ 24264 w 28356"/>
                  <a:gd name="connsiteY3" fmla="*/ 4292 h 28397"/>
                  <a:gd name="connsiteX4" fmla="*/ 14238 w 28356"/>
                  <a:gd name="connsiteY4" fmla="*/ 133 h 28397"/>
                  <a:gd name="connsiteX5" fmla="*/ 4213 w 28356"/>
                  <a:gd name="connsiteY5" fmla="*/ 4292 h 28397"/>
                  <a:gd name="connsiteX6" fmla="*/ 60 w 28356"/>
                  <a:gd name="connsiteY6" fmla="*/ 14332 h 28397"/>
                  <a:gd name="connsiteX7" fmla="*/ 4213 w 28356"/>
                  <a:gd name="connsiteY7" fmla="*/ 24372 h 28397"/>
                  <a:gd name="connsiteX8" fmla="*/ 14238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31"/>
                    </a:moveTo>
                    <a:cubicBezTo>
                      <a:pt x="17998" y="28531"/>
                      <a:pt x="21605" y="27035"/>
                      <a:pt x="24264" y="24372"/>
                    </a:cubicBezTo>
                    <a:cubicBezTo>
                      <a:pt x="26923" y="21709"/>
                      <a:pt x="28417" y="18098"/>
                      <a:pt x="28417" y="14332"/>
                    </a:cubicBezTo>
                    <a:cubicBezTo>
                      <a:pt x="28417" y="10566"/>
                      <a:pt x="26923" y="6954"/>
                      <a:pt x="24264" y="4292"/>
                    </a:cubicBezTo>
                    <a:cubicBezTo>
                      <a:pt x="21605" y="1629"/>
                      <a:pt x="17998" y="133"/>
                      <a:pt x="14238" y="133"/>
                    </a:cubicBezTo>
                    <a:cubicBezTo>
                      <a:pt x="10478" y="133"/>
                      <a:pt x="6871" y="1629"/>
                      <a:pt x="4213" y="4292"/>
                    </a:cubicBezTo>
                    <a:cubicBezTo>
                      <a:pt x="1554" y="6954"/>
                      <a:pt x="60" y="10566"/>
                      <a:pt x="60" y="14332"/>
                    </a:cubicBezTo>
                    <a:cubicBezTo>
                      <a:pt x="60" y="18098"/>
                      <a:pt x="1554" y="21709"/>
                      <a:pt x="4213" y="24372"/>
                    </a:cubicBezTo>
                    <a:cubicBezTo>
                      <a:pt x="6871" y="27035"/>
                      <a:pt x="10478" y="28531"/>
                      <a:pt x="14238"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8" name="Freeform: Shape 1267">
                <a:extLst>
                  <a:ext uri="{FF2B5EF4-FFF2-40B4-BE49-F238E27FC236}">
                    <a16:creationId xmlns:a16="http://schemas.microsoft.com/office/drawing/2014/main" id="{022D637B-9795-41BE-94AF-BE319F03F11A}"/>
                  </a:ext>
                </a:extLst>
              </p:cNvPr>
              <p:cNvSpPr/>
              <p:nvPr/>
            </p:nvSpPr>
            <p:spPr>
              <a:xfrm>
                <a:off x="5305060" y="4648632"/>
                <a:ext cx="28356" cy="28397"/>
              </a:xfrm>
              <a:custGeom>
                <a:avLst/>
                <a:gdLst>
                  <a:gd name="connsiteX0" fmla="*/ 14238 w 28356"/>
                  <a:gd name="connsiteY0" fmla="*/ 28505 h 28397"/>
                  <a:gd name="connsiteX1" fmla="*/ 24263 w 28356"/>
                  <a:gd name="connsiteY1" fmla="*/ 24346 h 28397"/>
                  <a:gd name="connsiteX2" fmla="*/ 28416 w 28356"/>
                  <a:gd name="connsiteY2" fmla="*/ 14306 h 28397"/>
                  <a:gd name="connsiteX3" fmla="*/ 24263 w 28356"/>
                  <a:gd name="connsiteY3" fmla="*/ 4266 h 28397"/>
                  <a:gd name="connsiteX4" fmla="*/ 14238 w 28356"/>
                  <a:gd name="connsiteY4" fmla="*/ 107 h 28397"/>
                  <a:gd name="connsiteX5" fmla="*/ 4212 w 28356"/>
                  <a:gd name="connsiteY5" fmla="*/ 4266 h 28397"/>
                  <a:gd name="connsiteX6" fmla="*/ 59 w 28356"/>
                  <a:gd name="connsiteY6" fmla="*/ 14306 h 28397"/>
                  <a:gd name="connsiteX7" fmla="*/ 4212 w 28356"/>
                  <a:gd name="connsiteY7" fmla="*/ 24346 h 28397"/>
                  <a:gd name="connsiteX8" fmla="*/ 14238 w 28356"/>
                  <a:gd name="connsiteY8" fmla="*/ 2850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05"/>
                    </a:moveTo>
                    <a:cubicBezTo>
                      <a:pt x="17998" y="28505"/>
                      <a:pt x="21604" y="27009"/>
                      <a:pt x="24263" y="24346"/>
                    </a:cubicBezTo>
                    <a:cubicBezTo>
                      <a:pt x="26922" y="21683"/>
                      <a:pt x="28416" y="18072"/>
                      <a:pt x="28416" y="14306"/>
                    </a:cubicBezTo>
                    <a:cubicBezTo>
                      <a:pt x="28416" y="10540"/>
                      <a:pt x="26922" y="6928"/>
                      <a:pt x="24263" y="4266"/>
                    </a:cubicBezTo>
                    <a:cubicBezTo>
                      <a:pt x="21604" y="1603"/>
                      <a:pt x="17998" y="107"/>
                      <a:pt x="14238" y="107"/>
                    </a:cubicBezTo>
                    <a:cubicBezTo>
                      <a:pt x="10478" y="107"/>
                      <a:pt x="6871" y="1603"/>
                      <a:pt x="4212" y="4266"/>
                    </a:cubicBezTo>
                    <a:cubicBezTo>
                      <a:pt x="1553" y="6928"/>
                      <a:pt x="59" y="10540"/>
                      <a:pt x="59" y="14306"/>
                    </a:cubicBezTo>
                    <a:cubicBezTo>
                      <a:pt x="59" y="18072"/>
                      <a:pt x="1553" y="21683"/>
                      <a:pt x="4212" y="24346"/>
                    </a:cubicBezTo>
                    <a:cubicBezTo>
                      <a:pt x="6871" y="27009"/>
                      <a:pt x="10478" y="28505"/>
                      <a:pt x="14238" y="2850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69" name="Freeform: Shape 1268">
                <a:extLst>
                  <a:ext uri="{FF2B5EF4-FFF2-40B4-BE49-F238E27FC236}">
                    <a16:creationId xmlns:a16="http://schemas.microsoft.com/office/drawing/2014/main" id="{07F1ED28-7E55-0705-8A9D-DEB54E0C2D7D}"/>
                  </a:ext>
                </a:extLst>
              </p:cNvPr>
              <p:cNvSpPr/>
              <p:nvPr/>
            </p:nvSpPr>
            <p:spPr>
              <a:xfrm>
                <a:off x="5297301" y="4496617"/>
                <a:ext cx="28356" cy="28397"/>
              </a:xfrm>
              <a:custGeom>
                <a:avLst/>
                <a:gdLst>
                  <a:gd name="connsiteX0" fmla="*/ 14237 w 28356"/>
                  <a:gd name="connsiteY0" fmla="*/ 28493 h 28397"/>
                  <a:gd name="connsiteX1" fmla="*/ 24263 w 28356"/>
                  <a:gd name="connsiteY1" fmla="*/ 24334 h 28397"/>
                  <a:gd name="connsiteX2" fmla="*/ 28415 w 28356"/>
                  <a:gd name="connsiteY2" fmla="*/ 14294 h 28397"/>
                  <a:gd name="connsiteX3" fmla="*/ 24263 w 28356"/>
                  <a:gd name="connsiteY3" fmla="*/ 4254 h 28397"/>
                  <a:gd name="connsiteX4" fmla="*/ 14237 w 28356"/>
                  <a:gd name="connsiteY4" fmla="*/ 95 h 28397"/>
                  <a:gd name="connsiteX5" fmla="*/ 4211 w 28356"/>
                  <a:gd name="connsiteY5" fmla="*/ 4254 h 28397"/>
                  <a:gd name="connsiteX6" fmla="*/ 59 w 28356"/>
                  <a:gd name="connsiteY6" fmla="*/ 14294 h 28397"/>
                  <a:gd name="connsiteX7" fmla="*/ 4211 w 28356"/>
                  <a:gd name="connsiteY7" fmla="*/ 24334 h 28397"/>
                  <a:gd name="connsiteX8" fmla="*/ 14237 w 28356"/>
                  <a:gd name="connsiteY8" fmla="*/ 2849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7" y="28493"/>
                    </a:moveTo>
                    <a:cubicBezTo>
                      <a:pt x="17997" y="28493"/>
                      <a:pt x="21604" y="26997"/>
                      <a:pt x="24263" y="24334"/>
                    </a:cubicBezTo>
                    <a:cubicBezTo>
                      <a:pt x="26922" y="21671"/>
                      <a:pt x="28415" y="18060"/>
                      <a:pt x="28415" y="14294"/>
                    </a:cubicBezTo>
                    <a:cubicBezTo>
                      <a:pt x="28415" y="10528"/>
                      <a:pt x="26922" y="6916"/>
                      <a:pt x="24263" y="4254"/>
                    </a:cubicBezTo>
                    <a:cubicBezTo>
                      <a:pt x="21604" y="1591"/>
                      <a:pt x="17997" y="95"/>
                      <a:pt x="14237" y="95"/>
                    </a:cubicBezTo>
                    <a:cubicBezTo>
                      <a:pt x="10477" y="95"/>
                      <a:pt x="6870" y="1591"/>
                      <a:pt x="4211" y="4254"/>
                    </a:cubicBezTo>
                    <a:cubicBezTo>
                      <a:pt x="1553" y="6916"/>
                      <a:pt x="59" y="10528"/>
                      <a:pt x="59" y="14294"/>
                    </a:cubicBezTo>
                    <a:cubicBezTo>
                      <a:pt x="59" y="18060"/>
                      <a:pt x="1553" y="21671"/>
                      <a:pt x="4211" y="24334"/>
                    </a:cubicBezTo>
                    <a:cubicBezTo>
                      <a:pt x="6870" y="26997"/>
                      <a:pt x="10477" y="28493"/>
                      <a:pt x="14237" y="2849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0" name="Freeform: Shape 1269">
                <a:extLst>
                  <a:ext uri="{FF2B5EF4-FFF2-40B4-BE49-F238E27FC236}">
                    <a16:creationId xmlns:a16="http://schemas.microsoft.com/office/drawing/2014/main" id="{0A9EBD43-2BF6-7596-51DD-153E46E2D7AE}"/>
                  </a:ext>
                </a:extLst>
              </p:cNvPr>
              <p:cNvSpPr/>
              <p:nvPr/>
            </p:nvSpPr>
            <p:spPr>
              <a:xfrm>
                <a:off x="5289543" y="4968444"/>
                <a:ext cx="28356" cy="28397"/>
              </a:xfrm>
              <a:custGeom>
                <a:avLst/>
                <a:gdLst>
                  <a:gd name="connsiteX0" fmla="*/ 14236 w 28356"/>
                  <a:gd name="connsiteY0" fmla="*/ 28530 h 28397"/>
                  <a:gd name="connsiteX1" fmla="*/ 24262 w 28356"/>
                  <a:gd name="connsiteY1" fmla="*/ 24371 h 28397"/>
                  <a:gd name="connsiteX2" fmla="*/ 28415 w 28356"/>
                  <a:gd name="connsiteY2" fmla="*/ 14331 h 28397"/>
                  <a:gd name="connsiteX3" fmla="*/ 24262 w 28356"/>
                  <a:gd name="connsiteY3" fmla="*/ 4291 h 28397"/>
                  <a:gd name="connsiteX4" fmla="*/ 14236 w 28356"/>
                  <a:gd name="connsiteY4" fmla="*/ 132 h 28397"/>
                  <a:gd name="connsiteX5" fmla="*/ 4211 w 28356"/>
                  <a:gd name="connsiteY5" fmla="*/ 4291 h 28397"/>
                  <a:gd name="connsiteX6" fmla="*/ 58 w 28356"/>
                  <a:gd name="connsiteY6" fmla="*/ 14331 h 28397"/>
                  <a:gd name="connsiteX7" fmla="*/ 4211 w 28356"/>
                  <a:gd name="connsiteY7" fmla="*/ 24371 h 28397"/>
                  <a:gd name="connsiteX8" fmla="*/ 14236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30"/>
                    </a:moveTo>
                    <a:cubicBezTo>
                      <a:pt x="17997" y="28530"/>
                      <a:pt x="21603" y="27034"/>
                      <a:pt x="24262" y="24371"/>
                    </a:cubicBezTo>
                    <a:cubicBezTo>
                      <a:pt x="26921" y="21709"/>
                      <a:pt x="28415" y="18097"/>
                      <a:pt x="28415" y="14331"/>
                    </a:cubicBezTo>
                    <a:cubicBezTo>
                      <a:pt x="28415" y="10565"/>
                      <a:pt x="26921" y="6954"/>
                      <a:pt x="24262" y="4291"/>
                    </a:cubicBezTo>
                    <a:cubicBezTo>
                      <a:pt x="21603" y="1628"/>
                      <a:pt x="17997" y="132"/>
                      <a:pt x="14236" y="132"/>
                    </a:cubicBezTo>
                    <a:cubicBezTo>
                      <a:pt x="10476" y="132"/>
                      <a:pt x="6870" y="1628"/>
                      <a:pt x="4211" y="4291"/>
                    </a:cubicBezTo>
                    <a:cubicBezTo>
                      <a:pt x="1552" y="6954"/>
                      <a:pt x="58" y="10565"/>
                      <a:pt x="58" y="14331"/>
                    </a:cubicBezTo>
                    <a:cubicBezTo>
                      <a:pt x="58" y="18097"/>
                      <a:pt x="1552" y="21709"/>
                      <a:pt x="4211" y="24371"/>
                    </a:cubicBezTo>
                    <a:cubicBezTo>
                      <a:pt x="6870" y="27034"/>
                      <a:pt x="10476" y="28530"/>
                      <a:pt x="14236"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1" name="Freeform: Shape 1270">
                <a:extLst>
                  <a:ext uri="{FF2B5EF4-FFF2-40B4-BE49-F238E27FC236}">
                    <a16:creationId xmlns:a16="http://schemas.microsoft.com/office/drawing/2014/main" id="{CEB49C5B-7308-258C-BA02-71D54DD7580C}"/>
                  </a:ext>
                </a:extLst>
              </p:cNvPr>
              <p:cNvSpPr/>
              <p:nvPr/>
            </p:nvSpPr>
            <p:spPr>
              <a:xfrm>
                <a:off x="5281784" y="4927499"/>
                <a:ext cx="28356" cy="28397"/>
              </a:xfrm>
              <a:custGeom>
                <a:avLst/>
                <a:gdLst>
                  <a:gd name="connsiteX0" fmla="*/ 14236 w 28356"/>
                  <a:gd name="connsiteY0" fmla="*/ 28527 h 28397"/>
                  <a:gd name="connsiteX1" fmla="*/ 24261 w 28356"/>
                  <a:gd name="connsiteY1" fmla="*/ 24368 h 28397"/>
                  <a:gd name="connsiteX2" fmla="*/ 28414 w 28356"/>
                  <a:gd name="connsiteY2" fmla="*/ 14328 h 28397"/>
                  <a:gd name="connsiteX3" fmla="*/ 24261 w 28356"/>
                  <a:gd name="connsiteY3" fmla="*/ 4288 h 28397"/>
                  <a:gd name="connsiteX4" fmla="*/ 14236 w 28356"/>
                  <a:gd name="connsiteY4" fmla="*/ 129 h 28397"/>
                  <a:gd name="connsiteX5" fmla="*/ 4210 w 28356"/>
                  <a:gd name="connsiteY5" fmla="*/ 4288 h 28397"/>
                  <a:gd name="connsiteX6" fmla="*/ 57 w 28356"/>
                  <a:gd name="connsiteY6" fmla="*/ 14328 h 28397"/>
                  <a:gd name="connsiteX7" fmla="*/ 4210 w 28356"/>
                  <a:gd name="connsiteY7" fmla="*/ 24368 h 28397"/>
                  <a:gd name="connsiteX8" fmla="*/ 14236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27"/>
                    </a:moveTo>
                    <a:cubicBezTo>
                      <a:pt x="17996" y="28527"/>
                      <a:pt x="21603" y="27031"/>
                      <a:pt x="24261" y="24368"/>
                    </a:cubicBezTo>
                    <a:cubicBezTo>
                      <a:pt x="26920" y="21705"/>
                      <a:pt x="28414" y="18094"/>
                      <a:pt x="28414" y="14328"/>
                    </a:cubicBezTo>
                    <a:cubicBezTo>
                      <a:pt x="28414" y="10562"/>
                      <a:pt x="26920" y="6950"/>
                      <a:pt x="24261" y="4288"/>
                    </a:cubicBezTo>
                    <a:cubicBezTo>
                      <a:pt x="21603" y="1625"/>
                      <a:pt x="17996" y="129"/>
                      <a:pt x="14236" y="129"/>
                    </a:cubicBezTo>
                    <a:cubicBezTo>
                      <a:pt x="10476" y="129"/>
                      <a:pt x="6869" y="1625"/>
                      <a:pt x="4210" y="4288"/>
                    </a:cubicBezTo>
                    <a:cubicBezTo>
                      <a:pt x="1551" y="6950"/>
                      <a:pt x="57" y="10562"/>
                      <a:pt x="57" y="14328"/>
                    </a:cubicBezTo>
                    <a:cubicBezTo>
                      <a:pt x="57" y="18094"/>
                      <a:pt x="1551" y="21705"/>
                      <a:pt x="4210" y="24368"/>
                    </a:cubicBezTo>
                    <a:cubicBezTo>
                      <a:pt x="6869" y="27031"/>
                      <a:pt x="10476" y="28527"/>
                      <a:pt x="14236" y="28527"/>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2" name="Freeform: Shape 1271">
                <a:extLst>
                  <a:ext uri="{FF2B5EF4-FFF2-40B4-BE49-F238E27FC236}">
                    <a16:creationId xmlns:a16="http://schemas.microsoft.com/office/drawing/2014/main" id="{CB962688-7FDD-AC58-3F11-C6A34C31DAD0}"/>
                  </a:ext>
                </a:extLst>
              </p:cNvPr>
              <p:cNvSpPr/>
              <p:nvPr/>
            </p:nvSpPr>
            <p:spPr>
              <a:xfrm>
                <a:off x="5274025" y="4990478"/>
                <a:ext cx="28356" cy="28397"/>
              </a:xfrm>
              <a:custGeom>
                <a:avLst/>
                <a:gdLst>
                  <a:gd name="connsiteX0" fmla="*/ 14235 w 28356"/>
                  <a:gd name="connsiteY0" fmla="*/ 28532 h 28397"/>
                  <a:gd name="connsiteX1" fmla="*/ 24261 w 28356"/>
                  <a:gd name="connsiteY1" fmla="*/ 24373 h 28397"/>
                  <a:gd name="connsiteX2" fmla="*/ 28414 w 28356"/>
                  <a:gd name="connsiteY2" fmla="*/ 14333 h 28397"/>
                  <a:gd name="connsiteX3" fmla="*/ 24261 w 28356"/>
                  <a:gd name="connsiteY3" fmla="*/ 4293 h 28397"/>
                  <a:gd name="connsiteX4" fmla="*/ 14235 w 28356"/>
                  <a:gd name="connsiteY4" fmla="*/ 134 h 28397"/>
                  <a:gd name="connsiteX5" fmla="*/ 4210 w 28356"/>
                  <a:gd name="connsiteY5" fmla="*/ 4293 h 28397"/>
                  <a:gd name="connsiteX6" fmla="*/ 57 w 28356"/>
                  <a:gd name="connsiteY6" fmla="*/ 14333 h 28397"/>
                  <a:gd name="connsiteX7" fmla="*/ 4210 w 28356"/>
                  <a:gd name="connsiteY7" fmla="*/ 24373 h 28397"/>
                  <a:gd name="connsiteX8" fmla="*/ 14235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32"/>
                    </a:moveTo>
                    <a:cubicBezTo>
                      <a:pt x="17995" y="28532"/>
                      <a:pt x="21602" y="27036"/>
                      <a:pt x="24261" y="24373"/>
                    </a:cubicBezTo>
                    <a:cubicBezTo>
                      <a:pt x="26920" y="21710"/>
                      <a:pt x="28414" y="18098"/>
                      <a:pt x="28414" y="14333"/>
                    </a:cubicBezTo>
                    <a:cubicBezTo>
                      <a:pt x="28414" y="10567"/>
                      <a:pt x="26920" y="6955"/>
                      <a:pt x="24261" y="4293"/>
                    </a:cubicBezTo>
                    <a:cubicBezTo>
                      <a:pt x="21602" y="1630"/>
                      <a:pt x="17995" y="134"/>
                      <a:pt x="14235" y="134"/>
                    </a:cubicBezTo>
                    <a:cubicBezTo>
                      <a:pt x="10475" y="134"/>
                      <a:pt x="6868" y="1630"/>
                      <a:pt x="4210" y="4293"/>
                    </a:cubicBezTo>
                    <a:cubicBezTo>
                      <a:pt x="1551" y="6955"/>
                      <a:pt x="57" y="10567"/>
                      <a:pt x="57" y="14333"/>
                    </a:cubicBezTo>
                    <a:cubicBezTo>
                      <a:pt x="57" y="18098"/>
                      <a:pt x="1551" y="21710"/>
                      <a:pt x="4210" y="24373"/>
                    </a:cubicBezTo>
                    <a:cubicBezTo>
                      <a:pt x="6868" y="27036"/>
                      <a:pt x="10475" y="28532"/>
                      <a:pt x="14235" y="2853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3" name="Freeform: Shape 1272">
                <a:extLst>
                  <a:ext uri="{FF2B5EF4-FFF2-40B4-BE49-F238E27FC236}">
                    <a16:creationId xmlns:a16="http://schemas.microsoft.com/office/drawing/2014/main" id="{322B90D7-A91A-7403-DEB0-D37C0E4C03DF}"/>
                  </a:ext>
                </a:extLst>
              </p:cNvPr>
              <p:cNvSpPr/>
              <p:nvPr/>
            </p:nvSpPr>
            <p:spPr>
              <a:xfrm>
                <a:off x="5266267" y="4964113"/>
                <a:ext cx="28356" cy="28397"/>
              </a:xfrm>
              <a:custGeom>
                <a:avLst/>
                <a:gdLst>
                  <a:gd name="connsiteX0" fmla="*/ 14235 w 28356"/>
                  <a:gd name="connsiteY0" fmla="*/ 28530 h 28397"/>
                  <a:gd name="connsiteX1" fmla="*/ 24260 w 28356"/>
                  <a:gd name="connsiteY1" fmla="*/ 24371 h 28397"/>
                  <a:gd name="connsiteX2" fmla="*/ 28413 w 28356"/>
                  <a:gd name="connsiteY2" fmla="*/ 14331 h 28397"/>
                  <a:gd name="connsiteX3" fmla="*/ 24260 w 28356"/>
                  <a:gd name="connsiteY3" fmla="*/ 4291 h 28397"/>
                  <a:gd name="connsiteX4" fmla="*/ 14235 w 28356"/>
                  <a:gd name="connsiteY4" fmla="*/ 132 h 28397"/>
                  <a:gd name="connsiteX5" fmla="*/ 4209 w 28356"/>
                  <a:gd name="connsiteY5" fmla="*/ 4291 h 28397"/>
                  <a:gd name="connsiteX6" fmla="*/ 56 w 28356"/>
                  <a:gd name="connsiteY6" fmla="*/ 14331 h 28397"/>
                  <a:gd name="connsiteX7" fmla="*/ 4209 w 28356"/>
                  <a:gd name="connsiteY7" fmla="*/ 24371 h 28397"/>
                  <a:gd name="connsiteX8" fmla="*/ 1423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30"/>
                    </a:moveTo>
                    <a:cubicBezTo>
                      <a:pt x="17995" y="28530"/>
                      <a:pt x="21601" y="27034"/>
                      <a:pt x="24260" y="24371"/>
                    </a:cubicBezTo>
                    <a:cubicBezTo>
                      <a:pt x="26919" y="21708"/>
                      <a:pt x="28413" y="18096"/>
                      <a:pt x="28413" y="14331"/>
                    </a:cubicBezTo>
                    <a:cubicBezTo>
                      <a:pt x="28413" y="10565"/>
                      <a:pt x="26919" y="6953"/>
                      <a:pt x="24260" y="4291"/>
                    </a:cubicBezTo>
                    <a:cubicBezTo>
                      <a:pt x="21601" y="1628"/>
                      <a:pt x="17995" y="132"/>
                      <a:pt x="14235" y="132"/>
                    </a:cubicBezTo>
                    <a:cubicBezTo>
                      <a:pt x="10474" y="132"/>
                      <a:pt x="6868" y="1628"/>
                      <a:pt x="4209" y="4291"/>
                    </a:cubicBezTo>
                    <a:cubicBezTo>
                      <a:pt x="1550" y="6953"/>
                      <a:pt x="56" y="10565"/>
                      <a:pt x="56" y="14331"/>
                    </a:cubicBezTo>
                    <a:cubicBezTo>
                      <a:pt x="56" y="18096"/>
                      <a:pt x="1550" y="21708"/>
                      <a:pt x="4209" y="24371"/>
                    </a:cubicBezTo>
                    <a:cubicBezTo>
                      <a:pt x="6868" y="27034"/>
                      <a:pt x="10474" y="28530"/>
                      <a:pt x="14235"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4" name="Freeform: Shape 1273">
                <a:extLst>
                  <a:ext uri="{FF2B5EF4-FFF2-40B4-BE49-F238E27FC236}">
                    <a16:creationId xmlns:a16="http://schemas.microsoft.com/office/drawing/2014/main" id="{B9A059E4-94E3-718A-44CF-176B9E63D760}"/>
                  </a:ext>
                </a:extLst>
              </p:cNvPr>
              <p:cNvSpPr/>
              <p:nvPr/>
            </p:nvSpPr>
            <p:spPr>
              <a:xfrm>
                <a:off x="5258510" y="4411165"/>
                <a:ext cx="28356" cy="28397"/>
              </a:xfrm>
              <a:custGeom>
                <a:avLst/>
                <a:gdLst>
                  <a:gd name="connsiteX0" fmla="*/ 14234 w 28356"/>
                  <a:gd name="connsiteY0" fmla="*/ 28486 h 28397"/>
                  <a:gd name="connsiteX1" fmla="*/ 24260 w 28356"/>
                  <a:gd name="connsiteY1" fmla="*/ 24327 h 28397"/>
                  <a:gd name="connsiteX2" fmla="*/ 28412 w 28356"/>
                  <a:gd name="connsiteY2" fmla="*/ 14287 h 28397"/>
                  <a:gd name="connsiteX3" fmla="*/ 24260 w 28356"/>
                  <a:gd name="connsiteY3" fmla="*/ 4247 h 28397"/>
                  <a:gd name="connsiteX4" fmla="*/ 14234 w 28356"/>
                  <a:gd name="connsiteY4" fmla="*/ 88 h 28397"/>
                  <a:gd name="connsiteX5" fmla="*/ 4208 w 28356"/>
                  <a:gd name="connsiteY5" fmla="*/ 4247 h 28397"/>
                  <a:gd name="connsiteX6" fmla="*/ 56 w 28356"/>
                  <a:gd name="connsiteY6" fmla="*/ 14287 h 28397"/>
                  <a:gd name="connsiteX7" fmla="*/ 4208 w 28356"/>
                  <a:gd name="connsiteY7" fmla="*/ 24327 h 28397"/>
                  <a:gd name="connsiteX8" fmla="*/ 14234 w 28356"/>
                  <a:gd name="connsiteY8" fmla="*/ 2848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4" y="28486"/>
                    </a:moveTo>
                    <a:cubicBezTo>
                      <a:pt x="17994" y="28486"/>
                      <a:pt x="21601" y="26990"/>
                      <a:pt x="24260" y="24327"/>
                    </a:cubicBezTo>
                    <a:cubicBezTo>
                      <a:pt x="26918" y="21665"/>
                      <a:pt x="28412" y="18053"/>
                      <a:pt x="28412" y="14287"/>
                    </a:cubicBezTo>
                    <a:cubicBezTo>
                      <a:pt x="28412" y="10522"/>
                      <a:pt x="26918" y="6910"/>
                      <a:pt x="24260" y="4247"/>
                    </a:cubicBezTo>
                    <a:cubicBezTo>
                      <a:pt x="21601" y="1584"/>
                      <a:pt x="17994" y="88"/>
                      <a:pt x="14234" y="88"/>
                    </a:cubicBezTo>
                    <a:cubicBezTo>
                      <a:pt x="10474" y="88"/>
                      <a:pt x="6867" y="1584"/>
                      <a:pt x="4208" y="4247"/>
                    </a:cubicBezTo>
                    <a:cubicBezTo>
                      <a:pt x="1550" y="6910"/>
                      <a:pt x="56" y="10522"/>
                      <a:pt x="56" y="14287"/>
                    </a:cubicBezTo>
                    <a:cubicBezTo>
                      <a:pt x="56" y="18053"/>
                      <a:pt x="1550" y="21665"/>
                      <a:pt x="4208" y="24327"/>
                    </a:cubicBezTo>
                    <a:cubicBezTo>
                      <a:pt x="6867" y="26990"/>
                      <a:pt x="10474" y="28486"/>
                      <a:pt x="14234" y="2848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5" name="Freeform: Shape 1274">
                <a:extLst>
                  <a:ext uri="{FF2B5EF4-FFF2-40B4-BE49-F238E27FC236}">
                    <a16:creationId xmlns:a16="http://schemas.microsoft.com/office/drawing/2014/main" id="{C08EE5FE-FCB6-A039-F64D-5E268AE807E8}"/>
                  </a:ext>
                </a:extLst>
              </p:cNvPr>
              <p:cNvSpPr/>
              <p:nvPr/>
            </p:nvSpPr>
            <p:spPr>
              <a:xfrm>
                <a:off x="5250751" y="4837786"/>
                <a:ext cx="28356" cy="28397"/>
              </a:xfrm>
              <a:custGeom>
                <a:avLst/>
                <a:gdLst>
                  <a:gd name="connsiteX0" fmla="*/ 14233 w 28356"/>
                  <a:gd name="connsiteY0" fmla="*/ 28520 h 28397"/>
                  <a:gd name="connsiteX1" fmla="*/ 24259 w 28356"/>
                  <a:gd name="connsiteY1" fmla="*/ 24361 h 28397"/>
                  <a:gd name="connsiteX2" fmla="*/ 28412 w 28356"/>
                  <a:gd name="connsiteY2" fmla="*/ 14321 h 28397"/>
                  <a:gd name="connsiteX3" fmla="*/ 24259 w 28356"/>
                  <a:gd name="connsiteY3" fmla="*/ 4281 h 28397"/>
                  <a:gd name="connsiteX4" fmla="*/ 14233 w 28356"/>
                  <a:gd name="connsiteY4" fmla="*/ 122 h 28397"/>
                  <a:gd name="connsiteX5" fmla="*/ 4208 w 28356"/>
                  <a:gd name="connsiteY5" fmla="*/ 4281 h 28397"/>
                  <a:gd name="connsiteX6" fmla="*/ 55 w 28356"/>
                  <a:gd name="connsiteY6" fmla="*/ 14321 h 28397"/>
                  <a:gd name="connsiteX7" fmla="*/ 4208 w 28356"/>
                  <a:gd name="connsiteY7" fmla="*/ 24361 h 28397"/>
                  <a:gd name="connsiteX8" fmla="*/ 14233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0"/>
                    </a:moveTo>
                    <a:cubicBezTo>
                      <a:pt x="17994" y="28520"/>
                      <a:pt x="21600" y="27024"/>
                      <a:pt x="24259" y="24361"/>
                    </a:cubicBezTo>
                    <a:cubicBezTo>
                      <a:pt x="26918" y="21698"/>
                      <a:pt x="28412" y="18086"/>
                      <a:pt x="28412" y="14321"/>
                    </a:cubicBezTo>
                    <a:cubicBezTo>
                      <a:pt x="28412" y="10555"/>
                      <a:pt x="26918" y="6943"/>
                      <a:pt x="24259" y="4281"/>
                    </a:cubicBezTo>
                    <a:cubicBezTo>
                      <a:pt x="21600" y="1618"/>
                      <a:pt x="17994" y="122"/>
                      <a:pt x="14233" y="122"/>
                    </a:cubicBezTo>
                    <a:cubicBezTo>
                      <a:pt x="10473" y="122"/>
                      <a:pt x="6867" y="1618"/>
                      <a:pt x="4208" y="4281"/>
                    </a:cubicBezTo>
                    <a:cubicBezTo>
                      <a:pt x="1549" y="6943"/>
                      <a:pt x="55" y="10555"/>
                      <a:pt x="55" y="14321"/>
                    </a:cubicBezTo>
                    <a:cubicBezTo>
                      <a:pt x="55" y="18086"/>
                      <a:pt x="1549" y="21698"/>
                      <a:pt x="4208" y="24361"/>
                    </a:cubicBezTo>
                    <a:cubicBezTo>
                      <a:pt x="6867" y="27024"/>
                      <a:pt x="10473" y="28520"/>
                      <a:pt x="14233" y="2852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6" name="Freeform: Shape 1275">
                <a:extLst>
                  <a:ext uri="{FF2B5EF4-FFF2-40B4-BE49-F238E27FC236}">
                    <a16:creationId xmlns:a16="http://schemas.microsoft.com/office/drawing/2014/main" id="{DB133F4E-6D35-0D06-959D-9D13662D6F78}"/>
                  </a:ext>
                </a:extLst>
              </p:cNvPr>
              <p:cNvSpPr/>
              <p:nvPr/>
            </p:nvSpPr>
            <p:spPr>
              <a:xfrm>
                <a:off x="5242992" y="4452591"/>
                <a:ext cx="28356" cy="28397"/>
              </a:xfrm>
              <a:custGeom>
                <a:avLst/>
                <a:gdLst>
                  <a:gd name="connsiteX0" fmla="*/ 14233 w 28356"/>
                  <a:gd name="connsiteY0" fmla="*/ 28489 h 28397"/>
                  <a:gd name="connsiteX1" fmla="*/ 24258 w 28356"/>
                  <a:gd name="connsiteY1" fmla="*/ 24331 h 28397"/>
                  <a:gd name="connsiteX2" fmla="*/ 28411 w 28356"/>
                  <a:gd name="connsiteY2" fmla="*/ 14290 h 28397"/>
                  <a:gd name="connsiteX3" fmla="*/ 24258 w 28356"/>
                  <a:gd name="connsiteY3" fmla="*/ 4250 h 28397"/>
                  <a:gd name="connsiteX4" fmla="*/ 14233 w 28356"/>
                  <a:gd name="connsiteY4" fmla="*/ 92 h 28397"/>
                  <a:gd name="connsiteX5" fmla="*/ 4207 w 28356"/>
                  <a:gd name="connsiteY5" fmla="*/ 4250 h 28397"/>
                  <a:gd name="connsiteX6" fmla="*/ 54 w 28356"/>
                  <a:gd name="connsiteY6" fmla="*/ 14290 h 28397"/>
                  <a:gd name="connsiteX7" fmla="*/ 4207 w 28356"/>
                  <a:gd name="connsiteY7" fmla="*/ 24331 h 28397"/>
                  <a:gd name="connsiteX8" fmla="*/ 14233 w 28356"/>
                  <a:gd name="connsiteY8" fmla="*/ 2848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489"/>
                    </a:moveTo>
                    <a:cubicBezTo>
                      <a:pt x="17993" y="28489"/>
                      <a:pt x="21600" y="26993"/>
                      <a:pt x="24258" y="24331"/>
                    </a:cubicBezTo>
                    <a:cubicBezTo>
                      <a:pt x="26917" y="21668"/>
                      <a:pt x="28411" y="18056"/>
                      <a:pt x="28411" y="14290"/>
                    </a:cubicBezTo>
                    <a:cubicBezTo>
                      <a:pt x="28411" y="10525"/>
                      <a:pt x="26917" y="6913"/>
                      <a:pt x="24258" y="4250"/>
                    </a:cubicBezTo>
                    <a:cubicBezTo>
                      <a:pt x="21600" y="1588"/>
                      <a:pt x="17993" y="92"/>
                      <a:pt x="14233" y="92"/>
                    </a:cubicBezTo>
                    <a:cubicBezTo>
                      <a:pt x="10473" y="92"/>
                      <a:pt x="6866" y="1588"/>
                      <a:pt x="4207" y="4250"/>
                    </a:cubicBezTo>
                    <a:cubicBezTo>
                      <a:pt x="1548" y="6913"/>
                      <a:pt x="54" y="10525"/>
                      <a:pt x="54" y="14290"/>
                    </a:cubicBezTo>
                    <a:cubicBezTo>
                      <a:pt x="54" y="18056"/>
                      <a:pt x="1548" y="21668"/>
                      <a:pt x="4207" y="24331"/>
                    </a:cubicBezTo>
                    <a:cubicBezTo>
                      <a:pt x="6866" y="26993"/>
                      <a:pt x="10473" y="28489"/>
                      <a:pt x="14233" y="2848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7" name="Freeform: Shape 1276">
                <a:extLst>
                  <a:ext uri="{FF2B5EF4-FFF2-40B4-BE49-F238E27FC236}">
                    <a16:creationId xmlns:a16="http://schemas.microsoft.com/office/drawing/2014/main" id="{05A0DB9F-F5B1-6C32-E355-5C8218871F08}"/>
                  </a:ext>
                </a:extLst>
              </p:cNvPr>
              <p:cNvSpPr/>
              <p:nvPr/>
            </p:nvSpPr>
            <p:spPr>
              <a:xfrm>
                <a:off x="5235234" y="4844873"/>
                <a:ext cx="28356" cy="28397"/>
              </a:xfrm>
              <a:custGeom>
                <a:avLst/>
                <a:gdLst>
                  <a:gd name="connsiteX0" fmla="*/ 14232 w 28356"/>
                  <a:gd name="connsiteY0" fmla="*/ 28520 h 28397"/>
                  <a:gd name="connsiteX1" fmla="*/ 24258 w 28356"/>
                  <a:gd name="connsiteY1" fmla="*/ 24362 h 28397"/>
                  <a:gd name="connsiteX2" fmla="*/ 28410 w 28356"/>
                  <a:gd name="connsiteY2" fmla="*/ 14321 h 28397"/>
                  <a:gd name="connsiteX3" fmla="*/ 24258 w 28356"/>
                  <a:gd name="connsiteY3" fmla="*/ 4281 h 28397"/>
                  <a:gd name="connsiteX4" fmla="*/ 14232 w 28356"/>
                  <a:gd name="connsiteY4" fmla="*/ 122 h 28397"/>
                  <a:gd name="connsiteX5" fmla="*/ 4207 w 28356"/>
                  <a:gd name="connsiteY5" fmla="*/ 4281 h 28397"/>
                  <a:gd name="connsiteX6" fmla="*/ 54 w 28356"/>
                  <a:gd name="connsiteY6" fmla="*/ 14321 h 28397"/>
                  <a:gd name="connsiteX7" fmla="*/ 4207 w 28356"/>
                  <a:gd name="connsiteY7" fmla="*/ 24362 h 28397"/>
                  <a:gd name="connsiteX8" fmla="*/ 14232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20"/>
                    </a:moveTo>
                    <a:cubicBezTo>
                      <a:pt x="17992" y="28520"/>
                      <a:pt x="21599" y="27024"/>
                      <a:pt x="24258" y="24362"/>
                    </a:cubicBezTo>
                    <a:cubicBezTo>
                      <a:pt x="26917" y="21699"/>
                      <a:pt x="28410" y="18087"/>
                      <a:pt x="28410" y="14321"/>
                    </a:cubicBezTo>
                    <a:cubicBezTo>
                      <a:pt x="28410" y="10556"/>
                      <a:pt x="26917" y="6944"/>
                      <a:pt x="24258" y="4281"/>
                    </a:cubicBezTo>
                    <a:cubicBezTo>
                      <a:pt x="21599" y="1618"/>
                      <a:pt x="17992" y="122"/>
                      <a:pt x="14232" y="122"/>
                    </a:cubicBezTo>
                    <a:cubicBezTo>
                      <a:pt x="10472" y="122"/>
                      <a:pt x="6865" y="1618"/>
                      <a:pt x="4207" y="4281"/>
                    </a:cubicBezTo>
                    <a:cubicBezTo>
                      <a:pt x="1548" y="6944"/>
                      <a:pt x="54" y="10556"/>
                      <a:pt x="54" y="14321"/>
                    </a:cubicBezTo>
                    <a:cubicBezTo>
                      <a:pt x="54" y="18087"/>
                      <a:pt x="1548" y="21699"/>
                      <a:pt x="4207" y="24362"/>
                    </a:cubicBezTo>
                    <a:cubicBezTo>
                      <a:pt x="6865" y="27024"/>
                      <a:pt x="10472" y="28520"/>
                      <a:pt x="14232" y="2852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8" name="Freeform: Shape 1277">
                <a:extLst>
                  <a:ext uri="{FF2B5EF4-FFF2-40B4-BE49-F238E27FC236}">
                    <a16:creationId xmlns:a16="http://schemas.microsoft.com/office/drawing/2014/main" id="{24C6764F-2E13-AB51-F78D-D1646301545A}"/>
                  </a:ext>
                </a:extLst>
              </p:cNvPr>
              <p:cNvSpPr/>
              <p:nvPr/>
            </p:nvSpPr>
            <p:spPr>
              <a:xfrm>
                <a:off x="5227475" y="4734916"/>
                <a:ext cx="28356" cy="28397"/>
              </a:xfrm>
              <a:custGeom>
                <a:avLst/>
                <a:gdLst>
                  <a:gd name="connsiteX0" fmla="*/ 14232 w 28356"/>
                  <a:gd name="connsiteY0" fmla="*/ 28512 h 28397"/>
                  <a:gd name="connsiteX1" fmla="*/ 24257 w 28356"/>
                  <a:gd name="connsiteY1" fmla="*/ 24353 h 28397"/>
                  <a:gd name="connsiteX2" fmla="*/ 28410 w 28356"/>
                  <a:gd name="connsiteY2" fmla="*/ 14313 h 28397"/>
                  <a:gd name="connsiteX3" fmla="*/ 24257 w 28356"/>
                  <a:gd name="connsiteY3" fmla="*/ 4272 h 28397"/>
                  <a:gd name="connsiteX4" fmla="*/ 14232 w 28356"/>
                  <a:gd name="connsiteY4" fmla="*/ 114 h 28397"/>
                  <a:gd name="connsiteX5" fmla="*/ 4206 w 28356"/>
                  <a:gd name="connsiteY5" fmla="*/ 4272 h 28397"/>
                  <a:gd name="connsiteX6" fmla="*/ 53 w 28356"/>
                  <a:gd name="connsiteY6" fmla="*/ 14313 h 28397"/>
                  <a:gd name="connsiteX7" fmla="*/ 4206 w 28356"/>
                  <a:gd name="connsiteY7" fmla="*/ 24353 h 28397"/>
                  <a:gd name="connsiteX8" fmla="*/ 14232 w 28356"/>
                  <a:gd name="connsiteY8" fmla="*/ 2851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12"/>
                    </a:moveTo>
                    <a:cubicBezTo>
                      <a:pt x="17992" y="28512"/>
                      <a:pt x="21598" y="27016"/>
                      <a:pt x="24257" y="24353"/>
                    </a:cubicBezTo>
                    <a:cubicBezTo>
                      <a:pt x="26916" y="21690"/>
                      <a:pt x="28410" y="18078"/>
                      <a:pt x="28410" y="14313"/>
                    </a:cubicBezTo>
                    <a:cubicBezTo>
                      <a:pt x="28410" y="10547"/>
                      <a:pt x="26916" y="6935"/>
                      <a:pt x="24257" y="4272"/>
                    </a:cubicBezTo>
                    <a:cubicBezTo>
                      <a:pt x="21598" y="1610"/>
                      <a:pt x="17992" y="114"/>
                      <a:pt x="14232" y="114"/>
                    </a:cubicBezTo>
                    <a:cubicBezTo>
                      <a:pt x="10471" y="114"/>
                      <a:pt x="6865" y="1610"/>
                      <a:pt x="4206" y="4272"/>
                    </a:cubicBezTo>
                    <a:cubicBezTo>
                      <a:pt x="1547" y="6935"/>
                      <a:pt x="53" y="10547"/>
                      <a:pt x="53" y="14313"/>
                    </a:cubicBezTo>
                    <a:cubicBezTo>
                      <a:pt x="53" y="18078"/>
                      <a:pt x="1547" y="21690"/>
                      <a:pt x="4206" y="24353"/>
                    </a:cubicBezTo>
                    <a:cubicBezTo>
                      <a:pt x="6865" y="27016"/>
                      <a:pt x="10471" y="28512"/>
                      <a:pt x="14232" y="2851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79" name="Freeform: Shape 1278">
                <a:extLst>
                  <a:ext uri="{FF2B5EF4-FFF2-40B4-BE49-F238E27FC236}">
                    <a16:creationId xmlns:a16="http://schemas.microsoft.com/office/drawing/2014/main" id="{30CA6D0A-5AA0-2726-C09E-21AEF02C7A1E}"/>
                  </a:ext>
                </a:extLst>
              </p:cNvPr>
              <p:cNvSpPr/>
              <p:nvPr/>
            </p:nvSpPr>
            <p:spPr>
              <a:xfrm>
                <a:off x="5219717" y="4985589"/>
                <a:ext cx="28356" cy="28397"/>
              </a:xfrm>
              <a:custGeom>
                <a:avLst/>
                <a:gdLst>
                  <a:gd name="connsiteX0" fmla="*/ 14231 w 28356"/>
                  <a:gd name="connsiteY0" fmla="*/ 28531 h 28397"/>
                  <a:gd name="connsiteX1" fmla="*/ 24257 w 28356"/>
                  <a:gd name="connsiteY1" fmla="*/ 24373 h 28397"/>
                  <a:gd name="connsiteX2" fmla="*/ 28409 w 28356"/>
                  <a:gd name="connsiteY2" fmla="*/ 14332 h 28397"/>
                  <a:gd name="connsiteX3" fmla="*/ 24257 w 28356"/>
                  <a:gd name="connsiteY3" fmla="*/ 4292 h 28397"/>
                  <a:gd name="connsiteX4" fmla="*/ 14231 w 28356"/>
                  <a:gd name="connsiteY4" fmla="*/ 133 h 28397"/>
                  <a:gd name="connsiteX5" fmla="*/ 4205 w 28356"/>
                  <a:gd name="connsiteY5" fmla="*/ 4292 h 28397"/>
                  <a:gd name="connsiteX6" fmla="*/ 53 w 28356"/>
                  <a:gd name="connsiteY6" fmla="*/ 14332 h 28397"/>
                  <a:gd name="connsiteX7" fmla="*/ 4205 w 28356"/>
                  <a:gd name="connsiteY7" fmla="*/ 24373 h 28397"/>
                  <a:gd name="connsiteX8" fmla="*/ 14231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1" y="28531"/>
                    </a:moveTo>
                    <a:cubicBezTo>
                      <a:pt x="17991" y="28531"/>
                      <a:pt x="21598" y="27035"/>
                      <a:pt x="24257" y="24373"/>
                    </a:cubicBezTo>
                    <a:cubicBezTo>
                      <a:pt x="26915" y="21710"/>
                      <a:pt x="28409" y="18098"/>
                      <a:pt x="28409" y="14332"/>
                    </a:cubicBezTo>
                    <a:cubicBezTo>
                      <a:pt x="28409" y="10567"/>
                      <a:pt x="26915" y="6955"/>
                      <a:pt x="24257" y="4292"/>
                    </a:cubicBezTo>
                    <a:cubicBezTo>
                      <a:pt x="21598" y="1630"/>
                      <a:pt x="17991" y="133"/>
                      <a:pt x="14231" y="133"/>
                    </a:cubicBezTo>
                    <a:cubicBezTo>
                      <a:pt x="10471" y="133"/>
                      <a:pt x="6864" y="1630"/>
                      <a:pt x="4205" y="4292"/>
                    </a:cubicBezTo>
                    <a:cubicBezTo>
                      <a:pt x="1546" y="6955"/>
                      <a:pt x="53" y="10567"/>
                      <a:pt x="53" y="14332"/>
                    </a:cubicBezTo>
                    <a:cubicBezTo>
                      <a:pt x="53" y="18098"/>
                      <a:pt x="1546" y="21710"/>
                      <a:pt x="4205" y="24373"/>
                    </a:cubicBezTo>
                    <a:cubicBezTo>
                      <a:pt x="6864" y="27035"/>
                      <a:pt x="10471" y="28531"/>
                      <a:pt x="14231"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0" name="Freeform: Shape 1279">
                <a:extLst>
                  <a:ext uri="{FF2B5EF4-FFF2-40B4-BE49-F238E27FC236}">
                    <a16:creationId xmlns:a16="http://schemas.microsoft.com/office/drawing/2014/main" id="{305F2F8A-97A3-7D41-B95C-A302399FD93F}"/>
                  </a:ext>
                </a:extLst>
              </p:cNvPr>
              <p:cNvSpPr/>
              <p:nvPr/>
            </p:nvSpPr>
            <p:spPr>
              <a:xfrm>
                <a:off x="5211958" y="4945457"/>
                <a:ext cx="28356" cy="28397"/>
              </a:xfrm>
              <a:custGeom>
                <a:avLst/>
                <a:gdLst>
                  <a:gd name="connsiteX0" fmla="*/ 14230 w 28356"/>
                  <a:gd name="connsiteY0" fmla="*/ 28528 h 28397"/>
                  <a:gd name="connsiteX1" fmla="*/ 24256 w 28356"/>
                  <a:gd name="connsiteY1" fmla="*/ 24370 h 28397"/>
                  <a:gd name="connsiteX2" fmla="*/ 28409 w 28356"/>
                  <a:gd name="connsiteY2" fmla="*/ 14329 h 28397"/>
                  <a:gd name="connsiteX3" fmla="*/ 24256 w 28356"/>
                  <a:gd name="connsiteY3" fmla="*/ 4289 h 28397"/>
                  <a:gd name="connsiteX4" fmla="*/ 14230 w 28356"/>
                  <a:gd name="connsiteY4" fmla="*/ 130 h 28397"/>
                  <a:gd name="connsiteX5" fmla="*/ 4205 w 28356"/>
                  <a:gd name="connsiteY5" fmla="*/ 4289 h 28397"/>
                  <a:gd name="connsiteX6" fmla="*/ 52 w 28356"/>
                  <a:gd name="connsiteY6" fmla="*/ 14329 h 28397"/>
                  <a:gd name="connsiteX7" fmla="*/ 4205 w 28356"/>
                  <a:gd name="connsiteY7" fmla="*/ 24370 h 28397"/>
                  <a:gd name="connsiteX8" fmla="*/ 14230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28"/>
                    </a:moveTo>
                    <a:cubicBezTo>
                      <a:pt x="17990" y="28528"/>
                      <a:pt x="21597" y="27032"/>
                      <a:pt x="24256" y="24370"/>
                    </a:cubicBezTo>
                    <a:cubicBezTo>
                      <a:pt x="26915" y="21707"/>
                      <a:pt x="28409" y="18095"/>
                      <a:pt x="28409" y="14329"/>
                    </a:cubicBezTo>
                    <a:cubicBezTo>
                      <a:pt x="28409" y="10564"/>
                      <a:pt x="26915" y="6952"/>
                      <a:pt x="24256" y="4289"/>
                    </a:cubicBezTo>
                    <a:cubicBezTo>
                      <a:pt x="21597" y="1626"/>
                      <a:pt x="17990" y="130"/>
                      <a:pt x="14230" y="130"/>
                    </a:cubicBezTo>
                    <a:cubicBezTo>
                      <a:pt x="10470" y="130"/>
                      <a:pt x="6864" y="1626"/>
                      <a:pt x="4205" y="4289"/>
                    </a:cubicBezTo>
                    <a:cubicBezTo>
                      <a:pt x="1546" y="6952"/>
                      <a:pt x="52" y="10564"/>
                      <a:pt x="52" y="14329"/>
                    </a:cubicBezTo>
                    <a:cubicBezTo>
                      <a:pt x="52" y="18095"/>
                      <a:pt x="1546" y="21707"/>
                      <a:pt x="4205" y="24370"/>
                    </a:cubicBezTo>
                    <a:cubicBezTo>
                      <a:pt x="6864" y="27032"/>
                      <a:pt x="10470" y="28528"/>
                      <a:pt x="14230"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1" name="Freeform: Shape 1280">
                <a:extLst>
                  <a:ext uri="{FF2B5EF4-FFF2-40B4-BE49-F238E27FC236}">
                    <a16:creationId xmlns:a16="http://schemas.microsoft.com/office/drawing/2014/main" id="{2C09FA4E-6F01-5763-71C4-ABD635445254}"/>
                  </a:ext>
                </a:extLst>
              </p:cNvPr>
              <p:cNvSpPr/>
              <p:nvPr/>
            </p:nvSpPr>
            <p:spPr>
              <a:xfrm>
                <a:off x="5204201" y="4978540"/>
                <a:ext cx="28356" cy="28397"/>
              </a:xfrm>
              <a:custGeom>
                <a:avLst/>
                <a:gdLst>
                  <a:gd name="connsiteX0" fmla="*/ 14230 w 28356"/>
                  <a:gd name="connsiteY0" fmla="*/ 28531 h 28397"/>
                  <a:gd name="connsiteX1" fmla="*/ 24255 w 28356"/>
                  <a:gd name="connsiteY1" fmla="*/ 24372 h 28397"/>
                  <a:gd name="connsiteX2" fmla="*/ 28408 w 28356"/>
                  <a:gd name="connsiteY2" fmla="*/ 14332 h 28397"/>
                  <a:gd name="connsiteX3" fmla="*/ 24255 w 28356"/>
                  <a:gd name="connsiteY3" fmla="*/ 4292 h 28397"/>
                  <a:gd name="connsiteX4" fmla="*/ 14230 w 28356"/>
                  <a:gd name="connsiteY4" fmla="*/ 133 h 28397"/>
                  <a:gd name="connsiteX5" fmla="*/ 4204 w 28356"/>
                  <a:gd name="connsiteY5" fmla="*/ 4292 h 28397"/>
                  <a:gd name="connsiteX6" fmla="*/ 51 w 28356"/>
                  <a:gd name="connsiteY6" fmla="*/ 14332 h 28397"/>
                  <a:gd name="connsiteX7" fmla="*/ 4204 w 28356"/>
                  <a:gd name="connsiteY7" fmla="*/ 24372 h 28397"/>
                  <a:gd name="connsiteX8" fmla="*/ 1423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31"/>
                    </a:moveTo>
                    <a:cubicBezTo>
                      <a:pt x="17990" y="28531"/>
                      <a:pt x="21597" y="27035"/>
                      <a:pt x="24255" y="24372"/>
                    </a:cubicBezTo>
                    <a:cubicBezTo>
                      <a:pt x="26914" y="21709"/>
                      <a:pt x="28408" y="18098"/>
                      <a:pt x="28408" y="14332"/>
                    </a:cubicBezTo>
                    <a:cubicBezTo>
                      <a:pt x="28408" y="10566"/>
                      <a:pt x="26914" y="6954"/>
                      <a:pt x="24255" y="4292"/>
                    </a:cubicBezTo>
                    <a:cubicBezTo>
                      <a:pt x="21597" y="1629"/>
                      <a:pt x="17990" y="133"/>
                      <a:pt x="14230" y="133"/>
                    </a:cubicBezTo>
                    <a:cubicBezTo>
                      <a:pt x="10470" y="133"/>
                      <a:pt x="6863" y="1629"/>
                      <a:pt x="4204" y="4292"/>
                    </a:cubicBezTo>
                    <a:cubicBezTo>
                      <a:pt x="1545" y="6954"/>
                      <a:pt x="51" y="10566"/>
                      <a:pt x="51" y="14332"/>
                    </a:cubicBezTo>
                    <a:cubicBezTo>
                      <a:pt x="51" y="18098"/>
                      <a:pt x="1545" y="21709"/>
                      <a:pt x="4204" y="24372"/>
                    </a:cubicBezTo>
                    <a:cubicBezTo>
                      <a:pt x="6863" y="27035"/>
                      <a:pt x="10470" y="28531"/>
                      <a:pt x="14230" y="2853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2" name="Freeform: Shape 1281">
                <a:extLst>
                  <a:ext uri="{FF2B5EF4-FFF2-40B4-BE49-F238E27FC236}">
                    <a16:creationId xmlns:a16="http://schemas.microsoft.com/office/drawing/2014/main" id="{A32A797A-D087-B628-89FE-8EC17C7F4AD6}"/>
                  </a:ext>
                </a:extLst>
              </p:cNvPr>
              <p:cNvSpPr/>
              <p:nvPr/>
            </p:nvSpPr>
            <p:spPr>
              <a:xfrm>
                <a:off x="5196442" y="4355016"/>
                <a:ext cx="28356" cy="28397"/>
              </a:xfrm>
              <a:custGeom>
                <a:avLst/>
                <a:gdLst>
                  <a:gd name="connsiteX0" fmla="*/ 14229 w 28356"/>
                  <a:gd name="connsiteY0" fmla="*/ 28482 h 28397"/>
                  <a:gd name="connsiteX1" fmla="*/ 24255 w 28356"/>
                  <a:gd name="connsiteY1" fmla="*/ 24323 h 28397"/>
                  <a:gd name="connsiteX2" fmla="*/ 28407 w 28356"/>
                  <a:gd name="connsiteY2" fmla="*/ 14283 h 28397"/>
                  <a:gd name="connsiteX3" fmla="*/ 24255 w 28356"/>
                  <a:gd name="connsiteY3" fmla="*/ 4243 h 28397"/>
                  <a:gd name="connsiteX4" fmla="*/ 14229 w 28356"/>
                  <a:gd name="connsiteY4" fmla="*/ 84 h 28397"/>
                  <a:gd name="connsiteX5" fmla="*/ 4203 w 28356"/>
                  <a:gd name="connsiteY5" fmla="*/ 4243 h 28397"/>
                  <a:gd name="connsiteX6" fmla="*/ 51 w 28356"/>
                  <a:gd name="connsiteY6" fmla="*/ 14283 h 28397"/>
                  <a:gd name="connsiteX7" fmla="*/ 4203 w 28356"/>
                  <a:gd name="connsiteY7" fmla="*/ 24323 h 28397"/>
                  <a:gd name="connsiteX8" fmla="*/ 14229 w 28356"/>
                  <a:gd name="connsiteY8" fmla="*/ 2848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9" y="28482"/>
                    </a:moveTo>
                    <a:cubicBezTo>
                      <a:pt x="17989" y="28482"/>
                      <a:pt x="21596" y="26986"/>
                      <a:pt x="24255" y="24323"/>
                    </a:cubicBezTo>
                    <a:cubicBezTo>
                      <a:pt x="26914" y="21660"/>
                      <a:pt x="28407" y="18048"/>
                      <a:pt x="28407" y="14283"/>
                    </a:cubicBezTo>
                    <a:cubicBezTo>
                      <a:pt x="28407" y="10517"/>
                      <a:pt x="26914" y="6905"/>
                      <a:pt x="24255" y="4243"/>
                    </a:cubicBezTo>
                    <a:cubicBezTo>
                      <a:pt x="21596" y="1580"/>
                      <a:pt x="17989" y="84"/>
                      <a:pt x="14229" y="84"/>
                    </a:cubicBezTo>
                    <a:cubicBezTo>
                      <a:pt x="10469" y="84"/>
                      <a:pt x="6862" y="1580"/>
                      <a:pt x="4203" y="4243"/>
                    </a:cubicBezTo>
                    <a:cubicBezTo>
                      <a:pt x="1545" y="6905"/>
                      <a:pt x="51" y="10517"/>
                      <a:pt x="51" y="14283"/>
                    </a:cubicBezTo>
                    <a:cubicBezTo>
                      <a:pt x="51" y="18048"/>
                      <a:pt x="1545" y="21660"/>
                      <a:pt x="4203" y="24323"/>
                    </a:cubicBezTo>
                    <a:cubicBezTo>
                      <a:pt x="6862" y="26986"/>
                      <a:pt x="10469" y="28482"/>
                      <a:pt x="14229" y="2848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3" name="Freeform: Shape 1282">
                <a:extLst>
                  <a:ext uri="{FF2B5EF4-FFF2-40B4-BE49-F238E27FC236}">
                    <a16:creationId xmlns:a16="http://schemas.microsoft.com/office/drawing/2014/main" id="{6D959F5D-C3DC-033C-9AFE-70FAB6168007}"/>
                  </a:ext>
                </a:extLst>
              </p:cNvPr>
              <p:cNvSpPr/>
              <p:nvPr/>
            </p:nvSpPr>
            <p:spPr>
              <a:xfrm>
                <a:off x="5188684" y="4841596"/>
                <a:ext cx="28356" cy="28397"/>
              </a:xfrm>
              <a:custGeom>
                <a:avLst/>
                <a:gdLst>
                  <a:gd name="connsiteX0" fmla="*/ 14228 w 28356"/>
                  <a:gd name="connsiteY0" fmla="*/ 28520 h 28397"/>
                  <a:gd name="connsiteX1" fmla="*/ 24254 w 28356"/>
                  <a:gd name="connsiteY1" fmla="*/ 24361 h 28397"/>
                  <a:gd name="connsiteX2" fmla="*/ 28407 w 28356"/>
                  <a:gd name="connsiteY2" fmla="*/ 14321 h 28397"/>
                  <a:gd name="connsiteX3" fmla="*/ 24254 w 28356"/>
                  <a:gd name="connsiteY3" fmla="*/ 4281 h 28397"/>
                  <a:gd name="connsiteX4" fmla="*/ 14228 w 28356"/>
                  <a:gd name="connsiteY4" fmla="*/ 122 h 28397"/>
                  <a:gd name="connsiteX5" fmla="*/ 4203 w 28356"/>
                  <a:gd name="connsiteY5" fmla="*/ 4281 h 28397"/>
                  <a:gd name="connsiteX6" fmla="*/ 50 w 28356"/>
                  <a:gd name="connsiteY6" fmla="*/ 14321 h 28397"/>
                  <a:gd name="connsiteX7" fmla="*/ 4203 w 28356"/>
                  <a:gd name="connsiteY7" fmla="*/ 24361 h 28397"/>
                  <a:gd name="connsiteX8" fmla="*/ 14228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0"/>
                    </a:moveTo>
                    <a:cubicBezTo>
                      <a:pt x="17989" y="28520"/>
                      <a:pt x="21595" y="27024"/>
                      <a:pt x="24254" y="24361"/>
                    </a:cubicBezTo>
                    <a:cubicBezTo>
                      <a:pt x="26913" y="21699"/>
                      <a:pt x="28407" y="18087"/>
                      <a:pt x="28407" y="14321"/>
                    </a:cubicBezTo>
                    <a:cubicBezTo>
                      <a:pt x="28407" y="10555"/>
                      <a:pt x="26913" y="6944"/>
                      <a:pt x="24254" y="4281"/>
                    </a:cubicBezTo>
                    <a:cubicBezTo>
                      <a:pt x="21595" y="1618"/>
                      <a:pt x="17989" y="122"/>
                      <a:pt x="14228" y="122"/>
                    </a:cubicBezTo>
                    <a:cubicBezTo>
                      <a:pt x="10468" y="122"/>
                      <a:pt x="6862" y="1618"/>
                      <a:pt x="4203" y="4281"/>
                    </a:cubicBezTo>
                    <a:cubicBezTo>
                      <a:pt x="1544" y="6944"/>
                      <a:pt x="50" y="10555"/>
                      <a:pt x="50" y="14321"/>
                    </a:cubicBezTo>
                    <a:cubicBezTo>
                      <a:pt x="50" y="18087"/>
                      <a:pt x="1544" y="21699"/>
                      <a:pt x="4203" y="24361"/>
                    </a:cubicBezTo>
                    <a:cubicBezTo>
                      <a:pt x="6862" y="27024"/>
                      <a:pt x="10468" y="28520"/>
                      <a:pt x="14228" y="2852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4" name="Freeform: Shape 1283">
                <a:extLst>
                  <a:ext uri="{FF2B5EF4-FFF2-40B4-BE49-F238E27FC236}">
                    <a16:creationId xmlns:a16="http://schemas.microsoft.com/office/drawing/2014/main" id="{45E59AF2-8EEE-A9CC-93F2-5367DDA3619C}"/>
                  </a:ext>
                </a:extLst>
              </p:cNvPr>
              <p:cNvSpPr/>
              <p:nvPr/>
            </p:nvSpPr>
            <p:spPr>
              <a:xfrm>
                <a:off x="5180925" y="4710773"/>
                <a:ext cx="28356" cy="28397"/>
              </a:xfrm>
              <a:custGeom>
                <a:avLst/>
                <a:gdLst>
                  <a:gd name="connsiteX0" fmla="*/ 14228 w 28356"/>
                  <a:gd name="connsiteY0" fmla="*/ 28510 h 28397"/>
                  <a:gd name="connsiteX1" fmla="*/ 24254 w 28356"/>
                  <a:gd name="connsiteY1" fmla="*/ 24351 h 28397"/>
                  <a:gd name="connsiteX2" fmla="*/ 28406 w 28356"/>
                  <a:gd name="connsiteY2" fmla="*/ 14311 h 28397"/>
                  <a:gd name="connsiteX3" fmla="*/ 24254 w 28356"/>
                  <a:gd name="connsiteY3" fmla="*/ 4271 h 28397"/>
                  <a:gd name="connsiteX4" fmla="*/ 14228 w 28356"/>
                  <a:gd name="connsiteY4" fmla="*/ 112 h 28397"/>
                  <a:gd name="connsiteX5" fmla="*/ 4202 w 28356"/>
                  <a:gd name="connsiteY5" fmla="*/ 4271 h 28397"/>
                  <a:gd name="connsiteX6" fmla="*/ 50 w 28356"/>
                  <a:gd name="connsiteY6" fmla="*/ 14311 h 28397"/>
                  <a:gd name="connsiteX7" fmla="*/ 4202 w 28356"/>
                  <a:gd name="connsiteY7" fmla="*/ 24351 h 28397"/>
                  <a:gd name="connsiteX8" fmla="*/ 14228 w 28356"/>
                  <a:gd name="connsiteY8" fmla="*/ 2851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10"/>
                    </a:moveTo>
                    <a:cubicBezTo>
                      <a:pt x="17988" y="28510"/>
                      <a:pt x="21595" y="27014"/>
                      <a:pt x="24254" y="24351"/>
                    </a:cubicBezTo>
                    <a:cubicBezTo>
                      <a:pt x="26912" y="21688"/>
                      <a:pt x="28406" y="18076"/>
                      <a:pt x="28406" y="14311"/>
                    </a:cubicBezTo>
                    <a:cubicBezTo>
                      <a:pt x="28406" y="10545"/>
                      <a:pt x="26912" y="6933"/>
                      <a:pt x="24254" y="4271"/>
                    </a:cubicBezTo>
                    <a:cubicBezTo>
                      <a:pt x="21595" y="1608"/>
                      <a:pt x="17988" y="112"/>
                      <a:pt x="14228" y="112"/>
                    </a:cubicBezTo>
                    <a:cubicBezTo>
                      <a:pt x="10468" y="112"/>
                      <a:pt x="6861" y="1608"/>
                      <a:pt x="4202" y="4271"/>
                    </a:cubicBezTo>
                    <a:cubicBezTo>
                      <a:pt x="1543" y="6933"/>
                      <a:pt x="50" y="10545"/>
                      <a:pt x="50" y="14311"/>
                    </a:cubicBezTo>
                    <a:cubicBezTo>
                      <a:pt x="50" y="18076"/>
                      <a:pt x="1543" y="21688"/>
                      <a:pt x="4202" y="24351"/>
                    </a:cubicBezTo>
                    <a:cubicBezTo>
                      <a:pt x="6861" y="27014"/>
                      <a:pt x="10468" y="28510"/>
                      <a:pt x="14228" y="2851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5" name="Freeform: Shape 1284">
                <a:extLst>
                  <a:ext uri="{FF2B5EF4-FFF2-40B4-BE49-F238E27FC236}">
                    <a16:creationId xmlns:a16="http://schemas.microsoft.com/office/drawing/2014/main" id="{00504BC9-2C97-422A-8470-D566498ED76B}"/>
                  </a:ext>
                </a:extLst>
              </p:cNvPr>
              <p:cNvSpPr/>
              <p:nvPr/>
            </p:nvSpPr>
            <p:spPr>
              <a:xfrm>
                <a:off x="5173167" y="4955058"/>
                <a:ext cx="28356" cy="28397"/>
              </a:xfrm>
              <a:custGeom>
                <a:avLst/>
                <a:gdLst>
                  <a:gd name="connsiteX0" fmla="*/ 14227 w 28356"/>
                  <a:gd name="connsiteY0" fmla="*/ 28529 h 28397"/>
                  <a:gd name="connsiteX1" fmla="*/ 24253 w 28356"/>
                  <a:gd name="connsiteY1" fmla="*/ 24370 h 28397"/>
                  <a:gd name="connsiteX2" fmla="*/ 28406 w 28356"/>
                  <a:gd name="connsiteY2" fmla="*/ 14330 h 28397"/>
                  <a:gd name="connsiteX3" fmla="*/ 24253 w 28356"/>
                  <a:gd name="connsiteY3" fmla="*/ 4290 h 28397"/>
                  <a:gd name="connsiteX4" fmla="*/ 14227 w 28356"/>
                  <a:gd name="connsiteY4" fmla="*/ 131 h 28397"/>
                  <a:gd name="connsiteX5" fmla="*/ 4202 w 28356"/>
                  <a:gd name="connsiteY5" fmla="*/ 4290 h 28397"/>
                  <a:gd name="connsiteX6" fmla="*/ 49 w 28356"/>
                  <a:gd name="connsiteY6" fmla="*/ 14330 h 28397"/>
                  <a:gd name="connsiteX7" fmla="*/ 4202 w 28356"/>
                  <a:gd name="connsiteY7" fmla="*/ 24370 h 28397"/>
                  <a:gd name="connsiteX8" fmla="*/ 14227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29"/>
                    </a:moveTo>
                    <a:cubicBezTo>
                      <a:pt x="17987" y="28529"/>
                      <a:pt x="21594" y="27033"/>
                      <a:pt x="24253" y="24370"/>
                    </a:cubicBezTo>
                    <a:cubicBezTo>
                      <a:pt x="26912" y="21708"/>
                      <a:pt x="28406" y="18096"/>
                      <a:pt x="28406" y="14330"/>
                    </a:cubicBezTo>
                    <a:cubicBezTo>
                      <a:pt x="28406" y="10564"/>
                      <a:pt x="26912" y="6953"/>
                      <a:pt x="24253" y="4290"/>
                    </a:cubicBezTo>
                    <a:cubicBezTo>
                      <a:pt x="21594" y="1627"/>
                      <a:pt x="17987" y="131"/>
                      <a:pt x="14227" y="131"/>
                    </a:cubicBezTo>
                    <a:cubicBezTo>
                      <a:pt x="10467" y="131"/>
                      <a:pt x="6860" y="1627"/>
                      <a:pt x="4202" y="4290"/>
                    </a:cubicBezTo>
                    <a:cubicBezTo>
                      <a:pt x="1543" y="6953"/>
                      <a:pt x="49" y="10564"/>
                      <a:pt x="49" y="14330"/>
                    </a:cubicBezTo>
                    <a:cubicBezTo>
                      <a:pt x="49" y="18096"/>
                      <a:pt x="1543" y="21708"/>
                      <a:pt x="4202" y="24370"/>
                    </a:cubicBezTo>
                    <a:cubicBezTo>
                      <a:pt x="6860" y="27033"/>
                      <a:pt x="10467" y="28529"/>
                      <a:pt x="14227"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6" name="Freeform: Shape 1285">
                <a:extLst>
                  <a:ext uri="{FF2B5EF4-FFF2-40B4-BE49-F238E27FC236}">
                    <a16:creationId xmlns:a16="http://schemas.microsoft.com/office/drawing/2014/main" id="{8E6229A2-D6DF-4B49-A62A-C2038907B983}"/>
                  </a:ext>
                </a:extLst>
              </p:cNvPr>
              <p:cNvSpPr/>
              <p:nvPr/>
            </p:nvSpPr>
            <p:spPr>
              <a:xfrm>
                <a:off x="5165408" y="4839704"/>
                <a:ext cx="28356" cy="28397"/>
              </a:xfrm>
              <a:custGeom>
                <a:avLst/>
                <a:gdLst>
                  <a:gd name="connsiteX0" fmla="*/ 14227 w 28356"/>
                  <a:gd name="connsiteY0" fmla="*/ 28520 h 28397"/>
                  <a:gd name="connsiteX1" fmla="*/ 24252 w 28356"/>
                  <a:gd name="connsiteY1" fmla="*/ 24361 h 28397"/>
                  <a:gd name="connsiteX2" fmla="*/ 28405 w 28356"/>
                  <a:gd name="connsiteY2" fmla="*/ 14321 h 28397"/>
                  <a:gd name="connsiteX3" fmla="*/ 24252 w 28356"/>
                  <a:gd name="connsiteY3" fmla="*/ 4281 h 28397"/>
                  <a:gd name="connsiteX4" fmla="*/ 14227 w 28356"/>
                  <a:gd name="connsiteY4" fmla="*/ 122 h 28397"/>
                  <a:gd name="connsiteX5" fmla="*/ 4201 w 28356"/>
                  <a:gd name="connsiteY5" fmla="*/ 4281 h 28397"/>
                  <a:gd name="connsiteX6" fmla="*/ 48 w 28356"/>
                  <a:gd name="connsiteY6" fmla="*/ 14321 h 28397"/>
                  <a:gd name="connsiteX7" fmla="*/ 4201 w 28356"/>
                  <a:gd name="connsiteY7" fmla="*/ 24361 h 28397"/>
                  <a:gd name="connsiteX8" fmla="*/ 14227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20"/>
                    </a:moveTo>
                    <a:cubicBezTo>
                      <a:pt x="17987" y="28520"/>
                      <a:pt x="21593" y="27024"/>
                      <a:pt x="24252" y="24361"/>
                    </a:cubicBezTo>
                    <a:cubicBezTo>
                      <a:pt x="26911" y="21699"/>
                      <a:pt x="28405" y="18087"/>
                      <a:pt x="28405" y="14321"/>
                    </a:cubicBezTo>
                    <a:cubicBezTo>
                      <a:pt x="28405" y="10555"/>
                      <a:pt x="26911" y="6943"/>
                      <a:pt x="24252" y="4281"/>
                    </a:cubicBezTo>
                    <a:cubicBezTo>
                      <a:pt x="21593" y="1618"/>
                      <a:pt x="17987" y="122"/>
                      <a:pt x="14227" y="122"/>
                    </a:cubicBezTo>
                    <a:cubicBezTo>
                      <a:pt x="10466" y="122"/>
                      <a:pt x="6860" y="1618"/>
                      <a:pt x="4201" y="4281"/>
                    </a:cubicBezTo>
                    <a:cubicBezTo>
                      <a:pt x="1542" y="6943"/>
                      <a:pt x="48" y="10555"/>
                      <a:pt x="48" y="14321"/>
                    </a:cubicBezTo>
                    <a:cubicBezTo>
                      <a:pt x="48" y="18087"/>
                      <a:pt x="1542" y="21699"/>
                      <a:pt x="4201" y="24361"/>
                    </a:cubicBezTo>
                    <a:cubicBezTo>
                      <a:pt x="6860" y="27024"/>
                      <a:pt x="10466" y="28520"/>
                      <a:pt x="14227" y="2852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7" name="Freeform: Shape 1286">
                <a:extLst>
                  <a:ext uri="{FF2B5EF4-FFF2-40B4-BE49-F238E27FC236}">
                    <a16:creationId xmlns:a16="http://schemas.microsoft.com/office/drawing/2014/main" id="{3060589B-7137-B77F-CA56-026742C46710}"/>
                  </a:ext>
                </a:extLst>
              </p:cNvPr>
              <p:cNvSpPr/>
              <p:nvPr/>
            </p:nvSpPr>
            <p:spPr>
              <a:xfrm>
                <a:off x="5157650" y="4650144"/>
                <a:ext cx="28356" cy="28397"/>
              </a:xfrm>
              <a:custGeom>
                <a:avLst/>
                <a:gdLst>
                  <a:gd name="connsiteX0" fmla="*/ 14226 w 28356"/>
                  <a:gd name="connsiteY0" fmla="*/ 28505 h 28397"/>
                  <a:gd name="connsiteX1" fmla="*/ 24252 w 28356"/>
                  <a:gd name="connsiteY1" fmla="*/ 24346 h 28397"/>
                  <a:gd name="connsiteX2" fmla="*/ 28404 w 28356"/>
                  <a:gd name="connsiteY2" fmla="*/ 14306 h 28397"/>
                  <a:gd name="connsiteX3" fmla="*/ 24252 w 28356"/>
                  <a:gd name="connsiteY3" fmla="*/ 4266 h 28397"/>
                  <a:gd name="connsiteX4" fmla="*/ 14226 w 28356"/>
                  <a:gd name="connsiteY4" fmla="*/ 107 h 28397"/>
                  <a:gd name="connsiteX5" fmla="*/ 4200 w 28356"/>
                  <a:gd name="connsiteY5" fmla="*/ 4266 h 28397"/>
                  <a:gd name="connsiteX6" fmla="*/ 48 w 28356"/>
                  <a:gd name="connsiteY6" fmla="*/ 14306 h 28397"/>
                  <a:gd name="connsiteX7" fmla="*/ 4200 w 28356"/>
                  <a:gd name="connsiteY7" fmla="*/ 24346 h 28397"/>
                  <a:gd name="connsiteX8" fmla="*/ 14226 w 28356"/>
                  <a:gd name="connsiteY8" fmla="*/ 2850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6" y="28505"/>
                    </a:moveTo>
                    <a:cubicBezTo>
                      <a:pt x="17986" y="28505"/>
                      <a:pt x="21593" y="27009"/>
                      <a:pt x="24252" y="24346"/>
                    </a:cubicBezTo>
                    <a:cubicBezTo>
                      <a:pt x="26910" y="21684"/>
                      <a:pt x="28404" y="18072"/>
                      <a:pt x="28404" y="14306"/>
                    </a:cubicBezTo>
                    <a:cubicBezTo>
                      <a:pt x="28404" y="10540"/>
                      <a:pt x="26910" y="6929"/>
                      <a:pt x="24252" y="4266"/>
                    </a:cubicBezTo>
                    <a:cubicBezTo>
                      <a:pt x="21593" y="1603"/>
                      <a:pt x="17986" y="107"/>
                      <a:pt x="14226" y="107"/>
                    </a:cubicBezTo>
                    <a:cubicBezTo>
                      <a:pt x="10466" y="107"/>
                      <a:pt x="6859" y="1603"/>
                      <a:pt x="4200" y="4266"/>
                    </a:cubicBezTo>
                    <a:cubicBezTo>
                      <a:pt x="1542" y="6929"/>
                      <a:pt x="48" y="10540"/>
                      <a:pt x="48" y="14306"/>
                    </a:cubicBezTo>
                    <a:cubicBezTo>
                      <a:pt x="48" y="18072"/>
                      <a:pt x="1542" y="21684"/>
                      <a:pt x="4200" y="24346"/>
                    </a:cubicBezTo>
                    <a:cubicBezTo>
                      <a:pt x="6859" y="27009"/>
                      <a:pt x="10466" y="28505"/>
                      <a:pt x="14226" y="2850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8" name="Freeform: Shape 1287">
                <a:extLst>
                  <a:ext uri="{FF2B5EF4-FFF2-40B4-BE49-F238E27FC236}">
                    <a16:creationId xmlns:a16="http://schemas.microsoft.com/office/drawing/2014/main" id="{6955D3BA-4C7C-F123-01FB-7377ED46EF07}"/>
                  </a:ext>
                </a:extLst>
              </p:cNvPr>
              <p:cNvSpPr/>
              <p:nvPr/>
            </p:nvSpPr>
            <p:spPr>
              <a:xfrm>
                <a:off x="5149892" y="4787380"/>
                <a:ext cx="28356" cy="28397"/>
              </a:xfrm>
              <a:custGeom>
                <a:avLst/>
                <a:gdLst>
                  <a:gd name="connsiteX0" fmla="*/ 14225 w 28356"/>
                  <a:gd name="connsiteY0" fmla="*/ 28516 h 28397"/>
                  <a:gd name="connsiteX1" fmla="*/ 24251 w 28356"/>
                  <a:gd name="connsiteY1" fmla="*/ 24357 h 28397"/>
                  <a:gd name="connsiteX2" fmla="*/ 28404 w 28356"/>
                  <a:gd name="connsiteY2" fmla="*/ 14317 h 28397"/>
                  <a:gd name="connsiteX3" fmla="*/ 24251 w 28356"/>
                  <a:gd name="connsiteY3" fmla="*/ 4277 h 28397"/>
                  <a:gd name="connsiteX4" fmla="*/ 14225 w 28356"/>
                  <a:gd name="connsiteY4" fmla="*/ 118 h 28397"/>
                  <a:gd name="connsiteX5" fmla="*/ 4200 w 28356"/>
                  <a:gd name="connsiteY5" fmla="*/ 4277 h 28397"/>
                  <a:gd name="connsiteX6" fmla="*/ 47 w 28356"/>
                  <a:gd name="connsiteY6" fmla="*/ 14317 h 28397"/>
                  <a:gd name="connsiteX7" fmla="*/ 4200 w 28356"/>
                  <a:gd name="connsiteY7" fmla="*/ 24357 h 28397"/>
                  <a:gd name="connsiteX8" fmla="*/ 14225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16"/>
                    </a:moveTo>
                    <a:cubicBezTo>
                      <a:pt x="17986" y="28516"/>
                      <a:pt x="21592" y="27020"/>
                      <a:pt x="24251" y="24357"/>
                    </a:cubicBezTo>
                    <a:cubicBezTo>
                      <a:pt x="26910" y="21694"/>
                      <a:pt x="28404" y="18082"/>
                      <a:pt x="28404" y="14317"/>
                    </a:cubicBezTo>
                    <a:cubicBezTo>
                      <a:pt x="28404" y="10551"/>
                      <a:pt x="26910" y="6939"/>
                      <a:pt x="24251" y="4277"/>
                    </a:cubicBezTo>
                    <a:cubicBezTo>
                      <a:pt x="21592" y="1614"/>
                      <a:pt x="17986" y="118"/>
                      <a:pt x="14225" y="118"/>
                    </a:cubicBezTo>
                    <a:cubicBezTo>
                      <a:pt x="10465" y="118"/>
                      <a:pt x="6859" y="1614"/>
                      <a:pt x="4200" y="4277"/>
                    </a:cubicBezTo>
                    <a:cubicBezTo>
                      <a:pt x="1541" y="6939"/>
                      <a:pt x="47" y="10551"/>
                      <a:pt x="47" y="14317"/>
                    </a:cubicBezTo>
                    <a:cubicBezTo>
                      <a:pt x="47" y="18082"/>
                      <a:pt x="1541" y="21694"/>
                      <a:pt x="4200" y="24357"/>
                    </a:cubicBezTo>
                    <a:cubicBezTo>
                      <a:pt x="6859" y="27020"/>
                      <a:pt x="10465" y="28516"/>
                      <a:pt x="14225" y="2851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89" name="Freeform: Shape 1288">
                <a:extLst>
                  <a:ext uri="{FF2B5EF4-FFF2-40B4-BE49-F238E27FC236}">
                    <a16:creationId xmlns:a16="http://schemas.microsoft.com/office/drawing/2014/main" id="{C92B4B3C-6B16-3B78-01C9-F1203EF135B7}"/>
                  </a:ext>
                </a:extLst>
              </p:cNvPr>
              <p:cNvSpPr/>
              <p:nvPr/>
            </p:nvSpPr>
            <p:spPr>
              <a:xfrm>
                <a:off x="5142134" y="4592117"/>
                <a:ext cx="28356" cy="28397"/>
              </a:xfrm>
              <a:custGeom>
                <a:avLst/>
                <a:gdLst>
                  <a:gd name="connsiteX0" fmla="*/ 14225 w 28356"/>
                  <a:gd name="connsiteY0" fmla="*/ 28500 h 28397"/>
                  <a:gd name="connsiteX1" fmla="*/ 24250 w 28356"/>
                  <a:gd name="connsiteY1" fmla="*/ 24342 h 28397"/>
                  <a:gd name="connsiteX2" fmla="*/ 28403 w 28356"/>
                  <a:gd name="connsiteY2" fmla="*/ 14301 h 28397"/>
                  <a:gd name="connsiteX3" fmla="*/ 24250 w 28356"/>
                  <a:gd name="connsiteY3" fmla="*/ 4261 h 28397"/>
                  <a:gd name="connsiteX4" fmla="*/ 14225 w 28356"/>
                  <a:gd name="connsiteY4" fmla="*/ 102 h 28397"/>
                  <a:gd name="connsiteX5" fmla="*/ 4199 w 28356"/>
                  <a:gd name="connsiteY5" fmla="*/ 4261 h 28397"/>
                  <a:gd name="connsiteX6" fmla="*/ 46 w 28356"/>
                  <a:gd name="connsiteY6" fmla="*/ 14301 h 28397"/>
                  <a:gd name="connsiteX7" fmla="*/ 4199 w 28356"/>
                  <a:gd name="connsiteY7" fmla="*/ 24342 h 28397"/>
                  <a:gd name="connsiteX8" fmla="*/ 14225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00"/>
                    </a:moveTo>
                    <a:cubicBezTo>
                      <a:pt x="17985" y="28500"/>
                      <a:pt x="21592" y="27004"/>
                      <a:pt x="24250" y="24342"/>
                    </a:cubicBezTo>
                    <a:cubicBezTo>
                      <a:pt x="26909" y="21679"/>
                      <a:pt x="28403" y="18067"/>
                      <a:pt x="28403" y="14301"/>
                    </a:cubicBezTo>
                    <a:cubicBezTo>
                      <a:pt x="28403" y="10536"/>
                      <a:pt x="26909" y="6924"/>
                      <a:pt x="24250" y="4261"/>
                    </a:cubicBezTo>
                    <a:cubicBezTo>
                      <a:pt x="21592" y="1599"/>
                      <a:pt x="17985" y="102"/>
                      <a:pt x="14225" y="102"/>
                    </a:cubicBezTo>
                    <a:cubicBezTo>
                      <a:pt x="10465" y="102"/>
                      <a:pt x="6858" y="1599"/>
                      <a:pt x="4199" y="4261"/>
                    </a:cubicBezTo>
                    <a:cubicBezTo>
                      <a:pt x="1540" y="6924"/>
                      <a:pt x="46" y="10536"/>
                      <a:pt x="46" y="14301"/>
                    </a:cubicBezTo>
                    <a:cubicBezTo>
                      <a:pt x="46" y="18067"/>
                      <a:pt x="1540" y="21679"/>
                      <a:pt x="4199" y="24342"/>
                    </a:cubicBezTo>
                    <a:cubicBezTo>
                      <a:pt x="6858" y="27004"/>
                      <a:pt x="10465" y="28500"/>
                      <a:pt x="14225" y="2850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0" name="Freeform: Shape 1289">
                <a:extLst>
                  <a:ext uri="{FF2B5EF4-FFF2-40B4-BE49-F238E27FC236}">
                    <a16:creationId xmlns:a16="http://schemas.microsoft.com/office/drawing/2014/main" id="{268FC9FD-E4BB-09B7-8D10-4D52D6B01864}"/>
                  </a:ext>
                </a:extLst>
              </p:cNvPr>
              <p:cNvSpPr/>
              <p:nvPr/>
            </p:nvSpPr>
            <p:spPr>
              <a:xfrm>
                <a:off x="5134375" y="4701185"/>
                <a:ext cx="28356" cy="28397"/>
              </a:xfrm>
              <a:custGeom>
                <a:avLst/>
                <a:gdLst>
                  <a:gd name="connsiteX0" fmla="*/ 14224 w 28356"/>
                  <a:gd name="connsiteY0" fmla="*/ 28509 h 28397"/>
                  <a:gd name="connsiteX1" fmla="*/ 24250 w 28356"/>
                  <a:gd name="connsiteY1" fmla="*/ 24350 h 28397"/>
                  <a:gd name="connsiteX2" fmla="*/ 28403 w 28356"/>
                  <a:gd name="connsiteY2" fmla="*/ 14310 h 28397"/>
                  <a:gd name="connsiteX3" fmla="*/ 24250 w 28356"/>
                  <a:gd name="connsiteY3" fmla="*/ 4270 h 28397"/>
                  <a:gd name="connsiteX4" fmla="*/ 14224 w 28356"/>
                  <a:gd name="connsiteY4" fmla="*/ 111 h 28397"/>
                  <a:gd name="connsiteX5" fmla="*/ 4199 w 28356"/>
                  <a:gd name="connsiteY5" fmla="*/ 4270 h 28397"/>
                  <a:gd name="connsiteX6" fmla="*/ 46 w 28356"/>
                  <a:gd name="connsiteY6" fmla="*/ 14310 h 28397"/>
                  <a:gd name="connsiteX7" fmla="*/ 4199 w 28356"/>
                  <a:gd name="connsiteY7" fmla="*/ 24350 h 28397"/>
                  <a:gd name="connsiteX8" fmla="*/ 14224 w 28356"/>
                  <a:gd name="connsiteY8" fmla="*/ 2850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09"/>
                    </a:moveTo>
                    <a:cubicBezTo>
                      <a:pt x="17984" y="28509"/>
                      <a:pt x="21591" y="27013"/>
                      <a:pt x="24250" y="24350"/>
                    </a:cubicBezTo>
                    <a:cubicBezTo>
                      <a:pt x="26909" y="21688"/>
                      <a:pt x="28403" y="18076"/>
                      <a:pt x="28403" y="14310"/>
                    </a:cubicBezTo>
                    <a:cubicBezTo>
                      <a:pt x="28403" y="10544"/>
                      <a:pt x="26909" y="6933"/>
                      <a:pt x="24250" y="4270"/>
                    </a:cubicBezTo>
                    <a:cubicBezTo>
                      <a:pt x="21591" y="1607"/>
                      <a:pt x="17984" y="111"/>
                      <a:pt x="14224" y="111"/>
                    </a:cubicBezTo>
                    <a:cubicBezTo>
                      <a:pt x="10464" y="111"/>
                      <a:pt x="6857" y="1607"/>
                      <a:pt x="4199" y="4270"/>
                    </a:cubicBezTo>
                    <a:cubicBezTo>
                      <a:pt x="1540" y="6933"/>
                      <a:pt x="46" y="10544"/>
                      <a:pt x="46" y="14310"/>
                    </a:cubicBezTo>
                    <a:cubicBezTo>
                      <a:pt x="46" y="18076"/>
                      <a:pt x="1540" y="21688"/>
                      <a:pt x="4199" y="24350"/>
                    </a:cubicBezTo>
                    <a:cubicBezTo>
                      <a:pt x="6857" y="27013"/>
                      <a:pt x="10464" y="28509"/>
                      <a:pt x="14224" y="2850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1" name="Freeform: Shape 1290">
                <a:extLst>
                  <a:ext uri="{FF2B5EF4-FFF2-40B4-BE49-F238E27FC236}">
                    <a16:creationId xmlns:a16="http://schemas.microsoft.com/office/drawing/2014/main" id="{8F1E1F3D-832F-35D9-C0EA-FD75DBA0145E}"/>
                  </a:ext>
                </a:extLst>
              </p:cNvPr>
              <p:cNvSpPr/>
              <p:nvPr/>
            </p:nvSpPr>
            <p:spPr>
              <a:xfrm>
                <a:off x="5126617" y="4885322"/>
                <a:ext cx="28356" cy="28397"/>
              </a:xfrm>
              <a:custGeom>
                <a:avLst/>
                <a:gdLst>
                  <a:gd name="connsiteX0" fmla="*/ 14224 w 28356"/>
                  <a:gd name="connsiteY0" fmla="*/ 28524 h 28397"/>
                  <a:gd name="connsiteX1" fmla="*/ 24249 w 28356"/>
                  <a:gd name="connsiteY1" fmla="*/ 24365 h 28397"/>
                  <a:gd name="connsiteX2" fmla="*/ 28402 w 28356"/>
                  <a:gd name="connsiteY2" fmla="*/ 14325 h 28397"/>
                  <a:gd name="connsiteX3" fmla="*/ 24249 w 28356"/>
                  <a:gd name="connsiteY3" fmla="*/ 4284 h 28397"/>
                  <a:gd name="connsiteX4" fmla="*/ 14224 w 28356"/>
                  <a:gd name="connsiteY4" fmla="*/ 126 h 28397"/>
                  <a:gd name="connsiteX5" fmla="*/ 4198 w 28356"/>
                  <a:gd name="connsiteY5" fmla="*/ 4284 h 28397"/>
                  <a:gd name="connsiteX6" fmla="*/ 45 w 28356"/>
                  <a:gd name="connsiteY6" fmla="*/ 14325 h 28397"/>
                  <a:gd name="connsiteX7" fmla="*/ 4198 w 28356"/>
                  <a:gd name="connsiteY7" fmla="*/ 24365 h 28397"/>
                  <a:gd name="connsiteX8" fmla="*/ 14224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24"/>
                    </a:moveTo>
                    <a:cubicBezTo>
                      <a:pt x="17984" y="28524"/>
                      <a:pt x="21590" y="27027"/>
                      <a:pt x="24249" y="24365"/>
                    </a:cubicBezTo>
                    <a:cubicBezTo>
                      <a:pt x="26908" y="21702"/>
                      <a:pt x="28402" y="18090"/>
                      <a:pt x="28402" y="14325"/>
                    </a:cubicBezTo>
                    <a:cubicBezTo>
                      <a:pt x="28402" y="10559"/>
                      <a:pt x="26908" y="6947"/>
                      <a:pt x="24249" y="4284"/>
                    </a:cubicBezTo>
                    <a:cubicBezTo>
                      <a:pt x="21590" y="1622"/>
                      <a:pt x="17984" y="126"/>
                      <a:pt x="14224" y="126"/>
                    </a:cubicBezTo>
                    <a:cubicBezTo>
                      <a:pt x="10463" y="126"/>
                      <a:pt x="6857" y="1622"/>
                      <a:pt x="4198" y="4284"/>
                    </a:cubicBezTo>
                    <a:cubicBezTo>
                      <a:pt x="1539" y="6947"/>
                      <a:pt x="45" y="10559"/>
                      <a:pt x="45" y="14325"/>
                    </a:cubicBezTo>
                    <a:cubicBezTo>
                      <a:pt x="45" y="18090"/>
                      <a:pt x="1539" y="21702"/>
                      <a:pt x="4198" y="24365"/>
                    </a:cubicBezTo>
                    <a:cubicBezTo>
                      <a:pt x="6857" y="27027"/>
                      <a:pt x="10463" y="28524"/>
                      <a:pt x="14224"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2" name="Freeform: Shape 1291">
                <a:extLst>
                  <a:ext uri="{FF2B5EF4-FFF2-40B4-BE49-F238E27FC236}">
                    <a16:creationId xmlns:a16="http://schemas.microsoft.com/office/drawing/2014/main" id="{A1910D98-CB94-49D7-2D51-AE5995DC9ED4}"/>
                  </a:ext>
                </a:extLst>
              </p:cNvPr>
              <p:cNvSpPr/>
              <p:nvPr/>
            </p:nvSpPr>
            <p:spPr>
              <a:xfrm>
                <a:off x="5118858" y="4958182"/>
                <a:ext cx="28356" cy="28397"/>
              </a:xfrm>
              <a:custGeom>
                <a:avLst/>
                <a:gdLst>
                  <a:gd name="connsiteX0" fmla="*/ 14223 w 28356"/>
                  <a:gd name="connsiteY0" fmla="*/ 28529 h 28397"/>
                  <a:gd name="connsiteX1" fmla="*/ 24249 w 28356"/>
                  <a:gd name="connsiteY1" fmla="*/ 24371 h 28397"/>
                  <a:gd name="connsiteX2" fmla="*/ 28401 w 28356"/>
                  <a:gd name="connsiteY2" fmla="*/ 14330 h 28397"/>
                  <a:gd name="connsiteX3" fmla="*/ 24249 w 28356"/>
                  <a:gd name="connsiteY3" fmla="*/ 4290 h 28397"/>
                  <a:gd name="connsiteX4" fmla="*/ 14223 w 28356"/>
                  <a:gd name="connsiteY4" fmla="*/ 131 h 28397"/>
                  <a:gd name="connsiteX5" fmla="*/ 4197 w 28356"/>
                  <a:gd name="connsiteY5" fmla="*/ 4290 h 28397"/>
                  <a:gd name="connsiteX6" fmla="*/ 45 w 28356"/>
                  <a:gd name="connsiteY6" fmla="*/ 14330 h 28397"/>
                  <a:gd name="connsiteX7" fmla="*/ 4197 w 28356"/>
                  <a:gd name="connsiteY7" fmla="*/ 24371 h 28397"/>
                  <a:gd name="connsiteX8" fmla="*/ 14223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3" y="28529"/>
                    </a:moveTo>
                    <a:cubicBezTo>
                      <a:pt x="17983" y="28529"/>
                      <a:pt x="21590" y="27033"/>
                      <a:pt x="24249" y="24371"/>
                    </a:cubicBezTo>
                    <a:cubicBezTo>
                      <a:pt x="26907" y="21708"/>
                      <a:pt x="28401" y="18096"/>
                      <a:pt x="28401" y="14330"/>
                    </a:cubicBezTo>
                    <a:cubicBezTo>
                      <a:pt x="28401" y="10565"/>
                      <a:pt x="26907" y="6953"/>
                      <a:pt x="24249" y="4290"/>
                    </a:cubicBezTo>
                    <a:cubicBezTo>
                      <a:pt x="21590" y="1627"/>
                      <a:pt x="17983" y="131"/>
                      <a:pt x="14223" y="131"/>
                    </a:cubicBezTo>
                    <a:cubicBezTo>
                      <a:pt x="10463" y="131"/>
                      <a:pt x="6856" y="1627"/>
                      <a:pt x="4197" y="4290"/>
                    </a:cubicBezTo>
                    <a:cubicBezTo>
                      <a:pt x="1539" y="6953"/>
                      <a:pt x="45" y="10565"/>
                      <a:pt x="45" y="14330"/>
                    </a:cubicBezTo>
                    <a:cubicBezTo>
                      <a:pt x="45" y="18096"/>
                      <a:pt x="1539" y="21708"/>
                      <a:pt x="4197" y="24371"/>
                    </a:cubicBezTo>
                    <a:cubicBezTo>
                      <a:pt x="6856" y="27033"/>
                      <a:pt x="10463" y="28529"/>
                      <a:pt x="14223" y="2852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3" name="Freeform: Shape 1292">
                <a:extLst>
                  <a:ext uri="{FF2B5EF4-FFF2-40B4-BE49-F238E27FC236}">
                    <a16:creationId xmlns:a16="http://schemas.microsoft.com/office/drawing/2014/main" id="{60F0F9B9-3317-8ADA-3D5D-C8916D9D857E}"/>
                  </a:ext>
                </a:extLst>
              </p:cNvPr>
              <p:cNvSpPr/>
              <p:nvPr/>
            </p:nvSpPr>
            <p:spPr>
              <a:xfrm>
                <a:off x="5111099" y="4347868"/>
                <a:ext cx="28356" cy="28397"/>
              </a:xfrm>
              <a:custGeom>
                <a:avLst/>
                <a:gdLst>
                  <a:gd name="connsiteX0" fmla="*/ 14222 w 28356"/>
                  <a:gd name="connsiteY0" fmla="*/ 28481 h 28397"/>
                  <a:gd name="connsiteX1" fmla="*/ 24248 w 28356"/>
                  <a:gd name="connsiteY1" fmla="*/ 24322 h 28397"/>
                  <a:gd name="connsiteX2" fmla="*/ 28401 w 28356"/>
                  <a:gd name="connsiteY2" fmla="*/ 14282 h 28397"/>
                  <a:gd name="connsiteX3" fmla="*/ 24248 w 28356"/>
                  <a:gd name="connsiteY3" fmla="*/ 4242 h 28397"/>
                  <a:gd name="connsiteX4" fmla="*/ 14222 w 28356"/>
                  <a:gd name="connsiteY4" fmla="*/ 83 h 28397"/>
                  <a:gd name="connsiteX5" fmla="*/ 4197 w 28356"/>
                  <a:gd name="connsiteY5" fmla="*/ 4242 h 28397"/>
                  <a:gd name="connsiteX6" fmla="*/ 44 w 28356"/>
                  <a:gd name="connsiteY6" fmla="*/ 14282 h 28397"/>
                  <a:gd name="connsiteX7" fmla="*/ 4197 w 28356"/>
                  <a:gd name="connsiteY7" fmla="*/ 24322 h 28397"/>
                  <a:gd name="connsiteX8" fmla="*/ 14222 w 28356"/>
                  <a:gd name="connsiteY8" fmla="*/ 2848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481"/>
                    </a:moveTo>
                    <a:cubicBezTo>
                      <a:pt x="17983" y="28481"/>
                      <a:pt x="21589" y="26985"/>
                      <a:pt x="24248" y="24322"/>
                    </a:cubicBezTo>
                    <a:cubicBezTo>
                      <a:pt x="26907" y="21660"/>
                      <a:pt x="28401" y="18048"/>
                      <a:pt x="28401" y="14282"/>
                    </a:cubicBezTo>
                    <a:cubicBezTo>
                      <a:pt x="28401" y="10517"/>
                      <a:pt x="26907" y="6905"/>
                      <a:pt x="24248" y="4242"/>
                    </a:cubicBezTo>
                    <a:cubicBezTo>
                      <a:pt x="21589" y="1579"/>
                      <a:pt x="17983" y="83"/>
                      <a:pt x="14222" y="83"/>
                    </a:cubicBezTo>
                    <a:cubicBezTo>
                      <a:pt x="10462" y="83"/>
                      <a:pt x="6856" y="1579"/>
                      <a:pt x="4197" y="4242"/>
                    </a:cubicBezTo>
                    <a:cubicBezTo>
                      <a:pt x="1538" y="6905"/>
                      <a:pt x="44" y="10517"/>
                      <a:pt x="44" y="14282"/>
                    </a:cubicBezTo>
                    <a:cubicBezTo>
                      <a:pt x="44" y="18048"/>
                      <a:pt x="1538" y="21660"/>
                      <a:pt x="4197" y="24322"/>
                    </a:cubicBezTo>
                    <a:cubicBezTo>
                      <a:pt x="6856" y="26985"/>
                      <a:pt x="10462" y="28481"/>
                      <a:pt x="14222" y="2848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4" name="Freeform: Shape 1293">
                <a:extLst>
                  <a:ext uri="{FF2B5EF4-FFF2-40B4-BE49-F238E27FC236}">
                    <a16:creationId xmlns:a16="http://schemas.microsoft.com/office/drawing/2014/main" id="{46407C2C-49B2-A6BD-8365-9FF6EF2EC783}"/>
                  </a:ext>
                </a:extLst>
              </p:cNvPr>
              <p:cNvSpPr/>
              <p:nvPr/>
            </p:nvSpPr>
            <p:spPr>
              <a:xfrm>
                <a:off x="5103341" y="4914786"/>
                <a:ext cx="28356" cy="28397"/>
              </a:xfrm>
              <a:custGeom>
                <a:avLst/>
                <a:gdLst>
                  <a:gd name="connsiteX0" fmla="*/ 14222 w 28356"/>
                  <a:gd name="connsiteY0" fmla="*/ 28526 h 28397"/>
                  <a:gd name="connsiteX1" fmla="*/ 24247 w 28356"/>
                  <a:gd name="connsiteY1" fmla="*/ 24367 h 28397"/>
                  <a:gd name="connsiteX2" fmla="*/ 28400 w 28356"/>
                  <a:gd name="connsiteY2" fmla="*/ 14327 h 28397"/>
                  <a:gd name="connsiteX3" fmla="*/ 24247 w 28356"/>
                  <a:gd name="connsiteY3" fmla="*/ 4287 h 28397"/>
                  <a:gd name="connsiteX4" fmla="*/ 14222 w 28356"/>
                  <a:gd name="connsiteY4" fmla="*/ 128 h 28397"/>
                  <a:gd name="connsiteX5" fmla="*/ 4196 w 28356"/>
                  <a:gd name="connsiteY5" fmla="*/ 4287 h 28397"/>
                  <a:gd name="connsiteX6" fmla="*/ 43 w 28356"/>
                  <a:gd name="connsiteY6" fmla="*/ 14327 h 28397"/>
                  <a:gd name="connsiteX7" fmla="*/ 4196 w 28356"/>
                  <a:gd name="connsiteY7" fmla="*/ 24367 h 28397"/>
                  <a:gd name="connsiteX8" fmla="*/ 14222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26"/>
                    </a:moveTo>
                    <a:cubicBezTo>
                      <a:pt x="17982" y="28526"/>
                      <a:pt x="21589" y="27030"/>
                      <a:pt x="24247" y="24367"/>
                    </a:cubicBezTo>
                    <a:cubicBezTo>
                      <a:pt x="26906" y="21704"/>
                      <a:pt x="28400" y="18093"/>
                      <a:pt x="28400" y="14327"/>
                    </a:cubicBezTo>
                    <a:cubicBezTo>
                      <a:pt x="28400" y="10561"/>
                      <a:pt x="26906" y="6949"/>
                      <a:pt x="24247" y="4287"/>
                    </a:cubicBezTo>
                    <a:cubicBezTo>
                      <a:pt x="21589" y="1624"/>
                      <a:pt x="17982" y="128"/>
                      <a:pt x="14222" y="128"/>
                    </a:cubicBezTo>
                    <a:cubicBezTo>
                      <a:pt x="10462" y="128"/>
                      <a:pt x="6855" y="1624"/>
                      <a:pt x="4196" y="4287"/>
                    </a:cubicBezTo>
                    <a:cubicBezTo>
                      <a:pt x="1537" y="6949"/>
                      <a:pt x="43" y="10561"/>
                      <a:pt x="43" y="14327"/>
                    </a:cubicBezTo>
                    <a:cubicBezTo>
                      <a:pt x="43" y="18093"/>
                      <a:pt x="1537" y="21704"/>
                      <a:pt x="4196" y="24367"/>
                    </a:cubicBezTo>
                    <a:cubicBezTo>
                      <a:pt x="6855" y="27030"/>
                      <a:pt x="10462" y="28526"/>
                      <a:pt x="14222" y="2852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5" name="Freeform: Shape 1294">
                <a:extLst>
                  <a:ext uri="{FF2B5EF4-FFF2-40B4-BE49-F238E27FC236}">
                    <a16:creationId xmlns:a16="http://schemas.microsoft.com/office/drawing/2014/main" id="{91ADECD5-3647-3AF1-6A1F-91E6AA6A4944}"/>
                  </a:ext>
                </a:extLst>
              </p:cNvPr>
              <p:cNvSpPr/>
              <p:nvPr/>
            </p:nvSpPr>
            <p:spPr>
              <a:xfrm>
                <a:off x="5095584" y="4935894"/>
                <a:ext cx="28356" cy="28397"/>
              </a:xfrm>
              <a:custGeom>
                <a:avLst/>
                <a:gdLst>
                  <a:gd name="connsiteX0" fmla="*/ 14221 w 28356"/>
                  <a:gd name="connsiteY0" fmla="*/ 28528 h 28397"/>
                  <a:gd name="connsiteX1" fmla="*/ 24247 w 28356"/>
                  <a:gd name="connsiteY1" fmla="*/ 24369 h 28397"/>
                  <a:gd name="connsiteX2" fmla="*/ 28399 w 28356"/>
                  <a:gd name="connsiteY2" fmla="*/ 14329 h 28397"/>
                  <a:gd name="connsiteX3" fmla="*/ 24247 w 28356"/>
                  <a:gd name="connsiteY3" fmla="*/ 4288 h 28397"/>
                  <a:gd name="connsiteX4" fmla="*/ 14221 w 28356"/>
                  <a:gd name="connsiteY4" fmla="*/ 130 h 28397"/>
                  <a:gd name="connsiteX5" fmla="*/ 4196 w 28356"/>
                  <a:gd name="connsiteY5" fmla="*/ 4288 h 28397"/>
                  <a:gd name="connsiteX6" fmla="*/ 43 w 28356"/>
                  <a:gd name="connsiteY6" fmla="*/ 14329 h 28397"/>
                  <a:gd name="connsiteX7" fmla="*/ 4196 w 28356"/>
                  <a:gd name="connsiteY7" fmla="*/ 24369 h 28397"/>
                  <a:gd name="connsiteX8" fmla="*/ 1422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28"/>
                    </a:moveTo>
                    <a:cubicBezTo>
                      <a:pt x="17981" y="28528"/>
                      <a:pt x="21588" y="27031"/>
                      <a:pt x="24247" y="24369"/>
                    </a:cubicBezTo>
                    <a:cubicBezTo>
                      <a:pt x="26906" y="21706"/>
                      <a:pt x="28399" y="18094"/>
                      <a:pt x="28399" y="14329"/>
                    </a:cubicBezTo>
                    <a:cubicBezTo>
                      <a:pt x="28399" y="10563"/>
                      <a:pt x="26906" y="6951"/>
                      <a:pt x="24247" y="4288"/>
                    </a:cubicBezTo>
                    <a:cubicBezTo>
                      <a:pt x="21588" y="1626"/>
                      <a:pt x="17981" y="130"/>
                      <a:pt x="14221" y="130"/>
                    </a:cubicBezTo>
                    <a:cubicBezTo>
                      <a:pt x="10461" y="130"/>
                      <a:pt x="6854" y="1626"/>
                      <a:pt x="4196" y="4288"/>
                    </a:cubicBezTo>
                    <a:cubicBezTo>
                      <a:pt x="1537" y="6951"/>
                      <a:pt x="43" y="10563"/>
                      <a:pt x="43" y="14329"/>
                    </a:cubicBezTo>
                    <a:cubicBezTo>
                      <a:pt x="43" y="18094"/>
                      <a:pt x="1537" y="21706"/>
                      <a:pt x="4196" y="24369"/>
                    </a:cubicBezTo>
                    <a:cubicBezTo>
                      <a:pt x="6854" y="27031"/>
                      <a:pt x="10461" y="28528"/>
                      <a:pt x="14221" y="2852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6" name="Freeform: Shape 1295">
                <a:extLst>
                  <a:ext uri="{FF2B5EF4-FFF2-40B4-BE49-F238E27FC236}">
                    <a16:creationId xmlns:a16="http://schemas.microsoft.com/office/drawing/2014/main" id="{9B30C4B1-B234-2922-7DDF-37317F3431E9}"/>
                  </a:ext>
                </a:extLst>
              </p:cNvPr>
              <p:cNvSpPr/>
              <p:nvPr/>
            </p:nvSpPr>
            <p:spPr>
              <a:xfrm>
                <a:off x="5087825" y="4961764"/>
                <a:ext cx="28356" cy="28397"/>
              </a:xfrm>
              <a:custGeom>
                <a:avLst/>
                <a:gdLst>
                  <a:gd name="connsiteX0" fmla="*/ 14221 w 28356"/>
                  <a:gd name="connsiteY0" fmla="*/ 28530 h 28397"/>
                  <a:gd name="connsiteX1" fmla="*/ 24246 w 28356"/>
                  <a:gd name="connsiteY1" fmla="*/ 24371 h 28397"/>
                  <a:gd name="connsiteX2" fmla="*/ 28399 w 28356"/>
                  <a:gd name="connsiteY2" fmla="*/ 14331 h 28397"/>
                  <a:gd name="connsiteX3" fmla="*/ 24246 w 28356"/>
                  <a:gd name="connsiteY3" fmla="*/ 4290 h 28397"/>
                  <a:gd name="connsiteX4" fmla="*/ 14221 w 28356"/>
                  <a:gd name="connsiteY4" fmla="*/ 132 h 28397"/>
                  <a:gd name="connsiteX5" fmla="*/ 4195 w 28356"/>
                  <a:gd name="connsiteY5" fmla="*/ 4290 h 28397"/>
                  <a:gd name="connsiteX6" fmla="*/ 42 w 28356"/>
                  <a:gd name="connsiteY6" fmla="*/ 14331 h 28397"/>
                  <a:gd name="connsiteX7" fmla="*/ 4195 w 28356"/>
                  <a:gd name="connsiteY7" fmla="*/ 24371 h 28397"/>
                  <a:gd name="connsiteX8" fmla="*/ 14221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30"/>
                    </a:moveTo>
                    <a:cubicBezTo>
                      <a:pt x="17981" y="28530"/>
                      <a:pt x="21587" y="27034"/>
                      <a:pt x="24246" y="24371"/>
                    </a:cubicBezTo>
                    <a:cubicBezTo>
                      <a:pt x="26905" y="21708"/>
                      <a:pt x="28399" y="18096"/>
                      <a:pt x="28399" y="14331"/>
                    </a:cubicBezTo>
                    <a:cubicBezTo>
                      <a:pt x="28399" y="10565"/>
                      <a:pt x="26905" y="6953"/>
                      <a:pt x="24246" y="4290"/>
                    </a:cubicBezTo>
                    <a:cubicBezTo>
                      <a:pt x="21587" y="1628"/>
                      <a:pt x="17981" y="132"/>
                      <a:pt x="14221" y="132"/>
                    </a:cubicBezTo>
                    <a:cubicBezTo>
                      <a:pt x="10460" y="132"/>
                      <a:pt x="6854" y="1628"/>
                      <a:pt x="4195" y="4290"/>
                    </a:cubicBezTo>
                    <a:cubicBezTo>
                      <a:pt x="1536" y="6953"/>
                      <a:pt x="42" y="10565"/>
                      <a:pt x="42" y="14331"/>
                    </a:cubicBezTo>
                    <a:cubicBezTo>
                      <a:pt x="42" y="18096"/>
                      <a:pt x="1536" y="21708"/>
                      <a:pt x="4195" y="24371"/>
                    </a:cubicBezTo>
                    <a:cubicBezTo>
                      <a:pt x="6854" y="27034"/>
                      <a:pt x="10460" y="28530"/>
                      <a:pt x="14221"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7" name="Freeform: Shape 1296">
                <a:extLst>
                  <a:ext uri="{FF2B5EF4-FFF2-40B4-BE49-F238E27FC236}">
                    <a16:creationId xmlns:a16="http://schemas.microsoft.com/office/drawing/2014/main" id="{F1AAF539-BF6B-8105-EA35-F9B39EFBA874}"/>
                  </a:ext>
                </a:extLst>
              </p:cNvPr>
              <p:cNvSpPr/>
              <p:nvPr/>
            </p:nvSpPr>
            <p:spPr>
              <a:xfrm>
                <a:off x="5080066" y="4887494"/>
                <a:ext cx="28356" cy="28397"/>
              </a:xfrm>
              <a:custGeom>
                <a:avLst/>
                <a:gdLst>
                  <a:gd name="connsiteX0" fmla="*/ 14220 w 28356"/>
                  <a:gd name="connsiteY0" fmla="*/ 28524 h 28397"/>
                  <a:gd name="connsiteX1" fmla="*/ 24246 w 28356"/>
                  <a:gd name="connsiteY1" fmla="*/ 24365 h 28397"/>
                  <a:gd name="connsiteX2" fmla="*/ 28398 w 28356"/>
                  <a:gd name="connsiteY2" fmla="*/ 14325 h 28397"/>
                  <a:gd name="connsiteX3" fmla="*/ 24246 w 28356"/>
                  <a:gd name="connsiteY3" fmla="*/ 4285 h 28397"/>
                  <a:gd name="connsiteX4" fmla="*/ 14220 w 28356"/>
                  <a:gd name="connsiteY4" fmla="*/ 126 h 28397"/>
                  <a:gd name="connsiteX5" fmla="*/ 4194 w 28356"/>
                  <a:gd name="connsiteY5" fmla="*/ 4285 h 28397"/>
                  <a:gd name="connsiteX6" fmla="*/ 42 w 28356"/>
                  <a:gd name="connsiteY6" fmla="*/ 14325 h 28397"/>
                  <a:gd name="connsiteX7" fmla="*/ 4194 w 28356"/>
                  <a:gd name="connsiteY7" fmla="*/ 24365 h 28397"/>
                  <a:gd name="connsiteX8" fmla="*/ 14220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0" y="28524"/>
                    </a:moveTo>
                    <a:cubicBezTo>
                      <a:pt x="17980" y="28524"/>
                      <a:pt x="21587" y="27028"/>
                      <a:pt x="24246" y="24365"/>
                    </a:cubicBezTo>
                    <a:cubicBezTo>
                      <a:pt x="26904" y="21702"/>
                      <a:pt x="28398" y="18090"/>
                      <a:pt x="28398" y="14325"/>
                    </a:cubicBezTo>
                    <a:cubicBezTo>
                      <a:pt x="28398" y="10559"/>
                      <a:pt x="26904" y="6947"/>
                      <a:pt x="24246" y="4285"/>
                    </a:cubicBezTo>
                    <a:cubicBezTo>
                      <a:pt x="21587" y="1622"/>
                      <a:pt x="17980" y="126"/>
                      <a:pt x="14220" y="126"/>
                    </a:cubicBezTo>
                    <a:cubicBezTo>
                      <a:pt x="10460" y="126"/>
                      <a:pt x="6853" y="1622"/>
                      <a:pt x="4194" y="4285"/>
                    </a:cubicBezTo>
                    <a:cubicBezTo>
                      <a:pt x="1535" y="6947"/>
                      <a:pt x="42" y="10559"/>
                      <a:pt x="42" y="14325"/>
                    </a:cubicBezTo>
                    <a:cubicBezTo>
                      <a:pt x="42" y="18090"/>
                      <a:pt x="1535" y="21702"/>
                      <a:pt x="4194" y="24365"/>
                    </a:cubicBezTo>
                    <a:cubicBezTo>
                      <a:pt x="6853" y="27028"/>
                      <a:pt x="10460" y="28524"/>
                      <a:pt x="14220"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8" name="Freeform: Shape 1297">
                <a:extLst>
                  <a:ext uri="{FF2B5EF4-FFF2-40B4-BE49-F238E27FC236}">
                    <a16:creationId xmlns:a16="http://schemas.microsoft.com/office/drawing/2014/main" id="{D66AB6DC-4C09-41C4-97F9-6C2EBF12C252}"/>
                  </a:ext>
                </a:extLst>
              </p:cNvPr>
              <p:cNvSpPr/>
              <p:nvPr/>
            </p:nvSpPr>
            <p:spPr>
              <a:xfrm>
                <a:off x="5072308" y="4316931"/>
                <a:ext cx="28356" cy="28397"/>
              </a:xfrm>
              <a:custGeom>
                <a:avLst/>
                <a:gdLst>
                  <a:gd name="connsiteX0" fmla="*/ 14219 w 28356"/>
                  <a:gd name="connsiteY0" fmla="*/ 28479 h 28397"/>
                  <a:gd name="connsiteX1" fmla="*/ 24245 w 28356"/>
                  <a:gd name="connsiteY1" fmla="*/ 24320 h 28397"/>
                  <a:gd name="connsiteX2" fmla="*/ 28398 w 28356"/>
                  <a:gd name="connsiteY2" fmla="*/ 14280 h 28397"/>
                  <a:gd name="connsiteX3" fmla="*/ 24245 w 28356"/>
                  <a:gd name="connsiteY3" fmla="*/ 4240 h 28397"/>
                  <a:gd name="connsiteX4" fmla="*/ 14219 w 28356"/>
                  <a:gd name="connsiteY4" fmla="*/ 81 h 28397"/>
                  <a:gd name="connsiteX5" fmla="*/ 4194 w 28356"/>
                  <a:gd name="connsiteY5" fmla="*/ 4240 h 28397"/>
                  <a:gd name="connsiteX6" fmla="*/ 41 w 28356"/>
                  <a:gd name="connsiteY6" fmla="*/ 14280 h 28397"/>
                  <a:gd name="connsiteX7" fmla="*/ 4194 w 28356"/>
                  <a:gd name="connsiteY7" fmla="*/ 24320 h 28397"/>
                  <a:gd name="connsiteX8" fmla="*/ 14219 w 28356"/>
                  <a:gd name="connsiteY8" fmla="*/ 2847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479"/>
                    </a:moveTo>
                    <a:cubicBezTo>
                      <a:pt x="17979" y="28479"/>
                      <a:pt x="21586" y="26983"/>
                      <a:pt x="24245" y="24320"/>
                    </a:cubicBezTo>
                    <a:cubicBezTo>
                      <a:pt x="26904" y="21657"/>
                      <a:pt x="28398" y="18045"/>
                      <a:pt x="28398" y="14280"/>
                    </a:cubicBezTo>
                    <a:cubicBezTo>
                      <a:pt x="28398" y="10514"/>
                      <a:pt x="26904" y="6902"/>
                      <a:pt x="24245" y="4240"/>
                    </a:cubicBezTo>
                    <a:cubicBezTo>
                      <a:pt x="21586" y="1577"/>
                      <a:pt x="17979" y="81"/>
                      <a:pt x="14219" y="81"/>
                    </a:cubicBezTo>
                    <a:cubicBezTo>
                      <a:pt x="10459" y="81"/>
                      <a:pt x="6852" y="1577"/>
                      <a:pt x="4194" y="4240"/>
                    </a:cubicBezTo>
                    <a:cubicBezTo>
                      <a:pt x="1535" y="6902"/>
                      <a:pt x="41" y="10514"/>
                      <a:pt x="41" y="14280"/>
                    </a:cubicBezTo>
                    <a:cubicBezTo>
                      <a:pt x="41" y="18045"/>
                      <a:pt x="1535" y="21657"/>
                      <a:pt x="4194" y="24320"/>
                    </a:cubicBezTo>
                    <a:cubicBezTo>
                      <a:pt x="6852" y="26983"/>
                      <a:pt x="10459" y="28479"/>
                      <a:pt x="14219" y="2847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299" name="Freeform: Shape 1298">
                <a:extLst>
                  <a:ext uri="{FF2B5EF4-FFF2-40B4-BE49-F238E27FC236}">
                    <a16:creationId xmlns:a16="http://schemas.microsoft.com/office/drawing/2014/main" id="{67B2DE00-9002-CD3E-E36B-9A88E71AFCB7}"/>
                  </a:ext>
                </a:extLst>
              </p:cNvPr>
              <p:cNvSpPr/>
              <p:nvPr/>
            </p:nvSpPr>
            <p:spPr>
              <a:xfrm>
                <a:off x="5064549" y="4765866"/>
                <a:ext cx="28356" cy="28397"/>
              </a:xfrm>
              <a:custGeom>
                <a:avLst/>
                <a:gdLst>
                  <a:gd name="connsiteX0" fmla="*/ 14219 w 28356"/>
                  <a:gd name="connsiteY0" fmla="*/ 28514 h 28397"/>
                  <a:gd name="connsiteX1" fmla="*/ 24244 w 28356"/>
                  <a:gd name="connsiteY1" fmla="*/ 24355 h 28397"/>
                  <a:gd name="connsiteX2" fmla="*/ 28397 w 28356"/>
                  <a:gd name="connsiteY2" fmla="*/ 14315 h 28397"/>
                  <a:gd name="connsiteX3" fmla="*/ 24244 w 28356"/>
                  <a:gd name="connsiteY3" fmla="*/ 4275 h 28397"/>
                  <a:gd name="connsiteX4" fmla="*/ 14219 w 28356"/>
                  <a:gd name="connsiteY4" fmla="*/ 116 h 28397"/>
                  <a:gd name="connsiteX5" fmla="*/ 4193 w 28356"/>
                  <a:gd name="connsiteY5" fmla="*/ 4275 h 28397"/>
                  <a:gd name="connsiteX6" fmla="*/ 40 w 28356"/>
                  <a:gd name="connsiteY6" fmla="*/ 14315 h 28397"/>
                  <a:gd name="connsiteX7" fmla="*/ 4193 w 28356"/>
                  <a:gd name="connsiteY7" fmla="*/ 24355 h 28397"/>
                  <a:gd name="connsiteX8" fmla="*/ 14219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14"/>
                    </a:moveTo>
                    <a:cubicBezTo>
                      <a:pt x="17979" y="28514"/>
                      <a:pt x="21586" y="27018"/>
                      <a:pt x="24244" y="24355"/>
                    </a:cubicBezTo>
                    <a:cubicBezTo>
                      <a:pt x="26903" y="21693"/>
                      <a:pt x="28397" y="18081"/>
                      <a:pt x="28397" y="14315"/>
                    </a:cubicBezTo>
                    <a:cubicBezTo>
                      <a:pt x="28397" y="10550"/>
                      <a:pt x="26903" y="6938"/>
                      <a:pt x="24244" y="4275"/>
                    </a:cubicBezTo>
                    <a:cubicBezTo>
                      <a:pt x="21586" y="1612"/>
                      <a:pt x="17979" y="116"/>
                      <a:pt x="14219" y="116"/>
                    </a:cubicBezTo>
                    <a:cubicBezTo>
                      <a:pt x="10459" y="116"/>
                      <a:pt x="6852" y="1612"/>
                      <a:pt x="4193" y="4275"/>
                    </a:cubicBezTo>
                    <a:cubicBezTo>
                      <a:pt x="1534" y="6938"/>
                      <a:pt x="40" y="10550"/>
                      <a:pt x="40" y="14315"/>
                    </a:cubicBezTo>
                    <a:cubicBezTo>
                      <a:pt x="40" y="18081"/>
                      <a:pt x="1534" y="21693"/>
                      <a:pt x="4193" y="24355"/>
                    </a:cubicBezTo>
                    <a:cubicBezTo>
                      <a:pt x="6852" y="27018"/>
                      <a:pt x="10459" y="28514"/>
                      <a:pt x="14219" y="2851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0" name="Freeform: Shape 1299">
                <a:extLst>
                  <a:ext uri="{FF2B5EF4-FFF2-40B4-BE49-F238E27FC236}">
                    <a16:creationId xmlns:a16="http://schemas.microsoft.com/office/drawing/2014/main" id="{0F271E0E-E360-A625-ED44-D47D3AD861C5}"/>
                  </a:ext>
                </a:extLst>
              </p:cNvPr>
              <p:cNvSpPr/>
              <p:nvPr/>
            </p:nvSpPr>
            <p:spPr>
              <a:xfrm>
                <a:off x="5056791" y="4570565"/>
                <a:ext cx="28356" cy="28397"/>
              </a:xfrm>
              <a:custGeom>
                <a:avLst/>
                <a:gdLst>
                  <a:gd name="connsiteX0" fmla="*/ 14218 w 28356"/>
                  <a:gd name="connsiteY0" fmla="*/ 28499 h 28397"/>
                  <a:gd name="connsiteX1" fmla="*/ 24244 w 28356"/>
                  <a:gd name="connsiteY1" fmla="*/ 24340 h 28397"/>
                  <a:gd name="connsiteX2" fmla="*/ 28396 w 28356"/>
                  <a:gd name="connsiteY2" fmla="*/ 14300 h 28397"/>
                  <a:gd name="connsiteX3" fmla="*/ 24244 w 28356"/>
                  <a:gd name="connsiteY3" fmla="*/ 4260 h 28397"/>
                  <a:gd name="connsiteX4" fmla="*/ 14218 w 28356"/>
                  <a:gd name="connsiteY4" fmla="*/ 101 h 28397"/>
                  <a:gd name="connsiteX5" fmla="*/ 4192 w 28356"/>
                  <a:gd name="connsiteY5" fmla="*/ 4260 h 28397"/>
                  <a:gd name="connsiteX6" fmla="*/ 40 w 28356"/>
                  <a:gd name="connsiteY6" fmla="*/ 14300 h 28397"/>
                  <a:gd name="connsiteX7" fmla="*/ 4192 w 28356"/>
                  <a:gd name="connsiteY7" fmla="*/ 24340 h 28397"/>
                  <a:gd name="connsiteX8" fmla="*/ 14218 w 28356"/>
                  <a:gd name="connsiteY8" fmla="*/ 2849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8" y="28499"/>
                    </a:moveTo>
                    <a:cubicBezTo>
                      <a:pt x="17978" y="28499"/>
                      <a:pt x="21585" y="27003"/>
                      <a:pt x="24244" y="24340"/>
                    </a:cubicBezTo>
                    <a:cubicBezTo>
                      <a:pt x="26903" y="21677"/>
                      <a:pt x="28396" y="18065"/>
                      <a:pt x="28396" y="14300"/>
                    </a:cubicBezTo>
                    <a:cubicBezTo>
                      <a:pt x="28396" y="10534"/>
                      <a:pt x="26903" y="6922"/>
                      <a:pt x="24244" y="4260"/>
                    </a:cubicBezTo>
                    <a:cubicBezTo>
                      <a:pt x="21585" y="1597"/>
                      <a:pt x="17978" y="101"/>
                      <a:pt x="14218" y="101"/>
                    </a:cubicBezTo>
                    <a:cubicBezTo>
                      <a:pt x="10458" y="101"/>
                      <a:pt x="6851" y="1597"/>
                      <a:pt x="4192" y="4260"/>
                    </a:cubicBezTo>
                    <a:cubicBezTo>
                      <a:pt x="1534" y="6922"/>
                      <a:pt x="40" y="10534"/>
                      <a:pt x="40" y="14300"/>
                    </a:cubicBezTo>
                    <a:cubicBezTo>
                      <a:pt x="40" y="18065"/>
                      <a:pt x="1534" y="21677"/>
                      <a:pt x="4192" y="24340"/>
                    </a:cubicBezTo>
                    <a:cubicBezTo>
                      <a:pt x="6851" y="27003"/>
                      <a:pt x="10458" y="28499"/>
                      <a:pt x="14218" y="28499"/>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1" name="Freeform: Shape 1300">
                <a:extLst>
                  <a:ext uri="{FF2B5EF4-FFF2-40B4-BE49-F238E27FC236}">
                    <a16:creationId xmlns:a16="http://schemas.microsoft.com/office/drawing/2014/main" id="{F34ED951-2D19-7C70-C6B6-E872C9CBFB21}"/>
                  </a:ext>
                </a:extLst>
              </p:cNvPr>
              <p:cNvSpPr/>
              <p:nvPr/>
            </p:nvSpPr>
            <p:spPr>
              <a:xfrm>
                <a:off x="5049032" y="4971225"/>
                <a:ext cx="28356" cy="28397"/>
              </a:xfrm>
              <a:custGeom>
                <a:avLst/>
                <a:gdLst>
                  <a:gd name="connsiteX0" fmla="*/ 14217 w 28356"/>
                  <a:gd name="connsiteY0" fmla="*/ 28530 h 28397"/>
                  <a:gd name="connsiteX1" fmla="*/ 24243 w 28356"/>
                  <a:gd name="connsiteY1" fmla="*/ 24372 h 28397"/>
                  <a:gd name="connsiteX2" fmla="*/ 28396 w 28356"/>
                  <a:gd name="connsiteY2" fmla="*/ 14331 h 28397"/>
                  <a:gd name="connsiteX3" fmla="*/ 24243 w 28356"/>
                  <a:gd name="connsiteY3" fmla="*/ 4291 h 28397"/>
                  <a:gd name="connsiteX4" fmla="*/ 14217 w 28356"/>
                  <a:gd name="connsiteY4" fmla="*/ 132 h 28397"/>
                  <a:gd name="connsiteX5" fmla="*/ 4192 w 28356"/>
                  <a:gd name="connsiteY5" fmla="*/ 4291 h 28397"/>
                  <a:gd name="connsiteX6" fmla="*/ 39 w 28356"/>
                  <a:gd name="connsiteY6" fmla="*/ 14331 h 28397"/>
                  <a:gd name="connsiteX7" fmla="*/ 4192 w 28356"/>
                  <a:gd name="connsiteY7" fmla="*/ 24372 h 28397"/>
                  <a:gd name="connsiteX8" fmla="*/ 1421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30"/>
                    </a:moveTo>
                    <a:cubicBezTo>
                      <a:pt x="17978" y="28530"/>
                      <a:pt x="21584" y="27034"/>
                      <a:pt x="24243" y="24372"/>
                    </a:cubicBezTo>
                    <a:cubicBezTo>
                      <a:pt x="26902" y="21709"/>
                      <a:pt x="28396" y="18097"/>
                      <a:pt x="28396" y="14331"/>
                    </a:cubicBezTo>
                    <a:cubicBezTo>
                      <a:pt x="28396" y="10566"/>
                      <a:pt x="26902" y="6954"/>
                      <a:pt x="24243" y="4291"/>
                    </a:cubicBezTo>
                    <a:cubicBezTo>
                      <a:pt x="21584" y="1628"/>
                      <a:pt x="17978" y="132"/>
                      <a:pt x="14217" y="132"/>
                    </a:cubicBezTo>
                    <a:cubicBezTo>
                      <a:pt x="10457" y="132"/>
                      <a:pt x="6851" y="1628"/>
                      <a:pt x="4192" y="4291"/>
                    </a:cubicBezTo>
                    <a:cubicBezTo>
                      <a:pt x="1533" y="6954"/>
                      <a:pt x="39" y="10566"/>
                      <a:pt x="39" y="14331"/>
                    </a:cubicBezTo>
                    <a:cubicBezTo>
                      <a:pt x="39" y="18097"/>
                      <a:pt x="1533" y="21709"/>
                      <a:pt x="4192" y="24372"/>
                    </a:cubicBezTo>
                    <a:cubicBezTo>
                      <a:pt x="6851" y="27034"/>
                      <a:pt x="10457" y="28530"/>
                      <a:pt x="14217"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2" name="Freeform: Shape 1301">
                <a:extLst>
                  <a:ext uri="{FF2B5EF4-FFF2-40B4-BE49-F238E27FC236}">
                    <a16:creationId xmlns:a16="http://schemas.microsoft.com/office/drawing/2014/main" id="{0EDF5AF2-D1DB-26DF-49FD-F244D4B8C457}"/>
                  </a:ext>
                </a:extLst>
              </p:cNvPr>
              <p:cNvSpPr/>
              <p:nvPr/>
            </p:nvSpPr>
            <p:spPr>
              <a:xfrm>
                <a:off x="5041274" y="4433447"/>
                <a:ext cx="28356" cy="28397"/>
              </a:xfrm>
              <a:custGeom>
                <a:avLst/>
                <a:gdLst>
                  <a:gd name="connsiteX0" fmla="*/ 14217 w 28356"/>
                  <a:gd name="connsiteY0" fmla="*/ 28488 h 28397"/>
                  <a:gd name="connsiteX1" fmla="*/ 24242 w 28356"/>
                  <a:gd name="connsiteY1" fmla="*/ 24329 h 28397"/>
                  <a:gd name="connsiteX2" fmla="*/ 28395 w 28356"/>
                  <a:gd name="connsiteY2" fmla="*/ 14289 h 28397"/>
                  <a:gd name="connsiteX3" fmla="*/ 24242 w 28356"/>
                  <a:gd name="connsiteY3" fmla="*/ 4249 h 28397"/>
                  <a:gd name="connsiteX4" fmla="*/ 14217 w 28356"/>
                  <a:gd name="connsiteY4" fmla="*/ 90 h 28397"/>
                  <a:gd name="connsiteX5" fmla="*/ 4191 w 28356"/>
                  <a:gd name="connsiteY5" fmla="*/ 4249 h 28397"/>
                  <a:gd name="connsiteX6" fmla="*/ 39 w 28356"/>
                  <a:gd name="connsiteY6" fmla="*/ 14289 h 28397"/>
                  <a:gd name="connsiteX7" fmla="*/ 4191 w 28356"/>
                  <a:gd name="connsiteY7" fmla="*/ 24329 h 28397"/>
                  <a:gd name="connsiteX8" fmla="*/ 14217 w 28356"/>
                  <a:gd name="connsiteY8" fmla="*/ 2848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488"/>
                    </a:moveTo>
                    <a:cubicBezTo>
                      <a:pt x="17977" y="28488"/>
                      <a:pt x="21584" y="26992"/>
                      <a:pt x="24242" y="24329"/>
                    </a:cubicBezTo>
                    <a:cubicBezTo>
                      <a:pt x="26901" y="21667"/>
                      <a:pt x="28395" y="18055"/>
                      <a:pt x="28395" y="14289"/>
                    </a:cubicBezTo>
                    <a:cubicBezTo>
                      <a:pt x="28395" y="10523"/>
                      <a:pt x="26901" y="6911"/>
                      <a:pt x="24242" y="4249"/>
                    </a:cubicBezTo>
                    <a:cubicBezTo>
                      <a:pt x="21584" y="1586"/>
                      <a:pt x="17977" y="90"/>
                      <a:pt x="14217" y="90"/>
                    </a:cubicBezTo>
                    <a:cubicBezTo>
                      <a:pt x="10457" y="90"/>
                      <a:pt x="6850" y="1586"/>
                      <a:pt x="4191" y="4249"/>
                    </a:cubicBezTo>
                    <a:cubicBezTo>
                      <a:pt x="1532" y="6911"/>
                      <a:pt x="39" y="10523"/>
                      <a:pt x="39" y="14289"/>
                    </a:cubicBezTo>
                    <a:cubicBezTo>
                      <a:pt x="39" y="18055"/>
                      <a:pt x="1532" y="21667"/>
                      <a:pt x="4191" y="24329"/>
                    </a:cubicBezTo>
                    <a:cubicBezTo>
                      <a:pt x="6850" y="26992"/>
                      <a:pt x="10457" y="28488"/>
                      <a:pt x="14217" y="2848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3" name="Freeform: Shape 1302">
                <a:extLst>
                  <a:ext uri="{FF2B5EF4-FFF2-40B4-BE49-F238E27FC236}">
                    <a16:creationId xmlns:a16="http://schemas.microsoft.com/office/drawing/2014/main" id="{73A724E0-2B0F-97D2-D358-A180DF461B20}"/>
                  </a:ext>
                </a:extLst>
              </p:cNvPr>
              <p:cNvSpPr/>
              <p:nvPr/>
            </p:nvSpPr>
            <p:spPr>
              <a:xfrm>
                <a:off x="5033516" y="4762399"/>
                <a:ext cx="28356" cy="28397"/>
              </a:xfrm>
              <a:custGeom>
                <a:avLst/>
                <a:gdLst>
                  <a:gd name="connsiteX0" fmla="*/ 14216 w 28356"/>
                  <a:gd name="connsiteY0" fmla="*/ 28514 h 28397"/>
                  <a:gd name="connsiteX1" fmla="*/ 24242 w 28356"/>
                  <a:gd name="connsiteY1" fmla="*/ 24355 h 28397"/>
                  <a:gd name="connsiteX2" fmla="*/ 28395 w 28356"/>
                  <a:gd name="connsiteY2" fmla="*/ 14315 h 28397"/>
                  <a:gd name="connsiteX3" fmla="*/ 24242 w 28356"/>
                  <a:gd name="connsiteY3" fmla="*/ 4275 h 28397"/>
                  <a:gd name="connsiteX4" fmla="*/ 14216 w 28356"/>
                  <a:gd name="connsiteY4" fmla="*/ 116 h 28397"/>
                  <a:gd name="connsiteX5" fmla="*/ 4191 w 28356"/>
                  <a:gd name="connsiteY5" fmla="*/ 4275 h 28397"/>
                  <a:gd name="connsiteX6" fmla="*/ 38 w 28356"/>
                  <a:gd name="connsiteY6" fmla="*/ 14315 h 28397"/>
                  <a:gd name="connsiteX7" fmla="*/ 4191 w 28356"/>
                  <a:gd name="connsiteY7" fmla="*/ 24355 h 28397"/>
                  <a:gd name="connsiteX8" fmla="*/ 14216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14"/>
                    </a:moveTo>
                    <a:cubicBezTo>
                      <a:pt x="17976" y="28514"/>
                      <a:pt x="21583" y="27018"/>
                      <a:pt x="24242" y="24355"/>
                    </a:cubicBezTo>
                    <a:cubicBezTo>
                      <a:pt x="26901" y="21692"/>
                      <a:pt x="28395" y="18081"/>
                      <a:pt x="28395" y="14315"/>
                    </a:cubicBezTo>
                    <a:cubicBezTo>
                      <a:pt x="28395" y="10549"/>
                      <a:pt x="26901" y="6937"/>
                      <a:pt x="24242" y="4275"/>
                    </a:cubicBezTo>
                    <a:cubicBezTo>
                      <a:pt x="21583" y="1612"/>
                      <a:pt x="17976" y="116"/>
                      <a:pt x="14216" y="116"/>
                    </a:cubicBezTo>
                    <a:cubicBezTo>
                      <a:pt x="10456" y="116"/>
                      <a:pt x="6849" y="1612"/>
                      <a:pt x="4191" y="4275"/>
                    </a:cubicBezTo>
                    <a:cubicBezTo>
                      <a:pt x="1532" y="6937"/>
                      <a:pt x="38" y="10549"/>
                      <a:pt x="38" y="14315"/>
                    </a:cubicBezTo>
                    <a:cubicBezTo>
                      <a:pt x="38" y="18081"/>
                      <a:pt x="1532" y="21692"/>
                      <a:pt x="4191" y="24355"/>
                    </a:cubicBezTo>
                    <a:cubicBezTo>
                      <a:pt x="6849" y="27018"/>
                      <a:pt x="10456" y="28514"/>
                      <a:pt x="14216" y="2851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4" name="Freeform: Shape 1303">
                <a:extLst>
                  <a:ext uri="{FF2B5EF4-FFF2-40B4-BE49-F238E27FC236}">
                    <a16:creationId xmlns:a16="http://schemas.microsoft.com/office/drawing/2014/main" id="{6BF27B72-1C64-4249-E727-1887F84983CE}"/>
                  </a:ext>
                </a:extLst>
              </p:cNvPr>
              <p:cNvSpPr/>
              <p:nvPr/>
            </p:nvSpPr>
            <p:spPr>
              <a:xfrm>
                <a:off x="5025758" y="4471926"/>
                <a:ext cx="28356" cy="28397"/>
              </a:xfrm>
              <a:custGeom>
                <a:avLst/>
                <a:gdLst>
                  <a:gd name="connsiteX0" fmla="*/ 14216 w 28356"/>
                  <a:gd name="connsiteY0" fmla="*/ 28491 h 28397"/>
                  <a:gd name="connsiteX1" fmla="*/ 24241 w 28356"/>
                  <a:gd name="connsiteY1" fmla="*/ 24332 h 28397"/>
                  <a:gd name="connsiteX2" fmla="*/ 28394 w 28356"/>
                  <a:gd name="connsiteY2" fmla="*/ 14292 h 28397"/>
                  <a:gd name="connsiteX3" fmla="*/ 24241 w 28356"/>
                  <a:gd name="connsiteY3" fmla="*/ 4252 h 28397"/>
                  <a:gd name="connsiteX4" fmla="*/ 14216 w 28356"/>
                  <a:gd name="connsiteY4" fmla="*/ 93 h 28397"/>
                  <a:gd name="connsiteX5" fmla="*/ 4190 w 28356"/>
                  <a:gd name="connsiteY5" fmla="*/ 4252 h 28397"/>
                  <a:gd name="connsiteX6" fmla="*/ 37 w 28356"/>
                  <a:gd name="connsiteY6" fmla="*/ 14292 h 28397"/>
                  <a:gd name="connsiteX7" fmla="*/ 4190 w 28356"/>
                  <a:gd name="connsiteY7" fmla="*/ 24332 h 28397"/>
                  <a:gd name="connsiteX8" fmla="*/ 14216 w 28356"/>
                  <a:gd name="connsiteY8" fmla="*/ 2849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491"/>
                    </a:moveTo>
                    <a:cubicBezTo>
                      <a:pt x="17976" y="28491"/>
                      <a:pt x="21582" y="26995"/>
                      <a:pt x="24241" y="24332"/>
                    </a:cubicBezTo>
                    <a:cubicBezTo>
                      <a:pt x="26900" y="21670"/>
                      <a:pt x="28394" y="18058"/>
                      <a:pt x="28394" y="14292"/>
                    </a:cubicBezTo>
                    <a:cubicBezTo>
                      <a:pt x="28394" y="10526"/>
                      <a:pt x="26900" y="6914"/>
                      <a:pt x="24241" y="4252"/>
                    </a:cubicBezTo>
                    <a:cubicBezTo>
                      <a:pt x="21582" y="1589"/>
                      <a:pt x="17976" y="93"/>
                      <a:pt x="14216" y="93"/>
                    </a:cubicBezTo>
                    <a:cubicBezTo>
                      <a:pt x="10455" y="93"/>
                      <a:pt x="6849" y="1589"/>
                      <a:pt x="4190" y="4252"/>
                    </a:cubicBezTo>
                    <a:cubicBezTo>
                      <a:pt x="1531" y="6914"/>
                      <a:pt x="37" y="10526"/>
                      <a:pt x="37" y="14292"/>
                    </a:cubicBezTo>
                    <a:cubicBezTo>
                      <a:pt x="37" y="18058"/>
                      <a:pt x="1531" y="21670"/>
                      <a:pt x="4190" y="24332"/>
                    </a:cubicBezTo>
                    <a:cubicBezTo>
                      <a:pt x="6849" y="26995"/>
                      <a:pt x="10455" y="28491"/>
                      <a:pt x="14216" y="2849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5" name="Freeform: Shape 1304">
                <a:extLst>
                  <a:ext uri="{FF2B5EF4-FFF2-40B4-BE49-F238E27FC236}">
                    <a16:creationId xmlns:a16="http://schemas.microsoft.com/office/drawing/2014/main" id="{5D841F71-E228-3305-9289-092F4429FD59}"/>
                  </a:ext>
                </a:extLst>
              </p:cNvPr>
              <p:cNvSpPr/>
              <p:nvPr/>
            </p:nvSpPr>
            <p:spPr>
              <a:xfrm>
                <a:off x="5017999" y="4252246"/>
                <a:ext cx="28356" cy="28397"/>
              </a:xfrm>
              <a:custGeom>
                <a:avLst/>
                <a:gdLst>
                  <a:gd name="connsiteX0" fmla="*/ 14215 w 28356"/>
                  <a:gd name="connsiteY0" fmla="*/ 28474 h 28397"/>
                  <a:gd name="connsiteX1" fmla="*/ 24241 w 28356"/>
                  <a:gd name="connsiteY1" fmla="*/ 24315 h 28397"/>
                  <a:gd name="connsiteX2" fmla="*/ 28393 w 28356"/>
                  <a:gd name="connsiteY2" fmla="*/ 14275 h 28397"/>
                  <a:gd name="connsiteX3" fmla="*/ 24241 w 28356"/>
                  <a:gd name="connsiteY3" fmla="*/ 4234 h 28397"/>
                  <a:gd name="connsiteX4" fmla="*/ 14215 w 28356"/>
                  <a:gd name="connsiteY4" fmla="*/ 76 h 28397"/>
                  <a:gd name="connsiteX5" fmla="*/ 4189 w 28356"/>
                  <a:gd name="connsiteY5" fmla="*/ 4234 h 28397"/>
                  <a:gd name="connsiteX6" fmla="*/ 37 w 28356"/>
                  <a:gd name="connsiteY6" fmla="*/ 14275 h 28397"/>
                  <a:gd name="connsiteX7" fmla="*/ 4189 w 28356"/>
                  <a:gd name="connsiteY7" fmla="*/ 24315 h 28397"/>
                  <a:gd name="connsiteX8" fmla="*/ 14215 w 28356"/>
                  <a:gd name="connsiteY8" fmla="*/ 2847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5" y="28474"/>
                    </a:moveTo>
                    <a:cubicBezTo>
                      <a:pt x="17975" y="28474"/>
                      <a:pt x="21582" y="26978"/>
                      <a:pt x="24241" y="24315"/>
                    </a:cubicBezTo>
                    <a:cubicBezTo>
                      <a:pt x="26899" y="21652"/>
                      <a:pt x="28393" y="18040"/>
                      <a:pt x="28393" y="14275"/>
                    </a:cubicBezTo>
                    <a:cubicBezTo>
                      <a:pt x="28393" y="10509"/>
                      <a:pt x="26899" y="6897"/>
                      <a:pt x="24241" y="4234"/>
                    </a:cubicBezTo>
                    <a:cubicBezTo>
                      <a:pt x="21582" y="1572"/>
                      <a:pt x="17975" y="76"/>
                      <a:pt x="14215" y="76"/>
                    </a:cubicBezTo>
                    <a:cubicBezTo>
                      <a:pt x="10455" y="76"/>
                      <a:pt x="6848" y="1572"/>
                      <a:pt x="4189" y="4234"/>
                    </a:cubicBezTo>
                    <a:cubicBezTo>
                      <a:pt x="1531" y="6897"/>
                      <a:pt x="37" y="10509"/>
                      <a:pt x="37" y="14275"/>
                    </a:cubicBezTo>
                    <a:cubicBezTo>
                      <a:pt x="37" y="18040"/>
                      <a:pt x="1531" y="21652"/>
                      <a:pt x="4189" y="24315"/>
                    </a:cubicBezTo>
                    <a:cubicBezTo>
                      <a:pt x="6848" y="26978"/>
                      <a:pt x="10455" y="28474"/>
                      <a:pt x="14215" y="2847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6" name="Freeform: Shape 1305">
                <a:extLst>
                  <a:ext uri="{FF2B5EF4-FFF2-40B4-BE49-F238E27FC236}">
                    <a16:creationId xmlns:a16="http://schemas.microsoft.com/office/drawing/2014/main" id="{6D39EB2B-9C3A-5379-8E52-46D20914B0F0}"/>
                  </a:ext>
                </a:extLst>
              </p:cNvPr>
              <p:cNvSpPr/>
              <p:nvPr/>
            </p:nvSpPr>
            <p:spPr>
              <a:xfrm>
                <a:off x="5010241" y="4970285"/>
                <a:ext cx="28356" cy="28397"/>
              </a:xfrm>
              <a:custGeom>
                <a:avLst/>
                <a:gdLst>
                  <a:gd name="connsiteX0" fmla="*/ 14214 w 28356"/>
                  <a:gd name="connsiteY0" fmla="*/ 28530 h 28397"/>
                  <a:gd name="connsiteX1" fmla="*/ 24240 w 28356"/>
                  <a:gd name="connsiteY1" fmla="*/ 24371 h 28397"/>
                  <a:gd name="connsiteX2" fmla="*/ 28393 w 28356"/>
                  <a:gd name="connsiteY2" fmla="*/ 14331 h 28397"/>
                  <a:gd name="connsiteX3" fmla="*/ 24240 w 28356"/>
                  <a:gd name="connsiteY3" fmla="*/ 4291 h 28397"/>
                  <a:gd name="connsiteX4" fmla="*/ 14214 w 28356"/>
                  <a:gd name="connsiteY4" fmla="*/ 132 h 28397"/>
                  <a:gd name="connsiteX5" fmla="*/ 4189 w 28356"/>
                  <a:gd name="connsiteY5" fmla="*/ 4291 h 28397"/>
                  <a:gd name="connsiteX6" fmla="*/ 36 w 28356"/>
                  <a:gd name="connsiteY6" fmla="*/ 14331 h 28397"/>
                  <a:gd name="connsiteX7" fmla="*/ 4189 w 28356"/>
                  <a:gd name="connsiteY7" fmla="*/ 24371 h 28397"/>
                  <a:gd name="connsiteX8" fmla="*/ 14214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30"/>
                    </a:moveTo>
                    <a:cubicBezTo>
                      <a:pt x="17975" y="28530"/>
                      <a:pt x="21581" y="27034"/>
                      <a:pt x="24240" y="24371"/>
                    </a:cubicBezTo>
                    <a:cubicBezTo>
                      <a:pt x="26899" y="21709"/>
                      <a:pt x="28393" y="18097"/>
                      <a:pt x="28393" y="14331"/>
                    </a:cubicBezTo>
                    <a:cubicBezTo>
                      <a:pt x="28393" y="10566"/>
                      <a:pt x="26899" y="6954"/>
                      <a:pt x="24240" y="4291"/>
                    </a:cubicBezTo>
                    <a:cubicBezTo>
                      <a:pt x="21581" y="1628"/>
                      <a:pt x="17975" y="132"/>
                      <a:pt x="14214" y="132"/>
                    </a:cubicBezTo>
                    <a:cubicBezTo>
                      <a:pt x="10454" y="132"/>
                      <a:pt x="6848" y="1628"/>
                      <a:pt x="4189" y="4291"/>
                    </a:cubicBezTo>
                    <a:cubicBezTo>
                      <a:pt x="1530" y="6954"/>
                      <a:pt x="36" y="10566"/>
                      <a:pt x="36" y="14331"/>
                    </a:cubicBezTo>
                    <a:cubicBezTo>
                      <a:pt x="36" y="18097"/>
                      <a:pt x="1530" y="21709"/>
                      <a:pt x="4189" y="24371"/>
                    </a:cubicBezTo>
                    <a:cubicBezTo>
                      <a:pt x="6848" y="27034"/>
                      <a:pt x="10454" y="28530"/>
                      <a:pt x="14214" y="28530"/>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7" name="Freeform: Shape 1306">
                <a:extLst>
                  <a:ext uri="{FF2B5EF4-FFF2-40B4-BE49-F238E27FC236}">
                    <a16:creationId xmlns:a16="http://schemas.microsoft.com/office/drawing/2014/main" id="{805C9439-606E-D0EB-4DB8-45ECCFC7A2DE}"/>
                  </a:ext>
                </a:extLst>
              </p:cNvPr>
              <p:cNvSpPr/>
              <p:nvPr/>
            </p:nvSpPr>
            <p:spPr>
              <a:xfrm>
                <a:off x="5002482" y="4888840"/>
                <a:ext cx="28356" cy="28397"/>
              </a:xfrm>
              <a:custGeom>
                <a:avLst/>
                <a:gdLst>
                  <a:gd name="connsiteX0" fmla="*/ 14214 w 28356"/>
                  <a:gd name="connsiteY0" fmla="*/ 28524 h 28397"/>
                  <a:gd name="connsiteX1" fmla="*/ 24239 w 28356"/>
                  <a:gd name="connsiteY1" fmla="*/ 24365 h 28397"/>
                  <a:gd name="connsiteX2" fmla="*/ 28392 w 28356"/>
                  <a:gd name="connsiteY2" fmla="*/ 14325 h 28397"/>
                  <a:gd name="connsiteX3" fmla="*/ 24239 w 28356"/>
                  <a:gd name="connsiteY3" fmla="*/ 4285 h 28397"/>
                  <a:gd name="connsiteX4" fmla="*/ 14214 w 28356"/>
                  <a:gd name="connsiteY4" fmla="*/ 126 h 28397"/>
                  <a:gd name="connsiteX5" fmla="*/ 4188 w 28356"/>
                  <a:gd name="connsiteY5" fmla="*/ 4285 h 28397"/>
                  <a:gd name="connsiteX6" fmla="*/ 35 w 28356"/>
                  <a:gd name="connsiteY6" fmla="*/ 14325 h 28397"/>
                  <a:gd name="connsiteX7" fmla="*/ 4188 w 28356"/>
                  <a:gd name="connsiteY7" fmla="*/ 24365 h 28397"/>
                  <a:gd name="connsiteX8" fmla="*/ 14214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24"/>
                    </a:moveTo>
                    <a:cubicBezTo>
                      <a:pt x="17974" y="28524"/>
                      <a:pt x="21581" y="27028"/>
                      <a:pt x="24239" y="24365"/>
                    </a:cubicBezTo>
                    <a:cubicBezTo>
                      <a:pt x="26898" y="21702"/>
                      <a:pt x="28392" y="18090"/>
                      <a:pt x="28392" y="14325"/>
                    </a:cubicBezTo>
                    <a:cubicBezTo>
                      <a:pt x="28392" y="10559"/>
                      <a:pt x="26898" y="6947"/>
                      <a:pt x="24239" y="4285"/>
                    </a:cubicBezTo>
                    <a:cubicBezTo>
                      <a:pt x="21581" y="1622"/>
                      <a:pt x="17974" y="126"/>
                      <a:pt x="14214" y="126"/>
                    </a:cubicBezTo>
                    <a:cubicBezTo>
                      <a:pt x="10454" y="126"/>
                      <a:pt x="6847" y="1622"/>
                      <a:pt x="4188" y="4285"/>
                    </a:cubicBezTo>
                    <a:cubicBezTo>
                      <a:pt x="1529" y="6947"/>
                      <a:pt x="35" y="10559"/>
                      <a:pt x="35" y="14325"/>
                    </a:cubicBezTo>
                    <a:cubicBezTo>
                      <a:pt x="35" y="18090"/>
                      <a:pt x="1529" y="21702"/>
                      <a:pt x="4188" y="24365"/>
                    </a:cubicBezTo>
                    <a:cubicBezTo>
                      <a:pt x="6847" y="27028"/>
                      <a:pt x="10454" y="28524"/>
                      <a:pt x="14214"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8" name="Freeform: Shape 1307">
                <a:extLst>
                  <a:ext uri="{FF2B5EF4-FFF2-40B4-BE49-F238E27FC236}">
                    <a16:creationId xmlns:a16="http://schemas.microsoft.com/office/drawing/2014/main" id="{DB9CA3C9-C233-F285-29BD-D198085DE317}"/>
                  </a:ext>
                </a:extLst>
              </p:cNvPr>
              <p:cNvSpPr/>
              <p:nvPr/>
            </p:nvSpPr>
            <p:spPr>
              <a:xfrm>
                <a:off x="4994723" y="4534793"/>
                <a:ext cx="28356" cy="28397"/>
              </a:xfrm>
              <a:custGeom>
                <a:avLst/>
                <a:gdLst>
                  <a:gd name="connsiteX0" fmla="*/ 14213 w 28356"/>
                  <a:gd name="connsiteY0" fmla="*/ 28496 h 28397"/>
                  <a:gd name="connsiteX1" fmla="*/ 24239 w 28356"/>
                  <a:gd name="connsiteY1" fmla="*/ 24337 h 28397"/>
                  <a:gd name="connsiteX2" fmla="*/ 28392 w 28356"/>
                  <a:gd name="connsiteY2" fmla="*/ 14297 h 28397"/>
                  <a:gd name="connsiteX3" fmla="*/ 24239 w 28356"/>
                  <a:gd name="connsiteY3" fmla="*/ 4257 h 28397"/>
                  <a:gd name="connsiteX4" fmla="*/ 14213 w 28356"/>
                  <a:gd name="connsiteY4" fmla="*/ 98 h 28397"/>
                  <a:gd name="connsiteX5" fmla="*/ 4188 w 28356"/>
                  <a:gd name="connsiteY5" fmla="*/ 4257 h 28397"/>
                  <a:gd name="connsiteX6" fmla="*/ 35 w 28356"/>
                  <a:gd name="connsiteY6" fmla="*/ 14297 h 28397"/>
                  <a:gd name="connsiteX7" fmla="*/ 4188 w 28356"/>
                  <a:gd name="connsiteY7" fmla="*/ 24337 h 28397"/>
                  <a:gd name="connsiteX8" fmla="*/ 14213 w 28356"/>
                  <a:gd name="connsiteY8" fmla="*/ 2849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496"/>
                    </a:moveTo>
                    <a:cubicBezTo>
                      <a:pt x="17973" y="28496"/>
                      <a:pt x="21580" y="27000"/>
                      <a:pt x="24239" y="24337"/>
                    </a:cubicBezTo>
                    <a:cubicBezTo>
                      <a:pt x="26898" y="21674"/>
                      <a:pt x="28392" y="18063"/>
                      <a:pt x="28392" y="14297"/>
                    </a:cubicBezTo>
                    <a:cubicBezTo>
                      <a:pt x="28392" y="10531"/>
                      <a:pt x="26898" y="6919"/>
                      <a:pt x="24239" y="4257"/>
                    </a:cubicBezTo>
                    <a:cubicBezTo>
                      <a:pt x="21580" y="1594"/>
                      <a:pt x="17973" y="98"/>
                      <a:pt x="14213" y="98"/>
                    </a:cubicBezTo>
                    <a:cubicBezTo>
                      <a:pt x="10453" y="98"/>
                      <a:pt x="6846" y="1594"/>
                      <a:pt x="4188" y="4257"/>
                    </a:cubicBezTo>
                    <a:cubicBezTo>
                      <a:pt x="1529" y="6919"/>
                      <a:pt x="35" y="10531"/>
                      <a:pt x="35" y="14297"/>
                    </a:cubicBezTo>
                    <a:cubicBezTo>
                      <a:pt x="35" y="18063"/>
                      <a:pt x="1529" y="21674"/>
                      <a:pt x="4188" y="24337"/>
                    </a:cubicBezTo>
                    <a:cubicBezTo>
                      <a:pt x="6846" y="27000"/>
                      <a:pt x="10453" y="28496"/>
                      <a:pt x="14213" y="28496"/>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09" name="Freeform: Shape 1308">
                <a:extLst>
                  <a:ext uri="{FF2B5EF4-FFF2-40B4-BE49-F238E27FC236}">
                    <a16:creationId xmlns:a16="http://schemas.microsoft.com/office/drawing/2014/main" id="{E0A003EE-E015-0D66-71D3-67994ADB3743}"/>
                  </a:ext>
                </a:extLst>
              </p:cNvPr>
              <p:cNvSpPr/>
              <p:nvPr/>
            </p:nvSpPr>
            <p:spPr>
              <a:xfrm>
                <a:off x="4986965" y="4737913"/>
                <a:ext cx="28356" cy="28397"/>
              </a:xfrm>
              <a:custGeom>
                <a:avLst/>
                <a:gdLst>
                  <a:gd name="connsiteX0" fmla="*/ 14213 w 28356"/>
                  <a:gd name="connsiteY0" fmla="*/ 28512 h 28397"/>
                  <a:gd name="connsiteX1" fmla="*/ 24238 w 28356"/>
                  <a:gd name="connsiteY1" fmla="*/ 24353 h 28397"/>
                  <a:gd name="connsiteX2" fmla="*/ 28391 w 28356"/>
                  <a:gd name="connsiteY2" fmla="*/ 14313 h 28397"/>
                  <a:gd name="connsiteX3" fmla="*/ 24238 w 28356"/>
                  <a:gd name="connsiteY3" fmla="*/ 4273 h 28397"/>
                  <a:gd name="connsiteX4" fmla="*/ 14213 w 28356"/>
                  <a:gd name="connsiteY4" fmla="*/ 114 h 28397"/>
                  <a:gd name="connsiteX5" fmla="*/ 4187 w 28356"/>
                  <a:gd name="connsiteY5" fmla="*/ 4273 h 28397"/>
                  <a:gd name="connsiteX6" fmla="*/ 34 w 28356"/>
                  <a:gd name="connsiteY6" fmla="*/ 14313 h 28397"/>
                  <a:gd name="connsiteX7" fmla="*/ 4187 w 28356"/>
                  <a:gd name="connsiteY7" fmla="*/ 24353 h 28397"/>
                  <a:gd name="connsiteX8" fmla="*/ 14213 w 28356"/>
                  <a:gd name="connsiteY8" fmla="*/ 2851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12"/>
                    </a:moveTo>
                    <a:cubicBezTo>
                      <a:pt x="17973" y="28512"/>
                      <a:pt x="21579" y="27016"/>
                      <a:pt x="24238" y="24353"/>
                    </a:cubicBezTo>
                    <a:cubicBezTo>
                      <a:pt x="26897" y="21690"/>
                      <a:pt x="28391" y="18079"/>
                      <a:pt x="28391" y="14313"/>
                    </a:cubicBezTo>
                    <a:cubicBezTo>
                      <a:pt x="28391" y="10547"/>
                      <a:pt x="26897" y="6935"/>
                      <a:pt x="24238" y="4273"/>
                    </a:cubicBezTo>
                    <a:cubicBezTo>
                      <a:pt x="21579" y="1610"/>
                      <a:pt x="17973" y="114"/>
                      <a:pt x="14213" y="114"/>
                    </a:cubicBezTo>
                    <a:cubicBezTo>
                      <a:pt x="10452" y="114"/>
                      <a:pt x="6846" y="1610"/>
                      <a:pt x="4187" y="4273"/>
                    </a:cubicBezTo>
                    <a:cubicBezTo>
                      <a:pt x="1528" y="6935"/>
                      <a:pt x="34" y="10547"/>
                      <a:pt x="34" y="14313"/>
                    </a:cubicBezTo>
                    <a:cubicBezTo>
                      <a:pt x="34" y="18079"/>
                      <a:pt x="1528" y="21690"/>
                      <a:pt x="4187" y="24353"/>
                    </a:cubicBezTo>
                    <a:cubicBezTo>
                      <a:pt x="6846" y="27016"/>
                      <a:pt x="10452" y="28512"/>
                      <a:pt x="14213" y="2851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10" name="Freeform: Shape 1309">
                <a:extLst>
                  <a:ext uri="{FF2B5EF4-FFF2-40B4-BE49-F238E27FC236}">
                    <a16:creationId xmlns:a16="http://schemas.microsoft.com/office/drawing/2014/main" id="{09A0C969-665F-7B88-DCFC-A1B9EEB04D4C}"/>
                  </a:ext>
                </a:extLst>
              </p:cNvPr>
              <p:cNvSpPr/>
              <p:nvPr/>
            </p:nvSpPr>
            <p:spPr>
              <a:xfrm>
                <a:off x="4979208" y="4228466"/>
                <a:ext cx="28356" cy="28397"/>
              </a:xfrm>
              <a:custGeom>
                <a:avLst/>
                <a:gdLst>
                  <a:gd name="connsiteX0" fmla="*/ 14212 w 28356"/>
                  <a:gd name="connsiteY0" fmla="*/ 28472 h 28397"/>
                  <a:gd name="connsiteX1" fmla="*/ 24238 w 28356"/>
                  <a:gd name="connsiteY1" fmla="*/ 24313 h 28397"/>
                  <a:gd name="connsiteX2" fmla="*/ 28390 w 28356"/>
                  <a:gd name="connsiteY2" fmla="*/ 14273 h 28397"/>
                  <a:gd name="connsiteX3" fmla="*/ 24238 w 28356"/>
                  <a:gd name="connsiteY3" fmla="*/ 4233 h 28397"/>
                  <a:gd name="connsiteX4" fmla="*/ 14212 w 28356"/>
                  <a:gd name="connsiteY4" fmla="*/ 74 h 28397"/>
                  <a:gd name="connsiteX5" fmla="*/ 4186 w 28356"/>
                  <a:gd name="connsiteY5" fmla="*/ 4233 h 28397"/>
                  <a:gd name="connsiteX6" fmla="*/ 34 w 28356"/>
                  <a:gd name="connsiteY6" fmla="*/ 14273 h 28397"/>
                  <a:gd name="connsiteX7" fmla="*/ 4186 w 28356"/>
                  <a:gd name="connsiteY7" fmla="*/ 24313 h 28397"/>
                  <a:gd name="connsiteX8" fmla="*/ 14212 w 28356"/>
                  <a:gd name="connsiteY8" fmla="*/ 2847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2" y="28472"/>
                    </a:moveTo>
                    <a:cubicBezTo>
                      <a:pt x="17972" y="28472"/>
                      <a:pt x="21579" y="26976"/>
                      <a:pt x="24238" y="24313"/>
                    </a:cubicBezTo>
                    <a:cubicBezTo>
                      <a:pt x="26896" y="21650"/>
                      <a:pt x="28390" y="18038"/>
                      <a:pt x="28390" y="14273"/>
                    </a:cubicBezTo>
                    <a:cubicBezTo>
                      <a:pt x="28390" y="10507"/>
                      <a:pt x="26896" y="6895"/>
                      <a:pt x="24238" y="4233"/>
                    </a:cubicBezTo>
                    <a:cubicBezTo>
                      <a:pt x="21579" y="1570"/>
                      <a:pt x="17972" y="74"/>
                      <a:pt x="14212" y="74"/>
                    </a:cubicBezTo>
                    <a:cubicBezTo>
                      <a:pt x="10452" y="74"/>
                      <a:pt x="6845" y="1570"/>
                      <a:pt x="4186" y="4233"/>
                    </a:cubicBezTo>
                    <a:cubicBezTo>
                      <a:pt x="1528" y="6895"/>
                      <a:pt x="34" y="10507"/>
                      <a:pt x="34" y="14273"/>
                    </a:cubicBezTo>
                    <a:cubicBezTo>
                      <a:pt x="34" y="18038"/>
                      <a:pt x="1528" y="21650"/>
                      <a:pt x="4186" y="24313"/>
                    </a:cubicBezTo>
                    <a:cubicBezTo>
                      <a:pt x="6845" y="26976"/>
                      <a:pt x="10452" y="28472"/>
                      <a:pt x="14212" y="2847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1311" name="Freeform: Shape 1310">
                <a:extLst>
                  <a:ext uri="{FF2B5EF4-FFF2-40B4-BE49-F238E27FC236}">
                    <a16:creationId xmlns:a16="http://schemas.microsoft.com/office/drawing/2014/main" id="{B77CB0D1-BF98-1180-B182-0C170B13B039}"/>
                  </a:ext>
                </a:extLst>
              </p:cNvPr>
              <p:cNvSpPr/>
              <p:nvPr/>
            </p:nvSpPr>
            <p:spPr>
              <a:xfrm>
                <a:off x="4971449" y="4816006"/>
                <a:ext cx="28356" cy="28397"/>
              </a:xfrm>
              <a:custGeom>
                <a:avLst/>
                <a:gdLst>
                  <a:gd name="connsiteX0" fmla="*/ 14211 w 28356"/>
                  <a:gd name="connsiteY0" fmla="*/ 28518 h 28397"/>
                  <a:gd name="connsiteX1" fmla="*/ 24237 w 28356"/>
                  <a:gd name="connsiteY1" fmla="*/ 24359 h 28397"/>
                  <a:gd name="connsiteX2" fmla="*/ 28390 w 28356"/>
                  <a:gd name="connsiteY2" fmla="*/ 14319 h 28397"/>
                  <a:gd name="connsiteX3" fmla="*/ 24237 w 28356"/>
                  <a:gd name="connsiteY3" fmla="*/ 4279 h 28397"/>
                  <a:gd name="connsiteX4" fmla="*/ 14211 w 28356"/>
                  <a:gd name="connsiteY4" fmla="*/ 120 h 28397"/>
                  <a:gd name="connsiteX5" fmla="*/ 4186 w 28356"/>
                  <a:gd name="connsiteY5" fmla="*/ 4279 h 28397"/>
                  <a:gd name="connsiteX6" fmla="*/ 33 w 28356"/>
                  <a:gd name="connsiteY6" fmla="*/ 14319 h 28397"/>
                  <a:gd name="connsiteX7" fmla="*/ 4186 w 28356"/>
                  <a:gd name="connsiteY7" fmla="*/ 24359 h 28397"/>
                  <a:gd name="connsiteX8" fmla="*/ 14211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1" y="28518"/>
                    </a:moveTo>
                    <a:cubicBezTo>
                      <a:pt x="17972" y="28518"/>
                      <a:pt x="21578" y="27022"/>
                      <a:pt x="24237" y="24359"/>
                    </a:cubicBezTo>
                    <a:cubicBezTo>
                      <a:pt x="26896" y="21697"/>
                      <a:pt x="28390" y="18085"/>
                      <a:pt x="28390" y="14319"/>
                    </a:cubicBezTo>
                    <a:cubicBezTo>
                      <a:pt x="28390" y="10553"/>
                      <a:pt x="26896" y="6942"/>
                      <a:pt x="24237" y="4279"/>
                    </a:cubicBezTo>
                    <a:cubicBezTo>
                      <a:pt x="21578" y="1616"/>
                      <a:pt x="17972" y="120"/>
                      <a:pt x="14211" y="120"/>
                    </a:cubicBezTo>
                    <a:cubicBezTo>
                      <a:pt x="10451" y="120"/>
                      <a:pt x="6845" y="1616"/>
                      <a:pt x="4186" y="4279"/>
                    </a:cubicBezTo>
                    <a:cubicBezTo>
                      <a:pt x="1527" y="6942"/>
                      <a:pt x="33" y="10553"/>
                      <a:pt x="33" y="14319"/>
                    </a:cubicBezTo>
                    <a:cubicBezTo>
                      <a:pt x="33" y="18085"/>
                      <a:pt x="1527" y="21697"/>
                      <a:pt x="4186" y="24359"/>
                    </a:cubicBezTo>
                    <a:cubicBezTo>
                      <a:pt x="6845" y="27022"/>
                      <a:pt x="10451" y="28518"/>
                      <a:pt x="14211" y="28518"/>
                    </a:cubicBezTo>
                    <a:close/>
                  </a:path>
                </a:pathLst>
              </a:custGeom>
              <a:solidFill>
                <a:srgbClr val="31A354"/>
              </a:solidFill>
              <a:ln w="12682" cap="flat">
                <a:solidFill>
                  <a:srgbClr val="31A354"/>
                </a:solidFill>
                <a:prstDash val="solid"/>
                <a:round/>
              </a:ln>
            </p:spPr>
            <p:txBody>
              <a:bodyPr rtlCol="0" anchor="ctr"/>
              <a:lstStyle/>
              <a:p>
                <a:endParaRPr lang="en-US" sz="3200"/>
              </a:p>
            </p:txBody>
          </p:sp>
        </p:grpSp>
        <p:grpSp>
          <p:nvGrpSpPr>
            <p:cNvPr id="324" name="Graphic 1994">
              <a:extLst>
                <a:ext uri="{FF2B5EF4-FFF2-40B4-BE49-F238E27FC236}">
                  <a16:creationId xmlns:a16="http://schemas.microsoft.com/office/drawing/2014/main" id="{029EB8FF-1324-D77B-F6D4-EA368D663C73}"/>
                </a:ext>
              </a:extLst>
            </p:cNvPr>
            <p:cNvGrpSpPr/>
            <p:nvPr/>
          </p:nvGrpSpPr>
          <p:grpSpPr>
            <a:xfrm>
              <a:off x="1758422" y="4713308"/>
              <a:ext cx="1767350" cy="1465301"/>
              <a:chOff x="4971449" y="3748098"/>
              <a:chExt cx="1572279" cy="1303569"/>
            </a:xfrm>
          </p:grpSpPr>
          <p:sp>
            <p:nvSpPr>
              <p:cNvPr id="912" name="Freeform: Shape 911">
                <a:extLst>
                  <a:ext uri="{FF2B5EF4-FFF2-40B4-BE49-F238E27FC236}">
                    <a16:creationId xmlns:a16="http://schemas.microsoft.com/office/drawing/2014/main" id="{A374B2AD-F592-9DF5-EECA-ED49FBB8272A}"/>
                  </a:ext>
                </a:extLst>
              </p:cNvPr>
              <p:cNvSpPr/>
              <p:nvPr/>
            </p:nvSpPr>
            <p:spPr>
              <a:xfrm>
                <a:off x="6515372" y="4750118"/>
                <a:ext cx="28356" cy="28397"/>
              </a:xfrm>
              <a:custGeom>
                <a:avLst/>
                <a:gdLst>
                  <a:gd name="connsiteX0" fmla="*/ 14333 w 28356"/>
                  <a:gd name="connsiteY0" fmla="*/ 28513 h 28397"/>
                  <a:gd name="connsiteX1" fmla="*/ 24359 w 28356"/>
                  <a:gd name="connsiteY1" fmla="*/ 24354 h 28397"/>
                  <a:gd name="connsiteX2" fmla="*/ 28511 w 28356"/>
                  <a:gd name="connsiteY2" fmla="*/ 14314 h 28397"/>
                  <a:gd name="connsiteX3" fmla="*/ 24359 w 28356"/>
                  <a:gd name="connsiteY3" fmla="*/ 4274 h 28397"/>
                  <a:gd name="connsiteX4" fmla="*/ 14333 w 28356"/>
                  <a:gd name="connsiteY4" fmla="*/ 115 h 28397"/>
                  <a:gd name="connsiteX5" fmla="*/ 4307 w 28356"/>
                  <a:gd name="connsiteY5" fmla="*/ 4274 h 28397"/>
                  <a:gd name="connsiteX6" fmla="*/ 155 w 28356"/>
                  <a:gd name="connsiteY6" fmla="*/ 14314 h 28397"/>
                  <a:gd name="connsiteX7" fmla="*/ 4307 w 28356"/>
                  <a:gd name="connsiteY7" fmla="*/ 24354 h 28397"/>
                  <a:gd name="connsiteX8" fmla="*/ 14333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3" y="28513"/>
                    </a:moveTo>
                    <a:cubicBezTo>
                      <a:pt x="18093" y="28513"/>
                      <a:pt x="21700" y="27017"/>
                      <a:pt x="24359" y="24354"/>
                    </a:cubicBezTo>
                    <a:cubicBezTo>
                      <a:pt x="27018" y="21691"/>
                      <a:pt x="28511" y="18080"/>
                      <a:pt x="28511" y="14314"/>
                    </a:cubicBezTo>
                    <a:cubicBezTo>
                      <a:pt x="28511" y="10548"/>
                      <a:pt x="27018" y="6936"/>
                      <a:pt x="24359" y="4274"/>
                    </a:cubicBezTo>
                    <a:cubicBezTo>
                      <a:pt x="21700" y="1611"/>
                      <a:pt x="18093" y="115"/>
                      <a:pt x="14333" y="115"/>
                    </a:cubicBezTo>
                    <a:cubicBezTo>
                      <a:pt x="10573" y="115"/>
                      <a:pt x="6966" y="1611"/>
                      <a:pt x="4307" y="4274"/>
                    </a:cubicBezTo>
                    <a:cubicBezTo>
                      <a:pt x="1649" y="6936"/>
                      <a:pt x="155" y="10548"/>
                      <a:pt x="155" y="14314"/>
                    </a:cubicBezTo>
                    <a:cubicBezTo>
                      <a:pt x="155" y="18080"/>
                      <a:pt x="1649" y="21691"/>
                      <a:pt x="4307" y="24354"/>
                    </a:cubicBezTo>
                    <a:cubicBezTo>
                      <a:pt x="6966" y="27017"/>
                      <a:pt x="10573" y="28513"/>
                      <a:pt x="14333"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3" name="Freeform: Shape 912">
                <a:extLst>
                  <a:ext uri="{FF2B5EF4-FFF2-40B4-BE49-F238E27FC236}">
                    <a16:creationId xmlns:a16="http://schemas.microsoft.com/office/drawing/2014/main" id="{1F10BF22-934C-02B7-8A9B-D03D00993B8B}"/>
                  </a:ext>
                </a:extLst>
              </p:cNvPr>
              <p:cNvSpPr/>
              <p:nvPr/>
            </p:nvSpPr>
            <p:spPr>
              <a:xfrm>
                <a:off x="6507611" y="4695038"/>
                <a:ext cx="28356" cy="28397"/>
              </a:xfrm>
              <a:custGeom>
                <a:avLst/>
                <a:gdLst>
                  <a:gd name="connsiteX0" fmla="*/ 14332 w 28356"/>
                  <a:gd name="connsiteY0" fmla="*/ 28509 h 28397"/>
                  <a:gd name="connsiteX1" fmla="*/ 24358 w 28356"/>
                  <a:gd name="connsiteY1" fmla="*/ 24350 h 28397"/>
                  <a:gd name="connsiteX2" fmla="*/ 28511 w 28356"/>
                  <a:gd name="connsiteY2" fmla="*/ 14310 h 28397"/>
                  <a:gd name="connsiteX3" fmla="*/ 24358 w 28356"/>
                  <a:gd name="connsiteY3" fmla="*/ 4269 h 28397"/>
                  <a:gd name="connsiteX4" fmla="*/ 14332 w 28356"/>
                  <a:gd name="connsiteY4" fmla="*/ 111 h 28397"/>
                  <a:gd name="connsiteX5" fmla="*/ 4307 w 28356"/>
                  <a:gd name="connsiteY5" fmla="*/ 4269 h 28397"/>
                  <a:gd name="connsiteX6" fmla="*/ 154 w 28356"/>
                  <a:gd name="connsiteY6" fmla="*/ 14310 h 28397"/>
                  <a:gd name="connsiteX7" fmla="*/ 4307 w 28356"/>
                  <a:gd name="connsiteY7" fmla="*/ 24350 h 28397"/>
                  <a:gd name="connsiteX8" fmla="*/ 14332 w 28356"/>
                  <a:gd name="connsiteY8" fmla="*/ 2850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09"/>
                    </a:moveTo>
                    <a:cubicBezTo>
                      <a:pt x="18093" y="28509"/>
                      <a:pt x="21699" y="27012"/>
                      <a:pt x="24358" y="24350"/>
                    </a:cubicBezTo>
                    <a:cubicBezTo>
                      <a:pt x="27017" y="21687"/>
                      <a:pt x="28511" y="18075"/>
                      <a:pt x="28511" y="14310"/>
                    </a:cubicBezTo>
                    <a:cubicBezTo>
                      <a:pt x="28511" y="10544"/>
                      <a:pt x="27017" y="6932"/>
                      <a:pt x="24358" y="4269"/>
                    </a:cubicBezTo>
                    <a:cubicBezTo>
                      <a:pt x="21699" y="1607"/>
                      <a:pt x="18093" y="111"/>
                      <a:pt x="14332" y="111"/>
                    </a:cubicBezTo>
                    <a:cubicBezTo>
                      <a:pt x="10572" y="111"/>
                      <a:pt x="6966" y="1607"/>
                      <a:pt x="4307" y="4269"/>
                    </a:cubicBezTo>
                    <a:cubicBezTo>
                      <a:pt x="1648" y="6932"/>
                      <a:pt x="154" y="10544"/>
                      <a:pt x="154" y="14310"/>
                    </a:cubicBezTo>
                    <a:cubicBezTo>
                      <a:pt x="154" y="18075"/>
                      <a:pt x="1648" y="21687"/>
                      <a:pt x="4307" y="24350"/>
                    </a:cubicBezTo>
                    <a:cubicBezTo>
                      <a:pt x="6966" y="27012"/>
                      <a:pt x="10572" y="28509"/>
                      <a:pt x="14332" y="2850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4" name="Freeform: Shape 913">
                <a:extLst>
                  <a:ext uri="{FF2B5EF4-FFF2-40B4-BE49-F238E27FC236}">
                    <a16:creationId xmlns:a16="http://schemas.microsoft.com/office/drawing/2014/main" id="{7F2AB303-3634-6F60-CACB-1E4B5732BAB8}"/>
                  </a:ext>
                </a:extLst>
              </p:cNvPr>
              <p:cNvSpPr/>
              <p:nvPr/>
            </p:nvSpPr>
            <p:spPr>
              <a:xfrm>
                <a:off x="6499850" y="4872406"/>
                <a:ext cx="28356" cy="28397"/>
              </a:xfrm>
              <a:custGeom>
                <a:avLst/>
                <a:gdLst>
                  <a:gd name="connsiteX0" fmla="*/ 14332 w 28356"/>
                  <a:gd name="connsiteY0" fmla="*/ 28523 h 28397"/>
                  <a:gd name="connsiteX1" fmla="*/ 24358 w 28356"/>
                  <a:gd name="connsiteY1" fmla="*/ 24364 h 28397"/>
                  <a:gd name="connsiteX2" fmla="*/ 28510 w 28356"/>
                  <a:gd name="connsiteY2" fmla="*/ 14324 h 28397"/>
                  <a:gd name="connsiteX3" fmla="*/ 24358 w 28356"/>
                  <a:gd name="connsiteY3" fmla="*/ 4283 h 28397"/>
                  <a:gd name="connsiteX4" fmla="*/ 14332 w 28356"/>
                  <a:gd name="connsiteY4" fmla="*/ 125 h 28397"/>
                  <a:gd name="connsiteX5" fmla="*/ 4306 w 28356"/>
                  <a:gd name="connsiteY5" fmla="*/ 4283 h 28397"/>
                  <a:gd name="connsiteX6" fmla="*/ 154 w 28356"/>
                  <a:gd name="connsiteY6" fmla="*/ 14324 h 28397"/>
                  <a:gd name="connsiteX7" fmla="*/ 4306 w 28356"/>
                  <a:gd name="connsiteY7" fmla="*/ 24364 h 28397"/>
                  <a:gd name="connsiteX8" fmla="*/ 1433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23"/>
                    </a:moveTo>
                    <a:cubicBezTo>
                      <a:pt x="18092" y="28523"/>
                      <a:pt x="21699" y="27026"/>
                      <a:pt x="24358" y="24364"/>
                    </a:cubicBezTo>
                    <a:cubicBezTo>
                      <a:pt x="27016" y="21701"/>
                      <a:pt x="28510" y="18089"/>
                      <a:pt x="28510" y="14324"/>
                    </a:cubicBezTo>
                    <a:cubicBezTo>
                      <a:pt x="28510" y="10558"/>
                      <a:pt x="27016" y="6946"/>
                      <a:pt x="24358" y="4283"/>
                    </a:cubicBezTo>
                    <a:cubicBezTo>
                      <a:pt x="21699" y="1621"/>
                      <a:pt x="18092" y="125"/>
                      <a:pt x="14332" y="125"/>
                    </a:cubicBezTo>
                    <a:cubicBezTo>
                      <a:pt x="10572" y="125"/>
                      <a:pt x="6965" y="1621"/>
                      <a:pt x="4306" y="4283"/>
                    </a:cubicBezTo>
                    <a:cubicBezTo>
                      <a:pt x="1647" y="6946"/>
                      <a:pt x="154" y="10558"/>
                      <a:pt x="154" y="14324"/>
                    </a:cubicBezTo>
                    <a:cubicBezTo>
                      <a:pt x="154" y="18089"/>
                      <a:pt x="1647" y="21701"/>
                      <a:pt x="4306" y="24364"/>
                    </a:cubicBezTo>
                    <a:cubicBezTo>
                      <a:pt x="6965" y="27026"/>
                      <a:pt x="10572" y="28523"/>
                      <a:pt x="14332"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5" name="Freeform: Shape 914">
                <a:extLst>
                  <a:ext uri="{FF2B5EF4-FFF2-40B4-BE49-F238E27FC236}">
                    <a16:creationId xmlns:a16="http://schemas.microsoft.com/office/drawing/2014/main" id="{4312D9FC-4110-5F39-77CA-B32E4BE644EB}"/>
                  </a:ext>
                </a:extLst>
              </p:cNvPr>
              <p:cNvSpPr/>
              <p:nvPr/>
            </p:nvSpPr>
            <p:spPr>
              <a:xfrm>
                <a:off x="6492089" y="3931978"/>
                <a:ext cx="28356" cy="28397"/>
              </a:xfrm>
              <a:custGeom>
                <a:avLst/>
                <a:gdLst>
                  <a:gd name="connsiteX0" fmla="*/ 14331 w 28356"/>
                  <a:gd name="connsiteY0" fmla="*/ 28448 h 28397"/>
                  <a:gd name="connsiteX1" fmla="*/ 24357 w 28356"/>
                  <a:gd name="connsiteY1" fmla="*/ 24290 h 28397"/>
                  <a:gd name="connsiteX2" fmla="*/ 28510 w 28356"/>
                  <a:gd name="connsiteY2" fmla="*/ 14249 h 28397"/>
                  <a:gd name="connsiteX3" fmla="*/ 24357 w 28356"/>
                  <a:gd name="connsiteY3" fmla="*/ 4209 h 28397"/>
                  <a:gd name="connsiteX4" fmla="*/ 14331 w 28356"/>
                  <a:gd name="connsiteY4" fmla="*/ 51 h 28397"/>
                  <a:gd name="connsiteX5" fmla="*/ 4306 w 28356"/>
                  <a:gd name="connsiteY5" fmla="*/ 4209 h 28397"/>
                  <a:gd name="connsiteX6" fmla="*/ 153 w 28356"/>
                  <a:gd name="connsiteY6" fmla="*/ 14249 h 28397"/>
                  <a:gd name="connsiteX7" fmla="*/ 4306 w 28356"/>
                  <a:gd name="connsiteY7" fmla="*/ 24290 h 28397"/>
                  <a:gd name="connsiteX8" fmla="*/ 14331 w 28356"/>
                  <a:gd name="connsiteY8" fmla="*/ 2844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448"/>
                    </a:moveTo>
                    <a:cubicBezTo>
                      <a:pt x="18091" y="28448"/>
                      <a:pt x="21698" y="26952"/>
                      <a:pt x="24357" y="24290"/>
                    </a:cubicBezTo>
                    <a:cubicBezTo>
                      <a:pt x="27016" y="21627"/>
                      <a:pt x="28510" y="18015"/>
                      <a:pt x="28510" y="14249"/>
                    </a:cubicBezTo>
                    <a:cubicBezTo>
                      <a:pt x="28510" y="10484"/>
                      <a:pt x="27016" y="6872"/>
                      <a:pt x="24357" y="4209"/>
                    </a:cubicBezTo>
                    <a:cubicBezTo>
                      <a:pt x="21698" y="1547"/>
                      <a:pt x="18091" y="51"/>
                      <a:pt x="14331" y="51"/>
                    </a:cubicBezTo>
                    <a:cubicBezTo>
                      <a:pt x="10571" y="51"/>
                      <a:pt x="6964" y="1547"/>
                      <a:pt x="4306" y="4209"/>
                    </a:cubicBezTo>
                    <a:cubicBezTo>
                      <a:pt x="1647" y="6872"/>
                      <a:pt x="153" y="10484"/>
                      <a:pt x="153" y="14249"/>
                    </a:cubicBezTo>
                    <a:cubicBezTo>
                      <a:pt x="153" y="18015"/>
                      <a:pt x="1647" y="21627"/>
                      <a:pt x="4306" y="24290"/>
                    </a:cubicBezTo>
                    <a:cubicBezTo>
                      <a:pt x="6964" y="26952"/>
                      <a:pt x="10571" y="28448"/>
                      <a:pt x="14331" y="2844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6" name="Freeform: Shape 915">
                <a:extLst>
                  <a:ext uri="{FF2B5EF4-FFF2-40B4-BE49-F238E27FC236}">
                    <a16:creationId xmlns:a16="http://schemas.microsoft.com/office/drawing/2014/main" id="{FB25AFFE-83B1-08EA-34EA-EFFE990B96EF}"/>
                  </a:ext>
                </a:extLst>
              </p:cNvPr>
              <p:cNvSpPr/>
              <p:nvPr/>
            </p:nvSpPr>
            <p:spPr>
              <a:xfrm>
                <a:off x="6484340" y="4926470"/>
                <a:ext cx="28356" cy="28397"/>
              </a:xfrm>
              <a:custGeom>
                <a:avLst/>
                <a:gdLst>
                  <a:gd name="connsiteX0" fmla="*/ 14331 w 28356"/>
                  <a:gd name="connsiteY0" fmla="*/ 28527 h 28397"/>
                  <a:gd name="connsiteX1" fmla="*/ 24356 w 28356"/>
                  <a:gd name="connsiteY1" fmla="*/ 24368 h 28397"/>
                  <a:gd name="connsiteX2" fmla="*/ 28509 w 28356"/>
                  <a:gd name="connsiteY2" fmla="*/ 14328 h 28397"/>
                  <a:gd name="connsiteX3" fmla="*/ 24356 w 28356"/>
                  <a:gd name="connsiteY3" fmla="*/ 4288 h 28397"/>
                  <a:gd name="connsiteX4" fmla="*/ 14331 w 28356"/>
                  <a:gd name="connsiteY4" fmla="*/ 129 h 28397"/>
                  <a:gd name="connsiteX5" fmla="*/ 4305 w 28356"/>
                  <a:gd name="connsiteY5" fmla="*/ 4288 h 28397"/>
                  <a:gd name="connsiteX6" fmla="*/ 152 w 28356"/>
                  <a:gd name="connsiteY6" fmla="*/ 14328 h 28397"/>
                  <a:gd name="connsiteX7" fmla="*/ 4305 w 28356"/>
                  <a:gd name="connsiteY7" fmla="*/ 24368 h 28397"/>
                  <a:gd name="connsiteX8" fmla="*/ 14331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27"/>
                    </a:moveTo>
                    <a:cubicBezTo>
                      <a:pt x="18091" y="28527"/>
                      <a:pt x="21697" y="27031"/>
                      <a:pt x="24356" y="24368"/>
                    </a:cubicBezTo>
                    <a:cubicBezTo>
                      <a:pt x="27015" y="21705"/>
                      <a:pt x="28509" y="18093"/>
                      <a:pt x="28509" y="14328"/>
                    </a:cubicBezTo>
                    <a:cubicBezTo>
                      <a:pt x="28509" y="10562"/>
                      <a:pt x="27015" y="6950"/>
                      <a:pt x="24356" y="4288"/>
                    </a:cubicBezTo>
                    <a:cubicBezTo>
                      <a:pt x="21697" y="1625"/>
                      <a:pt x="18091" y="129"/>
                      <a:pt x="14331" y="129"/>
                    </a:cubicBezTo>
                    <a:cubicBezTo>
                      <a:pt x="10571" y="129"/>
                      <a:pt x="6964" y="1625"/>
                      <a:pt x="4305" y="4288"/>
                    </a:cubicBezTo>
                    <a:cubicBezTo>
                      <a:pt x="1646" y="6950"/>
                      <a:pt x="152" y="10562"/>
                      <a:pt x="152" y="14328"/>
                    </a:cubicBezTo>
                    <a:cubicBezTo>
                      <a:pt x="152" y="18093"/>
                      <a:pt x="1646" y="21705"/>
                      <a:pt x="4305" y="24368"/>
                    </a:cubicBezTo>
                    <a:cubicBezTo>
                      <a:pt x="6964" y="27031"/>
                      <a:pt x="10571" y="28527"/>
                      <a:pt x="14331"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7" name="Freeform: Shape 916">
                <a:extLst>
                  <a:ext uri="{FF2B5EF4-FFF2-40B4-BE49-F238E27FC236}">
                    <a16:creationId xmlns:a16="http://schemas.microsoft.com/office/drawing/2014/main" id="{198CF3F9-1409-9778-7A7D-DE226854D897}"/>
                  </a:ext>
                </a:extLst>
              </p:cNvPr>
              <p:cNvSpPr/>
              <p:nvPr/>
            </p:nvSpPr>
            <p:spPr>
              <a:xfrm>
                <a:off x="6476579" y="4104545"/>
                <a:ext cx="28356" cy="28397"/>
              </a:xfrm>
              <a:custGeom>
                <a:avLst/>
                <a:gdLst>
                  <a:gd name="connsiteX0" fmla="*/ 14330 w 28356"/>
                  <a:gd name="connsiteY0" fmla="*/ 28462 h 28397"/>
                  <a:gd name="connsiteX1" fmla="*/ 24356 w 28356"/>
                  <a:gd name="connsiteY1" fmla="*/ 24303 h 28397"/>
                  <a:gd name="connsiteX2" fmla="*/ 28508 w 28356"/>
                  <a:gd name="connsiteY2" fmla="*/ 14263 h 28397"/>
                  <a:gd name="connsiteX3" fmla="*/ 24356 w 28356"/>
                  <a:gd name="connsiteY3" fmla="*/ 4223 h 28397"/>
                  <a:gd name="connsiteX4" fmla="*/ 14330 w 28356"/>
                  <a:gd name="connsiteY4" fmla="*/ 64 h 28397"/>
                  <a:gd name="connsiteX5" fmla="*/ 4304 w 28356"/>
                  <a:gd name="connsiteY5" fmla="*/ 4223 h 28397"/>
                  <a:gd name="connsiteX6" fmla="*/ 152 w 28356"/>
                  <a:gd name="connsiteY6" fmla="*/ 14263 h 28397"/>
                  <a:gd name="connsiteX7" fmla="*/ 4304 w 28356"/>
                  <a:gd name="connsiteY7" fmla="*/ 24303 h 28397"/>
                  <a:gd name="connsiteX8" fmla="*/ 14330 w 28356"/>
                  <a:gd name="connsiteY8" fmla="*/ 2846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0" y="28462"/>
                    </a:moveTo>
                    <a:cubicBezTo>
                      <a:pt x="18090" y="28462"/>
                      <a:pt x="21697" y="26966"/>
                      <a:pt x="24356" y="24303"/>
                    </a:cubicBezTo>
                    <a:cubicBezTo>
                      <a:pt x="27014" y="21641"/>
                      <a:pt x="28508" y="18029"/>
                      <a:pt x="28508" y="14263"/>
                    </a:cubicBezTo>
                    <a:cubicBezTo>
                      <a:pt x="28508" y="10497"/>
                      <a:pt x="27014" y="6886"/>
                      <a:pt x="24356" y="4223"/>
                    </a:cubicBezTo>
                    <a:cubicBezTo>
                      <a:pt x="21697" y="1560"/>
                      <a:pt x="18090" y="64"/>
                      <a:pt x="14330" y="64"/>
                    </a:cubicBezTo>
                    <a:cubicBezTo>
                      <a:pt x="10570" y="64"/>
                      <a:pt x="6963" y="1560"/>
                      <a:pt x="4304" y="4223"/>
                    </a:cubicBezTo>
                    <a:cubicBezTo>
                      <a:pt x="1646" y="6886"/>
                      <a:pt x="152" y="10497"/>
                      <a:pt x="152" y="14263"/>
                    </a:cubicBezTo>
                    <a:cubicBezTo>
                      <a:pt x="152" y="18029"/>
                      <a:pt x="1646" y="21641"/>
                      <a:pt x="4304" y="24303"/>
                    </a:cubicBezTo>
                    <a:cubicBezTo>
                      <a:pt x="6963" y="26966"/>
                      <a:pt x="10570" y="28462"/>
                      <a:pt x="14330" y="2846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8" name="Freeform: Shape 917">
                <a:extLst>
                  <a:ext uri="{FF2B5EF4-FFF2-40B4-BE49-F238E27FC236}">
                    <a16:creationId xmlns:a16="http://schemas.microsoft.com/office/drawing/2014/main" id="{C7342514-1F36-F6C5-E8D6-3592CE6BA19E}"/>
                  </a:ext>
                </a:extLst>
              </p:cNvPr>
              <p:cNvSpPr/>
              <p:nvPr/>
            </p:nvSpPr>
            <p:spPr>
              <a:xfrm>
                <a:off x="6468818" y="4506373"/>
                <a:ext cx="28356" cy="28397"/>
              </a:xfrm>
              <a:custGeom>
                <a:avLst/>
                <a:gdLst>
                  <a:gd name="connsiteX0" fmla="*/ 14329 w 28356"/>
                  <a:gd name="connsiteY0" fmla="*/ 28494 h 28397"/>
                  <a:gd name="connsiteX1" fmla="*/ 24355 w 28356"/>
                  <a:gd name="connsiteY1" fmla="*/ 24335 h 28397"/>
                  <a:gd name="connsiteX2" fmla="*/ 28508 w 28356"/>
                  <a:gd name="connsiteY2" fmla="*/ 14295 h 28397"/>
                  <a:gd name="connsiteX3" fmla="*/ 24355 w 28356"/>
                  <a:gd name="connsiteY3" fmla="*/ 4254 h 28397"/>
                  <a:gd name="connsiteX4" fmla="*/ 14329 w 28356"/>
                  <a:gd name="connsiteY4" fmla="*/ 96 h 28397"/>
                  <a:gd name="connsiteX5" fmla="*/ 4304 w 28356"/>
                  <a:gd name="connsiteY5" fmla="*/ 4254 h 28397"/>
                  <a:gd name="connsiteX6" fmla="*/ 151 w 28356"/>
                  <a:gd name="connsiteY6" fmla="*/ 14295 h 28397"/>
                  <a:gd name="connsiteX7" fmla="*/ 4304 w 28356"/>
                  <a:gd name="connsiteY7" fmla="*/ 24335 h 28397"/>
                  <a:gd name="connsiteX8" fmla="*/ 14329 w 28356"/>
                  <a:gd name="connsiteY8" fmla="*/ 2849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494"/>
                    </a:moveTo>
                    <a:cubicBezTo>
                      <a:pt x="18090" y="28494"/>
                      <a:pt x="21696" y="26998"/>
                      <a:pt x="24355" y="24335"/>
                    </a:cubicBezTo>
                    <a:cubicBezTo>
                      <a:pt x="27014" y="21672"/>
                      <a:pt x="28508" y="18060"/>
                      <a:pt x="28508" y="14295"/>
                    </a:cubicBezTo>
                    <a:cubicBezTo>
                      <a:pt x="28508" y="10529"/>
                      <a:pt x="27014" y="6917"/>
                      <a:pt x="24355" y="4254"/>
                    </a:cubicBezTo>
                    <a:cubicBezTo>
                      <a:pt x="21696" y="1592"/>
                      <a:pt x="18090" y="96"/>
                      <a:pt x="14329" y="96"/>
                    </a:cubicBezTo>
                    <a:cubicBezTo>
                      <a:pt x="10569" y="96"/>
                      <a:pt x="6963" y="1592"/>
                      <a:pt x="4304" y="4254"/>
                    </a:cubicBezTo>
                    <a:cubicBezTo>
                      <a:pt x="1645" y="6917"/>
                      <a:pt x="151" y="10529"/>
                      <a:pt x="151" y="14295"/>
                    </a:cubicBezTo>
                    <a:cubicBezTo>
                      <a:pt x="151" y="18060"/>
                      <a:pt x="1645" y="21672"/>
                      <a:pt x="4304" y="24335"/>
                    </a:cubicBezTo>
                    <a:cubicBezTo>
                      <a:pt x="6963" y="26998"/>
                      <a:pt x="10569" y="28494"/>
                      <a:pt x="14329" y="2849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19" name="Freeform: Shape 918">
                <a:extLst>
                  <a:ext uri="{FF2B5EF4-FFF2-40B4-BE49-F238E27FC236}">
                    <a16:creationId xmlns:a16="http://schemas.microsoft.com/office/drawing/2014/main" id="{7086DF5F-8435-6673-E394-A7D73EF0E548}"/>
                  </a:ext>
                </a:extLst>
              </p:cNvPr>
              <p:cNvSpPr/>
              <p:nvPr/>
            </p:nvSpPr>
            <p:spPr>
              <a:xfrm>
                <a:off x="6461057" y="5021263"/>
                <a:ext cx="28356" cy="28397"/>
              </a:xfrm>
              <a:custGeom>
                <a:avLst/>
                <a:gdLst>
                  <a:gd name="connsiteX0" fmla="*/ 14329 w 28356"/>
                  <a:gd name="connsiteY0" fmla="*/ 28534 h 28397"/>
                  <a:gd name="connsiteX1" fmla="*/ 24354 w 28356"/>
                  <a:gd name="connsiteY1" fmla="*/ 24375 h 28397"/>
                  <a:gd name="connsiteX2" fmla="*/ 28507 w 28356"/>
                  <a:gd name="connsiteY2" fmla="*/ 14335 h 28397"/>
                  <a:gd name="connsiteX3" fmla="*/ 24354 w 28356"/>
                  <a:gd name="connsiteY3" fmla="*/ 4295 h 28397"/>
                  <a:gd name="connsiteX4" fmla="*/ 14329 w 28356"/>
                  <a:gd name="connsiteY4" fmla="*/ 136 h 28397"/>
                  <a:gd name="connsiteX5" fmla="*/ 4303 w 28356"/>
                  <a:gd name="connsiteY5" fmla="*/ 4295 h 28397"/>
                  <a:gd name="connsiteX6" fmla="*/ 150 w 28356"/>
                  <a:gd name="connsiteY6" fmla="*/ 14335 h 28397"/>
                  <a:gd name="connsiteX7" fmla="*/ 4303 w 28356"/>
                  <a:gd name="connsiteY7" fmla="*/ 24375 h 28397"/>
                  <a:gd name="connsiteX8" fmla="*/ 1432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34"/>
                    </a:moveTo>
                    <a:cubicBezTo>
                      <a:pt x="18089" y="28534"/>
                      <a:pt x="21696" y="27038"/>
                      <a:pt x="24354" y="24375"/>
                    </a:cubicBezTo>
                    <a:cubicBezTo>
                      <a:pt x="27013" y="21713"/>
                      <a:pt x="28507" y="18101"/>
                      <a:pt x="28507" y="14335"/>
                    </a:cubicBezTo>
                    <a:cubicBezTo>
                      <a:pt x="28507" y="10570"/>
                      <a:pt x="27013" y="6958"/>
                      <a:pt x="24354" y="4295"/>
                    </a:cubicBezTo>
                    <a:cubicBezTo>
                      <a:pt x="21696" y="1632"/>
                      <a:pt x="18089" y="136"/>
                      <a:pt x="14329" y="136"/>
                    </a:cubicBezTo>
                    <a:cubicBezTo>
                      <a:pt x="10569" y="136"/>
                      <a:pt x="6962" y="1632"/>
                      <a:pt x="4303" y="4295"/>
                    </a:cubicBezTo>
                    <a:cubicBezTo>
                      <a:pt x="1644" y="6958"/>
                      <a:pt x="150" y="10570"/>
                      <a:pt x="150" y="14335"/>
                    </a:cubicBezTo>
                    <a:cubicBezTo>
                      <a:pt x="150" y="18101"/>
                      <a:pt x="1644" y="21713"/>
                      <a:pt x="4303" y="24375"/>
                    </a:cubicBezTo>
                    <a:cubicBezTo>
                      <a:pt x="6962" y="27038"/>
                      <a:pt x="10569" y="28534"/>
                      <a:pt x="14329"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0" name="Freeform: Shape 919">
                <a:extLst>
                  <a:ext uri="{FF2B5EF4-FFF2-40B4-BE49-F238E27FC236}">
                    <a16:creationId xmlns:a16="http://schemas.microsoft.com/office/drawing/2014/main" id="{4E8EED19-E10B-2124-7F33-7290993BC831}"/>
                  </a:ext>
                </a:extLst>
              </p:cNvPr>
              <p:cNvSpPr/>
              <p:nvPr/>
            </p:nvSpPr>
            <p:spPr>
              <a:xfrm>
                <a:off x="6453296" y="4817276"/>
                <a:ext cx="28356" cy="28397"/>
              </a:xfrm>
              <a:custGeom>
                <a:avLst/>
                <a:gdLst>
                  <a:gd name="connsiteX0" fmla="*/ 14328 w 28356"/>
                  <a:gd name="connsiteY0" fmla="*/ 28518 h 28397"/>
                  <a:gd name="connsiteX1" fmla="*/ 24354 w 28356"/>
                  <a:gd name="connsiteY1" fmla="*/ 24359 h 28397"/>
                  <a:gd name="connsiteX2" fmla="*/ 28507 w 28356"/>
                  <a:gd name="connsiteY2" fmla="*/ 14319 h 28397"/>
                  <a:gd name="connsiteX3" fmla="*/ 24354 w 28356"/>
                  <a:gd name="connsiteY3" fmla="*/ 4279 h 28397"/>
                  <a:gd name="connsiteX4" fmla="*/ 14328 w 28356"/>
                  <a:gd name="connsiteY4" fmla="*/ 120 h 28397"/>
                  <a:gd name="connsiteX5" fmla="*/ 4303 w 28356"/>
                  <a:gd name="connsiteY5" fmla="*/ 4279 h 28397"/>
                  <a:gd name="connsiteX6" fmla="*/ 150 w 28356"/>
                  <a:gd name="connsiteY6" fmla="*/ 14319 h 28397"/>
                  <a:gd name="connsiteX7" fmla="*/ 4303 w 28356"/>
                  <a:gd name="connsiteY7" fmla="*/ 24359 h 28397"/>
                  <a:gd name="connsiteX8" fmla="*/ 14328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18"/>
                    </a:moveTo>
                    <a:cubicBezTo>
                      <a:pt x="18088" y="28518"/>
                      <a:pt x="21695" y="27022"/>
                      <a:pt x="24354" y="24359"/>
                    </a:cubicBezTo>
                    <a:cubicBezTo>
                      <a:pt x="27013" y="21697"/>
                      <a:pt x="28507" y="18085"/>
                      <a:pt x="28507" y="14319"/>
                    </a:cubicBezTo>
                    <a:cubicBezTo>
                      <a:pt x="28507" y="10554"/>
                      <a:pt x="27013" y="6942"/>
                      <a:pt x="24354" y="4279"/>
                    </a:cubicBezTo>
                    <a:cubicBezTo>
                      <a:pt x="21695" y="1616"/>
                      <a:pt x="18088" y="120"/>
                      <a:pt x="14328" y="120"/>
                    </a:cubicBezTo>
                    <a:cubicBezTo>
                      <a:pt x="10568" y="120"/>
                      <a:pt x="6961" y="1616"/>
                      <a:pt x="4303" y="4279"/>
                    </a:cubicBezTo>
                    <a:cubicBezTo>
                      <a:pt x="1644" y="6942"/>
                      <a:pt x="150" y="10554"/>
                      <a:pt x="150" y="14319"/>
                    </a:cubicBezTo>
                    <a:cubicBezTo>
                      <a:pt x="150" y="18085"/>
                      <a:pt x="1644" y="21697"/>
                      <a:pt x="4303" y="24359"/>
                    </a:cubicBezTo>
                    <a:cubicBezTo>
                      <a:pt x="6961" y="27022"/>
                      <a:pt x="10568" y="28518"/>
                      <a:pt x="14328"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1" name="Freeform: Shape 920">
                <a:extLst>
                  <a:ext uri="{FF2B5EF4-FFF2-40B4-BE49-F238E27FC236}">
                    <a16:creationId xmlns:a16="http://schemas.microsoft.com/office/drawing/2014/main" id="{EF6D813D-E70B-C6FB-9398-8F48F9A3F377}"/>
                  </a:ext>
                </a:extLst>
              </p:cNvPr>
              <p:cNvSpPr/>
              <p:nvPr/>
            </p:nvSpPr>
            <p:spPr>
              <a:xfrm>
                <a:off x="6445547" y="4824261"/>
                <a:ext cx="28356" cy="28397"/>
              </a:xfrm>
              <a:custGeom>
                <a:avLst/>
                <a:gdLst>
                  <a:gd name="connsiteX0" fmla="*/ 14328 w 28356"/>
                  <a:gd name="connsiteY0" fmla="*/ 28519 h 28397"/>
                  <a:gd name="connsiteX1" fmla="*/ 24353 w 28356"/>
                  <a:gd name="connsiteY1" fmla="*/ 24360 h 28397"/>
                  <a:gd name="connsiteX2" fmla="*/ 28506 w 28356"/>
                  <a:gd name="connsiteY2" fmla="*/ 14320 h 28397"/>
                  <a:gd name="connsiteX3" fmla="*/ 24353 w 28356"/>
                  <a:gd name="connsiteY3" fmla="*/ 4280 h 28397"/>
                  <a:gd name="connsiteX4" fmla="*/ 14328 w 28356"/>
                  <a:gd name="connsiteY4" fmla="*/ 121 h 28397"/>
                  <a:gd name="connsiteX5" fmla="*/ 4302 w 28356"/>
                  <a:gd name="connsiteY5" fmla="*/ 4280 h 28397"/>
                  <a:gd name="connsiteX6" fmla="*/ 149 w 28356"/>
                  <a:gd name="connsiteY6" fmla="*/ 14320 h 28397"/>
                  <a:gd name="connsiteX7" fmla="*/ 4302 w 28356"/>
                  <a:gd name="connsiteY7" fmla="*/ 24360 h 28397"/>
                  <a:gd name="connsiteX8" fmla="*/ 14328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19"/>
                    </a:moveTo>
                    <a:cubicBezTo>
                      <a:pt x="18088" y="28519"/>
                      <a:pt x="21694" y="27023"/>
                      <a:pt x="24353" y="24360"/>
                    </a:cubicBezTo>
                    <a:cubicBezTo>
                      <a:pt x="27012" y="21697"/>
                      <a:pt x="28506" y="18085"/>
                      <a:pt x="28506" y="14320"/>
                    </a:cubicBezTo>
                    <a:cubicBezTo>
                      <a:pt x="28506" y="10554"/>
                      <a:pt x="27012" y="6942"/>
                      <a:pt x="24353" y="4280"/>
                    </a:cubicBezTo>
                    <a:cubicBezTo>
                      <a:pt x="21694" y="1617"/>
                      <a:pt x="18088" y="121"/>
                      <a:pt x="14328" y="121"/>
                    </a:cubicBezTo>
                    <a:cubicBezTo>
                      <a:pt x="10567" y="121"/>
                      <a:pt x="6961" y="1617"/>
                      <a:pt x="4302" y="4280"/>
                    </a:cubicBezTo>
                    <a:cubicBezTo>
                      <a:pt x="1643" y="6942"/>
                      <a:pt x="149" y="10554"/>
                      <a:pt x="149" y="14320"/>
                    </a:cubicBezTo>
                    <a:cubicBezTo>
                      <a:pt x="149" y="18085"/>
                      <a:pt x="1643" y="21697"/>
                      <a:pt x="4302" y="24360"/>
                    </a:cubicBezTo>
                    <a:cubicBezTo>
                      <a:pt x="6961" y="27023"/>
                      <a:pt x="10567" y="28519"/>
                      <a:pt x="14328" y="2851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2" name="Freeform: Shape 921">
                <a:extLst>
                  <a:ext uri="{FF2B5EF4-FFF2-40B4-BE49-F238E27FC236}">
                    <a16:creationId xmlns:a16="http://schemas.microsoft.com/office/drawing/2014/main" id="{60469E8B-224D-7F90-D670-55CA4B0D07D8}"/>
                  </a:ext>
                </a:extLst>
              </p:cNvPr>
              <p:cNvSpPr/>
              <p:nvPr/>
            </p:nvSpPr>
            <p:spPr>
              <a:xfrm>
                <a:off x="6437786" y="4462035"/>
                <a:ext cx="28356" cy="28397"/>
              </a:xfrm>
              <a:custGeom>
                <a:avLst/>
                <a:gdLst>
                  <a:gd name="connsiteX0" fmla="*/ 14327 w 28356"/>
                  <a:gd name="connsiteY0" fmla="*/ 28490 h 28397"/>
                  <a:gd name="connsiteX1" fmla="*/ 24353 w 28356"/>
                  <a:gd name="connsiteY1" fmla="*/ 24331 h 28397"/>
                  <a:gd name="connsiteX2" fmla="*/ 28505 w 28356"/>
                  <a:gd name="connsiteY2" fmla="*/ 14291 h 28397"/>
                  <a:gd name="connsiteX3" fmla="*/ 24353 w 28356"/>
                  <a:gd name="connsiteY3" fmla="*/ 4251 h 28397"/>
                  <a:gd name="connsiteX4" fmla="*/ 14327 w 28356"/>
                  <a:gd name="connsiteY4" fmla="*/ 92 h 28397"/>
                  <a:gd name="connsiteX5" fmla="*/ 4301 w 28356"/>
                  <a:gd name="connsiteY5" fmla="*/ 4251 h 28397"/>
                  <a:gd name="connsiteX6" fmla="*/ 149 w 28356"/>
                  <a:gd name="connsiteY6" fmla="*/ 14291 h 28397"/>
                  <a:gd name="connsiteX7" fmla="*/ 4301 w 28356"/>
                  <a:gd name="connsiteY7" fmla="*/ 24331 h 28397"/>
                  <a:gd name="connsiteX8" fmla="*/ 14327 w 28356"/>
                  <a:gd name="connsiteY8" fmla="*/ 2849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7" y="28490"/>
                    </a:moveTo>
                    <a:cubicBezTo>
                      <a:pt x="18087" y="28490"/>
                      <a:pt x="21694" y="26994"/>
                      <a:pt x="24353" y="24331"/>
                    </a:cubicBezTo>
                    <a:cubicBezTo>
                      <a:pt x="27011" y="21669"/>
                      <a:pt x="28505" y="18057"/>
                      <a:pt x="28505" y="14291"/>
                    </a:cubicBezTo>
                    <a:cubicBezTo>
                      <a:pt x="28505" y="10526"/>
                      <a:pt x="27011" y="6914"/>
                      <a:pt x="24353" y="4251"/>
                    </a:cubicBezTo>
                    <a:cubicBezTo>
                      <a:pt x="21694" y="1588"/>
                      <a:pt x="18087" y="92"/>
                      <a:pt x="14327" y="92"/>
                    </a:cubicBezTo>
                    <a:cubicBezTo>
                      <a:pt x="10567" y="92"/>
                      <a:pt x="6960" y="1588"/>
                      <a:pt x="4301" y="4251"/>
                    </a:cubicBezTo>
                    <a:cubicBezTo>
                      <a:pt x="1643" y="6914"/>
                      <a:pt x="149" y="10526"/>
                      <a:pt x="149" y="14291"/>
                    </a:cubicBezTo>
                    <a:cubicBezTo>
                      <a:pt x="149" y="18057"/>
                      <a:pt x="1643" y="21669"/>
                      <a:pt x="4301" y="24331"/>
                    </a:cubicBezTo>
                    <a:cubicBezTo>
                      <a:pt x="6960" y="26994"/>
                      <a:pt x="10567" y="28490"/>
                      <a:pt x="14327" y="2849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3" name="Freeform: Shape 922">
                <a:extLst>
                  <a:ext uri="{FF2B5EF4-FFF2-40B4-BE49-F238E27FC236}">
                    <a16:creationId xmlns:a16="http://schemas.microsoft.com/office/drawing/2014/main" id="{93FBDC16-434F-C532-A47A-AF7EB9463A9F}"/>
                  </a:ext>
                </a:extLst>
              </p:cNvPr>
              <p:cNvSpPr/>
              <p:nvPr/>
            </p:nvSpPr>
            <p:spPr>
              <a:xfrm>
                <a:off x="6430025" y="4962233"/>
                <a:ext cx="28356" cy="28397"/>
              </a:xfrm>
              <a:custGeom>
                <a:avLst/>
                <a:gdLst>
                  <a:gd name="connsiteX0" fmla="*/ 14326 w 28356"/>
                  <a:gd name="connsiteY0" fmla="*/ 28530 h 28397"/>
                  <a:gd name="connsiteX1" fmla="*/ 24352 w 28356"/>
                  <a:gd name="connsiteY1" fmla="*/ 24371 h 28397"/>
                  <a:gd name="connsiteX2" fmla="*/ 28505 w 28356"/>
                  <a:gd name="connsiteY2" fmla="*/ 14331 h 28397"/>
                  <a:gd name="connsiteX3" fmla="*/ 24352 w 28356"/>
                  <a:gd name="connsiteY3" fmla="*/ 4290 h 28397"/>
                  <a:gd name="connsiteX4" fmla="*/ 14326 w 28356"/>
                  <a:gd name="connsiteY4" fmla="*/ 132 h 28397"/>
                  <a:gd name="connsiteX5" fmla="*/ 4301 w 28356"/>
                  <a:gd name="connsiteY5" fmla="*/ 4290 h 28397"/>
                  <a:gd name="connsiteX6" fmla="*/ 148 w 28356"/>
                  <a:gd name="connsiteY6" fmla="*/ 14331 h 28397"/>
                  <a:gd name="connsiteX7" fmla="*/ 4301 w 28356"/>
                  <a:gd name="connsiteY7" fmla="*/ 24371 h 28397"/>
                  <a:gd name="connsiteX8" fmla="*/ 14326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30"/>
                    </a:moveTo>
                    <a:cubicBezTo>
                      <a:pt x="18087" y="28530"/>
                      <a:pt x="21693" y="27034"/>
                      <a:pt x="24352" y="24371"/>
                    </a:cubicBezTo>
                    <a:cubicBezTo>
                      <a:pt x="27011" y="21708"/>
                      <a:pt x="28505" y="18096"/>
                      <a:pt x="28505" y="14331"/>
                    </a:cubicBezTo>
                    <a:cubicBezTo>
                      <a:pt x="28505" y="10565"/>
                      <a:pt x="27011" y="6953"/>
                      <a:pt x="24352" y="4290"/>
                    </a:cubicBezTo>
                    <a:cubicBezTo>
                      <a:pt x="21693" y="1628"/>
                      <a:pt x="18087" y="132"/>
                      <a:pt x="14326" y="132"/>
                    </a:cubicBezTo>
                    <a:cubicBezTo>
                      <a:pt x="10566" y="132"/>
                      <a:pt x="6960" y="1628"/>
                      <a:pt x="4301" y="4290"/>
                    </a:cubicBezTo>
                    <a:cubicBezTo>
                      <a:pt x="1642" y="6953"/>
                      <a:pt x="148" y="10565"/>
                      <a:pt x="148" y="14331"/>
                    </a:cubicBezTo>
                    <a:cubicBezTo>
                      <a:pt x="148" y="18096"/>
                      <a:pt x="1642" y="21708"/>
                      <a:pt x="4301" y="24371"/>
                    </a:cubicBezTo>
                    <a:cubicBezTo>
                      <a:pt x="6960" y="27034"/>
                      <a:pt x="10566" y="28530"/>
                      <a:pt x="14326"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4" name="Freeform: Shape 923">
                <a:extLst>
                  <a:ext uri="{FF2B5EF4-FFF2-40B4-BE49-F238E27FC236}">
                    <a16:creationId xmlns:a16="http://schemas.microsoft.com/office/drawing/2014/main" id="{FAC4073A-F7EC-899F-3522-30080C1E787F}"/>
                  </a:ext>
                </a:extLst>
              </p:cNvPr>
              <p:cNvSpPr/>
              <p:nvPr/>
            </p:nvSpPr>
            <p:spPr>
              <a:xfrm>
                <a:off x="6422264" y="4985068"/>
                <a:ext cx="28356" cy="28397"/>
              </a:xfrm>
              <a:custGeom>
                <a:avLst/>
                <a:gdLst>
                  <a:gd name="connsiteX0" fmla="*/ 14326 w 28356"/>
                  <a:gd name="connsiteY0" fmla="*/ 28531 h 28397"/>
                  <a:gd name="connsiteX1" fmla="*/ 24351 w 28356"/>
                  <a:gd name="connsiteY1" fmla="*/ 24373 h 28397"/>
                  <a:gd name="connsiteX2" fmla="*/ 28504 w 28356"/>
                  <a:gd name="connsiteY2" fmla="*/ 14332 h 28397"/>
                  <a:gd name="connsiteX3" fmla="*/ 24351 w 28356"/>
                  <a:gd name="connsiteY3" fmla="*/ 4292 h 28397"/>
                  <a:gd name="connsiteX4" fmla="*/ 14326 w 28356"/>
                  <a:gd name="connsiteY4" fmla="*/ 133 h 28397"/>
                  <a:gd name="connsiteX5" fmla="*/ 4300 w 28356"/>
                  <a:gd name="connsiteY5" fmla="*/ 4292 h 28397"/>
                  <a:gd name="connsiteX6" fmla="*/ 147 w 28356"/>
                  <a:gd name="connsiteY6" fmla="*/ 14332 h 28397"/>
                  <a:gd name="connsiteX7" fmla="*/ 4300 w 28356"/>
                  <a:gd name="connsiteY7" fmla="*/ 24373 h 28397"/>
                  <a:gd name="connsiteX8" fmla="*/ 14326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31"/>
                    </a:moveTo>
                    <a:cubicBezTo>
                      <a:pt x="18086" y="28531"/>
                      <a:pt x="21693" y="27035"/>
                      <a:pt x="24351" y="24373"/>
                    </a:cubicBezTo>
                    <a:cubicBezTo>
                      <a:pt x="27010" y="21710"/>
                      <a:pt x="28504" y="18098"/>
                      <a:pt x="28504" y="14332"/>
                    </a:cubicBezTo>
                    <a:cubicBezTo>
                      <a:pt x="28504" y="10567"/>
                      <a:pt x="27010" y="6955"/>
                      <a:pt x="24351" y="4292"/>
                    </a:cubicBezTo>
                    <a:cubicBezTo>
                      <a:pt x="21693" y="1629"/>
                      <a:pt x="18086" y="133"/>
                      <a:pt x="14326" y="133"/>
                    </a:cubicBezTo>
                    <a:cubicBezTo>
                      <a:pt x="10566" y="133"/>
                      <a:pt x="6959" y="1629"/>
                      <a:pt x="4300" y="4292"/>
                    </a:cubicBezTo>
                    <a:cubicBezTo>
                      <a:pt x="1641" y="6955"/>
                      <a:pt x="147" y="10567"/>
                      <a:pt x="147" y="14332"/>
                    </a:cubicBezTo>
                    <a:cubicBezTo>
                      <a:pt x="147" y="18098"/>
                      <a:pt x="1641" y="21710"/>
                      <a:pt x="4300" y="24373"/>
                    </a:cubicBezTo>
                    <a:cubicBezTo>
                      <a:pt x="6959" y="27035"/>
                      <a:pt x="10566" y="28531"/>
                      <a:pt x="14326"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5" name="Freeform: Shape 924">
                <a:extLst>
                  <a:ext uri="{FF2B5EF4-FFF2-40B4-BE49-F238E27FC236}">
                    <a16:creationId xmlns:a16="http://schemas.microsoft.com/office/drawing/2014/main" id="{125212ED-B3D8-253D-6A62-4E48E9831B5B}"/>
                  </a:ext>
                </a:extLst>
              </p:cNvPr>
              <p:cNvSpPr/>
              <p:nvPr/>
            </p:nvSpPr>
            <p:spPr>
              <a:xfrm>
                <a:off x="6414516" y="5016526"/>
                <a:ext cx="28356" cy="28397"/>
              </a:xfrm>
              <a:custGeom>
                <a:avLst/>
                <a:gdLst>
                  <a:gd name="connsiteX0" fmla="*/ 14325 w 28356"/>
                  <a:gd name="connsiteY0" fmla="*/ 28534 h 28397"/>
                  <a:gd name="connsiteX1" fmla="*/ 24351 w 28356"/>
                  <a:gd name="connsiteY1" fmla="*/ 24375 h 28397"/>
                  <a:gd name="connsiteX2" fmla="*/ 28503 w 28356"/>
                  <a:gd name="connsiteY2" fmla="*/ 14335 h 28397"/>
                  <a:gd name="connsiteX3" fmla="*/ 24351 w 28356"/>
                  <a:gd name="connsiteY3" fmla="*/ 4295 h 28397"/>
                  <a:gd name="connsiteX4" fmla="*/ 14325 w 28356"/>
                  <a:gd name="connsiteY4" fmla="*/ 136 h 28397"/>
                  <a:gd name="connsiteX5" fmla="*/ 4300 w 28356"/>
                  <a:gd name="connsiteY5" fmla="*/ 4295 h 28397"/>
                  <a:gd name="connsiteX6" fmla="*/ 147 w 28356"/>
                  <a:gd name="connsiteY6" fmla="*/ 14335 h 28397"/>
                  <a:gd name="connsiteX7" fmla="*/ 4300 w 28356"/>
                  <a:gd name="connsiteY7" fmla="*/ 24375 h 28397"/>
                  <a:gd name="connsiteX8" fmla="*/ 1432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34"/>
                    </a:moveTo>
                    <a:cubicBezTo>
                      <a:pt x="18085" y="28534"/>
                      <a:pt x="21692" y="27038"/>
                      <a:pt x="24351" y="24375"/>
                    </a:cubicBezTo>
                    <a:cubicBezTo>
                      <a:pt x="27010" y="21712"/>
                      <a:pt x="28503" y="18101"/>
                      <a:pt x="28503" y="14335"/>
                    </a:cubicBezTo>
                    <a:cubicBezTo>
                      <a:pt x="28503" y="10569"/>
                      <a:pt x="27010" y="6957"/>
                      <a:pt x="24351" y="4295"/>
                    </a:cubicBezTo>
                    <a:cubicBezTo>
                      <a:pt x="21692" y="1632"/>
                      <a:pt x="18085" y="136"/>
                      <a:pt x="14325" y="136"/>
                    </a:cubicBezTo>
                    <a:cubicBezTo>
                      <a:pt x="10565" y="136"/>
                      <a:pt x="6958" y="1632"/>
                      <a:pt x="4300" y="4295"/>
                    </a:cubicBezTo>
                    <a:cubicBezTo>
                      <a:pt x="1641" y="6957"/>
                      <a:pt x="147" y="10569"/>
                      <a:pt x="147" y="14335"/>
                    </a:cubicBezTo>
                    <a:cubicBezTo>
                      <a:pt x="147" y="18101"/>
                      <a:pt x="1641" y="21712"/>
                      <a:pt x="4300" y="24375"/>
                    </a:cubicBezTo>
                    <a:cubicBezTo>
                      <a:pt x="6958" y="27038"/>
                      <a:pt x="10565" y="28534"/>
                      <a:pt x="1432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6" name="Freeform: Shape 925">
                <a:extLst>
                  <a:ext uri="{FF2B5EF4-FFF2-40B4-BE49-F238E27FC236}">
                    <a16:creationId xmlns:a16="http://schemas.microsoft.com/office/drawing/2014/main" id="{6DA9BA03-68F0-A7F5-D96C-87D08E47F795}"/>
                  </a:ext>
                </a:extLst>
              </p:cNvPr>
              <p:cNvSpPr/>
              <p:nvPr/>
            </p:nvSpPr>
            <p:spPr>
              <a:xfrm>
                <a:off x="6406755" y="4753839"/>
                <a:ext cx="28356" cy="28397"/>
              </a:xfrm>
              <a:custGeom>
                <a:avLst/>
                <a:gdLst>
                  <a:gd name="connsiteX0" fmla="*/ 14325 w 28356"/>
                  <a:gd name="connsiteY0" fmla="*/ 28513 h 28397"/>
                  <a:gd name="connsiteX1" fmla="*/ 24350 w 28356"/>
                  <a:gd name="connsiteY1" fmla="*/ 24354 h 28397"/>
                  <a:gd name="connsiteX2" fmla="*/ 28503 w 28356"/>
                  <a:gd name="connsiteY2" fmla="*/ 14314 h 28397"/>
                  <a:gd name="connsiteX3" fmla="*/ 24350 w 28356"/>
                  <a:gd name="connsiteY3" fmla="*/ 4274 h 28397"/>
                  <a:gd name="connsiteX4" fmla="*/ 14325 w 28356"/>
                  <a:gd name="connsiteY4" fmla="*/ 115 h 28397"/>
                  <a:gd name="connsiteX5" fmla="*/ 4299 w 28356"/>
                  <a:gd name="connsiteY5" fmla="*/ 4274 h 28397"/>
                  <a:gd name="connsiteX6" fmla="*/ 146 w 28356"/>
                  <a:gd name="connsiteY6" fmla="*/ 14314 h 28397"/>
                  <a:gd name="connsiteX7" fmla="*/ 4299 w 28356"/>
                  <a:gd name="connsiteY7" fmla="*/ 24354 h 28397"/>
                  <a:gd name="connsiteX8" fmla="*/ 14325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13"/>
                    </a:moveTo>
                    <a:cubicBezTo>
                      <a:pt x="18085" y="28513"/>
                      <a:pt x="21691" y="27017"/>
                      <a:pt x="24350" y="24354"/>
                    </a:cubicBezTo>
                    <a:cubicBezTo>
                      <a:pt x="27009" y="21692"/>
                      <a:pt x="28503" y="18080"/>
                      <a:pt x="28503" y="14314"/>
                    </a:cubicBezTo>
                    <a:cubicBezTo>
                      <a:pt x="28503" y="10549"/>
                      <a:pt x="27009" y="6937"/>
                      <a:pt x="24350" y="4274"/>
                    </a:cubicBezTo>
                    <a:cubicBezTo>
                      <a:pt x="21691" y="1611"/>
                      <a:pt x="18085" y="115"/>
                      <a:pt x="14325" y="115"/>
                    </a:cubicBezTo>
                    <a:cubicBezTo>
                      <a:pt x="10564" y="115"/>
                      <a:pt x="6958" y="1611"/>
                      <a:pt x="4299" y="4274"/>
                    </a:cubicBezTo>
                    <a:cubicBezTo>
                      <a:pt x="1640" y="6937"/>
                      <a:pt x="146" y="10549"/>
                      <a:pt x="146" y="14314"/>
                    </a:cubicBezTo>
                    <a:cubicBezTo>
                      <a:pt x="146" y="18080"/>
                      <a:pt x="1640" y="21692"/>
                      <a:pt x="4299" y="24354"/>
                    </a:cubicBezTo>
                    <a:cubicBezTo>
                      <a:pt x="6958" y="27017"/>
                      <a:pt x="10564" y="28513"/>
                      <a:pt x="14325"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7" name="Freeform: Shape 926">
                <a:extLst>
                  <a:ext uri="{FF2B5EF4-FFF2-40B4-BE49-F238E27FC236}">
                    <a16:creationId xmlns:a16="http://schemas.microsoft.com/office/drawing/2014/main" id="{32730CF5-7D0E-DBA9-B229-63063F2B5246}"/>
                  </a:ext>
                </a:extLst>
              </p:cNvPr>
              <p:cNvSpPr/>
              <p:nvPr/>
            </p:nvSpPr>
            <p:spPr>
              <a:xfrm>
                <a:off x="6398994" y="4966856"/>
                <a:ext cx="28356" cy="28397"/>
              </a:xfrm>
              <a:custGeom>
                <a:avLst/>
                <a:gdLst>
                  <a:gd name="connsiteX0" fmla="*/ 14324 w 28356"/>
                  <a:gd name="connsiteY0" fmla="*/ 28530 h 28397"/>
                  <a:gd name="connsiteX1" fmla="*/ 24350 w 28356"/>
                  <a:gd name="connsiteY1" fmla="*/ 24371 h 28397"/>
                  <a:gd name="connsiteX2" fmla="*/ 28502 w 28356"/>
                  <a:gd name="connsiteY2" fmla="*/ 14331 h 28397"/>
                  <a:gd name="connsiteX3" fmla="*/ 24350 w 28356"/>
                  <a:gd name="connsiteY3" fmla="*/ 4291 h 28397"/>
                  <a:gd name="connsiteX4" fmla="*/ 14324 w 28356"/>
                  <a:gd name="connsiteY4" fmla="*/ 132 h 28397"/>
                  <a:gd name="connsiteX5" fmla="*/ 4298 w 28356"/>
                  <a:gd name="connsiteY5" fmla="*/ 4291 h 28397"/>
                  <a:gd name="connsiteX6" fmla="*/ 146 w 28356"/>
                  <a:gd name="connsiteY6" fmla="*/ 14331 h 28397"/>
                  <a:gd name="connsiteX7" fmla="*/ 4298 w 28356"/>
                  <a:gd name="connsiteY7" fmla="*/ 24371 h 28397"/>
                  <a:gd name="connsiteX8" fmla="*/ 14324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4" y="28530"/>
                    </a:moveTo>
                    <a:cubicBezTo>
                      <a:pt x="18084" y="28530"/>
                      <a:pt x="21691" y="27034"/>
                      <a:pt x="24350" y="24371"/>
                    </a:cubicBezTo>
                    <a:cubicBezTo>
                      <a:pt x="27008" y="21709"/>
                      <a:pt x="28502" y="18097"/>
                      <a:pt x="28502" y="14331"/>
                    </a:cubicBezTo>
                    <a:cubicBezTo>
                      <a:pt x="28502" y="10565"/>
                      <a:pt x="27008" y="6953"/>
                      <a:pt x="24350" y="4291"/>
                    </a:cubicBezTo>
                    <a:cubicBezTo>
                      <a:pt x="21691" y="1628"/>
                      <a:pt x="18084" y="132"/>
                      <a:pt x="14324" y="132"/>
                    </a:cubicBezTo>
                    <a:cubicBezTo>
                      <a:pt x="10564" y="132"/>
                      <a:pt x="6957" y="1628"/>
                      <a:pt x="4298" y="4291"/>
                    </a:cubicBezTo>
                    <a:cubicBezTo>
                      <a:pt x="1639" y="6953"/>
                      <a:pt x="146" y="10565"/>
                      <a:pt x="146" y="14331"/>
                    </a:cubicBezTo>
                    <a:cubicBezTo>
                      <a:pt x="146" y="18097"/>
                      <a:pt x="1639" y="21709"/>
                      <a:pt x="4298" y="24371"/>
                    </a:cubicBezTo>
                    <a:cubicBezTo>
                      <a:pt x="6957" y="27034"/>
                      <a:pt x="10564" y="28530"/>
                      <a:pt x="14324"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8" name="Freeform: Shape 927">
                <a:extLst>
                  <a:ext uri="{FF2B5EF4-FFF2-40B4-BE49-F238E27FC236}">
                    <a16:creationId xmlns:a16="http://schemas.microsoft.com/office/drawing/2014/main" id="{E36F58CF-3B3E-9510-31F4-33D2DA9C5588}"/>
                  </a:ext>
                </a:extLst>
              </p:cNvPr>
              <p:cNvSpPr/>
              <p:nvPr/>
            </p:nvSpPr>
            <p:spPr>
              <a:xfrm>
                <a:off x="6391232" y="5020869"/>
                <a:ext cx="28356" cy="28397"/>
              </a:xfrm>
              <a:custGeom>
                <a:avLst/>
                <a:gdLst>
                  <a:gd name="connsiteX0" fmla="*/ 14323 w 28356"/>
                  <a:gd name="connsiteY0" fmla="*/ 28534 h 28397"/>
                  <a:gd name="connsiteX1" fmla="*/ 24349 w 28356"/>
                  <a:gd name="connsiteY1" fmla="*/ 24375 h 28397"/>
                  <a:gd name="connsiteX2" fmla="*/ 28502 w 28356"/>
                  <a:gd name="connsiteY2" fmla="*/ 14335 h 28397"/>
                  <a:gd name="connsiteX3" fmla="*/ 24349 w 28356"/>
                  <a:gd name="connsiteY3" fmla="*/ 4295 h 28397"/>
                  <a:gd name="connsiteX4" fmla="*/ 14323 w 28356"/>
                  <a:gd name="connsiteY4" fmla="*/ 136 h 28397"/>
                  <a:gd name="connsiteX5" fmla="*/ 4298 w 28356"/>
                  <a:gd name="connsiteY5" fmla="*/ 4295 h 28397"/>
                  <a:gd name="connsiteX6" fmla="*/ 145 w 28356"/>
                  <a:gd name="connsiteY6" fmla="*/ 14335 h 28397"/>
                  <a:gd name="connsiteX7" fmla="*/ 4298 w 28356"/>
                  <a:gd name="connsiteY7" fmla="*/ 24375 h 28397"/>
                  <a:gd name="connsiteX8" fmla="*/ 14323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34"/>
                    </a:moveTo>
                    <a:cubicBezTo>
                      <a:pt x="18083" y="28534"/>
                      <a:pt x="21690" y="27038"/>
                      <a:pt x="24349" y="24375"/>
                    </a:cubicBezTo>
                    <a:cubicBezTo>
                      <a:pt x="27008" y="21713"/>
                      <a:pt x="28502" y="18101"/>
                      <a:pt x="28502" y="14335"/>
                    </a:cubicBezTo>
                    <a:cubicBezTo>
                      <a:pt x="28502" y="10570"/>
                      <a:pt x="27008" y="6958"/>
                      <a:pt x="24349" y="4295"/>
                    </a:cubicBezTo>
                    <a:cubicBezTo>
                      <a:pt x="21690" y="1632"/>
                      <a:pt x="18083" y="136"/>
                      <a:pt x="14323" y="136"/>
                    </a:cubicBezTo>
                    <a:cubicBezTo>
                      <a:pt x="10563" y="136"/>
                      <a:pt x="6957" y="1632"/>
                      <a:pt x="4298" y="4295"/>
                    </a:cubicBezTo>
                    <a:cubicBezTo>
                      <a:pt x="1639" y="6958"/>
                      <a:pt x="145" y="10570"/>
                      <a:pt x="145" y="14335"/>
                    </a:cubicBezTo>
                    <a:cubicBezTo>
                      <a:pt x="145" y="18101"/>
                      <a:pt x="1639" y="21713"/>
                      <a:pt x="4298" y="24375"/>
                    </a:cubicBezTo>
                    <a:cubicBezTo>
                      <a:pt x="6957" y="27038"/>
                      <a:pt x="10563" y="28534"/>
                      <a:pt x="14323"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29" name="Freeform: Shape 928">
                <a:extLst>
                  <a:ext uri="{FF2B5EF4-FFF2-40B4-BE49-F238E27FC236}">
                    <a16:creationId xmlns:a16="http://schemas.microsoft.com/office/drawing/2014/main" id="{0A5DEFFC-8767-8CE7-F676-1347FA6A6195}"/>
                  </a:ext>
                </a:extLst>
              </p:cNvPr>
              <p:cNvSpPr/>
              <p:nvPr/>
            </p:nvSpPr>
            <p:spPr>
              <a:xfrm>
                <a:off x="6383471" y="4901121"/>
                <a:ext cx="28356" cy="28397"/>
              </a:xfrm>
              <a:custGeom>
                <a:avLst/>
                <a:gdLst>
                  <a:gd name="connsiteX0" fmla="*/ 14323 w 28356"/>
                  <a:gd name="connsiteY0" fmla="*/ 28525 h 28397"/>
                  <a:gd name="connsiteX1" fmla="*/ 24348 w 28356"/>
                  <a:gd name="connsiteY1" fmla="*/ 24366 h 28397"/>
                  <a:gd name="connsiteX2" fmla="*/ 28501 w 28356"/>
                  <a:gd name="connsiteY2" fmla="*/ 14326 h 28397"/>
                  <a:gd name="connsiteX3" fmla="*/ 24348 w 28356"/>
                  <a:gd name="connsiteY3" fmla="*/ 4286 h 28397"/>
                  <a:gd name="connsiteX4" fmla="*/ 14323 w 28356"/>
                  <a:gd name="connsiteY4" fmla="*/ 127 h 28397"/>
                  <a:gd name="connsiteX5" fmla="*/ 4297 w 28356"/>
                  <a:gd name="connsiteY5" fmla="*/ 4286 h 28397"/>
                  <a:gd name="connsiteX6" fmla="*/ 144 w 28356"/>
                  <a:gd name="connsiteY6" fmla="*/ 14326 h 28397"/>
                  <a:gd name="connsiteX7" fmla="*/ 4297 w 28356"/>
                  <a:gd name="connsiteY7" fmla="*/ 24366 h 28397"/>
                  <a:gd name="connsiteX8" fmla="*/ 14323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25"/>
                    </a:moveTo>
                    <a:cubicBezTo>
                      <a:pt x="18083" y="28525"/>
                      <a:pt x="21690" y="27029"/>
                      <a:pt x="24348" y="24366"/>
                    </a:cubicBezTo>
                    <a:cubicBezTo>
                      <a:pt x="27007" y="21703"/>
                      <a:pt x="28501" y="18091"/>
                      <a:pt x="28501" y="14326"/>
                    </a:cubicBezTo>
                    <a:cubicBezTo>
                      <a:pt x="28501" y="10560"/>
                      <a:pt x="27007" y="6948"/>
                      <a:pt x="24348" y="4286"/>
                    </a:cubicBezTo>
                    <a:cubicBezTo>
                      <a:pt x="21690" y="1623"/>
                      <a:pt x="18083" y="127"/>
                      <a:pt x="14323" y="127"/>
                    </a:cubicBezTo>
                    <a:cubicBezTo>
                      <a:pt x="10563" y="127"/>
                      <a:pt x="6956" y="1623"/>
                      <a:pt x="4297" y="4286"/>
                    </a:cubicBezTo>
                    <a:cubicBezTo>
                      <a:pt x="1638" y="6948"/>
                      <a:pt x="144" y="10560"/>
                      <a:pt x="144" y="14326"/>
                    </a:cubicBezTo>
                    <a:cubicBezTo>
                      <a:pt x="144" y="18091"/>
                      <a:pt x="1638" y="21703"/>
                      <a:pt x="4297" y="24366"/>
                    </a:cubicBezTo>
                    <a:cubicBezTo>
                      <a:pt x="6956" y="27029"/>
                      <a:pt x="10563" y="28525"/>
                      <a:pt x="14323"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0" name="Freeform: Shape 929">
                <a:extLst>
                  <a:ext uri="{FF2B5EF4-FFF2-40B4-BE49-F238E27FC236}">
                    <a16:creationId xmlns:a16="http://schemas.microsoft.com/office/drawing/2014/main" id="{7001D264-100A-615F-F193-9B2A1C5E8D69}"/>
                  </a:ext>
                </a:extLst>
              </p:cNvPr>
              <p:cNvSpPr/>
              <p:nvPr/>
            </p:nvSpPr>
            <p:spPr>
              <a:xfrm>
                <a:off x="6375723" y="4920743"/>
                <a:ext cx="28356" cy="28397"/>
              </a:xfrm>
              <a:custGeom>
                <a:avLst/>
                <a:gdLst>
                  <a:gd name="connsiteX0" fmla="*/ 14322 w 28356"/>
                  <a:gd name="connsiteY0" fmla="*/ 28526 h 28397"/>
                  <a:gd name="connsiteX1" fmla="*/ 24348 w 28356"/>
                  <a:gd name="connsiteY1" fmla="*/ 24368 h 28397"/>
                  <a:gd name="connsiteX2" fmla="*/ 28500 w 28356"/>
                  <a:gd name="connsiteY2" fmla="*/ 14327 h 28397"/>
                  <a:gd name="connsiteX3" fmla="*/ 24348 w 28356"/>
                  <a:gd name="connsiteY3" fmla="*/ 4287 h 28397"/>
                  <a:gd name="connsiteX4" fmla="*/ 14322 w 28356"/>
                  <a:gd name="connsiteY4" fmla="*/ 128 h 28397"/>
                  <a:gd name="connsiteX5" fmla="*/ 4296 w 28356"/>
                  <a:gd name="connsiteY5" fmla="*/ 4287 h 28397"/>
                  <a:gd name="connsiteX6" fmla="*/ 144 w 28356"/>
                  <a:gd name="connsiteY6" fmla="*/ 14327 h 28397"/>
                  <a:gd name="connsiteX7" fmla="*/ 4296 w 28356"/>
                  <a:gd name="connsiteY7" fmla="*/ 24368 h 28397"/>
                  <a:gd name="connsiteX8" fmla="*/ 14322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2" y="28526"/>
                    </a:moveTo>
                    <a:cubicBezTo>
                      <a:pt x="18082" y="28526"/>
                      <a:pt x="21689" y="27030"/>
                      <a:pt x="24348" y="24368"/>
                    </a:cubicBezTo>
                    <a:cubicBezTo>
                      <a:pt x="27007" y="21705"/>
                      <a:pt x="28500" y="18093"/>
                      <a:pt x="28500" y="14327"/>
                    </a:cubicBezTo>
                    <a:cubicBezTo>
                      <a:pt x="28500" y="10562"/>
                      <a:pt x="27007" y="6950"/>
                      <a:pt x="24348" y="4287"/>
                    </a:cubicBezTo>
                    <a:cubicBezTo>
                      <a:pt x="21689" y="1624"/>
                      <a:pt x="18082" y="128"/>
                      <a:pt x="14322" y="128"/>
                    </a:cubicBezTo>
                    <a:cubicBezTo>
                      <a:pt x="10562" y="128"/>
                      <a:pt x="6955" y="1624"/>
                      <a:pt x="4296" y="4287"/>
                    </a:cubicBezTo>
                    <a:cubicBezTo>
                      <a:pt x="1638" y="6950"/>
                      <a:pt x="144" y="10562"/>
                      <a:pt x="144" y="14327"/>
                    </a:cubicBezTo>
                    <a:cubicBezTo>
                      <a:pt x="144" y="18093"/>
                      <a:pt x="1638" y="21705"/>
                      <a:pt x="4296" y="24368"/>
                    </a:cubicBezTo>
                    <a:cubicBezTo>
                      <a:pt x="6955" y="27030"/>
                      <a:pt x="10562" y="28526"/>
                      <a:pt x="14322"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1" name="Freeform: Shape 930">
                <a:extLst>
                  <a:ext uri="{FF2B5EF4-FFF2-40B4-BE49-F238E27FC236}">
                    <a16:creationId xmlns:a16="http://schemas.microsoft.com/office/drawing/2014/main" id="{CAE73881-FF12-1055-FEE3-6096A945CC2A}"/>
                  </a:ext>
                </a:extLst>
              </p:cNvPr>
              <p:cNvSpPr/>
              <p:nvPr/>
            </p:nvSpPr>
            <p:spPr>
              <a:xfrm>
                <a:off x="6367962" y="4985868"/>
                <a:ext cx="28356" cy="28397"/>
              </a:xfrm>
              <a:custGeom>
                <a:avLst/>
                <a:gdLst>
                  <a:gd name="connsiteX0" fmla="*/ 14321 w 28356"/>
                  <a:gd name="connsiteY0" fmla="*/ 28531 h 28397"/>
                  <a:gd name="connsiteX1" fmla="*/ 24347 w 28356"/>
                  <a:gd name="connsiteY1" fmla="*/ 24373 h 28397"/>
                  <a:gd name="connsiteX2" fmla="*/ 28500 w 28356"/>
                  <a:gd name="connsiteY2" fmla="*/ 14332 h 28397"/>
                  <a:gd name="connsiteX3" fmla="*/ 24347 w 28356"/>
                  <a:gd name="connsiteY3" fmla="*/ 4292 h 28397"/>
                  <a:gd name="connsiteX4" fmla="*/ 14321 w 28356"/>
                  <a:gd name="connsiteY4" fmla="*/ 133 h 28397"/>
                  <a:gd name="connsiteX5" fmla="*/ 4296 w 28356"/>
                  <a:gd name="connsiteY5" fmla="*/ 4292 h 28397"/>
                  <a:gd name="connsiteX6" fmla="*/ 143 w 28356"/>
                  <a:gd name="connsiteY6" fmla="*/ 14332 h 28397"/>
                  <a:gd name="connsiteX7" fmla="*/ 4296 w 28356"/>
                  <a:gd name="connsiteY7" fmla="*/ 24373 h 28397"/>
                  <a:gd name="connsiteX8" fmla="*/ 14321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31"/>
                    </a:moveTo>
                    <a:cubicBezTo>
                      <a:pt x="18082" y="28531"/>
                      <a:pt x="21688" y="27035"/>
                      <a:pt x="24347" y="24373"/>
                    </a:cubicBezTo>
                    <a:cubicBezTo>
                      <a:pt x="27006" y="21710"/>
                      <a:pt x="28500" y="18098"/>
                      <a:pt x="28500" y="14332"/>
                    </a:cubicBezTo>
                    <a:cubicBezTo>
                      <a:pt x="28500" y="10567"/>
                      <a:pt x="27006" y="6955"/>
                      <a:pt x="24347" y="4292"/>
                    </a:cubicBezTo>
                    <a:cubicBezTo>
                      <a:pt x="21688" y="1630"/>
                      <a:pt x="18082" y="133"/>
                      <a:pt x="14321" y="133"/>
                    </a:cubicBezTo>
                    <a:cubicBezTo>
                      <a:pt x="10561" y="133"/>
                      <a:pt x="6955" y="1630"/>
                      <a:pt x="4296" y="4292"/>
                    </a:cubicBezTo>
                    <a:cubicBezTo>
                      <a:pt x="1637" y="6955"/>
                      <a:pt x="143" y="10567"/>
                      <a:pt x="143" y="14332"/>
                    </a:cubicBezTo>
                    <a:cubicBezTo>
                      <a:pt x="143" y="18098"/>
                      <a:pt x="1637" y="21710"/>
                      <a:pt x="4296" y="24373"/>
                    </a:cubicBezTo>
                    <a:cubicBezTo>
                      <a:pt x="6955" y="27035"/>
                      <a:pt x="10561" y="28531"/>
                      <a:pt x="14321"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2" name="Freeform: Shape 931">
                <a:extLst>
                  <a:ext uri="{FF2B5EF4-FFF2-40B4-BE49-F238E27FC236}">
                    <a16:creationId xmlns:a16="http://schemas.microsoft.com/office/drawing/2014/main" id="{CCB02C48-3999-3E28-F3E7-8898B0761C75}"/>
                  </a:ext>
                </a:extLst>
              </p:cNvPr>
              <p:cNvSpPr/>
              <p:nvPr/>
            </p:nvSpPr>
            <p:spPr>
              <a:xfrm>
                <a:off x="6360201" y="4410237"/>
                <a:ext cx="28356" cy="28397"/>
              </a:xfrm>
              <a:custGeom>
                <a:avLst/>
                <a:gdLst>
                  <a:gd name="connsiteX0" fmla="*/ 14321 w 28356"/>
                  <a:gd name="connsiteY0" fmla="*/ 28486 h 28397"/>
                  <a:gd name="connsiteX1" fmla="*/ 24346 w 28356"/>
                  <a:gd name="connsiteY1" fmla="*/ 24327 h 28397"/>
                  <a:gd name="connsiteX2" fmla="*/ 28499 w 28356"/>
                  <a:gd name="connsiteY2" fmla="*/ 14287 h 28397"/>
                  <a:gd name="connsiteX3" fmla="*/ 24346 w 28356"/>
                  <a:gd name="connsiteY3" fmla="*/ 4247 h 28397"/>
                  <a:gd name="connsiteX4" fmla="*/ 14321 w 28356"/>
                  <a:gd name="connsiteY4" fmla="*/ 88 h 28397"/>
                  <a:gd name="connsiteX5" fmla="*/ 4295 w 28356"/>
                  <a:gd name="connsiteY5" fmla="*/ 4247 h 28397"/>
                  <a:gd name="connsiteX6" fmla="*/ 143 w 28356"/>
                  <a:gd name="connsiteY6" fmla="*/ 14287 h 28397"/>
                  <a:gd name="connsiteX7" fmla="*/ 4295 w 28356"/>
                  <a:gd name="connsiteY7" fmla="*/ 24327 h 28397"/>
                  <a:gd name="connsiteX8" fmla="*/ 14321 w 28356"/>
                  <a:gd name="connsiteY8" fmla="*/ 2848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486"/>
                    </a:moveTo>
                    <a:cubicBezTo>
                      <a:pt x="18081" y="28486"/>
                      <a:pt x="21688" y="26990"/>
                      <a:pt x="24346" y="24327"/>
                    </a:cubicBezTo>
                    <a:cubicBezTo>
                      <a:pt x="27005" y="21665"/>
                      <a:pt x="28499" y="18053"/>
                      <a:pt x="28499" y="14287"/>
                    </a:cubicBezTo>
                    <a:cubicBezTo>
                      <a:pt x="28499" y="10522"/>
                      <a:pt x="27005" y="6910"/>
                      <a:pt x="24346" y="4247"/>
                    </a:cubicBezTo>
                    <a:cubicBezTo>
                      <a:pt x="21688" y="1584"/>
                      <a:pt x="18081" y="88"/>
                      <a:pt x="14321" y="88"/>
                    </a:cubicBezTo>
                    <a:cubicBezTo>
                      <a:pt x="10561" y="88"/>
                      <a:pt x="6954" y="1584"/>
                      <a:pt x="4295" y="4247"/>
                    </a:cubicBezTo>
                    <a:cubicBezTo>
                      <a:pt x="1636" y="6910"/>
                      <a:pt x="143" y="10522"/>
                      <a:pt x="143" y="14287"/>
                    </a:cubicBezTo>
                    <a:cubicBezTo>
                      <a:pt x="143" y="18053"/>
                      <a:pt x="1636" y="21665"/>
                      <a:pt x="4295" y="24327"/>
                    </a:cubicBezTo>
                    <a:cubicBezTo>
                      <a:pt x="6954" y="26990"/>
                      <a:pt x="10561" y="28486"/>
                      <a:pt x="14321" y="2848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3" name="Freeform: Shape 932">
                <a:extLst>
                  <a:ext uri="{FF2B5EF4-FFF2-40B4-BE49-F238E27FC236}">
                    <a16:creationId xmlns:a16="http://schemas.microsoft.com/office/drawing/2014/main" id="{8CEC11E9-5138-F094-6D8D-12CCD5EE5713}"/>
                  </a:ext>
                </a:extLst>
              </p:cNvPr>
              <p:cNvSpPr/>
              <p:nvPr/>
            </p:nvSpPr>
            <p:spPr>
              <a:xfrm>
                <a:off x="6352440" y="5017161"/>
                <a:ext cx="28356" cy="28397"/>
              </a:xfrm>
              <a:custGeom>
                <a:avLst/>
                <a:gdLst>
                  <a:gd name="connsiteX0" fmla="*/ 14320 w 28356"/>
                  <a:gd name="connsiteY0" fmla="*/ 28534 h 28397"/>
                  <a:gd name="connsiteX1" fmla="*/ 24346 w 28356"/>
                  <a:gd name="connsiteY1" fmla="*/ 24375 h 28397"/>
                  <a:gd name="connsiteX2" fmla="*/ 28499 w 28356"/>
                  <a:gd name="connsiteY2" fmla="*/ 14335 h 28397"/>
                  <a:gd name="connsiteX3" fmla="*/ 24346 w 28356"/>
                  <a:gd name="connsiteY3" fmla="*/ 4295 h 28397"/>
                  <a:gd name="connsiteX4" fmla="*/ 14320 w 28356"/>
                  <a:gd name="connsiteY4" fmla="*/ 136 h 28397"/>
                  <a:gd name="connsiteX5" fmla="*/ 4295 w 28356"/>
                  <a:gd name="connsiteY5" fmla="*/ 4295 h 28397"/>
                  <a:gd name="connsiteX6" fmla="*/ 142 w 28356"/>
                  <a:gd name="connsiteY6" fmla="*/ 14335 h 28397"/>
                  <a:gd name="connsiteX7" fmla="*/ 4295 w 28356"/>
                  <a:gd name="connsiteY7" fmla="*/ 24375 h 28397"/>
                  <a:gd name="connsiteX8" fmla="*/ 14320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34"/>
                    </a:moveTo>
                    <a:cubicBezTo>
                      <a:pt x="18080" y="28534"/>
                      <a:pt x="21687" y="27038"/>
                      <a:pt x="24346" y="24375"/>
                    </a:cubicBezTo>
                    <a:cubicBezTo>
                      <a:pt x="27005" y="21712"/>
                      <a:pt x="28499" y="18101"/>
                      <a:pt x="28499" y="14335"/>
                    </a:cubicBezTo>
                    <a:cubicBezTo>
                      <a:pt x="28499" y="10569"/>
                      <a:pt x="27005" y="6957"/>
                      <a:pt x="24346" y="4295"/>
                    </a:cubicBezTo>
                    <a:cubicBezTo>
                      <a:pt x="21687" y="1632"/>
                      <a:pt x="18080" y="136"/>
                      <a:pt x="14320" y="136"/>
                    </a:cubicBezTo>
                    <a:cubicBezTo>
                      <a:pt x="10560" y="136"/>
                      <a:pt x="6953" y="1632"/>
                      <a:pt x="4295" y="4295"/>
                    </a:cubicBezTo>
                    <a:cubicBezTo>
                      <a:pt x="1636" y="6957"/>
                      <a:pt x="142" y="10569"/>
                      <a:pt x="142" y="14335"/>
                    </a:cubicBezTo>
                    <a:cubicBezTo>
                      <a:pt x="142" y="18101"/>
                      <a:pt x="1636" y="21712"/>
                      <a:pt x="4295" y="24375"/>
                    </a:cubicBezTo>
                    <a:cubicBezTo>
                      <a:pt x="6953" y="27038"/>
                      <a:pt x="10560" y="28534"/>
                      <a:pt x="14320"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4" name="Freeform: Shape 933">
                <a:extLst>
                  <a:ext uri="{FF2B5EF4-FFF2-40B4-BE49-F238E27FC236}">
                    <a16:creationId xmlns:a16="http://schemas.microsoft.com/office/drawing/2014/main" id="{57931DAD-AFFE-4BE4-6D82-07BF7FED743E}"/>
                  </a:ext>
                </a:extLst>
              </p:cNvPr>
              <p:cNvSpPr/>
              <p:nvPr/>
            </p:nvSpPr>
            <p:spPr>
              <a:xfrm>
                <a:off x="6344678" y="5008169"/>
                <a:ext cx="28356" cy="28397"/>
              </a:xfrm>
              <a:custGeom>
                <a:avLst/>
                <a:gdLst>
                  <a:gd name="connsiteX0" fmla="*/ 14320 w 28356"/>
                  <a:gd name="connsiteY0" fmla="*/ 28533 h 28397"/>
                  <a:gd name="connsiteX1" fmla="*/ 24345 w 28356"/>
                  <a:gd name="connsiteY1" fmla="*/ 24374 h 28397"/>
                  <a:gd name="connsiteX2" fmla="*/ 28498 w 28356"/>
                  <a:gd name="connsiteY2" fmla="*/ 14334 h 28397"/>
                  <a:gd name="connsiteX3" fmla="*/ 24345 w 28356"/>
                  <a:gd name="connsiteY3" fmla="*/ 4294 h 28397"/>
                  <a:gd name="connsiteX4" fmla="*/ 14320 w 28356"/>
                  <a:gd name="connsiteY4" fmla="*/ 135 h 28397"/>
                  <a:gd name="connsiteX5" fmla="*/ 4294 w 28356"/>
                  <a:gd name="connsiteY5" fmla="*/ 4294 h 28397"/>
                  <a:gd name="connsiteX6" fmla="*/ 141 w 28356"/>
                  <a:gd name="connsiteY6" fmla="*/ 14334 h 28397"/>
                  <a:gd name="connsiteX7" fmla="*/ 4294 w 28356"/>
                  <a:gd name="connsiteY7" fmla="*/ 24374 h 28397"/>
                  <a:gd name="connsiteX8" fmla="*/ 1432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33"/>
                    </a:moveTo>
                    <a:cubicBezTo>
                      <a:pt x="18080" y="28533"/>
                      <a:pt x="21686" y="27037"/>
                      <a:pt x="24345" y="24374"/>
                    </a:cubicBezTo>
                    <a:cubicBezTo>
                      <a:pt x="27004" y="21712"/>
                      <a:pt x="28498" y="18100"/>
                      <a:pt x="28498" y="14334"/>
                    </a:cubicBezTo>
                    <a:cubicBezTo>
                      <a:pt x="28498" y="10569"/>
                      <a:pt x="27004" y="6957"/>
                      <a:pt x="24345" y="4294"/>
                    </a:cubicBezTo>
                    <a:cubicBezTo>
                      <a:pt x="21686" y="1631"/>
                      <a:pt x="18080" y="135"/>
                      <a:pt x="14320" y="135"/>
                    </a:cubicBezTo>
                    <a:cubicBezTo>
                      <a:pt x="10559" y="135"/>
                      <a:pt x="6953" y="1631"/>
                      <a:pt x="4294" y="4294"/>
                    </a:cubicBezTo>
                    <a:cubicBezTo>
                      <a:pt x="1635" y="6957"/>
                      <a:pt x="141" y="10569"/>
                      <a:pt x="141" y="14334"/>
                    </a:cubicBezTo>
                    <a:cubicBezTo>
                      <a:pt x="141" y="18100"/>
                      <a:pt x="1635" y="21712"/>
                      <a:pt x="4294" y="24374"/>
                    </a:cubicBezTo>
                    <a:cubicBezTo>
                      <a:pt x="6953" y="27037"/>
                      <a:pt x="10559" y="28533"/>
                      <a:pt x="14320"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5" name="Freeform: Shape 934">
                <a:extLst>
                  <a:ext uri="{FF2B5EF4-FFF2-40B4-BE49-F238E27FC236}">
                    <a16:creationId xmlns:a16="http://schemas.microsoft.com/office/drawing/2014/main" id="{CD1A8E47-31AE-CE31-7EF0-72007118460C}"/>
                  </a:ext>
                </a:extLst>
              </p:cNvPr>
              <p:cNvSpPr/>
              <p:nvPr/>
            </p:nvSpPr>
            <p:spPr>
              <a:xfrm>
                <a:off x="6336930" y="3815303"/>
                <a:ext cx="28356" cy="28397"/>
              </a:xfrm>
              <a:custGeom>
                <a:avLst/>
                <a:gdLst>
                  <a:gd name="connsiteX0" fmla="*/ 14319 w 28356"/>
                  <a:gd name="connsiteY0" fmla="*/ 28439 h 28397"/>
                  <a:gd name="connsiteX1" fmla="*/ 24345 w 28356"/>
                  <a:gd name="connsiteY1" fmla="*/ 24281 h 28397"/>
                  <a:gd name="connsiteX2" fmla="*/ 28497 w 28356"/>
                  <a:gd name="connsiteY2" fmla="*/ 14240 h 28397"/>
                  <a:gd name="connsiteX3" fmla="*/ 24345 w 28356"/>
                  <a:gd name="connsiteY3" fmla="*/ 4200 h 28397"/>
                  <a:gd name="connsiteX4" fmla="*/ 14319 w 28356"/>
                  <a:gd name="connsiteY4" fmla="*/ 41 h 28397"/>
                  <a:gd name="connsiteX5" fmla="*/ 4293 w 28356"/>
                  <a:gd name="connsiteY5" fmla="*/ 4200 h 28397"/>
                  <a:gd name="connsiteX6" fmla="*/ 141 w 28356"/>
                  <a:gd name="connsiteY6" fmla="*/ 14240 h 28397"/>
                  <a:gd name="connsiteX7" fmla="*/ 4293 w 28356"/>
                  <a:gd name="connsiteY7" fmla="*/ 24281 h 28397"/>
                  <a:gd name="connsiteX8" fmla="*/ 14319 w 28356"/>
                  <a:gd name="connsiteY8" fmla="*/ 2843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9" y="28439"/>
                    </a:moveTo>
                    <a:cubicBezTo>
                      <a:pt x="18079" y="28439"/>
                      <a:pt x="21686" y="26943"/>
                      <a:pt x="24345" y="24281"/>
                    </a:cubicBezTo>
                    <a:cubicBezTo>
                      <a:pt x="27003" y="21618"/>
                      <a:pt x="28497" y="18006"/>
                      <a:pt x="28497" y="14240"/>
                    </a:cubicBezTo>
                    <a:cubicBezTo>
                      <a:pt x="28497" y="10475"/>
                      <a:pt x="27003" y="6863"/>
                      <a:pt x="24345" y="4200"/>
                    </a:cubicBezTo>
                    <a:cubicBezTo>
                      <a:pt x="21686" y="1537"/>
                      <a:pt x="18079" y="41"/>
                      <a:pt x="14319" y="41"/>
                    </a:cubicBezTo>
                    <a:cubicBezTo>
                      <a:pt x="10559" y="41"/>
                      <a:pt x="6952" y="1537"/>
                      <a:pt x="4293" y="4200"/>
                    </a:cubicBezTo>
                    <a:cubicBezTo>
                      <a:pt x="1635" y="6863"/>
                      <a:pt x="141" y="10475"/>
                      <a:pt x="141" y="14240"/>
                    </a:cubicBezTo>
                    <a:cubicBezTo>
                      <a:pt x="141" y="18006"/>
                      <a:pt x="1635" y="21618"/>
                      <a:pt x="4293" y="24281"/>
                    </a:cubicBezTo>
                    <a:cubicBezTo>
                      <a:pt x="6952" y="26943"/>
                      <a:pt x="10559" y="28439"/>
                      <a:pt x="14319" y="2843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6" name="Freeform: Shape 935">
                <a:extLst>
                  <a:ext uri="{FF2B5EF4-FFF2-40B4-BE49-F238E27FC236}">
                    <a16:creationId xmlns:a16="http://schemas.microsoft.com/office/drawing/2014/main" id="{383E1068-9831-1FFE-31F6-5D5360C5D231}"/>
                  </a:ext>
                </a:extLst>
              </p:cNvPr>
              <p:cNvSpPr/>
              <p:nvPr/>
            </p:nvSpPr>
            <p:spPr>
              <a:xfrm>
                <a:off x="6329169" y="4947743"/>
                <a:ext cx="28356" cy="28397"/>
              </a:xfrm>
              <a:custGeom>
                <a:avLst/>
                <a:gdLst>
                  <a:gd name="connsiteX0" fmla="*/ 14318 w 28356"/>
                  <a:gd name="connsiteY0" fmla="*/ 28528 h 28397"/>
                  <a:gd name="connsiteX1" fmla="*/ 24344 w 28356"/>
                  <a:gd name="connsiteY1" fmla="*/ 24370 h 28397"/>
                  <a:gd name="connsiteX2" fmla="*/ 28497 w 28356"/>
                  <a:gd name="connsiteY2" fmla="*/ 14329 h 28397"/>
                  <a:gd name="connsiteX3" fmla="*/ 24344 w 28356"/>
                  <a:gd name="connsiteY3" fmla="*/ 4289 h 28397"/>
                  <a:gd name="connsiteX4" fmla="*/ 14318 w 28356"/>
                  <a:gd name="connsiteY4" fmla="*/ 130 h 28397"/>
                  <a:gd name="connsiteX5" fmla="*/ 4293 w 28356"/>
                  <a:gd name="connsiteY5" fmla="*/ 4289 h 28397"/>
                  <a:gd name="connsiteX6" fmla="*/ 140 w 28356"/>
                  <a:gd name="connsiteY6" fmla="*/ 14329 h 28397"/>
                  <a:gd name="connsiteX7" fmla="*/ 4293 w 28356"/>
                  <a:gd name="connsiteY7" fmla="*/ 24370 h 28397"/>
                  <a:gd name="connsiteX8" fmla="*/ 14318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28"/>
                    </a:moveTo>
                    <a:cubicBezTo>
                      <a:pt x="18079" y="28528"/>
                      <a:pt x="21685" y="27032"/>
                      <a:pt x="24344" y="24370"/>
                    </a:cubicBezTo>
                    <a:cubicBezTo>
                      <a:pt x="27003" y="21707"/>
                      <a:pt x="28497" y="18095"/>
                      <a:pt x="28497" y="14329"/>
                    </a:cubicBezTo>
                    <a:cubicBezTo>
                      <a:pt x="28497" y="10564"/>
                      <a:pt x="27003" y="6952"/>
                      <a:pt x="24344" y="4289"/>
                    </a:cubicBezTo>
                    <a:cubicBezTo>
                      <a:pt x="21685" y="1627"/>
                      <a:pt x="18079" y="130"/>
                      <a:pt x="14318" y="130"/>
                    </a:cubicBezTo>
                    <a:cubicBezTo>
                      <a:pt x="10558" y="130"/>
                      <a:pt x="6952" y="1627"/>
                      <a:pt x="4293" y="4289"/>
                    </a:cubicBezTo>
                    <a:cubicBezTo>
                      <a:pt x="1634" y="6952"/>
                      <a:pt x="140" y="10564"/>
                      <a:pt x="140" y="14329"/>
                    </a:cubicBezTo>
                    <a:cubicBezTo>
                      <a:pt x="140" y="18095"/>
                      <a:pt x="1634" y="21707"/>
                      <a:pt x="4293" y="24370"/>
                    </a:cubicBezTo>
                    <a:cubicBezTo>
                      <a:pt x="6952" y="27032"/>
                      <a:pt x="10558" y="28528"/>
                      <a:pt x="14318"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7" name="Freeform: Shape 936">
                <a:extLst>
                  <a:ext uri="{FF2B5EF4-FFF2-40B4-BE49-F238E27FC236}">
                    <a16:creationId xmlns:a16="http://schemas.microsoft.com/office/drawing/2014/main" id="{82CBFE57-00F6-6FA0-898E-6C859807AEFA}"/>
                  </a:ext>
                </a:extLst>
              </p:cNvPr>
              <p:cNvSpPr/>
              <p:nvPr/>
            </p:nvSpPr>
            <p:spPr>
              <a:xfrm>
                <a:off x="6321408" y="4946536"/>
                <a:ext cx="28356" cy="28397"/>
              </a:xfrm>
              <a:custGeom>
                <a:avLst/>
                <a:gdLst>
                  <a:gd name="connsiteX0" fmla="*/ 14318 w 28356"/>
                  <a:gd name="connsiteY0" fmla="*/ 28528 h 28397"/>
                  <a:gd name="connsiteX1" fmla="*/ 24343 w 28356"/>
                  <a:gd name="connsiteY1" fmla="*/ 24370 h 28397"/>
                  <a:gd name="connsiteX2" fmla="*/ 28496 w 28356"/>
                  <a:gd name="connsiteY2" fmla="*/ 14329 h 28397"/>
                  <a:gd name="connsiteX3" fmla="*/ 24343 w 28356"/>
                  <a:gd name="connsiteY3" fmla="*/ 4289 h 28397"/>
                  <a:gd name="connsiteX4" fmla="*/ 14318 w 28356"/>
                  <a:gd name="connsiteY4" fmla="*/ 130 h 28397"/>
                  <a:gd name="connsiteX5" fmla="*/ 4292 w 28356"/>
                  <a:gd name="connsiteY5" fmla="*/ 4289 h 28397"/>
                  <a:gd name="connsiteX6" fmla="*/ 139 w 28356"/>
                  <a:gd name="connsiteY6" fmla="*/ 14329 h 28397"/>
                  <a:gd name="connsiteX7" fmla="*/ 4292 w 28356"/>
                  <a:gd name="connsiteY7" fmla="*/ 24370 h 28397"/>
                  <a:gd name="connsiteX8" fmla="*/ 14318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28"/>
                    </a:moveTo>
                    <a:cubicBezTo>
                      <a:pt x="18078" y="28528"/>
                      <a:pt x="21685" y="27032"/>
                      <a:pt x="24343" y="24370"/>
                    </a:cubicBezTo>
                    <a:cubicBezTo>
                      <a:pt x="27002" y="21707"/>
                      <a:pt x="28496" y="18095"/>
                      <a:pt x="28496" y="14329"/>
                    </a:cubicBezTo>
                    <a:cubicBezTo>
                      <a:pt x="28496" y="10564"/>
                      <a:pt x="27002" y="6952"/>
                      <a:pt x="24343" y="4289"/>
                    </a:cubicBezTo>
                    <a:cubicBezTo>
                      <a:pt x="21685" y="1626"/>
                      <a:pt x="18078" y="130"/>
                      <a:pt x="14318" y="130"/>
                    </a:cubicBezTo>
                    <a:cubicBezTo>
                      <a:pt x="10558" y="130"/>
                      <a:pt x="6951" y="1626"/>
                      <a:pt x="4292" y="4289"/>
                    </a:cubicBezTo>
                    <a:cubicBezTo>
                      <a:pt x="1633" y="6952"/>
                      <a:pt x="139" y="10564"/>
                      <a:pt x="139" y="14329"/>
                    </a:cubicBezTo>
                    <a:cubicBezTo>
                      <a:pt x="139" y="18095"/>
                      <a:pt x="1633" y="21707"/>
                      <a:pt x="4292" y="24370"/>
                    </a:cubicBezTo>
                    <a:cubicBezTo>
                      <a:pt x="6951" y="27032"/>
                      <a:pt x="10558" y="28528"/>
                      <a:pt x="14318"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8" name="Freeform: Shape 937">
                <a:extLst>
                  <a:ext uri="{FF2B5EF4-FFF2-40B4-BE49-F238E27FC236}">
                    <a16:creationId xmlns:a16="http://schemas.microsoft.com/office/drawing/2014/main" id="{105E05FA-0B9B-0CDC-6109-A55F6AAA4818}"/>
                  </a:ext>
                </a:extLst>
              </p:cNvPr>
              <p:cNvSpPr/>
              <p:nvPr/>
            </p:nvSpPr>
            <p:spPr>
              <a:xfrm>
                <a:off x="6313647" y="4853153"/>
                <a:ext cx="28356" cy="28397"/>
              </a:xfrm>
              <a:custGeom>
                <a:avLst/>
                <a:gdLst>
                  <a:gd name="connsiteX0" fmla="*/ 14317 w 28356"/>
                  <a:gd name="connsiteY0" fmla="*/ 28521 h 28397"/>
                  <a:gd name="connsiteX1" fmla="*/ 24343 w 28356"/>
                  <a:gd name="connsiteY1" fmla="*/ 24362 h 28397"/>
                  <a:gd name="connsiteX2" fmla="*/ 28496 w 28356"/>
                  <a:gd name="connsiteY2" fmla="*/ 14322 h 28397"/>
                  <a:gd name="connsiteX3" fmla="*/ 24343 w 28356"/>
                  <a:gd name="connsiteY3" fmla="*/ 4282 h 28397"/>
                  <a:gd name="connsiteX4" fmla="*/ 14317 w 28356"/>
                  <a:gd name="connsiteY4" fmla="*/ 123 h 28397"/>
                  <a:gd name="connsiteX5" fmla="*/ 4292 w 28356"/>
                  <a:gd name="connsiteY5" fmla="*/ 4282 h 28397"/>
                  <a:gd name="connsiteX6" fmla="*/ 139 w 28356"/>
                  <a:gd name="connsiteY6" fmla="*/ 14322 h 28397"/>
                  <a:gd name="connsiteX7" fmla="*/ 4292 w 28356"/>
                  <a:gd name="connsiteY7" fmla="*/ 24362 h 28397"/>
                  <a:gd name="connsiteX8" fmla="*/ 14317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1"/>
                    </a:moveTo>
                    <a:cubicBezTo>
                      <a:pt x="18077" y="28521"/>
                      <a:pt x="21684" y="27025"/>
                      <a:pt x="24343" y="24362"/>
                    </a:cubicBezTo>
                    <a:cubicBezTo>
                      <a:pt x="27002" y="21700"/>
                      <a:pt x="28496" y="18088"/>
                      <a:pt x="28496" y="14322"/>
                    </a:cubicBezTo>
                    <a:cubicBezTo>
                      <a:pt x="28496" y="10556"/>
                      <a:pt x="27002" y="6944"/>
                      <a:pt x="24343" y="4282"/>
                    </a:cubicBezTo>
                    <a:cubicBezTo>
                      <a:pt x="21684" y="1619"/>
                      <a:pt x="18077" y="123"/>
                      <a:pt x="14317" y="123"/>
                    </a:cubicBezTo>
                    <a:cubicBezTo>
                      <a:pt x="10557" y="123"/>
                      <a:pt x="6950" y="1619"/>
                      <a:pt x="4292" y="4282"/>
                    </a:cubicBezTo>
                    <a:cubicBezTo>
                      <a:pt x="1633" y="6944"/>
                      <a:pt x="139" y="10556"/>
                      <a:pt x="139" y="14322"/>
                    </a:cubicBezTo>
                    <a:cubicBezTo>
                      <a:pt x="139" y="18088"/>
                      <a:pt x="1633" y="21700"/>
                      <a:pt x="4292" y="24362"/>
                    </a:cubicBezTo>
                    <a:cubicBezTo>
                      <a:pt x="6950" y="27025"/>
                      <a:pt x="10557" y="28521"/>
                      <a:pt x="14317"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39" name="Freeform: Shape 938">
                <a:extLst>
                  <a:ext uri="{FF2B5EF4-FFF2-40B4-BE49-F238E27FC236}">
                    <a16:creationId xmlns:a16="http://schemas.microsoft.com/office/drawing/2014/main" id="{077E3DE5-F87B-4D8C-7E2A-172CBBA9BA39}"/>
                  </a:ext>
                </a:extLst>
              </p:cNvPr>
              <p:cNvSpPr/>
              <p:nvPr/>
            </p:nvSpPr>
            <p:spPr>
              <a:xfrm>
                <a:off x="6305886" y="5021669"/>
                <a:ext cx="28356" cy="28397"/>
              </a:xfrm>
              <a:custGeom>
                <a:avLst/>
                <a:gdLst>
                  <a:gd name="connsiteX0" fmla="*/ 14317 w 28356"/>
                  <a:gd name="connsiteY0" fmla="*/ 28534 h 28397"/>
                  <a:gd name="connsiteX1" fmla="*/ 24342 w 28356"/>
                  <a:gd name="connsiteY1" fmla="*/ 24376 h 28397"/>
                  <a:gd name="connsiteX2" fmla="*/ 28495 w 28356"/>
                  <a:gd name="connsiteY2" fmla="*/ 14335 h 28397"/>
                  <a:gd name="connsiteX3" fmla="*/ 24342 w 28356"/>
                  <a:gd name="connsiteY3" fmla="*/ 4295 h 28397"/>
                  <a:gd name="connsiteX4" fmla="*/ 14317 w 28356"/>
                  <a:gd name="connsiteY4" fmla="*/ 136 h 28397"/>
                  <a:gd name="connsiteX5" fmla="*/ 4291 w 28356"/>
                  <a:gd name="connsiteY5" fmla="*/ 4295 h 28397"/>
                  <a:gd name="connsiteX6" fmla="*/ 138 w 28356"/>
                  <a:gd name="connsiteY6" fmla="*/ 14335 h 28397"/>
                  <a:gd name="connsiteX7" fmla="*/ 4291 w 28356"/>
                  <a:gd name="connsiteY7" fmla="*/ 24376 h 28397"/>
                  <a:gd name="connsiteX8" fmla="*/ 1431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34"/>
                    </a:moveTo>
                    <a:cubicBezTo>
                      <a:pt x="18077" y="28534"/>
                      <a:pt x="21683" y="27038"/>
                      <a:pt x="24342" y="24376"/>
                    </a:cubicBezTo>
                    <a:cubicBezTo>
                      <a:pt x="27001" y="21713"/>
                      <a:pt x="28495" y="18101"/>
                      <a:pt x="28495" y="14335"/>
                    </a:cubicBezTo>
                    <a:cubicBezTo>
                      <a:pt x="28495" y="10570"/>
                      <a:pt x="27001" y="6958"/>
                      <a:pt x="24342" y="4295"/>
                    </a:cubicBezTo>
                    <a:cubicBezTo>
                      <a:pt x="21683" y="1632"/>
                      <a:pt x="18077" y="136"/>
                      <a:pt x="14317" y="136"/>
                    </a:cubicBezTo>
                    <a:cubicBezTo>
                      <a:pt x="10556" y="136"/>
                      <a:pt x="6950" y="1632"/>
                      <a:pt x="4291" y="4295"/>
                    </a:cubicBezTo>
                    <a:cubicBezTo>
                      <a:pt x="1632" y="6958"/>
                      <a:pt x="138" y="10570"/>
                      <a:pt x="138" y="14335"/>
                    </a:cubicBezTo>
                    <a:cubicBezTo>
                      <a:pt x="138" y="18101"/>
                      <a:pt x="1632" y="21713"/>
                      <a:pt x="4291" y="24376"/>
                    </a:cubicBezTo>
                    <a:cubicBezTo>
                      <a:pt x="6950" y="27038"/>
                      <a:pt x="10556" y="28534"/>
                      <a:pt x="14317"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0" name="Freeform: Shape 939">
                <a:extLst>
                  <a:ext uri="{FF2B5EF4-FFF2-40B4-BE49-F238E27FC236}">
                    <a16:creationId xmlns:a16="http://schemas.microsoft.com/office/drawing/2014/main" id="{FC8A045A-A5CC-48C8-4B5C-C335CE95F383}"/>
                  </a:ext>
                </a:extLst>
              </p:cNvPr>
              <p:cNvSpPr/>
              <p:nvPr/>
            </p:nvSpPr>
            <p:spPr>
              <a:xfrm>
                <a:off x="6298137" y="4976750"/>
                <a:ext cx="28356" cy="28397"/>
              </a:xfrm>
              <a:custGeom>
                <a:avLst/>
                <a:gdLst>
                  <a:gd name="connsiteX0" fmla="*/ 14316 w 28356"/>
                  <a:gd name="connsiteY0" fmla="*/ 28531 h 28397"/>
                  <a:gd name="connsiteX1" fmla="*/ 24342 w 28356"/>
                  <a:gd name="connsiteY1" fmla="*/ 24372 h 28397"/>
                  <a:gd name="connsiteX2" fmla="*/ 28494 w 28356"/>
                  <a:gd name="connsiteY2" fmla="*/ 14332 h 28397"/>
                  <a:gd name="connsiteX3" fmla="*/ 24342 w 28356"/>
                  <a:gd name="connsiteY3" fmla="*/ 4292 h 28397"/>
                  <a:gd name="connsiteX4" fmla="*/ 14316 w 28356"/>
                  <a:gd name="connsiteY4" fmla="*/ 133 h 28397"/>
                  <a:gd name="connsiteX5" fmla="*/ 4290 w 28356"/>
                  <a:gd name="connsiteY5" fmla="*/ 4292 h 28397"/>
                  <a:gd name="connsiteX6" fmla="*/ 138 w 28356"/>
                  <a:gd name="connsiteY6" fmla="*/ 14332 h 28397"/>
                  <a:gd name="connsiteX7" fmla="*/ 4290 w 28356"/>
                  <a:gd name="connsiteY7" fmla="*/ 24372 h 28397"/>
                  <a:gd name="connsiteX8" fmla="*/ 14316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6" y="28531"/>
                    </a:moveTo>
                    <a:cubicBezTo>
                      <a:pt x="18076" y="28531"/>
                      <a:pt x="21683" y="27035"/>
                      <a:pt x="24342" y="24372"/>
                    </a:cubicBezTo>
                    <a:cubicBezTo>
                      <a:pt x="27000" y="21709"/>
                      <a:pt x="28494" y="18097"/>
                      <a:pt x="28494" y="14332"/>
                    </a:cubicBezTo>
                    <a:cubicBezTo>
                      <a:pt x="28494" y="10566"/>
                      <a:pt x="27000" y="6954"/>
                      <a:pt x="24342" y="4292"/>
                    </a:cubicBezTo>
                    <a:cubicBezTo>
                      <a:pt x="21683" y="1629"/>
                      <a:pt x="18076" y="133"/>
                      <a:pt x="14316" y="133"/>
                    </a:cubicBezTo>
                    <a:cubicBezTo>
                      <a:pt x="10556" y="133"/>
                      <a:pt x="6949" y="1629"/>
                      <a:pt x="4290" y="4292"/>
                    </a:cubicBezTo>
                    <a:cubicBezTo>
                      <a:pt x="1632" y="6954"/>
                      <a:pt x="138" y="10566"/>
                      <a:pt x="138" y="14332"/>
                    </a:cubicBezTo>
                    <a:cubicBezTo>
                      <a:pt x="138" y="18097"/>
                      <a:pt x="1632" y="21709"/>
                      <a:pt x="4290" y="24372"/>
                    </a:cubicBezTo>
                    <a:cubicBezTo>
                      <a:pt x="6949" y="27035"/>
                      <a:pt x="10556" y="28531"/>
                      <a:pt x="14316"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1" name="Freeform: Shape 940">
                <a:extLst>
                  <a:ext uri="{FF2B5EF4-FFF2-40B4-BE49-F238E27FC236}">
                    <a16:creationId xmlns:a16="http://schemas.microsoft.com/office/drawing/2014/main" id="{D521D456-438A-6A46-9EC9-5F561288EF52}"/>
                  </a:ext>
                </a:extLst>
              </p:cNvPr>
              <p:cNvSpPr/>
              <p:nvPr/>
            </p:nvSpPr>
            <p:spPr>
              <a:xfrm>
                <a:off x="6290376" y="4874349"/>
                <a:ext cx="28356" cy="28397"/>
              </a:xfrm>
              <a:custGeom>
                <a:avLst/>
                <a:gdLst>
                  <a:gd name="connsiteX0" fmla="*/ 14315 w 28356"/>
                  <a:gd name="connsiteY0" fmla="*/ 28523 h 28397"/>
                  <a:gd name="connsiteX1" fmla="*/ 24341 w 28356"/>
                  <a:gd name="connsiteY1" fmla="*/ 24364 h 28397"/>
                  <a:gd name="connsiteX2" fmla="*/ 28494 w 28356"/>
                  <a:gd name="connsiteY2" fmla="*/ 14324 h 28397"/>
                  <a:gd name="connsiteX3" fmla="*/ 24341 w 28356"/>
                  <a:gd name="connsiteY3" fmla="*/ 4283 h 28397"/>
                  <a:gd name="connsiteX4" fmla="*/ 14315 w 28356"/>
                  <a:gd name="connsiteY4" fmla="*/ 125 h 28397"/>
                  <a:gd name="connsiteX5" fmla="*/ 4290 w 28356"/>
                  <a:gd name="connsiteY5" fmla="*/ 4283 h 28397"/>
                  <a:gd name="connsiteX6" fmla="*/ 137 w 28356"/>
                  <a:gd name="connsiteY6" fmla="*/ 14324 h 28397"/>
                  <a:gd name="connsiteX7" fmla="*/ 4290 w 28356"/>
                  <a:gd name="connsiteY7" fmla="*/ 24364 h 28397"/>
                  <a:gd name="connsiteX8" fmla="*/ 1431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23"/>
                    </a:moveTo>
                    <a:cubicBezTo>
                      <a:pt x="18076" y="28523"/>
                      <a:pt x="21682" y="27027"/>
                      <a:pt x="24341" y="24364"/>
                    </a:cubicBezTo>
                    <a:cubicBezTo>
                      <a:pt x="27000" y="21701"/>
                      <a:pt x="28494" y="18089"/>
                      <a:pt x="28494" y="14324"/>
                    </a:cubicBezTo>
                    <a:cubicBezTo>
                      <a:pt x="28494" y="10558"/>
                      <a:pt x="27000" y="6946"/>
                      <a:pt x="24341" y="4283"/>
                    </a:cubicBezTo>
                    <a:cubicBezTo>
                      <a:pt x="21682" y="1621"/>
                      <a:pt x="18076" y="125"/>
                      <a:pt x="14315" y="125"/>
                    </a:cubicBezTo>
                    <a:cubicBezTo>
                      <a:pt x="10555" y="125"/>
                      <a:pt x="6949" y="1621"/>
                      <a:pt x="4290" y="4283"/>
                    </a:cubicBezTo>
                    <a:cubicBezTo>
                      <a:pt x="1631" y="6946"/>
                      <a:pt x="137" y="10558"/>
                      <a:pt x="137" y="14324"/>
                    </a:cubicBezTo>
                    <a:cubicBezTo>
                      <a:pt x="137" y="18089"/>
                      <a:pt x="1631" y="21701"/>
                      <a:pt x="4290" y="24364"/>
                    </a:cubicBezTo>
                    <a:cubicBezTo>
                      <a:pt x="6949" y="27027"/>
                      <a:pt x="10555" y="28523"/>
                      <a:pt x="14315"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2" name="Freeform: Shape 941">
                <a:extLst>
                  <a:ext uri="{FF2B5EF4-FFF2-40B4-BE49-F238E27FC236}">
                    <a16:creationId xmlns:a16="http://schemas.microsoft.com/office/drawing/2014/main" id="{5F92F132-62D2-76ED-BE92-CC2833CAE2B7}"/>
                  </a:ext>
                </a:extLst>
              </p:cNvPr>
              <p:cNvSpPr/>
              <p:nvPr/>
            </p:nvSpPr>
            <p:spPr>
              <a:xfrm>
                <a:off x="6282615" y="4973244"/>
                <a:ext cx="28356" cy="28397"/>
              </a:xfrm>
              <a:custGeom>
                <a:avLst/>
                <a:gdLst>
                  <a:gd name="connsiteX0" fmla="*/ 14315 w 28356"/>
                  <a:gd name="connsiteY0" fmla="*/ 28530 h 28397"/>
                  <a:gd name="connsiteX1" fmla="*/ 24340 w 28356"/>
                  <a:gd name="connsiteY1" fmla="*/ 24372 h 28397"/>
                  <a:gd name="connsiteX2" fmla="*/ 28493 w 28356"/>
                  <a:gd name="connsiteY2" fmla="*/ 14331 h 28397"/>
                  <a:gd name="connsiteX3" fmla="*/ 24340 w 28356"/>
                  <a:gd name="connsiteY3" fmla="*/ 4291 h 28397"/>
                  <a:gd name="connsiteX4" fmla="*/ 14315 w 28356"/>
                  <a:gd name="connsiteY4" fmla="*/ 133 h 28397"/>
                  <a:gd name="connsiteX5" fmla="*/ 4289 w 28356"/>
                  <a:gd name="connsiteY5" fmla="*/ 4291 h 28397"/>
                  <a:gd name="connsiteX6" fmla="*/ 136 w 28356"/>
                  <a:gd name="connsiteY6" fmla="*/ 14331 h 28397"/>
                  <a:gd name="connsiteX7" fmla="*/ 4289 w 28356"/>
                  <a:gd name="connsiteY7" fmla="*/ 24372 h 28397"/>
                  <a:gd name="connsiteX8" fmla="*/ 1431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30"/>
                    </a:moveTo>
                    <a:cubicBezTo>
                      <a:pt x="18075" y="28530"/>
                      <a:pt x="21682" y="27034"/>
                      <a:pt x="24340" y="24372"/>
                    </a:cubicBezTo>
                    <a:cubicBezTo>
                      <a:pt x="26999" y="21709"/>
                      <a:pt x="28493" y="18097"/>
                      <a:pt x="28493" y="14331"/>
                    </a:cubicBezTo>
                    <a:cubicBezTo>
                      <a:pt x="28493" y="10566"/>
                      <a:pt x="26999" y="6954"/>
                      <a:pt x="24340" y="4291"/>
                    </a:cubicBezTo>
                    <a:cubicBezTo>
                      <a:pt x="21682" y="1629"/>
                      <a:pt x="18075" y="133"/>
                      <a:pt x="14315" y="133"/>
                    </a:cubicBezTo>
                    <a:cubicBezTo>
                      <a:pt x="10555" y="133"/>
                      <a:pt x="6948" y="1629"/>
                      <a:pt x="4289" y="4291"/>
                    </a:cubicBezTo>
                    <a:cubicBezTo>
                      <a:pt x="1630" y="6954"/>
                      <a:pt x="136" y="10566"/>
                      <a:pt x="136" y="14331"/>
                    </a:cubicBezTo>
                    <a:cubicBezTo>
                      <a:pt x="136" y="18097"/>
                      <a:pt x="1630" y="21709"/>
                      <a:pt x="4289" y="24372"/>
                    </a:cubicBezTo>
                    <a:cubicBezTo>
                      <a:pt x="6948" y="27034"/>
                      <a:pt x="10555" y="28530"/>
                      <a:pt x="14315"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3" name="Freeform: Shape 942">
                <a:extLst>
                  <a:ext uri="{FF2B5EF4-FFF2-40B4-BE49-F238E27FC236}">
                    <a16:creationId xmlns:a16="http://schemas.microsoft.com/office/drawing/2014/main" id="{74083DAE-C2F7-F37F-AF22-6894CEA2A4AD}"/>
                  </a:ext>
                </a:extLst>
              </p:cNvPr>
              <p:cNvSpPr/>
              <p:nvPr/>
            </p:nvSpPr>
            <p:spPr>
              <a:xfrm>
                <a:off x="6274854" y="4888700"/>
                <a:ext cx="28356" cy="28397"/>
              </a:xfrm>
              <a:custGeom>
                <a:avLst/>
                <a:gdLst>
                  <a:gd name="connsiteX0" fmla="*/ 14314 w 28356"/>
                  <a:gd name="connsiteY0" fmla="*/ 28524 h 28397"/>
                  <a:gd name="connsiteX1" fmla="*/ 24340 w 28356"/>
                  <a:gd name="connsiteY1" fmla="*/ 24365 h 28397"/>
                  <a:gd name="connsiteX2" fmla="*/ 28492 w 28356"/>
                  <a:gd name="connsiteY2" fmla="*/ 14325 h 28397"/>
                  <a:gd name="connsiteX3" fmla="*/ 24340 w 28356"/>
                  <a:gd name="connsiteY3" fmla="*/ 4285 h 28397"/>
                  <a:gd name="connsiteX4" fmla="*/ 14314 w 28356"/>
                  <a:gd name="connsiteY4" fmla="*/ 126 h 28397"/>
                  <a:gd name="connsiteX5" fmla="*/ 4289 w 28356"/>
                  <a:gd name="connsiteY5" fmla="*/ 4285 h 28397"/>
                  <a:gd name="connsiteX6" fmla="*/ 136 w 28356"/>
                  <a:gd name="connsiteY6" fmla="*/ 14325 h 28397"/>
                  <a:gd name="connsiteX7" fmla="*/ 4289 w 28356"/>
                  <a:gd name="connsiteY7" fmla="*/ 24365 h 28397"/>
                  <a:gd name="connsiteX8" fmla="*/ 14314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24"/>
                    </a:moveTo>
                    <a:cubicBezTo>
                      <a:pt x="18074" y="28524"/>
                      <a:pt x="21681" y="27028"/>
                      <a:pt x="24340" y="24365"/>
                    </a:cubicBezTo>
                    <a:cubicBezTo>
                      <a:pt x="26999" y="21702"/>
                      <a:pt x="28492" y="18090"/>
                      <a:pt x="28492" y="14325"/>
                    </a:cubicBezTo>
                    <a:cubicBezTo>
                      <a:pt x="28492" y="10559"/>
                      <a:pt x="26999" y="6947"/>
                      <a:pt x="24340" y="4285"/>
                    </a:cubicBezTo>
                    <a:cubicBezTo>
                      <a:pt x="21681" y="1622"/>
                      <a:pt x="18074" y="126"/>
                      <a:pt x="14314" y="126"/>
                    </a:cubicBezTo>
                    <a:cubicBezTo>
                      <a:pt x="10554" y="126"/>
                      <a:pt x="6947" y="1622"/>
                      <a:pt x="4289" y="4285"/>
                    </a:cubicBezTo>
                    <a:cubicBezTo>
                      <a:pt x="1630" y="6947"/>
                      <a:pt x="136" y="10559"/>
                      <a:pt x="136" y="14325"/>
                    </a:cubicBezTo>
                    <a:cubicBezTo>
                      <a:pt x="136" y="18090"/>
                      <a:pt x="1630" y="21702"/>
                      <a:pt x="4289" y="24365"/>
                    </a:cubicBezTo>
                    <a:cubicBezTo>
                      <a:pt x="6947" y="27028"/>
                      <a:pt x="10554" y="28524"/>
                      <a:pt x="14314"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4" name="Freeform: Shape 943">
                <a:extLst>
                  <a:ext uri="{FF2B5EF4-FFF2-40B4-BE49-F238E27FC236}">
                    <a16:creationId xmlns:a16="http://schemas.microsoft.com/office/drawing/2014/main" id="{82D7277C-CE67-2B99-3D2C-8F1472CD0A95}"/>
                  </a:ext>
                </a:extLst>
              </p:cNvPr>
              <p:cNvSpPr/>
              <p:nvPr/>
            </p:nvSpPr>
            <p:spPr>
              <a:xfrm>
                <a:off x="6267106" y="4918952"/>
                <a:ext cx="28356" cy="28397"/>
              </a:xfrm>
              <a:custGeom>
                <a:avLst/>
                <a:gdLst>
                  <a:gd name="connsiteX0" fmla="*/ 14314 w 28356"/>
                  <a:gd name="connsiteY0" fmla="*/ 28526 h 28397"/>
                  <a:gd name="connsiteX1" fmla="*/ 24339 w 28356"/>
                  <a:gd name="connsiteY1" fmla="*/ 24367 h 28397"/>
                  <a:gd name="connsiteX2" fmla="*/ 28492 w 28356"/>
                  <a:gd name="connsiteY2" fmla="*/ 14327 h 28397"/>
                  <a:gd name="connsiteX3" fmla="*/ 24339 w 28356"/>
                  <a:gd name="connsiteY3" fmla="*/ 4287 h 28397"/>
                  <a:gd name="connsiteX4" fmla="*/ 14314 w 28356"/>
                  <a:gd name="connsiteY4" fmla="*/ 128 h 28397"/>
                  <a:gd name="connsiteX5" fmla="*/ 4288 w 28356"/>
                  <a:gd name="connsiteY5" fmla="*/ 4287 h 28397"/>
                  <a:gd name="connsiteX6" fmla="*/ 135 w 28356"/>
                  <a:gd name="connsiteY6" fmla="*/ 14327 h 28397"/>
                  <a:gd name="connsiteX7" fmla="*/ 4288 w 28356"/>
                  <a:gd name="connsiteY7" fmla="*/ 24367 h 28397"/>
                  <a:gd name="connsiteX8" fmla="*/ 14314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26"/>
                    </a:moveTo>
                    <a:cubicBezTo>
                      <a:pt x="18074" y="28526"/>
                      <a:pt x="21680" y="27030"/>
                      <a:pt x="24339" y="24367"/>
                    </a:cubicBezTo>
                    <a:cubicBezTo>
                      <a:pt x="26998" y="21705"/>
                      <a:pt x="28492" y="18093"/>
                      <a:pt x="28492" y="14327"/>
                    </a:cubicBezTo>
                    <a:cubicBezTo>
                      <a:pt x="28492" y="10562"/>
                      <a:pt x="26998" y="6950"/>
                      <a:pt x="24339" y="4287"/>
                    </a:cubicBezTo>
                    <a:cubicBezTo>
                      <a:pt x="21680" y="1624"/>
                      <a:pt x="18074" y="128"/>
                      <a:pt x="14314" y="128"/>
                    </a:cubicBezTo>
                    <a:cubicBezTo>
                      <a:pt x="10553" y="128"/>
                      <a:pt x="6947" y="1624"/>
                      <a:pt x="4288" y="4287"/>
                    </a:cubicBezTo>
                    <a:cubicBezTo>
                      <a:pt x="1629" y="6950"/>
                      <a:pt x="135" y="10562"/>
                      <a:pt x="135" y="14327"/>
                    </a:cubicBezTo>
                    <a:cubicBezTo>
                      <a:pt x="135" y="18093"/>
                      <a:pt x="1629" y="21705"/>
                      <a:pt x="4288" y="24367"/>
                    </a:cubicBezTo>
                    <a:cubicBezTo>
                      <a:pt x="6947" y="27030"/>
                      <a:pt x="10553" y="28526"/>
                      <a:pt x="14314"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5" name="Freeform: Shape 944">
                <a:extLst>
                  <a:ext uri="{FF2B5EF4-FFF2-40B4-BE49-F238E27FC236}">
                    <a16:creationId xmlns:a16="http://schemas.microsoft.com/office/drawing/2014/main" id="{975024E3-0FAB-6AB0-1FD8-2DED966C7945}"/>
                  </a:ext>
                </a:extLst>
              </p:cNvPr>
              <p:cNvSpPr/>
              <p:nvPr/>
            </p:nvSpPr>
            <p:spPr>
              <a:xfrm>
                <a:off x="6259344" y="4943247"/>
                <a:ext cx="28356" cy="28397"/>
              </a:xfrm>
              <a:custGeom>
                <a:avLst/>
                <a:gdLst>
                  <a:gd name="connsiteX0" fmla="*/ 14313 w 28356"/>
                  <a:gd name="connsiteY0" fmla="*/ 28528 h 28397"/>
                  <a:gd name="connsiteX1" fmla="*/ 24339 w 28356"/>
                  <a:gd name="connsiteY1" fmla="*/ 24369 h 28397"/>
                  <a:gd name="connsiteX2" fmla="*/ 28491 w 28356"/>
                  <a:gd name="connsiteY2" fmla="*/ 14329 h 28397"/>
                  <a:gd name="connsiteX3" fmla="*/ 24339 w 28356"/>
                  <a:gd name="connsiteY3" fmla="*/ 4289 h 28397"/>
                  <a:gd name="connsiteX4" fmla="*/ 14313 w 28356"/>
                  <a:gd name="connsiteY4" fmla="*/ 130 h 28397"/>
                  <a:gd name="connsiteX5" fmla="*/ 4287 w 28356"/>
                  <a:gd name="connsiteY5" fmla="*/ 4289 h 28397"/>
                  <a:gd name="connsiteX6" fmla="*/ 135 w 28356"/>
                  <a:gd name="connsiteY6" fmla="*/ 14329 h 28397"/>
                  <a:gd name="connsiteX7" fmla="*/ 4287 w 28356"/>
                  <a:gd name="connsiteY7" fmla="*/ 24369 h 28397"/>
                  <a:gd name="connsiteX8" fmla="*/ 14313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3" y="28528"/>
                    </a:moveTo>
                    <a:cubicBezTo>
                      <a:pt x="18073" y="28528"/>
                      <a:pt x="21680" y="27032"/>
                      <a:pt x="24339" y="24369"/>
                    </a:cubicBezTo>
                    <a:cubicBezTo>
                      <a:pt x="26997" y="21707"/>
                      <a:pt x="28491" y="18095"/>
                      <a:pt x="28491" y="14329"/>
                    </a:cubicBezTo>
                    <a:cubicBezTo>
                      <a:pt x="28491" y="10563"/>
                      <a:pt x="26997" y="6952"/>
                      <a:pt x="24339" y="4289"/>
                    </a:cubicBezTo>
                    <a:cubicBezTo>
                      <a:pt x="21680" y="1626"/>
                      <a:pt x="18073" y="130"/>
                      <a:pt x="14313" y="130"/>
                    </a:cubicBezTo>
                    <a:cubicBezTo>
                      <a:pt x="10553" y="130"/>
                      <a:pt x="6946" y="1626"/>
                      <a:pt x="4287" y="4289"/>
                    </a:cubicBezTo>
                    <a:cubicBezTo>
                      <a:pt x="1628" y="6952"/>
                      <a:pt x="135" y="10563"/>
                      <a:pt x="135" y="14329"/>
                    </a:cubicBezTo>
                    <a:cubicBezTo>
                      <a:pt x="135" y="18095"/>
                      <a:pt x="1628" y="21707"/>
                      <a:pt x="4287" y="24369"/>
                    </a:cubicBezTo>
                    <a:cubicBezTo>
                      <a:pt x="6946" y="27032"/>
                      <a:pt x="10553" y="28528"/>
                      <a:pt x="14313"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6" name="Freeform: Shape 945">
                <a:extLst>
                  <a:ext uri="{FF2B5EF4-FFF2-40B4-BE49-F238E27FC236}">
                    <a16:creationId xmlns:a16="http://schemas.microsoft.com/office/drawing/2014/main" id="{89572DD2-956F-4D79-D977-0F6441898014}"/>
                  </a:ext>
                </a:extLst>
              </p:cNvPr>
              <p:cNvSpPr/>
              <p:nvPr/>
            </p:nvSpPr>
            <p:spPr>
              <a:xfrm>
                <a:off x="6251583" y="4991710"/>
                <a:ext cx="28356" cy="28397"/>
              </a:xfrm>
              <a:custGeom>
                <a:avLst/>
                <a:gdLst>
                  <a:gd name="connsiteX0" fmla="*/ 14312 w 28356"/>
                  <a:gd name="connsiteY0" fmla="*/ 28532 h 28397"/>
                  <a:gd name="connsiteX1" fmla="*/ 24338 w 28356"/>
                  <a:gd name="connsiteY1" fmla="*/ 24373 h 28397"/>
                  <a:gd name="connsiteX2" fmla="*/ 28491 w 28356"/>
                  <a:gd name="connsiteY2" fmla="*/ 14333 h 28397"/>
                  <a:gd name="connsiteX3" fmla="*/ 24338 w 28356"/>
                  <a:gd name="connsiteY3" fmla="*/ 4293 h 28397"/>
                  <a:gd name="connsiteX4" fmla="*/ 14312 w 28356"/>
                  <a:gd name="connsiteY4" fmla="*/ 134 h 28397"/>
                  <a:gd name="connsiteX5" fmla="*/ 4287 w 28356"/>
                  <a:gd name="connsiteY5" fmla="*/ 4293 h 28397"/>
                  <a:gd name="connsiteX6" fmla="*/ 134 w 28356"/>
                  <a:gd name="connsiteY6" fmla="*/ 14333 h 28397"/>
                  <a:gd name="connsiteX7" fmla="*/ 4287 w 28356"/>
                  <a:gd name="connsiteY7" fmla="*/ 24373 h 28397"/>
                  <a:gd name="connsiteX8" fmla="*/ 1431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32"/>
                    </a:moveTo>
                    <a:cubicBezTo>
                      <a:pt x="18072" y="28532"/>
                      <a:pt x="21679" y="27036"/>
                      <a:pt x="24338" y="24373"/>
                    </a:cubicBezTo>
                    <a:cubicBezTo>
                      <a:pt x="26997" y="21710"/>
                      <a:pt x="28491" y="18099"/>
                      <a:pt x="28491" y="14333"/>
                    </a:cubicBezTo>
                    <a:cubicBezTo>
                      <a:pt x="28491" y="10567"/>
                      <a:pt x="26997" y="6955"/>
                      <a:pt x="24338" y="4293"/>
                    </a:cubicBezTo>
                    <a:cubicBezTo>
                      <a:pt x="21679" y="1630"/>
                      <a:pt x="18072" y="134"/>
                      <a:pt x="14312" y="134"/>
                    </a:cubicBezTo>
                    <a:cubicBezTo>
                      <a:pt x="10552" y="134"/>
                      <a:pt x="6945" y="1630"/>
                      <a:pt x="4287" y="4293"/>
                    </a:cubicBezTo>
                    <a:cubicBezTo>
                      <a:pt x="1628" y="6955"/>
                      <a:pt x="134" y="10567"/>
                      <a:pt x="134" y="14333"/>
                    </a:cubicBezTo>
                    <a:cubicBezTo>
                      <a:pt x="134" y="18099"/>
                      <a:pt x="1628" y="21710"/>
                      <a:pt x="4287" y="24373"/>
                    </a:cubicBezTo>
                    <a:cubicBezTo>
                      <a:pt x="6945" y="27036"/>
                      <a:pt x="10552" y="28532"/>
                      <a:pt x="14312"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7" name="Freeform: Shape 946">
                <a:extLst>
                  <a:ext uri="{FF2B5EF4-FFF2-40B4-BE49-F238E27FC236}">
                    <a16:creationId xmlns:a16="http://schemas.microsoft.com/office/drawing/2014/main" id="{E9624943-FAA8-4573-0D45-0C1C93F65E90}"/>
                  </a:ext>
                </a:extLst>
              </p:cNvPr>
              <p:cNvSpPr/>
              <p:nvPr/>
            </p:nvSpPr>
            <p:spPr>
              <a:xfrm>
                <a:off x="6243822" y="4999165"/>
                <a:ext cx="28356" cy="28397"/>
              </a:xfrm>
              <a:custGeom>
                <a:avLst/>
                <a:gdLst>
                  <a:gd name="connsiteX0" fmla="*/ 14312 w 28356"/>
                  <a:gd name="connsiteY0" fmla="*/ 28533 h 28397"/>
                  <a:gd name="connsiteX1" fmla="*/ 24337 w 28356"/>
                  <a:gd name="connsiteY1" fmla="*/ 24374 h 28397"/>
                  <a:gd name="connsiteX2" fmla="*/ 28490 w 28356"/>
                  <a:gd name="connsiteY2" fmla="*/ 14334 h 28397"/>
                  <a:gd name="connsiteX3" fmla="*/ 24337 w 28356"/>
                  <a:gd name="connsiteY3" fmla="*/ 4293 h 28397"/>
                  <a:gd name="connsiteX4" fmla="*/ 14312 w 28356"/>
                  <a:gd name="connsiteY4" fmla="*/ 135 h 28397"/>
                  <a:gd name="connsiteX5" fmla="*/ 4286 w 28356"/>
                  <a:gd name="connsiteY5" fmla="*/ 4293 h 28397"/>
                  <a:gd name="connsiteX6" fmla="*/ 133 w 28356"/>
                  <a:gd name="connsiteY6" fmla="*/ 14334 h 28397"/>
                  <a:gd name="connsiteX7" fmla="*/ 4286 w 28356"/>
                  <a:gd name="connsiteY7" fmla="*/ 24374 h 28397"/>
                  <a:gd name="connsiteX8" fmla="*/ 14312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33"/>
                    </a:moveTo>
                    <a:cubicBezTo>
                      <a:pt x="18072" y="28533"/>
                      <a:pt x="21678" y="27036"/>
                      <a:pt x="24337" y="24374"/>
                    </a:cubicBezTo>
                    <a:cubicBezTo>
                      <a:pt x="26996" y="21711"/>
                      <a:pt x="28490" y="18099"/>
                      <a:pt x="28490" y="14334"/>
                    </a:cubicBezTo>
                    <a:cubicBezTo>
                      <a:pt x="28490" y="10568"/>
                      <a:pt x="26996" y="6956"/>
                      <a:pt x="24337" y="4293"/>
                    </a:cubicBezTo>
                    <a:cubicBezTo>
                      <a:pt x="21678" y="1631"/>
                      <a:pt x="18072" y="135"/>
                      <a:pt x="14312" y="135"/>
                    </a:cubicBezTo>
                    <a:cubicBezTo>
                      <a:pt x="10552" y="135"/>
                      <a:pt x="6945" y="1631"/>
                      <a:pt x="4286" y="4293"/>
                    </a:cubicBezTo>
                    <a:cubicBezTo>
                      <a:pt x="1627" y="6956"/>
                      <a:pt x="133" y="10568"/>
                      <a:pt x="133" y="14334"/>
                    </a:cubicBezTo>
                    <a:cubicBezTo>
                      <a:pt x="133" y="18099"/>
                      <a:pt x="1627" y="21711"/>
                      <a:pt x="4286" y="24374"/>
                    </a:cubicBezTo>
                    <a:cubicBezTo>
                      <a:pt x="6945" y="27036"/>
                      <a:pt x="10552" y="28533"/>
                      <a:pt x="14312"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8" name="Freeform: Shape 947">
                <a:extLst>
                  <a:ext uri="{FF2B5EF4-FFF2-40B4-BE49-F238E27FC236}">
                    <a16:creationId xmlns:a16="http://schemas.microsoft.com/office/drawing/2014/main" id="{9000A6B3-E77E-AB2C-5A1E-ECFF8AD0DC5E}"/>
                  </a:ext>
                </a:extLst>
              </p:cNvPr>
              <p:cNvSpPr/>
              <p:nvPr/>
            </p:nvSpPr>
            <p:spPr>
              <a:xfrm>
                <a:off x="6236061" y="3748098"/>
                <a:ext cx="28356" cy="28397"/>
              </a:xfrm>
              <a:custGeom>
                <a:avLst/>
                <a:gdLst>
                  <a:gd name="connsiteX0" fmla="*/ 14311 w 28356"/>
                  <a:gd name="connsiteY0" fmla="*/ 28434 h 28397"/>
                  <a:gd name="connsiteX1" fmla="*/ 24337 w 28356"/>
                  <a:gd name="connsiteY1" fmla="*/ 24275 h 28397"/>
                  <a:gd name="connsiteX2" fmla="*/ 28489 w 28356"/>
                  <a:gd name="connsiteY2" fmla="*/ 14235 h 28397"/>
                  <a:gd name="connsiteX3" fmla="*/ 24337 w 28356"/>
                  <a:gd name="connsiteY3" fmla="*/ 4195 h 28397"/>
                  <a:gd name="connsiteX4" fmla="*/ 14311 w 28356"/>
                  <a:gd name="connsiteY4" fmla="*/ 36 h 28397"/>
                  <a:gd name="connsiteX5" fmla="*/ 4285 w 28356"/>
                  <a:gd name="connsiteY5" fmla="*/ 4195 h 28397"/>
                  <a:gd name="connsiteX6" fmla="*/ 133 w 28356"/>
                  <a:gd name="connsiteY6" fmla="*/ 14235 h 28397"/>
                  <a:gd name="connsiteX7" fmla="*/ 4285 w 28356"/>
                  <a:gd name="connsiteY7" fmla="*/ 24275 h 28397"/>
                  <a:gd name="connsiteX8" fmla="*/ 14311 w 28356"/>
                  <a:gd name="connsiteY8" fmla="*/ 284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1" y="28434"/>
                    </a:moveTo>
                    <a:cubicBezTo>
                      <a:pt x="18071" y="28434"/>
                      <a:pt x="21678" y="26938"/>
                      <a:pt x="24337" y="24275"/>
                    </a:cubicBezTo>
                    <a:cubicBezTo>
                      <a:pt x="26996" y="21613"/>
                      <a:pt x="28489" y="18001"/>
                      <a:pt x="28489" y="14235"/>
                    </a:cubicBezTo>
                    <a:cubicBezTo>
                      <a:pt x="28489" y="10469"/>
                      <a:pt x="26996" y="6857"/>
                      <a:pt x="24337" y="4195"/>
                    </a:cubicBezTo>
                    <a:cubicBezTo>
                      <a:pt x="21678" y="1532"/>
                      <a:pt x="18071" y="36"/>
                      <a:pt x="14311" y="36"/>
                    </a:cubicBezTo>
                    <a:cubicBezTo>
                      <a:pt x="10551" y="36"/>
                      <a:pt x="6944" y="1532"/>
                      <a:pt x="4285" y="4195"/>
                    </a:cubicBezTo>
                    <a:cubicBezTo>
                      <a:pt x="1627" y="6857"/>
                      <a:pt x="133" y="10469"/>
                      <a:pt x="133" y="14235"/>
                    </a:cubicBezTo>
                    <a:cubicBezTo>
                      <a:pt x="133" y="18001"/>
                      <a:pt x="1627" y="21613"/>
                      <a:pt x="4285" y="24275"/>
                    </a:cubicBezTo>
                    <a:cubicBezTo>
                      <a:pt x="6944" y="26938"/>
                      <a:pt x="10551" y="28434"/>
                      <a:pt x="14311" y="284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49" name="Freeform: Shape 948">
                <a:extLst>
                  <a:ext uri="{FF2B5EF4-FFF2-40B4-BE49-F238E27FC236}">
                    <a16:creationId xmlns:a16="http://schemas.microsoft.com/office/drawing/2014/main" id="{450E42A8-149F-C265-DB97-5AECEAE5B6D2}"/>
                  </a:ext>
                </a:extLst>
              </p:cNvPr>
              <p:cNvSpPr/>
              <p:nvPr/>
            </p:nvSpPr>
            <p:spPr>
              <a:xfrm>
                <a:off x="6228313" y="4937354"/>
                <a:ext cx="28356" cy="28397"/>
              </a:xfrm>
              <a:custGeom>
                <a:avLst/>
                <a:gdLst>
                  <a:gd name="connsiteX0" fmla="*/ 14310 w 28356"/>
                  <a:gd name="connsiteY0" fmla="*/ 28528 h 28397"/>
                  <a:gd name="connsiteX1" fmla="*/ 24336 w 28356"/>
                  <a:gd name="connsiteY1" fmla="*/ 24369 h 28397"/>
                  <a:gd name="connsiteX2" fmla="*/ 28489 w 28356"/>
                  <a:gd name="connsiteY2" fmla="*/ 14329 h 28397"/>
                  <a:gd name="connsiteX3" fmla="*/ 24336 w 28356"/>
                  <a:gd name="connsiteY3" fmla="*/ 4288 h 28397"/>
                  <a:gd name="connsiteX4" fmla="*/ 14310 w 28356"/>
                  <a:gd name="connsiteY4" fmla="*/ 130 h 28397"/>
                  <a:gd name="connsiteX5" fmla="*/ 4285 w 28356"/>
                  <a:gd name="connsiteY5" fmla="*/ 4288 h 28397"/>
                  <a:gd name="connsiteX6" fmla="*/ 132 w 28356"/>
                  <a:gd name="connsiteY6" fmla="*/ 14329 h 28397"/>
                  <a:gd name="connsiteX7" fmla="*/ 4285 w 28356"/>
                  <a:gd name="connsiteY7" fmla="*/ 24369 h 28397"/>
                  <a:gd name="connsiteX8" fmla="*/ 14310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28"/>
                    </a:moveTo>
                    <a:cubicBezTo>
                      <a:pt x="18071" y="28528"/>
                      <a:pt x="21677" y="27032"/>
                      <a:pt x="24336" y="24369"/>
                    </a:cubicBezTo>
                    <a:cubicBezTo>
                      <a:pt x="26995" y="21706"/>
                      <a:pt x="28489" y="18094"/>
                      <a:pt x="28489" y="14329"/>
                    </a:cubicBezTo>
                    <a:cubicBezTo>
                      <a:pt x="28489" y="10563"/>
                      <a:pt x="26995" y="6951"/>
                      <a:pt x="24336" y="4288"/>
                    </a:cubicBezTo>
                    <a:cubicBezTo>
                      <a:pt x="21677" y="1626"/>
                      <a:pt x="18071" y="130"/>
                      <a:pt x="14310" y="130"/>
                    </a:cubicBezTo>
                    <a:cubicBezTo>
                      <a:pt x="10550" y="130"/>
                      <a:pt x="6944" y="1626"/>
                      <a:pt x="4285" y="4288"/>
                    </a:cubicBezTo>
                    <a:cubicBezTo>
                      <a:pt x="1626" y="6951"/>
                      <a:pt x="132" y="10563"/>
                      <a:pt x="132" y="14329"/>
                    </a:cubicBezTo>
                    <a:cubicBezTo>
                      <a:pt x="132" y="18094"/>
                      <a:pt x="1626" y="21706"/>
                      <a:pt x="4285" y="24369"/>
                    </a:cubicBezTo>
                    <a:cubicBezTo>
                      <a:pt x="6944" y="27032"/>
                      <a:pt x="10550" y="28528"/>
                      <a:pt x="14310"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0" name="Freeform: Shape 949">
                <a:extLst>
                  <a:ext uri="{FF2B5EF4-FFF2-40B4-BE49-F238E27FC236}">
                    <a16:creationId xmlns:a16="http://schemas.microsoft.com/office/drawing/2014/main" id="{57842702-395F-2327-6DF6-F5A112EE2FA4}"/>
                  </a:ext>
                </a:extLst>
              </p:cNvPr>
              <p:cNvSpPr/>
              <p:nvPr/>
            </p:nvSpPr>
            <p:spPr>
              <a:xfrm>
                <a:off x="6220552" y="4964634"/>
                <a:ext cx="28356" cy="28397"/>
              </a:xfrm>
              <a:custGeom>
                <a:avLst/>
                <a:gdLst>
                  <a:gd name="connsiteX0" fmla="*/ 14310 w 28356"/>
                  <a:gd name="connsiteY0" fmla="*/ 28530 h 28397"/>
                  <a:gd name="connsiteX1" fmla="*/ 24335 w 28356"/>
                  <a:gd name="connsiteY1" fmla="*/ 24371 h 28397"/>
                  <a:gd name="connsiteX2" fmla="*/ 28488 w 28356"/>
                  <a:gd name="connsiteY2" fmla="*/ 14331 h 28397"/>
                  <a:gd name="connsiteX3" fmla="*/ 24335 w 28356"/>
                  <a:gd name="connsiteY3" fmla="*/ 4291 h 28397"/>
                  <a:gd name="connsiteX4" fmla="*/ 14310 w 28356"/>
                  <a:gd name="connsiteY4" fmla="*/ 132 h 28397"/>
                  <a:gd name="connsiteX5" fmla="*/ 4284 w 28356"/>
                  <a:gd name="connsiteY5" fmla="*/ 4291 h 28397"/>
                  <a:gd name="connsiteX6" fmla="*/ 132 w 28356"/>
                  <a:gd name="connsiteY6" fmla="*/ 14331 h 28397"/>
                  <a:gd name="connsiteX7" fmla="*/ 4284 w 28356"/>
                  <a:gd name="connsiteY7" fmla="*/ 24371 h 28397"/>
                  <a:gd name="connsiteX8" fmla="*/ 14310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30"/>
                    </a:moveTo>
                    <a:cubicBezTo>
                      <a:pt x="18070" y="28530"/>
                      <a:pt x="21677" y="27034"/>
                      <a:pt x="24335" y="24371"/>
                    </a:cubicBezTo>
                    <a:cubicBezTo>
                      <a:pt x="26994" y="21708"/>
                      <a:pt x="28488" y="18096"/>
                      <a:pt x="28488" y="14331"/>
                    </a:cubicBezTo>
                    <a:cubicBezTo>
                      <a:pt x="28488" y="10565"/>
                      <a:pt x="26994" y="6953"/>
                      <a:pt x="24335" y="4291"/>
                    </a:cubicBezTo>
                    <a:cubicBezTo>
                      <a:pt x="21677" y="1628"/>
                      <a:pt x="18070" y="132"/>
                      <a:pt x="14310" y="132"/>
                    </a:cubicBezTo>
                    <a:cubicBezTo>
                      <a:pt x="10550" y="132"/>
                      <a:pt x="6943" y="1628"/>
                      <a:pt x="4284" y="4291"/>
                    </a:cubicBezTo>
                    <a:cubicBezTo>
                      <a:pt x="1625" y="6953"/>
                      <a:pt x="132" y="10565"/>
                      <a:pt x="132" y="14331"/>
                    </a:cubicBezTo>
                    <a:cubicBezTo>
                      <a:pt x="132" y="18096"/>
                      <a:pt x="1625" y="21708"/>
                      <a:pt x="4284" y="24371"/>
                    </a:cubicBezTo>
                    <a:cubicBezTo>
                      <a:pt x="6943" y="27034"/>
                      <a:pt x="10550" y="28530"/>
                      <a:pt x="14310"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1" name="Freeform: Shape 950">
                <a:extLst>
                  <a:ext uri="{FF2B5EF4-FFF2-40B4-BE49-F238E27FC236}">
                    <a16:creationId xmlns:a16="http://schemas.microsoft.com/office/drawing/2014/main" id="{9D9647BE-1FC3-FDCB-519F-4B11FAFD6CC0}"/>
                  </a:ext>
                </a:extLst>
              </p:cNvPr>
              <p:cNvSpPr/>
              <p:nvPr/>
            </p:nvSpPr>
            <p:spPr>
              <a:xfrm>
                <a:off x="6212790" y="5022177"/>
                <a:ext cx="28356" cy="28397"/>
              </a:xfrm>
              <a:custGeom>
                <a:avLst/>
                <a:gdLst>
                  <a:gd name="connsiteX0" fmla="*/ 14309 w 28356"/>
                  <a:gd name="connsiteY0" fmla="*/ 28534 h 28397"/>
                  <a:gd name="connsiteX1" fmla="*/ 24335 w 28356"/>
                  <a:gd name="connsiteY1" fmla="*/ 24376 h 28397"/>
                  <a:gd name="connsiteX2" fmla="*/ 28488 w 28356"/>
                  <a:gd name="connsiteY2" fmla="*/ 14335 h 28397"/>
                  <a:gd name="connsiteX3" fmla="*/ 24335 w 28356"/>
                  <a:gd name="connsiteY3" fmla="*/ 4295 h 28397"/>
                  <a:gd name="connsiteX4" fmla="*/ 14309 w 28356"/>
                  <a:gd name="connsiteY4" fmla="*/ 136 h 28397"/>
                  <a:gd name="connsiteX5" fmla="*/ 4284 w 28356"/>
                  <a:gd name="connsiteY5" fmla="*/ 4295 h 28397"/>
                  <a:gd name="connsiteX6" fmla="*/ 131 w 28356"/>
                  <a:gd name="connsiteY6" fmla="*/ 14335 h 28397"/>
                  <a:gd name="connsiteX7" fmla="*/ 4284 w 28356"/>
                  <a:gd name="connsiteY7" fmla="*/ 24376 h 28397"/>
                  <a:gd name="connsiteX8" fmla="*/ 1430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34"/>
                    </a:moveTo>
                    <a:cubicBezTo>
                      <a:pt x="18069" y="28534"/>
                      <a:pt x="21676" y="27038"/>
                      <a:pt x="24335" y="24376"/>
                    </a:cubicBezTo>
                    <a:cubicBezTo>
                      <a:pt x="26994" y="21713"/>
                      <a:pt x="28488" y="18101"/>
                      <a:pt x="28488" y="14335"/>
                    </a:cubicBezTo>
                    <a:cubicBezTo>
                      <a:pt x="28488" y="10570"/>
                      <a:pt x="26994" y="6958"/>
                      <a:pt x="24335" y="4295"/>
                    </a:cubicBezTo>
                    <a:cubicBezTo>
                      <a:pt x="21676" y="1632"/>
                      <a:pt x="18069" y="136"/>
                      <a:pt x="14309" y="136"/>
                    </a:cubicBezTo>
                    <a:cubicBezTo>
                      <a:pt x="10549" y="136"/>
                      <a:pt x="6942" y="1632"/>
                      <a:pt x="4284" y="4295"/>
                    </a:cubicBezTo>
                    <a:cubicBezTo>
                      <a:pt x="1625" y="6958"/>
                      <a:pt x="131" y="10570"/>
                      <a:pt x="131" y="14335"/>
                    </a:cubicBezTo>
                    <a:cubicBezTo>
                      <a:pt x="131" y="18101"/>
                      <a:pt x="1625" y="21713"/>
                      <a:pt x="4284" y="24376"/>
                    </a:cubicBezTo>
                    <a:cubicBezTo>
                      <a:pt x="6942" y="27038"/>
                      <a:pt x="10549" y="28534"/>
                      <a:pt x="14309"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2" name="Freeform: Shape 951">
                <a:extLst>
                  <a:ext uri="{FF2B5EF4-FFF2-40B4-BE49-F238E27FC236}">
                    <a16:creationId xmlns:a16="http://schemas.microsoft.com/office/drawing/2014/main" id="{F227A15B-CA93-34D4-5B58-4C37454CEDDA}"/>
                  </a:ext>
                </a:extLst>
              </p:cNvPr>
              <p:cNvSpPr/>
              <p:nvPr/>
            </p:nvSpPr>
            <p:spPr>
              <a:xfrm>
                <a:off x="6205029" y="4291272"/>
                <a:ext cx="28356" cy="28397"/>
              </a:xfrm>
              <a:custGeom>
                <a:avLst/>
                <a:gdLst>
                  <a:gd name="connsiteX0" fmla="*/ 14309 w 28356"/>
                  <a:gd name="connsiteY0" fmla="*/ 28477 h 28397"/>
                  <a:gd name="connsiteX1" fmla="*/ 24334 w 28356"/>
                  <a:gd name="connsiteY1" fmla="*/ 24318 h 28397"/>
                  <a:gd name="connsiteX2" fmla="*/ 28487 w 28356"/>
                  <a:gd name="connsiteY2" fmla="*/ 14278 h 28397"/>
                  <a:gd name="connsiteX3" fmla="*/ 24334 w 28356"/>
                  <a:gd name="connsiteY3" fmla="*/ 4238 h 28397"/>
                  <a:gd name="connsiteX4" fmla="*/ 14309 w 28356"/>
                  <a:gd name="connsiteY4" fmla="*/ 79 h 28397"/>
                  <a:gd name="connsiteX5" fmla="*/ 4283 w 28356"/>
                  <a:gd name="connsiteY5" fmla="*/ 4238 h 28397"/>
                  <a:gd name="connsiteX6" fmla="*/ 130 w 28356"/>
                  <a:gd name="connsiteY6" fmla="*/ 14278 h 28397"/>
                  <a:gd name="connsiteX7" fmla="*/ 4283 w 28356"/>
                  <a:gd name="connsiteY7" fmla="*/ 24318 h 28397"/>
                  <a:gd name="connsiteX8" fmla="*/ 14309 w 28356"/>
                  <a:gd name="connsiteY8" fmla="*/ 2847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477"/>
                    </a:moveTo>
                    <a:cubicBezTo>
                      <a:pt x="18069" y="28477"/>
                      <a:pt x="21675" y="26981"/>
                      <a:pt x="24334" y="24318"/>
                    </a:cubicBezTo>
                    <a:cubicBezTo>
                      <a:pt x="26993" y="21655"/>
                      <a:pt x="28487" y="18043"/>
                      <a:pt x="28487" y="14278"/>
                    </a:cubicBezTo>
                    <a:cubicBezTo>
                      <a:pt x="28487" y="10512"/>
                      <a:pt x="26993" y="6900"/>
                      <a:pt x="24334" y="4238"/>
                    </a:cubicBezTo>
                    <a:cubicBezTo>
                      <a:pt x="21675" y="1575"/>
                      <a:pt x="18069" y="79"/>
                      <a:pt x="14309" y="79"/>
                    </a:cubicBezTo>
                    <a:cubicBezTo>
                      <a:pt x="10548" y="79"/>
                      <a:pt x="6942" y="1575"/>
                      <a:pt x="4283" y="4238"/>
                    </a:cubicBezTo>
                    <a:cubicBezTo>
                      <a:pt x="1624" y="6900"/>
                      <a:pt x="130" y="10512"/>
                      <a:pt x="130" y="14278"/>
                    </a:cubicBezTo>
                    <a:cubicBezTo>
                      <a:pt x="130" y="18043"/>
                      <a:pt x="1624" y="21655"/>
                      <a:pt x="4283" y="24318"/>
                    </a:cubicBezTo>
                    <a:cubicBezTo>
                      <a:pt x="6942" y="26981"/>
                      <a:pt x="10548" y="28477"/>
                      <a:pt x="14309" y="2847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3" name="Freeform: Shape 952">
                <a:extLst>
                  <a:ext uri="{FF2B5EF4-FFF2-40B4-BE49-F238E27FC236}">
                    <a16:creationId xmlns:a16="http://schemas.microsoft.com/office/drawing/2014/main" id="{7D99F4EF-F34E-D8EB-CEA3-2453EE804437}"/>
                  </a:ext>
                </a:extLst>
              </p:cNvPr>
              <p:cNvSpPr/>
              <p:nvPr/>
            </p:nvSpPr>
            <p:spPr>
              <a:xfrm>
                <a:off x="6197268" y="4956353"/>
                <a:ext cx="28356" cy="28397"/>
              </a:xfrm>
              <a:custGeom>
                <a:avLst/>
                <a:gdLst>
                  <a:gd name="connsiteX0" fmla="*/ 14308 w 28356"/>
                  <a:gd name="connsiteY0" fmla="*/ 28529 h 28397"/>
                  <a:gd name="connsiteX1" fmla="*/ 24334 w 28356"/>
                  <a:gd name="connsiteY1" fmla="*/ 24370 h 28397"/>
                  <a:gd name="connsiteX2" fmla="*/ 28486 w 28356"/>
                  <a:gd name="connsiteY2" fmla="*/ 14330 h 28397"/>
                  <a:gd name="connsiteX3" fmla="*/ 24334 w 28356"/>
                  <a:gd name="connsiteY3" fmla="*/ 4290 h 28397"/>
                  <a:gd name="connsiteX4" fmla="*/ 14308 w 28356"/>
                  <a:gd name="connsiteY4" fmla="*/ 131 h 28397"/>
                  <a:gd name="connsiteX5" fmla="*/ 4282 w 28356"/>
                  <a:gd name="connsiteY5" fmla="*/ 4290 h 28397"/>
                  <a:gd name="connsiteX6" fmla="*/ 130 w 28356"/>
                  <a:gd name="connsiteY6" fmla="*/ 14330 h 28397"/>
                  <a:gd name="connsiteX7" fmla="*/ 4282 w 28356"/>
                  <a:gd name="connsiteY7" fmla="*/ 24370 h 28397"/>
                  <a:gd name="connsiteX8" fmla="*/ 14308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8" y="28529"/>
                    </a:moveTo>
                    <a:cubicBezTo>
                      <a:pt x="18068" y="28529"/>
                      <a:pt x="21675" y="27033"/>
                      <a:pt x="24334" y="24370"/>
                    </a:cubicBezTo>
                    <a:cubicBezTo>
                      <a:pt x="26992" y="21708"/>
                      <a:pt x="28486" y="18096"/>
                      <a:pt x="28486" y="14330"/>
                    </a:cubicBezTo>
                    <a:cubicBezTo>
                      <a:pt x="28486" y="10565"/>
                      <a:pt x="26992" y="6953"/>
                      <a:pt x="24334" y="4290"/>
                    </a:cubicBezTo>
                    <a:cubicBezTo>
                      <a:pt x="21675" y="1627"/>
                      <a:pt x="18068" y="131"/>
                      <a:pt x="14308" y="131"/>
                    </a:cubicBezTo>
                    <a:cubicBezTo>
                      <a:pt x="10548" y="131"/>
                      <a:pt x="6941" y="1627"/>
                      <a:pt x="4282" y="4290"/>
                    </a:cubicBezTo>
                    <a:cubicBezTo>
                      <a:pt x="1624" y="6953"/>
                      <a:pt x="130" y="10565"/>
                      <a:pt x="130" y="14330"/>
                    </a:cubicBezTo>
                    <a:cubicBezTo>
                      <a:pt x="130" y="18096"/>
                      <a:pt x="1624" y="21708"/>
                      <a:pt x="4282" y="24370"/>
                    </a:cubicBezTo>
                    <a:cubicBezTo>
                      <a:pt x="6941" y="27033"/>
                      <a:pt x="10548" y="28529"/>
                      <a:pt x="14308"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4" name="Freeform: Shape 953">
                <a:extLst>
                  <a:ext uri="{FF2B5EF4-FFF2-40B4-BE49-F238E27FC236}">
                    <a16:creationId xmlns:a16="http://schemas.microsoft.com/office/drawing/2014/main" id="{C7BF4E90-40C9-E292-E46E-8E8FEBE2E215}"/>
                  </a:ext>
                </a:extLst>
              </p:cNvPr>
              <p:cNvSpPr/>
              <p:nvPr/>
            </p:nvSpPr>
            <p:spPr>
              <a:xfrm>
                <a:off x="6189520" y="4591774"/>
                <a:ext cx="28356" cy="28397"/>
              </a:xfrm>
              <a:custGeom>
                <a:avLst/>
                <a:gdLst>
                  <a:gd name="connsiteX0" fmla="*/ 14307 w 28356"/>
                  <a:gd name="connsiteY0" fmla="*/ 28500 h 28397"/>
                  <a:gd name="connsiteX1" fmla="*/ 24333 w 28356"/>
                  <a:gd name="connsiteY1" fmla="*/ 24342 h 28397"/>
                  <a:gd name="connsiteX2" fmla="*/ 28486 w 28356"/>
                  <a:gd name="connsiteY2" fmla="*/ 14301 h 28397"/>
                  <a:gd name="connsiteX3" fmla="*/ 24333 w 28356"/>
                  <a:gd name="connsiteY3" fmla="*/ 4261 h 28397"/>
                  <a:gd name="connsiteX4" fmla="*/ 14307 w 28356"/>
                  <a:gd name="connsiteY4" fmla="*/ 102 h 28397"/>
                  <a:gd name="connsiteX5" fmla="*/ 4282 w 28356"/>
                  <a:gd name="connsiteY5" fmla="*/ 4261 h 28397"/>
                  <a:gd name="connsiteX6" fmla="*/ 129 w 28356"/>
                  <a:gd name="connsiteY6" fmla="*/ 14301 h 28397"/>
                  <a:gd name="connsiteX7" fmla="*/ 4282 w 28356"/>
                  <a:gd name="connsiteY7" fmla="*/ 24342 h 28397"/>
                  <a:gd name="connsiteX8" fmla="*/ 14307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00"/>
                    </a:moveTo>
                    <a:cubicBezTo>
                      <a:pt x="18068" y="28500"/>
                      <a:pt x="21674" y="27004"/>
                      <a:pt x="24333" y="24342"/>
                    </a:cubicBezTo>
                    <a:cubicBezTo>
                      <a:pt x="26992" y="21679"/>
                      <a:pt x="28486" y="18067"/>
                      <a:pt x="28486" y="14301"/>
                    </a:cubicBezTo>
                    <a:cubicBezTo>
                      <a:pt x="28486" y="10536"/>
                      <a:pt x="26992" y="6924"/>
                      <a:pt x="24333" y="4261"/>
                    </a:cubicBezTo>
                    <a:cubicBezTo>
                      <a:pt x="21674" y="1599"/>
                      <a:pt x="18068" y="102"/>
                      <a:pt x="14307" y="102"/>
                    </a:cubicBezTo>
                    <a:cubicBezTo>
                      <a:pt x="10547" y="102"/>
                      <a:pt x="6941" y="1599"/>
                      <a:pt x="4282" y="4261"/>
                    </a:cubicBezTo>
                    <a:cubicBezTo>
                      <a:pt x="1623" y="6924"/>
                      <a:pt x="129" y="10536"/>
                      <a:pt x="129" y="14301"/>
                    </a:cubicBezTo>
                    <a:cubicBezTo>
                      <a:pt x="129" y="18067"/>
                      <a:pt x="1623" y="21679"/>
                      <a:pt x="4282" y="24342"/>
                    </a:cubicBezTo>
                    <a:cubicBezTo>
                      <a:pt x="6941" y="27004"/>
                      <a:pt x="10547" y="28500"/>
                      <a:pt x="14307" y="2850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5" name="Freeform: Shape 954">
                <a:extLst>
                  <a:ext uri="{FF2B5EF4-FFF2-40B4-BE49-F238E27FC236}">
                    <a16:creationId xmlns:a16="http://schemas.microsoft.com/office/drawing/2014/main" id="{BA4EE5D1-DA79-B91D-133B-D19184DD60AC}"/>
                  </a:ext>
                </a:extLst>
              </p:cNvPr>
              <p:cNvSpPr/>
              <p:nvPr/>
            </p:nvSpPr>
            <p:spPr>
              <a:xfrm>
                <a:off x="6181759" y="4970488"/>
                <a:ext cx="28356" cy="28397"/>
              </a:xfrm>
              <a:custGeom>
                <a:avLst/>
                <a:gdLst>
                  <a:gd name="connsiteX0" fmla="*/ 14307 w 28356"/>
                  <a:gd name="connsiteY0" fmla="*/ 28530 h 28397"/>
                  <a:gd name="connsiteX1" fmla="*/ 24332 w 28356"/>
                  <a:gd name="connsiteY1" fmla="*/ 24371 h 28397"/>
                  <a:gd name="connsiteX2" fmla="*/ 28485 w 28356"/>
                  <a:gd name="connsiteY2" fmla="*/ 14331 h 28397"/>
                  <a:gd name="connsiteX3" fmla="*/ 24332 w 28356"/>
                  <a:gd name="connsiteY3" fmla="*/ 4291 h 28397"/>
                  <a:gd name="connsiteX4" fmla="*/ 14307 w 28356"/>
                  <a:gd name="connsiteY4" fmla="*/ 132 h 28397"/>
                  <a:gd name="connsiteX5" fmla="*/ 4281 w 28356"/>
                  <a:gd name="connsiteY5" fmla="*/ 4291 h 28397"/>
                  <a:gd name="connsiteX6" fmla="*/ 128 w 28356"/>
                  <a:gd name="connsiteY6" fmla="*/ 14331 h 28397"/>
                  <a:gd name="connsiteX7" fmla="*/ 4281 w 28356"/>
                  <a:gd name="connsiteY7" fmla="*/ 24371 h 28397"/>
                  <a:gd name="connsiteX8" fmla="*/ 1430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30"/>
                    </a:moveTo>
                    <a:cubicBezTo>
                      <a:pt x="18067" y="28530"/>
                      <a:pt x="21674" y="27034"/>
                      <a:pt x="24332" y="24371"/>
                    </a:cubicBezTo>
                    <a:cubicBezTo>
                      <a:pt x="26991" y="21709"/>
                      <a:pt x="28485" y="18097"/>
                      <a:pt x="28485" y="14331"/>
                    </a:cubicBezTo>
                    <a:cubicBezTo>
                      <a:pt x="28485" y="10566"/>
                      <a:pt x="26991" y="6954"/>
                      <a:pt x="24332" y="4291"/>
                    </a:cubicBezTo>
                    <a:cubicBezTo>
                      <a:pt x="21674" y="1628"/>
                      <a:pt x="18067" y="132"/>
                      <a:pt x="14307" y="132"/>
                    </a:cubicBezTo>
                    <a:cubicBezTo>
                      <a:pt x="10547" y="132"/>
                      <a:pt x="6940" y="1628"/>
                      <a:pt x="4281" y="4291"/>
                    </a:cubicBezTo>
                    <a:cubicBezTo>
                      <a:pt x="1622" y="6954"/>
                      <a:pt x="128" y="10566"/>
                      <a:pt x="128" y="14331"/>
                    </a:cubicBezTo>
                    <a:cubicBezTo>
                      <a:pt x="128" y="18097"/>
                      <a:pt x="1622" y="21709"/>
                      <a:pt x="4281" y="24371"/>
                    </a:cubicBezTo>
                    <a:cubicBezTo>
                      <a:pt x="6940" y="27034"/>
                      <a:pt x="10547" y="28530"/>
                      <a:pt x="14307"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6" name="Freeform: Shape 955">
                <a:extLst>
                  <a:ext uri="{FF2B5EF4-FFF2-40B4-BE49-F238E27FC236}">
                    <a16:creationId xmlns:a16="http://schemas.microsoft.com/office/drawing/2014/main" id="{7D435172-C717-11E7-5F64-E6D53F8C8989}"/>
                  </a:ext>
                </a:extLst>
              </p:cNvPr>
              <p:cNvSpPr/>
              <p:nvPr/>
            </p:nvSpPr>
            <p:spPr>
              <a:xfrm>
                <a:off x="6173998" y="4956430"/>
                <a:ext cx="28356" cy="28397"/>
              </a:xfrm>
              <a:custGeom>
                <a:avLst/>
                <a:gdLst>
                  <a:gd name="connsiteX0" fmla="*/ 14306 w 28356"/>
                  <a:gd name="connsiteY0" fmla="*/ 28529 h 28397"/>
                  <a:gd name="connsiteX1" fmla="*/ 24332 w 28356"/>
                  <a:gd name="connsiteY1" fmla="*/ 24370 h 28397"/>
                  <a:gd name="connsiteX2" fmla="*/ 28485 w 28356"/>
                  <a:gd name="connsiteY2" fmla="*/ 14330 h 28397"/>
                  <a:gd name="connsiteX3" fmla="*/ 24332 w 28356"/>
                  <a:gd name="connsiteY3" fmla="*/ 4290 h 28397"/>
                  <a:gd name="connsiteX4" fmla="*/ 14306 w 28356"/>
                  <a:gd name="connsiteY4" fmla="*/ 131 h 28397"/>
                  <a:gd name="connsiteX5" fmla="*/ 4281 w 28356"/>
                  <a:gd name="connsiteY5" fmla="*/ 4290 h 28397"/>
                  <a:gd name="connsiteX6" fmla="*/ 128 w 28356"/>
                  <a:gd name="connsiteY6" fmla="*/ 14330 h 28397"/>
                  <a:gd name="connsiteX7" fmla="*/ 4281 w 28356"/>
                  <a:gd name="connsiteY7" fmla="*/ 24370 h 28397"/>
                  <a:gd name="connsiteX8" fmla="*/ 14306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29"/>
                    </a:moveTo>
                    <a:cubicBezTo>
                      <a:pt x="18066" y="28529"/>
                      <a:pt x="21673" y="27033"/>
                      <a:pt x="24332" y="24370"/>
                    </a:cubicBezTo>
                    <a:cubicBezTo>
                      <a:pt x="26991" y="21708"/>
                      <a:pt x="28485" y="18096"/>
                      <a:pt x="28485" y="14330"/>
                    </a:cubicBezTo>
                    <a:cubicBezTo>
                      <a:pt x="28485" y="10565"/>
                      <a:pt x="26991" y="6953"/>
                      <a:pt x="24332" y="4290"/>
                    </a:cubicBezTo>
                    <a:cubicBezTo>
                      <a:pt x="21673" y="1627"/>
                      <a:pt x="18066" y="131"/>
                      <a:pt x="14306" y="131"/>
                    </a:cubicBezTo>
                    <a:cubicBezTo>
                      <a:pt x="10546" y="131"/>
                      <a:pt x="6939" y="1627"/>
                      <a:pt x="4281" y="4290"/>
                    </a:cubicBezTo>
                    <a:cubicBezTo>
                      <a:pt x="1622" y="6953"/>
                      <a:pt x="128" y="10565"/>
                      <a:pt x="128" y="14330"/>
                    </a:cubicBezTo>
                    <a:cubicBezTo>
                      <a:pt x="128" y="18096"/>
                      <a:pt x="1622" y="21708"/>
                      <a:pt x="4281" y="24370"/>
                    </a:cubicBezTo>
                    <a:cubicBezTo>
                      <a:pt x="6939" y="27033"/>
                      <a:pt x="10546" y="28529"/>
                      <a:pt x="14306"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7" name="Freeform: Shape 956">
                <a:extLst>
                  <a:ext uri="{FF2B5EF4-FFF2-40B4-BE49-F238E27FC236}">
                    <a16:creationId xmlns:a16="http://schemas.microsoft.com/office/drawing/2014/main" id="{5B2AF1A1-C059-C6A3-05B3-354DA861B6AF}"/>
                  </a:ext>
                </a:extLst>
              </p:cNvPr>
              <p:cNvSpPr/>
              <p:nvPr/>
            </p:nvSpPr>
            <p:spPr>
              <a:xfrm>
                <a:off x="6166237" y="4981182"/>
                <a:ext cx="28356" cy="28397"/>
              </a:xfrm>
              <a:custGeom>
                <a:avLst/>
                <a:gdLst>
                  <a:gd name="connsiteX0" fmla="*/ 14306 w 28356"/>
                  <a:gd name="connsiteY0" fmla="*/ 28531 h 28397"/>
                  <a:gd name="connsiteX1" fmla="*/ 24331 w 28356"/>
                  <a:gd name="connsiteY1" fmla="*/ 24372 h 28397"/>
                  <a:gd name="connsiteX2" fmla="*/ 28484 w 28356"/>
                  <a:gd name="connsiteY2" fmla="*/ 14332 h 28397"/>
                  <a:gd name="connsiteX3" fmla="*/ 24331 w 28356"/>
                  <a:gd name="connsiteY3" fmla="*/ 4292 h 28397"/>
                  <a:gd name="connsiteX4" fmla="*/ 14306 w 28356"/>
                  <a:gd name="connsiteY4" fmla="*/ 133 h 28397"/>
                  <a:gd name="connsiteX5" fmla="*/ 4280 w 28356"/>
                  <a:gd name="connsiteY5" fmla="*/ 4292 h 28397"/>
                  <a:gd name="connsiteX6" fmla="*/ 127 w 28356"/>
                  <a:gd name="connsiteY6" fmla="*/ 14332 h 28397"/>
                  <a:gd name="connsiteX7" fmla="*/ 4280 w 28356"/>
                  <a:gd name="connsiteY7" fmla="*/ 24372 h 28397"/>
                  <a:gd name="connsiteX8" fmla="*/ 14306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31"/>
                    </a:moveTo>
                    <a:cubicBezTo>
                      <a:pt x="18066" y="28531"/>
                      <a:pt x="21672" y="27035"/>
                      <a:pt x="24331" y="24372"/>
                    </a:cubicBezTo>
                    <a:cubicBezTo>
                      <a:pt x="26990" y="21710"/>
                      <a:pt x="28484" y="18098"/>
                      <a:pt x="28484" y="14332"/>
                    </a:cubicBezTo>
                    <a:cubicBezTo>
                      <a:pt x="28484" y="10566"/>
                      <a:pt x="26990" y="6955"/>
                      <a:pt x="24331" y="4292"/>
                    </a:cubicBezTo>
                    <a:cubicBezTo>
                      <a:pt x="21672" y="1629"/>
                      <a:pt x="18066" y="133"/>
                      <a:pt x="14306" y="133"/>
                    </a:cubicBezTo>
                    <a:cubicBezTo>
                      <a:pt x="10545" y="133"/>
                      <a:pt x="6939" y="1629"/>
                      <a:pt x="4280" y="4292"/>
                    </a:cubicBezTo>
                    <a:cubicBezTo>
                      <a:pt x="1621" y="6955"/>
                      <a:pt x="127" y="10566"/>
                      <a:pt x="127" y="14332"/>
                    </a:cubicBezTo>
                    <a:cubicBezTo>
                      <a:pt x="127" y="18098"/>
                      <a:pt x="1621" y="21710"/>
                      <a:pt x="4280" y="24372"/>
                    </a:cubicBezTo>
                    <a:cubicBezTo>
                      <a:pt x="6939" y="27035"/>
                      <a:pt x="10545" y="28531"/>
                      <a:pt x="14306"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8" name="Freeform: Shape 957">
                <a:extLst>
                  <a:ext uri="{FF2B5EF4-FFF2-40B4-BE49-F238E27FC236}">
                    <a16:creationId xmlns:a16="http://schemas.microsoft.com/office/drawing/2014/main" id="{2A912CF5-9342-9417-6CA9-D0A759A48BE8}"/>
                  </a:ext>
                </a:extLst>
              </p:cNvPr>
              <p:cNvSpPr/>
              <p:nvPr/>
            </p:nvSpPr>
            <p:spPr>
              <a:xfrm>
                <a:off x="6158488" y="4934205"/>
                <a:ext cx="28356" cy="28397"/>
              </a:xfrm>
              <a:custGeom>
                <a:avLst/>
                <a:gdLst>
                  <a:gd name="connsiteX0" fmla="*/ 14305 w 28356"/>
                  <a:gd name="connsiteY0" fmla="*/ 28527 h 28397"/>
                  <a:gd name="connsiteX1" fmla="*/ 24331 w 28356"/>
                  <a:gd name="connsiteY1" fmla="*/ 24369 h 28397"/>
                  <a:gd name="connsiteX2" fmla="*/ 28483 w 28356"/>
                  <a:gd name="connsiteY2" fmla="*/ 14328 h 28397"/>
                  <a:gd name="connsiteX3" fmla="*/ 24331 w 28356"/>
                  <a:gd name="connsiteY3" fmla="*/ 4288 h 28397"/>
                  <a:gd name="connsiteX4" fmla="*/ 14305 w 28356"/>
                  <a:gd name="connsiteY4" fmla="*/ 129 h 28397"/>
                  <a:gd name="connsiteX5" fmla="*/ 4279 w 28356"/>
                  <a:gd name="connsiteY5" fmla="*/ 4288 h 28397"/>
                  <a:gd name="connsiteX6" fmla="*/ 127 w 28356"/>
                  <a:gd name="connsiteY6" fmla="*/ 14328 h 28397"/>
                  <a:gd name="connsiteX7" fmla="*/ 4279 w 28356"/>
                  <a:gd name="connsiteY7" fmla="*/ 24369 h 28397"/>
                  <a:gd name="connsiteX8" fmla="*/ 14305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5" y="28527"/>
                    </a:moveTo>
                    <a:cubicBezTo>
                      <a:pt x="18065" y="28527"/>
                      <a:pt x="21672" y="27031"/>
                      <a:pt x="24331" y="24369"/>
                    </a:cubicBezTo>
                    <a:cubicBezTo>
                      <a:pt x="26989" y="21706"/>
                      <a:pt x="28483" y="18094"/>
                      <a:pt x="28483" y="14328"/>
                    </a:cubicBezTo>
                    <a:cubicBezTo>
                      <a:pt x="28483" y="10563"/>
                      <a:pt x="26989" y="6951"/>
                      <a:pt x="24331" y="4288"/>
                    </a:cubicBezTo>
                    <a:cubicBezTo>
                      <a:pt x="21672" y="1625"/>
                      <a:pt x="18065" y="129"/>
                      <a:pt x="14305" y="129"/>
                    </a:cubicBezTo>
                    <a:cubicBezTo>
                      <a:pt x="10545" y="129"/>
                      <a:pt x="6938" y="1625"/>
                      <a:pt x="4279" y="4288"/>
                    </a:cubicBezTo>
                    <a:cubicBezTo>
                      <a:pt x="1621" y="6951"/>
                      <a:pt x="127" y="10563"/>
                      <a:pt x="127" y="14328"/>
                    </a:cubicBezTo>
                    <a:cubicBezTo>
                      <a:pt x="127" y="18094"/>
                      <a:pt x="1621" y="21706"/>
                      <a:pt x="4279" y="24369"/>
                    </a:cubicBezTo>
                    <a:cubicBezTo>
                      <a:pt x="6938" y="27031"/>
                      <a:pt x="10545" y="28527"/>
                      <a:pt x="14305"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59" name="Freeform: Shape 958">
                <a:extLst>
                  <a:ext uri="{FF2B5EF4-FFF2-40B4-BE49-F238E27FC236}">
                    <a16:creationId xmlns:a16="http://schemas.microsoft.com/office/drawing/2014/main" id="{55C2B588-01A3-CEB0-5A34-0DE0396F79DB}"/>
                  </a:ext>
                </a:extLst>
              </p:cNvPr>
              <p:cNvSpPr/>
              <p:nvPr/>
            </p:nvSpPr>
            <p:spPr>
              <a:xfrm>
                <a:off x="6150727" y="5012640"/>
                <a:ext cx="28356" cy="28397"/>
              </a:xfrm>
              <a:custGeom>
                <a:avLst/>
                <a:gdLst>
                  <a:gd name="connsiteX0" fmla="*/ 14304 w 28356"/>
                  <a:gd name="connsiteY0" fmla="*/ 28534 h 28397"/>
                  <a:gd name="connsiteX1" fmla="*/ 24330 w 28356"/>
                  <a:gd name="connsiteY1" fmla="*/ 24375 h 28397"/>
                  <a:gd name="connsiteX2" fmla="*/ 28483 w 28356"/>
                  <a:gd name="connsiteY2" fmla="*/ 14335 h 28397"/>
                  <a:gd name="connsiteX3" fmla="*/ 24330 w 28356"/>
                  <a:gd name="connsiteY3" fmla="*/ 4294 h 28397"/>
                  <a:gd name="connsiteX4" fmla="*/ 14304 w 28356"/>
                  <a:gd name="connsiteY4" fmla="*/ 136 h 28397"/>
                  <a:gd name="connsiteX5" fmla="*/ 4279 w 28356"/>
                  <a:gd name="connsiteY5" fmla="*/ 4294 h 28397"/>
                  <a:gd name="connsiteX6" fmla="*/ 126 w 28356"/>
                  <a:gd name="connsiteY6" fmla="*/ 14335 h 28397"/>
                  <a:gd name="connsiteX7" fmla="*/ 4279 w 28356"/>
                  <a:gd name="connsiteY7" fmla="*/ 24375 h 28397"/>
                  <a:gd name="connsiteX8" fmla="*/ 1430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34"/>
                    </a:moveTo>
                    <a:cubicBezTo>
                      <a:pt x="18065" y="28534"/>
                      <a:pt x="21671" y="27038"/>
                      <a:pt x="24330" y="24375"/>
                    </a:cubicBezTo>
                    <a:cubicBezTo>
                      <a:pt x="26989" y="21712"/>
                      <a:pt x="28483" y="18100"/>
                      <a:pt x="28483" y="14335"/>
                    </a:cubicBezTo>
                    <a:cubicBezTo>
                      <a:pt x="28483" y="10569"/>
                      <a:pt x="26989" y="6957"/>
                      <a:pt x="24330" y="4294"/>
                    </a:cubicBezTo>
                    <a:cubicBezTo>
                      <a:pt x="21671" y="1632"/>
                      <a:pt x="18065" y="136"/>
                      <a:pt x="14304" y="136"/>
                    </a:cubicBezTo>
                    <a:cubicBezTo>
                      <a:pt x="10544" y="136"/>
                      <a:pt x="6938" y="1632"/>
                      <a:pt x="4279" y="4294"/>
                    </a:cubicBezTo>
                    <a:cubicBezTo>
                      <a:pt x="1620" y="6957"/>
                      <a:pt x="126" y="10569"/>
                      <a:pt x="126" y="14335"/>
                    </a:cubicBezTo>
                    <a:cubicBezTo>
                      <a:pt x="126" y="18100"/>
                      <a:pt x="1620" y="21712"/>
                      <a:pt x="4279" y="24375"/>
                    </a:cubicBezTo>
                    <a:cubicBezTo>
                      <a:pt x="6938" y="27038"/>
                      <a:pt x="10544" y="28534"/>
                      <a:pt x="14304"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0" name="Freeform: Shape 959">
                <a:extLst>
                  <a:ext uri="{FF2B5EF4-FFF2-40B4-BE49-F238E27FC236}">
                    <a16:creationId xmlns:a16="http://schemas.microsoft.com/office/drawing/2014/main" id="{CC9CA593-4326-DFC1-3754-655DF230EAE2}"/>
                  </a:ext>
                </a:extLst>
              </p:cNvPr>
              <p:cNvSpPr/>
              <p:nvPr/>
            </p:nvSpPr>
            <p:spPr>
              <a:xfrm>
                <a:off x="6142966" y="4949292"/>
                <a:ext cx="28356" cy="28397"/>
              </a:xfrm>
              <a:custGeom>
                <a:avLst/>
                <a:gdLst>
                  <a:gd name="connsiteX0" fmla="*/ 14304 w 28356"/>
                  <a:gd name="connsiteY0" fmla="*/ 28529 h 28397"/>
                  <a:gd name="connsiteX1" fmla="*/ 24329 w 28356"/>
                  <a:gd name="connsiteY1" fmla="*/ 24370 h 28397"/>
                  <a:gd name="connsiteX2" fmla="*/ 28482 w 28356"/>
                  <a:gd name="connsiteY2" fmla="*/ 14330 h 28397"/>
                  <a:gd name="connsiteX3" fmla="*/ 24329 w 28356"/>
                  <a:gd name="connsiteY3" fmla="*/ 4289 h 28397"/>
                  <a:gd name="connsiteX4" fmla="*/ 14304 w 28356"/>
                  <a:gd name="connsiteY4" fmla="*/ 131 h 28397"/>
                  <a:gd name="connsiteX5" fmla="*/ 4278 w 28356"/>
                  <a:gd name="connsiteY5" fmla="*/ 4289 h 28397"/>
                  <a:gd name="connsiteX6" fmla="*/ 125 w 28356"/>
                  <a:gd name="connsiteY6" fmla="*/ 14330 h 28397"/>
                  <a:gd name="connsiteX7" fmla="*/ 4278 w 28356"/>
                  <a:gd name="connsiteY7" fmla="*/ 24370 h 28397"/>
                  <a:gd name="connsiteX8" fmla="*/ 14304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9"/>
                    </a:moveTo>
                    <a:cubicBezTo>
                      <a:pt x="18064" y="28529"/>
                      <a:pt x="21671" y="27033"/>
                      <a:pt x="24329" y="24370"/>
                    </a:cubicBezTo>
                    <a:cubicBezTo>
                      <a:pt x="26988" y="21707"/>
                      <a:pt x="28482" y="18095"/>
                      <a:pt x="28482" y="14330"/>
                    </a:cubicBezTo>
                    <a:cubicBezTo>
                      <a:pt x="28482" y="10564"/>
                      <a:pt x="26988" y="6952"/>
                      <a:pt x="24329" y="4289"/>
                    </a:cubicBezTo>
                    <a:cubicBezTo>
                      <a:pt x="21671" y="1627"/>
                      <a:pt x="18064" y="131"/>
                      <a:pt x="14304" y="131"/>
                    </a:cubicBezTo>
                    <a:cubicBezTo>
                      <a:pt x="10544" y="131"/>
                      <a:pt x="6937" y="1627"/>
                      <a:pt x="4278" y="4289"/>
                    </a:cubicBezTo>
                    <a:cubicBezTo>
                      <a:pt x="1619" y="6952"/>
                      <a:pt x="125" y="10564"/>
                      <a:pt x="125" y="14330"/>
                    </a:cubicBezTo>
                    <a:cubicBezTo>
                      <a:pt x="125" y="18095"/>
                      <a:pt x="1619" y="21707"/>
                      <a:pt x="4278" y="24370"/>
                    </a:cubicBezTo>
                    <a:cubicBezTo>
                      <a:pt x="6937" y="27033"/>
                      <a:pt x="10544" y="28529"/>
                      <a:pt x="14304"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1" name="Freeform: Shape 960">
                <a:extLst>
                  <a:ext uri="{FF2B5EF4-FFF2-40B4-BE49-F238E27FC236}">
                    <a16:creationId xmlns:a16="http://schemas.microsoft.com/office/drawing/2014/main" id="{CE278764-6663-53E8-B18F-EF9D25B3DDE7}"/>
                  </a:ext>
                </a:extLst>
              </p:cNvPr>
              <p:cNvSpPr/>
              <p:nvPr/>
            </p:nvSpPr>
            <p:spPr>
              <a:xfrm>
                <a:off x="6135205" y="4547082"/>
                <a:ext cx="28356" cy="28397"/>
              </a:xfrm>
              <a:custGeom>
                <a:avLst/>
                <a:gdLst>
                  <a:gd name="connsiteX0" fmla="*/ 14303 w 28356"/>
                  <a:gd name="connsiteY0" fmla="*/ 28497 h 28397"/>
                  <a:gd name="connsiteX1" fmla="*/ 24329 w 28356"/>
                  <a:gd name="connsiteY1" fmla="*/ 24338 h 28397"/>
                  <a:gd name="connsiteX2" fmla="*/ 28481 w 28356"/>
                  <a:gd name="connsiteY2" fmla="*/ 14298 h 28397"/>
                  <a:gd name="connsiteX3" fmla="*/ 24329 w 28356"/>
                  <a:gd name="connsiteY3" fmla="*/ 4258 h 28397"/>
                  <a:gd name="connsiteX4" fmla="*/ 14303 w 28356"/>
                  <a:gd name="connsiteY4" fmla="*/ 99 h 28397"/>
                  <a:gd name="connsiteX5" fmla="*/ 4277 w 28356"/>
                  <a:gd name="connsiteY5" fmla="*/ 4258 h 28397"/>
                  <a:gd name="connsiteX6" fmla="*/ 125 w 28356"/>
                  <a:gd name="connsiteY6" fmla="*/ 14298 h 28397"/>
                  <a:gd name="connsiteX7" fmla="*/ 4277 w 28356"/>
                  <a:gd name="connsiteY7" fmla="*/ 24338 h 28397"/>
                  <a:gd name="connsiteX8" fmla="*/ 14303 w 28356"/>
                  <a:gd name="connsiteY8" fmla="*/ 2849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497"/>
                    </a:moveTo>
                    <a:cubicBezTo>
                      <a:pt x="18063" y="28497"/>
                      <a:pt x="21670" y="27001"/>
                      <a:pt x="24329" y="24338"/>
                    </a:cubicBezTo>
                    <a:cubicBezTo>
                      <a:pt x="26988" y="21675"/>
                      <a:pt x="28481" y="18064"/>
                      <a:pt x="28481" y="14298"/>
                    </a:cubicBezTo>
                    <a:cubicBezTo>
                      <a:pt x="28481" y="10532"/>
                      <a:pt x="26988" y="6920"/>
                      <a:pt x="24329" y="4258"/>
                    </a:cubicBezTo>
                    <a:cubicBezTo>
                      <a:pt x="21670" y="1595"/>
                      <a:pt x="18063" y="99"/>
                      <a:pt x="14303" y="99"/>
                    </a:cubicBezTo>
                    <a:cubicBezTo>
                      <a:pt x="10543" y="99"/>
                      <a:pt x="6936" y="1595"/>
                      <a:pt x="4277" y="4258"/>
                    </a:cubicBezTo>
                    <a:cubicBezTo>
                      <a:pt x="1619" y="6920"/>
                      <a:pt x="125" y="10532"/>
                      <a:pt x="125" y="14298"/>
                    </a:cubicBezTo>
                    <a:cubicBezTo>
                      <a:pt x="125" y="18064"/>
                      <a:pt x="1619" y="21675"/>
                      <a:pt x="4277" y="24338"/>
                    </a:cubicBezTo>
                    <a:cubicBezTo>
                      <a:pt x="6936" y="27001"/>
                      <a:pt x="10543" y="28497"/>
                      <a:pt x="14303" y="2849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2" name="Freeform: Shape 961">
                <a:extLst>
                  <a:ext uri="{FF2B5EF4-FFF2-40B4-BE49-F238E27FC236}">
                    <a16:creationId xmlns:a16="http://schemas.microsoft.com/office/drawing/2014/main" id="{5C786C10-D2BB-4E3A-08F9-E61D800791ED}"/>
                  </a:ext>
                </a:extLst>
              </p:cNvPr>
              <p:cNvSpPr/>
              <p:nvPr/>
            </p:nvSpPr>
            <p:spPr>
              <a:xfrm>
                <a:off x="6127444" y="4486775"/>
                <a:ext cx="28356" cy="28397"/>
              </a:xfrm>
              <a:custGeom>
                <a:avLst/>
                <a:gdLst>
                  <a:gd name="connsiteX0" fmla="*/ 14303 w 28356"/>
                  <a:gd name="connsiteY0" fmla="*/ 28492 h 28397"/>
                  <a:gd name="connsiteX1" fmla="*/ 24328 w 28356"/>
                  <a:gd name="connsiteY1" fmla="*/ 24333 h 28397"/>
                  <a:gd name="connsiteX2" fmla="*/ 28481 w 28356"/>
                  <a:gd name="connsiteY2" fmla="*/ 14293 h 28397"/>
                  <a:gd name="connsiteX3" fmla="*/ 24328 w 28356"/>
                  <a:gd name="connsiteY3" fmla="*/ 4253 h 28397"/>
                  <a:gd name="connsiteX4" fmla="*/ 14303 w 28356"/>
                  <a:gd name="connsiteY4" fmla="*/ 94 h 28397"/>
                  <a:gd name="connsiteX5" fmla="*/ 4277 w 28356"/>
                  <a:gd name="connsiteY5" fmla="*/ 4253 h 28397"/>
                  <a:gd name="connsiteX6" fmla="*/ 124 w 28356"/>
                  <a:gd name="connsiteY6" fmla="*/ 14293 h 28397"/>
                  <a:gd name="connsiteX7" fmla="*/ 4277 w 28356"/>
                  <a:gd name="connsiteY7" fmla="*/ 24333 h 28397"/>
                  <a:gd name="connsiteX8" fmla="*/ 14303 w 28356"/>
                  <a:gd name="connsiteY8" fmla="*/ 2849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492"/>
                    </a:moveTo>
                    <a:cubicBezTo>
                      <a:pt x="18063" y="28492"/>
                      <a:pt x="21669" y="26996"/>
                      <a:pt x="24328" y="24333"/>
                    </a:cubicBezTo>
                    <a:cubicBezTo>
                      <a:pt x="26987" y="21671"/>
                      <a:pt x="28481" y="18059"/>
                      <a:pt x="28481" y="14293"/>
                    </a:cubicBezTo>
                    <a:cubicBezTo>
                      <a:pt x="28481" y="10528"/>
                      <a:pt x="26987" y="6916"/>
                      <a:pt x="24328" y="4253"/>
                    </a:cubicBezTo>
                    <a:cubicBezTo>
                      <a:pt x="21669" y="1590"/>
                      <a:pt x="18063" y="94"/>
                      <a:pt x="14303" y="94"/>
                    </a:cubicBezTo>
                    <a:cubicBezTo>
                      <a:pt x="10542" y="94"/>
                      <a:pt x="6936" y="1590"/>
                      <a:pt x="4277" y="4253"/>
                    </a:cubicBezTo>
                    <a:cubicBezTo>
                      <a:pt x="1618" y="6916"/>
                      <a:pt x="124" y="10528"/>
                      <a:pt x="124" y="14293"/>
                    </a:cubicBezTo>
                    <a:cubicBezTo>
                      <a:pt x="124" y="18059"/>
                      <a:pt x="1618" y="21671"/>
                      <a:pt x="4277" y="24333"/>
                    </a:cubicBezTo>
                    <a:cubicBezTo>
                      <a:pt x="6936" y="26996"/>
                      <a:pt x="10542" y="28492"/>
                      <a:pt x="14303" y="2849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3" name="Freeform: Shape 962">
                <a:extLst>
                  <a:ext uri="{FF2B5EF4-FFF2-40B4-BE49-F238E27FC236}">
                    <a16:creationId xmlns:a16="http://schemas.microsoft.com/office/drawing/2014/main" id="{A5813468-94B1-836C-6629-2C848C6986AD}"/>
                  </a:ext>
                </a:extLst>
              </p:cNvPr>
              <p:cNvSpPr/>
              <p:nvPr/>
            </p:nvSpPr>
            <p:spPr>
              <a:xfrm>
                <a:off x="6119695" y="4972368"/>
                <a:ext cx="28356" cy="28397"/>
              </a:xfrm>
              <a:custGeom>
                <a:avLst/>
                <a:gdLst>
                  <a:gd name="connsiteX0" fmla="*/ 14302 w 28356"/>
                  <a:gd name="connsiteY0" fmla="*/ 28530 h 28397"/>
                  <a:gd name="connsiteX1" fmla="*/ 24328 w 28356"/>
                  <a:gd name="connsiteY1" fmla="*/ 24372 h 28397"/>
                  <a:gd name="connsiteX2" fmla="*/ 28480 w 28356"/>
                  <a:gd name="connsiteY2" fmla="*/ 14331 h 28397"/>
                  <a:gd name="connsiteX3" fmla="*/ 24328 w 28356"/>
                  <a:gd name="connsiteY3" fmla="*/ 4291 h 28397"/>
                  <a:gd name="connsiteX4" fmla="*/ 14302 w 28356"/>
                  <a:gd name="connsiteY4" fmla="*/ 132 h 28397"/>
                  <a:gd name="connsiteX5" fmla="*/ 4276 w 28356"/>
                  <a:gd name="connsiteY5" fmla="*/ 4291 h 28397"/>
                  <a:gd name="connsiteX6" fmla="*/ 124 w 28356"/>
                  <a:gd name="connsiteY6" fmla="*/ 14331 h 28397"/>
                  <a:gd name="connsiteX7" fmla="*/ 4276 w 28356"/>
                  <a:gd name="connsiteY7" fmla="*/ 24372 h 28397"/>
                  <a:gd name="connsiteX8" fmla="*/ 14302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2" y="28530"/>
                    </a:moveTo>
                    <a:cubicBezTo>
                      <a:pt x="18062" y="28530"/>
                      <a:pt x="21669" y="27034"/>
                      <a:pt x="24328" y="24372"/>
                    </a:cubicBezTo>
                    <a:cubicBezTo>
                      <a:pt x="26986" y="21709"/>
                      <a:pt x="28480" y="18097"/>
                      <a:pt x="28480" y="14331"/>
                    </a:cubicBezTo>
                    <a:cubicBezTo>
                      <a:pt x="28480" y="10566"/>
                      <a:pt x="26986" y="6954"/>
                      <a:pt x="24328" y="4291"/>
                    </a:cubicBezTo>
                    <a:cubicBezTo>
                      <a:pt x="21669" y="1628"/>
                      <a:pt x="18062" y="132"/>
                      <a:pt x="14302" y="132"/>
                    </a:cubicBezTo>
                    <a:cubicBezTo>
                      <a:pt x="10542" y="132"/>
                      <a:pt x="6935" y="1628"/>
                      <a:pt x="4276" y="4291"/>
                    </a:cubicBezTo>
                    <a:cubicBezTo>
                      <a:pt x="1617" y="6954"/>
                      <a:pt x="124" y="10566"/>
                      <a:pt x="124" y="14331"/>
                    </a:cubicBezTo>
                    <a:cubicBezTo>
                      <a:pt x="124" y="18097"/>
                      <a:pt x="1617" y="21709"/>
                      <a:pt x="4276" y="24372"/>
                    </a:cubicBezTo>
                    <a:cubicBezTo>
                      <a:pt x="6935" y="27034"/>
                      <a:pt x="10542" y="28530"/>
                      <a:pt x="14302"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4" name="Freeform: Shape 963">
                <a:extLst>
                  <a:ext uri="{FF2B5EF4-FFF2-40B4-BE49-F238E27FC236}">
                    <a16:creationId xmlns:a16="http://schemas.microsoft.com/office/drawing/2014/main" id="{75D1A272-FDD5-415B-34EA-500EC2EF61B7}"/>
                  </a:ext>
                </a:extLst>
              </p:cNvPr>
              <p:cNvSpPr/>
              <p:nvPr/>
            </p:nvSpPr>
            <p:spPr>
              <a:xfrm>
                <a:off x="6111934" y="4914812"/>
                <a:ext cx="28356" cy="28397"/>
              </a:xfrm>
              <a:custGeom>
                <a:avLst/>
                <a:gdLst>
                  <a:gd name="connsiteX0" fmla="*/ 14301 w 28356"/>
                  <a:gd name="connsiteY0" fmla="*/ 28526 h 28397"/>
                  <a:gd name="connsiteX1" fmla="*/ 24327 w 28356"/>
                  <a:gd name="connsiteY1" fmla="*/ 24367 h 28397"/>
                  <a:gd name="connsiteX2" fmla="*/ 28480 w 28356"/>
                  <a:gd name="connsiteY2" fmla="*/ 14327 h 28397"/>
                  <a:gd name="connsiteX3" fmla="*/ 24327 w 28356"/>
                  <a:gd name="connsiteY3" fmla="*/ 4287 h 28397"/>
                  <a:gd name="connsiteX4" fmla="*/ 14301 w 28356"/>
                  <a:gd name="connsiteY4" fmla="*/ 128 h 28397"/>
                  <a:gd name="connsiteX5" fmla="*/ 4276 w 28356"/>
                  <a:gd name="connsiteY5" fmla="*/ 4287 h 28397"/>
                  <a:gd name="connsiteX6" fmla="*/ 123 w 28356"/>
                  <a:gd name="connsiteY6" fmla="*/ 14327 h 28397"/>
                  <a:gd name="connsiteX7" fmla="*/ 4276 w 28356"/>
                  <a:gd name="connsiteY7" fmla="*/ 24367 h 28397"/>
                  <a:gd name="connsiteX8" fmla="*/ 14301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6"/>
                    </a:moveTo>
                    <a:cubicBezTo>
                      <a:pt x="18061" y="28526"/>
                      <a:pt x="21668" y="27030"/>
                      <a:pt x="24327" y="24367"/>
                    </a:cubicBezTo>
                    <a:cubicBezTo>
                      <a:pt x="26986" y="21704"/>
                      <a:pt x="28480" y="18093"/>
                      <a:pt x="28480" y="14327"/>
                    </a:cubicBezTo>
                    <a:cubicBezTo>
                      <a:pt x="28480" y="10561"/>
                      <a:pt x="26986" y="6949"/>
                      <a:pt x="24327" y="4287"/>
                    </a:cubicBezTo>
                    <a:cubicBezTo>
                      <a:pt x="21668" y="1624"/>
                      <a:pt x="18061" y="128"/>
                      <a:pt x="14301" y="128"/>
                    </a:cubicBezTo>
                    <a:cubicBezTo>
                      <a:pt x="10541" y="128"/>
                      <a:pt x="6934" y="1624"/>
                      <a:pt x="4276" y="4287"/>
                    </a:cubicBezTo>
                    <a:cubicBezTo>
                      <a:pt x="1617" y="6949"/>
                      <a:pt x="123" y="10561"/>
                      <a:pt x="123" y="14327"/>
                    </a:cubicBezTo>
                    <a:cubicBezTo>
                      <a:pt x="123" y="18093"/>
                      <a:pt x="1617" y="21704"/>
                      <a:pt x="4276" y="24367"/>
                    </a:cubicBezTo>
                    <a:cubicBezTo>
                      <a:pt x="6934" y="27030"/>
                      <a:pt x="10541" y="28526"/>
                      <a:pt x="14301"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5" name="Freeform: Shape 964">
                <a:extLst>
                  <a:ext uri="{FF2B5EF4-FFF2-40B4-BE49-F238E27FC236}">
                    <a16:creationId xmlns:a16="http://schemas.microsoft.com/office/drawing/2014/main" id="{582D758E-B92A-B8A4-BA8F-3B396B0D5C28}"/>
                  </a:ext>
                </a:extLst>
              </p:cNvPr>
              <p:cNvSpPr/>
              <p:nvPr/>
            </p:nvSpPr>
            <p:spPr>
              <a:xfrm>
                <a:off x="6104173" y="4851020"/>
                <a:ext cx="28356" cy="28397"/>
              </a:xfrm>
              <a:custGeom>
                <a:avLst/>
                <a:gdLst>
                  <a:gd name="connsiteX0" fmla="*/ 14301 w 28356"/>
                  <a:gd name="connsiteY0" fmla="*/ 28521 h 28397"/>
                  <a:gd name="connsiteX1" fmla="*/ 24326 w 28356"/>
                  <a:gd name="connsiteY1" fmla="*/ 24362 h 28397"/>
                  <a:gd name="connsiteX2" fmla="*/ 28479 w 28356"/>
                  <a:gd name="connsiteY2" fmla="*/ 14322 h 28397"/>
                  <a:gd name="connsiteX3" fmla="*/ 24326 w 28356"/>
                  <a:gd name="connsiteY3" fmla="*/ 4282 h 28397"/>
                  <a:gd name="connsiteX4" fmla="*/ 14301 w 28356"/>
                  <a:gd name="connsiteY4" fmla="*/ 123 h 28397"/>
                  <a:gd name="connsiteX5" fmla="*/ 4275 w 28356"/>
                  <a:gd name="connsiteY5" fmla="*/ 4282 h 28397"/>
                  <a:gd name="connsiteX6" fmla="*/ 122 w 28356"/>
                  <a:gd name="connsiteY6" fmla="*/ 14322 h 28397"/>
                  <a:gd name="connsiteX7" fmla="*/ 4275 w 28356"/>
                  <a:gd name="connsiteY7" fmla="*/ 24362 h 28397"/>
                  <a:gd name="connsiteX8" fmla="*/ 14301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1"/>
                    </a:moveTo>
                    <a:cubicBezTo>
                      <a:pt x="18061" y="28521"/>
                      <a:pt x="21667" y="27025"/>
                      <a:pt x="24326" y="24362"/>
                    </a:cubicBezTo>
                    <a:cubicBezTo>
                      <a:pt x="26985" y="21699"/>
                      <a:pt x="28479" y="18087"/>
                      <a:pt x="28479" y="14322"/>
                    </a:cubicBezTo>
                    <a:cubicBezTo>
                      <a:pt x="28479" y="10556"/>
                      <a:pt x="26985" y="6944"/>
                      <a:pt x="24326" y="4282"/>
                    </a:cubicBezTo>
                    <a:cubicBezTo>
                      <a:pt x="21667" y="1619"/>
                      <a:pt x="18061" y="123"/>
                      <a:pt x="14301" y="123"/>
                    </a:cubicBezTo>
                    <a:cubicBezTo>
                      <a:pt x="10541" y="123"/>
                      <a:pt x="6934" y="1619"/>
                      <a:pt x="4275" y="4282"/>
                    </a:cubicBezTo>
                    <a:cubicBezTo>
                      <a:pt x="1616" y="6944"/>
                      <a:pt x="122" y="10556"/>
                      <a:pt x="122" y="14322"/>
                    </a:cubicBezTo>
                    <a:cubicBezTo>
                      <a:pt x="122" y="18087"/>
                      <a:pt x="1616" y="21699"/>
                      <a:pt x="4275" y="24362"/>
                    </a:cubicBezTo>
                    <a:cubicBezTo>
                      <a:pt x="6934" y="27025"/>
                      <a:pt x="10541" y="28521"/>
                      <a:pt x="14301"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6" name="Freeform: Shape 965">
                <a:extLst>
                  <a:ext uri="{FF2B5EF4-FFF2-40B4-BE49-F238E27FC236}">
                    <a16:creationId xmlns:a16="http://schemas.microsoft.com/office/drawing/2014/main" id="{5A94F668-5ED4-DBD8-F532-B88F3634941F}"/>
                  </a:ext>
                </a:extLst>
              </p:cNvPr>
              <p:cNvSpPr/>
              <p:nvPr/>
            </p:nvSpPr>
            <p:spPr>
              <a:xfrm>
                <a:off x="6096412" y="4962487"/>
                <a:ext cx="28356" cy="28397"/>
              </a:xfrm>
              <a:custGeom>
                <a:avLst/>
                <a:gdLst>
                  <a:gd name="connsiteX0" fmla="*/ 14300 w 28356"/>
                  <a:gd name="connsiteY0" fmla="*/ 28530 h 28397"/>
                  <a:gd name="connsiteX1" fmla="*/ 24326 w 28356"/>
                  <a:gd name="connsiteY1" fmla="*/ 24371 h 28397"/>
                  <a:gd name="connsiteX2" fmla="*/ 28478 w 28356"/>
                  <a:gd name="connsiteY2" fmla="*/ 14331 h 28397"/>
                  <a:gd name="connsiteX3" fmla="*/ 24326 w 28356"/>
                  <a:gd name="connsiteY3" fmla="*/ 4290 h 28397"/>
                  <a:gd name="connsiteX4" fmla="*/ 14300 w 28356"/>
                  <a:gd name="connsiteY4" fmla="*/ 132 h 28397"/>
                  <a:gd name="connsiteX5" fmla="*/ 4274 w 28356"/>
                  <a:gd name="connsiteY5" fmla="*/ 4290 h 28397"/>
                  <a:gd name="connsiteX6" fmla="*/ 122 w 28356"/>
                  <a:gd name="connsiteY6" fmla="*/ 14331 h 28397"/>
                  <a:gd name="connsiteX7" fmla="*/ 4274 w 28356"/>
                  <a:gd name="connsiteY7" fmla="*/ 24371 h 28397"/>
                  <a:gd name="connsiteX8" fmla="*/ 14300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0" y="28530"/>
                    </a:moveTo>
                    <a:cubicBezTo>
                      <a:pt x="18060" y="28530"/>
                      <a:pt x="21667" y="27034"/>
                      <a:pt x="24326" y="24371"/>
                    </a:cubicBezTo>
                    <a:cubicBezTo>
                      <a:pt x="26985" y="21708"/>
                      <a:pt x="28478" y="18096"/>
                      <a:pt x="28478" y="14331"/>
                    </a:cubicBezTo>
                    <a:cubicBezTo>
                      <a:pt x="28478" y="10565"/>
                      <a:pt x="26985" y="6953"/>
                      <a:pt x="24326" y="4290"/>
                    </a:cubicBezTo>
                    <a:cubicBezTo>
                      <a:pt x="21667" y="1628"/>
                      <a:pt x="18060" y="132"/>
                      <a:pt x="14300" y="132"/>
                    </a:cubicBezTo>
                    <a:cubicBezTo>
                      <a:pt x="10540" y="132"/>
                      <a:pt x="6933" y="1628"/>
                      <a:pt x="4274" y="4290"/>
                    </a:cubicBezTo>
                    <a:cubicBezTo>
                      <a:pt x="1616" y="6953"/>
                      <a:pt x="122" y="10565"/>
                      <a:pt x="122" y="14331"/>
                    </a:cubicBezTo>
                    <a:cubicBezTo>
                      <a:pt x="122" y="18096"/>
                      <a:pt x="1616" y="21708"/>
                      <a:pt x="4274" y="24371"/>
                    </a:cubicBezTo>
                    <a:cubicBezTo>
                      <a:pt x="6933" y="27034"/>
                      <a:pt x="10540" y="28530"/>
                      <a:pt x="14300"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7" name="Freeform: Shape 966">
                <a:extLst>
                  <a:ext uri="{FF2B5EF4-FFF2-40B4-BE49-F238E27FC236}">
                    <a16:creationId xmlns:a16="http://schemas.microsoft.com/office/drawing/2014/main" id="{9C1D45A6-7C81-F959-DAE3-29F99E1DE354}"/>
                  </a:ext>
                </a:extLst>
              </p:cNvPr>
              <p:cNvSpPr/>
              <p:nvPr/>
            </p:nvSpPr>
            <p:spPr>
              <a:xfrm>
                <a:off x="6088651" y="5019409"/>
                <a:ext cx="28356" cy="28397"/>
              </a:xfrm>
              <a:custGeom>
                <a:avLst/>
                <a:gdLst>
                  <a:gd name="connsiteX0" fmla="*/ 14299 w 28356"/>
                  <a:gd name="connsiteY0" fmla="*/ 28534 h 28397"/>
                  <a:gd name="connsiteX1" fmla="*/ 24325 w 28356"/>
                  <a:gd name="connsiteY1" fmla="*/ 24375 h 28397"/>
                  <a:gd name="connsiteX2" fmla="*/ 28478 w 28356"/>
                  <a:gd name="connsiteY2" fmla="*/ 14335 h 28397"/>
                  <a:gd name="connsiteX3" fmla="*/ 24325 w 28356"/>
                  <a:gd name="connsiteY3" fmla="*/ 4295 h 28397"/>
                  <a:gd name="connsiteX4" fmla="*/ 14299 w 28356"/>
                  <a:gd name="connsiteY4" fmla="*/ 136 h 28397"/>
                  <a:gd name="connsiteX5" fmla="*/ 4274 w 28356"/>
                  <a:gd name="connsiteY5" fmla="*/ 4295 h 28397"/>
                  <a:gd name="connsiteX6" fmla="*/ 121 w 28356"/>
                  <a:gd name="connsiteY6" fmla="*/ 14335 h 28397"/>
                  <a:gd name="connsiteX7" fmla="*/ 4274 w 28356"/>
                  <a:gd name="connsiteY7" fmla="*/ 24375 h 28397"/>
                  <a:gd name="connsiteX8" fmla="*/ 1429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34"/>
                    </a:moveTo>
                    <a:cubicBezTo>
                      <a:pt x="18060" y="28534"/>
                      <a:pt x="21666" y="27038"/>
                      <a:pt x="24325" y="24375"/>
                    </a:cubicBezTo>
                    <a:cubicBezTo>
                      <a:pt x="26984" y="21713"/>
                      <a:pt x="28478" y="18101"/>
                      <a:pt x="28478" y="14335"/>
                    </a:cubicBezTo>
                    <a:cubicBezTo>
                      <a:pt x="28478" y="10569"/>
                      <a:pt x="26984" y="6958"/>
                      <a:pt x="24325" y="4295"/>
                    </a:cubicBezTo>
                    <a:cubicBezTo>
                      <a:pt x="21666" y="1632"/>
                      <a:pt x="18060" y="136"/>
                      <a:pt x="14299" y="136"/>
                    </a:cubicBezTo>
                    <a:cubicBezTo>
                      <a:pt x="10539" y="136"/>
                      <a:pt x="6933" y="1632"/>
                      <a:pt x="4274" y="4295"/>
                    </a:cubicBezTo>
                    <a:cubicBezTo>
                      <a:pt x="1615" y="6958"/>
                      <a:pt x="121" y="10569"/>
                      <a:pt x="121" y="14335"/>
                    </a:cubicBezTo>
                    <a:cubicBezTo>
                      <a:pt x="121" y="18101"/>
                      <a:pt x="1615" y="21713"/>
                      <a:pt x="4274" y="24375"/>
                    </a:cubicBezTo>
                    <a:cubicBezTo>
                      <a:pt x="6933" y="27038"/>
                      <a:pt x="10539" y="28534"/>
                      <a:pt x="14299"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8" name="Freeform: Shape 967">
                <a:extLst>
                  <a:ext uri="{FF2B5EF4-FFF2-40B4-BE49-F238E27FC236}">
                    <a16:creationId xmlns:a16="http://schemas.microsoft.com/office/drawing/2014/main" id="{162CE8E6-52C8-850E-DE63-21ABCD117C22}"/>
                  </a:ext>
                </a:extLst>
              </p:cNvPr>
              <p:cNvSpPr/>
              <p:nvPr/>
            </p:nvSpPr>
            <p:spPr>
              <a:xfrm>
                <a:off x="6080902" y="4934395"/>
                <a:ext cx="28356" cy="28397"/>
              </a:xfrm>
              <a:custGeom>
                <a:avLst/>
                <a:gdLst>
                  <a:gd name="connsiteX0" fmla="*/ 14299 w 28356"/>
                  <a:gd name="connsiteY0" fmla="*/ 28527 h 28397"/>
                  <a:gd name="connsiteX1" fmla="*/ 24324 w 28356"/>
                  <a:gd name="connsiteY1" fmla="*/ 24369 h 28397"/>
                  <a:gd name="connsiteX2" fmla="*/ 28477 w 28356"/>
                  <a:gd name="connsiteY2" fmla="*/ 14328 h 28397"/>
                  <a:gd name="connsiteX3" fmla="*/ 24324 w 28356"/>
                  <a:gd name="connsiteY3" fmla="*/ 4288 h 28397"/>
                  <a:gd name="connsiteX4" fmla="*/ 14299 w 28356"/>
                  <a:gd name="connsiteY4" fmla="*/ 129 h 28397"/>
                  <a:gd name="connsiteX5" fmla="*/ 4273 w 28356"/>
                  <a:gd name="connsiteY5" fmla="*/ 4288 h 28397"/>
                  <a:gd name="connsiteX6" fmla="*/ 120 w 28356"/>
                  <a:gd name="connsiteY6" fmla="*/ 14328 h 28397"/>
                  <a:gd name="connsiteX7" fmla="*/ 4273 w 28356"/>
                  <a:gd name="connsiteY7" fmla="*/ 24369 h 28397"/>
                  <a:gd name="connsiteX8" fmla="*/ 14299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27"/>
                    </a:moveTo>
                    <a:cubicBezTo>
                      <a:pt x="18059" y="28527"/>
                      <a:pt x="21666" y="27031"/>
                      <a:pt x="24324" y="24369"/>
                    </a:cubicBezTo>
                    <a:cubicBezTo>
                      <a:pt x="26983" y="21706"/>
                      <a:pt x="28477" y="18094"/>
                      <a:pt x="28477" y="14328"/>
                    </a:cubicBezTo>
                    <a:cubicBezTo>
                      <a:pt x="28477" y="10563"/>
                      <a:pt x="26983" y="6951"/>
                      <a:pt x="24324" y="4288"/>
                    </a:cubicBezTo>
                    <a:cubicBezTo>
                      <a:pt x="21666" y="1626"/>
                      <a:pt x="18059" y="129"/>
                      <a:pt x="14299" y="129"/>
                    </a:cubicBezTo>
                    <a:cubicBezTo>
                      <a:pt x="10539" y="129"/>
                      <a:pt x="6932" y="1626"/>
                      <a:pt x="4273" y="4288"/>
                    </a:cubicBezTo>
                    <a:cubicBezTo>
                      <a:pt x="1614" y="6951"/>
                      <a:pt x="120" y="10563"/>
                      <a:pt x="120" y="14328"/>
                    </a:cubicBezTo>
                    <a:cubicBezTo>
                      <a:pt x="120" y="18094"/>
                      <a:pt x="1614" y="21706"/>
                      <a:pt x="4273" y="24369"/>
                    </a:cubicBezTo>
                    <a:cubicBezTo>
                      <a:pt x="6932" y="27031"/>
                      <a:pt x="10539" y="28527"/>
                      <a:pt x="14299"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69" name="Freeform: Shape 968">
                <a:extLst>
                  <a:ext uri="{FF2B5EF4-FFF2-40B4-BE49-F238E27FC236}">
                    <a16:creationId xmlns:a16="http://schemas.microsoft.com/office/drawing/2014/main" id="{F3E2256D-9DFE-1E66-FD50-EF4523F7F8C2}"/>
                  </a:ext>
                </a:extLst>
              </p:cNvPr>
              <p:cNvSpPr/>
              <p:nvPr/>
            </p:nvSpPr>
            <p:spPr>
              <a:xfrm>
                <a:off x="6073141" y="5009262"/>
                <a:ext cx="28356" cy="28397"/>
              </a:xfrm>
              <a:custGeom>
                <a:avLst/>
                <a:gdLst>
                  <a:gd name="connsiteX0" fmla="*/ 14298 w 28356"/>
                  <a:gd name="connsiteY0" fmla="*/ 28533 h 28397"/>
                  <a:gd name="connsiteX1" fmla="*/ 24324 w 28356"/>
                  <a:gd name="connsiteY1" fmla="*/ 24375 h 28397"/>
                  <a:gd name="connsiteX2" fmla="*/ 28477 w 28356"/>
                  <a:gd name="connsiteY2" fmla="*/ 14334 h 28397"/>
                  <a:gd name="connsiteX3" fmla="*/ 24324 w 28356"/>
                  <a:gd name="connsiteY3" fmla="*/ 4294 h 28397"/>
                  <a:gd name="connsiteX4" fmla="*/ 14298 w 28356"/>
                  <a:gd name="connsiteY4" fmla="*/ 135 h 28397"/>
                  <a:gd name="connsiteX5" fmla="*/ 4273 w 28356"/>
                  <a:gd name="connsiteY5" fmla="*/ 4294 h 28397"/>
                  <a:gd name="connsiteX6" fmla="*/ 120 w 28356"/>
                  <a:gd name="connsiteY6" fmla="*/ 14334 h 28397"/>
                  <a:gd name="connsiteX7" fmla="*/ 4273 w 28356"/>
                  <a:gd name="connsiteY7" fmla="*/ 24375 h 28397"/>
                  <a:gd name="connsiteX8" fmla="*/ 14298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33"/>
                    </a:moveTo>
                    <a:cubicBezTo>
                      <a:pt x="18058" y="28533"/>
                      <a:pt x="21665" y="27037"/>
                      <a:pt x="24324" y="24375"/>
                    </a:cubicBezTo>
                    <a:cubicBezTo>
                      <a:pt x="26983" y="21712"/>
                      <a:pt x="28477" y="18100"/>
                      <a:pt x="28477" y="14334"/>
                    </a:cubicBezTo>
                    <a:cubicBezTo>
                      <a:pt x="28477" y="10569"/>
                      <a:pt x="26983" y="6957"/>
                      <a:pt x="24324" y="4294"/>
                    </a:cubicBezTo>
                    <a:cubicBezTo>
                      <a:pt x="21665" y="1631"/>
                      <a:pt x="18058" y="135"/>
                      <a:pt x="14298" y="135"/>
                    </a:cubicBezTo>
                    <a:cubicBezTo>
                      <a:pt x="10538" y="135"/>
                      <a:pt x="6931" y="1631"/>
                      <a:pt x="4273" y="4294"/>
                    </a:cubicBezTo>
                    <a:cubicBezTo>
                      <a:pt x="1614" y="6957"/>
                      <a:pt x="120" y="10569"/>
                      <a:pt x="120" y="14334"/>
                    </a:cubicBezTo>
                    <a:cubicBezTo>
                      <a:pt x="120" y="18100"/>
                      <a:pt x="1614" y="21712"/>
                      <a:pt x="4273" y="24375"/>
                    </a:cubicBezTo>
                    <a:cubicBezTo>
                      <a:pt x="6931" y="27037"/>
                      <a:pt x="10538" y="28533"/>
                      <a:pt x="14298"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0" name="Freeform: Shape 969">
                <a:extLst>
                  <a:ext uri="{FF2B5EF4-FFF2-40B4-BE49-F238E27FC236}">
                    <a16:creationId xmlns:a16="http://schemas.microsoft.com/office/drawing/2014/main" id="{4F21B223-D188-BF1C-0553-319F779F2559}"/>
                  </a:ext>
                </a:extLst>
              </p:cNvPr>
              <p:cNvSpPr/>
              <p:nvPr/>
            </p:nvSpPr>
            <p:spPr>
              <a:xfrm>
                <a:off x="6065380" y="4945749"/>
                <a:ext cx="28356" cy="28397"/>
              </a:xfrm>
              <a:custGeom>
                <a:avLst/>
                <a:gdLst>
                  <a:gd name="connsiteX0" fmla="*/ 14298 w 28356"/>
                  <a:gd name="connsiteY0" fmla="*/ 28528 h 28397"/>
                  <a:gd name="connsiteX1" fmla="*/ 24323 w 28356"/>
                  <a:gd name="connsiteY1" fmla="*/ 24370 h 28397"/>
                  <a:gd name="connsiteX2" fmla="*/ 28476 w 28356"/>
                  <a:gd name="connsiteY2" fmla="*/ 14329 h 28397"/>
                  <a:gd name="connsiteX3" fmla="*/ 24323 w 28356"/>
                  <a:gd name="connsiteY3" fmla="*/ 4289 h 28397"/>
                  <a:gd name="connsiteX4" fmla="*/ 14298 w 28356"/>
                  <a:gd name="connsiteY4" fmla="*/ 130 h 28397"/>
                  <a:gd name="connsiteX5" fmla="*/ 4272 w 28356"/>
                  <a:gd name="connsiteY5" fmla="*/ 4289 h 28397"/>
                  <a:gd name="connsiteX6" fmla="*/ 119 w 28356"/>
                  <a:gd name="connsiteY6" fmla="*/ 14329 h 28397"/>
                  <a:gd name="connsiteX7" fmla="*/ 4272 w 28356"/>
                  <a:gd name="connsiteY7" fmla="*/ 24370 h 28397"/>
                  <a:gd name="connsiteX8" fmla="*/ 14298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28"/>
                    </a:moveTo>
                    <a:cubicBezTo>
                      <a:pt x="18058" y="28528"/>
                      <a:pt x="21664" y="27032"/>
                      <a:pt x="24323" y="24370"/>
                    </a:cubicBezTo>
                    <a:cubicBezTo>
                      <a:pt x="26982" y="21707"/>
                      <a:pt x="28476" y="18095"/>
                      <a:pt x="28476" y="14329"/>
                    </a:cubicBezTo>
                    <a:cubicBezTo>
                      <a:pt x="28476" y="10564"/>
                      <a:pt x="26982" y="6952"/>
                      <a:pt x="24323" y="4289"/>
                    </a:cubicBezTo>
                    <a:cubicBezTo>
                      <a:pt x="21664" y="1626"/>
                      <a:pt x="18058" y="130"/>
                      <a:pt x="14298" y="130"/>
                    </a:cubicBezTo>
                    <a:cubicBezTo>
                      <a:pt x="10537" y="130"/>
                      <a:pt x="6931" y="1626"/>
                      <a:pt x="4272" y="4289"/>
                    </a:cubicBezTo>
                    <a:cubicBezTo>
                      <a:pt x="1613" y="6952"/>
                      <a:pt x="119" y="10564"/>
                      <a:pt x="119" y="14329"/>
                    </a:cubicBezTo>
                    <a:cubicBezTo>
                      <a:pt x="119" y="18095"/>
                      <a:pt x="1613" y="21707"/>
                      <a:pt x="4272" y="24370"/>
                    </a:cubicBezTo>
                    <a:cubicBezTo>
                      <a:pt x="6931" y="27032"/>
                      <a:pt x="10537" y="28528"/>
                      <a:pt x="14298"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1" name="Freeform: Shape 970">
                <a:extLst>
                  <a:ext uri="{FF2B5EF4-FFF2-40B4-BE49-F238E27FC236}">
                    <a16:creationId xmlns:a16="http://schemas.microsoft.com/office/drawing/2014/main" id="{53326440-41EF-81D7-499B-7226BE5C3855}"/>
                  </a:ext>
                </a:extLst>
              </p:cNvPr>
              <p:cNvSpPr/>
              <p:nvPr/>
            </p:nvSpPr>
            <p:spPr>
              <a:xfrm>
                <a:off x="6057619" y="4438278"/>
                <a:ext cx="28356" cy="28397"/>
              </a:xfrm>
              <a:custGeom>
                <a:avLst/>
                <a:gdLst>
                  <a:gd name="connsiteX0" fmla="*/ 14297 w 28356"/>
                  <a:gd name="connsiteY0" fmla="*/ 28488 h 28397"/>
                  <a:gd name="connsiteX1" fmla="*/ 24323 w 28356"/>
                  <a:gd name="connsiteY1" fmla="*/ 24330 h 28397"/>
                  <a:gd name="connsiteX2" fmla="*/ 28475 w 28356"/>
                  <a:gd name="connsiteY2" fmla="*/ 14289 h 28397"/>
                  <a:gd name="connsiteX3" fmla="*/ 24323 w 28356"/>
                  <a:gd name="connsiteY3" fmla="*/ 4249 h 28397"/>
                  <a:gd name="connsiteX4" fmla="*/ 14297 w 28356"/>
                  <a:gd name="connsiteY4" fmla="*/ 90 h 28397"/>
                  <a:gd name="connsiteX5" fmla="*/ 4271 w 28356"/>
                  <a:gd name="connsiteY5" fmla="*/ 4249 h 28397"/>
                  <a:gd name="connsiteX6" fmla="*/ 119 w 28356"/>
                  <a:gd name="connsiteY6" fmla="*/ 14289 h 28397"/>
                  <a:gd name="connsiteX7" fmla="*/ 4271 w 28356"/>
                  <a:gd name="connsiteY7" fmla="*/ 24330 h 28397"/>
                  <a:gd name="connsiteX8" fmla="*/ 14297 w 28356"/>
                  <a:gd name="connsiteY8" fmla="*/ 2848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7" y="28488"/>
                    </a:moveTo>
                    <a:cubicBezTo>
                      <a:pt x="18057" y="28488"/>
                      <a:pt x="21664" y="26992"/>
                      <a:pt x="24323" y="24330"/>
                    </a:cubicBezTo>
                    <a:cubicBezTo>
                      <a:pt x="26981" y="21667"/>
                      <a:pt x="28475" y="18055"/>
                      <a:pt x="28475" y="14289"/>
                    </a:cubicBezTo>
                    <a:cubicBezTo>
                      <a:pt x="28475" y="10524"/>
                      <a:pt x="26981" y="6912"/>
                      <a:pt x="24323" y="4249"/>
                    </a:cubicBezTo>
                    <a:cubicBezTo>
                      <a:pt x="21664" y="1586"/>
                      <a:pt x="18057" y="90"/>
                      <a:pt x="14297" y="90"/>
                    </a:cubicBezTo>
                    <a:cubicBezTo>
                      <a:pt x="10537" y="90"/>
                      <a:pt x="6930" y="1586"/>
                      <a:pt x="4271" y="4249"/>
                    </a:cubicBezTo>
                    <a:cubicBezTo>
                      <a:pt x="1613" y="6912"/>
                      <a:pt x="119" y="10524"/>
                      <a:pt x="119" y="14289"/>
                    </a:cubicBezTo>
                    <a:cubicBezTo>
                      <a:pt x="119" y="18055"/>
                      <a:pt x="1613" y="21667"/>
                      <a:pt x="4271" y="24330"/>
                    </a:cubicBezTo>
                    <a:cubicBezTo>
                      <a:pt x="6930" y="26992"/>
                      <a:pt x="10537" y="28488"/>
                      <a:pt x="14297" y="2848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2" name="Freeform: Shape 971">
                <a:extLst>
                  <a:ext uri="{FF2B5EF4-FFF2-40B4-BE49-F238E27FC236}">
                    <a16:creationId xmlns:a16="http://schemas.microsoft.com/office/drawing/2014/main" id="{658161C0-2B70-F7F1-748C-AA8AE7B573D5}"/>
                  </a:ext>
                </a:extLst>
              </p:cNvPr>
              <p:cNvSpPr/>
              <p:nvPr/>
            </p:nvSpPr>
            <p:spPr>
              <a:xfrm>
                <a:off x="6049871" y="4454056"/>
                <a:ext cx="28356" cy="28397"/>
              </a:xfrm>
              <a:custGeom>
                <a:avLst/>
                <a:gdLst>
                  <a:gd name="connsiteX0" fmla="*/ 14296 w 28356"/>
                  <a:gd name="connsiteY0" fmla="*/ 28490 h 28397"/>
                  <a:gd name="connsiteX1" fmla="*/ 24322 w 28356"/>
                  <a:gd name="connsiteY1" fmla="*/ 24331 h 28397"/>
                  <a:gd name="connsiteX2" fmla="*/ 28475 w 28356"/>
                  <a:gd name="connsiteY2" fmla="*/ 14291 h 28397"/>
                  <a:gd name="connsiteX3" fmla="*/ 24322 w 28356"/>
                  <a:gd name="connsiteY3" fmla="*/ 4250 h 28397"/>
                  <a:gd name="connsiteX4" fmla="*/ 14296 w 28356"/>
                  <a:gd name="connsiteY4" fmla="*/ 92 h 28397"/>
                  <a:gd name="connsiteX5" fmla="*/ 4271 w 28356"/>
                  <a:gd name="connsiteY5" fmla="*/ 4250 h 28397"/>
                  <a:gd name="connsiteX6" fmla="*/ 118 w 28356"/>
                  <a:gd name="connsiteY6" fmla="*/ 14291 h 28397"/>
                  <a:gd name="connsiteX7" fmla="*/ 4271 w 28356"/>
                  <a:gd name="connsiteY7" fmla="*/ 24331 h 28397"/>
                  <a:gd name="connsiteX8" fmla="*/ 14296 w 28356"/>
                  <a:gd name="connsiteY8" fmla="*/ 2849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490"/>
                    </a:moveTo>
                    <a:cubicBezTo>
                      <a:pt x="18057" y="28490"/>
                      <a:pt x="21663" y="26994"/>
                      <a:pt x="24322" y="24331"/>
                    </a:cubicBezTo>
                    <a:cubicBezTo>
                      <a:pt x="26981" y="21668"/>
                      <a:pt x="28475" y="18056"/>
                      <a:pt x="28475" y="14291"/>
                    </a:cubicBezTo>
                    <a:cubicBezTo>
                      <a:pt x="28475" y="10525"/>
                      <a:pt x="26981" y="6913"/>
                      <a:pt x="24322" y="4250"/>
                    </a:cubicBezTo>
                    <a:cubicBezTo>
                      <a:pt x="21663" y="1588"/>
                      <a:pt x="18057" y="92"/>
                      <a:pt x="14296" y="92"/>
                    </a:cubicBezTo>
                    <a:cubicBezTo>
                      <a:pt x="10536" y="92"/>
                      <a:pt x="6930" y="1588"/>
                      <a:pt x="4271" y="4250"/>
                    </a:cubicBezTo>
                    <a:cubicBezTo>
                      <a:pt x="1612" y="6913"/>
                      <a:pt x="118" y="10525"/>
                      <a:pt x="118" y="14291"/>
                    </a:cubicBezTo>
                    <a:cubicBezTo>
                      <a:pt x="118" y="18056"/>
                      <a:pt x="1612" y="21668"/>
                      <a:pt x="4271" y="24331"/>
                    </a:cubicBezTo>
                    <a:cubicBezTo>
                      <a:pt x="6930" y="26994"/>
                      <a:pt x="10536" y="28490"/>
                      <a:pt x="14296" y="2849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3" name="Freeform: Shape 972">
                <a:extLst>
                  <a:ext uri="{FF2B5EF4-FFF2-40B4-BE49-F238E27FC236}">
                    <a16:creationId xmlns:a16="http://schemas.microsoft.com/office/drawing/2014/main" id="{F10413C5-782D-7A57-2C27-6F66C83BB18F}"/>
                  </a:ext>
                </a:extLst>
              </p:cNvPr>
              <p:cNvSpPr/>
              <p:nvPr/>
            </p:nvSpPr>
            <p:spPr>
              <a:xfrm>
                <a:off x="6042110" y="4171768"/>
                <a:ext cx="28356" cy="28397"/>
              </a:xfrm>
              <a:custGeom>
                <a:avLst/>
                <a:gdLst>
                  <a:gd name="connsiteX0" fmla="*/ 14296 w 28356"/>
                  <a:gd name="connsiteY0" fmla="*/ 28467 h 28397"/>
                  <a:gd name="connsiteX1" fmla="*/ 24321 w 28356"/>
                  <a:gd name="connsiteY1" fmla="*/ 24309 h 28397"/>
                  <a:gd name="connsiteX2" fmla="*/ 28474 w 28356"/>
                  <a:gd name="connsiteY2" fmla="*/ 14268 h 28397"/>
                  <a:gd name="connsiteX3" fmla="*/ 24321 w 28356"/>
                  <a:gd name="connsiteY3" fmla="*/ 4228 h 28397"/>
                  <a:gd name="connsiteX4" fmla="*/ 14296 w 28356"/>
                  <a:gd name="connsiteY4" fmla="*/ 69 h 28397"/>
                  <a:gd name="connsiteX5" fmla="*/ 4270 w 28356"/>
                  <a:gd name="connsiteY5" fmla="*/ 4228 h 28397"/>
                  <a:gd name="connsiteX6" fmla="*/ 117 w 28356"/>
                  <a:gd name="connsiteY6" fmla="*/ 14268 h 28397"/>
                  <a:gd name="connsiteX7" fmla="*/ 4270 w 28356"/>
                  <a:gd name="connsiteY7" fmla="*/ 24309 h 28397"/>
                  <a:gd name="connsiteX8" fmla="*/ 14296 w 28356"/>
                  <a:gd name="connsiteY8" fmla="*/ 2846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467"/>
                    </a:moveTo>
                    <a:cubicBezTo>
                      <a:pt x="18056" y="28467"/>
                      <a:pt x="21663" y="26971"/>
                      <a:pt x="24321" y="24309"/>
                    </a:cubicBezTo>
                    <a:cubicBezTo>
                      <a:pt x="26980" y="21646"/>
                      <a:pt x="28474" y="18034"/>
                      <a:pt x="28474" y="14268"/>
                    </a:cubicBezTo>
                    <a:cubicBezTo>
                      <a:pt x="28474" y="10503"/>
                      <a:pt x="26980" y="6891"/>
                      <a:pt x="24321" y="4228"/>
                    </a:cubicBezTo>
                    <a:cubicBezTo>
                      <a:pt x="21663" y="1565"/>
                      <a:pt x="18056" y="69"/>
                      <a:pt x="14296" y="69"/>
                    </a:cubicBezTo>
                    <a:cubicBezTo>
                      <a:pt x="10536" y="69"/>
                      <a:pt x="6929" y="1565"/>
                      <a:pt x="4270" y="4228"/>
                    </a:cubicBezTo>
                    <a:cubicBezTo>
                      <a:pt x="1611" y="6891"/>
                      <a:pt x="117" y="10503"/>
                      <a:pt x="117" y="14268"/>
                    </a:cubicBezTo>
                    <a:cubicBezTo>
                      <a:pt x="117" y="18034"/>
                      <a:pt x="1611" y="21646"/>
                      <a:pt x="4270" y="24309"/>
                    </a:cubicBezTo>
                    <a:cubicBezTo>
                      <a:pt x="6929" y="26971"/>
                      <a:pt x="10536" y="28467"/>
                      <a:pt x="14296" y="2846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4" name="Freeform: Shape 973">
                <a:extLst>
                  <a:ext uri="{FF2B5EF4-FFF2-40B4-BE49-F238E27FC236}">
                    <a16:creationId xmlns:a16="http://schemas.microsoft.com/office/drawing/2014/main" id="{C45176F4-48E0-9CC3-C8CB-BFE5F8F3B647}"/>
                  </a:ext>
                </a:extLst>
              </p:cNvPr>
              <p:cNvSpPr/>
              <p:nvPr/>
            </p:nvSpPr>
            <p:spPr>
              <a:xfrm>
                <a:off x="6034349" y="4876610"/>
                <a:ext cx="28356" cy="28397"/>
              </a:xfrm>
              <a:custGeom>
                <a:avLst/>
                <a:gdLst>
                  <a:gd name="connsiteX0" fmla="*/ 14295 w 28356"/>
                  <a:gd name="connsiteY0" fmla="*/ 28523 h 28397"/>
                  <a:gd name="connsiteX1" fmla="*/ 24321 w 28356"/>
                  <a:gd name="connsiteY1" fmla="*/ 24364 h 28397"/>
                  <a:gd name="connsiteX2" fmla="*/ 28474 w 28356"/>
                  <a:gd name="connsiteY2" fmla="*/ 14324 h 28397"/>
                  <a:gd name="connsiteX3" fmla="*/ 24321 w 28356"/>
                  <a:gd name="connsiteY3" fmla="*/ 4284 h 28397"/>
                  <a:gd name="connsiteX4" fmla="*/ 14295 w 28356"/>
                  <a:gd name="connsiteY4" fmla="*/ 125 h 28397"/>
                  <a:gd name="connsiteX5" fmla="*/ 4270 w 28356"/>
                  <a:gd name="connsiteY5" fmla="*/ 4284 h 28397"/>
                  <a:gd name="connsiteX6" fmla="*/ 117 w 28356"/>
                  <a:gd name="connsiteY6" fmla="*/ 14324 h 28397"/>
                  <a:gd name="connsiteX7" fmla="*/ 4270 w 28356"/>
                  <a:gd name="connsiteY7" fmla="*/ 24364 h 28397"/>
                  <a:gd name="connsiteX8" fmla="*/ 1429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23"/>
                    </a:moveTo>
                    <a:cubicBezTo>
                      <a:pt x="18055" y="28523"/>
                      <a:pt x="21662" y="27027"/>
                      <a:pt x="24321" y="24364"/>
                    </a:cubicBezTo>
                    <a:cubicBezTo>
                      <a:pt x="26980" y="21701"/>
                      <a:pt x="28474" y="18090"/>
                      <a:pt x="28474" y="14324"/>
                    </a:cubicBezTo>
                    <a:cubicBezTo>
                      <a:pt x="28474" y="10558"/>
                      <a:pt x="26980" y="6946"/>
                      <a:pt x="24321" y="4284"/>
                    </a:cubicBezTo>
                    <a:cubicBezTo>
                      <a:pt x="21662" y="1621"/>
                      <a:pt x="18055" y="125"/>
                      <a:pt x="14295" y="125"/>
                    </a:cubicBezTo>
                    <a:cubicBezTo>
                      <a:pt x="10535" y="125"/>
                      <a:pt x="6928" y="1621"/>
                      <a:pt x="4270" y="4284"/>
                    </a:cubicBezTo>
                    <a:cubicBezTo>
                      <a:pt x="1611" y="6946"/>
                      <a:pt x="117" y="10558"/>
                      <a:pt x="117" y="14324"/>
                    </a:cubicBezTo>
                    <a:cubicBezTo>
                      <a:pt x="117" y="18090"/>
                      <a:pt x="1611" y="21701"/>
                      <a:pt x="4270" y="24364"/>
                    </a:cubicBezTo>
                    <a:cubicBezTo>
                      <a:pt x="6928" y="27027"/>
                      <a:pt x="10535" y="28523"/>
                      <a:pt x="14295"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5" name="Freeform: Shape 974">
                <a:extLst>
                  <a:ext uri="{FF2B5EF4-FFF2-40B4-BE49-F238E27FC236}">
                    <a16:creationId xmlns:a16="http://schemas.microsoft.com/office/drawing/2014/main" id="{03F151D6-D933-BC65-B49E-17E4F13293AE}"/>
                  </a:ext>
                </a:extLst>
              </p:cNvPr>
              <p:cNvSpPr/>
              <p:nvPr/>
            </p:nvSpPr>
            <p:spPr>
              <a:xfrm>
                <a:off x="6026587" y="4847070"/>
                <a:ext cx="28356" cy="28397"/>
              </a:xfrm>
              <a:custGeom>
                <a:avLst/>
                <a:gdLst>
                  <a:gd name="connsiteX0" fmla="*/ 14295 w 28356"/>
                  <a:gd name="connsiteY0" fmla="*/ 28521 h 28397"/>
                  <a:gd name="connsiteX1" fmla="*/ 24320 w 28356"/>
                  <a:gd name="connsiteY1" fmla="*/ 24362 h 28397"/>
                  <a:gd name="connsiteX2" fmla="*/ 28473 w 28356"/>
                  <a:gd name="connsiteY2" fmla="*/ 14322 h 28397"/>
                  <a:gd name="connsiteX3" fmla="*/ 24320 w 28356"/>
                  <a:gd name="connsiteY3" fmla="*/ 4281 h 28397"/>
                  <a:gd name="connsiteX4" fmla="*/ 14295 w 28356"/>
                  <a:gd name="connsiteY4" fmla="*/ 123 h 28397"/>
                  <a:gd name="connsiteX5" fmla="*/ 4269 w 28356"/>
                  <a:gd name="connsiteY5" fmla="*/ 4281 h 28397"/>
                  <a:gd name="connsiteX6" fmla="*/ 116 w 28356"/>
                  <a:gd name="connsiteY6" fmla="*/ 14322 h 28397"/>
                  <a:gd name="connsiteX7" fmla="*/ 4269 w 28356"/>
                  <a:gd name="connsiteY7" fmla="*/ 24362 h 28397"/>
                  <a:gd name="connsiteX8" fmla="*/ 14295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21"/>
                    </a:moveTo>
                    <a:cubicBezTo>
                      <a:pt x="18055" y="28521"/>
                      <a:pt x="21661" y="27024"/>
                      <a:pt x="24320" y="24362"/>
                    </a:cubicBezTo>
                    <a:cubicBezTo>
                      <a:pt x="26979" y="21699"/>
                      <a:pt x="28473" y="18087"/>
                      <a:pt x="28473" y="14322"/>
                    </a:cubicBezTo>
                    <a:cubicBezTo>
                      <a:pt x="28473" y="10556"/>
                      <a:pt x="26979" y="6944"/>
                      <a:pt x="24320" y="4281"/>
                    </a:cubicBezTo>
                    <a:cubicBezTo>
                      <a:pt x="21661" y="1619"/>
                      <a:pt x="18055" y="123"/>
                      <a:pt x="14295" y="123"/>
                    </a:cubicBezTo>
                    <a:cubicBezTo>
                      <a:pt x="10534" y="123"/>
                      <a:pt x="6928" y="1619"/>
                      <a:pt x="4269" y="4281"/>
                    </a:cubicBezTo>
                    <a:cubicBezTo>
                      <a:pt x="1610" y="6944"/>
                      <a:pt x="116" y="10556"/>
                      <a:pt x="116" y="14322"/>
                    </a:cubicBezTo>
                    <a:cubicBezTo>
                      <a:pt x="116" y="18087"/>
                      <a:pt x="1610" y="21699"/>
                      <a:pt x="4269" y="24362"/>
                    </a:cubicBezTo>
                    <a:cubicBezTo>
                      <a:pt x="6928" y="27024"/>
                      <a:pt x="10534" y="28521"/>
                      <a:pt x="14295"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6" name="Freeform: Shape 975">
                <a:extLst>
                  <a:ext uri="{FF2B5EF4-FFF2-40B4-BE49-F238E27FC236}">
                    <a16:creationId xmlns:a16="http://schemas.microsoft.com/office/drawing/2014/main" id="{07C04B62-5E0F-F7D4-36BC-B8CA6AC07CEB}"/>
                  </a:ext>
                </a:extLst>
              </p:cNvPr>
              <p:cNvSpPr/>
              <p:nvPr/>
            </p:nvSpPr>
            <p:spPr>
              <a:xfrm>
                <a:off x="6018826" y="5019752"/>
                <a:ext cx="28356" cy="28397"/>
              </a:xfrm>
              <a:custGeom>
                <a:avLst/>
                <a:gdLst>
                  <a:gd name="connsiteX0" fmla="*/ 14294 w 28356"/>
                  <a:gd name="connsiteY0" fmla="*/ 28534 h 28397"/>
                  <a:gd name="connsiteX1" fmla="*/ 24320 w 28356"/>
                  <a:gd name="connsiteY1" fmla="*/ 24375 h 28397"/>
                  <a:gd name="connsiteX2" fmla="*/ 28472 w 28356"/>
                  <a:gd name="connsiteY2" fmla="*/ 14335 h 28397"/>
                  <a:gd name="connsiteX3" fmla="*/ 24320 w 28356"/>
                  <a:gd name="connsiteY3" fmla="*/ 4295 h 28397"/>
                  <a:gd name="connsiteX4" fmla="*/ 14294 w 28356"/>
                  <a:gd name="connsiteY4" fmla="*/ 136 h 28397"/>
                  <a:gd name="connsiteX5" fmla="*/ 4268 w 28356"/>
                  <a:gd name="connsiteY5" fmla="*/ 4295 h 28397"/>
                  <a:gd name="connsiteX6" fmla="*/ 116 w 28356"/>
                  <a:gd name="connsiteY6" fmla="*/ 14335 h 28397"/>
                  <a:gd name="connsiteX7" fmla="*/ 4268 w 28356"/>
                  <a:gd name="connsiteY7" fmla="*/ 24375 h 28397"/>
                  <a:gd name="connsiteX8" fmla="*/ 1429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4" y="28534"/>
                    </a:moveTo>
                    <a:cubicBezTo>
                      <a:pt x="18054" y="28534"/>
                      <a:pt x="21661" y="27038"/>
                      <a:pt x="24320" y="24375"/>
                    </a:cubicBezTo>
                    <a:cubicBezTo>
                      <a:pt x="26978" y="21713"/>
                      <a:pt x="28472" y="18101"/>
                      <a:pt x="28472" y="14335"/>
                    </a:cubicBezTo>
                    <a:cubicBezTo>
                      <a:pt x="28472" y="10570"/>
                      <a:pt x="26978" y="6958"/>
                      <a:pt x="24320" y="4295"/>
                    </a:cubicBezTo>
                    <a:cubicBezTo>
                      <a:pt x="21661" y="1632"/>
                      <a:pt x="18054" y="136"/>
                      <a:pt x="14294" y="136"/>
                    </a:cubicBezTo>
                    <a:cubicBezTo>
                      <a:pt x="10534" y="136"/>
                      <a:pt x="6927" y="1632"/>
                      <a:pt x="4268" y="4295"/>
                    </a:cubicBezTo>
                    <a:cubicBezTo>
                      <a:pt x="1609" y="6958"/>
                      <a:pt x="116" y="10570"/>
                      <a:pt x="116" y="14335"/>
                    </a:cubicBezTo>
                    <a:cubicBezTo>
                      <a:pt x="116" y="18101"/>
                      <a:pt x="1609" y="21713"/>
                      <a:pt x="4268" y="24375"/>
                    </a:cubicBezTo>
                    <a:cubicBezTo>
                      <a:pt x="6927" y="27038"/>
                      <a:pt x="10534" y="28534"/>
                      <a:pt x="14294"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7" name="Freeform: Shape 976">
                <a:extLst>
                  <a:ext uri="{FF2B5EF4-FFF2-40B4-BE49-F238E27FC236}">
                    <a16:creationId xmlns:a16="http://schemas.microsoft.com/office/drawing/2014/main" id="{69A5677A-31C2-F44D-B812-F0575424105A}"/>
                  </a:ext>
                </a:extLst>
              </p:cNvPr>
              <p:cNvSpPr/>
              <p:nvPr/>
            </p:nvSpPr>
            <p:spPr>
              <a:xfrm>
                <a:off x="6011078" y="4890466"/>
                <a:ext cx="28356" cy="28397"/>
              </a:xfrm>
              <a:custGeom>
                <a:avLst/>
                <a:gdLst>
                  <a:gd name="connsiteX0" fmla="*/ 14293 w 28356"/>
                  <a:gd name="connsiteY0" fmla="*/ 28524 h 28397"/>
                  <a:gd name="connsiteX1" fmla="*/ 24319 w 28356"/>
                  <a:gd name="connsiteY1" fmla="*/ 24365 h 28397"/>
                  <a:gd name="connsiteX2" fmla="*/ 28472 w 28356"/>
                  <a:gd name="connsiteY2" fmla="*/ 14325 h 28397"/>
                  <a:gd name="connsiteX3" fmla="*/ 24319 w 28356"/>
                  <a:gd name="connsiteY3" fmla="*/ 4285 h 28397"/>
                  <a:gd name="connsiteX4" fmla="*/ 14293 w 28356"/>
                  <a:gd name="connsiteY4" fmla="*/ 126 h 28397"/>
                  <a:gd name="connsiteX5" fmla="*/ 4268 w 28356"/>
                  <a:gd name="connsiteY5" fmla="*/ 4285 h 28397"/>
                  <a:gd name="connsiteX6" fmla="*/ 115 w 28356"/>
                  <a:gd name="connsiteY6" fmla="*/ 14325 h 28397"/>
                  <a:gd name="connsiteX7" fmla="*/ 4268 w 28356"/>
                  <a:gd name="connsiteY7" fmla="*/ 24365 h 28397"/>
                  <a:gd name="connsiteX8" fmla="*/ 14293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24"/>
                    </a:moveTo>
                    <a:cubicBezTo>
                      <a:pt x="18053" y="28524"/>
                      <a:pt x="21660" y="27028"/>
                      <a:pt x="24319" y="24365"/>
                    </a:cubicBezTo>
                    <a:cubicBezTo>
                      <a:pt x="26978" y="21702"/>
                      <a:pt x="28472" y="18091"/>
                      <a:pt x="28472" y="14325"/>
                    </a:cubicBezTo>
                    <a:cubicBezTo>
                      <a:pt x="28472" y="10559"/>
                      <a:pt x="26978" y="6947"/>
                      <a:pt x="24319" y="4285"/>
                    </a:cubicBezTo>
                    <a:cubicBezTo>
                      <a:pt x="21660" y="1622"/>
                      <a:pt x="18053" y="126"/>
                      <a:pt x="14293" y="126"/>
                    </a:cubicBezTo>
                    <a:cubicBezTo>
                      <a:pt x="10533" y="126"/>
                      <a:pt x="6927" y="1622"/>
                      <a:pt x="4268" y="4285"/>
                    </a:cubicBezTo>
                    <a:cubicBezTo>
                      <a:pt x="1609" y="6947"/>
                      <a:pt x="115" y="10559"/>
                      <a:pt x="115" y="14325"/>
                    </a:cubicBezTo>
                    <a:cubicBezTo>
                      <a:pt x="115" y="18091"/>
                      <a:pt x="1609" y="21702"/>
                      <a:pt x="4268" y="24365"/>
                    </a:cubicBezTo>
                    <a:cubicBezTo>
                      <a:pt x="6927" y="27028"/>
                      <a:pt x="10533" y="28524"/>
                      <a:pt x="14293"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8" name="Freeform: Shape 977">
                <a:extLst>
                  <a:ext uri="{FF2B5EF4-FFF2-40B4-BE49-F238E27FC236}">
                    <a16:creationId xmlns:a16="http://schemas.microsoft.com/office/drawing/2014/main" id="{AF4AA114-04D2-83DA-B3D9-798E2AC5CCA9}"/>
                  </a:ext>
                </a:extLst>
              </p:cNvPr>
              <p:cNvSpPr/>
              <p:nvPr/>
            </p:nvSpPr>
            <p:spPr>
              <a:xfrm>
                <a:off x="6003317" y="4995038"/>
                <a:ext cx="28356" cy="28397"/>
              </a:xfrm>
              <a:custGeom>
                <a:avLst/>
                <a:gdLst>
                  <a:gd name="connsiteX0" fmla="*/ 14293 w 28356"/>
                  <a:gd name="connsiteY0" fmla="*/ 28532 h 28397"/>
                  <a:gd name="connsiteX1" fmla="*/ 24318 w 28356"/>
                  <a:gd name="connsiteY1" fmla="*/ 24373 h 28397"/>
                  <a:gd name="connsiteX2" fmla="*/ 28471 w 28356"/>
                  <a:gd name="connsiteY2" fmla="*/ 14333 h 28397"/>
                  <a:gd name="connsiteX3" fmla="*/ 24318 w 28356"/>
                  <a:gd name="connsiteY3" fmla="*/ 4293 h 28397"/>
                  <a:gd name="connsiteX4" fmla="*/ 14293 w 28356"/>
                  <a:gd name="connsiteY4" fmla="*/ 134 h 28397"/>
                  <a:gd name="connsiteX5" fmla="*/ 4267 w 28356"/>
                  <a:gd name="connsiteY5" fmla="*/ 4293 h 28397"/>
                  <a:gd name="connsiteX6" fmla="*/ 114 w 28356"/>
                  <a:gd name="connsiteY6" fmla="*/ 14333 h 28397"/>
                  <a:gd name="connsiteX7" fmla="*/ 4267 w 28356"/>
                  <a:gd name="connsiteY7" fmla="*/ 24373 h 28397"/>
                  <a:gd name="connsiteX8" fmla="*/ 14293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32"/>
                    </a:moveTo>
                    <a:cubicBezTo>
                      <a:pt x="18053" y="28532"/>
                      <a:pt x="21660" y="27036"/>
                      <a:pt x="24318" y="24373"/>
                    </a:cubicBezTo>
                    <a:cubicBezTo>
                      <a:pt x="26977" y="21711"/>
                      <a:pt x="28471" y="18099"/>
                      <a:pt x="28471" y="14333"/>
                    </a:cubicBezTo>
                    <a:cubicBezTo>
                      <a:pt x="28471" y="10568"/>
                      <a:pt x="26977" y="6956"/>
                      <a:pt x="24318" y="4293"/>
                    </a:cubicBezTo>
                    <a:cubicBezTo>
                      <a:pt x="21660" y="1630"/>
                      <a:pt x="18053" y="134"/>
                      <a:pt x="14293" y="134"/>
                    </a:cubicBezTo>
                    <a:cubicBezTo>
                      <a:pt x="10533" y="134"/>
                      <a:pt x="6926" y="1630"/>
                      <a:pt x="4267" y="4293"/>
                    </a:cubicBezTo>
                    <a:cubicBezTo>
                      <a:pt x="1608" y="6956"/>
                      <a:pt x="114" y="10568"/>
                      <a:pt x="114" y="14333"/>
                    </a:cubicBezTo>
                    <a:cubicBezTo>
                      <a:pt x="114" y="18099"/>
                      <a:pt x="1608" y="21711"/>
                      <a:pt x="4267" y="24373"/>
                    </a:cubicBezTo>
                    <a:cubicBezTo>
                      <a:pt x="6926" y="27036"/>
                      <a:pt x="10533" y="28532"/>
                      <a:pt x="14293"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79" name="Freeform: Shape 978">
                <a:extLst>
                  <a:ext uri="{FF2B5EF4-FFF2-40B4-BE49-F238E27FC236}">
                    <a16:creationId xmlns:a16="http://schemas.microsoft.com/office/drawing/2014/main" id="{B25B0F84-415B-14DD-D901-25253BF0997C}"/>
                  </a:ext>
                </a:extLst>
              </p:cNvPr>
              <p:cNvSpPr/>
              <p:nvPr/>
            </p:nvSpPr>
            <p:spPr>
              <a:xfrm>
                <a:off x="5995556" y="3934459"/>
                <a:ext cx="28356" cy="28397"/>
              </a:xfrm>
              <a:custGeom>
                <a:avLst/>
                <a:gdLst>
                  <a:gd name="connsiteX0" fmla="*/ 14292 w 28356"/>
                  <a:gd name="connsiteY0" fmla="*/ 28449 h 28397"/>
                  <a:gd name="connsiteX1" fmla="*/ 24318 w 28356"/>
                  <a:gd name="connsiteY1" fmla="*/ 24290 h 28397"/>
                  <a:gd name="connsiteX2" fmla="*/ 28470 w 28356"/>
                  <a:gd name="connsiteY2" fmla="*/ 14250 h 28397"/>
                  <a:gd name="connsiteX3" fmla="*/ 24318 w 28356"/>
                  <a:gd name="connsiteY3" fmla="*/ 4209 h 28397"/>
                  <a:gd name="connsiteX4" fmla="*/ 14292 w 28356"/>
                  <a:gd name="connsiteY4" fmla="*/ 51 h 28397"/>
                  <a:gd name="connsiteX5" fmla="*/ 4266 w 28356"/>
                  <a:gd name="connsiteY5" fmla="*/ 4209 h 28397"/>
                  <a:gd name="connsiteX6" fmla="*/ 114 w 28356"/>
                  <a:gd name="connsiteY6" fmla="*/ 14250 h 28397"/>
                  <a:gd name="connsiteX7" fmla="*/ 4266 w 28356"/>
                  <a:gd name="connsiteY7" fmla="*/ 24290 h 28397"/>
                  <a:gd name="connsiteX8" fmla="*/ 14292 w 28356"/>
                  <a:gd name="connsiteY8" fmla="*/ 2844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2" y="28449"/>
                    </a:moveTo>
                    <a:cubicBezTo>
                      <a:pt x="18052" y="28449"/>
                      <a:pt x="21659" y="26953"/>
                      <a:pt x="24318" y="24290"/>
                    </a:cubicBezTo>
                    <a:cubicBezTo>
                      <a:pt x="26977" y="21627"/>
                      <a:pt x="28470" y="18015"/>
                      <a:pt x="28470" y="14250"/>
                    </a:cubicBezTo>
                    <a:cubicBezTo>
                      <a:pt x="28470" y="10484"/>
                      <a:pt x="26977" y="6872"/>
                      <a:pt x="24318" y="4209"/>
                    </a:cubicBezTo>
                    <a:cubicBezTo>
                      <a:pt x="21659" y="1547"/>
                      <a:pt x="18052" y="51"/>
                      <a:pt x="14292" y="51"/>
                    </a:cubicBezTo>
                    <a:cubicBezTo>
                      <a:pt x="10532" y="51"/>
                      <a:pt x="6925" y="1547"/>
                      <a:pt x="4266" y="4209"/>
                    </a:cubicBezTo>
                    <a:cubicBezTo>
                      <a:pt x="1608" y="6872"/>
                      <a:pt x="114" y="10484"/>
                      <a:pt x="114" y="14250"/>
                    </a:cubicBezTo>
                    <a:cubicBezTo>
                      <a:pt x="114" y="18015"/>
                      <a:pt x="1608" y="21627"/>
                      <a:pt x="4266" y="24290"/>
                    </a:cubicBezTo>
                    <a:cubicBezTo>
                      <a:pt x="6925" y="26953"/>
                      <a:pt x="10532" y="28449"/>
                      <a:pt x="14292" y="2844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0" name="Freeform: Shape 979">
                <a:extLst>
                  <a:ext uri="{FF2B5EF4-FFF2-40B4-BE49-F238E27FC236}">
                    <a16:creationId xmlns:a16="http://schemas.microsoft.com/office/drawing/2014/main" id="{2D27FF0E-67E9-86A6-8A6C-20BB1514DEBF}"/>
                  </a:ext>
                </a:extLst>
              </p:cNvPr>
              <p:cNvSpPr/>
              <p:nvPr/>
            </p:nvSpPr>
            <p:spPr>
              <a:xfrm>
                <a:off x="5987795" y="4946524"/>
                <a:ext cx="28356" cy="28397"/>
              </a:xfrm>
              <a:custGeom>
                <a:avLst/>
                <a:gdLst>
                  <a:gd name="connsiteX0" fmla="*/ 14291 w 28356"/>
                  <a:gd name="connsiteY0" fmla="*/ 28528 h 28397"/>
                  <a:gd name="connsiteX1" fmla="*/ 24317 w 28356"/>
                  <a:gd name="connsiteY1" fmla="*/ 24370 h 28397"/>
                  <a:gd name="connsiteX2" fmla="*/ 28470 w 28356"/>
                  <a:gd name="connsiteY2" fmla="*/ 14329 h 28397"/>
                  <a:gd name="connsiteX3" fmla="*/ 24317 w 28356"/>
                  <a:gd name="connsiteY3" fmla="*/ 4289 h 28397"/>
                  <a:gd name="connsiteX4" fmla="*/ 14291 w 28356"/>
                  <a:gd name="connsiteY4" fmla="*/ 130 h 28397"/>
                  <a:gd name="connsiteX5" fmla="*/ 4266 w 28356"/>
                  <a:gd name="connsiteY5" fmla="*/ 4289 h 28397"/>
                  <a:gd name="connsiteX6" fmla="*/ 113 w 28356"/>
                  <a:gd name="connsiteY6" fmla="*/ 14329 h 28397"/>
                  <a:gd name="connsiteX7" fmla="*/ 4266 w 28356"/>
                  <a:gd name="connsiteY7" fmla="*/ 24370 h 28397"/>
                  <a:gd name="connsiteX8" fmla="*/ 1429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28"/>
                    </a:moveTo>
                    <a:cubicBezTo>
                      <a:pt x="18052" y="28528"/>
                      <a:pt x="21658" y="27032"/>
                      <a:pt x="24317" y="24370"/>
                    </a:cubicBezTo>
                    <a:cubicBezTo>
                      <a:pt x="26976" y="21707"/>
                      <a:pt x="28470" y="18095"/>
                      <a:pt x="28470" y="14329"/>
                    </a:cubicBezTo>
                    <a:cubicBezTo>
                      <a:pt x="28470" y="10564"/>
                      <a:pt x="26976" y="6952"/>
                      <a:pt x="24317" y="4289"/>
                    </a:cubicBezTo>
                    <a:cubicBezTo>
                      <a:pt x="21658" y="1626"/>
                      <a:pt x="18052" y="130"/>
                      <a:pt x="14291" y="130"/>
                    </a:cubicBezTo>
                    <a:cubicBezTo>
                      <a:pt x="10531" y="130"/>
                      <a:pt x="6925" y="1626"/>
                      <a:pt x="4266" y="4289"/>
                    </a:cubicBezTo>
                    <a:cubicBezTo>
                      <a:pt x="1607" y="6952"/>
                      <a:pt x="113" y="10564"/>
                      <a:pt x="113" y="14329"/>
                    </a:cubicBezTo>
                    <a:cubicBezTo>
                      <a:pt x="113" y="18095"/>
                      <a:pt x="1607" y="21707"/>
                      <a:pt x="4266" y="24370"/>
                    </a:cubicBezTo>
                    <a:cubicBezTo>
                      <a:pt x="6925" y="27032"/>
                      <a:pt x="10531" y="28528"/>
                      <a:pt x="14291"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1" name="Freeform: Shape 980">
                <a:extLst>
                  <a:ext uri="{FF2B5EF4-FFF2-40B4-BE49-F238E27FC236}">
                    <a16:creationId xmlns:a16="http://schemas.microsoft.com/office/drawing/2014/main" id="{DB3E8B8F-7470-F052-87AA-BD9EB9578354}"/>
                  </a:ext>
                </a:extLst>
              </p:cNvPr>
              <p:cNvSpPr/>
              <p:nvPr/>
            </p:nvSpPr>
            <p:spPr>
              <a:xfrm>
                <a:off x="5980033" y="4999394"/>
                <a:ext cx="28356" cy="28397"/>
              </a:xfrm>
              <a:custGeom>
                <a:avLst/>
                <a:gdLst>
                  <a:gd name="connsiteX0" fmla="*/ 14291 w 28356"/>
                  <a:gd name="connsiteY0" fmla="*/ 28533 h 28397"/>
                  <a:gd name="connsiteX1" fmla="*/ 24317 w 28356"/>
                  <a:gd name="connsiteY1" fmla="*/ 24374 h 28397"/>
                  <a:gd name="connsiteX2" fmla="*/ 28469 w 28356"/>
                  <a:gd name="connsiteY2" fmla="*/ 14334 h 28397"/>
                  <a:gd name="connsiteX3" fmla="*/ 24317 w 28356"/>
                  <a:gd name="connsiteY3" fmla="*/ 4293 h 28397"/>
                  <a:gd name="connsiteX4" fmla="*/ 14291 w 28356"/>
                  <a:gd name="connsiteY4" fmla="*/ 135 h 28397"/>
                  <a:gd name="connsiteX5" fmla="*/ 4265 w 28356"/>
                  <a:gd name="connsiteY5" fmla="*/ 4293 h 28397"/>
                  <a:gd name="connsiteX6" fmla="*/ 113 w 28356"/>
                  <a:gd name="connsiteY6" fmla="*/ 14334 h 28397"/>
                  <a:gd name="connsiteX7" fmla="*/ 4265 w 28356"/>
                  <a:gd name="connsiteY7" fmla="*/ 24374 h 28397"/>
                  <a:gd name="connsiteX8" fmla="*/ 14291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33"/>
                    </a:moveTo>
                    <a:cubicBezTo>
                      <a:pt x="18051" y="28533"/>
                      <a:pt x="21658" y="27036"/>
                      <a:pt x="24317" y="24374"/>
                    </a:cubicBezTo>
                    <a:cubicBezTo>
                      <a:pt x="26975" y="21711"/>
                      <a:pt x="28469" y="18099"/>
                      <a:pt x="28469" y="14334"/>
                    </a:cubicBezTo>
                    <a:cubicBezTo>
                      <a:pt x="28469" y="10568"/>
                      <a:pt x="26975" y="6956"/>
                      <a:pt x="24317" y="4293"/>
                    </a:cubicBezTo>
                    <a:cubicBezTo>
                      <a:pt x="21658" y="1631"/>
                      <a:pt x="18051" y="135"/>
                      <a:pt x="14291" y="135"/>
                    </a:cubicBezTo>
                    <a:cubicBezTo>
                      <a:pt x="10531" y="135"/>
                      <a:pt x="6924" y="1631"/>
                      <a:pt x="4265" y="4293"/>
                    </a:cubicBezTo>
                    <a:cubicBezTo>
                      <a:pt x="1606" y="6956"/>
                      <a:pt x="113" y="10568"/>
                      <a:pt x="113" y="14334"/>
                    </a:cubicBezTo>
                    <a:cubicBezTo>
                      <a:pt x="113" y="18099"/>
                      <a:pt x="1606" y="21711"/>
                      <a:pt x="4265" y="24374"/>
                    </a:cubicBezTo>
                    <a:cubicBezTo>
                      <a:pt x="6924" y="27036"/>
                      <a:pt x="10531" y="28533"/>
                      <a:pt x="14291"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2" name="Freeform: Shape 981">
                <a:extLst>
                  <a:ext uri="{FF2B5EF4-FFF2-40B4-BE49-F238E27FC236}">
                    <a16:creationId xmlns:a16="http://schemas.microsoft.com/office/drawing/2014/main" id="{9149E838-8DB5-E642-84F5-9A8BCD1EF9AC}"/>
                  </a:ext>
                </a:extLst>
              </p:cNvPr>
              <p:cNvSpPr/>
              <p:nvPr/>
            </p:nvSpPr>
            <p:spPr>
              <a:xfrm>
                <a:off x="5972285" y="5015180"/>
                <a:ext cx="28356" cy="28397"/>
              </a:xfrm>
              <a:custGeom>
                <a:avLst/>
                <a:gdLst>
                  <a:gd name="connsiteX0" fmla="*/ 14290 w 28356"/>
                  <a:gd name="connsiteY0" fmla="*/ 28534 h 28397"/>
                  <a:gd name="connsiteX1" fmla="*/ 24316 w 28356"/>
                  <a:gd name="connsiteY1" fmla="*/ 24375 h 28397"/>
                  <a:gd name="connsiteX2" fmla="*/ 28469 w 28356"/>
                  <a:gd name="connsiteY2" fmla="*/ 14335 h 28397"/>
                  <a:gd name="connsiteX3" fmla="*/ 24316 w 28356"/>
                  <a:gd name="connsiteY3" fmla="*/ 4295 h 28397"/>
                  <a:gd name="connsiteX4" fmla="*/ 14290 w 28356"/>
                  <a:gd name="connsiteY4" fmla="*/ 136 h 28397"/>
                  <a:gd name="connsiteX5" fmla="*/ 4265 w 28356"/>
                  <a:gd name="connsiteY5" fmla="*/ 4295 h 28397"/>
                  <a:gd name="connsiteX6" fmla="*/ 112 w 28356"/>
                  <a:gd name="connsiteY6" fmla="*/ 14335 h 28397"/>
                  <a:gd name="connsiteX7" fmla="*/ 4265 w 28356"/>
                  <a:gd name="connsiteY7" fmla="*/ 24375 h 28397"/>
                  <a:gd name="connsiteX8" fmla="*/ 14290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34"/>
                    </a:moveTo>
                    <a:cubicBezTo>
                      <a:pt x="18050" y="28534"/>
                      <a:pt x="21657" y="27038"/>
                      <a:pt x="24316" y="24375"/>
                    </a:cubicBezTo>
                    <a:cubicBezTo>
                      <a:pt x="26975" y="21712"/>
                      <a:pt x="28469" y="18100"/>
                      <a:pt x="28469" y="14335"/>
                    </a:cubicBezTo>
                    <a:cubicBezTo>
                      <a:pt x="28469" y="10569"/>
                      <a:pt x="26975" y="6957"/>
                      <a:pt x="24316" y="4295"/>
                    </a:cubicBezTo>
                    <a:cubicBezTo>
                      <a:pt x="21657" y="1632"/>
                      <a:pt x="18050" y="136"/>
                      <a:pt x="14290" y="136"/>
                    </a:cubicBezTo>
                    <a:cubicBezTo>
                      <a:pt x="10530" y="136"/>
                      <a:pt x="6923" y="1632"/>
                      <a:pt x="4265" y="4295"/>
                    </a:cubicBezTo>
                    <a:cubicBezTo>
                      <a:pt x="1606" y="6957"/>
                      <a:pt x="112" y="10569"/>
                      <a:pt x="112" y="14335"/>
                    </a:cubicBezTo>
                    <a:cubicBezTo>
                      <a:pt x="112" y="18100"/>
                      <a:pt x="1606" y="21712"/>
                      <a:pt x="4265" y="24375"/>
                    </a:cubicBezTo>
                    <a:cubicBezTo>
                      <a:pt x="6923" y="27038"/>
                      <a:pt x="10530" y="28534"/>
                      <a:pt x="14290"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3" name="Freeform: Shape 982">
                <a:extLst>
                  <a:ext uri="{FF2B5EF4-FFF2-40B4-BE49-F238E27FC236}">
                    <a16:creationId xmlns:a16="http://schemas.microsoft.com/office/drawing/2014/main" id="{655C3530-7CE3-00C4-8E70-F148D1962FAB}"/>
                  </a:ext>
                </a:extLst>
              </p:cNvPr>
              <p:cNvSpPr/>
              <p:nvPr/>
            </p:nvSpPr>
            <p:spPr>
              <a:xfrm>
                <a:off x="5964524" y="4681779"/>
                <a:ext cx="28356" cy="28397"/>
              </a:xfrm>
              <a:custGeom>
                <a:avLst/>
                <a:gdLst>
                  <a:gd name="connsiteX0" fmla="*/ 14290 w 28356"/>
                  <a:gd name="connsiteY0" fmla="*/ 28508 h 28397"/>
                  <a:gd name="connsiteX1" fmla="*/ 24315 w 28356"/>
                  <a:gd name="connsiteY1" fmla="*/ 24349 h 28397"/>
                  <a:gd name="connsiteX2" fmla="*/ 28468 w 28356"/>
                  <a:gd name="connsiteY2" fmla="*/ 14309 h 28397"/>
                  <a:gd name="connsiteX3" fmla="*/ 24315 w 28356"/>
                  <a:gd name="connsiteY3" fmla="*/ 4268 h 28397"/>
                  <a:gd name="connsiteX4" fmla="*/ 14290 w 28356"/>
                  <a:gd name="connsiteY4" fmla="*/ 110 h 28397"/>
                  <a:gd name="connsiteX5" fmla="*/ 4264 w 28356"/>
                  <a:gd name="connsiteY5" fmla="*/ 4268 h 28397"/>
                  <a:gd name="connsiteX6" fmla="*/ 111 w 28356"/>
                  <a:gd name="connsiteY6" fmla="*/ 14309 h 28397"/>
                  <a:gd name="connsiteX7" fmla="*/ 4264 w 28356"/>
                  <a:gd name="connsiteY7" fmla="*/ 24349 h 28397"/>
                  <a:gd name="connsiteX8" fmla="*/ 14290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08"/>
                    </a:moveTo>
                    <a:cubicBezTo>
                      <a:pt x="18050" y="28508"/>
                      <a:pt x="21656" y="27011"/>
                      <a:pt x="24315" y="24349"/>
                    </a:cubicBezTo>
                    <a:cubicBezTo>
                      <a:pt x="26974" y="21686"/>
                      <a:pt x="28468" y="18074"/>
                      <a:pt x="28468" y="14309"/>
                    </a:cubicBezTo>
                    <a:cubicBezTo>
                      <a:pt x="28468" y="10543"/>
                      <a:pt x="26974" y="6931"/>
                      <a:pt x="24315" y="4268"/>
                    </a:cubicBezTo>
                    <a:cubicBezTo>
                      <a:pt x="21656" y="1606"/>
                      <a:pt x="18050" y="110"/>
                      <a:pt x="14290" y="110"/>
                    </a:cubicBezTo>
                    <a:cubicBezTo>
                      <a:pt x="10530" y="110"/>
                      <a:pt x="6923" y="1606"/>
                      <a:pt x="4264" y="4268"/>
                    </a:cubicBezTo>
                    <a:cubicBezTo>
                      <a:pt x="1605" y="6931"/>
                      <a:pt x="111" y="10543"/>
                      <a:pt x="111" y="14309"/>
                    </a:cubicBezTo>
                    <a:cubicBezTo>
                      <a:pt x="111" y="18074"/>
                      <a:pt x="1605" y="21686"/>
                      <a:pt x="4264" y="24349"/>
                    </a:cubicBezTo>
                    <a:cubicBezTo>
                      <a:pt x="6923" y="27011"/>
                      <a:pt x="10530" y="28508"/>
                      <a:pt x="14290" y="2850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4" name="Freeform: Shape 983">
                <a:extLst>
                  <a:ext uri="{FF2B5EF4-FFF2-40B4-BE49-F238E27FC236}">
                    <a16:creationId xmlns:a16="http://schemas.microsoft.com/office/drawing/2014/main" id="{011E0DC1-AFB2-370E-5D54-77B84D8F9468}"/>
                  </a:ext>
                </a:extLst>
              </p:cNvPr>
              <p:cNvSpPr/>
              <p:nvPr/>
            </p:nvSpPr>
            <p:spPr>
              <a:xfrm>
                <a:off x="5956763" y="4770552"/>
                <a:ext cx="28356" cy="28397"/>
              </a:xfrm>
              <a:custGeom>
                <a:avLst/>
                <a:gdLst>
                  <a:gd name="connsiteX0" fmla="*/ 14289 w 28356"/>
                  <a:gd name="connsiteY0" fmla="*/ 28515 h 28397"/>
                  <a:gd name="connsiteX1" fmla="*/ 24315 w 28356"/>
                  <a:gd name="connsiteY1" fmla="*/ 24356 h 28397"/>
                  <a:gd name="connsiteX2" fmla="*/ 28467 w 28356"/>
                  <a:gd name="connsiteY2" fmla="*/ 14316 h 28397"/>
                  <a:gd name="connsiteX3" fmla="*/ 24315 w 28356"/>
                  <a:gd name="connsiteY3" fmla="*/ 4275 h 28397"/>
                  <a:gd name="connsiteX4" fmla="*/ 14289 w 28356"/>
                  <a:gd name="connsiteY4" fmla="*/ 117 h 28397"/>
                  <a:gd name="connsiteX5" fmla="*/ 4263 w 28356"/>
                  <a:gd name="connsiteY5" fmla="*/ 4275 h 28397"/>
                  <a:gd name="connsiteX6" fmla="*/ 111 w 28356"/>
                  <a:gd name="connsiteY6" fmla="*/ 14316 h 28397"/>
                  <a:gd name="connsiteX7" fmla="*/ 4263 w 28356"/>
                  <a:gd name="connsiteY7" fmla="*/ 24356 h 28397"/>
                  <a:gd name="connsiteX8" fmla="*/ 14289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9" y="28515"/>
                    </a:moveTo>
                    <a:cubicBezTo>
                      <a:pt x="18049" y="28515"/>
                      <a:pt x="21656" y="27018"/>
                      <a:pt x="24315" y="24356"/>
                    </a:cubicBezTo>
                    <a:cubicBezTo>
                      <a:pt x="26974" y="21693"/>
                      <a:pt x="28467" y="18081"/>
                      <a:pt x="28467" y="14316"/>
                    </a:cubicBezTo>
                    <a:cubicBezTo>
                      <a:pt x="28467" y="10550"/>
                      <a:pt x="26974" y="6938"/>
                      <a:pt x="24315" y="4275"/>
                    </a:cubicBezTo>
                    <a:cubicBezTo>
                      <a:pt x="21656" y="1613"/>
                      <a:pt x="18049" y="117"/>
                      <a:pt x="14289" y="117"/>
                    </a:cubicBezTo>
                    <a:cubicBezTo>
                      <a:pt x="10529" y="117"/>
                      <a:pt x="6922" y="1613"/>
                      <a:pt x="4263" y="4275"/>
                    </a:cubicBezTo>
                    <a:cubicBezTo>
                      <a:pt x="1605" y="6938"/>
                      <a:pt x="111" y="10550"/>
                      <a:pt x="111" y="14316"/>
                    </a:cubicBezTo>
                    <a:cubicBezTo>
                      <a:pt x="111" y="18081"/>
                      <a:pt x="1605" y="21693"/>
                      <a:pt x="4263" y="24356"/>
                    </a:cubicBezTo>
                    <a:cubicBezTo>
                      <a:pt x="6922" y="27018"/>
                      <a:pt x="10529" y="28515"/>
                      <a:pt x="14289"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5" name="Freeform: Shape 984">
                <a:extLst>
                  <a:ext uri="{FF2B5EF4-FFF2-40B4-BE49-F238E27FC236}">
                    <a16:creationId xmlns:a16="http://schemas.microsoft.com/office/drawing/2014/main" id="{54CB4372-3194-31D2-B747-9FADF102A1AC}"/>
                  </a:ext>
                </a:extLst>
              </p:cNvPr>
              <p:cNvSpPr/>
              <p:nvPr/>
            </p:nvSpPr>
            <p:spPr>
              <a:xfrm>
                <a:off x="5949002" y="4883544"/>
                <a:ext cx="28356" cy="28397"/>
              </a:xfrm>
              <a:custGeom>
                <a:avLst/>
                <a:gdLst>
                  <a:gd name="connsiteX0" fmla="*/ 14288 w 28356"/>
                  <a:gd name="connsiteY0" fmla="*/ 28523 h 28397"/>
                  <a:gd name="connsiteX1" fmla="*/ 24314 w 28356"/>
                  <a:gd name="connsiteY1" fmla="*/ 24365 h 28397"/>
                  <a:gd name="connsiteX2" fmla="*/ 28467 w 28356"/>
                  <a:gd name="connsiteY2" fmla="*/ 14324 h 28397"/>
                  <a:gd name="connsiteX3" fmla="*/ 24314 w 28356"/>
                  <a:gd name="connsiteY3" fmla="*/ 4284 h 28397"/>
                  <a:gd name="connsiteX4" fmla="*/ 14288 w 28356"/>
                  <a:gd name="connsiteY4" fmla="*/ 125 h 28397"/>
                  <a:gd name="connsiteX5" fmla="*/ 4263 w 28356"/>
                  <a:gd name="connsiteY5" fmla="*/ 4284 h 28397"/>
                  <a:gd name="connsiteX6" fmla="*/ 110 w 28356"/>
                  <a:gd name="connsiteY6" fmla="*/ 14324 h 28397"/>
                  <a:gd name="connsiteX7" fmla="*/ 4263 w 28356"/>
                  <a:gd name="connsiteY7" fmla="*/ 24365 h 28397"/>
                  <a:gd name="connsiteX8" fmla="*/ 1428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3"/>
                    </a:moveTo>
                    <a:cubicBezTo>
                      <a:pt x="18049" y="28523"/>
                      <a:pt x="21655" y="27027"/>
                      <a:pt x="24314" y="24365"/>
                    </a:cubicBezTo>
                    <a:cubicBezTo>
                      <a:pt x="26973" y="21702"/>
                      <a:pt x="28467" y="18090"/>
                      <a:pt x="28467" y="14324"/>
                    </a:cubicBezTo>
                    <a:cubicBezTo>
                      <a:pt x="28467" y="10559"/>
                      <a:pt x="26973" y="6947"/>
                      <a:pt x="24314" y="4284"/>
                    </a:cubicBezTo>
                    <a:cubicBezTo>
                      <a:pt x="21655" y="1622"/>
                      <a:pt x="18049" y="125"/>
                      <a:pt x="14288" y="125"/>
                    </a:cubicBezTo>
                    <a:cubicBezTo>
                      <a:pt x="10528" y="125"/>
                      <a:pt x="6922" y="1622"/>
                      <a:pt x="4263" y="4284"/>
                    </a:cubicBezTo>
                    <a:cubicBezTo>
                      <a:pt x="1604" y="6947"/>
                      <a:pt x="110" y="10559"/>
                      <a:pt x="110" y="14324"/>
                    </a:cubicBezTo>
                    <a:cubicBezTo>
                      <a:pt x="110" y="18090"/>
                      <a:pt x="1604" y="21702"/>
                      <a:pt x="4263" y="24365"/>
                    </a:cubicBezTo>
                    <a:cubicBezTo>
                      <a:pt x="6922" y="27027"/>
                      <a:pt x="10528" y="28523"/>
                      <a:pt x="14288"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6" name="Freeform: Shape 985">
                <a:extLst>
                  <a:ext uri="{FF2B5EF4-FFF2-40B4-BE49-F238E27FC236}">
                    <a16:creationId xmlns:a16="http://schemas.microsoft.com/office/drawing/2014/main" id="{55711BAA-822A-AF87-BFC2-EDEFEE5AE5F7}"/>
                  </a:ext>
                </a:extLst>
              </p:cNvPr>
              <p:cNvSpPr/>
              <p:nvPr/>
            </p:nvSpPr>
            <p:spPr>
              <a:xfrm>
                <a:off x="5941253" y="4907331"/>
                <a:ext cx="28356" cy="28397"/>
              </a:xfrm>
              <a:custGeom>
                <a:avLst/>
                <a:gdLst>
                  <a:gd name="connsiteX0" fmla="*/ 14288 w 28356"/>
                  <a:gd name="connsiteY0" fmla="*/ 28525 h 28397"/>
                  <a:gd name="connsiteX1" fmla="*/ 24313 w 28356"/>
                  <a:gd name="connsiteY1" fmla="*/ 24367 h 28397"/>
                  <a:gd name="connsiteX2" fmla="*/ 28466 w 28356"/>
                  <a:gd name="connsiteY2" fmla="*/ 14326 h 28397"/>
                  <a:gd name="connsiteX3" fmla="*/ 24313 w 28356"/>
                  <a:gd name="connsiteY3" fmla="*/ 4286 h 28397"/>
                  <a:gd name="connsiteX4" fmla="*/ 14288 w 28356"/>
                  <a:gd name="connsiteY4" fmla="*/ 127 h 28397"/>
                  <a:gd name="connsiteX5" fmla="*/ 4262 w 28356"/>
                  <a:gd name="connsiteY5" fmla="*/ 4286 h 28397"/>
                  <a:gd name="connsiteX6" fmla="*/ 109 w 28356"/>
                  <a:gd name="connsiteY6" fmla="*/ 14326 h 28397"/>
                  <a:gd name="connsiteX7" fmla="*/ 4262 w 28356"/>
                  <a:gd name="connsiteY7" fmla="*/ 24367 h 28397"/>
                  <a:gd name="connsiteX8" fmla="*/ 14288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5"/>
                    </a:moveTo>
                    <a:cubicBezTo>
                      <a:pt x="18048" y="28525"/>
                      <a:pt x="21655" y="27029"/>
                      <a:pt x="24313" y="24367"/>
                    </a:cubicBezTo>
                    <a:cubicBezTo>
                      <a:pt x="26972" y="21704"/>
                      <a:pt x="28466" y="18092"/>
                      <a:pt x="28466" y="14326"/>
                    </a:cubicBezTo>
                    <a:cubicBezTo>
                      <a:pt x="28466" y="10561"/>
                      <a:pt x="26972" y="6949"/>
                      <a:pt x="24313" y="4286"/>
                    </a:cubicBezTo>
                    <a:cubicBezTo>
                      <a:pt x="21655" y="1623"/>
                      <a:pt x="18048" y="127"/>
                      <a:pt x="14288" y="127"/>
                    </a:cubicBezTo>
                    <a:cubicBezTo>
                      <a:pt x="10528" y="127"/>
                      <a:pt x="6921" y="1623"/>
                      <a:pt x="4262" y="4286"/>
                    </a:cubicBezTo>
                    <a:cubicBezTo>
                      <a:pt x="1603" y="6949"/>
                      <a:pt x="109" y="10561"/>
                      <a:pt x="109" y="14326"/>
                    </a:cubicBezTo>
                    <a:cubicBezTo>
                      <a:pt x="109" y="18092"/>
                      <a:pt x="1603" y="21704"/>
                      <a:pt x="4262" y="24367"/>
                    </a:cubicBezTo>
                    <a:cubicBezTo>
                      <a:pt x="6921" y="27029"/>
                      <a:pt x="10528" y="28525"/>
                      <a:pt x="14288"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7" name="Freeform: Shape 986">
                <a:extLst>
                  <a:ext uri="{FF2B5EF4-FFF2-40B4-BE49-F238E27FC236}">
                    <a16:creationId xmlns:a16="http://schemas.microsoft.com/office/drawing/2014/main" id="{E383AC04-A402-C400-217C-25813DEA6190}"/>
                  </a:ext>
                </a:extLst>
              </p:cNvPr>
              <p:cNvSpPr/>
              <p:nvPr/>
            </p:nvSpPr>
            <p:spPr>
              <a:xfrm>
                <a:off x="5933492" y="4996498"/>
                <a:ext cx="28356" cy="28397"/>
              </a:xfrm>
              <a:custGeom>
                <a:avLst/>
                <a:gdLst>
                  <a:gd name="connsiteX0" fmla="*/ 14287 w 28356"/>
                  <a:gd name="connsiteY0" fmla="*/ 28532 h 28397"/>
                  <a:gd name="connsiteX1" fmla="*/ 24313 w 28356"/>
                  <a:gd name="connsiteY1" fmla="*/ 24374 h 28397"/>
                  <a:gd name="connsiteX2" fmla="*/ 28466 w 28356"/>
                  <a:gd name="connsiteY2" fmla="*/ 14333 h 28397"/>
                  <a:gd name="connsiteX3" fmla="*/ 24313 w 28356"/>
                  <a:gd name="connsiteY3" fmla="*/ 4293 h 28397"/>
                  <a:gd name="connsiteX4" fmla="*/ 14287 w 28356"/>
                  <a:gd name="connsiteY4" fmla="*/ 134 h 28397"/>
                  <a:gd name="connsiteX5" fmla="*/ 4262 w 28356"/>
                  <a:gd name="connsiteY5" fmla="*/ 4293 h 28397"/>
                  <a:gd name="connsiteX6" fmla="*/ 109 w 28356"/>
                  <a:gd name="connsiteY6" fmla="*/ 14333 h 28397"/>
                  <a:gd name="connsiteX7" fmla="*/ 4262 w 28356"/>
                  <a:gd name="connsiteY7" fmla="*/ 24374 h 28397"/>
                  <a:gd name="connsiteX8" fmla="*/ 14287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32"/>
                    </a:moveTo>
                    <a:cubicBezTo>
                      <a:pt x="18047" y="28532"/>
                      <a:pt x="21654" y="27036"/>
                      <a:pt x="24313" y="24374"/>
                    </a:cubicBezTo>
                    <a:cubicBezTo>
                      <a:pt x="26972" y="21711"/>
                      <a:pt x="28466" y="18099"/>
                      <a:pt x="28466" y="14333"/>
                    </a:cubicBezTo>
                    <a:cubicBezTo>
                      <a:pt x="28466" y="10568"/>
                      <a:pt x="26972" y="6956"/>
                      <a:pt x="24313" y="4293"/>
                    </a:cubicBezTo>
                    <a:cubicBezTo>
                      <a:pt x="21654" y="1630"/>
                      <a:pt x="18047" y="134"/>
                      <a:pt x="14287" y="134"/>
                    </a:cubicBezTo>
                    <a:cubicBezTo>
                      <a:pt x="10527" y="134"/>
                      <a:pt x="6920" y="1630"/>
                      <a:pt x="4262" y="4293"/>
                    </a:cubicBezTo>
                    <a:cubicBezTo>
                      <a:pt x="1603" y="6956"/>
                      <a:pt x="109" y="10568"/>
                      <a:pt x="109" y="14333"/>
                    </a:cubicBezTo>
                    <a:cubicBezTo>
                      <a:pt x="109" y="18099"/>
                      <a:pt x="1603" y="21711"/>
                      <a:pt x="4262" y="24374"/>
                    </a:cubicBezTo>
                    <a:cubicBezTo>
                      <a:pt x="6920" y="27036"/>
                      <a:pt x="10527" y="28532"/>
                      <a:pt x="14287"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8" name="Freeform: Shape 987">
                <a:extLst>
                  <a:ext uri="{FF2B5EF4-FFF2-40B4-BE49-F238E27FC236}">
                    <a16:creationId xmlns:a16="http://schemas.microsoft.com/office/drawing/2014/main" id="{06FAB58C-2525-0738-6252-BE751B1E89F3}"/>
                  </a:ext>
                </a:extLst>
              </p:cNvPr>
              <p:cNvSpPr/>
              <p:nvPr/>
            </p:nvSpPr>
            <p:spPr>
              <a:xfrm>
                <a:off x="5925731" y="5008804"/>
                <a:ext cx="28356" cy="28397"/>
              </a:xfrm>
              <a:custGeom>
                <a:avLst/>
                <a:gdLst>
                  <a:gd name="connsiteX0" fmla="*/ 14287 w 28356"/>
                  <a:gd name="connsiteY0" fmla="*/ 28533 h 28397"/>
                  <a:gd name="connsiteX1" fmla="*/ 24312 w 28356"/>
                  <a:gd name="connsiteY1" fmla="*/ 24375 h 28397"/>
                  <a:gd name="connsiteX2" fmla="*/ 28465 w 28356"/>
                  <a:gd name="connsiteY2" fmla="*/ 14334 h 28397"/>
                  <a:gd name="connsiteX3" fmla="*/ 24312 w 28356"/>
                  <a:gd name="connsiteY3" fmla="*/ 4294 h 28397"/>
                  <a:gd name="connsiteX4" fmla="*/ 14287 w 28356"/>
                  <a:gd name="connsiteY4" fmla="*/ 135 h 28397"/>
                  <a:gd name="connsiteX5" fmla="*/ 4261 w 28356"/>
                  <a:gd name="connsiteY5" fmla="*/ 4294 h 28397"/>
                  <a:gd name="connsiteX6" fmla="*/ 108 w 28356"/>
                  <a:gd name="connsiteY6" fmla="*/ 14334 h 28397"/>
                  <a:gd name="connsiteX7" fmla="*/ 4261 w 28356"/>
                  <a:gd name="connsiteY7" fmla="*/ 24375 h 28397"/>
                  <a:gd name="connsiteX8" fmla="*/ 14287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33"/>
                    </a:moveTo>
                    <a:cubicBezTo>
                      <a:pt x="18047" y="28533"/>
                      <a:pt x="21653" y="27037"/>
                      <a:pt x="24312" y="24375"/>
                    </a:cubicBezTo>
                    <a:cubicBezTo>
                      <a:pt x="26971" y="21712"/>
                      <a:pt x="28465" y="18100"/>
                      <a:pt x="28465" y="14334"/>
                    </a:cubicBezTo>
                    <a:cubicBezTo>
                      <a:pt x="28465" y="10569"/>
                      <a:pt x="26971" y="6957"/>
                      <a:pt x="24312" y="4294"/>
                    </a:cubicBezTo>
                    <a:cubicBezTo>
                      <a:pt x="21653" y="1631"/>
                      <a:pt x="18047" y="135"/>
                      <a:pt x="14287" y="135"/>
                    </a:cubicBezTo>
                    <a:cubicBezTo>
                      <a:pt x="10526" y="135"/>
                      <a:pt x="6920" y="1631"/>
                      <a:pt x="4261" y="4294"/>
                    </a:cubicBezTo>
                    <a:cubicBezTo>
                      <a:pt x="1602" y="6957"/>
                      <a:pt x="108" y="10569"/>
                      <a:pt x="108" y="14334"/>
                    </a:cubicBezTo>
                    <a:cubicBezTo>
                      <a:pt x="108" y="18100"/>
                      <a:pt x="1602" y="21712"/>
                      <a:pt x="4261" y="24375"/>
                    </a:cubicBezTo>
                    <a:cubicBezTo>
                      <a:pt x="6920" y="27037"/>
                      <a:pt x="10526" y="28533"/>
                      <a:pt x="14287"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89" name="Freeform: Shape 988">
                <a:extLst>
                  <a:ext uri="{FF2B5EF4-FFF2-40B4-BE49-F238E27FC236}">
                    <a16:creationId xmlns:a16="http://schemas.microsoft.com/office/drawing/2014/main" id="{FB7BE2C2-C6FC-34EA-4B00-DFABE7D8D2AD}"/>
                  </a:ext>
                </a:extLst>
              </p:cNvPr>
              <p:cNvSpPr/>
              <p:nvPr/>
            </p:nvSpPr>
            <p:spPr>
              <a:xfrm>
                <a:off x="5917970" y="4863834"/>
                <a:ext cx="28356" cy="28397"/>
              </a:xfrm>
              <a:custGeom>
                <a:avLst/>
                <a:gdLst>
                  <a:gd name="connsiteX0" fmla="*/ 14286 w 28356"/>
                  <a:gd name="connsiteY0" fmla="*/ 28522 h 28397"/>
                  <a:gd name="connsiteX1" fmla="*/ 24312 w 28356"/>
                  <a:gd name="connsiteY1" fmla="*/ 24363 h 28397"/>
                  <a:gd name="connsiteX2" fmla="*/ 28464 w 28356"/>
                  <a:gd name="connsiteY2" fmla="*/ 14323 h 28397"/>
                  <a:gd name="connsiteX3" fmla="*/ 24312 w 28356"/>
                  <a:gd name="connsiteY3" fmla="*/ 4283 h 28397"/>
                  <a:gd name="connsiteX4" fmla="*/ 14286 w 28356"/>
                  <a:gd name="connsiteY4" fmla="*/ 124 h 28397"/>
                  <a:gd name="connsiteX5" fmla="*/ 4260 w 28356"/>
                  <a:gd name="connsiteY5" fmla="*/ 4283 h 28397"/>
                  <a:gd name="connsiteX6" fmla="*/ 108 w 28356"/>
                  <a:gd name="connsiteY6" fmla="*/ 14323 h 28397"/>
                  <a:gd name="connsiteX7" fmla="*/ 4260 w 28356"/>
                  <a:gd name="connsiteY7" fmla="*/ 24363 h 28397"/>
                  <a:gd name="connsiteX8" fmla="*/ 1428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6" y="28522"/>
                    </a:moveTo>
                    <a:cubicBezTo>
                      <a:pt x="18046" y="28522"/>
                      <a:pt x="21653" y="27026"/>
                      <a:pt x="24312" y="24363"/>
                    </a:cubicBezTo>
                    <a:cubicBezTo>
                      <a:pt x="26970" y="21700"/>
                      <a:pt x="28464" y="18088"/>
                      <a:pt x="28464" y="14323"/>
                    </a:cubicBezTo>
                    <a:cubicBezTo>
                      <a:pt x="28464" y="10557"/>
                      <a:pt x="26970" y="6945"/>
                      <a:pt x="24312" y="4283"/>
                    </a:cubicBezTo>
                    <a:cubicBezTo>
                      <a:pt x="21653" y="1620"/>
                      <a:pt x="18046" y="124"/>
                      <a:pt x="14286" y="124"/>
                    </a:cubicBezTo>
                    <a:cubicBezTo>
                      <a:pt x="10526" y="124"/>
                      <a:pt x="6919" y="1620"/>
                      <a:pt x="4260" y="4283"/>
                    </a:cubicBezTo>
                    <a:cubicBezTo>
                      <a:pt x="1602" y="6945"/>
                      <a:pt x="108" y="10557"/>
                      <a:pt x="108" y="14323"/>
                    </a:cubicBezTo>
                    <a:cubicBezTo>
                      <a:pt x="108" y="18088"/>
                      <a:pt x="1602" y="21700"/>
                      <a:pt x="4260" y="24363"/>
                    </a:cubicBezTo>
                    <a:cubicBezTo>
                      <a:pt x="6919" y="27026"/>
                      <a:pt x="10526" y="28522"/>
                      <a:pt x="14286" y="2852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0" name="Freeform: Shape 989">
                <a:extLst>
                  <a:ext uri="{FF2B5EF4-FFF2-40B4-BE49-F238E27FC236}">
                    <a16:creationId xmlns:a16="http://schemas.microsoft.com/office/drawing/2014/main" id="{95CE3D52-C5A0-B138-6824-6C72BC6FA1BE}"/>
                  </a:ext>
                </a:extLst>
              </p:cNvPr>
              <p:cNvSpPr/>
              <p:nvPr/>
            </p:nvSpPr>
            <p:spPr>
              <a:xfrm>
                <a:off x="5910209" y="5021949"/>
                <a:ext cx="28356" cy="28397"/>
              </a:xfrm>
              <a:custGeom>
                <a:avLst/>
                <a:gdLst>
                  <a:gd name="connsiteX0" fmla="*/ 14285 w 28356"/>
                  <a:gd name="connsiteY0" fmla="*/ 28534 h 28397"/>
                  <a:gd name="connsiteX1" fmla="*/ 24311 w 28356"/>
                  <a:gd name="connsiteY1" fmla="*/ 24376 h 28397"/>
                  <a:gd name="connsiteX2" fmla="*/ 28464 w 28356"/>
                  <a:gd name="connsiteY2" fmla="*/ 14335 h 28397"/>
                  <a:gd name="connsiteX3" fmla="*/ 24311 w 28356"/>
                  <a:gd name="connsiteY3" fmla="*/ 4295 h 28397"/>
                  <a:gd name="connsiteX4" fmla="*/ 14285 w 28356"/>
                  <a:gd name="connsiteY4" fmla="*/ 136 h 28397"/>
                  <a:gd name="connsiteX5" fmla="*/ 4260 w 28356"/>
                  <a:gd name="connsiteY5" fmla="*/ 4295 h 28397"/>
                  <a:gd name="connsiteX6" fmla="*/ 107 w 28356"/>
                  <a:gd name="connsiteY6" fmla="*/ 14335 h 28397"/>
                  <a:gd name="connsiteX7" fmla="*/ 4260 w 28356"/>
                  <a:gd name="connsiteY7" fmla="*/ 24376 h 28397"/>
                  <a:gd name="connsiteX8" fmla="*/ 1428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34"/>
                    </a:moveTo>
                    <a:cubicBezTo>
                      <a:pt x="18046" y="28534"/>
                      <a:pt x="21652" y="27038"/>
                      <a:pt x="24311" y="24376"/>
                    </a:cubicBezTo>
                    <a:cubicBezTo>
                      <a:pt x="26970" y="21713"/>
                      <a:pt x="28464" y="18101"/>
                      <a:pt x="28464" y="14335"/>
                    </a:cubicBezTo>
                    <a:cubicBezTo>
                      <a:pt x="28464" y="10570"/>
                      <a:pt x="26970" y="6958"/>
                      <a:pt x="24311" y="4295"/>
                    </a:cubicBezTo>
                    <a:cubicBezTo>
                      <a:pt x="21652" y="1632"/>
                      <a:pt x="18046" y="136"/>
                      <a:pt x="14285" y="136"/>
                    </a:cubicBezTo>
                    <a:cubicBezTo>
                      <a:pt x="10525" y="136"/>
                      <a:pt x="6919" y="1632"/>
                      <a:pt x="4260" y="4295"/>
                    </a:cubicBezTo>
                    <a:cubicBezTo>
                      <a:pt x="1601" y="6958"/>
                      <a:pt x="107" y="10570"/>
                      <a:pt x="107" y="14335"/>
                    </a:cubicBezTo>
                    <a:cubicBezTo>
                      <a:pt x="107" y="18101"/>
                      <a:pt x="1601" y="21713"/>
                      <a:pt x="4260" y="24376"/>
                    </a:cubicBezTo>
                    <a:cubicBezTo>
                      <a:pt x="6919" y="27038"/>
                      <a:pt x="10525" y="28534"/>
                      <a:pt x="1428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1" name="Freeform: Shape 990">
                <a:extLst>
                  <a:ext uri="{FF2B5EF4-FFF2-40B4-BE49-F238E27FC236}">
                    <a16:creationId xmlns:a16="http://schemas.microsoft.com/office/drawing/2014/main" id="{1953790A-542B-FFF5-8688-1CC66BF79F65}"/>
                  </a:ext>
                </a:extLst>
              </p:cNvPr>
              <p:cNvSpPr/>
              <p:nvPr/>
            </p:nvSpPr>
            <p:spPr>
              <a:xfrm>
                <a:off x="5902460" y="4965561"/>
                <a:ext cx="28356" cy="28397"/>
              </a:xfrm>
              <a:custGeom>
                <a:avLst/>
                <a:gdLst>
                  <a:gd name="connsiteX0" fmla="*/ 14285 w 28356"/>
                  <a:gd name="connsiteY0" fmla="*/ 28530 h 28397"/>
                  <a:gd name="connsiteX1" fmla="*/ 24310 w 28356"/>
                  <a:gd name="connsiteY1" fmla="*/ 24371 h 28397"/>
                  <a:gd name="connsiteX2" fmla="*/ 28463 w 28356"/>
                  <a:gd name="connsiteY2" fmla="*/ 14331 h 28397"/>
                  <a:gd name="connsiteX3" fmla="*/ 24310 w 28356"/>
                  <a:gd name="connsiteY3" fmla="*/ 4291 h 28397"/>
                  <a:gd name="connsiteX4" fmla="*/ 14285 w 28356"/>
                  <a:gd name="connsiteY4" fmla="*/ 132 h 28397"/>
                  <a:gd name="connsiteX5" fmla="*/ 4259 w 28356"/>
                  <a:gd name="connsiteY5" fmla="*/ 4291 h 28397"/>
                  <a:gd name="connsiteX6" fmla="*/ 106 w 28356"/>
                  <a:gd name="connsiteY6" fmla="*/ 14331 h 28397"/>
                  <a:gd name="connsiteX7" fmla="*/ 4259 w 28356"/>
                  <a:gd name="connsiteY7" fmla="*/ 24371 h 28397"/>
                  <a:gd name="connsiteX8" fmla="*/ 1428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30"/>
                    </a:moveTo>
                    <a:cubicBezTo>
                      <a:pt x="18045" y="28530"/>
                      <a:pt x="21652" y="27034"/>
                      <a:pt x="24310" y="24371"/>
                    </a:cubicBezTo>
                    <a:cubicBezTo>
                      <a:pt x="26969" y="21708"/>
                      <a:pt x="28463" y="18097"/>
                      <a:pt x="28463" y="14331"/>
                    </a:cubicBezTo>
                    <a:cubicBezTo>
                      <a:pt x="28463" y="10565"/>
                      <a:pt x="26969" y="6953"/>
                      <a:pt x="24310" y="4291"/>
                    </a:cubicBezTo>
                    <a:cubicBezTo>
                      <a:pt x="21652" y="1628"/>
                      <a:pt x="18045" y="132"/>
                      <a:pt x="14285" y="132"/>
                    </a:cubicBezTo>
                    <a:cubicBezTo>
                      <a:pt x="10525" y="132"/>
                      <a:pt x="6918" y="1628"/>
                      <a:pt x="4259" y="4291"/>
                    </a:cubicBezTo>
                    <a:cubicBezTo>
                      <a:pt x="1600" y="6953"/>
                      <a:pt x="106" y="10565"/>
                      <a:pt x="106" y="14331"/>
                    </a:cubicBezTo>
                    <a:cubicBezTo>
                      <a:pt x="106" y="18097"/>
                      <a:pt x="1600" y="21708"/>
                      <a:pt x="4259" y="24371"/>
                    </a:cubicBezTo>
                    <a:cubicBezTo>
                      <a:pt x="6918" y="27034"/>
                      <a:pt x="10525" y="28530"/>
                      <a:pt x="14285"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2" name="Freeform: Shape 991">
                <a:extLst>
                  <a:ext uri="{FF2B5EF4-FFF2-40B4-BE49-F238E27FC236}">
                    <a16:creationId xmlns:a16="http://schemas.microsoft.com/office/drawing/2014/main" id="{A0DE2A9F-3FEE-1095-48BA-664688E8FDC2}"/>
                  </a:ext>
                </a:extLst>
              </p:cNvPr>
              <p:cNvSpPr/>
              <p:nvPr/>
            </p:nvSpPr>
            <p:spPr>
              <a:xfrm>
                <a:off x="5894699" y="4790136"/>
                <a:ext cx="28356" cy="28397"/>
              </a:xfrm>
              <a:custGeom>
                <a:avLst/>
                <a:gdLst>
                  <a:gd name="connsiteX0" fmla="*/ 14284 w 28356"/>
                  <a:gd name="connsiteY0" fmla="*/ 28516 h 28397"/>
                  <a:gd name="connsiteX1" fmla="*/ 24310 w 28356"/>
                  <a:gd name="connsiteY1" fmla="*/ 24357 h 28397"/>
                  <a:gd name="connsiteX2" fmla="*/ 28463 w 28356"/>
                  <a:gd name="connsiteY2" fmla="*/ 14317 h 28397"/>
                  <a:gd name="connsiteX3" fmla="*/ 24310 w 28356"/>
                  <a:gd name="connsiteY3" fmla="*/ 4277 h 28397"/>
                  <a:gd name="connsiteX4" fmla="*/ 14284 w 28356"/>
                  <a:gd name="connsiteY4" fmla="*/ 118 h 28397"/>
                  <a:gd name="connsiteX5" fmla="*/ 4259 w 28356"/>
                  <a:gd name="connsiteY5" fmla="*/ 4277 h 28397"/>
                  <a:gd name="connsiteX6" fmla="*/ 106 w 28356"/>
                  <a:gd name="connsiteY6" fmla="*/ 14317 h 28397"/>
                  <a:gd name="connsiteX7" fmla="*/ 4259 w 28356"/>
                  <a:gd name="connsiteY7" fmla="*/ 24357 h 28397"/>
                  <a:gd name="connsiteX8" fmla="*/ 14284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16"/>
                    </a:moveTo>
                    <a:cubicBezTo>
                      <a:pt x="18044" y="28516"/>
                      <a:pt x="21651" y="27020"/>
                      <a:pt x="24310" y="24357"/>
                    </a:cubicBezTo>
                    <a:cubicBezTo>
                      <a:pt x="26969" y="21695"/>
                      <a:pt x="28463" y="18083"/>
                      <a:pt x="28463" y="14317"/>
                    </a:cubicBezTo>
                    <a:cubicBezTo>
                      <a:pt x="28463" y="10551"/>
                      <a:pt x="26969" y="6940"/>
                      <a:pt x="24310" y="4277"/>
                    </a:cubicBezTo>
                    <a:cubicBezTo>
                      <a:pt x="21651" y="1614"/>
                      <a:pt x="18044" y="118"/>
                      <a:pt x="14284" y="118"/>
                    </a:cubicBezTo>
                    <a:cubicBezTo>
                      <a:pt x="10524" y="118"/>
                      <a:pt x="6917" y="1614"/>
                      <a:pt x="4259" y="4277"/>
                    </a:cubicBezTo>
                    <a:cubicBezTo>
                      <a:pt x="1600" y="6940"/>
                      <a:pt x="106" y="10551"/>
                      <a:pt x="106" y="14317"/>
                    </a:cubicBezTo>
                    <a:cubicBezTo>
                      <a:pt x="106" y="18083"/>
                      <a:pt x="1600" y="21695"/>
                      <a:pt x="4259" y="24357"/>
                    </a:cubicBezTo>
                    <a:cubicBezTo>
                      <a:pt x="6917" y="27020"/>
                      <a:pt x="10524" y="28516"/>
                      <a:pt x="14284" y="2851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3" name="Freeform: Shape 992">
                <a:extLst>
                  <a:ext uri="{FF2B5EF4-FFF2-40B4-BE49-F238E27FC236}">
                    <a16:creationId xmlns:a16="http://schemas.microsoft.com/office/drawing/2014/main" id="{15E9F765-C1C7-3031-AAD9-6F785FB605CE}"/>
                  </a:ext>
                </a:extLst>
              </p:cNvPr>
              <p:cNvSpPr/>
              <p:nvPr/>
            </p:nvSpPr>
            <p:spPr>
              <a:xfrm>
                <a:off x="5886938" y="4290400"/>
                <a:ext cx="28356" cy="28397"/>
              </a:xfrm>
              <a:custGeom>
                <a:avLst/>
                <a:gdLst>
                  <a:gd name="connsiteX0" fmla="*/ 14284 w 28356"/>
                  <a:gd name="connsiteY0" fmla="*/ 28477 h 28397"/>
                  <a:gd name="connsiteX1" fmla="*/ 24309 w 28356"/>
                  <a:gd name="connsiteY1" fmla="*/ 24318 h 28397"/>
                  <a:gd name="connsiteX2" fmla="*/ 28462 w 28356"/>
                  <a:gd name="connsiteY2" fmla="*/ 14278 h 28397"/>
                  <a:gd name="connsiteX3" fmla="*/ 24309 w 28356"/>
                  <a:gd name="connsiteY3" fmla="*/ 4237 h 28397"/>
                  <a:gd name="connsiteX4" fmla="*/ 14284 w 28356"/>
                  <a:gd name="connsiteY4" fmla="*/ 79 h 28397"/>
                  <a:gd name="connsiteX5" fmla="*/ 4258 w 28356"/>
                  <a:gd name="connsiteY5" fmla="*/ 4237 h 28397"/>
                  <a:gd name="connsiteX6" fmla="*/ 105 w 28356"/>
                  <a:gd name="connsiteY6" fmla="*/ 14278 h 28397"/>
                  <a:gd name="connsiteX7" fmla="*/ 4258 w 28356"/>
                  <a:gd name="connsiteY7" fmla="*/ 24318 h 28397"/>
                  <a:gd name="connsiteX8" fmla="*/ 14284 w 28356"/>
                  <a:gd name="connsiteY8" fmla="*/ 2847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477"/>
                    </a:moveTo>
                    <a:cubicBezTo>
                      <a:pt x="18044" y="28477"/>
                      <a:pt x="21650" y="26981"/>
                      <a:pt x="24309" y="24318"/>
                    </a:cubicBezTo>
                    <a:cubicBezTo>
                      <a:pt x="26968" y="21655"/>
                      <a:pt x="28462" y="18043"/>
                      <a:pt x="28462" y="14278"/>
                    </a:cubicBezTo>
                    <a:cubicBezTo>
                      <a:pt x="28462" y="10512"/>
                      <a:pt x="26968" y="6900"/>
                      <a:pt x="24309" y="4237"/>
                    </a:cubicBezTo>
                    <a:cubicBezTo>
                      <a:pt x="21650" y="1575"/>
                      <a:pt x="18044" y="79"/>
                      <a:pt x="14284" y="79"/>
                    </a:cubicBezTo>
                    <a:cubicBezTo>
                      <a:pt x="10523" y="79"/>
                      <a:pt x="6917" y="1575"/>
                      <a:pt x="4258" y="4237"/>
                    </a:cubicBezTo>
                    <a:cubicBezTo>
                      <a:pt x="1599" y="6900"/>
                      <a:pt x="105" y="10512"/>
                      <a:pt x="105" y="14278"/>
                    </a:cubicBezTo>
                    <a:cubicBezTo>
                      <a:pt x="105" y="18043"/>
                      <a:pt x="1599" y="21655"/>
                      <a:pt x="4258" y="24318"/>
                    </a:cubicBezTo>
                    <a:cubicBezTo>
                      <a:pt x="6917" y="26981"/>
                      <a:pt x="10523" y="28477"/>
                      <a:pt x="14284" y="2847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4" name="Freeform: Shape 993">
                <a:extLst>
                  <a:ext uri="{FF2B5EF4-FFF2-40B4-BE49-F238E27FC236}">
                    <a16:creationId xmlns:a16="http://schemas.microsoft.com/office/drawing/2014/main" id="{F1AFE380-144A-86D8-E5D5-D5ADEDA13FD7}"/>
                  </a:ext>
                </a:extLst>
              </p:cNvPr>
              <p:cNvSpPr/>
              <p:nvPr/>
            </p:nvSpPr>
            <p:spPr>
              <a:xfrm>
                <a:off x="5879177" y="5003762"/>
                <a:ext cx="28356" cy="28397"/>
              </a:xfrm>
              <a:custGeom>
                <a:avLst/>
                <a:gdLst>
                  <a:gd name="connsiteX0" fmla="*/ 14283 w 28356"/>
                  <a:gd name="connsiteY0" fmla="*/ 28533 h 28397"/>
                  <a:gd name="connsiteX1" fmla="*/ 24309 w 28356"/>
                  <a:gd name="connsiteY1" fmla="*/ 24374 h 28397"/>
                  <a:gd name="connsiteX2" fmla="*/ 28461 w 28356"/>
                  <a:gd name="connsiteY2" fmla="*/ 14334 h 28397"/>
                  <a:gd name="connsiteX3" fmla="*/ 24309 w 28356"/>
                  <a:gd name="connsiteY3" fmla="*/ 4294 h 28397"/>
                  <a:gd name="connsiteX4" fmla="*/ 14283 w 28356"/>
                  <a:gd name="connsiteY4" fmla="*/ 135 h 28397"/>
                  <a:gd name="connsiteX5" fmla="*/ 4257 w 28356"/>
                  <a:gd name="connsiteY5" fmla="*/ 4294 h 28397"/>
                  <a:gd name="connsiteX6" fmla="*/ 105 w 28356"/>
                  <a:gd name="connsiteY6" fmla="*/ 14334 h 28397"/>
                  <a:gd name="connsiteX7" fmla="*/ 4257 w 28356"/>
                  <a:gd name="connsiteY7" fmla="*/ 24374 h 28397"/>
                  <a:gd name="connsiteX8" fmla="*/ 1428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3" y="28533"/>
                    </a:moveTo>
                    <a:cubicBezTo>
                      <a:pt x="18043" y="28533"/>
                      <a:pt x="21650" y="27037"/>
                      <a:pt x="24309" y="24374"/>
                    </a:cubicBezTo>
                    <a:cubicBezTo>
                      <a:pt x="26967" y="21711"/>
                      <a:pt x="28461" y="18100"/>
                      <a:pt x="28461" y="14334"/>
                    </a:cubicBezTo>
                    <a:cubicBezTo>
                      <a:pt x="28461" y="10568"/>
                      <a:pt x="26967" y="6956"/>
                      <a:pt x="24309" y="4294"/>
                    </a:cubicBezTo>
                    <a:cubicBezTo>
                      <a:pt x="21650" y="1631"/>
                      <a:pt x="18043" y="135"/>
                      <a:pt x="14283" y="135"/>
                    </a:cubicBezTo>
                    <a:cubicBezTo>
                      <a:pt x="10523" y="135"/>
                      <a:pt x="6916" y="1631"/>
                      <a:pt x="4257" y="4294"/>
                    </a:cubicBezTo>
                    <a:cubicBezTo>
                      <a:pt x="1598" y="6956"/>
                      <a:pt x="105" y="10568"/>
                      <a:pt x="105" y="14334"/>
                    </a:cubicBezTo>
                    <a:cubicBezTo>
                      <a:pt x="105" y="18100"/>
                      <a:pt x="1598" y="21711"/>
                      <a:pt x="4257" y="24374"/>
                    </a:cubicBezTo>
                    <a:cubicBezTo>
                      <a:pt x="6916" y="27037"/>
                      <a:pt x="10523" y="28533"/>
                      <a:pt x="1428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5" name="Freeform: Shape 994">
                <a:extLst>
                  <a:ext uri="{FF2B5EF4-FFF2-40B4-BE49-F238E27FC236}">
                    <a16:creationId xmlns:a16="http://schemas.microsoft.com/office/drawing/2014/main" id="{B13FF951-265A-DF95-501D-AC40436EC4D7}"/>
                  </a:ext>
                </a:extLst>
              </p:cNvPr>
              <p:cNvSpPr/>
              <p:nvPr/>
            </p:nvSpPr>
            <p:spPr>
              <a:xfrm>
                <a:off x="5871416" y="4685221"/>
                <a:ext cx="28356" cy="28397"/>
              </a:xfrm>
              <a:custGeom>
                <a:avLst/>
                <a:gdLst>
                  <a:gd name="connsiteX0" fmla="*/ 14282 w 28356"/>
                  <a:gd name="connsiteY0" fmla="*/ 28508 h 28397"/>
                  <a:gd name="connsiteX1" fmla="*/ 24308 w 28356"/>
                  <a:gd name="connsiteY1" fmla="*/ 24349 h 28397"/>
                  <a:gd name="connsiteX2" fmla="*/ 28461 w 28356"/>
                  <a:gd name="connsiteY2" fmla="*/ 14309 h 28397"/>
                  <a:gd name="connsiteX3" fmla="*/ 24308 w 28356"/>
                  <a:gd name="connsiteY3" fmla="*/ 4269 h 28397"/>
                  <a:gd name="connsiteX4" fmla="*/ 14282 w 28356"/>
                  <a:gd name="connsiteY4" fmla="*/ 110 h 28397"/>
                  <a:gd name="connsiteX5" fmla="*/ 4257 w 28356"/>
                  <a:gd name="connsiteY5" fmla="*/ 4269 h 28397"/>
                  <a:gd name="connsiteX6" fmla="*/ 104 w 28356"/>
                  <a:gd name="connsiteY6" fmla="*/ 14309 h 28397"/>
                  <a:gd name="connsiteX7" fmla="*/ 4257 w 28356"/>
                  <a:gd name="connsiteY7" fmla="*/ 24349 h 28397"/>
                  <a:gd name="connsiteX8" fmla="*/ 14282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08"/>
                    </a:moveTo>
                    <a:cubicBezTo>
                      <a:pt x="18042" y="28508"/>
                      <a:pt x="21649" y="27012"/>
                      <a:pt x="24308" y="24349"/>
                    </a:cubicBezTo>
                    <a:cubicBezTo>
                      <a:pt x="26967" y="21686"/>
                      <a:pt x="28461" y="18074"/>
                      <a:pt x="28461" y="14309"/>
                    </a:cubicBezTo>
                    <a:cubicBezTo>
                      <a:pt x="28461" y="10543"/>
                      <a:pt x="26967" y="6931"/>
                      <a:pt x="24308" y="4269"/>
                    </a:cubicBezTo>
                    <a:cubicBezTo>
                      <a:pt x="21649" y="1606"/>
                      <a:pt x="18042" y="110"/>
                      <a:pt x="14282" y="110"/>
                    </a:cubicBezTo>
                    <a:cubicBezTo>
                      <a:pt x="10522" y="110"/>
                      <a:pt x="6916" y="1606"/>
                      <a:pt x="4257" y="4269"/>
                    </a:cubicBezTo>
                    <a:cubicBezTo>
                      <a:pt x="1598" y="6931"/>
                      <a:pt x="104" y="10543"/>
                      <a:pt x="104" y="14309"/>
                    </a:cubicBezTo>
                    <a:cubicBezTo>
                      <a:pt x="104" y="18074"/>
                      <a:pt x="1598" y="21686"/>
                      <a:pt x="4257" y="24349"/>
                    </a:cubicBezTo>
                    <a:cubicBezTo>
                      <a:pt x="6916" y="27012"/>
                      <a:pt x="10522" y="28508"/>
                      <a:pt x="14282" y="2850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6" name="Freeform: Shape 995">
                <a:extLst>
                  <a:ext uri="{FF2B5EF4-FFF2-40B4-BE49-F238E27FC236}">
                    <a16:creationId xmlns:a16="http://schemas.microsoft.com/office/drawing/2014/main" id="{42D08EB9-5B32-E48E-1B88-0538E19EEF08}"/>
                  </a:ext>
                </a:extLst>
              </p:cNvPr>
              <p:cNvSpPr/>
              <p:nvPr/>
            </p:nvSpPr>
            <p:spPr>
              <a:xfrm>
                <a:off x="5863668" y="4939564"/>
                <a:ext cx="28356" cy="28397"/>
              </a:xfrm>
              <a:custGeom>
                <a:avLst/>
                <a:gdLst>
                  <a:gd name="connsiteX0" fmla="*/ 14282 w 28356"/>
                  <a:gd name="connsiteY0" fmla="*/ 28528 h 28397"/>
                  <a:gd name="connsiteX1" fmla="*/ 24307 w 28356"/>
                  <a:gd name="connsiteY1" fmla="*/ 24369 h 28397"/>
                  <a:gd name="connsiteX2" fmla="*/ 28460 w 28356"/>
                  <a:gd name="connsiteY2" fmla="*/ 14329 h 28397"/>
                  <a:gd name="connsiteX3" fmla="*/ 24307 w 28356"/>
                  <a:gd name="connsiteY3" fmla="*/ 4289 h 28397"/>
                  <a:gd name="connsiteX4" fmla="*/ 14282 w 28356"/>
                  <a:gd name="connsiteY4" fmla="*/ 130 h 28397"/>
                  <a:gd name="connsiteX5" fmla="*/ 4256 w 28356"/>
                  <a:gd name="connsiteY5" fmla="*/ 4289 h 28397"/>
                  <a:gd name="connsiteX6" fmla="*/ 103 w 28356"/>
                  <a:gd name="connsiteY6" fmla="*/ 14329 h 28397"/>
                  <a:gd name="connsiteX7" fmla="*/ 4256 w 28356"/>
                  <a:gd name="connsiteY7" fmla="*/ 24369 h 28397"/>
                  <a:gd name="connsiteX8" fmla="*/ 14282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28"/>
                    </a:moveTo>
                    <a:cubicBezTo>
                      <a:pt x="18042" y="28528"/>
                      <a:pt x="21649" y="27032"/>
                      <a:pt x="24307" y="24369"/>
                    </a:cubicBezTo>
                    <a:cubicBezTo>
                      <a:pt x="26966" y="21706"/>
                      <a:pt x="28460" y="18094"/>
                      <a:pt x="28460" y="14329"/>
                    </a:cubicBezTo>
                    <a:cubicBezTo>
                      <a:pt x="28460" y="10563"/>
                      <a:pt x="26966" y="6951"/>
                      <a:pt x="24307" y="4289"/>
                    </a:cubicBezTo>
                    <a:cubicBezTo>
                      <a:pt x="21649" y="1626"/>
                      <a:pt x="18042" y="130"/>
                      <a:pt x="14282" y="130"/>
                    </a:cubicBezTo>
                    <a:cubicBezTo>
                      <a:pt x="10522" y="130"/>
                      <a:pt x="6915" y="1626"/>
                      <a:pt x="4256" y="4289"/>
                    </a:cubicBezTo>
                    <a:cubicBezTo>
                      <a:pt x="1597" y="6951"/>
                      <a:pt x="103" y="10563"/>
                      <a:pt x="103" y="14329"/>
                    </a:cubicBezTo>
                    <a:cubicBezTo>
                      <a:pt x="103" y="18094"/>
                      <a:pt x="1597" y="21706"/>
                      <a:pt x="4256" y="24369"/>
                    </a:cubicBezTo>
                    <a:cubicBezTo>
                      <a:pt x="6915" y="27032"/>
                      <a:pt x="10522" y="28528"/>
                      <a:pt x="14282"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7" name="Freeform: Shape 996">
                <a:extLst>
                  <a:ext uri="{FF2B5EF4-FFF2-40B4-BE49-F238E27FC236}">
                    <a16:creationId xmlns:a16="http://schemas.microsoft.com/office/drawing/2014/main" id="{B20D89B5-AADC-9DFA-3DDC-1CB183103299}"/>
                  </a:ext>
                </a:extLst>
              </p:cNvPr>
              <p:cNvSpPr/>
              <p:nvPr/>
            </p:nvSpPr>
            <p:spPr>
              <a:xfrm>
                <a:off x="5855907" y="4865879"/>
                <a:ext cx="28356" cy="28397"/>
              </a:xfrm>
              <a:custGeom>
                <a:avLst/>
                <a:gdLst>
                  <a:gd name="connsiteX0" fmla="*/ 14281 w 28356"/>
                  <a:gd name="connsiteY0" fmla="*/ 28522 h 28397"/>
                  <a:gd name="connsiteX1" fmla="*/ 24307 w 28356"/>
                  <a:gd name="connsiteY1" fmla="*/ 24363 h 28397"/>
                  <a:gd name="connsiteX2" fmla="*/ 28459 w 28356"/>
                  <a:gd name="connsiteY2" fmla="*/ 14323 h 28397"/>
                  <a:gd name="connsiteX3" fmla="*/ 24307 w 28356"/>
                  <a:gd name="connsiteY3" fmla="*/ 4283 h 28397"/>
                  <a:gd name="connsiteX4" fmla="*/ 14281 w 28356"/>
                  <a:gd name="connsiteY4" fmla="*/ 124 h 28397"/>
                  <a:gd name="connsiteX5" fmla="*/ 4255 w 28356"/>
                  <a:gd name="connsiteY5" fmla="*/ 4283 h 28397"/>
                  <a:gd name="connsiteX6" fmla="*/ 103 w 28356"/>
                  <a:gd name="connsiteY6" fmla="*/ 14323 h 28397"/>
                  <a:gd name="connsiteX7" fmla="*/ 4255 w 28356"/>
                  <a:gd name="connsiteY7" fmla="*/ 24363 h 28397"/>
                  <a:gd name="connsiteX8" fmla="*/ 1428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1" y="28522"/>
                    </a:moveTo>
                    <a:cubicBezTo>
                      <a:pt x="18041" y="28522"/>
                      <a:pt x="21648" y="27026"/>
                      <a:pt x="24307" y="24363"/>
                    </a:cubicBezTo>
                    <a:cubicBezTo>
                      <a:pt x="26966" y="21701"/>
                      <a:pt x="28459" y="18089"/>
                      <a:pt x="28459" y="14323"/>
                    </a:cubicBezTo>
                    <a:cubicBezTo>
                      <a:pt x="28459" y="10557"/>
                      <a:pt x="26966" y="6945"/>
                      <a:pt x="24307" y="4283"/>
                    </a:cubicBezTo>
                    <a:cubicBezTo>
                      <a:pt x="21648" y="1620"/>
                      <a:pt x="18041" y="124"/>
                      <a:pt x="14281" y="124"/>
                    </a:cubicBezTo>
                    <a:cubicBezTo>
                      <a:pt x="10521" y="124"/>
                      <a:pt x="6914" y="1620"/>
                      <a:pt x="4255" y="4283"/>
                    </a:cubicBezTo>
                    <a:cubicBezTo>
                      <a:pt x="1597" y="6945"/>
                      <a:pt x="103" y="10557"/>
                      <a:pt x="103" y="14323"/>
                    </a:cubicBezTo>
                    <a:cubicBezTo>
                      <a:pt x="103" y="18089"/>
                      <a:pt x="1597" y="21701"/>
                      <a:pt x="4255" y="24363"/>
                    </a:cubicBezTo>
                    <a:cubicBezTo>
                      <a:pt x="6914" y="27026"/>
                      <a:pt x="10521" y="28522"/>
                      <a:pt x="14281" y="2852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8" name="Freeform: Shape 997">
                <a:extLst>
                  <a:ext uri="{FF2B5EF4-FFF2-40B4-BE49-F238E27FC236}">
                    <a16:creationId xmlns:a16="http://schemas.microsoft.com/office/drawing/2014/main" id="{27B134BD-714C-0AD5-624D-8D36D1C630EA}"/>
                  </a:ext>
                </a:extLst>
              </p:cNvPr>
              <p:cNvSpPr/>
              <p:nvPr/>
            </p:nvSpPr>
            <p:spPr>
              <a:xfrm>
                <a:off x="5848145" y="4979988"/>
                <a:ext cx="28356" cy="28397"/>
              </a:xfrm>
              <a:custGeom>
                <a:avLst/>
                <a:gdLst>
                  <a:gd name="connsiteX0" fmla="*/ 14280 w 28356"/>
                  <a:gd name="connsiteY0" fmla="*/ 28531 h 28397"/>
                  <a:gd name="connsiteX1" fmla="*/ 24306 w 28356"/>
                  <a:gd name="connsiteY1" fmla="*/ 24372 h 28397"/>
                  <a:gd name="connsiteX2" fmla="*/ 28459 w 28356"/>
                  <a:gd name="connsiteY2" fmla="*/ 14332 h 28397"/>
                  <a:gd name="connsiteX3" fmla="*/ 24306 w 28356"/>
                  <a:gd name="connsiteY3" fmla="*/ 4292 h 28397"/>
                  <a:gd name="connsiteX4" fmla="*/ 14280 w 28356"/>
                  <a:gd name="connsiteY4" fmla="*/ 133 h 28397"/>
                  <a:gd name="connsiteX5" fmla="*/ 4255 w 28356"/>
                  <a:gd name="connsiteY5" fmla="*/ 4292 h 28397"/>
                  <a:gd name="connsiteX6" fmla="*/ 102 w 28356"/>
                  <a:gd name="connsiteY6" fmla="*/ 14332 h 28397"/>
                  <a:gd name="connsiteX7" fmla="*/ 4255 w 28356"/>
                  <a:gd name="connsiteY7" fmla="*/ 24372 h 28397"/>
                  <a:gd name="connsiteX8" fmla="*/ 1428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31"/>
                    </a:moveTo>
                    <a:cubicBezTo>
                      <a:pt x="18041" y="28531"/>
                      <a:pt x="21647" y="27035"/>
                      <a:pt x="24306" y="24372"/>
                    </a:cubicBezTo>
                    <a:cubicBezTo>
                      <a:pt x="26965" y="21710"/>
                      <a:pt x="28459" y="18098"/>
                      <a:pt x="28459" y="14332"/>
                    </a:cubicBezTo>
                    <a:cubicBezTo>
                      <a:pt x="28459" y="10566"/>
                      <a:pt x="26965" y="6954"/>
                      <a:pt x="24306" y="4292"/>
                    </a:cubicBezTo>
                    <a:cubicBezTo>
                      <a:pt x="21647" y="1629"/>
                      <a:pt x="18041" y="133"/>
                      <a:pt x="14280" y="133"/>
                    </a:cubicBezTo>
                    <a:cubicBezTo>
                      <a:pt x="10520" y="133"/>
                      <a:pt x="6914" y="1629"/>
                      <a:pt x="4255" y="4292"/>
                    </a:cubicBezTo>
                    <a:cubicBezTo>
                      <a:pt x="1596" y="6954"/>
                      <a:pt x="102" y="10566"/>
                      <a:pt x="102" y="14332"/>
                    </a:cubicBezTo>
                    <a:cubicBezTo>
                      <a:pt x="102" y="18098"/>
                      <a:pt x="1596" y="21710"/>
                      <a:pt x="4255" y="24372"/>
                    </a:cubicBezTo>
                    <a:cubicBezTo>
                      <a:pt x="6914" y="27035"/>
                      <a:pt x="10520" y="28531"/>
                      <a:pt x="14280"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999" name="Freeform: Shape 998">
                <a:extLst>
                  <a:ext uri="{FF2B5EF4-FFF2-40B4-BE49-F238E27FC236}">
                    <a16:creationId xmlns:a16="http://schemas.microsoft.com/office/drawing/2014/main" id="{9FEA3459-651D-DDB3-25AF-AC6B9DFE79F5}"/>
                  </a:ext>
                </a:extLst>
              </p:cNvPr>
              <p:cNvSpPr/>
              <p:nvPr/>
            </p:nvSpPr>
            <p:spPr>
              <a:xfrm>
                <a:off x="5840384" y="4995355"/>
                <a:ext cx="28356" cy="28397"/>
              </a:xfrm>
              <a:custGeom>
                <a:avLst/>
                <a:gdLst>
                  <a:gd name="connsiteX0" fmla="*/ 14280 w 28356"/>
                  <a:gd name="connsiteY0" fmla="*/ 28532 h 28397"/>
                  <a:gd name="connsiteX1" fmla="*/ 24306 w 28356"/>
                  <a:gd name="connsiteY1" fmla="*/ 24373 h 28397"/>
                  <a:gd name="connsiteX2" fmla="*/ 28458 w 28356"/>
                  <a:gd name="connsiteY2" fmla="*/ 14333 h 28397"/>
                  <a:gd name="connsiteX3" fmla="*/ 24306 w 28356"/>
                  <a:gd name="connsiteY3" fmla="*/ 4293 h 28397"/>
                  <a:gd name="connsiteX4" fmla="*/ 14280 w 28356"/>
                  <a:gd name="connsiteY4" fmla="*/ 134 h 28397"/>
                  <a:gd name="connsiteX5" fmla="*/ 4254 w 28356"/>
                  <a:gd name="connsiteY5" fmla="*/ 4293 h 28397"/>
                  <a:gd name="connsiteX6" fmla="*/ 102 w 28356"/>
                  <a:gd name="connsiteY6" fmla="*/ 14333 h 28397"/>
                  <a:gd name="connsiteX7" fmla="*/ 4254 w 28356"/>
                  <a:gd name="connsiteY7" fmla="*/ 24373 h 28397"/>
                  <a:gd name="connsiteX8" fmla="*/ 1428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32"/>
                    </a:moveTo>
                    <a:cubicBezTo>
                      <a:pt x="18040" y="28532"/>
                      <a:pt x="21647" y="27036"/>
                      <a:pt x="24306" y="24373"/>
                    </a:cubicBezTo>
                    <a:cubicBezTo>
                      <a:pt x="26964" y="21711"/>
                      <a:pt x="28458" y="18099"/>
                      <a:pt x="28458" y="14333"/>
                    </a:cubicBezTo>
                    <a:cubicBezTo>
                      <a:pt x="28458" y="10568"/>
                      <a:pt x="26964" y="6956"/>
                      <a:pt x="24306" y="4293"/>
                    </a:cubicBezTo>
                    <a:cubicBezTo>
                      <a:pt x="21647" y="1630"/>
                      <a:pt x="18040" y="134"/>
                      <a:pt x="14280" y="134"/>
                    </a:cubicBezTo>
                    <a:cubicBezTo>
                      <a:pt x="10520" y="134"/>
                      <a:pt x="6913" y="1630"/>
                      <a:pt x="4254" y="4293"/>
                    </a:cubicBezTo>
                    <a:cubicBezTo>
                      <a:pt x="1595" y="6956"/>
                      <a:pt x="102" y="10568"/>
                      <a:pt x="102" y="14333"/>
                    </a:cubicBezTo>
                    <a:cubicBezTo>
                      <a:pt x="102" y="18099"/>
                      <a:pt x="1595" y="21711"/>
                      <a:pt x="4254" y="24373"/>
                    </a:cubicBezTo>
                    <a:cubicBezTo>
                      <a:pt x="6913" y="27036"/>
                      <a:pt x="10520" y="28532"/>
                      <a:pt x="14280"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0" name="Freeform: Shape 999">
                <a:extLst>
                  <a:ext uri="{FF2B5EF4-FFF2-40B4-BE49-F238E27FC236}">
                    <a16:creationId xmlns:a16="http://schemas.microsoft.com/office/drawing/2014/main" id="{03911211-0D05-2D6A-6717-4F867ACAEE2D}"/>
                  </a:ext>
                </a:extLst>
              </p:cNvPr>
              <p:cNvSpPr/>
              <p:nvPr/>
            </p:nvSpPr>
            <p:spPr>
              <a:xfrm>
                <a:off x="5832636" y="4853445"/>
                <a:ext cx="28356" cy="28397"/>
              </a:xfrm>
              <a:custGeom>
                <a:avLst/>
                <a:gdLst>
                  <a:gd name="connsiteX0" fmla="*/ 14279 w 28356"/>
                  <a:gd name="connsiteY0" fmla="*/ 28521 h 28397"/>
                  <a:gd name="connsiteX1" fmla="*/ 24305 w 28356"/>
                  <a:gd name="connsiteY1" fmla="*/ 24362 h 28397"/>
                  <a:gd name="connsiteX2" fmla="*/ 28458 w 28356"/>
                  <a:gd name="connsiteY2" fmla="*/ 14322 h 28397"/>
                  <a:gd name="connsiteX3" fmla="*/ 24305 w 28356"/>
                  <a:gd name="connsiteY3" fmla="*/ 4282 h 28397"/>
                  <a:gd name="connsiteX4" fmla="*/ 14279 w 28356"/>
                  <a:gd name="connsiteY4" fmla="*/ 123 h 28397"/>
                  <a:gd name="connsiteX5" fmla="*/ 4254 w 28356"/>
                  <a:gd name="connsiteY5" fmla="*/ 4282 h 28397"/>
                  <a:gd name="connsiteX6" fmla="*/ 101 w 28356"/>
                  <a:gd name="connsiteY6" fmla="*/ 14322 h 28397"/>
                  <a:gd name="connsiteX7" fmla="*/ 4254 w 28356"/>
                  <a:gd name="connsiteY7" fmla="*/ 24362 h 28397"/>
                  <a:gd name="connsiteX8" fmla="*/ 14279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21"/>
                    </a:moveTo>
                    <a:cubicBezTo>
                      <a:pt x="18039" y="28521"/>
                      <a:pt x="21646" y="27025"/>
                      <a:pt x="24305" y="24362"/>
                    </a:cubicBezTo>
                    <a:cubicBezTo>
                      <a:pt x="26964" y="21700"/>
                      <a:pt x="28458" y="18088"/>
                      <a:pt x="28458" y="14322"/>
                    </a:cubicBezTo>
                    <a:cubicBezTo>
                      <a:pt x="28458" y="10556"/>
                      <a:pt x="26964" y="6945"/>
                      <a:pt x="24305" y="4282"/>
                    </a:cubicBezTo>
                    <a:cubicBezTo>
                      <a:pt x="21646" y="1619"/>
                      <a:pt x="18039" y="123"/>
                      <a:pt x="14279" y="123"/>
                    </a:cubicBezTo>
                    <a:cubicBezTo>
                      <a:pt x="10519" y="123"/>
                      <a:pt x="6912" y="1619"/>
                      <a:pt x="4254" y="4282"/>
                    </a:cubicBezTo>
                    <a:cubicBezTo>
                      <a:pt x="1595" y="6945"/>
                      <a:pt x="101" y="10556"/>
                      <a:pt x="101" y="14322"/>
                    </a:cubicBezTo>
                    <a:cubicBezTo>
                      <a:pt x="101" y="18088"/>
                      <a:pt x="1595" y="21700"/>
                      <a:pt x="4254" y="24362"/>
                    </a:cubicBezTo>
                    <a:cubicBezTo>
                      <a:pt x="6912" y="27025"/>
                      <a:pt x="10519" y="28521"/>
                      <a:pt x="14279"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1" name="Freeform: Shape 1000">
                <a:extLst>
                  <a:ext uri="{FF2B5EF4-FFF2-40B4-BE49-F238E27FC236}">
                    <a16:creationId xmlns:a16="http://schemas.microsoft.com/office/drawing/2014/main" id="{551103B1-3E6A-56D0-432F-34B719E3A6A2}"/>
                  </a:ext>
                </a:extLst>
              </p:cNvPr>
              <p:cNvSpPr/>
              <p:nvPr/>
            </p:nvSpPr>
            <p:spPr>
              <a:xfrm>
                <a:off x="5824875" y="4481029"/>
                <a:ext cx="28356" cy="28397"/>
              </a:xfrm>
              <a:custGeom>
                <a:avLst/>
                <a:gdLst>
                  <a:gd name="connsiteX0" fmla="*/ 14279 w 28356"/>
                  <a:gd name="connsiteY0" fmla="*/ 28492 h 28397"/>
                  <a:gd name="connsiteX1" fmla="*/ 24304 w 28356"/>
                  <a:gd name="connsiteY1" fmla="*/ 24333 h 28397"/>
                  <a:gd name="connsiteX2" fmla="*/ 28457 w 28356"/>
                  <a:gd name="connsiteY2" fmla="*/ 14293 h 28397"/>
                  <a:gd name="connsiteX3" fmla="*/ 24304 w 28356"/>
                  <a:gd name="connsiteY3" fmla="*/ 4253 h 28397"/>
                  <a:gd name="connsiteX4" fmla="*/ 14279 w 28356"/>
                  <a:gd name="connsiteY4" fmla="*/ 94 h 28397"/>
                  <a:gd name="connsiteX5" fmla="*/ 4253 w 28356"/>
                  <a:gd name="connsiteY5" fmla="*/ 4253 h 28397"/>
                  <a:gd name="connsiteX6" fmla="*/ 100 w 28356"/>
                  <a:gd name="connsiteY6" fmla="*/ 14293 h 28397"/>
                  <a:gd name="connsiteX7" fmla="*/ 4253 w 28356"/>
                  <a:gd name="connsiteY7" fmla="*/ 24333 h 28397"/>
                  <a:gd name="connsiteX8" fmla="*/ 14279 w 28356"/>
                  <a:gd name="connsiteY8" fmla="*/ 2849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492"/>
                    </a:moveTo>
                    <a:cubicBezTo>
                      <a:pt x="18039" y="28492"/>
                      <a:pt x="21645" y="26996"/>
                      <a:pt x="24304" y="24333"/>
                    </a:cubicBezTo>
                    <a:cubicBezTo>
                      <a:pt x="26963" y="21670"/>
                      <a:pt x="28457" y="18058"/>
                      <a:pt x="28457" y="14293"/>
                    </a:cubicBezTo>
                    <a:cubicBezTo>
                      <a:pt x="28457" y="10527"/>
                      <a:pt x="26963" y="6915"/>
                      <a:pt x="24304" y="4253"/>
                    </a:cubicBezTo>
                    <a:cubicBezTo>
                      <a:pt x="21645" y="1590"/>
                      <a:pt x="18039" y="94"/>
                      <a:pt x="14279" y="94"/>
                    </a:cubicBezTo>
                    <a:cubicBezTo>
                      <a:pt x="10518" y="94"/>
                      <a:pt x="6912" y="1590"/>
                      <a:pt x="4253" y="4253"/>
                    </a:cubicBezTo>
                    <a:cubicBezTo>
                      <a:pt x="1594" y="6915"/>
                      <a:pt x="100" y="10527"/>
                      <a:pt x="100" y="14293"/>
                    </a:cubicBezTo>
                    <a:cubicBezTo>
                      <a:pt x="100" y="18058"/>
                      <a:pt x="1594" y="21670"/>
                      <a:pt x="4253" y="24333"/>
                    </a:cubicBezTo>
                    <a:cubicBezTo>
                      <a:pt x="6912" y="26996"/>
                      <a:pt x="10518" y="28492"/>
                      <a:pt x="14279" y="2849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2" name="Freeform: Shape 1001">
                <a:extLst>
                  <a:ext uri="{FF2B5EF4-FFF2-40B4-BE49-F238E27FC236}">
                    <a16:creationId xmlns:a16="http://schemas.microsoft.com/office/drawing/2014/main" id="{C4270457-093C-E77B-F9EA-31809C49BC69}"/>
                  </a:ext>
                </a:extLst>
              </p:cNvPr>
              <p:cNvSpPr/>
              <p:nvPr/>
            </p:nvSpPr>
            <p:spPr>
              <a:xfrm>
                <a:off x="5817114" y="4761675"/>
                <a:ext cx="28356" cy="28397"/>
              </a:xfrm>
              <a:custGeom>
                <a:avLst/>
                <a:gdLst>
                  <a:gd name="connsiteX0" fmla="*/ 14278 w 28356"/>
                  <a:gd name="connsiteY0" fmla="*/ 28514 h 28397"/>
                  <a:gd name="connsiteX1" fmla="*/ 24304 w 28356"/>
                  <a:gd name="connsiteY1" fmla="*/ 24355 h 28397"/>
                  <a:gd name="connsiteX2" fmla="*/ 28456 w 28356"/>
                  <a:gd name="connsiteY2" fmla="*/ 14315 h 28397"/>
                  <a:gd name="connsiteX3" fmla="*/ 24304 w 28356"/>
                  <a:gd name="connsiteY3" fmla="*/ 4275 h 28397"/>
                  <a:gd name="connsiteX4" fmla="*/ 14278 w 28356"/>
                  <a:gd name="connsiteY4" fmla="*/ 116 h 28397"/>
                  <a:gd name="connsiteX5" fmla="*/ 4252 w 28356"/>
                  <a:gd name="connsiteY5" fmla="*/ 4275 h 28397"/>
                  <a:gd name="connsiteX6" fmla="*/ 100 w 28356"/>
                  <a:gd name="connsiteY6" fmla="*/ 14315 h 28397"/>
                  <a:gd name="connsiteX7" fmla="*/ 4252 w 28356"/>
                  <a:gd name="connsiteY7" fmla="*/ 24355 h 28397"/>
                  <a:gd name="connsiteX8" fmla="*/ 14278 w 28356"/>
                  <a:gd name="connsiteY8" fmla="*/ 2851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8" y="28514"/>
                    </a:moveTo>
                    <a:cubicBezTo>
                      <a:pt x="18038" y="28514"/>
                      <a:pt x="21645" y="27018"/>
                      <a:pt x="24304" y="24355"/>
                    </a:cubicBezTo>
                    <a:cubicBezTo>
                      <a:pt x="26962" y="21692"/>
                      <a:pt x="28456" y="18080"/>
                      <a:pt x="28456" y="14315"/>
                    </a:cubicBezTo>
                    <a:cubicBezTo>
                      <a:pt x="28456" y="10549"/>
                      <a:pt x="26962" y="6937"/>
                      <a:pt x="24304" y="4275"/>
                    </a:cubicBezTo>
                    <a:cubicBezTo>
                      <a:pt x="21645" y="1612"/>
                      <a:pt x="18038" y="116"/>
                      <a:pt x="14278" y="116"/>
                    </a:cubicBezTo>
                    <a:cubicBezTo>
                      <a:pt x="10518" y="116"/>
                      <a:pt x="6911" y="1612"/>
                      <a:pt x="4252" y="4275"/>
                    </a:cubicBezTo>
                    <a:cubicBezTo>
                      <a:pt x="1594" y="6937"/>
                      <a:pt x="100" y="10549"/>
                      <a:pt x="100" y="14315"/>
                    </a:cubicBezTo>
                    <a:cubicBezTo>
                      <a:pt x="100" y="18080"/>
                      <a:pt x="1594" y="21692"/>
                      <a:pt x="4252" y="24355"/>
                    </a:cubicBezTo>
                    <a:cubicBezTo>
                      <a:pt x="6911" y="27018"/>
                      <a:pt x="10518" y="28514"/>
                      <a:pt x="14278" y="2851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3" name="Freeform: Shape 1002">
                <a:extLst>
                  <a:ext uri="{FF2B5EF4-FFF2-40B4-BE49-F238E27FC236}">
                    <a16:creationId xmlns:a16="http://schemas.microsoft.com/office/drawing/2014/main" id="{11DE84FC-D91A-29B4-0456-F4CF92344BEF}"/>
                  </a:ext>
                </a:extLst>
              </p:cNvPr>
              <p:cNvSpPr/>
              <p:nvPr/>
            </p:nvSpPr>
            <p:spPr>
              <a:xfrm>
                <a:off x="5809355" y="4916475"/>
                <a:ext cx="28356" cy="28397"/>
              </a:xfrm>
              <a:custGeom>
                <a:avLst/>
                <a:gdLst>
                  <a:gd name="connsiteX0" fmla="*/ 14277 w 28356"/>
                  <a:gd name="connsiteY0" fmla="*/ 28526 h 28397"/>
                  <a:gd name="connsiteX1" fmla="*/ 24303 w 28356"/>
                  <a:gd name="connsiteY1" fmla="*/ 24367 h 28397"/>
                  <a:gd name="connsiteX2" fmla="*/ 28456 w 28356"/>
                  <a:gd name="connsiteY2" fmla="*/ 14327 h 28397"/>
                  <a:gd name="connsiteX3" fmla="*/ 24303 w 28356"/>
                  <a:gd name="connsiteY3" fmla="*/ 4287 h 28397"/>
                  <a:gd name="connsiteX4" fmla="*/ 14277 w 28356"/>
                  <a:gd name="connsiteY4" fmla="*/ 128 h 28397"/>
                  <a:gd name="connsiteX5" fmla="*/ 4252 w 28356"/>
                  <a:gd name="connsiteY5" fmla="*/ 4287 h 28397"/>
                  <a:gd name="connsiteX6" fmla="*/ 99 w 28356"/>
                  <a:gd name="connsiteY6" fmla="*/ 14327 h 28397"/>
                  <a:gd name="connsiteX7" fmla="*/ 4252 w 28356"/>
                  <a:gd name="connsiteY7" fmla="*/ 24367 h 28397"/>
                  <a:gd name="connsiteX8" fmla="*/ 14277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6"/>
                    </a:moveTo>
                    <a:cubicBezTo>
                      <a:pt x="18038" y="28526"/>
                      <a:pt x="21644" y="27030"/>
                      <a:pt x="24303" y="24367"/>
                    </a:cubicBezTo>
                    <a:cubicBezTo>
                      <a:pt x="26962" y="21705"/>
                      <a:pt x="28456" y="18093"/>
                      <a:pt x="28456" y="14327"/>
                    </a:cubicBezTo>
                    <a:cubicBezTo>
                      <a:pt x="28456" y="10561"/>
                      <a:pt x="26962" y="6949"/>
                      <a:pt x="24303" y="4287"/>
                    </a:cubicBezTo>
                    <a:cubicBezTo>
                      <a:pt x="21644" y="1624"/>
                      <a:pt x="18038" y="128"/>
                      <a:pt x="14277" y="128"/>
                    </a:cubicBezTo>
                    <a:cubicBezTo>
                      <a:pt x="10517" y="128"/>
                      <a:pt x="6911" y="1624"/>
                      <a:pt x="4252" y="4287"/>
                    </a:cubicBezTo>
                    <a:cubicBezTo>
                      <a:pt x="1593" y="6949"/>
                      <a:pt x="99" y="10561"/>
                      <a:pt x="99" y="14327"/>
                    </a:cubicBezTo>
                    <a:cubicBezTo>
                      <a:pt x="99" y="18093"/>
                      <a:pt x="1593" y="21705"/>
                      <a:pt x="4252" y="24367"/>
                    </a:cubicBezTo>
                    <a:cubicBezTo>
                      <a:pt x="6911" y="27030"/>
                      <a:pt x="10517" y="28526"/>
                      <a:pt x="14277"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4" name="Freeform: Shape 1003">
                <a:extLst>
                  <a:ext uri="{FF2B5EF4-FFF2-40B4-BE49-F238E27FC236}">
                    <a16:creationId xmlns:a16="http://schemas.microsoft.com/office/drawing/2014/main" id="{9190EDA0-BBF8-0A80-BEF9-C386E214F0D2}"/>
                  </a:ext>
                </a:extLst>
              </p:cNvPr>
              <p:cNvSpPr/>
              <p:nvPr/>
            </p:nvSpPr>
            <p:spPr>
              <a:xfrm>
                <a:off x="5801597" y="4772178"/>
                <a:ext cx="28356" cy="28397"/>
              </a:xfrm>
              <a:custGeom>
                <a:avLst/>
                <a:gdLst>
                  <a:gd name="connsiteX0" fmla="*/ 14277 w 28356"/>
                  <a:gd name="connsiteY0" fmla="*/ 28515 h 28397"/>
                  <a:gd name="connsiteX1" fmla="*/ 24302 w 28356"/>
                  <a:gd name="connsiteY1" fmla="*/ 24356 h 28397"/>
                  <a:gd name="connsiteX2" fmla="*/ 28455 w 28356"/>
                  <a:gd name="connsiteY2" fmla="*/ 14316 h 28397"/>
                  <a:gd name="connsiteX3" fmla="*/ 24302 w 28356"/>
                  <a:gd name="connsiteY3" fmla="*/ 4275 h 28397"/>
                  <a:gd name="connsiteX4" fmla="*/ 14277 w 28356"/>
                  <a:gd name="connsiteY4" fmla="*/ 117 h 28397"/>
                  <a:gd name="connsiteX5" fmla="*/ 4251 w 28356"/>
                  <a:gd name="connsiteY5" fmla="*/ 4275 h 28397"/>
                  <a:gd name="connsiteX6" fmla="*/ 98 w 28356"/>
                  <a:gd name="connsiteY6" fmla="*/ 14316 h 28397"/>
                  <a:gd name="connsiteX7" fmla="*/ 4251 w 28356"/>
                  <a:gd name="connsiteY7" fmla="*/ 24356 h 28397"/>
                  <a:gd name="connsiteX8" fmla="*/ 14277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15"/>
                    </a:moveTo>
                    <a:cubicBezTo>
                      <a:pt x="18037" y="28515"/>
                      <a:pt x="21644" y="27019"/>
                      <a:pt x="24302" y="24356"/>
                    </a:cubicBezTo>
                    <a:cubicBezTo>
                      <a:pt x="26961" y="21693"/>
                      <a:pt x="28455" y="18081"/>
                      <a:pt x="28455" y="14316"/>
                    </a:cubicBezTo>
                    <a:cubicBezTo>
                      <a:pt x="28455" y="10550"/>
                      <a:pt x="26961" y="6938"/>
                      <a:pt x="24302" y="4275"/>
                    </a:cubicBezTo>
                    <a:cubicBezTo>
                      <a:pt x="21644" y="1613"/>
                      <a:pt x="18037" y="117"/>
                      <a:pt x="14277" y="117"/>
                    </a:cubicBezTo>
                    <a:cubicBezTo>
                      <a:pt x="10517" y="117"/>
                      <a:pt x="6910" y="1613"/>
                      <a:pt x="4251" y="4275"/>
                    </a:cubicBezTo>
                    <a:cubicBezTo>
                      <a:pt x="1592" y="6938"/>
                      <a:pt x="98" y="10550"/>
                      <a:pt x="98" y="14316"/>
                    </a:cubicBezTo>
                    <a:cubicBezTo>
                      <a:pt x="98" y="18081"/>
                      <a:pt x="1592" y="21693"/>
                      <a:pt x="4251" y="24356"/>
                    </a:cubicBezTo>
                    <a:cubicBezTo>
                      <a:pt x="6910" y="27019"/>
                      <a:pt x="10517" y="28515"/>
                      <a:pt x="14277"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5" name="Freeform: Shape 1004">
                <a:extLst>
                  <a:ext uri="{FF2B5EF4-FFF2-40B4-BE49-F238E27FC236}">
                    <a16:creationId xmlns:a16="http://schemas.microsoft.com/office/drawing/2014/main" id="{29A72E3E-D766-16A3-821B-CE541085E129}"/>
                  </a:ext>
                </a:extLst>
              </p:cNvPr>
              <p:cNvSpPr/>
              <p:nvPr/>
            </p:nvSpPr>
            <p:spPr>
              <a:xfrm>
                <a:off x="5793838" y="4286068"/>
                <a:ext cx="28356" cy="28397"/>
              </a:xfrm>
              <a:custGeom>
                <a:avLst/>
                <a:gdLst>
                  <a:gd name="connsiteX0" fmla="*/ 14276 w 28356"/>
                  <a:gd name="connsiteY0" fmla="*/ 28476 h 28397"/>
                  <a:gd name="connsiteX1" fmla="*/ 24302 w 28356"/>
                  <a:gd name="connsiteY1" fmla="*/ 24318 h 28397"/>
                  <a:gd name="connsiteX2" fmla="*/ 28455 w 28356"/>
                  <a:gd name="connsiteY2" fmla="*/ 14277 h 28397"/>
                  <a:gd name="connsiteX3" fmla="*/ 24302 w 28356"/>
                  <a:gd name="connsiteY3" fmla="*/ 4237 h 28397"/>
                  <a:gd name="connsiteX4" fmla="*/ 14276 w 28356"/>
                  <a:gd name="connsiteY4" fmla="*/ 78 h 28397"/>
                  <a:gd name="connsiteX5" fmla="*/ 4251 w 28356"/>
                  <a:gd name="connsiteY5" fmla="*/ 4237 h 28397"/>
                  <a:gd name="connsiteX6" fmla="*/ 98 w 28356"/>
                  <a:gd name="connsiteY6" fmla="*/ 14277 h 28397"/>
                  <a:gd name="connsiteX7" fmla="*/ 4251 w 28356"/>
                  <a:gd name="connsiteY7" fmla="*/ 24318 h 28397"/>
                  <a:gd name="connsiteX8" fmla="*/ 14276 w 28356"/>
                  <a:gd name="connsiteY8" fmla="*/ 2847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476"/>
                    </a:moveTo>
                    <a:cubicBezTo>
                      <a:pt x="18036" y="28476"/>
                      <a:pt x="21643" y="26980"/>
                      <a:pt x="24302" y="24318"/>
                    </a:cubicBezTo>
                    <a:cubicBezTo>
                      <a:pt x="26961" y="21655"/>
                      <a:pt x="28455" y="18043"/>
                      <a:pt x="28455" y="14277"/>
                    </a:cubicBezTo>
                    <a:cubicBezTo>
                      <a:pt x="28455" y="10512"/>
                      <a:pt x="26961" y="6900"/>
                      <a:pt x="24302" y="4237"/>
                    </a:cubicBezTo>
                    <a:cubicBezTo>
                      <a:pt x="21643" y="1574"/>
                      <a:pt x="18036" y="78"/>
                      <a:pt x="14276" y="78"/>
                    </a:cubicBezTo>
                    <a:cubicBezTo>
                      <a:pt x="10516" y="78"/>
                      <a:pt x="6909" y="1574"/>
                      <a:pt x="4251" y="4237"/>
                    </a:cubicBezTo>
                    <a:cubicBezTo>
                      <a:pt x="1592" y="6900"/>
                      <a:pt x="98" y="10512"/>
                      <a:pt x="98" y="14277"/>
                    </a:cubicBezTo>
                    <a:cubicBezTo>
                      <a:pt x="98" y="18043"/>
                      <a:pt x="1592" y="21655"/>
                      <a:pt x="4251" y="24318"/>
                    </a:cubicBezTo>
                    <a:cubicBezTo>
                      <a:pt x="6909" y="26980"/>
                      <a:pt x="10516" y="28476"/>
                      <a:pt x="14276" y="2847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6" name="Freeform: Shape 1005">
                <a:extLst>
                  <a:ext uri="{FF2B5EF4-FFF2-40B4-BE49-F238E27FC236}">
                    <a16:creationId xmlns:a16="http://schemas.microsoft.com/office/drawing/2014/main" id="{5F6D306F-BF00-1EFB-F855-F0A07236E17A}"/>
                  </a:ext>
                </a:extLst>
              </p:cNvPr>
              <p:cNvSpPr/>
              <p:nvPr/>
            </p:nvSpPr>
            <p:spPr>
              <a:xfrm>
                <a:off x="5786079" y="5015231"/>
                <a:ext cx="28356" cy="28397"/>
              </a:xfrm>
              <a:custGeom>
                <a:avLst/>
                <a:gdLst>
                  <a:gd name="connsiteX0" fmla="*/ 14276 w 28356"/>
                  <a:gd name="connsiteY0" fmla="*/ 28534 h 28397"/>
                  <a:gd name="connsiteX1" fmla="*/ 24301 w 28356"/>
                  <a:gd name="connsiteY1" fmla="*/ 24375 h 28397"/>
                  <a:gd name="connsiteX2" fmla="*/ 28454 w 28356"/>
                  <a:gd name="connsiteY2" fmla="*/ 14335 h 28397"/>
                  <a:gd name="connsiteX3" fmla="*/ 24301 w 28356"/>
                  <a:gd name="connsiteY3" fmla="*/ 4295 h 28397"/>
                  <a:gd name="connsiteX4" fmla="*/ 14276 w 28356"/>
                  <a:gd name="connsiteY4" fmla="*/ 136 h 28397"/>
                  <a:gd name="connsiteX5" fmla="*/ 4250 w 28356"/>
                  <a:gd name="connsiteY5" fmla="*/ 4295 h 28397"/>
                  <a:gd name="connsiteX6" fmla="*/ 97 w 28356"/>
                  <a:gd name="connsiteY6" fmla="*/ 14335 h 28397"/>
                  <a:gd name="connsiteX7" fmla="*/ 4250 w 28356"/>
                  <a:gd name="connsiteY7" fmla="*/ 24375 h 28397"/>
                  <a:gd name="connsiteX8" fmla="*/ 1427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34"/>
                    </a:moveTo>
                    <a:cubicBezTo>
                      <a:pt x="18036" y="28534"/>
                      <a:pt x="21642" y="27038"/>
                      <a:pt x="24301" y="24375"/>
                    </a:cubicBezTo>
                    <a:cubicBezTo>
                      <a:pt x="26960" y="21712"/>
                      <a:pt x="28454" y="18100"/>
                      <a:pt x="28454" y="14335"/>
                    </a:cubicBezTo>
                    <a:cubicBezTo>
                      <a:pt x="28454" y="10569"/>
                      <a:pt x="26960" y="6957"/>
                      <a:pt x="24301" y="4295"/>
                    </a:cubicBezTo>
                    <a:cubicBezTo>
                      <a:pt x="21642" y="1632"/>
                      <a:pt x="18036" y="136"/>
                      <a:pt x="14276" y="136"/>
                    </a:cubicBezTo>
                    <a:cubicBezTo>
                      <a:pt x="10515" y="136"/>
                      <a:pt x="6909" y="1632"/>
                      <a:pt x="4250" y="4295"/>
                    </a:cubicBezTo>
                    <a:cubicBezTo>
                      <a:pt x="1591" y="6957"/>
                      <a:pt x="97" y="10569"/>
                      <a:pt x="97" y="14335"/>
                    </a:cubicBezTo>
                    <a:cubicBezTo>
                      <a:pt x="97" y="18100"/>
                      <a:pt x="1591" y="21712"/>
                      <a:pt x="4250" y="24375"/>
                    </a:cubicBezTo>
                    <a:cubicBezTo>
                      <a:pt x="6909" y="27038"/>
                      <a:pt x="10515" y="28534"/>
                      <a:pt x="14276"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7" name="Freeform: Shape 1006">
                <a:extLst>
                  <a:ext uri="{FF2B5EF4-FFF2-40B4-BE49-F238E27FC236}">
                    <a16:creationId xmlns:a16="http://schemas.microsoft.com/office/drawing/2014/main" id="{877A4BA5-11C2-268B-55DA-E8495FF4C382}"/>
                  </a:ext>
                </a:extLst>
              </p:cNvPr>
              <p:cNvSpPr/>
              <p:nvPr/>
            </p:nvSpPr>
            <p:spPr>
              <a:xfrm>
                <a:off x="5778321" y="4959617"/>
                <a:ext cx="28356" cy="28397"/>
              </a:xfrm>
              <a:custGeom>
                <a:avLst/>
                <a:gdLst>
                  <a:gd name="connsiteX0" fmla="*/ 14275 w 28356"/>
                  <a:gd name="connsiteY0" fmla="*/ 28529 h 28397"/>
                  <a:gd name="connsiteX1" fmla="*/ 24301 w 28356"/>
                  <a:gd name="connsiteY1" fmla="*/ 24371 h 28397"/>
                  <a:gd name="connsiteX2" fmla="*/ 28453 w 28356"/>
                  <a:gd name="connsiteY2" fmla="*/ 14330 h 28397"/>
                  <a:gd name="connsiteX3" fmla="*/ 24301 w 28356"/>
                  <a:gd name="connsiteY3" fmla="*/ 4290 h 28397"/>
                  <a:gd name="connsiteX4" fmla="*/ 14275 w 28356"/>
                  <a:gd name="connsiteY4" fmla="*/ 131 h 28397"/>
                  <a:gd name="connsiteX5" fmla="*/ 4249 w 28356"/>
                  <a:gd name="connsiteY5" fmla="*/ 4290 h 28397"/>
                  <a:gd name="connsiteX6" fmla="*/ 97 w 28356"/>
                  <a:gd name="connsiteY6" fmla="*/ 14330 h 28397"/>
                  <a:gd name="connsiteX7" fmla="*/ 4249 w 28356"/>
                  <a:gd name="connsiteY7" fmla="*/ 24371 h 28397"/>
                  <a:gd name="connsiteX8" fmla="*/ 14275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5" y="28529"/>
                    </a:moveTo>
                    <a:cubicBezTo>
                      <a:pt x="18035" y="28529"/>
                      <a:pt x="21642" y="27033"/>
                      <a:pt x="24301" y="24371"/>
                    </a:cubicBezTo>
                    <a:cubicBezTo>
                      <a:pt x="26959" y="21708"/>
                      <a:pt x="28453" y="18096"/>
                      <a:pt x="28453" y="14330"/>
                    </a:cubicBezTo>
                    <a:cubicBezTo>
                      <a:pt x="28453" y="10565"/>
                      <a:pt x="26959" y="6953"/>
                      <a:pt x="24301" y="4290"/>
                    </a:cubicBezTo>
                    <a:cubicBezTo>
                      <a:pt x="21642" y="1627"/>
                      <a:pt x="18035" y="131"/>
                      <a:pt x="14275" y="131"/>
                    </a:cubicBezTo>
                    <a:cubicBezTo>
                      <a:pt x="10515" y="131"/>
                      <a:pt x="6908" y="1627"/>
                      <a:pt x="4249" y="4290"/>
                    </a:cubicBezTo>
                    <a:cubicBezTo>
                      <a:pt x="1591" y="6953"/>
                      <a:pt x="97" y="10565"/>
                      <a:pt x="97" y="14330"/>
                    </a:cubicBezTo>
                    <a:cubicBezTo>
                      <a:pt x="97" y="18096"/>
                      <a:pt x="1591" y="21708"/>
                      <a:pt x="4249" y="24371"/>
                    </a:cubicBezTo>
                    <a:cubicBezTo>
                      <a:pt x="6908" y="27033"/>
                      <a:pt x="10515" y="28529"/>
                      <a:pt x="14275"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8" name="Freeform: Shape 1007">
                <a:extLst>
                  <a:ext uri="{FF2B5EF4-FFF2-40B4-BE49-F238E27FC236}">
                    <a16:creationId xmlns:a16="http://schemas.microsoft.com/office/drawing/2014/main" id="{21B531E0-AE11-52D2-86B5-41C87960369A}"/>
                  </a:ext>
                </a:extLst>
              </p:cNvPr>
              <p:cNvSpPr/>
              <p:nvPr/>
            </p:nvSpPr>
            <p:spPr>
              <a:xfrm>
                <a:off x="5770564" y="4463523"/>
                <a:ext cx="28356" cy="28397"/>
              </a:xfrm>
              <a:custGeom>
                <a:avLst/>
                <a:gdLst>
                  <a:gd name="connsiteX0" fmla="*/ 14274 w 28356"/>
                  <a:gd name="connsiteY0" fmla="*/ 28490 h 28397"/>
                  <a:gd name="connsiteX1" fmla="*/ 24300 w 28356"/>
                  <a:gd name="connsiteY1" fmla="*/ 24332 h 28397"/>
                  <a:gd name="connsiteX2" fmla="*/ 28453 w 28356"/>
                  <a:gd name="connsiteY2" fmla="*/ 14291 h 28397"/>
                  <a:gd name="connsiteX3" fmla="*/ 24300 w 28356"/>
                  <a:gd name="connsiteY3" fmla="*/ 4251 h 28397"/>
                  <a:gd name="connsiteX4" fmla="*/ 14274 w 28356"/>
                  <a:gd name="connsiteY4" fmla="*/ 92 h 28397"/>
                  <a:gd name="connsiteX5" fmla="*/ 4249 w 28356"/>
                  <a:gd name="connsiteY5" fmla="*/ 4251 h 28397"/>
                  <a:gd name="connsiteX6" fmla="*/ 96 w 28356"/>
                  <a:gd name="connsiteY6" fmla="*/ 14291 h 28397"/>
                  <a:gd name="connsiteX7" fmla="*/ 4249 w 28356"/>
                  <a:gd name="connsiteY7" fmla="*/ 24332 h 28397"/>
                  <a:gd name="connsiteX8" fmla="*/ 14274 w 28356"/>
                  <a:gd name="connsiteY8" fmla="*/ 2849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490"/>
                    </a:moveTo>
                    <a:cubicBezTo>
                      <a:pt x="18035" y="28490"/>
                      <a:pt x="21641" y="26994"/>
                      <a:pt x="24300" y="24332"/>
                    </a:cubicBezTo>
                    <a:cubicBezTo>
                      <a:pt x="26959" y="21669"/>
                      <a:pt x="28453" y="18057"/>
                      <a:pt x="28453" y="14291"/>
                    </a:cubicBezTo>
                    <a:cubicBezTo>
                      <a:pt x="28453" y="10526"/>
                      <a:pt x="26959" y="6914"/>
                      <a:pt x="24300" y="4251"/>
                    </a:cubicBezTo>
                    <a:cubicBezTo>
                      <a:pt x="21641" y="1588"/>
                      <a:pt x="18035" y="92"/>
                      <a:pt x="14274" y="92"/>
                    </a:cubicBezTo>
                    <a:cubicBezTo>
                      <a:pt x="10514" y="92"/>
                      <a:pt x="6908" y="1588"/>
                      <a:pt x="4249" y="4251"/>
                    </a:cubicBezTo>
                    <a:cubicBezTo>
                      <a:pt x="1590" y="6914"/>
                      <a:pt x="96" y="10526"/>
                      <a:pt x="96" y="14291"/>
                    </a:cubicBezTo>
                    <a:cubicBezTo>
                      <a:pt x="96" y="18057"/>
                      <a:pt x="1590" y="21669"/>
                      <a:pt x="4249" y="24332"/>
                    </a:cubicBezTo>
                    <a:cubicBezTo>
                      <a:pt x="6908" y="26994"/>
                      <a:pt x="10514" y="28490"/>
                      <a:pt x="14274" y="2849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09" name="Freeform: Shape 1008">
                <a:extLst>
                  <a:ext uri="{FF2B5EF4-FFF2-40B4-BE49-F238E27FC236}">
                    <a16:creationId xmlns:a16="http://schemas.microsoft.com/office/drawing/2014/main" id="{8E74BF97-9EFB-30DF-4CA6-DAD59A9BFCCD}"/>
                  </a:ext>
                </a:extLst>
              </p:cNvPr>
              <p:cNvSpPr/>
              <p:nvPr/>
            </p:nvSpPr>
            <p:spPr>
              <a:xfrm>
                <a:off x="5762805" y="4989043"/>
                <a:ext cx="28356" cy="28397"/>
              </a:xfrm>
              <a:custGeom>
                <a:avLst/>
                <a:gdLst>
                  <a:gd name="connsiteX0" fmla="*/ 14274 w 28356"/>
                  <a:gd name="connsiteY0" fmla="*/ 28532 h 28397"/>
                  <a:gd name="connsiteX1" fmla="*/ 24299 w 28356"/>
                  <a:gd name="connsiteY1" fmla="*/ 24373 h 28397"/>
                  <a:gd name="connsiteX2" fmla="*/ 28452 w 28356"/>
                  <a:gd name="connsiteY2" fmla="*/ 14333 h 28397"/>
                  <a:gd name="connsiteX3" fmla="*/ 24299 w 28356"/>
                  <a:gd name="connsiteY3" fmla="*/ 4293 h 28397"/>
                  <a:gd name="connsiteX4" fmla="*/ 14274 w 28356"/>
                  <a:gd name="connsiteY4" fmla="*/ 134 h 28397"/>
                  <a:gd name="connsiteX5" fmla="*/ 4248 w 28356"/>
                  <a:gd name="connsiteY5" fmla="*/ 4293 h 28397"/>
                  <a:gd name="connsiteX6" fmla="*/ 95 w 28356"/>
                  <a:gd name="connsiteY6" fmla="*/ 14333 h 28397"/>
                  <a:gd name="connsiteX7" fmla="*/ 4248 w 28356"/>
                  <a:gd name="connsiteY7" fmla="*/ 24373 h 28397"/>
                  <a:gd name="connsiteX8" fmla="*/ 1427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32"/>
                    </a:moveTo>
                    <a:cubicBezTo>
                      <a:pt x="18034" y="28532"/>
                      <a:pt x="21641" y="27036"/>
                      <a:pt x="24299" y="24373"/>
                    </a:cubicBezTo>
                    <a:cubicBezTo>
                      <a:pt x="26958" y="21710"/>
                      <a:pt x="28452" y="18098"/>
                      <a:pt x="28452" y="14333"/>
                    </a:cubicBezTo>
                    <a:cubicBezTo>
                      <a:pt x="28452" y="10567"/>
                      <a:pt x="26958" y="6955"/>
                      <a:pt x="24299" y="4293"/>
                    </a:cubicBezTo>
                    <a:cubicBezTo>
                      <a:pt x="21641" y="1630"/>
                      <a:pt x="18034" y="134"/>
                      <a:pt x="14274" y="134"/>
                    </a:cubicBezTo>
                    <a:cubicBezTo>
                      <a:pt x="10514" y="134"/>
                      <a:pt x="6907" y="1630"/>
                      <a:pt x="4248" y="4293"/>
                    </a:cubicBezTo>
                    <a:cubicBezTo>
                      <a:pt x="1589" y="6955"/>
                      <a:pt x="95" y="10567"/>
                      <a:pt x="95" y="14333"/>
                    </a:cubicBezTo>
                    <a:cubicBezTo>
                      <a:pt x="95" y="18098"/>
                      <a:pt x="1589" y="21710"/>
                      <a:pt x="4248" y="24373"/>
                    </a:cubicBezTo>
                    <a:cubicBezTo>
                      <a:pt x="6907" y="27036"/>
                      <a:pt x="10514" y="28532"/>
                      <a:pt x="14274"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0" name="Freeform: Shape 1009">
                <a:extLst>
                  <a:ext uri="{FF2B5EF4-FFF2-40B4-BE49-F238E27FC236}">
                    <a16:creationId xmlns:a16="http://schemas.microsoft.com/office/drawing/2014/main" id="{4719EDCC-2B8A-318B-7691-3F39E4E84FC6}"/>
                  </a:ext>
                </a:extLst>
              </p:cNvPr>
              <p:cNvSpPr/>
              <p:nvPr/>
            </p:nvSpPr>
            <p:spPr>
              <a:xfrm>
                <a:off x="5755046" y="5003534"/>
                <a:ext cx="28356" cy="28397"/>
              </a:xfrm>
              <a:custGeom>
                <a:avLst/>
                <a:gdLst>
                  <a:gd name="connsiteX0" fmla="*/ 14273 w 28356"/>
                  <a:gd name="connsiteY0" fmla="*/ 28533 h 28397"/>
                  <a:gd name="connsiteX1" fmla="*/ 24299 w 28356"/>
                  <a:gd name="connsiteY1" fmla="*/ 24374 h 28397"/>
                  <a:gd name="connsiteX2" fmla="*/ 28451 w 28356"/>
                  <a:gd name="connsiteY2" fmla="*/ 14334 h 28397"/>
                  <a:gd name="connsiteX3" fmla="*/ 24299 w 28356"/>
                  <a:gd name="connsiteY3" fmla="*/ 4294 h 28397"/>
                  <a:gd name="connsiteX4" fmla="*/ 14273 w 28356"/>
                  <a:gd name="connsiteY4" fmla="*/ 135 h 28397"/>
                  <a:gd name="connsiteX5" fmla="*/ 4248 w 28356"/>
                  <a:gd name="connsiteY5" fmla="*/ 4294 h 28397"/>
                  <a:gd name="connsiteX6" fmla="*/ 95 w 28356"/>
                  <a:gd name="connsiteY6" fmla="*/ 14334 h 28397"/>
                  <a:gd name="connsiteX7" fmla="*/ 4248 w 28356"/>
                  <a:gd name="connsiteY7" fmla="*/ 24374 h 28397"/>
                  <a:gd name="connsiteX8" fmla="*/ 1427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33"/>
                    </a:moveTo>
                    <a:cubicBezTo>
                      <a:pt x="18033" y="28533"/>
                      <a:pt x="21640" y="27037"/>
                      <a:pt x="24299" y="24374"/>
                    </a:cubicBezTo>
                    <a:cubicBezTo>
                      <a:pt x="26958" y="21711"/>
                      <a:pt x="28451" y="18099"/>
                      <a:pt x="28451" y="14334"/>
                    </a:cubicBezTo>
                    <a:cubicBezTo>
                      <a:pt x="28451" y="10568"/>
                      <a:pt x="26958" y="6956"/>
                      <a:pt x="24299" y="4294"/>
                    </a:cubicBezTo>
                    <a:cubicBezTo>
                      <a:pt x="21640" y="1631"/>
                      <a:pt x="18033" y="135"/>
                      <a:pt x="14273" y="135"/>
                    </a:cubicBezTo>
                    <a:cubicBezTo>
                      <a:pt x="10513" y="135"/>
                      <a:pt x="6906" y="1631"/>
                      <a:pt x="4248" y="4294"/>
                    </a:cubicBezTo>
                    <a:cubicBezTo>
                      <a:pt x="1589" y="6956"/>
                      <a:pt x="95" y="10568"/>
                      <a:pt x="95" y="14334"/>
                    </a:cubicBezTo>
                    <a:cubicBezTo>
                      <a:pt x="95" y="18099"/>
                      <a:pt x="1589" y="21711"/>
                      <a:pt x="4248" y="24374"/>
                    </a:cubicBezTo>
                    <a:cubicBezTo>
                      <a:pt x="6906" y="27037"/>
                      <a:pt x="10513" y="28533"/>
                      <a:pt x="1427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1" name="Freeform: Shape 1010">
                <a:extLst>
                  <a:ext uri="{FF2B5EF4-FFF2-40B4-BE49-F238E27FC236}">
                    <a16:creationId xmlns:a16="http://schemas.microsoft.com/office/drawing/2014/main" id="{0C5E684E-BB8E-6DEC-362C-1D86FA9084D3}"/>
                  </a:ext>
                </a:extLst>
              </p:cNvPr>
              <p:cNvSpPr/>
              <p:nvPr/>
            </p:nvSpPr>
            <p:spPr>
              <a:xfrm>
                <a:off x="5747288" y="5005972"/>
                <a:ext cx="28356" cy="28397"/>
              </a:xfrm>
              <a:custGeom>
                <a:avLst/>
                <a:gdLst>
                  <a:gd name="connsiteX0" fmla="*/ 14273 w 28356"/>
                  <a:gd name="connsiteY0" fmla="*/ 28533 h 28397"/>
                  <a:gd name="connsiteX1" fmla="*/ 24298 w 28356"/>
                  <a:gd name="connsiteY1" fmla="*/ 24374 h 28397"/>
                  <a:gd name="connsiteX2" fmla="*/ 28451 w 28356"/>
                  <a:gd name="connsiteY2" fmla="*/ 14334 h 28397"/>
                  <a:gd name="connsiteX3" fmla="*/ 24298 w 28356"/>
                  <a:gd name="connsiteY3" fmla="*/ 4294 h 28397"/>
                  <a:gd name="connsiteX4" fmla="*/ 14273 w 28356"/>
                  <a:gd name="connsiteY4" fmla="*/ 135 h 28397"/>
                  <a:gd name="connsiteX5" fmla="*/ 4247 w 28356"/>
                  <a:gd name="connsiteY5" fmla="*/ 4294 h 28397"/>
                  <a:gd name="connsiteX6" fmla="*/ 94 w 28356"/>
                  <a:gd name="connsiteY6" fmla="*/ 14334 h 28397"/>
                  <a:gd name="connsiteX7" fmla="*/ 4247 w 28356"/>
                  <a:gd name="connsiteY7" fmla="*/ 24374 h 28397"/>
                  <a:gd name="connsiteX8" fmla="*/ 1427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33"/>
                    </a:moveTo>
                    <a:cubicBezTo>
                      <a:pt x="18033" y="28533"/>
                      <a:pt x="21639" y="27037"/>
                      <a:pt x="24298" y="24374"/>
                    </a:cubicBezTo>
                    <a:cubicBezTo>
                      <a:pt x="26957" y="21712"/>
                      <a:pt x="28451" y="18100"/>
                      <a:pt x="28451" y="14334"/>
                    </a:cubicBezTo>
                    <a:cubicBezTo>
                      <a:pt x="28451" y="10568"/>
                      <a:pt x="26957" y="6957"/>
                      <a:pt x="24298" y="4294"/>
                    </a:cubicBezTo>
                    <a:cubicBezTo>
                      <a:pt x="21639" y="1631"/>
                      <a:pt x="18033" y="135"/>
                      <a:pt x="14273" y="135"/>
                    </a:cubicBezTo>
                    <a:cubicBezTo>
                      <a:pt x="10512" y="135"/>
                      <a:pt x="6906" y="1631"/>
                      <a:pt x="4247" y="4294"/>
                    </a:cubicBezTo>
                    <a:cubicBezTo>
                      <a:pt x="1588" y="6957"/>
                      <a:pt x="94" y="10568"/>
                      <a:pt x="94" y="14334"/>
                    </a:cubicBezTo>
                    <a:cubicBezTo>
                      <a:pt x="94" y="18100"/>
                      <a:pt x="1588" y="21712"/>
                      <a:pt x="4247" y="24374"/>
                    </a:cubicBezTo>
                    <a:cubicBezTo>
                      <a:pt x="6906" y="27037"/>
                      <a:pt x="10512" y="28533"/>
                      <a:pt x="1427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2" name="Freeform: Shape 1011">
                <a:extLst>
                  <a:ext uri="{FF2B5EF4-FFF2-40B4-BE49-F238E27FC236}">
                    <a16:creationId xmlns:a16="http://schemas.microsoft.com/office/drawing/2014/main" id="{77BC6ABA-D314-0E5A-1169-E68313F513BC}"/>
                  </a:ext>
                </a:extLst>
              </p:cNvPr>
              <p:cNvSpPr/>
              <p:nvPr/>
            </p:nvSpPr>
            <p:spPr>
              <a:xfrm>
                <a:off x="5739529" y="4987227"/>
                <a:ext cx="28356" cy="28397"/>
              </a:xfrm>
              <a:custGeom>
                <a:avLst/>
                <a:gdLst>
                  <a:gd name="connsiteX0" fmla="*/ 14272 w 28356"/>
                  <a:gd name="connsiteY0" fmla="*/ 28532 h 28397"/>
                  <a:gd name="connsiteX1" fmla="*/ 24298 w 28356"/>
                  <a:gd name="connsiteY1" fmla="*/ 24373 h 28397"/>
                  <a:gd name="connsiteX2" fmla="*/ 28450 w 28356"/>
                  <a:gd name="connsiteY2" fmla="*/ 14333 h 28397"/>
                  <a:gd name="connsiteX3" fmla="*/ 24298 w 28356"/>
                  <a:gd name="connsiteY3" fmla="*/ 4292 h 28397"/>
                  <a:gd name="connsiteX4" fmla="*/ 14272 w 28356"/>
                  <a:gd name="connsiteY4" fmla="*/ 134 h 28397"/>
                  <a:gd name="connsiteX5" fmla="*/ 4246 w 28356"/>
                  <a:gd name="connsiteY5" fmla="*/ 4292 h 28397"/>
                  <a:gd name="connsiteX6" fmla="*/ 94 w 28356"/>
                  <a:gd name="connsiteY6" fmla="*/ 14333 h 28397"/>
                  <a:gd name="connsiteX7" fmla="*/ 4246 w 28356"/>
                  <a:gd name="connsiteY7" fmla="*/ 24373 h 28397"/>
                  <a:gd name="connsiteX8" fmla="*/ 1427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2" y="28532"/>
                    </a:moveTo>
                    <a:cubicBezTo>
                      <a:pt x="18032" y="28532"/>
                      <a:pt x="21639" y="27036"/>
                      <a:pt x="24298" y="24373"/>
                    </a:cubicBezTo>
                    <a:cubicBezTo>
                      <a:pt x="26956" y="21710"/>
                      <a:pt x="28450" y="18098"/>
                      <a:pt x="28450" y="14333"/>
                    </a:cubicBezTo>
                    <a:cubicBezTo>
                      <a:pt x="28450" y="10567"/>
                      <a:pt x="26956" y="6955"/>
                      <a:pt x="24298" y="4292"/>
                    </a:cubicBezTo>
                    <a:cubicBezTo>
                      <a:pt x="21639" y="1630"/>
                      <a:pt x="18032" y="134"/>
                      <a:pt x="14272" y="134"/>
                    </a:cubicBezTo>
                    <a:cubicBezTo>
                      <a:pt x="10512" y="134"/>
                      <a:pt x="6905" y="1630"/>
                      <a:pt x="4246" y="4292"/>
                    </a:cubicBezTo>
                    <a:cubicBezTo>
                      <a:pt x="1587" y="6955"/>
                      <a:pt x="94" y="10567"/>
                      <a:pt x="94" y="14333"/>
                    </a:cubicBezTo>
                    <a:cubicBezTo>
                      <a:pt x="94" y="18098"/>
                      <a:pt x="1587" y="21710"/>
                      <a:pt x="4246" y="24373"/>
                    </a:cubicBezTo>
                    <a:cubicBezTo>
                      <a:pt x="6905" y="27036"/>
                      <a:pt x="10512" y="28532"/>
                      <a:pt x="14272"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3" name="Freeform: Shape 1012">
                <a:extLst>
                  <a:ext uri="{FF2B5EF4-FFF2-40B4-BE49-F238E27FC236}">
                    <a16:creationId xmlns:a16="http://schemas.microsoft.com/office/drawing/2014/main" id="{BF511E6B-BB93-DAAA-7E56-454D5FEA0C73}"/>
                  </a:ext>
                </a:extLst>
              </p:cNvPr>
              <p:cNvSpPr/>
              <p:nvPr/>
            </p:nvSpPr>
            <p:spPr>
              <a:xfrm>
                <a:off x="5731771" y="4937722"/>
                <a:ext cx="28356" cy="28397"/>
              </a:xfrm>
              <a:custGeom>
                <a:avLst/>
                <a:gdLst>
                  <a:gd name="connsiteX0" fmla="*/ 14271 w 28356"/>
                  <a:gd name="connsiteY0" fmla="*/ 28528 h 28397"/>
                  <a:gd name="connsiteX1" fmla="*/ 24297 w 28356"/>
                  <a:gd name="connsiteY1" fmla="*/ 24369 h 28397"/>
                  <a:gd name="connsiteX2" fmla="*/ 28450 w 28356"/>
                  <a:gd name="connsiteY2" fmla="*/ 14329 h 28397"/>
                  <a:gd name="connsiteX3" fmla="*/ 24297 w 28356"/>
                  <a:gd name="connsiteY3" fmla="*/ 4288 h 28397"/>
                  <a:gd name="connsiteX4" fmla="*/ 14271 w 28356"/>
                  <a:gd name="connsiteY4" fmla="*/ 130 h 28397"/>
                  <a:gd name="connsiteX5" fmla="*/ 4246 w 28356"/>
                  <a:gd name="connsiteY5" fmla="*/ 4288 h 28397"/>
                  <a:gd name="connsiteX6" fmla="*/ 93 w 28356"/>
                  <a:gd name="connsiteY6" fmla="*/ 14329 h 28397"/>
                  <a:gd name="connsiteX7" fmla="*/ 4246 w 28356"/>
                  <a:gd name="connsiteY7" fmla="*/ 24369 h 28397"/>
                  <a:gd name="connsiteX8" fmla="*/ 1427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28"/>
                    </a:moveTo>
                    <a:cubicBezTo>
                      <a:pt x="18031" y="28528"/>
                      <a:pt x="21638" y="27032"/>
                      <a:pt x="24297" y="24369"/>
                    </a:cubicBezTo>
                    <a:cubicBezTo>
                      <a:pt x="26956" y="21706"/>
                      <a:pt x="28450" y="18094"/>
                      <a:pt x="28450" y="14329"/>
                    </a:cubicBezTo>
                    <a:cubicBezTo>
                      <a:pt x="28450" y="10563"/>
                      <a:pt x="26956" y="6951"/>
                      <a:pt x="24297" y="4288"/>
                    </a:cubicBezTo>
                    <a:cubicBezTo>
                      <a:pt x="21638" y="1626"/>
                      <a:pt x="18031" y="130"/>
                      <a:pt x="14271" y="130"/>
                    </a:cubicBezTo>
                    <a:cubicBezTo>
                      <a:pt x="10511" y="130"/>
                      <a:pt x="6905" y="1626"/>
                      <a:pt x="4246" y="4288"/>
                    </a:cubicBezTo>
                    <a:cubicBezTo>
                      <a:pt x="1587" y="6951"/>
                      <a:pt x="93" y="10563"/>
                      <a:pt x="93" y="14329"/>
                    </a:cubicBezTo>
                    <a:cubicBezTo>
                      <a:pt x="93" y="18094"/>
                      <a:pt x="1587" y="21706"/>
                      <a:pt x="4246" y="24369"/>
                    </a:cubicBezTo>
                    <a:cubicBezTo>
                      <a:pt x="6905" y="27032"/>
                      <a:pt x="10511" y="28528"/>
                      <a:pt x="14271"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4" name="Freeform: Shape 1013">
                <a:extLst>
                  <a:ext uri="{FF2B5EF4-FFF2-40B4-BE49-F238E27FC236}">
                    <a16:creationId xmlns:a16="http://schemas.microsoft.com/office/drawing/2014/main" id="{13FBFE0E-7449-019C-7CF3-C18103FEE853}"/>
                  </a:ext>
                </a:extLst>
              </p:cNvPr>
              <p:cNvSpPr/>
              <p:nvPr/>
            </p:nvSpPr>
            <p:spPr>
              <a:xfrm>
                <a:off x="5724012" y="4746003"/>
                <a:ext cx="28356" cy="28397"/>
              </a:xfrm>
              <a:custGeom>
                <a:avLst/>
                <a:gdLst>
                  <a:gd name="connsiteX0" fmla="*/ 14271 w 28356"/>
                  <a:gd name="connsiteY0" fmla="*/ 28513 h 28397"/>
                  <a:gd name="connsiteX1" fmla="*/ 24296 w 28356"/>
                  <a:gd name="connsiteY1" fmla="*/ 24354 h 28397"/>
                  <a:gd name="connsiteX2" fmla="*/ 28449 w 28356"/>
                  <a:gd name="connsiteY2" fmla="*/ 14314 h 28397"/>
                  <a:gd name="connsiteX3" fmla="*/ 24296 w 28356"/>
                  <a:gd name="connsiteY3" fmla="*/ 4273 h 28397"/>
                  <a:gd name="connsiteX4" fmla="*/ 14271 w 28356"/>
                  <a:gd name="connsiteY4" fmla="*/ 115 h 28397"/>
                  <a:gd name="connsiteX5" fmla="*/ 4245 w 28356"/>
                  <a:gd name="connsiteY5" fmla="*/ 4273 h 28397"/>
                  <a:gd name="connsiteX6" fmla="*/ 92 w 28356"/>
                  <a:gd name="connsiteY6" fmla="*/ 14314 h 28397"/>
                  <a:gd name="connsiteX7" fmla="*/ 4245 w 28356"/>
                  <a:gd name="connsiteY7" fmla="*/ 24354 h 28397"/>
                  <a:gd name="connsiteX8" fmla="*/ 14271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13"/>
                    </a:moveTo>
                    <a:cubicBezTo>
                      <a:pt x="18031" y="28513"/>
                      <a:pt x="21638" y="27017"/>
                      <a:pt x="24296" y="24354"/>
                    </a:cubicBezTo>
                    <a:cubicBezTo>
                      <a:pt x="26955" y="21691"/>
                      <a:pt x="28449" y="18079"/>
                      <a:pt x="28449" y="14314"/>
                    </a:cubicBezTo>
                    <a:cubicBezTo>
                      <a:pt x="28449" y="10548"/>
                      <a:pt x="26955" y="6936"/>
                      <a:pt x="24296" y="4273"/>
                    </a:cubicBezTo>
                    <a:cubicBezTo>
                      <a:pt x="21638" y="1611"/>
                      <a:pt x="18031" y="115"/>
                      <a:pt x="14271" y="115"/>
                    </a:cubicBezTo>
                    <a:cubicBezTo>
                      <a:pt x="10511" y="115"/>
                      <a:pt x="6904" y="1611"/>
                      <a:pt x="4245" y="4273"/>
                    </a:cubicBezTo>
                    <a:cubicBezTo>
                      <a:pt x="1586" y="6936"/>
                      <a:pt x="92" y="10548"/>
                      <a:pt x="92" y="14314"/>
                    </a:cubicBezTo>
                    <a:cubicBezTo>
                      <a:pt x="92" y="18079"/>
                      <a:pt x="1586" y="21691"/>
                      <a:pt x="4245" y="24354"/>
                    </a:cubicBezTo>
                    <a:cubicBezTo>
                      <a:pt x="6904" y="27017"/>
                      <a:pt x="10511" y="28513"/>
                      <a:pt x="14271"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5" name="Freeform: Shape 1014">
                <a:extLst>
                  <a:ext uri="{FF2B5EF4-FFF2-40B4-BE49-F238E27FC236}">
                    <a16:creationId xmlns:a16="http://schemas.microsoft.com/office/drawing/2014/main" id="{FC2B0235-4761-E5F7-2BCB-2A2C6BD55C61}"/>
                  </a:ext>
                </a:extLst>
              </p:cNvPr>
              <p:cNvSpPr/>
              <p:nvPr/>
            </p:nvSpPr>
            <p:spPr>
              <a:xfrm>
                <a:off x="5716254" y="4779722"/>
                <a:ext cx="28356" cy="28397"/>
              </a:xfrm>
              <a:custGeom>
                <a:avLst/>
                <a:gdLst>
                  <a:gd name="connsiteX0" fmla="*/ 14270 w 28356"/>
                  <a:gd name="connsiteY0" fmla="*/ 28515 h 28397"/>
                  <a:gd name="connsiteX1" fmla="*/ 24296 w 28356"/>
                  <a:gd name="connsiteY1" fmla="*/ 24356 h 28397"/>
                  <a:gd name="connsiteX2" fmla="*/ 28448 w 28356"/>
                  <a:gd name="connsiteY2" fmla="*/ 14316 h 28397"/>
                  <a:gd name="connsiteX3" fmla="*/ 24296 w 28356"/>
                  <a:gd name="connsiteY3" fmla="*/ 4276 h 28397"/>
                  <a:gd name="connsiteX4" fmla="*/ 14270 w 28356"/>
                  <a:gd name="connsiteY4" fmla="*/ 117 h 28397"/>
                  <a:gd name="connsiteX5" fmla="*/ 4244 w 28356"/>
                  <a:gd name="connsiteY5" fmla="*/ 4276 h 28397"/>
                  <a:gd name="connsiteX6" fmla="*/ 92 w 28356"/>
                  <a:gd name="connsiteY6" fmla="*/ 14316 h 28397"/>
                  <a:gd name="connsiteX7" fmla="*/ 4244 w 28356"/>
                  <a:gd name="connsiteY7" fmla="*/ 24356 h 28397"/>
                  <a:gd name="connsiteX8" fmla="*/ 14270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0" y="28515"/>
                    </a:moveTo>
                    <a:cubicBezTo>
                      <a:pt x="18030" y="28515"/>
                      <a:pt x="21637" y="27019"/>
                      <a:pt x="24296" y="24356"/>
                    </a:cubicBezTo>
                    <a:cubicBezTo>
                      <a:pt x="26955" y="21694"/>
                      <a:pt x="28448" y="18082"/>
                      <a:pt x="28448" y="14316"/>
                    </a:cubicBezTo>
                    <a:cubicBezTo>
                      <a:pt x="28448" y="10551"/>
                      <a:pt x="26955" y="6939"/>
                      <a:pt x="24296" y="4276"/>
                    </a:cubicBezTo>
                    <a:cubicBezTo>
                      <a:pt x="21637" y="1613"/>
                      <a:pt x="18030" y="117"/>
                      <a:pt x="14270" y="117"/>
                    </a:cubicBezTo>
                    <a:cubicBezTo>
                      <a:pt x="10510" y="117"/>
                      <a:pt x="6903" y="1613"/>
                      <a:pt x="4244" y="4276"/>
                    </a:cubicBezTo>
                    <a:cubicBezTo>
                      <a:pt x="1586" y="6939"/>
                      <a:pt x="92" y="10551"/>
                      <a:pt x="92" y="14316"/>
                    </a:cubicBezTo>
                    <a:cubicBezTo>
                      <a:pt x="92" y="18082"/>
                      <a:pt x="1586" y="21694"/>
                      <a:pt x="4244" y="24356"/>
                    </a:cubicBezTo>
                    <a:cubicBezTo>
                      <a:pt x="6903" y="27019"/>
                      <a:pt x="10510" y="28515"/>
                      <a:pt x="14270"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6" name="Freeform: Shape 1015">
                <a:extLst>
                  <a:ext uri="{FF2B5EF4-FFF2-40B4-BE49-F238E27FC236}">
                    <a16:creationId xmlns:a16="http://schemas.microsoft.com/office/drawing/2014/main" id="{8D5BA7D9-BF6B-41F4-58C8-C58C8C8C1B53}"/>
                  </a:ext>
                </a:extLst>
              </p:cNvPr>
              <p:cNvSpPr/>
              <p:nvPr/>
            </p:nvSpPr>
            <p:spPr>
              <a:xfrm>
                <a:off x="5708496" y="4847248"/>
                <a:ext cx="28356" cy="28397"/>
              </a:xfrm>
              <a:custGeom>
                <a:avLst/>
                <a:gdLst>
                  <a:gd name="connsiteX0" fmla="*/ 14269 w 28356"/>
                  <a:gd name="connsiteY0" fmla="*/ 28521 h 28397"/>
                  <a:gd name="connsiteX1" fmla="*/ 24295 w 28356"/>
                  <a:gd name="connsiteY1" fmla="*/ 24362 h 28397"/>
                  <a:gd name="connsiteX2" fmla="*/ 28448 w 28356"/>
                  <a:gd name="connsiteY2" fmla="*/ 14322 h 28397"/>
                  <a:gd name="connsiteX3" fmla="*/ 24295 w 28356"/>
                  <a:gd name="connsiteY3" fmla="*/ 4281 h 28397"/>
                  <a:gd name="connsiteX4" fmla="*/ 14269 w 28356"/>
                  <a:gd name="connsiteY4" fmla="*/ 123 h 28397"/>
                  <a:gd name="connsiteX5" fmla="*/ 4244 w 28356"/>
                  <a:gd name="connsiteY5" fmla="*/ 4281 h 28397"/>
                  <a:gd name="connsiteX6" fmla="*/ 91 w 28356"/>
                  <a:gd name="connsiteY6" fmla="*/ 14322 h 28397"/>
                  <a:gd name="connsiteX7" fmla="*/ 4244 w 28356"/>
                  <a:gd name="connsiteY7" fmla="*/ 24362 h 28397"/>
                  <a:gd name="connsiteX8" fmla="*/ 14269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21"/>
                    </a:moveTo>
                    <a:cubicBezTo>
                      <a:pt x="18030" y="28521"/>
                      <a:pt x="21636" y="27024"/>
                      <a:pt x="24295" y="24362"/>
                    </a:cubicBezTo>
                    <a:cubicBezTo>
                      <a:pt x="26954" y="21699"/>
                      <a:pt x="28448" y="18087"/>
                      <a:pt x="28448" y="14322"/>
                    </a:cubicBezTo>
                    <a:cubicBezTo>
                      <a:pt x="28448" y="10556"/>
                      <a:pt x="26954" y="6944"/>
                      <a:pt x="24295" y="4281"/>
                    </a:cubicBezTo>
                    <a:cubicBezTo>
                      <a:pt x="21636" y="1619"/>
                      <a:pt x="18030" y="123"/>
                      <a:pt x="14269" y="123"/>
                    </a:cubicBezTo>
                    <a:cubicBezTo>
                      <a:pt x="10509" y="123"/>
                      <a:pt x="6903" y="1619"/>
                      <a:pt x="4244" y="4281"/>
                    </a:cubicBezTo>
                    <a:cubicBezTo>
                      <a:pt x="1585" y="6944"/>
                      <a:pt x="91" y="10556"/>
                      <a:pt x="91" y="14322"/>
                    </a:cubicBezTo>
                    <a:cubicBezTo>
                      <a:pt x="91" y="18087"/>
                      <a:pt x="1585" y="21699"/>
                      <a:pt x="4244" y="24362"/>
                    </a:cubicBezTo>
                    <a:cubicBezTo>
                      <a:pt x="6903" y="27024"/>
                      <a:pt x="10509" y="28521"/>
                      <a:pt x="14269"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7" name="Freeform: Shape 1016">
                <a:extLst>
                  <a:ext uri="{FF2B5EF4-FFF2-40B4-BE49-F238E27FC236}">
                    <a16:creationId xmlns:a16="http://schemas.microsoft.com/office/drawing/2014/main" id="{B0537A23-9CA6-9786-48A4-5A0B8B8B83E4}"/>
                  </a:ext>
                </a:extLst>
              </p:cNvPr>
              <p:cNvSpPr/>
              <p:nvPr/>
            </p:nvSpPr>
            <p:spPr>
              <a:xfrm>
                <a:off x="5700738" y="4831487"/>
                <a:ext cx="28356" cy="28397"/>
              </a:xfrm>
              <a:custGeom>
                <a:avLst/>
                <a:gdLst>
                  <a:gd name="connsiteX0" fmla="*/ 14269 w 28356"/>
                  <a:gd name="connsiteY0" fmla="*/ 28519 h 28397"/>
                  <a:gd name="connsiteX1" fmla="*/ 24294 w 28356"/>
                  <a:gd name="connsiteY1" fmla="*/ 24361 h 28397"/>
                  <a:gd name="connsiteX2" fmla="*/ 28447 w 28356"/>
                  <a:gd name="connsiteY2" fmla="*/ 14320 h 28397"/>
                  <a:gd name="connsiteX3" fmla="*/ 24294 w 28356"/>
                  <a:gd name="connsiteY3" fmla="*/ 4280 h 28397"/>
                  <a:gd name="connsiteX4" fmla="*/ 14269 w 28356"/>
                  <a:gd name="connsiteY4" fmla="*/ 121 h 28397"/>
                  <a:gd name="connsiteX5" fmla="*/ 4243 w 28356"/>
                  <a:gd name="connsiteY5" fmla="*/ 4280 h 28397"/>
                  <a:gd name="connsiteX6" fmla="*/ 91 w 28356"/>
                  <a:gd name="connsiteY6" fmla="*/ 14320 h 28397"/>
                  <a:gd name="connsiteX7" fmla="*/ 4243 w 28356"/>
                  <a:gd name="connsiteY7" fmla="*/ 24361 h 28397"/>
                  <a:gd name="connsiteX8" fmla="*/ 14269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19"/>
                    </a:moveTo>
                    <a:cubicBezTo>
                      <a:pt x="18029" y="28519"/>
                      <a:pt x="21636" y="27023"/>
                      <a:pt x="24294" y="24361"/>
                    </a:cubicBezTo>
                    <a:cubicBezTo>
                      <a:pt x="26953" y="21698"/>
                      <a:pt x="28447" y="18086"/>
                      <a:pt x="28447" y="14320"/>
                    </a:cubicBezTo>
                    <a:cubicBezTo>
                      <a:pt x="28447" y="10555"/>
                      <a:pt x="26953" y="6943"/>
                      <a:pt x="24294" y="4280"/>
                    </a:cubicBezTo>
                    <a:cubicBezTo>
                      <a:pt x="21636" y="1617"/>
                      <a:pt x="18029" y="121"/>
                      <a:pt x="14269" y="121"/>
                    </a:cubicBezTo>
                    <a:cubicBezTo>
                      <a:pt x="10509" y="121"/>
                      <a:pt x="6902" y="1617"/>
                      <a:pt x="4243" y="4280"/>
                    </a:cubicBezTo>
                    <a:cubicBezTo>
                      <a:pt x="1584" y="6943"/>
                      <a:pt x="91" y="10555"/>
                      <a:pt x="91" y="14320"/>
                    </a:cubicBezTo>
                    <a:cubicBezTo>
                      <a:pt x="91" y="18086"/>
                      <a:pt x="1584" y="21698"/>
                      <a:pt x="4243" y="24361"/>
                    </a:cubicBezTo>
                    <a:cubicBezTo>
                      <a:pt x="6902" y="27023"/>
                      <a:pt x="10509" y="28519"/>
                      <a:pt x="14269" y="2851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8" name="Freeform: Shape 1017">
                <a:extLst>
                  <a:ext uri="{FF2B5EF4-FFF2-40B4-BE49-F238E27FC236}">
                    <a16:creationId xmlns:a16="http://schemas.microsoft.com/office/drawing/2014/main" id="{67FE2EAD-842E-7F78-75A6-3AABE460E3F5}"/>
                  </a:ext>
                </a:extLst>
              </p:cNvPr>
              <p:cNvSpPr/>
              <p:nvPr/>
            </p:nvSpPr>
            <p:spPr>
              <a:xfrm>
                <a:off x="5692979" y="5001591"/>
                <a:ext cx="28356" cy="28397"/>
              </a:xfrm>
              <a:custGeom>
                <a:avLst/>
                <a:gdLst>
                  <a:gd name="connsiteX0" fmla="*/ 14268 w 28356"/>
                  <a:gd name="connsiteY0" fmla="*/ 28533 h 28397"/>
                  <a:gd name="connsiteX1" fmla="*/ 24294 w 28356"/>
                  <a:gd name="connsiteY1" fmla="*/ 24374 h 28397"/>
                  <a:gd name="connsiteX2" fmla="*/ 28447 w 28356"/>
                  <a:gd name="connsiteY2" fmla="*/ 14334 h 28397"/>
                  <a:gd name="connsiteX3" fmla="*/ 24294 w 28356"/>
                  <a:gd name="connsiteY3" fmla="*/ 4293 h 28397"/>
                  <a:gd name="connsiteX4" fmla="*/ 14268 w 28356"/>
                  <a:gd name="connsiteY4" fmla="*/ 135 h 28397"/>
                  <a:gd name="connsiteX5" fmla="*/ 4243 w 28356"/>
                  <a:gd name="connsiteY5" fmla="*/ 4293 h 28397"/>
                  <a:gd name="connsiteX6" fmla="*/ 90 w 28356"/>
                  <a:gd name="connsiteY6" fmla="*/ 14334 h 28397"/>
                  <a:gd name="connsiteX7" fmla="*/ 4243 w 28356"/>
                  <a:gd name="connsiteY7" fmla="*/ 24374 h 28397"/>
                  <a:gd name="connsiteX8" fmla="*/ 14268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33"/>
                    </a:moveTo>
                    <a:cubicBezTo>
                      <a:pt x="18028" y="28533"/>
                      <a:pt x="21635" y="27037"/>
                      <a:pt x="24294" y="24374"/>
                    </a:cubicBezTo>
                    <a:cubicBezTo>
                      <a:pt x="26953" y="21711"/>
                      <a:pt x="28447" y="18099"/>
                      <a:pt x="28447" y="14334"/>
                    </a:cubicBezTo>
                    <a:cubicBezTo>
                      <a:pt x="28447" y="10568"/>
                      <a:pt x="26953" y="6956"/>
                      <a:pt x="24294" y="4293"/>
                    </a:cubicBezTo>
                    <a:cubicBezTo>
                      <a:pt x="21635" y="1631"/>
                      <a:pt x="18028" y="135"/>
                      <a:pt x="14268" y="135"/>
                    </a:cubicBezTo>
                    <a:cubicBezTo>
                      <a:pt x="10508" y="135"/>
                      <a:pt x="6901" y="1631"/>
                      <a:pt x="4243" y="4293"/>
                    </a:cubicBezTo>
                    <a:cubicBezTo>
                      <a:pt x="1584" y="6956"/>
                      <a:pt x="90" y="10568"/>
                      <a:pt x="90" y="14334"/>
                    </a:cubicBezTo>
                    <a:cubicBezTo>
                      <a:pt x="90" y="18099"/>
                      <a:pt x="1584" y="21711"/>
                      <a:pt x="4243" y="24374"/>
                    </a:cubicBezTo>
                    <a:cubicBezTo>
                      <a:pt x="6901" y="27037"/>
                      <a:pt x="10508" y="28533"/>
                      <a:pt x="14268"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19" name="Freeform: Shape 1018">
                <a:extLst>
                  <a:ext uri="{FF2B5EF4-FFF2-40B4-BE49-F238E27FC236}">
                    <a16:creationId xmlns:a16="http://schemas.microsoft.com/office/drawing/2014/main" id="{FF3FDAAA-C11A-7119-600D-2E6B45B00A07}"/>
                  </a:ext>
                </a:extLst>
              </p:cNvPr>
              <p:cNvSpPr/>
              <p:nvPr/>
            </p:nvSpPr>
            <p:spPr>
              <a:xfrm>
                <a:off x="5685221" y="4975314"/>
                <a:ext cx="28356" cy="28397"/>
              </a:xfrm>
              <a:custGeom>
                <a:avLst/>
                <a:gdLst>
                  <a:gd name="connsiteX0" fmla="*/ 14268 w 28356"/>
                  <a:gd name="connsiteY0" fmla="*/ 28531 h 28397"/>
                  <a:gd name="connsiteX1" fmla="*/ 24293 w 28356"/>
                  <a:gd name="connsiteY1" fmla="*/ 24372 h 28397"/>
                  <a:gd name="connsiteX2" fmla="*/ 28446 w 28356"/>
                  <a:gd name="connsiteY2" fmla="*/ 14332 h 28397"/>
                  <a:gd name="connsiteX3" fmla="*/ 24293 w 28356"/>
                  <a:gd name="connsiteY3" fmla="*/ 4291 h 28397"/>
                  <a:gd name="connsiteX4" fmla="*/ 14268 w 28356"/>
                  <a:gd name="connsiteY4" fmla="*/ 133 h 28397"/>
                  <a:gd name="connsiteX5" fmla="*/ 4242 w 28356"/>
                  <a:gd name="connsiteY5" fmla="*/ 4291 h 28397"/>
                  <a:gd name="connsiteX6" fmla="*/ 89 w 28356"/>
                  <a:gd name="connsiteY6" fmla="*/ 14332 h 28397"/>
                  <a:gd name="connsiteX7" fmla="*/ 4242 w 28356"/>
                  <a:gd name="connsiteY7" fmla="*/ 24372 h 28397"/>
                  <a:gd name="connsiteX8" fmla="*/ 14268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31"/>
                    </a:moveTo>
                    <a:cubicBezTo>
                      <a:pt x="18028" y="28531"/>
                      <a:pt x="21634" y="27035"/>
                      <a:pt x="24293" y="24372"/>
                    </a:cubicBezTo>
                    <a:cubicBezTo>
                      <a:pt x="26952" y="21709"/>
                      <a:pt x="28446" y="18097"/>
                      <a:pt x="28446" y="14332"/>
                    </a:cubicBezTo>
                    <a:cubicBezTo>
                      <a:pt x="28446" y="10566"/>
                      <a:pt x="26952" y="6954"/>
                      <a:pt x="24293" y="4291"/>
                    </a:cubicBezTo>
                    <a:cubicBezTo>
                      <a:pt x="21634" y="1629"/>
                      <a:pt x="18028" y="133"/>
                      <a:pt x="14268" y="133"/>
                    </a:cubicBezTo>
                    <a:cubicBezTo>
                      <a:pt x="10507" y="133"/>
                      <a:pt x="6901" y="1629"/>
                      <a:pt x="4242" y="4291"/>
                    </a:cubicBezTo>
                    <a:cubicBezTo>
                      <a:pt x="1583" y="6954"/>
                      <a:pt x="89" y="10566"/>
                      <a:pt x="89" y="14332"/>
                    </a:cubicBezTo>
                    <a:cubicBezTo>
                      <a:pt x="89" y="18097"/>
                      <a:pt x="1583" y="21709"/>
                      <a:pt x="4242" y="24372"/>
                    </a:cubicBezTo>
                    <a:cubicBezTo>
                      <a:pt x="6901" y="27035"/>
                      <a:pt x="10507" y="28531"/>
                      <a:pt x="14268"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0" name="Freeform: Shape 1019">
                <a:extLst>
                  <a:ext uri="{FF2B5EF4-FFF2-40B4-BE49-F238E27FC236}">
                    <a16:creationId xmlns:a16="http://schemas.microsoft.com/office/drawing/2014/main" id="{4DD78BE7-25C9-796E-E8DB-B5FEC8D33CF7}"/>
                  </a:ext>
                </a:extLst>
              </p:cNvPr>
              <p:cNvSpPr/>
              <p:nvPr/>
            </p:nvSpPr>
            <p:spPr>
              <a:xfrm>
                <a:off x="5677462" y="4972584"/>
                <a:ext cx="28356" cy="28397"/>
              </a:xfrm>
              <a:custGeom>
                <a:avLst/>
                <a:gdLst>
                  <a:gd name="connsiteX0" fmla="*/ 14267 w 28356"/>
                  <a:gd name="connsiteY0" fmla="*/ 28530 h 28397"/>
                  <a:gd name="connsiteX1" fmla="*/ 24293 w 28356"/>
                  <a:gd name="connsiteY1" fmla="*/ 24372 h 28397"/>
                  <a:gd name="connsiteX2" fmla="*/ 28445 w 28356"/>
                  <a:gd name="connsiteY2" fmla="*/ 14331 h 28397"/>
                  <a:gd name="connsiteX3" fmla="*/ 24293 w 28356"/>
                  <a:gd name="connsiteY3" fmla="*/ 4291 h 28397"/>
                  <a:gd name="connsiteX4" fmla="*/ 14267 w 28356"/>
                  <a:gd name="connsiteY4" fmla="*/ 132 h 28397"/>
                  <a:gd name="connsiteX5" fmla="*/ 4241 w 28356"/>
                  <a:gd name="connsiteY5" fmla="*/ 4291 h 28397"/>
                  <a:gd name="connsiteX6" fmla="*/ 89 w 28356"/>
                  <a:gd name="connsiteY6" fmla="*/ 14331 h 28397"/>
                  <a:gd name="connsiteX7" fmla="*/ 4241 w 28356"/>
                  <a:gd name="connsiteY7" fmla="*/ 24372 h 28397"/>
                  <a:gd name="connsiteX8" fmla="*/ 1426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7" y="28530"/>
                    </a:moveTo>
                    <a:cubicBezTo>
                      <a:pt x="18027" y="28530"/>
                      <a:pt x="21634" y="27034"/>
                      <a:pt x="24293" y="24372"/>
                    </a:cubicBezTo>
                    <a:cubicBezTo>
                      <a:pt x="26951" y="21709"/>
                      <a:pt x="28445" y="18097"/>
                      <a:pt x="28445" y="14331"/>
                    </a:cubicBezTo>
                    <a:cubicBezTo>
                      <a:pt x="28445" y="10566"/>
                      <a:pt x="26951" y="6954"/>
                      <a:pt x="24293" y="4291"/>
                    </a:cubicBezTo>
                    <a:cubicBezTo>
                      <a:pt x="21634" y="1629"/>
                      <a:pt x="18027" y="132"/>
                      <a:pt x="14267" y="132"/>
                    </a:cubicBezTo>
                    <a:cubicBezTo>
                      <a:pt x="10507" y="132"/>
                      <a:pt x="6900" y="1629"/>
                      <a:pt x="4241" y="4291"/>
                    </a:cubicBezTo>
                    <a:cubicBezTo>
                      <a:pt x="1583" y="6954"/>
                      <a:pt x="89" y="10566"/>
                      <a:pt x="89" y="14331"/>
                    </a:cubicBezTo>
                    <a:cubicBezTo>
                      <a:pt x="89" y="18097"/>
                      <a:pt x="1583" y="21709"/>
                      <a:pt x="4241" y="24372"/>
                    </a:cubicBezTo>
                    <a:cubicBezTo>
                      <a:pt x="6900" y="27034"/>
                      <a:pt x="10507" y="28530"/>
                      <a:pt x="14267"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1" name="Freeform: Shape 1020">
                <a:extLst>
                  <a:ext uri="{FF2B5EF4-FFF2-40B4-BE49-F238E27FC236}">
                    <a16:creationId xmlns:a16="http://schemas.microsoft.com/office/drawing/2014/main" id="{A6F7B599-E08E-5AA1-124E-3082ADEC2368}"/>
                  </a:ext>
                </a:extLst>
              </p:cNvPr>
              <p:cNvSpPr/>
              <p:nvPr/>
            </p:nvSpPr>
            <p:spPr>
              <a:xfrm>
                <a:off x="5669703" y="4925416"/>
                <a:ext cx="28356" cy="28397"/>
              </a:xfrm>
              <a:custGeom>
                <a:avLst/>
                <a:gdLst>
                  <a:gd name="connsiteX0" fmla="*/ 14266 w 28356"/>
                  <a:gd name="connsiteY0" fmla="*/ 28527 h 28397"/>
                  <a:gd name="connsiteX1" fmla="*/ 24292 w 28356"/>
                  <a:gd name="connsiteY1" fmla="*/ 24368 h 28397"/>
                  <a:gd name="connsiteX2" fmla="*/ 28445 w 28356"/>
                  <a:gd name="connsiteY2" fmla="*/ 14328 h 28397"/>
                  <a:gd name="connsiteX3" fmla="*/ 24292 w 28356"/>
                  <a:gd name="connsiteY3" fmla="*/ 4287 h 28397"/>
                  <a:gd name="connsiteX4" fmla="*/ 14266 w 28356"/>
                  <a:gd name="connsiteY4" fmla="*/ 129 h 28397"/>
                  <a:gd name="connsiteX5" fmla="*/ 4241 w 28356"/>
                  <a:gd name="connsiteY5" fmla="*/ 4287 h 28397"/>
                  <a:gd name="connsiteX6" fmla="*/ 88 w 28356"/>
                  <a:gd name="connsiteY6" fmla="*/ 14328 h 28397"/>
                  <a:gd name="connsiteX7" fmla="*/ 4241 w 28356"/>
                  <a:gd name="connsiteY7" fmla="*/ 24368 h 28397"/>
                  <a:gd name="connsiteX8" fmla="*/ 14266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7"/>
                    </a:moveTo>
                    <a:cubicBezTo>
                      <a:pt x="18027" y="28527"/>
                      <a:pt x="21633" y="27031"/>
                      <a:pt x="24292" y="24368"/>
                    </a:cubicBezTo>
                    <a:cubicBezTo>
                      <a:pt x="26951" y="21705"/>
                      <a:pt x="28445" y="18093"/>
                      <a:pt x="28445" y="14328"/>
                    </a:cubicBezTo>
                    <a:cubicBezTo>
                      <a:pt x="28445" y="10562"/>
                      <a:pt x="26951" y="6950"/>
                      <a:pt x="24292" y="4287"/>
                    </a:cubicBezTo>
                    <a:cubicBezTo>
                      <a:pt x="21633" y="1625"/>
                      <a:pt x="18027" y="129"/>
                      <a:pt x="14266" y="129"/>
                    </a:cubicBezTo>
                    <a:cubicBezTo>
                      <a:pt x="10506" y="129"/>
                      <a:pt x="6900" y="1625"/>
                      <a:pt x="4241" y="4287"/>
                    </a:cubicBezTo>
                    <a:cubicBezTo>
                      <a:pt x="1582" y="6950"/>
                      <a:pt x="88" y="10562"/>
                      <a:pt x="88" y="14328"/>
                    </a:cubicBezTo>
                    <a:cubicBezTo>
                      <a:pt x="88" y="18093"/>
                      <a:pt x="1582" y="21705"/>
                      <a:pt x="4241" y="24368"/>
                    </a:cubicBezTo>
                    <a:cubicBezTo>
                      <a:pt x="6900" y="27031"/>
                      <a:pt x="10506" y="28527"/>
                      <a:pt x="14266"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2" name="Freeform: Shape 1021">
                <a:extLst>
                  <a:ext uri="{FF2B5EF4-FFF2-40B4-BE49-F238E27FC236}">
                    <a16:creationId xmlns:a16="http://schemas.microsoft.com/office/drawing/2014/main" id="{E072ECF0-0864-B0C4-0F6D-B91ACDE80D34}"/>
                  </a:ext>
                </a:extLst>
              </p:cNvPr>
              <p:cNvSpPr/>
              <p:nvPr/>
            </p:nvSpPr>
            <p:spPr>
              <a:xfrm>
                <a:off x="5661945" y="5005083"/>
                <a:ext cx="28356" cy="28397"/>
              </a:xfrm>
              <a:custGeom>
                <a:avLst/>
                <a:gdLst>
                  <a:gd name="connsiteX0" fmla="*/ 14266 w 28356"/>
                  <a:gd name="connsiteY0" fmla="*/ 28533 h 28397"/>
                  <a:gd name="connsiteX1" fmla="*/ 24291 w 28356"/>
                  <a:gd name="connsiteY1" fmla="*/ 24374 h 28397"/>
                  <a:gd name="connsiteX2" fmla="*/ 28444 w 28356"/>
                  <a:gd name="connsiteY2" fmla="*/ 14334 h 28397"/>
                  <a:gd name="connsiteX3" fmla="*/ 24291 w 28356"/>
                  <a:gd name="connsiteY3" fmla="*/ 4294 h 28397"/>
                  <a:gd name="connsiteX4" fmla="*/ 14266 w 28356"/>
                  <a:gd name="connsiteY4" fmla="*/ 135 h 28397"/>
                  <a:gd name="connsiteX5" fmla="*/ 4240 w 28356"/>
                  <a:gd name="connsiteY5" fmla="*/ 4294 h 28397"/>
                  <a:gd name="connsiteX6" fmla="*/ 87 w 28356"/>
                  <a:gd name="connsiteY6" fmla="*/ 14334 h 28397"/>
                  <a:gd name="connsiteX7" fmla="*/ 4240 w 28356"/>
                  <a:gd name="connsiteY7" fmla="*/ 24374 h 28397"/>
                  <a:gd name="connsiteX8" fmla="*/ 1426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33"/>
                    </a:moveTo>
                    <a:cubicBezTo>
                      <a:pt x="18026" y="28533"/>
                      <a:pt x="21633" y="27037"/>
                      <a:pt x="24291" y="24374"/>
                    </a:cubicBezTo>
                    <a:cubicBezTo>
                      <a:pt x="26950" y="21712"/>
                      <a:pt x="28444" y="18100"/>
                      <a:pt x="28444" y="14334"/>
                    </a:cubicBezTo>
                    <a:cubicBezTo>
                      <a:pt x="28444" y="10568"/>
                      <a:pt x="26950" y="6956"/>
                      <a:pt x="24291" y="4294"/>
                    </a:cubicBezTo>
                    <a:cubicBezTo>
                      <a:pt x="21633" y="1631"/>
                      <a:pt x="18026" y="135"/>
                      <a:pt x="14266" y="135"/>
                    </a:cubicBezTo>
                    <a:cubicBezTo>
                      <a:pt x="10506" y="135"/>
                      <a:pt x="6899" y="1631"/>
                      <a:pt x="4240" y="4294"/>
                    </a:cubicBezTo>
                    <a:cubicBezTo>
                      <a:pt x="1581" y="6956"/>
                      <a:pt x="87" y="10568"/>
                      <a:pt x="87" y="14334"/>
                    </a:cubicBezTo>
                    <a:cubicBezTo>
                      <a:pt x="87" y="18100"/>
                      <a:pt x="1581" y="21712"/>
                      <a:pt x="4240" y="24374"/>
                    </a:cubicBezTo>
                    <a:cubicBezTo>
                      <a:pt x="6899" y="27037"/>
                      <a:pt x="10506" y="28533"/>
                      <a:pt x="14266"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3" name="Freeform: Shape 1022">
                <a:extLst>
                  <a:ext uri="{FF2B5EF4-FFF2-40B4-BE49-F238E27FC236}">
                    <a16:creationId xmlns:a16="http://schemas.microsoft.com/office/drawing/2014/main" id="{AE90DCB1-010C-D90E-3B42-5D0DAC135735}"/>
                  </a:ext>
                </a:extLst>
              </p:cNvPr>
              <p:cNvSpPr/>
              <p:nvPr/>
            </p:nvSpPr>
            <p:spPr>
              <a:xfrm>
                <a:off x="5654188" y="5020399"/>
                <a:ext cx="28356" cy="28397"/>
              </a:xfrm>
              <a:custGeom>
                <a:avLst/>
                <a:gdLst>
                  <a:gd name="connsiteX0" fmla="*/ 14265 w 28356"/>
                  <a:gd name="connsiteY0" fmla="*/ 28534 h 28397"/>
                  <a:gd name="connsiteX1" fmla="*/ 24291 w 28356"/>
                  <a:gd name="connsiteY1" fmla="*/ 24375 h 28397"/>
                  <a:gd name="connsiteX2" fmla="*/ 28444 w 28356"/>
                  <a:gd name="connsiteY2" fmla="*/ 14335 h 28397"/>
                  <a:gd name="connsiteX3" fmla="*/ 24291 w 28356"/>
                  <a:gd name="connsiteY3" fmla="*/ 4295 h 28397"/>
                  <a:gd name="connsiteX4" fmla="*/ 14265 w 28356"/>
                  <a:gd name="connsiteY4" fmla="*/ 136 h 28397"/>
                  <a:gd name="connsiteX5" fmla="*/ 4240 w 28356"/>
                  <a:gd name="connsiteY5" fmla="*/ 4295 h 28397"/>
                  <a:gd name="connsiteX6" fmla="*/ 87 w 28356"/>
                  <a:gd name="connsiteY6" fmla="*/ 14335 h 28397"/>
                  <a:gd name="connsiteX7" fmla="*/ 4240 w 28356"/>
                  <a:gd name="connsiteY7" fmla="*/ 24375 h 28397"/>
                  <a:gd name="connsiteX8" fmla="*/ 1426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4"/>
                    </a:moveTo>
                    <a:cubicBezTo>
                      <a:pt x="18025" y="28534"/>
                      <a:pt x="21632" y="27038"/>
                      <a:pt x="24291" y="24375"/>
                    </a:cubicBezTo>
                    <a:cubicBezTo>
                      <a:pt x="26950" y="21713"/>
                      <a:pt x="28444" y="18101"/>
                      <a:pt x="28444" y="14335"/>
                    </a:cubicBezTo>
                    <a:cubicBezTo>
                      <a:pt x="28444" y="10570"/>
                      <a:pt x="26950" y="6958"/>
                      <a:pt x="24291" y="4295"/>
                    </a:cubicBezTo>
                    <a:cubicBezTo>
                      <a:pt x="21632" y="1632"/>
                      <a:pt x="18025" y="136"/>
                      <a:pt x="14265" y="136"/>
                    </a:cubicBezTo>
                    <a:cubicBezTo>
                      <a:pt x="10505" y="136"/>
                      <a:pt x="6898" y="1632"/>
                      <a:pt x="4240" y="4295"/>
                    </a:cubicBezTo>
                    <a:cubicBezTo>
                      <a:pt x="1581" y="6958"/>
                      <a:pt x="87" y="10570"/>
                      <a:pt x="87" y="14335"/>
                    </a:cubicBezTo>
                    <a:cubicBezTo>
                      <a:pt x="87" y="18101"/>
                      <a:pt x="1581" y="21713"/>
                      <a:pt x="4240" y="24375"/>
                    </a:cubicBezTo>
                    <a:cubicBezTo>
                      <a:pt x="6898" y="27038"/>
                      <a:pt x="10505" y="28534"/>
                      <a:pt x="1426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4" name="Freeform: Shape 1023">
                <a:extLst>
                  <a:ext uri="{FF2B5EF4-FFF2-40B4-BE49-F238E27FC236}">
                    <a16:creationId xmlns:a16="http://schemas.microsoft.com/office/drawing/2014/main" id="{37B0EEC3-3187-DBE7-EF06-60C2267CD3B7}"/>
                  </a:ext>
                </a:extLst>
              </p:cNvPr>
              <p:cNvSpPr/>
              <p:nvPr/>
            </p:nvSpPr>
            <p:spPr>
              <a:xfrm>
                <a:off x="5646429" y="5018596"/>
                <a:ext cx="28356" cy="28397"/>
              </a:xfrm>
              <a:custGeom>
                <a:avLst/>
                <a:gdLst>
                  <a:gd name="connsiteX0" fmla="*/ 14265 w 28356"/>
                  <a:gd name="connsiteY0" fmla="*/ 28534 h 28397"/>
                  <a:gd name="connsiteX1" fmla="*/ 24290 w 28356"/>
                  <a:gd name="connsiteY1" fmla="*/ 24375 h 28397"/>
                  <a:gd name="connsiteX2" fmla="*/ 28443 w 28356"/>
                  <a:gd name="connsiteY2" fmla="*/ 14335 h 28397"/>
                  <a:gd name="connsiteX3" fmla="*/ 24290 w 28356"/>
                  <a:gd name="connsiteY3" fmla="*/ 4295 h 28397"/>
                  <a:gd name="connsiteX4" fmla="*/ 14265 w 28356"/>
                  <a:gd name="connsiteY4" fmla="*/ 136 h 28397"/>
                  <a:gd name="connsiteX5" fmla="*/ 4239 w 28356"/>
                  <a:gd name="connsiteY5" fmla="*/ 4295 h 28397"/>
                  <a:gd name="connsiteX6" fmla="*/ 86 w 28356"/>
                  <a:gd name="connsiteY6" fmla="*/ 14335 h 28397"/>
                  <a:gd name="connsiteX7" fmla="*/ 4239 w 28356"/>
                  <a:gd name="connsiteY7" fmla="*/ 24375 h 28397"/>
                  <a:gd name="connsiteX8" fmla="*/ 1426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4"/>
                    </a:moveTo>
                    <a:cubicBezTo>
                      <a:pt x="18025" y="28534"/>
                      <a:pt x="21631" y="27038"/>
                      <a:pt x="24290" y="24375"/>
                    </a:cubicBezTo>
                    <a:cubicBezTo>
                      <a:pt x="26949" y="21713"/>
                      <a:pt x="28443" y="18101"/>
                      <a:pt x="28443" y="14335"/>
                    </a:cubicBezTo>
                    <a:cubicBezTo>
                      <a:pt x="28443" y="10569"/>
                      <a:pt x="26949" y="6958"/>
                      <a:pt x="24290" y="4295"/>
                    </a:cubicBezTo>
                    <a:cubicBezTo>
                      <a:pt x="21631" y="1632"/>
                      <a:pt x="18025" y="136"/>
                      <a:pt x="14265" y="136"/>
                    </a:cubicBezTo>
                    <a:cubicBezTo>
                      <a:pt x="10504" y="136"/>
                      <a:pt x="6898" y="1632"/>
                      <a:pt x="4239" y="4295"/>
                    </a:cubicBezTo>
                    <a:cubicBezTo>
                      <a:pt x="1580" y="6958"/>
                      <a:pt x="86" y="10569"/>
                      <a:pt x="86" y="14335"/>
                    </a:cubicBezTo>
                    <a:cubicBezTo>
                      <a:pt x="86" y="18101"/>
                      <a:pt x="1580" y="21713"/>
                      <a:pt x="4239" y="24375"/>
                    </a:cubicBezTo>
                    <a:cubicBezTo>
                      <a:pt x="6898" y="27038"/>
                      <a:pt x="10504" y="28534"/>
                      <a:pt x="1426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5" name="Freeform: Shape 1024">
                <a:extLst>
                  <a:ext uri="{FF2B5EF4-FFF2-40B4-BE49-F238E27FC236}">
                    <a16:creationId xmlns:a16="http://schemas.microsoft.com/office/drawing/2014/main" id="{21474274-E78E-2D3E-567E-B876CD101381}"/>
                  </a:ext>
                </a:extLst>
              </p:cNvPr>
              <p:cNvSpPr/>
              <p:nvPr/>
            </p:nvSpPr>
            <p:spPr>
              <a:xfrm>
                <a:off x="5638670" y="4835627"/>
                <a:ext cx="28356" cy="28397"/>
              </a:xfrm>
              <a:custGeom>
                <a:avLst/>
                <a:gdLst>
                  <a:gd name="connsiteX0" fmla="*/ 14264 w 28356"/>
                  <a:gd name="connsiteY0" fmla="*/ 28520 h 28397"/>
                  <a:gd name="connsiteX1" fmla="*/ 24290 w 28356"/>
                  <a:gd name="connsiteY1" fmla="*/ 24361 h 28397"/>
                  <a:gd name="connsiteX2" fmla="*/ 28442 w 28356"/>
                  <a:gd name="connsiteY2" fmla="*/ 14321 h 28397"/>
                  <a:gd name="connsiteX3" fmla="*/ 24290 w 28356"/>
                  <a:gd name="connsiteY3" fmla="*/ 4280 h 28397"/>
                  <a:gd name="connsiteX4" fmla="*/ 14264 w 28356"/>
                  <a:gd name="connsiteY4" fmla="*/ 122 h 28397"/>
                  <a:gd name="connsiteX5" fmla="*/ 4238 w 28356"/>
                  <a:gd name="connsiteY5" fmla="*/ 4280 h 28397"/>
                  <a:gd name="connsiteX6" fmla="*/ 86 w 28356"/>
                  <a:gd name="connsiteY6" fmla="*/ 14321 h 28397"/>
                  <a:gd name="connsiteX7" fmla="*/ 4238 w 28356"/>
                  <a:gd name="connsiteY7" fmla="*/ 24361 h 28397"/>
                  <a:gd name="connsiteX8" fmla="*/ 14264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4" y="28520"/>
                    </a:moveTo>
                    <a:cubicBezTo>
                      <a:pt x="18024" y="28520"/>
                      <a:pt x="21631" y="27024"/>
                      <a:pt x="24290" y="24361"/>
                    </a:cubicBezTo>
                    <a:cubicBezTo>
                      <a:pt x="26948" y="21698"/>
                      <a:pt x="28442" y="18086"/>
                      <a:pt x="28442" y="14321"/>
                    </a:cubicBezTo>
                    <a:cubicBezTo>
                      <a:pt x="28442" y="10555"/>
                      <a:pt x="26948" y="6943"/>
                      <a:pt x="24290" y="4280"/>
                    </a:cubicBezTo>
                    <a:cubicBezTo>
                      <a:pt x="21631" y="1618"/>
                      <a:pt x="18024" y="122"/>
                      <a:pt x="14264" y="122"/>
                    </a:cubicBezTo>
                    <a:cubicBezTo>
                      <a:pt x="10504" y="122"/>
                      <a:pt x="6897" y="1618"/>
                      <a:pt x="4238" y="4280"/>
                    </a:cubicBezTo>
                    <a:cubicBezTo>
                      <a:pt x="1580" y="6943"/>
                      <a:pt x="86" y="10555"/>
                      <a:pt x="86" y="14321"/>
                    </a:cubicBezTo>
                    <a:cubicBezTo>
                      <a:pt x="86" y="18086"/>
                      <a:pt x="1580" y="21698"/>
                      <a:pt x="4238" y="24361"/>
                    </a:cubicBezTo>
                    <a:cubicBezTo>
                      <a:pt x="6897" y="27024"/>
                      <a:pt x="10504" y="28520"/>
                      <a:pt x="14264" y="2852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6" name="Freeform: Shape 1025">
                <a:extLst>
                  <a:ext uri="{FF2B5EF4-FFF2-40B4-BE49-F238E27FC236}">
                    <a16:creationId xmlns:a16="http://schemas.microsoft.com/office/drawing/2014/main" id="{0882CA00-BB7F-9CF3-E9AC-31B8DE266775}"/>
                  </a:ext>
                </a:extLst>
              </p:cNvPr>
              <p:cNvSpPr/>
              <p:nvPr/>
            </p:nvSpPr>
            <p:spPr>
              <a:xfrm>
                <a:off x="5630912" y="4889856"/>
                <a:ext cx="28356" cy="28397"/>
              </a:xfrm>
              <a:custGeom>
                <a:avLst/>
                <a:gdLst>
                  <a:gd name="connsiteX0" fmla="*/ 14263 w 28356"/>
                  <a:gd name="connsiteY0" fmla="*/ 28524 h 28397"/>
                  <a:gd name="connsiteX1" fmla="*/ 24289 w 28356"/>
                  <a:gd name="connsiteY1" fmla="*/ 24365 h 28397"/>
                  <a:gd name="connsiteX2" fmla="*/ 28442 w 28356"/>
                  <a:gd name="connsiteY2" fmla="*/ 14325 h 28397"/>
                  <a:gd name="connsiteX3" fmla="*/ 24289 w 28356"/>
                  <a:gd name="connsiteY3" fmla="*/ 4285 h 28397"/>
                  <a:gd name="connsiteX4" fmla="*/ 14263 w 28356"/>
                  <a:gd name="connsiteY4" fmla="*/ 126 h 28397"/>
                  <a:gd name="connsiteX5" fmla="*/ 4238 w 28356"/>
                  <a:gd name="connsiteY5" fmla="*/ 4285 h 28397"/>
                  <a:gd name="connsiteX6" fmla="*/ 85 w 28356"/>
                  <a:gd name="connsiteY6" fmla="*/ 14325 h 28397"/>
                  <a:gd name="connsiteX7" fmla="*/ 4238 w 28356"/>
                  <a:gd name="connsiteY7" fmla="*/ 24365 h 28397"/>
                  <a:gd name="connsiteX8" fmla="*/ 14263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24"/>
                    </a:moveTo>
                    <a:cubicBezTo>
                      <a:pt x="18024" y="28524"/>
                      <a:pt x="21630" y="27028"/>
                      <a:pt x="24289" y="24365"/>
                    </a:cubicBezTo>
                    <a:cubicBezTo>
                      <a:pt x="26948" y="21702"/>
                      <a:pt x="28442" y="18091"/>
                      <a:pt x="28442" y="14325"/>
                    </a:cubicBezTo>
                    <a:cubicBezTo>
                      <a:pt x="28442" y="10559"/>
                      <a:pt x="26948" y="6947"/>
                      <a:pt x="24289" y="4285"/>
                    </a:cubicBezTo>
                    <a:cubicBezTo>
                      <a:pt x="21630" y="1622"/>
                      <a:pt x="18024" y="126"/>
                      <a:pt x="14263" y="126"/>
                    </a:cubicBezTo>
                    <a:cubicBezTo>
                      <a:pt x="10503" y="126"/>
                      <a:pt x="6897" y="1622"/>
                      <a:pt x="4238" y="4285"/>
                    </a:cubicBezTo>
                    <a:cubicBezTo>
                      <a:pt x="1579" y="6947"/>
                      <a:pt x="85" y="10559"/>
                      <a:pt x="85" y="14325"/>
                    </a:cubicBezTo>
                    <a:cubicBezTo>
                      <a:pt x="85" y="18091"/>
                      <a:pt x="1579" y="21702"/>
                      <a:pt x="4238" y="24365"/>
                    </a:cubicBezTo>
                    <a:cubicBezTo>
                      <a:pt x="6897" y="27028"/>
                      <a:pt x="10503" y="28524"/>
                      <a:pt x="14263"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7" name="Freeform: Shape 1026">
                <a:extLst>
                  <a:ext uri="{FF2B5EF4-FFF2-40B4-BE49-F238E27FC236}">
                    <a16:creationId xmlns:a16="http://schemas.microsoft.com/office/drawing/2014/main" id="{64FA3552-4EB3-5248-D6FA-72B1105DDC78}"/>
                  </a:ext>
                </a:extLst>
              </p:cNvPr>
              <p:cNvSpPr/>
              <p:nvPr/>
            </p:nvSpPr>
            <p:spPr>
              <a:xfrm>
                <a:off x="5623153" y="4884535"/>
                <a:ext cx="28356" cy="28397"/>
              </a:xfrm>
              <a:custGeom>
                <a:avLst/>
                <a:gdLst>
                  <a:gd name="connsiteX0" fmla="*/ 14263 w 28356"/>
                  <a:gd name="connsiteY0" fmla="*/ 28523 h 28397"/>
                  <a:gd name="connsiteX1" fmla="*/ 24288 w 28356"/>
                  <a:gd name="connsiteY1" fmla="*/ 24365 h 28397"/>
                  <a:gd name="connsiteX2" fmla="*/ 28441 w 28356"/>
                  <a:gd name="connsiteY2" fmla="*/ 14324 h 28397"/>
                  <a:gd name="connsiteX3" fmla="*/ 24288 w 28356"/>
                  <a:gd name="connsiteY3" fmla="*/ 4284 h 28397"/>
                  <a:gd name="connsiteX4" fmla="*/ 14263 w 28356"/>
                  <a:gd name="connsiteY4" fmla="*/ 126 h 28397"/>
                  <a:gd name="connsiteX5" fmla="*/ 4237 w 28356"/>
                  <a:gd name="connsiteY5" fmla="*/ 4284 h 28397"/>
                  <a:gd name="connsiteX6" fmla="*/ 84 w 28356"/>
                  <a:gd name="connsiteY6" fmla="*/ 14324 h 28397"/>
                  <a:gd name="connsiteX7" fmla="*/ 4237 w 28356"/>
                  <a:gd name="connsiteY7" fmla="*/ 24365 h 28397"/>
                  <a:gd name="connsiteX8" fmla="*/ 1426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23"/>
                    </a:moveTo>
                    <a:cubicBezTo>
                      <a:pt x="18023" y="28523"/>
                      <a:pt x="21630" y="27027"/>
                      <a:pt x="24288" y="24365"/>
                    </a:cubicBezTo>
                    <a:cubicBezTo>
                      <a:pt x="26947" y="21702"/>
                      <a:pt x="28441" y="18090"/>
                      <a:pt x="28441" y="14324"/>
                    </a:cubicBezTo>
                    <a:cubicBezTo>
                      <a:pt x="28441" y="10559"/>
                      <a:pt x="26947" y="6947"/>
                      <a:pt x="24288" y="4284"/>
                    </a:cubicBezTo>
                    <a:cubicBezTo>
                      <a:pt x="21630" y="1622"/>
                      <a:pt x="18023" y="126"/>
                      <a:pt x="14263" y="126"/>
                    </a:cubicBezTo>
                    <a:cubicBezTo>
                      <a:pt x="10503" y="126"/>
                      <a:pt x="6896" y="1622"/>
                      <a:pt x="4237" y="4284"/>
                    </a:cubicBezTo>
                    <a:cubicBezTo>
                      <a:pt x="1578" y="6947"/>
                      <a:pt x="84" y="10559"/>
                      <a:pt x="84" y="14324"/>
                    </a:cubicBezTo>
                    <a:cubicBezTo>
                      <a:pt x="84" y="18090"/>
                      <a:pt x="1578" y="21702"/>
                      <a:pt x="4237" y="24365"/>
                    </a:cubicBezTo>
                    <a:cubicBezTo>
                      <a:pt x="6896" y="27027"/>
                      <a:pt x="10503" y="28523"/>
                      <a:pt x="1426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8" name="Freeform: Shape 1027">
                <a:extLst>
                  <a:ext uri="{FF2B5EF4-FFF2-40B4-BE49-F238E27FC236}">
                    <a16:creationId xmlns:a16="http://schemas.microsoft.com/office/drawing/2014/main" id="{579C139F-6A8C-D07D-FB5A-947334C58021}"/>
                  </a:ext>
                </a:extLst>
              </p:cNvPr>
              <p:cNvSpPr/>
              <p:nvPr/>
            </p:nvSpPr>
            <p:spPr>
              <a:xfrm>
                <a:off x="5615395" y="4854918"/>
                <a:ext cx="28356" cy="28397"/>
              </a:xfrm>
              <a:custGeom>
                <a:avLst/>
                <a:gdLst>
                  <a:gd name="connsiteX0" fmla="*/ 14262 w 28356"/>
                  <a:gd name="connsiteY0" fmla="*/ 28521 h 28397"/>
                  <a:gd name="connsiteX1" fmla="*/ 24288 w 28356"/>
                  <a:gd name="connsiteY1" fmla="*/ 24362 h 28397"/>
                  <a:gd name="connsiteX2" fmla="*/ 28440 w 28356"/>
                  <a:gd name="connsiteY2" fmla="*/ 14322 h 28397"/>
                  <a:gd name="connsiteX3" fmla="*/ 24288 w 28356"/>
                  <a:gd name="connsiteY3" fmla="*/ 4282 h 28397"/>
                  <a:gd name="connsiteX4" fmla="*/ 14262 w 28356"/>
                  <a:gd name="connsiteY4" fmla="*/ 123 h 28397"/>
                  <a:gd name="connsiteX5" fmla="*/ 4237 w 28356"/>
                  <a:gd name="connsiteY5" fmla="*/ 4282 h 28397"/>
                  <a:gd name="connsiteX6" fmla="*/ 84 w 28356"/>
                  <a:gd name="connsiteY6" fmla="*/ 14322 h 28397"/>
                  <a:gd name="connsiteX7" fmla="*/ 4237 w 28356"/>
                  <a:gd name="connsiteY7" fmla="*/ 24362 h 28397"/>
                  <a:gd name="connsiteX8" fmla="*/ 14262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1"/>
                    </a:moveTo>
                    <a:cubicBezTo>
                      <a:pt x="18022" y="28521"/>
                      <a:pt x="21629" y="27025"/>
                      <a:pt x="24288" y="24362"/>
                    </a:cubicBezTo>
                    <a:cubicBezTo>
                      <a:pt x="26947" y="21700"/>
                      <a:pt x="28440" y="18088"/>
                      <a:pt x="28440" y="14322"/>
                    </a:cubicBezTo>
                    <a:cubicBezTo>
                      <a:pt x="28440" y="10557"/>
                      <a:pt x="26947" y="6945"/>
                      <a:pt x="24288" y="4282"/>
                    </a:cubicBezTo>
                    <a:cubicBezTo>
                      <a:pt x="21629" y="1619"/>
                      <a:pt x="18022" y="123"/>
                      <a:pt x="14262" y="123"/>
                    </a:cubicBezTo>
                    <a:cubicBezTo>
                      <a:pt x="10502" y="123"/>
                      <a:pt x="6895" y="1619"/>
                      <a:pt x="4237" y="4282"/>
                    </a:cubicBezTo>
                    <a:cubicBezTo>
                      <a:pt x="1578" y="6945"/>
                      <a:pt x="84" y="10557"/>
                      <a:pt x="84" y="14322"/>
                    </a:cubicBezTo>
                    <a:cubicBezTo>
                      <a:pt x="84" y="18088"/>
                      <a:pt x="1578" y="21700"/>
                      <a:pt x="4237" y="24362"/>
                    </a:cubicBezTo>
                    <a:cubicBezTo>
                      <a:pt x="6895" y="27025"/>
                      <a:pt x="10502" y="28521"/>
                      <a:pt x="14262"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29" name="Freeform: Shape 1028">
                <a:extLst>
                  <a:ext uri="{FF2B5EF4-FFF2-40B4-BE49-F238E27FC236}">
                    <a16:creationId xmlns:a16="http://schemas.microsoft.com/office/drawing/2014/main" id="{C1AA5E8D-4F1F-462E-6249-E28DB07BC66D}"/>
                  </a:ext>
                </a:extLst>
              </p:cNvPr>
              <p:cNvSpPr/>
              <p:nvPr/>
            </p:nvSpPr>
            <p:spPr>
              <a:xfrm>
                <a:off x="5607636" y="4999940"/>
                <a:ext cx="28356" cy="28397"/>
              </a:xfrm>
              <a:custGeom>
                <a:avLst/>
                <a:gdLst>
                  <a:gd name="connsiteX0" fmla="*/ 14262 w 28356"/>
                  <a:gd name="connsiteY0" fmla="*/ 28533 h 28397"/>
                  <a:gd name="connsiteX1" fmla="*/ 24287 w 28356"/>
                  <a:gd name="connsiteY1" fmla="*/ 24374 h 28397"/>
                  <a:gd name="connsiteX2" fmla="*/ 28440 w 28356"/>
                  <a:gd name="connsiteY2" fmla="*/ 14334 h 28397"/>
                  <a:gd name="connsiteX3" fmla="*/ 24287 w 28356"/>
                  <a:gd name="connsiteY3" fmla="*/ 4293 h 28397"/>
                  <a:gd name="connsiteX4" fmla="*/ 14262 w 28356"/>
                  <a:gd name="connsiteY4" fmla="*/ 135 h 28397"/>
                  <a:gd name="connsiteX5" fmla="*/ 4236 w 28356"/>
                  <a:gd name="connsiteY5" fmla="*/ 4293 h 28397"/>
                  <a:gd name="connsiteX6" fmla="*/ 83 w 28356"/>
                  <a:gd name="connsiteY6" fmla="*/ 14334 h 28397"/>
                  <a:gd name="connsiteX7" fmla="*/ 4236 w 28356"/>
                  <a:gd name="connsiteY7" fmla="*/ 24374 h 28397"/>
                  <a:gd name="connsiteX8" fmla="*/ 14262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33"/>
                    </a:moveTo>
                    <a:cubicBezTo>
                      <a:pt x="18022" y="28533"/>
                      <a:pt x="21628" y="27037"/>
                      <a:pt x="24287" y="24374"/>
                    </a:cubicBezTo>
                    <a:cubicBezTo>
                      <a:pt x="26946" y="21711"/>
                      <a:pt x="28440" y="18099"/>
                      <a:pt x="28440" y="14334"/>
                    </a:cubicBezTo>
                    <a:cubicBezTo>
                      <a:pt x="28440" y="10568"/>
                      <a:pt x="26946" y="6956"/>
                      <a:pt x="24287" y="4293"/>
                    </a:cubicBezTo>
                    <a:cubicBezTo>
                      <a:pt x="21628" y="1631"/>
                      <a:pt x="18022" y="135"/>
                      <a:pt x="14262" y="135"/>
                    </a:cubicBezTo>
                    <a:cubicBezTo>
                      <a:pt x="10501" y="135"/>
                      <a:pt x="6895" y="1631"/>
                      <a:pt x="4236" y="4293"/>
                    </a:cubicBezTo>
                    <a:cubicBezTo>
                      <a:pt x="1577" y="6956"/>
                      <a:pt x="83" y="10568"/>
                      <a:pt x="83" y="14334"/>
                    </a:cubicBezTo>
                    <a:cubicBezTo>
                      <a:pt x="83" y="18099"/>
                      <a:pt x="1577" y="21711"/>
                      <a:pt x="4236" y="24374"/>
                    </a:cubicBezTo>
                    <a:cubicBezTo>
                      <a:pt x="6895" y="27037"/>
                      <a:pt x="10501" y="28533"/>
                      <a:pt x="14262"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0" name="Freeform: Shape 1029">
                <a:extLst>
                  <a:ext uri="{FF2B5EF4-FFF2-40B4-BE49-F238E27FC236}">
                    <a16:creationId xmlns:a16="http://schemas.microsoft.com/office/drawing/2014/main" id="{94F54CB9-042E-505F-F9C9-867D68849A27}"/>
                  </a:ext>
                </a:extLst>
              </p:cNvPr>
              <p:cNvSpPr/>
              <p:nvPr/>
            </p:nvSpPr>
            <p:spPr>
              <a:xfrm>
                <a:off x="5599879" y="4308765"/>
                <a:ext cx="28356" cy="28397"/>
              </a:xfrm>
              <a:custGeom>
                <a:avLst/>
                <a:gdLst>
                  <a:gd name="connsiteX0" fmla="*/ 14261 w 28356"/>
                  <a:gd name="connsiteY0" fmla="*/ 28478 h 28397"/>
                  <a:gd name="connsiteX1" fmla="*/ 24287 w 28356"/>
                  <a:gd name="connsiteY1" fmla="*/ 24319 h 28397"/>
                  <a:gd name="connsiteX2" fmla="*/ 28439 w 28356"/>
                  <a:gd name="connsiteY2" fmla="*/ 14279 h 28397"/>
                  <a:gd name="connsiteX3" fmla="*/ 24287 w 28356"/>
                  <a:gd name="connsiteY3" fmla="*/ 4239 h 28397"/>
                  <a:gd name="connsiteX4" fmla="*/ 14261 w 28356"/>
                  <a:gd name="connsiteY4" fmla="*/ 80 h 28397"/>
                  <a:gd name="connsiteX5" fmla="*/ 4235 w 28356"/>
                  <a:gd name="connsiteY5" fmla="*/ 4239 h 28397"/>
                  <a:gd name="connsiteX6" fmla="*/ 83 w 28356"/>
                  <a:gd name="connsiteY6" fmla="*/ 14279 h 28397"/>
                  <a:gd name="connsiteX7" fmla="*/ 4235 w 28356"/>
                  <a:gd name="connsiteY7" fmla="*/ 24319 h 28397"/>
                  <a:gd name="connsiteX8" fmla="*/ 14261 w 28356"/>
                  <a:gd name="connsiteY8" fmla="*/ 2847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1" y="28478"/>
                    </a:moveTo>
                    <a:cubicBezTo>
                      <a:pt x="18021" y="28478"/>
                      <a:pt x="21628" y="26982"/>
                      <a:pt x="24287" y="24319"/>
                    </a:cubicBezTo>
                    <a:cubicBezTo>
                      <a:pt x="26945" y="21657"/>
                      <a:pt x="28439" y="18045"/>
                      <a:pt x="28439" y="14279"/>
                    </a:cubicBezTo>
                    <a:cubicBezTo>
                      <a:pt x="28439" y="10514"/>
                      <a:pt x="26945" y="6902"/>
                      <a:pt x="24287" y="4239"/>
                    </a:cubicBezTo>
                    <a:cubicBezTo>
                      <a:pt x="21628" y="1576"/>
                      <a:pt x="18021" y="80"/>
                      <a:pt x="14261" y="80"/>
                    </a:cubicBezTo>
                    <a:cubicBezTo>
                      <a:pt x="10501" y="80"/>
                      <a:pt x="6894" y="1576"/>
                      <a:pt x="4235" y="4239"/>
                    </a:cubicBezTo>
                    <a:cubicBezTo>
                      <a:pt x="1576" y="6902"/>
                      <a:pt x="83" y="10514"/>
                      <a:pt x="83" y="14279"/>
                    </a:cubicBezTo>
                    <a:cubicBezTo>
                      <a:pt x="83" y="18045"/>
                      <a:pt x="1576" y="21657"/>
                      <a:pt x="4235" y="24319"/>
                    </a:cubicBezTo>
                    <a:cubicBezTo>
                      <a:pt x="6894" y="26982"/>
                      <a:pt x="10501" y="28478"/>
                      <a:pt x="14261" y="2847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1" name="Freeform: Shape 1030">
                <a:extLst>
                  <a:ext uri="{FF2B5EF4-FFF2-40B4-BE49-F238E27FC236}">
                    <a16:creationId xmlns:a16="http://schemas.microsoft.com/office/drawing/2014/main" id="{1D68AAB2-430D-F0BA-271E-6C28EC30B180}"/>
                  </a:ext>
                </a:extLst>
              </p:cNvPr>
              <p:cNvSpPr/>
              <p:nvPr/>
            </p:nvSpPr>
            <p:spPr>
              <a:xfrm>
                <a:off x="5592120" y="4996943"/>
                <a:ext cx="28356" cy="28397"/>
              </a:xfrm>
              <a:custGeom>
                <a:avLst/>
                <a:gdLst>
                  <a:gd name="connsiteX0" fmla="*/ 14260 w 28356"/>
                  <a:gd name="connsiteY0" fmla="*/ 28532 h 28397"/>
                  <a:gd name="connsiteX1" fmla="*/ 24286 w 28356"/>
                  <a:gd name="connsiteY1" fmla="*/ 24374 h 28397"/>
                  <a:gd name="connsiteX2" fmla="*/ 28439 w 28356"/>
                  <a:gd name="connsiteY2" fmla="*/ 14333 h 28397"/>
                  <a:gd name="connsiteX3" fmla="*/ 24286 w 28356"/>
                  <a:gd name="connsiteY3" fmla="*/ 4293 h 28397"/>
                  <a:gd name="connsiteX4" fmla="*/ 14260 w 28356"/>
                  <a:gd name="connsiteY4" fmla="*/ 134 h 28397"/>
                  <a:gd name="connsiteX5" fmla="*/ 4235 w 28356"/>
                  <a:gd name="connsiteY5" fmla="*/ 4293 h 28397"/>
                  <a:gd name="connsiteX6" fmla="*/ 82 w 28356"/>
                  <a:gd name="connsiteY6" fmla="*/ 14333 h 28397"/>
                  <a:gd name="connsiteX7" fmla="*/ 4235 w 28356"/>
                  <a:gd name="connsiteY7" fmla="*/ 24374 h 28397"/>
                  <a:gd name="connsiteX8" fmla="*/ 1426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32"/>
                    </a:moveTo>
                    <a:cubicBezTo>
                      <a:pt x="18020" y="28532"/>
                      <a:pt x="21627" y="27036"/>
                      <a:pt x="24286" y="24374"/>
                    </a:cubicBezTo>
                    <a:cubicBezTo>
                      <a:pt x="26945" y="21711"/>
                      <a:pt x="28439" y="18099"/>
                      <a:pt x="28439" y="14333"/>
                    </a:cubicBezTo>
                    <a:cubicBezTo>
                      <a:pt x="28439" y="10568"/>
                      <a:pt x="26945" y="6956"/>
                      <a:pt x="24286" y="4293"/>
                    </a:cubicBezTo>
                    <a:cubicBezTo>
                      <a:pt x="21627" y="1630"/>
                      <a:pt x="18020" y="134"/>
                      <a:pt x="14260" y="134"/>
                    </a:cubicBezTo>
                    <a:cubicBezTo>
                      <a:pt x="10500" y="134"/>
                      <a:pt x="6893" y="1630"/>
                      <a:pt x="4235" y="4293"/>
                    </a:cubicBezTo>
                    <a:cubicBezTo>
                      <a:pt x="1576" y="6956"/>
                      <a:pt x="82" y="10568"/>
                      <a:pt x="82" y="14333"/>
                    </a:cubicBezTo>
                    <a:cubicBezTo>
                      <a:pt x="82" y="18099"/>
                      <a:pt x="1576" y="21711"/>
                      <a:pt x="4235" y="24374"/>
                    </a:cubicBezTo>
                    <a:cubicBezTo>
                      <a:pt x="6893" y="27036"/>
                      <a:pt x="10500" y="28532"/>
                      <a:pt x="14260"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2" name="Freeform: Shape 1031">
                <a:extLst>
                  <a:ext uri="{FF2B5EF4-FFF2-40B4-BE49-F238E27FC236}">
                    <a16:creationId xmlns:a16="http://schemas.microsoft.com/office/drawing/2014/main" id="{12AD36CA-E40A-2E1E-4574-EC675341FF8C}"/>
                  </a:ext>
                </a:extLst>
              </p:cNvPr>
              <p:cNvSpPr/>
              <p:nvPr/>
            </p:nvSpPr>
            <p:spPr>
              <a:xfrm>
                <a:off x="5584362" y="4148129"/>
                <a:ext cx="28356" cy="28397"/>
              </a:xfrm>
              <a:custGeom>
                <a:avLst/>
                <a:gdLst>
                  <a:gd name="connsiteX0" fmla="*/ 14260 w 28356"/>
                  <a:gd name="connsiteY0" fmla="*/ 28465 h 28397"/>
                  <a:gd name="connsiteX1" fmla="*/ 24285 w 28356"/>
                  <a:gd name="connsiteY1" fmla="*/ 24307 h 28397"/>
                  <a:gd name="connsiteX2" fmla="*/ 28438 w 28356"/>
                  <a:gd name="connsiteY2" fmla="*/ 14267 h 28397"/>
                  <a:gd name="connsiteX3" fmla="*/ 24285 w 28356"/>
                  <a:gd name="connsiteY3" fmla="*/ 4226 h 28397"/>
                  <a:gd name="connsiteX4" fmla="*/ 14260 w 28356"/>
                  <a:gd name="connsiteY4" fmla="*/ 68 h 28397"/>
                  <a:gd name="connsiteX5" fmla="*/ 4234 w 28356"/>
                  <a:gd name="connsiteY5" fmla="*/ 4226 h 28397"/>
                  <a:gd name="connsiteX6" fmla="*/ 81 w 28356"/>
                  <a:gd name="connsiteY6" fmla="*/ 14267 h 28397"/>
                  <a:gd name="connsiteX7" fmla="*/ 4234 w 28356"/>
                  <a:gd name="connsiteY7" fmla="*/ 24307 h 28397"/>
                  <a:gd name="connsiteX8" fmla="*/ 14260 w 28356"/>
                  <a:gd name="connsiteY8" fmla="*/ 2846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465"/>
                    </a:moveTo>
                    <a:cubicBezTo>
                      <a:pt x="18020" y="28465"/>
                      <a:pt x="21626" y="26969"/>
                      <a:pt x="24285" y="24307"/>
                    </a:cubicBezTo>
                    <a:cubicBezTo>
                      <a:pt x="26944" y="21644"/>
                      <a:pt x="28438" y="18032"/>
                      <a:pt x="28438" y="14267"/>
                    </a:cubicBezTo>
                    <a:cubicBezTo>
                      <a:pt x="28438" y="10501"/>
                      <a:pt x="26944" y="6889"/>
                      <a:pt x="24285" y="4226"/>
                    </a:cubicBezTo>
                    <a:cubicBezTo>
                      <a:pt x="21626" y="1564"/>
                      <a:pt x="18020" y="68"/>
                      <a:pt x="14260" y="68"/>
                    </a:cubicBezTo>
                    <a:cubicBezTo>
                      <a:pt x="10500" y="68"/>
                      <a:pt x="6893" y="1564"/>
                      <a:pt x="4234" y="4226"/>
                    </a:cubicBezTo>
                    <a:cubicBezTo>
                      <a:pt x="1575" y="6889"/>
                      <a:pt x="81" y="10501"/>
                      <a:pt x="81" y="14267"/>
                    </a:cubicBezTo>
                    <a:cubicBezTo>
                      <a:pt x="81" y="18032"/>
                      <a:pt x="1575" y="21644"/>
                      <a:pt x="4234" y="24307"/>
                    </a:cubicBezTo>
                    <a:cubicBezTo>
                      <a:pt x="6893" y="26969"/>
                      <a:pt x="10500" y="28465"/>
                      <a:pt x="14260" y="2846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3" name="Freeform: Shape 1032">
                <a:extLst>
                  <a:ext uri="{FF2B5EF4-FFF2-40B4-BE49-F238E27FC236}">
                    <a16:creationId xmlns:a16="http://schemas.microsoft.com/office/drawing/2014/main" id="{5BCECB2C-5B44-C440-BE2B-21D8FA7D8287}"/>
                  </a:ext>
                </a:extLst>
              </p:cNvPr>
              <p:cNvSpPr/>
              <p:nvPr/>
            </p:nvSpPr>
            <p:spPr>
              <a:xfrm>
                <a:off x="5576603" y="4930547"/>
                <a:ext cx="28356" cy="28397"/>
              </a:xfrm>
              <a:custGeom>
                <a:avLst/>
                <a:gdLst>
                  <a:gd name="connsiteX0" fmla="*/ 14259 w 28356"/>
                  <a:gd name="connsiteY0" fmla="*/ 28527 h 28397"/>
                  <a:gd name="connsiteX1" fmla="*/ 24285 w 28356"/>
                  <a:gd name="connsiteY1" fmla="*/ 24368 h 28397"/>
                  <a:gd name="connsiteX2" fmla="*/ 28437 w 28356"/>
                  <a:gd name="connsiteY2" fmla="*/ 14328 h 28397"/>
                  <a:gd name="connsiteX3" fmla="*/ 24285 w 28356"/>
                  <a:gd name="connsiteY3" fmla="*/ 4288 h 28397"/>
                  <a:gd name="connsiteX4" fmla="*/ 14259 w 28356"/>
                  <a:gd name="connsiteY4" fmla="*/ 129 h 28397"/>
                  <a:gd name="connsiteX5" fmla="*/ 4233 w 28356"/>
                  <a:gd name="connsiteY5" fmla="*/ 4288 h 28397"/>
                  <a:gd name="connsiteX6" fmla="*/ 81 w 28356"/>
                  <a:gd name="connsiteY6" fmla="*/ 14328 h 28397"/>
                  <a:gd name="connsiteX7" fmla="*/ 4233 w 28356"/>
                  <a:gd name="connsiteY7" fmla="*/ 24368 h 28397"/>
                  <a:gd name="connsiteX8" fmla="*/ 14259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9" y="28527"/>
                    </a:moveTo>
                    <a:cubicBezTo>
                      <a:pt x="18019" y="28527"/>
                      <a:pt x="21626" y="27031"/>
                      <a:pt x="24285" y="24368"/>
                    </a:cubicBezTo>
                    <a:cubicBezTo>
                      <a:pt x="26944" y="21706"/>
                      <a:pt x="28437" y="18094"/>
                      <a:pt x="28437" y="14328"/>
                    </a:cubicBezTo>
                    <a:cubicBezTo>
                      <a:pt x="28437" y="10562"/>
                      <a:pt x="26944" y="6951"/>
                      <a:pt x="24285" y="4288"/>
                    </a:cubicBezTo>
                    <a:cubicBezTo>
                      <a:pt x="21626" y="1625"/>
                      <a:pt x="18019" y="129"/>
                      <a:pt x="14259" y="129"/>
                    </a:cubicBezTo>
                    <a:cubicBezTo>
                      <a:pt x="10499" y="129"/>
                      <a:pt x="6892" y="1625"/>
                      <a:pt x="4233" y="4288"/>
                    </a:cubicBezTo>
                    <a:cubicBezTo>
                      <a:pt x="1575" y="6951"/>
                      <a:pt x="81" y="10562"/>
                      <a:pt x="81" y="14328"/>
                    </a:cubicBezTo>
                    <a:cubicBezTo>
                      <a:pt x="81" y="18094"/>
                      <a:pt x="1575" y="21706"/>
                      <a:pt x="4233" y="24368"/>
                    </a:cubicBezTo>
                    <a:cubicBezTo>
                      <a:pt x="6892" y="27031"/>
                      <a:pt x="10499" y="28527"/>
                      <a:pt x="14259"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4" name="Freeform: Shape 1033">
                <a:extLst>
                  <a:ext uri="{FF2B5EF4-FFF2-40B4-BE49-F238E27FC236}">
                    <a16:creationId xmlns:a16="http://schemas.microsoft.com/office/drawing/2014/main" id="{EBEB25D0-5BFE-C118-1684-2EE1694BF45E}"/>
                  </a:ext>
                </a:extLst>
              </p:cNvPr>
              <p:cNvSpPr/>
              <p:nvPr/>
            </p:nvSpPr>
            <p:spPr>
              <a:xfrm>
                <a:off x="5568845" y="4809084"/>
                <a:ext cx="28356" cy="28397"/>
              </a:xfrm>
              <a:custGeom>
                <a:avLst/>
                <a:gdLst>
                  <a:gd name="connsiteX0" fmla="*/ 14258 w 28356"/>
                  <a:gd name="connsiteY0" fmla="*/ 28518 h 28397"/>
                  <a:gd name="connsiteX1" fmla="*/ 24284 w 28356"/>
                  <a:gd name="connsiteY1" fmla="*/ 24359 h 28397"/>
                  <a:gd name="connsiteX2" fmla="*/ 28437 w 28356"/>
                  <a:gd name="connsiteY2" fmla="*/ 14319 h 28397"/>
                  <a:gd name="connsiteX3" fmla="*/ 24284 w 28356"/>
                  <a:gd name="connsiteY3" fmla="*/ 4278 h 28397"/>
                  <a:gd name="connsiteX4" fmla="*/ 14258 w 28356"/>
                  <a:gd name="connsiteY4" fmla="*/ 120 h 28397"/>
                  <a:gd name="connsiteX5" fmla="*/ 4233 w 28356"/>
                  <a:gd name="connsiteY5" fmla="*/ 4278 h 28397"/>
                  <a:gd name="connsiteX6" fmla="*/ 80 w 28356"/>
                  <a:gd name="connsiteY6" fmla="*/ 14319 h 28397"/>
                  <a:gd name="connsiteX7" fmla="*/ 4233 w 28356"/>
                  <a:gd name="connsiteY7" fmla="*/ 24359 h 28397"/>
                  <a:gd name="connsiteX8" fmla="*/ 14258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18"/>
                    </a:moveTo>
                    <a:cubicBezTo>
                      <a:pt x="18019" y="28518"/>
                      <a:pt x="21625" y="27021"/>
                      <a:pt x="24284" y="24359"/>
                    </a:cubicBezTo>
                    <a:cubicBezTo>
                      <a:pt x="26943" y="21696"/>
                      <a:pt x="28437" y="18084"/>
                      <a:pt x="28437" y="14319"/>
                    </a:cubicBezTo>
                    <a:cubicBezTo>
                      <a:pt x="28437" y="10553"/>
                      <a:pt x="26943" y="6941"/>
                      <a:pt x="24284" y="4278"/>
                    </a:cubicBezTo>
                    <a:cubicBezTo>
                      <a:pt x="21625" y="1616"/>
                      <a:pt x="18019" y="120"/>
                      <a:pt x="14258" y="120"/>
                    </a:cubicBezTo>
                    <a:cubicBezTo>
                      <a:pt x="10498" y="120"/>
                      <a:pt x="6892" y="1616"/>
                      <a:pt x="4233" y="4278"/>
                    </a:cubicBezTo>
                    <a:cubicBezTo>
                      <a:pt x="1574" y="6941"/>
                      <a:pt x="80" y="10553"/>
                      <a:pt x="80" y="14319"/>
                    </a:cubicBezTo>
                    <a:cubicBezTo>
                      <a:pt x="80" y="18084"/>
                      <a:pt x="1574" y="21696"/>
                      <a:pt x="4233" y="24359"/>
                    </a:cubicBezTo>
                    <a:cubicBezTo>
                      <a:pt x="6892" y="27021"/>
                      <a:pt x="10498" y="28518"/>
                      <a:pt x="14258"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5" name="Freeform: Shape 1034">
                <a:extLst>
                  <a:ext uri="{FF2B5EF4-FFF2-40B4-BE49-F238E27FC236}">
                    <a16:creationId xmlns:a16="http://schemas.microsoft.com/office/drawing/2014/main" id="{D89BAE68-4C42-DE96-64F0-C4AA3E0724A5}"/>
                  </a:ext>
                </a:extLst>
              </p:cNvPr>
              <p:cNvSpPr/>
              <p:nvPr/>
            </p:nvSpPr>
            <p:spPr>
              <a:xfrm>
                <a:off x="5561086" y="4587177"/>
                <a:ext cx="28356" cy="28397"/>
              </a:xfrm>
              <a:custGeom>
                <a:avLst/>
                <a:gdLst>
                  <a:gd name="connsiteX0" fmla="*/ 14258 w 28356"/>
                  <a:gd name="connsiteY0" fmla="*/ 28500 h 28397"/>
                  <a:gd name="connsiteX1" fmla="*/ 24283 w 28356"/>
                  <a:gd name="connsiteY1" fmla="*/ 24341 h 28397"/>
                  <a:gd name="connsiteX2" fmla="*/ 28436 w 28356"/>
                  <a:gd name="connsiteY2" fmla="*/ 14301 h 28397"/>
                  <a:gd name="connsiteX3" fmla="*/ 24283 w 28356"/>
                  <a:gd name="connsiteY3" fmla="*/ 4261 h 28397"/>
                  <a:gd name="connsiteX4" fmla="*/ 14258 w 28356"/>
                  <a:gd name="connsiteY4" fmla="*/ 102 h 28397"/>
                  <a:gd name="connsiteX5" fmla="*/ 4232 w 28356"/>
                  <a:gd name="connsiteY5" fmla="*/ 4261 h 28397"/>
                  <a:gd name="connsiteX6" fmla="*/ 80 w 28356"/>
                  <a:gd name="connsiteY6" fmla="*/ 14301 h 28397"/>
                  <a:gd name="connsiteX7" fmla="*/ 4232 w 28356"/>
                  <a:gd name="connsiteY7" fmla="*/ 24341 h 28397"/>
                  <a:gd name="connsiteX8" fmla="*/ 14258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00"/>
                    </a:moveTo>
                    <a:cubicBezTo>
                      <a:pt x="18018" y="28500"/>
                      <a:pt x="21625" y="27004"/>
                      <a:pt x="24283" y="24341"/>
                    </a:cubicBezTo>
                    <a:cubicBezTo>
                      <a:pt x="26942" y="21679"/>
                      <a:pt x="28436" y="18067"/>
                      <a:pt x="28436" y="14301"/>
                    </a:cubicBezTo>
                    <a:cubicBezTo>
                      <a:pt x="28436" y="10535"/>
                      <a:pt x="26942" y="6924"/>
                      <a:pt x="24283" y="4261"/>
                    </a:cubicBezTo>
                    <a:cubicBezTo>
                      <a:pt x="21625" y="1598"/>
                      <a:pt x="18018" y="102"/>
                      <a:pt x="14258" y="102"/>
                    </a:cubicBezTo>
                    <a:cubicBezTo>
                      <a:pt x="10498" y="102"/>
                      <a:pt x="6891" y="1598"/>
                      <a:pt x="4232" y="4261"/>
                    </a:cubicBezTo>
                    <a:cubicBezTo>
                      <a:pt x="1573" y="6924"/>
                      <a:pt x="80" y="10535"/>
                      <a:pt x="80" y="14301"/>
                    </a:cubicBezTo>
                    <a:cubicBezTo>
                      <a:pt x="80" y="18067"/>
                      <a:pt x="1573" y="21679"/>
                      <a:pt x="4232" y="24341"/>
                    </a:cubicBezTo>
                    <a:cubicBezTo>
                      <a:pt x="6891" y="27004"/>
                      <a:pt x="10498" y="28500"/>
                      <a:pt x="14258" y="2850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6" name="Freeform: Shape 1035">
                <a:extLst>
                  <a:ext uri="{FF2B5EF4-FFF2-40B4-BE49-F238E27FC236}">
                    <a16:creationId xmlns:a16="http://schemas.microsoft.com/office/drawing/2014/main" id="{3113050E-C169-EBF4-E5D8-D3FF6C2AAB6F}"/>
                  </a:ext>
                </a:extLst>
              </p:cNvPr>
              <p:cNvSpPr/>
              <p:nvPr/>
            </p:nvSpPr>
            <p:spPr>
              <a:xfrm>
                <a:off x="5553328" y="4388464"/>
                <a:ext cx="28356" cy="28397"/>
              </a:xfrm>
              <a:custGeom>
                <a:avLst/>
                <a:gdLst>
                  <a:gd name="connsiteX0" fmla="*/ 14257 w 28356"/>
                  <a:gd name="connsiteY0" fmla="*/ 28484 h 28397"/>
                  <a:gd name="connsiteX1" fmla="*/ 24283 w 28356"/>
                  <a:gd name="connsiteY1" fmla="*/ 24326 h 28397"/>
                  <a:gd name="connsiteX2" fmla="*/ 28436 w 28356"/>
                  <a:gd name="connsiteY2" fmla="*/ 14285 h 28397"/>
                  <a:gd name="connsiteX3" fmla="*/ 24283 w 28356"/>
                  <a:gd name="connsiteY3" fmla="*/ 4245 h 28397"/>
                  <a:gd name="connsiteX4" fmla="*/ 14257 w 28356"/>
                  <a:gd name="connsiteY4" fmla="*/ 86 h 28397"/>
                  <a:gd name="connsiteX5" fmla="*/ 4232 w 28356"/>
                  <a:gd name="connsiteY5" fmla="*/ 4245 h 28397"/>
                  <a:gd name="connsiteX6" fmla="*/ 79 w 28356"/>
                  <a:gd name="connsiteY6" fmla="*/ 14285 h 28397"/>
                  <a:gd name="connsiteX7" fmla="*/ 4232 w 28356"/>
                  <a:gd name="connsiteY7" fmla="*/ 24326 h 28397"/>
                  <a:gd name="connsiteX8" fmla="*/ 14257 w 28356"/>
                  <a:gd name="connsiteY8" fmla="*/ 2848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484"/>
                    </a:moveTo>
                    <a:cubicBezTo>
                      <a:pt x="18017" y="28484"/>
                      <a:pt x="21624" y="26988"/>
                      <a:pt x="24283" y="24326"/>
                    </a:cubicBezTo>
                    <a:cubicBezTo>
                      <a:pt x="26942" y="21663"/>
                      <a:pt x="28436" y="18051"/>
                      <a:pt x="28436" y="14285"/>
                    </a:cubicBezTo>
                    <a:cubicBezTo>
                      <a:pt x="28436" y="10520"/>
                      <a:pt x="26942" y="6908"/>
                      <a:pt x="24283" y="4245"/>
                    </a:cubicBezTo>
                    <a:cubicBezTo>
                      <a:pt x="21624" y="1583"/>
                      <a:pt x="18017" y="86"/>
                      <a:pt x="14257" y="86"/>
                    </a:cubicBezTo>
                    <a:cubicBezTo>
                      <a:pt x="10497" y="86"/>
                      <a:pt x="6890" y="1583"/>
                      <a:pt x="4232" y="4245"/>
                    </a:cubicBezTo>
                    <a:cubicBezTo>
                      <a:pt x="1573" y="6908"/>
                      <a:pt x="79" y="10520"/>
                      <a:pt x="79" y="14285"/>
                    </a:cubicBezTo>
                    <a:cubicBezTo>
                      <a:pt x="79" y="18051"/>
                      <a:pt x="1573" y="21663"/>
                      <a:pt x="4232" y="24326"/>
                    </a:cubicBezTo>
                    <a:cubicBezTo>
                      <a:pt x="6890" y="26988"/>
                      <a:pt x="10497" y="28484"/>
                      <a:pt x="14257" y="2848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7" name="Freeform: Shape 1036">
                <a:extLst>
                  <a:ext uri="{FF2B5EF4-FFF2-40B4-BE49-F238E27FC236}">
                    <a16:creationId xmlns:a16="http://schemas.microsoft.com/office/drawing/2014/main" id="{124D887E-F1B7-9176-93DA-C5A0ECDE00B9}"/>
                  </a:ext>
                </a:extLst>
              </p:cNvPr>
              <p:cNvSpPr/>
              <p:nvPr/>
            </p:nvSpPr>
            <p:spPr>
              <a:xfrm>
                <a:off x="5545570" y="4559199"/>
                <a:ext cx="28356" cy="28397"/>
              </a:xfrm>
              <a:custGeom>
                <a:avLst/>
                <a:gdLst>
                  <a:gd name="connsiteX0" fmla="*/ 14257 w 28356"/>
                  <a:gd name="connsiteY0" fmla="*/ 28498 h 28397"/>
                  <a:gd name="connsiteX1" fmla="*/ 24282 w 28356"/>
                  <a:gd name="connsiteY1" fmla="*/ 24339 h 28397"/>
                  <a:gd name="connsiteX2" fmla="*/ 28435 w 28356"/>
                  <a:gd name="connsiteY2" fmla="*/ 14299 h 28397"/>
                  <a:gd name="connsiteX3" fmla="*/ 24282 w 28356"/>
                  <a:gd name="connsiteY3" fmla="*/ 4259 h 28397"/>
                  <a:gd name="connsiteX4" fmla="*/ 14257 w 28356"/>
                  <a:gd name="connsiteY4" fmla="*/ 100 h 28397"/>
                  <a:gd name="connsiteX5" fmla="*/ 4231 w 28356"/>
                  <a:gd name="connsiteY5" fmla="*/ 4259 h 28397"/>
                  <a:gd name="connsiteX6" fmla="*/ 78 w 28356"/>
                  <a:gd name="connsiteY6" fmla="*/ 14299 h 28397"/>
                  <a:gd name="connsiteX7" fmla="*/ 4231 w 28356"/>
                  <a:gd name="connsiteY7" fmla="*/ 24339 h 28397"/>
                  <a:gd name="connsiteX8" fmla="*/ 14257 w 28356"/>
                  <a:gd name="connsiteY8" fmla="*/ 2849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498"/>
                    </a:moveTo>
                    <a:cubicBezTo>
                      <a:pt x="18017" y="28498"/>
                      <a:pt x="21623" y="27002"/>
                      <a:pt x="24282" y="24339"/>
                    </a:cubicBezTo>
                    <a:cubicBezTo>
                      <a:pt x="26941" y="21676"/>
                      <a:pt x="28435" y="18065"/>
                      <a:pt x="28435" y="14299"/>
                    </a:cubicBezTo>
                    <a:cubicBezTo>
                      <a:pt x="28435" y="10533"/>
                      <a:pt x="26941" y="6921"/>
                      <a:pt x="24282" y="4259"/>
                    </a:cubicBezTo>
                    <a:cubicBezTo>
                      <a:pt x="21623" y="1596"/>
                      <a:pt x="18017" y="100"/>
                      <a:pt x="14257" y="100"/>
                    </a:cubicBezTo>
                    <a:cubicBezTo>
                      <a:pt x="10496" y="100"/>
                      <a:pt x="6890" y="1596"/>
                      <a:pt x="4231" y="4259"/>
                    </a:cubicBezTo>
                    <a:cubicBezTo>
                      <a:pt x="1572" y="6921"/>
                      <a:pt x="78" y="10533"/>
                      <a:pt x="78" y="14299"/>
                    </a:cubicBezTo>
                    <a:cubicBezTo>
                      <a:pt x="78" y="18065"/>
                      <a:pt x="1572" y="21676"/>
                      <a:pt x="4231" y="24339"/>
                    </a:cubicBezTo>
                    <a:cubicBezTo>
                      <a:pt x="6890" y="27002"/>
                      <a:pt x="10496" y="28498"/>
                      <a:pt x="14257" y="2849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8" name="Freeform: Shape 1037">
                <a:extLst>
                  <a:ext uri="{FF2B5EF4-FFF2-40B4-BE49-F238E27FC236}">
                    <a16:creationId xmlns:a16="http://schemas.microsoft.com/office/drawing/2014/main" id="{4A301E14-F105-C0C0-C2E8-A540D377B27C}"/>
                  </a:ext>
                </a:extLst>
              </p:cNvPr>
              <p:cNvSpPr/>
              <p:nvPr/>
            </p:nvSpPr>
            <p:spPr>
              <a:xfrm>
                <a:off x="5537812" y="4927893"/>
                <a:ext cx="28356" cy="28397"/>
              </a:xfrm>
              <a:custGeom>
                <a:avLst/>
                <a:gdLst>
                  <a:gd name="connsiteX0" fmla="*/ 14256 w 28356"/>
                  <a:gd name="connsiteY0" fmla="*/ 28527 h 28397"/>
                  <a:gd name="connsiteX1" fmla="*/ 24282 w 28356"/>
                  <a:gd name="connsiteY1" fmla="*/ 24368 h 28397"/>
                  <a:gd name="connsiteX2" fmla="*/ 28434 w 28356"/>
                  <a:gd name="connsiteY2" fmla="*/ 14328 h 28397"/>
                  <a:gd name="connsiteX3" fmla="*/ 24282 w 28356"/>
                  <a:gd name="connsiteY3" fmla="*/ 4288 h 28397"/>
                  <a:gd name="connsiteX4" fmla="*/ 14256 w 28356"/>
                  <a:gd name="connsiteY4" fmla="*/ 129 h 28397"/>
                  <a:gd name="connsiteX5" fmla="*/ 4230 w 28356"/>
                  <a:gd name="connsiteY5" fmla="*/ 4288 h 28397"/>
                  <a:gd name="connsiteX6" fmla="*/ 78 w 28356"/>
                  <a:gd name="connsiteY6" fmla="*/ 14328 h 28397"/>
                  <a:gd name="connsiteX7" fmla="*/ 4230 w 28356"/>
                  <a:gd name="connsiteY7" fmla="*/ 24368 h 28397"/>
                  <a:gd name="connsiteX8" fmla="*/ 14256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6" y="28527"/>
                    </a:moveTo>
                    <a:cubicBezTo>
                      <a:pt x="18016" y="28527"/>
                      <a:pt x="21623" y="27031"/>
                      <a:pt x="24282" y="24368"/>
                    </a:cubicBezTo>
                    <a:cubicBezTo>
                      <a:pt x="26940" y="21705"/>
                      <a:pt x="28434" y="18094"/>
                      <a:pt x="28434" y="14328"/>
                    </a:cubicBezTo>
                    <a:cubicBezTo>
                      <a:pt x="28434" y="10562"/>
                      <a:pt x="26940" y="6950"/>
                      <a:pt x="24282" y="4288"/>
                    </a:cubicBezTo>
                    <a:cubicBezTo>
                      <a:pt x="21623" y="1625"/>
                      <a:pt x="18016" y="129"/>
                      <a:pt x="14256" y="129"/>
                    </a:cubicBezTo>
                    <a:cubicBezTo>
                      <a:pt x="10496" y="129"/>
                      <a:pt x="6889" y="1625"/>
                      <a:pt x="4230" y="4288"/>
                    </a:cubicBezTo>
                    <a:cubicBezTo>
                      <a:pt x="1572" y="6950"/>
                      <a:pt x="78" y="10562"/>
                      <a:pt x="78" y="14328"/>
                    </a:cubicBezTo>
                    <a:cubicBezTo>
                      <a:pt x="78" y="18094"/>
                      <a:pt x="1572" y="21705"/>
                      <a:pt x="4230" y="24368"/>
                    </a:cubicBezTo>
                    <a:cubicBezTo>
                      <a:pt x="6889" y="27031"/>
                      <a:pt x="10496" y="28527"/>
                      <a:pt x="14256"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39" name="Freeform: Shape 1038">
                <a:extLst>
                  <a:ext uri="{FF2B5EF4-FFF2-40B4-BE49-F238E27FC236}">
                    <a16:creationId xmlns:a16="http://schemas.microsoft.com/office/drawing/2014/main" id="{45BEFC0D-F5BE-6C05-8B5C-2E83D27A3271}"/>
                  </a:ext>
                </a:extLst>
              </p:cNvPr>
              <p:cNvSpPr/>
              <p:nvPr/>
            </p:nvSpPr>
            <p:spPr>
              <a:xfrm>
                <a:off x="5530053" y="5014469"/>
                <a:ext cx="28356" cy="28397"/>
              </a:xfrm>
              <a:custGeom>
                <a:avLst/>
                <a:gdLst>
                  <a:gd name="connsiteX0" fmla="*/ 14255 w 28356"/>
                  <a:gd name="connsiteY0" fmla="*/ 28534 h 28397"/>
                  <a:gd name="connsiteX1" fmla="*/ 24281 w 28356"/>
                  <a:gd name="connsiteY1" fmla="*/ 24375 h 28397"/>
                  <a:gd name="connsiteX2" fmla="*/ 28434 w 28356"/>
                  <a:gd name="connsiteY2" fmla="*/ 14335 h 28397"/>
                  <a:gd name="connsiteX3" fmla="*/ 24281 w 28356"/>
                  <a:gd name="connsiteY3" fmla="*/ 4295 h 28397"/>
                  <a:gd name="connsiteX4" fmla="*/ 14255 w 28356"/>
                  <a:gd name="connsiteY4" fmla="*/ 136 h 28397"/>
                  <a:gd name="connsiteX5" fmla="*/ 4230 w 28356"/>
                  <a:gd name="connsiteY5" fmla="*/ 4295 h 28397"/>
                  <a:gd name="connsiteX6" fmla="*/ 77 w 28356"/>
                  <a:gd name="connsiteY6" fmla="*/ 14335 h 28397"/>
                  <a:gd name="connsiteX7" fmla="*/ 4230 w 28356"/>
                  <a:gd name="connsiteY7" fmla="*/ 24375 h 28397"/>
                  <a:gd name="connsiteX8" fmla="*/ 1425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34"/>
                    </a:moveTo>
                    <a:cubicBezTo>
                      <a:pt x="18016" y="28534"/>
                      <a:pt x="21622" y="27038"/>
                      <a:pt x="24281" y="24375"/>
                    </a:cubicBezTo>
                    <a:cubicBezTo>
                      <a:pt x="26940" y="21712"/>
                      <a:pt x="28434" y="18100"/>
                      <a:pt x="28434" y="14335"/>
                    </a:cubicBezTo>
                    <a:cubicBezTo>
                      <a:pt x="28434" y="10569"/>
                      <a:pt x="26940" y="6957"/>
                      <a:pt x="24281" y="4295"/>
                    </a:cubicBezTo>
                    <a:cubicBezTo>
                      <a:pt x="21622" y="1632"/>
                      <a:pt x="18016" y="136"/>
                      <a:pt x="14255" y="136"/>
                    </a:cubicBezTo>
                    <a:cubicBezTo>
                      <a:pt x="10495" y="136"/>
                      <a:pt x="6889" y="1632"/>
                      <a:pt x="4230" y="4295"/>
                    </a:cubicBezTo>
                    <a:cubicBezTo>
                      <a:pt x="1571" y="6957"/>
                      <a:pt x="77" y="10569"/>
                      <a:pt x="77" y="14335"/>
                    </a:cubicBezTo>
                    <a:cubicBezTo>
                      <a:pt x="77" y="18100"/>
                      <a:pt x="1571" y="21712"/>
                      <a:pt x="4230" y="24375"/>
                    </a:cubicBezTo>
                    <a:cubicBezTo>
                      <a:pt x="6889" y="27038"/>
                      <a:pt x="10495" y="28534"/>
                      <a:pt x="1425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0" name="Freeform: Shape 1039">
                <a:extLst>
                  <a:ext uri="{FF2B5EF4-FFF2-40B4-BE49-F238E27FC236}">
                    <a16:creationId xmlns:a16="http://schemas.microsoft.com/office/drawing/2014/main" id="{39855948-30F6-C975-BDA3-F5E876C7D143}"/>
                  </a:ext>
                </a:extLst>
              </p:cNvPr>
              <p:cNvSpPr/>
              <p:nvPr/>
            </p:nvSpPr>
            <p:spPr>
              <a:xfrm>
                <a:off x="5522295" y="4891190"/>
                <a:ext cx="28356" cy="28397"/>
              </a:xfrm>
              <a:custGeom>
                <a:avLst/>
                <a:gdLst>
                  <a:gd name="connsiteX0" fmla="*/ 14255 w 28356"/>
                  <a:gd name="connsiteY0" fmla="*/ 28524 h 28397"/>
                  <a:gd name="connsiteX1" fmla="*/ 24280 w 28356"/>
                  <a:gd name="connsiteY1" fmla="*/ 24365 h 28397"/>
                  <a:gd name="connsiteX2" fmla="*/ 28433 w 28356"/>
                  <a:gd name="connsiteY2" fmla="*/ 14325 h 28397"/>
                  <a:gd name="connsiteX3" fmla="*/ 24280 w 28356"/>
                  <a:gd name="connsiteY3" fmla="*/ 4285 h 28397"/>
                  <a:gd name="connsiteX4" fmla="*/ 14255 w 28356"/>
                  <a:gd name="connsiteY4" fmla="*/ 126 h 28397"/>
                  <a:gd name="connsiteX5" fmla="*/ 4229 w 28356"/>
                  <a:gd name="connsiteY5" fmla="*/ 4285 h 28397"/>
                  <a:gd name="connsiteX6" fmla="*/ 76 w 28356"/>
                  <a:gd name="connsiteY6" fmla="*/ 14325 h 28397"/>
                  <a:gd name="connsiteX7" fmla="*/ 4229 w 28356"/>
                  <a:gd name="connsiteY7" fmla="*/ 24365 h 28397"/>
                  <a:gd name="connsiteX8" fmla="*/ 14255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24"/>
                    </a:moveTo>
                    <a:cubicBezTo>
                      <a:pt x="18015" y="28524"/>
                      <a:pt x="21622" y="27028"/>
                      <a:pt x="24280" y="24365"/>
                    </a:cubicBezTo>
                    <a:cubicBezTo>
                      <a:pt x="26939" y="21703"/>
                      <a:pt x="28433" y="18091"/>
                      <a:pt x="28433" y="14325"/>
                    </a:cubicBezTo>
                    <a:cubicBezTo>
                      <a:pt x="28433" y="10559"/>
                      <a:pt x="26939" y="6947"/>
                      <a:pt x="24280" y="4285"/>
                    </a:cubicBezTo>
                    <a:cubicBezTo>
                      <a:pt x="21622" y="1622"/>
                      <a:pt x="18015" y="126"/>
                      <a:pt x="14255" y="126"/>
                    </a:cubicBezTo>
                    <a:cubicBezTo>
                      <a:pt x="10495" y="126"/>
                      <a:pt x="6888" y="1622"/>
                      <a:pt x="4229" y="4285"/>
                    </a:cubicBezTo>
                    <a:cubicBezTo>
                      <a:pt x="1570" y="6947"/>
                      <a:pt x="76" y="10559"/>
                      <a:pt x="76" y="14325"/>
                    </a:cubicBezTo>
                    <a:cubicBezTo>
                      <a:pt x="76" y="18091"/>
                      <a:pt x="1570" y="21703"/>
                      <a:pt x="4229" y="24365"/>
                    </a:cubicBezTo>
                    <a:cubicBezTo>
                      <a:pt x="6888" y="27028"/>
                      <a:pt x="10495" y="28524"/>
                      <a:pt x="14255"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1" name="Freeform: Shape 1040">
                <a:extLst>
                  <a:ext uri="{FF2B5EF4-FFF2-40B4-BE49-F238E27FC236}">
                    <a16:creationId xmlns:a16="http://schemas.microsoft.com/office/drawing/2014/main" id="{F51D32A6-A3D9-2B29-1B63-98A0C34B73E1}"/>
                  </a:ext>
                </a:extLst>
              </p:cNvPr>
              <p:cNvSpPr/>
              <p:nvPr/>
            </p:nvSpPr>
            <p:spPr>
              <a:xfrm>
                <a:off x="5514536" y="5012284"/>
                <a:ext cx="28356" cy="28397"/>
              </a:xfrm>
              <a:custGeom>
                <a:avLst/>
                <a:gdLst>
                  <a:gd name="connsiteX0" fmla="*/ 14254 w 28356"/>
                  <a:gd name="connsiteY0" fmla="*/ 28534 h 28397"/>
                  <a:gd name="connsiteX1" fmla="*/ 24280 w 28356"/>
                  <a:gd name="connsiteY1" fmla="*/ 24375 h 28397"/>
                  <a:gd name="connsiteX2" fmla="*/ 28433 w 28356"/>
                  <a:gd name="connsiteY2" fmla="*/ 14335 h 28397"/>
                  <a:gd name="connsiteX3" fmla="*/ 24280 w 28356"/>
                  <a:gd name="connsiteY3" fmla="*/ 4294 h 28397"/>
                  <a:gd name="connsiteX4" fmla="*/ 14254 w 28356"/>
                  <a:gd name="connsiteY4" fmla="*/ 136 h 28397"/>
                  <a:gd name="connsiteX5" fmla="*/ 4229 w 28356"/>
                  <a:gd name="connsiteY5" fmla="*/ 4294 h 28397"/>
                  <a:gd name="connsiteX6" fmla="*/ 76 w 28356"/>
                  <a:gd name="connsiteY6" fmla="*/ 14335 h 28397"/>
                  <a:gd name="connsiteX7" fmla="*/ 4229 w 28356"/>
                  <a:gd name="connsiteY7" fmla="*/ 24375 h 28397"/>
                  <a:gd name="connsiteX8" fmla="*/ 1425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34"/>
                    </a:moveTo>
                    <a:cubicBezTo>
                      <a:pt x="18014" y="28534"/>
                      <a:pt x="21621" y="27037"/>
                      <a:pt x="24280" y="24375"/>
                    </a:cubicBezTo>
                    <a:cubicBezTo>
                      <a:pt x="26939" y="21712"/>
                      <a:pt x="28433" y="18100"/>
                      <a:pt x="28433" y="14335"/>
                    </a:cubicBezTo>
                    <a:cubicBezTo>
                      <a:pt x="28433" y="10569"/>
                      <a:pt x="26939" y="6957"/>
                      <a:pt x="24280" y="4294"/>
                    </a:cubicBezTo>
                    <a:cubicBezTo>
                      <a:pt x="21621" y="1632"/>
                      <a:pt x="18014" y="136"/>
                      <a:pt x="14254" y="136"/>
                    </a:cubicBezTo>
                    <a:cubicBezTo>
                      <a:pt x="10494" y="136"/>
                      <a:pt x="6887" y="1632"/>
                      <a:pt x="4229" y="4294"/>
                    </a:cubicBezTo>
                    <a:cubicBezTo>
                      <a:pt x="1570" y="6957"/>
                      <a:pt x="76" y="10569"/>
                      <a:pt x="76" y="14335"/>
                    </a:cubicBezTo>
                    <a:cubicBezTo>
                      <a:pt x="76" y="18100"/>
                      <a:pt x="1570" y="21712"/>
                      <a:pt x="4229" y="24375"/>
                    </a:cubicBezTo>
                    <a:cubicBezTo>
                      <a:pt x="6887" y="27037"/>
                      <a:pt x="10494" y="28534"/>
                      <a:pt x="14254"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2" name="Freeform: Shape 1041">
                <a:extLst>
                  <a:ext uri="{FF2B5EF4-FFF2-40B4-BE49-F238E27FC236}">
                    <a16:creationId xmlns:a16="http://schemas.microsoft.com/office/drawing/2014/main" id="{5C80C0BF-6197-C1FA-4151-5ED36C07B847}"/>
                  </a:ext>
                </a:extLst>
              </p:cNvPr>
              <p:cNvSpPr/>
              <p:nvPr/>
            </p:nvSpPr>
            <p:spPr>
              <a:xfrm>
                <a:off x="5506777" y="4962081"/>
                <a:ext cx="28356" cy="28397"/>
              </a:xfrm>
              <a:custGeom>
                <a:avLst/>
                <a:gdLst>
                  <a:gd name="connsiteX0" fmla="*/ 14254 w 28356"/>
                  <a:gd name="connsiteY0" fmla="*/ 28530 h 28397"/>
                  <a:gd name="connsiteX1" fmla="*/ 24279 w 28356"/>
                  <a:gd name="connsiteY1" fmla="*/ 24371 h 28397"/>
                  <a:gd name="connsiteX2" fmla="*/ 28432 w 28356"/>
                  <a:gd name="connsiteY2" fmla="*/ 14331 h 28397"/>
                  <a:gd name="connsiteX3" fmla="*/ 24279 w 28356"/>
                  <a:gd name="connsiteY3" fmla="*/ 4290 h 28397"/>
                  <a:gd name="connsiteX4" fmla="*/ 14254 w 28356"/>
                  <a:gd name="connsiteY4" fmla="*/ 132 h 28397"/>
                  <a:gd name="connsiteX5" fmla="*/ 4228 w 28356"/>
                  <a:gd name="connsiteY5" fmla="*/ 4290 h 28397"/>
                  <a:gd name="connsiteX6" fmla="*/ 75 w 28356"/>
                  <a:gd name="connsiteY6" fmla="*/ 14331 h 28397"/>
                  <a:gd name="connsiteX7" fmla="*/ 4228 w 28356"/>
                  <a:gd name="connsiteY7" fmla="*/ 24371 h 28397"/>
                  <a:gd name="connsiteX8" fmla="*/ 14254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30"/>
                    </a:moveTo>
                    <a:cubicBezTo>
                      <a:pt x="18014" y="28530"/>
                      <a:pt x="21620" y="27034"/>
                      <a:pt x="24279" y="24371"/>
                    </a:cubicBezTo>
                    <a:cubicBezTo>
                      <a:pt x="26938" y="21708"/>
                      <a:pt x="28432" y="18096"/>
                      <a:pt x="28432" y="14331"/>
                    </a:cubicBezTo>
                    <a:cubicBezTo>
                      <a:pt x="28432" y="10565"/>
                      <a:pt x="26938" y="6953"/>
                      <a:pt x="24279" y="4290"/>
                    </a:cubicBezTo>
                    <a:cubicBezTo>
                      <a:pt x="21620" y="1628"/>
                      <a:pt x="18014" y="132"/>
                      <a:pt x="14254" y="132"/>
                    </a:cubicBezTo>
                    <a:cubicBezTo>
                      <a:pt x="10493" y="132"/>
                      <a:pt x="6887" y="1628"/>
                      <a:pt x="4228" y="4290"/>
                    </a:cubicBezTo>
                    <a:cubicBezTo>
                      <a:pt x="1569" y="6953"/>
                      <a:pt x="75" y="10565"/>
                      <a:pt x="75" y="14331"/>
                    </a:cubicBezTo>
                    <a:cubicBezTo>
                      <a:pt x="75" y="18096"/>
                      <a:pt x="1569" y="21708"/>
                      <a:pt x="4228" y="24371"/>
                    </a:cubicBezTo>
                    <a:cubicBezTo>
                      <a:pt x="6887" y="27034"/>
                      <a:pt x="10493" y="28530"/>
                      <a:pt x="14254"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3" name="Freeform: Shape 1042">
                <a:extLst>
                  <a:ext uri="{FF2B5EF4-FFF2-40B4-BE49-F238E27FC236}">
                    <a16:creationId xmlns:a16="http://schemas.microsoft.com/office/drawing/2014/main" id="{B1170C5E-88B1-5955-4D9B-8A9A1D67825F}"/>
                  </a:ext>
                </a:extLst>
              </p:cNvPr>
              <p:cNvSpPr/>
              <p:nvPr/>
            </p:nvSpPr>
            <p:spPr>
              <a:xfrm>
                <a:off x="5499019" y="4510520"/>
                <a:ext cx="28356" cy="28397"/>
              </a:xfrm>
              <a:custGeom>
                <a:avLst/>
                <a:gdLst>
                  <a:gd name="connsiteX0" fmla="*/ 14253 w 28356"/>
                  <a:gd name="connsiteY0" fmla="*/ 28494 h 28397"/>
                  <a:gd name="connsiteX1" fmla="*/ 24279 w 28356"/>
                  <a:gd name="connsiteY1" fmla="*/ 24335 h 28397"/>
                  <a:gd name="connsiteX2" fmla="*/ 28431 w 28356"/>
                  <a:gd name="connsiteY2" fmla="*/ 14295 h 28397"/>
                  <a:gd name="connsiteX3" fmla="*/ 24279 w 28356"/>
                  <a:gd name="connsiteY3" fmla="*/ 4255 h 28397"/>
                  <a:gd name="connsiteX4" fmla="*/ 14253 w 28356"/>
                  <a:gd name="connsiteY4" fmla="*/ 96 h 28397"/>
                  <a:gd name="connsiteX5" fmla="*/ 4227 w 28356"/>
                  <a:gd name="connsiteY5" fmla="*/ 4255 h 28397"/>
                  <a:gd name="connsiteX6" fmla="*/ 75 w 28356"/>
                  <a:gd name="connsiteY6" fmla="*/ 14295 h 28397"/>
                  <a:gd name="connsiteX7" fmla="*/ 4227 w 28356"/>
                  <a:gd name="connsiteY7" fmla="*/ 24335 h 28397"/>
                  <a:gd name="connsiteX8" fmla="*/ 14253 w 28356"/>
                  <a:gd name="connsiteY8" fmla="*/ 2849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3" y="28494"/>
                    </a:moveTo>
                    <a:cubicBezTo>
                      <a:pt x="18013" y="28494"/>
                      <a:pt x="21620" y="26998"/>
                      <a:pt x="24279" y="24335"/>
                    </a:cubicBezTo>
                    <a:cubicBezTo>
                      <a:pt x="26937" y="21673"/>
                      <a:pt x="28431" y="18061"/>
                      <a:pt x="28431" y="14295"/>
                    </a:cubicBezTo>
                    <a:cubicBezTo>
                      <a:pt x="28431" y="10529"/>
                      <a:pt x="26937" y="6918"/>
                      <a:pt x="24279" y="4255"/>
                    </a:cubicBezTo>
                    <a:cubicBezTo>
                      <a:pt x="21620" y="1592"/>
                      <a:pt x="18013" y="96"/>
                      <a:pt x="14253" y="96"/>
                    </a:cubicBezTo>
                    <a:cubicBezTo>
                      <a:pt x="10493" y="96"/>
                      <a:pt x="6886" y="1592"/>
                      <a:pt x="4227" y="4255"/>
                    </a:cubicBezTo>
                    <a:cubicBezTo>
                      <a:pt x="1568" y="6918"/>
                      <a:pt x="75" y="10529"/>
                      <a:pt x="75" y="14295"/>
                    </a:cubicBezTo>
                    <a:cubicBezTo>
                      <a:pt x="75" y="18061"/>
                      <a:pt x="1568" y="21673"/>
                      <a:pt x="4227" y="24335"/>
                    </a:cubicBezTo>
                    <a:cubicBezTo>
                      <a:pt x="6886" y="26998"/>
                      <a:pt x="10493" y="28494"/>
                      <a:pt x="14253" y="2849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4" name="Freeform: Shape 1043">
                <a:extLst>
                  <a:ext uri="{FF2B5EF4-FFF2-40B4-BE49-F238E27FC236}">
                    <a16:creationId xmlns:a16="http://schemas.microsoft.com/office/drawing/2014/main" id="{BC33D0C3-0F3D-E5B2-F3AE-FC1AF77A8C43}"/>
                  </a:ext>
                </a:extLst>
              </p:cNvPr>
              <p:cNvSpPr/>
              <p:nvPr/>
            </p:nvSpPr>
            <p:spPr>
              <a:xfrm>
                <a:off x="5491260" y="4913440"/>
                <a:ext cx="28356" cy="28397"/>
              </a:xfrm>
              <a:custGeom>
                <a:avLst/>
                <a:gdLst>
                  <a:gd name="connsiteX0" fmla="*/ 14252 w 28356"/>
                  <a:gd name="connsiteY0" fmla="*/ 28526 h 28397"/>
                  <a:gd name="connsiteX1" fmla="*/ 24278 w 28356"/>
                  <a:gd name="connsiteY1" fmla="*/ 24367 h 28397"/>
                  <a:gd name="connsiteX2" fmla="*/ 28431 w 28356"/>
                  <a:gd name="connsiteY2" fmla="*/ 14327 h 28397"/>
                  <a:gd name="connsiteX3" fmla="*/ 24278 w 28356"/>
                  <a:gd name="connsiteY3" fmla="*/ 4287 h 28397"/>
                  <a:gd name="connsiteX4" fmla="*/ 14252 w 28356"/>
                  <a:gd name="connsiteY4" fmla="*/ 128 h 28397"/>
                  <a:gd name="connsiteX5" fmla="*/ 4227 w 28356"/>
                  <a:gd name="connsiteY5" fmla="*/ 4287 h 28397"/>
                  <a:gd name="connsiteX6" fmla="*/ 74 w 28356"/>
                  <a:gd name="connsiteY6" fmla="*/ 14327 h 28397"/>
                  <a:gd name="connsiteX7" fmla="*/ 4227 w 28356"/>
                  <a:gd name="connsiteY7" fmla="*/ 24367 h 28397"/>
                  <a:gd name="connsiteX8" fmla="*/ 14252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26"/>
                    </a:moveTo>
                    <a:cubicBezTo>
                      <a:pt x="18012" y="28526"/>
                      <a:pt x="21619" y="27030"/>
                      <a:pt x="24278" y="24367"/>
                    </a:cubicBezTo>
                    <a:cubicBezTo>
                      <a:pt x="26937" y="21704"/>
                      <a:pt x="28431" y="18092"/>
                      <a:pt x="28431" y="14327"/>
                    </a:cubicBezTo>
                    <a:cubicBezTo>
                      <a:pt x="28431" y="10561"/>
                      <a:pt x="26937" y="6949"/>
                      <a:pt x="24278" y="4287"/>
                    </a:cubicBezTo>
                    <a:cubicBezTo>
                      <a:pt x="21619" y="1624"/>
                      <a:pt x="18012" y="128"/>
                      <a:pt x="14252" y="128"/>
                    </a:cubicBezTo>
                    <a:cubicBezTo>
                      <a:pt x="10492" y="128"/>
                      <a:pt x="6886" y="1624"/>
                      <a:pt x="4227" y="4287"/>
                    </a:cubicBezTo>
                    <a:cubicBezTo>
                      <a:pt x="1568" y="6949"/>
                      <a:pt x="74" y="10561"/>
                      <a:pt x="74" y="14327"/>
                    </a:cubicBezTo>
                    <a:cubicBezTo>
                      <a:pt x="74" y="18092"/>
                      <a:pt x="1568" y="21704"/>
                      <a:pt x="4227" y="24367"/>
                    </a:cubicBezTo>
                    <a:cubicBezTo>
                      <a:pt x="6886" y="27030"/>
                      <a:pt x="10492" y="28526"/>
                      <a:pt x="14252"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5" name="Freeform: Shape 1044">
                <a:extLst>
                  <a:ext uri="{FF2B5EF4-FFF2-40B4-BE49-F238E27FC236}">
                    <a16:creationId xmlns:a16="http://schemas.microsoft.com/office/drawing/2014/main" id="{CB70E6B1-03DA-57E9-C007-76B66AA1AE51}"/>
                  </a:ext>
                </a:extLst>
              </p:cNvPr>
              <p:cNvSpPr/>
              <p:nvPr/>
            </p:nvSpPr>
            <p:spPr>
              <a:xfrm>
                <a:off x="5483503" y="4964888"/>
                <a:ext cx="28356" cy="28397"/>
              </a:xfrm>
              <a:custGeom>
                <a:avLst/>
                <a:gdLst>
                  <a:gd name="connsiteX0" fmla="*/ 14252 w 28356"/>
                  <a:gd name="connsiteY0" fmla="*/ 28530 h 28397"/>
                  <a:gd name="connsiteX1" fmla="*/ 24277 w 28356"/>
                  <a:gd name="connsiteY1" fmla="*/ 24371 h 28397"/>
                  <a:gd name="connsiteX2" fmla="*/ 28430 w 28356"/>
                  <a:gd name="connsiteY2" fmla="*/ 14331 h 28397"/>
                  <a:gd name="connsiteX3" fmla="*/ 24277 w 28356"/>
                  <a:gd name="connsiteY3" fmla="*/ 4291 h 28397"/>
                  <a:gd name="connsiteX4" fmla="*/ 14252 w 28356"/>
                  <a:gd name="connsiteY4" fmla="*/ 132 h 28397"/>
                  <a:gd name="connsiteX5" fmla="*/ 4226 w 28356"/>
                  <a:gd name="connsiteY5" fmla="*/ 4291 h 28397"/>
                  <a:gd name="connsiteX6" fmla="*/ 73 w 28356"/>
                  <a:gd name="connsiteY6" fmla="*/ 14331 h 28397"/>
                  <a:gd name="connsiteX7" fmla="*/ 4226 w 28356"/>
                  <a:gd name="connsiteY7" fmla="*/ 24371 h 28397"/>
                  <a:gd name="connsiteX8" fmla="*/ 14252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30"/>
                    </a:moveTo>
                    <a:cubicBezTo>
                      <a:pt x="18012" y="28530"/>
                      <a:pt x="21619" y="27034"/>
                      <a:pt x="24277" y="24371"/>
                    </a:cubicBezTo>
                    <a:cubicBezTo>
                      <a:pt x="26936" y="21708"/>
                      <a:pt x="28430" y="18096"/>
                      <a:pt x="28430" y="14331"/>
                    </a:cubicBezTo>
                    <a:cubicBezTo>
                      <a:pt x="28430" y="10565"/>
                      <a:pt x="26936" y="6953"/>
                      <a:pt x="24277" y="4291"/>
                    </a:cubicBezTo>
                    <a:cubicBezTo>
                      <a:pt x="21619" y="1628"/>
                      <a:pt x="18012" y="132"/>
                      <a:pt x="14252" y="132"/>
                    </a:cubicBezTo>
                    <a:cubicBezTo>
                      <a:pt x="10492" y="132"/>
                      <a:pt x="6885" y="1628"/>
                      <a:pt x="4226" y="4291"/>
                    </a:cubicBezTo>
                    <a:cubicBezTo>
                      <a:pt x="1567" y="6953"/>
                      <a:pt x="73" y="10565"/>
                      <a:pt x="73" y="14331"/>
                    </a:cubicBezTo>
                    <a:cubicBezTo>
                      <a:pt x="73" y="18096"/>
                      <a:pt x="1567" y="21708"/>
                      <a:pt x="4226" y="24371"/>
                    </a:cubicBezTo>
                    <a:cubicBezTo>
                      <a:pt x="6885" y="27034"/>
                      <a:pt x="10492" y="28530"/>
                      <a:pt x="14252"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6" name="Freeform: Shape 1045">
                <a:extLst>
                  <a:ext uri="{FF2B5EF4-FFF2-40B4-BE49-F238E27FC236}">
                    <a16:creationId xmlns:a16="http://schemas.microsoft.com/office/drawing/2014/main" id="{F36987EA-C5D6-F2C7-E5BA-457BE70D35DC}"/>
                  </a:ext>
                </a:extLst>
              </p:cNvPr>
              <p:cNvSpPr/>
              <p:nvPr/>
            </p:nvSpPr>
            <p:spPr>
              <a:xfrm>
                <a:off x="5475744" y="5016221"/>
                <a:ext cx="28356" cy="28397"/>
              </a:xfrm>
              <a:custGeom>
                <a:avLst/>
                <a:gdLst>
                  <a:gd name="connsiteX0" fmla="*/ 14251 w 28356"/>
                  <a:gd name="connsiteY0" fmla="*/ 28534 h 28397"/>
                  <a:gd name="connsiteX1" fmla="*/ 24277 w 28356"/>
                  <a:gd name="connsiteY1" fmla="*/ 24375 h 28397"/>
                  <a:gd name="connsiteX2" fmla="*/ 28429 w 28356"/>
                  <a:gd name="connsiteY2" fmla="*/ 14335 h 28397"/>
                  <a:gd name="connsiteX3" fmla="*/ 24277 w 28356"/>
                  <a:gd name="connsiteY3" fmla="*/ 4295 h 28397"/>
                  <a:gd name="connsiteX4" fmla="*/ 14251 w 28356"/>
                  <a:gd name="connsiteY4" fmla="*/ 136 h 28397"/>
                  <a:gd name="connsiteX5" fmla="*/ 4225 w 28356"/>
                  <a:gd name="connsiteY5" fmla="*/ 4295 h 28397"/>
                  <a:gd name="connsiteX6" fmla="*/ 73 w 28356"/>
                  <a:gd name="connsiteY6" fmla="*/ 14335 h 28397"/>
                  <a:gd name="connsiteX7" fmla="*/ 4225 w 28356"/>
                  <a:gd name="connsiteY7" fmla="*/ 24375 h 28397"/>
                  <a:gd name="connsiteX8" fmla="*/ 1425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34"/>
                    </a:moveTo>
                    <a:cubicBezTo>
                      <a:pt x="18011" y="28534"/>
                      <a:pt x="21618" y="27038"/>
                      <a:pt x="24277" y="24375"/>
                    </a:cubicBezTo>
                    <a:cubicBezTo>
                      <a:pt x="26936" y="21712"/>
                      <a:pt x="28429" y="18100"/>
                      <a:pt x="28429" y="14335"/>
                    </a:cubicBezTo>
                    <a:cubicBezTo>
                      <a:pt x="28429" y="10569"/>
                      <a:pt x="26936" y="6957"/>
                      <a:pt x="24277" y="4295"/>
                    </a:cubicBezTo>
                    <a:cubicBezTo>
                      <a:pt x="21618" y="1632"/>
                      <a:pt x="18011" y="136"/>
                      <a:pt x="14251" y="136"/>
                    </a:cubicBezTo>
                    <a:cubicBezTo>
                      <a:pt x="10491" y="136"/>
                      <a:pt x="6884" y="1632"/>
                      <a:pt x="4225" y="4295"/>
                    </a:cubicBezTo>
                    <a:cubicBezTo>
                      <a:pt x="1567" y="6957"/>
                      <a:pt x="73" y="10569"/>
                      <a:pt x="73" y="14335"/>
                    </a:cubicBezTo>
                    <a:cubicBezTo>
                      <a:pt x="73" y="18100"/>
                      <a:pt x="1567" y="21712"/>
                      <a:pt x="4225" y="24375"/>
                    </a:cubicBezTo>
                    <a:cubicBezTo>
                      <a:pt x="6884" y="27038"/>
                      <a:pt x="10491" y="28534"/>
                      <a:pt x="14251"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7" name="Freeform: Shape 1046">
                <a:extLst>
                  <a:ext uri="{FF2B5EF4-FFF2-40B4-BE49-F238E27FC236}">
                    <a16:creationId xmlns:a16="http://schemas.microsoft.com/office/drawing/2014/main" id="{D7E38953-970D-2E0F-107A-679496B83196}"/>
                  </a:ext>
                </a:extLst>
              </p:cNvPr>
              <p:cNvSpPr/>
              <p:nvPr/>
            </p:nvSpPr>
            <p:spPr>
              <a:xfrm>
                <a:off x="5467986" y="4745648"/>
                <a:ext cx="28356" cy="28397"/>
              </a:xfrm>
              <a:custGeom>
                <a:avLst/>
                <a:gdLst>
                  <a:gd name="connsiteX0" fmla="*/ 14251 w 28356"/>
                  <a:gd name="connsiteY0" fmla="*/ 28513 h 28397"/>
                  <a:gd name="connsiteX1" fmla="*/ 24276 w 28356"/>
                  <a:gd name="connsiteY1" fmla="*/ 24354 h 28397"/>
                  <a:gd name="connsiteX2" fmla="*/ 28429 w 28356"/>
                  <a:gd name="connsiteY2" fmla="*/ 14314 h 28397"/>
                  <a:gd name="connsiteX3" fmla="*/ 24276 w 28356"/>
                  <a:gd name="connsiteY3" fmla="*/ 4273 h 28397"/>
                  <a:gd name="connsiteX4" fmla="*/ 14251 w 28356"/>
                  <a:gd name="connsiteY4" fmla="*/ 115 h 28397"/>
                  <a:gd name="connsiteX5" fmla="*/ 4225 w 28356"/>
                  <a:gd name="connsiteY5" fmla="*/ 4273 h 28397"/>
                  <a:gd name="connsiteX6" fmla="*/ 72 w 28356"/>
                  <a:gd name="connsiteY6" fmla="*/ 14314 h 28397"/>
                  <a:gd name="connsiteX7" fmla="*/ 4225 w 28356"/>
                  <a:gd name="connsiteY7" fmla="*/ 24354 h 28397"/>
                  <a:gd name="connsiteX8" fmla="*/ 14251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13"/>
                    </a:moveTo>
                    <a:cubicBezTo>
                      <a:pt x="18011" y="28513"/>
                      <a:pt x="21617" y="27016"/>
                      <a:pt x="24276" y="24354"/>
                    </a:cubicBezTo>
                    <a:cubicBezTo>
                      <a:pt x="26935" y="21691"/>
                      <a:pt x="28429" y="18079"/>
                      <a:pt x="28429" y="14314"/>
                    </a:cubicBezTo>
                    <a:cubicBezTo>
                      <a:pt x="28429" y="10548"/>
                      <a:pt x="26935" y="6936"/>
                      <a:pt x="24276" y="4273"/>
                    </a:cubicBezTo>
                    <a:cubicBezTo>
                      <a:pt x="21617" y="1611"/>
                      <a:pt x="18011" y="115"/>
                      <a:pt x="14251" y="115"/>
                    </a:cubicBezTo>
                    <a:cubicBezTo>
                      <a:pt x="10490" y="115"/>
                      <a:pt x="6884" y="1611"/>
                      <a:pt x="4225" y="4273"/>
                    </a:cubicBezTo>
                    <a:cubicBezTo>
                      <a:pt x="1566" y="6936"/>
                      <a:pt x="72" y="10548"/>
                      <a:pt x="72" y="14314"/>
                    </a:cubicBezTo>
                    <a:cubicBezTo>
                      <a:pt x="72" y="18079"/>
                      <a:pt x="1566" y="21691"/>
                      <a:pt x="4225" y="24354"/>
                    </a:cubicBezTo>
                    <a:cubicBezTo>
                      <a:pt x="6884" y="27016"/>
                      <a:pt x="10490" y="28513"/>
                      <a:pt x="14251"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8" name="Freeform: Shape 1047">
                <a:extLst>
                  <a:ext uri="{FF2B5EF4-FFF2-40B4-BE49-F238E27FC236}">
                    <a16:creationId xmlns:a16="http://schemas.microsoft.com/office/drawing/2014/main" id="{8B9298CE-1091-F8EF-B9D5-C297095E9DEF}"/>
                  </a:ext>
                </a:extLst>
              </p:cNvPr>
              <p:cNvSpPr/>
              <p:nvPr/>
            </p:nvSpPr>
            <p:spPr>
              <a:xfrm>
                <a:off x="5460227" y="5000575"/>
                <a:ext cx="28356" cy="28397"/>
              </a:xfrm>
              <a:custGeom>
                <a:avLst/>
                <a:gdLst>
                  <a:gd name="connsiteX0" fmla="*/ 14250 w 28356"/>
                  <a:gd name="connsiteY0" fmla="*/ 28533 h 28397"/>
                  <a:gd name="connsiteX1" fmla="*/ 24276 w 28356"/>
                  <a:gd name="connsiteY1" fmla="*/ 24374 h 28397"/>
                  <a:gd name="connsiteX2" fmla="*/ 28428 w 28356"/>
                  <a:gd name="connsiteY2" fmla="*/ 14334 h 28397"/>
                  <a:gd name="connsiteX3" fmla="*/ 24276 w 28356"/>
                  <a:gd name="connsiteY3" fmla="*/ 4293 h 28397"/>
                  <a:gd name="connsiteX4" fmla="*/ 14250 w 28356"/>
                  <a:gd name="connsiteY4" fmla="*/ 135 h 28397"/>
                  <a:gd name="connsiteX5" fmla="*/ 4224 w 28356"/>
                  <a:gd name="connsiteY5" fmla="*/ 4293 h 28397"/>
                  <a:gd name="connsiteX6" fmla="*/ 72 w 28356"/>
                  <a:gd name="connsiteY6" fmla="*/ 14334 h 28397"/>
                  <a:gd name="connsiteX7" fmla="*/ 4224 w 28356"/>
                  <a:gd name="connsiteY7" fmla="*/ 24374 h 28397"/>
                  <a:gd name="connsiteX8" fmla="*/ 1425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0" y="28533"/>
                    </a:moveTo>
                    <a:cubicBezTo>
                      <a:pt x="18010" y="28533"/>
                      <a:pt x="21617" y="27037"/>
                      <a:pt x="24276" y="24374"/>
                    </a:cubicBezTo>
                    <a:cubicBezTo>
                      <a:pt x="26934" y="21711"/>
                      <a:pt x="28428" y="18099"/>
                      <a:pt x="28428" y="14334"/>
                    </a:cubicBezTo>
                    <a:cubicBezTo>
                      <a:pt x="28428" y="10568"/>
                      <a:pt x="26934" y="6956"/>
                      <a:pt x="24276" y="4293"/>
                    </a:cubicBezTo>
                    <a:cubicBezTo>
                      <a:pt x="21617" y="1631"/>
                      <a:pt x="18010" y="135"/>
                      <a:pt x="14250" y="135"/>
                    </a:cubicBezTo>
                    <a:cubicBezTo>
                      <a:pt x="10490" y="135"/>
                      <a:pt x="6883" y="1631"/>
                      <a:pt x="4224" y="4293"/>
                    </a:cubicBezTo>
                    <a:cubicBezTo>
                      <a:pt x="1565" y="6956"/>
                      <a:pt x="72" y="10568"/>
                      <a:pt x="72" y="14334"/>
                    </a:cubicBezTo>
                    <a:cubicBezTo>
                      <a:pt x="72" y="18099"/>
                      <a:pt x="1565" y="21711"/>
                      <a:pt x="4224" y="24374"/>
                    </a:cubicBezTo>
                    <a:cubicBezTo>
                      <a:pt x="6883" y="27037"/>
                      <a:pt x="10490" y="28533"/>
                      <a:pt x="14250"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49" name="Freeform: Shape 1048">
                <a:extLst>
                  <a:ext uri="{FF2B5EF4-FFF2-40B4-BE49-F238E27FC236}">
                    <a16:creationId xmlns:a16="http://schemas.microsoft.com/office/drawing/2014/main" id="{CA61A041-86DA-79AB-90FE-846896ECD554}"/>
                  </a:ext>
                </a:extLst>
              </p:cNvPr>
              <p:cNvSpPr/>
              <p:nvPr/>
            </p:nvSpPr>
            <p:spPr>
              <a:xfrm>
                <a:off x="5452469" y="4898759"/>
                <a:ext cx="28356" cy="28397"/>
              </a:xfrm>
              <a:custGeom>
                <a:avLst/>
                <a:gdLst>
                  <a:gd name="connsiteX0" fmla="*/ 14249 w 28356"/>
                  <a:gd name="connsiteY0" fmla="*/ 28525 h 28397"/>
                  <a:gd name="connsiteX1" fmla="*/ 24275 w 28356"/>
                  <a:gd name="connsiteY1" fmla="*/ 24366 h 28397"/>
                  <a:gd name="connsiteX2" fmla="*/ 28428 w 28356"/>
                  <a:gd name="connsiteY2" fmla="*/ 14326 h 28397"/>
                  <a:gd name="connsiteX3" fmla="*/ 24275 w 28356"/>
                  <a:gd name="connsiteY3" fmla="*/ 4285 h 28397"/>
                  <a:gd name="connsiteX4" fmla="*/ 14249 w 28356"/>
                  <a:gd name="connsiteY4" fmla="*/ 127 h 28397"/>
                  <a:gd name="connsiteX5" fmla="*/ 4224 w 28356"/>
                  <a:gd name="connsiteY5" fmla="*/ 4285 h 28397"/>
                  <a:gd name="connsiteX6" fmla="*/ 71 w 28356"/>
                  <a:gd name="connsiteY6" fmla="*/ 14326 h 28397"/>
                  <a:gd name="connsiteX7" fmla="*/ 4224 w 28356"/>
                  <a:gd name="connsiteY7" fmla="*/ 24366 h 28397"/>
                  <a:gd name="connsiteX8" fmla="*/ 14249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25"/>
                    </a:moveTo>
                    <a:cubicBezTo>
                      <a:pt x="18009" y="28525"/>
                      <a:pt x="21616" y="27029"/>
                      <a:pt x="24275" y="24366"/>
                    </a:cubicBezTo>
                    <a:cubicBezTo>
                      <a:pt x="26934" y="21703"/>
                      <a:pt x="28428" y="18091"/>
                      <a:pt x="28428" y="14326"/>
                    </a:cubicBezTo>
                    <a:cubicBezTo>
                      <a:pt x="28428" y="10560"/>
                      <a:pt x="26934" y="6948"/>
                      <a:pt x="24275" y="4285"/>
                    </a:cubicBezTo>
                    <a:cubicBezTo>
                      <a:pt x="21616" y="1623"/>
                      <a:pt x="18009" y="127"/>
                      <a:pt x="14249" y="127"/>
                    </a:cubicBezTo>
                    <a:cubicBezTo>
                      <a:pt x="10489" y="127"/>
                      <a:pt x="6882" y="1623"/>
                      <a:pt x="4224" y="4285"/>
                    </a:cubicBezTo>
                    <a:cubicBezTo>
                      <a:pt x="1565" y="6948"/>
                      <a:pt x="71" y="10560"/>
                      <a:pt x="71" y="14326"/>
                    </a:cubicBezTo>
                    <a:cubicBezTo>
                      <a:pt x="71" y="18091"/>
                      <a:pt x="1565" y="21703"/>
                      <a:pt x="4224" y="24366"/>
                    </a:cubicBezTo>
                    <a:cubicBezTo>
                      <a:pt x="6882" y="27029"/>
                      <a:pt x="10489" y="28525"/>
                      <a:pt x="14249"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0" name="Freeform: Shape 1049">
                <a:extLst>
                  <a:ext uri="{FF2B5EF4-FFF2-40B4-BE49-F238E27FC236}">
                    <a16:creationId xmlns:a16="http://schemas.microsoft.com/office/drawing/2014/main" id="{EA515CC5-F0E7-AE7A-9891-FB282A33A9D4}"/>
                  </a:ext>
                </a:extLst>
              </p:cNvPr>
              <p:cNvSpPr/>
              <p:nvPr/>
            </p:nvSpPr>
            <p:spPr>
              <a:xfrm>
                <a:off x="5444710" y="5018825"/>
                <a:ext cx="28356" cy="28397"/>
              </a:xfrm>
              <a:custGeom>
                <a:avLst/>
                <a:gdLst>
                  <a:gd name="connsiteX0" fmla="*/ 14249 w 28356"/>
                  <a:gd name="connsiteY0" fmla="*/ 28534 h 28397"/>
                  <a:gd name="connsiteX1" fmla="*/ 24274 w 28356"/>
                  <a:gd name="connsiteY1" fmla="*/ 24375 h 28397"/>
                  <a:gd name="connsiteX2" fmla="*/ 28427 w 28356"/>
                  <a:gd name="connsiteY2" fmla="*/ 14335 h 28397"/>
                  <a:gd name="connsiteX3" fmla="*/ 24274 w 28356"/>
                  <a:gd name="connsiteY3" fmla="*/ 4295 h 28397"/>
                  <a:gd name="connsiteX4" fmla="*/ 14249 w 28356"/>
                  <a:gd name="connsiteY4" fmla="*/ 136 h 28397"/>
                  <a:gd name="connsiteX5" fmla="*/ 4223 w 28356"/>
                  <a:gd name="connsiteY5" fmla="*/ 4295 h 28397"/>
                  <a:gd name="connsiteX6" fmla="*/ 70 w 28356"/>
                  <a:gd name="connsiteY6" fmla="*/ 14335 h 28397"/>
                  <a:gd name="connsiteX7" fmla="*/ 4223 w 28356"/>
                  <a:gd name="connsiteY7" fmla="*/ 24375 h 28397"/>
                  <a:gd name="connsiteX8" fmla="*/ 14249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34"/>
                    </a:moveTo>
                    <a:cubicBezTo>
                      <a:pt x="18009" y="28534"/>
                      <a:pt x="21615" y="27038"/>
                      <a:pt x="24274" y="24375"/>
                    </a:cubicBezTo>
                    <a:cubicBezTo>
                      <a:pt x="26933" y="21713"/>
                      <a:pt x="28427" y="18101"/>
                      <a:pt x="28427" y="14335"/>
                    </a:cubicBezTo>
                    <a:cubicBezTo>
                      <a:pt x="28427" y="10569"/>
                      <a:pt x="26933" y="6958"/>
                      <a:pt x="24274" y="4295"/>
                    </a:cubicBezTo>
                    <a:cubicBezTo>
                      <a:pt x="21615" y="1632"/>
                      <a:pt x="18009" y="136"/>
                      <a:pt x="14249" y="136"/>
                    </a:cubicBezTo>
                    <a:cubicBezTo>
                      <a:pt x="10489" y="136"/>
                      <a:pt x="6882" y="1632"/>
                      <a:pt x="4223" y="4295"/>
                    </a:cubicBezTo>
                    <a:cubicBezTo>
                      <a:pt x="1564" y="6958"/>
                      <a:pt x="70" y="10569"/>
                      <a:pt x="70" y="14335"/>
                    </a:cubicBezTo>
                    <a:cubicBezTo>
                      <a:pt x="70" y="18101"/>
                      <a:pt x="1564" y="21713"/>
                      <a:pt x="4223" y="24375"/>
                    </a:cubicBezTo>
                    <a:cubicBezTo>
                      <a:pt x="6882" y="27038"/>
                      <a:pt x="10489" y="28534"/>
                      <a:pt x="14249"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1" name="Freeform: Shape 1050">
                <a:extLst>
                  <a:ext uri="{FF2B5EF4-FFF2-40B4-BE49-F238E27FC236}">
                    <a16:creationId xmlns:a16="http://schemas.microsoft.com/office/drawing/2014/main" id="{89C4B2D3-84BC-86E1-A0EC-30F96C0D29F9}"/>
                  </a:ext>
                </a:extLst>
              </p:cNvPr>
              <p:cNvSpPr/>
              <p:nvPr/>
            </p:nvSpPr>
            <p:spPr>
              <a:xfrm>
                <a:off x="5436952" y="4796803"/>
                <a:ext cx="28356" cy="28397"/>
              </a:xfrm>
              <a:custGeom>
                <a:avLst/>
                <a:gdLst>
                  <a:gd name="connsiteX0" fmla="*/ 14248 w 28356"/>
                  <a:gd name="connsiteY0" fmla="*/ 28517 h 28397"/>
                  <a:gd name="connsiteX1" fmla="*/ 24274 w 28356"/>
                  <a:gd name="connsiteY1" fmla="*/ 24358 h 28397"/>
                  <a:gd name="connsiteX2" fmla="*/ 28426 w 28356"/>
                  <a:gd name="connsiteY2" fmla="*/ 14318 h 28397"/>
                  <a:gd name="connsiteX3" fmla="*/ 24274 w 28356"/>
                  <a:gd name="connsiteY3" fmla="*/ 4277 h 28397"/>
                  <a:gd name="connsiteX4" fmla="*/ 14248 w 28356"/>
                  <a:gd name="connsiteY4" fmla="*/ 119 h 28397"/>
                  <a:gd name="connsiteX5" fmla="*/ 4222 w 28356"/>
                  <a:gd name="connsiteY5" fmla="*/ 4277 h 28397"/>
                  <a:gd name="connsiteX6" fmla="*/ 70 w 28356"/>
                  <a:gd name="connsiteY6" fmla="*/ 14318 h 28397"/>
                  <a:gd name="connsiteX7" fmla="*/ 4222 w 28356"/>
                  <a:gd name="connsiteY7" fmla="*/ 24358 h 28397"/>
                  <a:gd name="connsiteX8" fmla="*/ 14248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8" y="28517"/>
                    </a:moveTo>
                    <a:cubicBezTo>
                      <a:pt x="18008" y="28517"/>
                      <a:pt x="21615" y="27021"/>
                      <a:pt x="24274" y="24358"/>
                    </a:cubicBezTo>
                    <a:cubicBezTo>
                      <a:pt x="26933" y="21695"/>
                      <a:pt x="28426" y="18083"/>
                      <a:pt x="28426" y="14318"/>
                    </a:cubicBezTo>
                    <a:cubicBezTo>
                      <a:pt x="28426" y="10552"/>
                      <a:pt x="26933" y="6940"/>
                      <a:pt x="24274" y="4277"/>
                    </a:cubicBezTo>
                    <a:cubicBezTo>
                      <a:pt x="21615" y="1615"/>
                      <a:pt x="18008" y="119"/>
                      <a:pt x="14248" y="119"/>
                    </a:cubicBezTo>
                    <a:cubicBezTo>
                      <a:pt x="10488" y="119"/>
                      <a:pt x="6881" y="1615"/>
                      <a:pt x="4222" y="4277"/>
                    </a:cubicBezTo>
                    <a:cubicBezTo>
                      <a:pt x="1564" y="6940"/>
                      <a:pt x="70" y="10552"/>
                      <a:pt x="70" y="14318"/>
                    </a:cubicBezTo>
                    <a:cubicBezTo>
                      <a:pt x="70" y="18083"/>
                      <a:pt x="1564" y="21695"/>
                      <a:pt x="4222" y="24358"/>
                    </a:cubicBezTo>
                    <a:cubicBezTo>
                      <a:pt x="6881" y="27021"/>
                      <a:pt x="10488" y="28517"/>
                      <a:pt x="14248" y="285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2" name="Freeform: Shape 1051">
                <a:extLst>
                  <a:ext uri="{FF2B5EF4-FFF2-40B4-BE49-F238E27FC236}">
                    <a16:creationId xmlns:a16="http://schemas.microsoft.com/office/drawing/2014/main" id="{DEFEB59D-0A96-0417-863E-72AA009A0F28}"/>
                  </a:ext>
                </a:extLst>
              </p:cNvPr>
              <p:cNvSpPr/>
              <p:nvPr/>
            </p:nvSpPr>
            <p:spPr>
              <a:xfrm>
                <a:off x="5429194" y="4996765"/>
                <a:ext cx="28356" cy="28397"/>
              </a:xfrm>
              <a:custGeom>
                <a:avLst/>
                <a:gdLst>
                  <a:gd name="connsiteX0" fmla="*/ 14247 w 28356"/>
                  <a:gd name="connsiteY0" fmla="*/ 28532 h 28397"/>
                  <a:gd name="connsiteX1" fmla="*/ 24273 w 28356"/>
                  <a:gd name="connsiteY1" fmla="*/ 24374 h 28397"/>
                  <a:gd name="connsiteX2" fmla="*/ 28426 w 28356"/>
                  <a:gd name="connsiteY2" fmla="*/ 14333 h 28397"/>
                  <a:gd name="connsiteX3" fmla="*/ 24273 w 28356"/>
                  <a:gd name="connsiteY3" fmla="*/ 4293 h 28397"/>
                  <a:gd name="connsiteX4" fmla="*/ 14247 w 28356"/>
                  <a:gd name="connsiteY4" fmla="*/ 134 h 28397"/>
                  <a:gd name="connsiteX5" fmla="*/ 4222 w 28356"/>
                  <a:gd name="connsiteY5" fmla="*/ 4293 h 28397"/>
                  <a:gd name="connsiteX6" fmla="*/ 69 w 28356"/>
                  <a:gd name="connsiteY6" fmla="*/ 14333 h 28397"/>
                  <a:gd name="connsiteX7" fmla="*/ 4222 w 28356"/>
                  <a:gd name="connsiteY7" fmla="*/ 24374 h 28397"/>
                  <a:gd name="connsiteX8" fmla="*/ 14247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32"/>
                    </a:moveTo>
                    <a:cubicBezTo>
                      <a:pt x="18008" y="28532"/>
                      <a:pt x="21614" y="27036"/>
                      <a:pt x="24273" y="24374"/>
                    </a:cubicBezTo>
                    <a:cubicBezTo>
                      <a:pt x="26932" y="21711"/>
                      <a:pt x="28426" y="18099"/>
                      <a:pt x="28426" y="14333"/>
                    </a:cubicBezTo>
                    <a:cubicBezTo>
                      <a:pt x="28426" y="10568"/>
                      <a:pt x="26932" y="6956"/>
                      <a:pt x="24273" y="4293"/>
                    </a:cubicBezTo>
                    <a:cubicBezTo>
                      <a:pt x="21614" y="1630"/>
                      <a:pt x="18008" y="134"/>
                      <a:pt x="14247" y="134"/>
                    </a:cubicBezTo>
                    <a:cubicBezTo>
                      <a:pt x="10487" y="134"/>
                      <a:pt x="6881" y="1630"/>
                      <a:pt x="4222" y="4293"/>
                    </a:cubicBezTo>
                    <a:cubicBezTo>
                      <a:pt x="1563" y="6956"/>
                      <a:pt x="69" y="10568"/>
                      <a:pt x="69" y="14333"/>
                    </a:cubicBezTo>
                    <a:cubicBezTo>
                      <a:pt x="69" y="18099"/>
                      <a:pt x="1563" y="21711"/>
                      <a:pt x="4222" y="24374"/>
                    </a:cubicBezTo>
                    <a:cubicBezTo>
                      <a:pt x="6881" y="27036"/>
                      <a:pt x="10487" y="28532"/>
                      <a:pt x="14247"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3" name="Freeform: Shape 1052">
                <a:extLst>
                  <a:ext uri="{FF2B5EF4-FFF2-40B4-BE49-F238E27FC236}">
                    <a16:creationId xmlns:a16="http://schemas.microsoft.com/office/drawing/2014/main" id="{17993BA1-3E34-6DF1-F315-DE746E9BDB57}"/>
                  </a:ext>
                </a:extLst>
              </p:cNvPr>
              <p:cNvSpPr/>
              <p:nvPr/>
            </p:nvSpPr>
            <p:spPr>
              <a:xfrm>
                <a:off x="5421436" y="4824172"/>
                <a:ext cx="28356" cy="28397"/>
              </a:xfrm>
              <a:custGeom>
                <a:avLst/>
                <a:gdLst>
                  <a:gd name="connsiteX0" fmla="*/ 14247 w 28356"/>
                  <a:gd name="connsiteY0" fmla="*/ 28519 h 28397"/>
                  <a:gd name="connsiteX1" fmla="*/ 24272 w 28356"/>
                  <a:gd name="connsiteY1" fmla="*/ 24360 h 28397"/>
                  <a:gd name="connsiteX2" fmla="*/ 28425 w 28356"/>
                  <a:gd name="connsiteY2" fmla="*/ 14320 h 28397"/>
                  <a:gd name="connsiteX3" fmla="*/ 24272 w 28356"/>
                  <a:gd name="connsiteY3" fmla="*/ 4280 h 28397"/>
                  <a:gd name="connsiteX4" fmla="*/ 14247 w 28356"/>
                  <a:gd name="connsiteY4" fmla="*/ 121 h 28397"/>
                  <a:gd name="connsiteX5" fmla="*/ 4221 w 28356"/>
                  <a:gd name="connsiteY5" fmla="*/ 4280 h 28397"/>
                  <a:gd name="connsiteX6" fmla="*/ 68 w 28356"/>
                  <a:gd name="connsiteY6" fmla="*/ 14320 h 28397"/>
                  <a:gd name="connsiteX7" fmla="*/ 4221 w 28356"/>
                  <a:gd name="connsiteY7" fmla="*/ 24360 h 28397"/>
                  <a:gd name="connsiteX8" fmla="*/ 14247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19"/>
                    </a:moveTo>
                    <a:cubicBezTo>
                      <a:pt x="18007" y="28519"/>
                      <a:pt x="21614" y="27023"/>
                      <a:pt x="24272" y="24360"/>
                    </a:cubicBezTo>
                    <a:cubicBezTo>
                      <a:pt x="26931" y="21697"/>
                      <a:pt x="28425" y="18085"/>
                      <a:pt x="28425" y="14320"/>
                    </a:cubicBezTo>
                    <a:cubicBezTo>
                      <a:pt x="28425" y="10554"/>
                      <a:pt x="26931" y="6942"/>
                      <a:pt x="24272" y="4280"/>
                    </a:cubicBezTo>
                    <a:cubicBezTo>
                      <a:pt x="21614" y="1617"/>
                      <a:pt x="18007" y="121"/>
                      <a:pt x="14247" y="121"/>
                    </a:cubicBezTo>
                    <a:cubicBezTo>
                      <a:pt x="10487" y="121"/>
                      <a:pt x="6880" y="1617"/>
                      <a:pt x="4221" y="4280"/>
                    </a:cubicBezTo>
                    <a:cubicBezTo>
                      <a:pt x="1562" y="6942"/>
                      <a:pt x="68" y="10554"/>
                      <a:pt x="68" y="14320"/>
                    </a:cubicBezTo>
                    <a:cubicBezTo>
                      <a:pt x="68" y="18085"/>
                      <a:pt x="1562" y="21697"/>
                      <a:pt x="4221" y="24360"/>
                    </a:cubicBezTo>
                    <a:cubicBezTo>
                      <a:pt x="6880" y="27023"/>
                      <a:pt x="10487" y="28519"/>
                      <a:pt x="14247" y="2851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4" name="Freeform: Shape 1053">
                <a:extLst>
                  <a:ext uri="{FF2B5EF4-FFF2-40B4-BE49-F238E27FC236}">
                    <a16:creationId xmlns:a16="http://schemas.microsoft.com/office/drawing/2014/main" id="{0F66BB6E-FDC8-0798-A155-ED80B5B45697}"/>
                  </a:ext>
                </a:extLst>
              </p:cNvPr>
              <p:cNvSpPr/>
              <p:nvPr/>
            </p:nvSpPr>
            <p:spPr>
              <a:xfrm>
                <a:off x="5413677" y="4991469"/>
                <a:ext cx="28356" cy="28397"/>
              </a:xfrm>
              <a:custGeom>
                <a:avLst/>
                <a:gdLst>
                  <a:gd name="connsiteX0" fmla="*/ 14246 w 28356"/>
                  <a:gd name="connsiteY0" fmla="*/ 28532 h 28397"/>
                  <a:gd name="connsiteX1" fmla="*/ 24272 w 28356"/>
                  <a:gd name="connsiteY1" fmla="*/ 24373 h 28397"/>
                  <a:gd name="connsiteX2" fmla="*/ 28425 w 28356"/>
                  <a:gd name="connsiteY2" fmla="*/ 14333 h 28397"/>
                  <a:gd name="connsiteX3" fmla="*/ 24272 w 28356"/>
                  <a:gd name="connsiteY3" fmla="*/ 4293 h 28397"/>
                  <a:gd name="connsiteX4" fmla="*/ 14246 w 28356"/>
                  <a:gd name="connsiteY4" fmla="*/ 134 h 28397"/>
                  <a:gd name="connsiteX5" fmla="*/ 4221 w 28356"/>
                  <a:gd name="connsiteY5" fmla="*/ 4293 h 28397"/>
                  <a:gd name="connsiteX6" fmla="*/ 68 w 28356"/>
                  <a:gd name="connsiteY6" fmla="*/ 14333 h 28397"/>
                  <a:gd name="connsiteX7" fmla="*/ 4221 w 28356"/>
                  <a:gd name="connsiteY7" fmla="*/ 24373 h 28397"/>
                  <a:gd name="connsiteX8" fmla="*/ 14246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32"/>
                    </a:moveTo>
                    <a:cubicBezTo>
                      <a:pt x="18006" y="28532"/>
                      <a:pt x="21613" y="27036"/>
                      <a:pt x="24272" y="24373"/>
                    </a:cubicBezTo>
                    <a:cubicBezTo>
                      <a:pt x="26931" y="21710"/>
                      <a:pt x="28425" y="18099"/>
                      <a:pt x="28425" y="14333"/>
                    </a:cubicBezTo>
                    <a:cubicBezTo>
                      <a:pt x="28425" y="10567"/>
                      <a:pt x="26931" y="6955"/>
                      <a:pt x="24272" y="4293"/>
                    </a:cubicBezTo>
                    <a:cubicBezTo>
                      <a:pt x="21613" y="1630"/>
                      <a:pt x="18006" y="134"/>
                      <a:pt x="14246" y="134"/>
                    </a:cubicBezTo>
                    <a:cubicBezTo>
                      <a:pt x="10486" y="134"/>
                      <a:pt x="6879" y="1630"/>
                      <a:pt x="4221" y="4293"/>
                    </a:cubicBezTo>
                    <a:cubicBezTo>
                      <a:pt x="1562" y="6955"/>
                      <a:pt x="68" y="10567"/>
                      <a:pt x="68" y="14333"/>
                    </a:cubicBezTo>
                    <a:cubicBezTo>
                      <a:pt x="68" y="18099"/>
                      <a:pt x="1562" y="21710"/>
                      <a:pt x="4221" y="24373"/>
                    </a:cubicBezTo>
                    <a:cubicBezTo>
                      <a:pt x="6879" y="27036"/>
                      <a:pt x="10486" y="28532"/>
                      <a:pt x="14246"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5" name="Freeform: Shape 1054">
                <a:extLst>
                  <a:ext uri="{FF2B5EF4-FFF2-40B4-BE49-F238E27FC236}">
                    <a16:creationId xmlns:a16="http://schemas.microsoft.com/office/drawing/2014/main" id="{9168D43C-5220-EDD0-AEB1-7E0487ACA89A}"/>
                  </a:ext>
                </a:extLst>
              </p:cNvPr>
              <p:cNvSpPr/>
              <p:nvPr/>
            </p:nvSpPr>
            <p:spPr>
              <a:xfrm>
                <a:off x="5405919" y="5019256"/>
                <a:ext cx="28356" cy="28397"/>
              </a:xfrm>
              <a:custGeom>
                <a:avLst/>
                <a:gdLst>
                  <a:gd name="connsiteX0" fmla="*/ 14246 w 28356"/>
                  <a:gd name="connsiteY0" fmla="*/ 28534 h 28397"/>
                  <a:gd name="connsiteX1" fmla="*/ 24271 w 28356"/>
                  <a:gd name="connsiteY1" fmla="*/ 24375 h 28397"/>
                  <a:gd name="connsiteX2" fmla="*/ 28424 w 28356"/>
                  <a:gd name="connsiteY2" fmla="*/ 14335 h 28397"/>
                  <a:gd name="connsiteX3" fmla="*/ 24271 w 28356"/>
                  <a:gd name="connsiteY3" fmla="*/ 4295 h 28397"/>
                  <a:gd name="connsiteX4" fmla="*/ 14246 w 28356"/>
                  <a:gd name="connsiteY4" fmla="*/ 136 h 28397"/>
                  <a:gd name="connsiteX5" fmla="*/ 4220 w 28356"/>
                  <a:gd name="connsiteY5" fmla="*/ 4295 h 28397"/>
                  <a:gd name="connsiteX6" fmla="*/ 67 w 28356"/>
                  <a:gd name="connsiteY6" fmla="*/ 14335 h 28397"/>
                  <a:gd name="connsiteX7" fmla="*/ 4220 w 28356"/>
                  <a:gd name="connsiteY7" fmla="*/ 24375 h 28397"/>
                  <a:gd name="connsiteX8" fmla="*/ 14246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34"/>
                    </a:moveTo>
                    <a:cubicBezTo>
                      <a:pt x="18006" y="28534"/>
                      <a:pt x="21612" y="27038"/>
                      <a:pt x="24271" y="24375"/>
                    </a:cubicBezTo>
                    <a:cubicBezTo>
                      <a:pt x="26930" y="21713"/>
                      <a:pt x="28424" y="18101"/>
                      <a:pt x="28424" y="14335"/>
                    </a:cubicBezTo>
                    <a:cubicBezTo>
                      <a:pt x="28424" y="10569"/>
                      <a:pt x="26930" y="6958"/>
                      <a:pt x="24271" y="4295"/>
                    </a:cubicBezTo>
                    <a:cubicBezTo>
                      <a:pt x="21612" y="1632"/>
                      <a:pt x="18006" y="136"/>
                      <a:pt x="14246" y="136"/>
                    </a:cubicBezTo>
                    <a:cubicBezTo>
                      <a:pt x="10485" y="136"/>
                      <a:pt x="6879" y="1632"/>
                      <a:pt x="4220" y="4295"/>
                    </a:cubicBezTo>
                    <a:cubicBezTo>
                      <a:pt x="1561" y="6958"/>
                      <a:pt x="67" y="10569"/>
                      <a:pt x="67" y="14335"/>
                    </a:cubicBezTo>
                    <a:cubicBezTo>
                      <a:pt x="67" y="18101"/>
                      <a:pt x="1561" y="21713"/>
                      <a:pt x="4220" y="24375"/>
                    </a:cubicBezTo>
                    <a:cubicBezTo>
                      <a:pt x="6879" y="27038"/>
                      <a:pt x="10485" y="28534"/>
                      <a:pt x="14246"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6" name="Freeform: Shape 1055">
                <a:extLst>
                  <a:ext uri="{FF2B5EF4-FFF2-40B4-BE49-F238E27FC236}">
                    <a16:creationId xmlns:a16="http://schemas.microsoft.com/office/drawing/2014/main" id="{EAB3351E-EE2D-94D0-9A61-B7B5DB1B0201}"/>
                  </a:ext>
                </a:extLst>
              </p:cNvPr>
              <p:cNvSpPr/>
              <p:nvPr/>
            </p:nvSpPr>
            <p:spPr>
              <a:xfrm>
                <a:off x="5398160" y="5015891"/>
                <a:ext cx="28356" cy="28397"/>
              </a:xfrm>
              <a:custGeom>
                <a:avLst/>
                <a:gdLst>
                  <a:gd name="connsiteX0" fmla="*/ 14245 w 28356"/>
                  <a:gd name="connsiteY0" fmla="*/ 28534 h 28397"/>
                  <a:gd name="connsiteX1" fmla="*/ 24271 w 28356"/>
                  <a:gd name="connsiteY1" fmla="*/ 24375 h 28397"/>
                  <a:gd name="connsiteX2" fmla="*/ 28423 w 28356"/>
                  <a:gd name="connsiteY2" fmla="*/ 14335 h 28397"/>
                  <a:gd name="connsiteX3" fmla="*/ 24271 w 28356"/>
                  <a:gd name="connsiteY3" fmla="*/ 4295 h 28397"/>
                  <a:gd name="connsiteX4" fmla="*/ 14245 w 28356"/>
                  <a:gd name="connsiteY4" fmla="*/ 136 h 28397"/>
                  <a:gd name="connsiteX5" fmla="*/ 4219 w 28356"/>
                  <a:gd name="connsiteY5" fmla="*/ 4295 h 28397"/>
                  <a:gd name="connsiteX6" fmla="*/ 67 w 28356"/>
                  <a:gd name="connsiteY6" fmla="*/ 14335 h 28397"/>
                  <a:gd name="connsiteX7" fmla="*/ 4219 w 28356"/>
                  <a:gd name="connsiteY7" fmla="*/ 24375 h 28397"/>
                  <a:gd name="connsiteX8" fmla="*/ 1424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5" y="28534"/>
                    </a:moveTo>
                    <a:cubicBezTo>
                      <a:pt x="18005" y="28534"/>
                      <a:pt x="21612" y="27038"/>
                      <a:pt x="24271" y="24375"/>
                    </a:cubicBezTo>
                    <a:cubicBezTo>
                      <a:pt x="26929" y="21712"/>
                      <a:pt x="28423" y="18100"/>
                      <a:pt x="28423" y="14335"/>
                    </a:cubicBezTo>
                    <a:cubicBezTo>
                      <a:pt x="28423" y="10569"/>
                      <a:pt x="26929" y="6957"/>
                      <a:pt x="24271" y="4295"/>
                    </a:cubicBezTo>
                    <a:cubicBezTo>
                      <a:pt x="21612" y="1632"/>
                      <a:pt x="18005" y="136"/>
                      <a:pt x="14245" y="136"/>
                    </a:cubicBezTo>
                    <a:cubicBezTo>
                      <a:pt x="10485" y="136"/>
                      <a:pt x="6878" y="1632"/>
                      <a:pt x="4219" y="4295"/>
                    </a:cubicBezTo>
                    <a:cubicBezTo>
                      <a:pt x="1561" y="6957"/>
                      <a:pt x="67" y="10569"/>
                      <a:pt x="67" y="14335"/>
                    </a:cubicBezTo>
                    <a:cubicBezTo>
                      <a:pt x="67" y="18100"/>
                      <a:pt x="1561" y="21712"/>
                      <a:pt x="4219" y="24375"/>
                    </a:cubicBezTo>
                    <a:cubicBezTo>
                      <a:pt x="6878" y="27038"/>
                      <a:pt x="10485" y="28534"/>
                      <a:pt x="1424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7" name="Freeform: Shape 1056">
                <a:extLst>
                  <a:ext uri="{FF2B5EF4-FFF2-40B4-BE49-F238E27FC236}">
                    <a16:creationId xmlns:a16="http://schemas.microsoft.com/office/drawing/2014/main" id="{632FD373-B0D3-CD38-8AFB-5024EADAF2CD}"/>
                  </a:ext>
                </a:extLst>
              </p:cNvPr>
              <p:cNvSpPr/>
              <p:nvPr/>
            </p:nvSpPr>
            <p:spPr>
              <a:xfrm>
                <a:off x="5390401" y="4940402"/>
                <a:ext cx="28356" cy="28397"/>
              </a:xfrm>
              <a:custGeom>
                <a:avLst/>
                <a:gdLst>
                  <a:gd name="connsiteX0" fmla="*/ 14244 w 28356"/>
                  <a:gd name="connsiteY0" fmla="*/ 28528 h 28397"/>
                  <a:gd name="connsiteX1" fmla="*/ 24270 w 28356"/>
                  <a:gd name="connsiteY1" fmla="*/ 24369 h 28397"/>
                  <a:gd name="connsiteX2" fmla="*/ 28423 w 28356"/>
                  <a:gd name="connsiteY2" fmla="*/ 14329 h 28397"/>
                  <a:gd name="connsiteX3" fmla="*/ 24270 w 28356"/>
                  <a:gd name="connsiteY3" fmla="*/ 4289 h 28397"/>
                  <a:gd name="connsiteX4" fmla="*/ 14244 w 28356"/>
                  <a:gd name="connsiteY4" fmla="*/ 130 h 28397"/>
                  <a:gd name="connsiteX5" fmla="*/ 4219 w 28356"/>
                  <a:gd name="connsiteY5" fmla="*/ 4289 h 28397"/>
                  <a:gd name="connsiteX6" fmla="*/ 66 w 28356"/>
                  <a:gd name="connsiteY6" fmla="*/ 14329 h 28397"/>
                  <a:gd name="connsiteX7" fmla="*/ 4219 w 28356"/>
                  <a:gd name="connsiteY7" fmla="*/ 24369 h 28397"/>
                  <a:gd name="connsiteX8" fmla="*/ 14244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8"/>
                    </a:moveTo>
                    <a:cubicBezTo>
                      <a:pt x="18005" y="28528"/>
                      <a:pt x="21611" y="27032"/>
                      <a:pt x="24270" y="24369"/>
                    </a:cubicBezTo>
                    <a:cubicBezTo>
                      <a:pt x="26929" y="21706"/>
                      <a:pt x="28423" y="18095"/>
                      <a:pt x="28423" y="14329"/>
                    </a:cubicBezTo>
                    <a:cubicBezTo>
                      <a:pt x="28423" y="10563"/>
                      <a:pt x="26929" y="6951"/>
                      <a:pt x="24270" y="4289"/>
                    </a:cubicBezTo>
                    <a:cubicBezTo>
                      <a:pt x="21611" y="1626"/>
                      <a:pt x="18005" y="130"/>
                      <a:pt x="14244" y="130"/>
                    </a:cubicBezTo>
                    <a:cubicBezTo>
                      <a:pt x="10484" y="130"/>
                      <a:pt x="6878" y="1626"/>
                      <a:pt x="4219" y="4289"/>
                    </a:cubicBezTo>
                    <a:cubicBezTo>
                      <a:pt x="1560" y="6951"/>
                      <a:pt x="66" y="10563"/>
                      <a:pt x="66" y="14329"/>
                    </a:cubicBezTo>
                    <a:cubicBezTo>
                      <a:pt x="66" y="18095"/>
                      <a:pt x="1560" y="21706"/>
                      <a:pt x="4219" y="24369"/>
                    </a:cubicBezTo>
                    <a:cubicBezTo>
                      <a:pt x="6878" y="27032"/>
                      <a:pt x="10484" y="28528"/>
                      <a:pt x="14244"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8" name="Freeform: Shape 1057">
                <a:extLst>
                  <a:ext uri="{FF2B5EF4-FFF2-40B4-BE49-F238E27FC236}">
                    <a16:creationId xmlns:a16="http://schemas.microsoft.com/office/drawing/2014/main" id="{28D10DDD-5F51-6EF2-225A-F9BE9AF2150C}"/>
                  </a:ext>
                </a:extLst>
              </p:cNvPr>
              <p:cNvSpPr/>
              <p:nvPr/>
            </p:nvSpPr>
            <p:spPr>
              <a:xfrm>
                <a:off x="5382643" y="4779226"/>
                <a:ext cx="28356" cy="28397"/>
              </a:xfrm>
              <a:custGeom>
                <a:avLst/>
                <a:gdLst>
                  <a:gd name="connsiteX0" fmla="*/ 14244 w 28356"/>
                  <a:gd name="connsiteY0" fmla="*/ 28515 h 28397"/>
                  <a:gd name="connsiteX1" fmla="*/ 24269 w 28356"/>
                  <a:gd name="connsiteY1" fmla="*/ 24356 h 28397"/>
                  <a:gd name="connsiteX2" fmla="*/ 28422 w 28356"/>
                  <a:gd name="connsiteY2" fmla="*/ 14316 h 28397"/>
                  <a:gd name="connsiteX3" fmla="*/ 24269 w 28356"/>
                  <a:gd name="connsiteY3" fmla="*/ 4276 h 28397"/>
                  <a:gd name="connsiteX4" fmla="*/ 14244 w 28356"/>
                  <a:gd name="connsiteY4" fmla="*/ 117 h 28397"/>
                  <a:gd name="connsiteX5" fmla="*/ 4218 w 28356"/>
                  <a:gd name="connsiteY5" fmla="*/ 4276 h 28397"/>
                  <a:gd name="connsiteX6" fmla="*/ 65 w 28356"/>
                  <a:gd name="connsiteY6" fmla="*/ 14316 h 28397"/>
                  <a:gd name="connsiteX7" fmla="*/ 4218 w 28356"/>
                  <a:gd name="connsiteY7" fmla="*/ 24356 h 28397"/>
                  <a:gd name="connsiteX8" fmla="*/ 14244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15"/>
                    </a:moveTo>
                    <a:cubicBezTo>
                      <a:pt x="18004" y="28515"/>
                      <a:pt x="21611" y="27019"/>
                      <a:pt x="24269" y="24356"/>
                    </a:cubicBezTo>
                    <a:cubicBezTo>
                      <a:pt x="26928" y="21694"/>
                      <a:pt x="28422" y="18082"/>
                      <a:pt x="28422" y="14316"/>
                    </a:cubicBezTo>
                    <a:cubicBezTo>
                      <a:pt x="28422" y="10551"/>
                      <a:pt x="26928" y="6939"/>
                      <a:pt x="24269" y="4276"/>
                    </a:cubicBezTo>
                    <a:cubicBezTo>
                      <a:pt x="21611" y="1613"/>
                      <a:pt x="18004" y="117"/>
                      <a:pt x="14244" y="117"/>
                    </a:cubicBezTo>
                    <a:cubicBezTo>
                      <a:pt x="10484" y="117"/>
                      <a:pt x="6877" y="1613"/>
                      <a:pt x="4218" y="4276"/>
                    </a:cubicBezTo>
                    <a:cubicBezTo>
                      <a:pt x="1559" y="6939"/>
                      <a:pt x="65" y="10551"/>
                      <a:pt x="65" y="14316"/>
                    </a:cubicBezTo>
                    <a:cubicBezTo>
                      <a:pt x="65" y="18082"/>
                      <a:pt x="1559" y="21694"/>
                      <a:pt x="4218" y="24356"/>
                    </a:cubicBezTo>
                    <a:cubicBezTo>
                      <a:pt x="6877" y="27019"/>
                      <a:pt x="10484" y="28515"/>
                      <a:pt x="14244"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59" name="Freeform: Shape 1058">
                <a:extLst>
                  <a:ext uri="{FF2B5EF4-FFF2-40B4-BE49-F238E27FC236}">
                    <a16:creationId xmlns:a16="http://schemas.microsoft.com/office/drawing/2014/main" id="{BBBCB58B-FD11-CFB8-155C-D34F67FFD3B7}"/>
                  </a:ext>
                </a:extLst>
              </p:cNvPr>
              <p:cNvSpPr/>
              <p:nvPr/>
            </p:nvSpPr>
            <p:spPr>
              <a:xfrm>
                <a:off x="5374886" y="5009274"/>
                <a:ext cx="28356" cy="28397"/>
              </a:xfrm>
              <a:custGeom>
                <a:avLst/>
                <a:gdLst>
                  <a:gd name="connsiteX0" fmla="*/ 14243 w 28356"/>
                  <a:gd name="connsiteY0" fmla="*/ 28533 h 28397"/>
                  <a:gd name="connsiteX1" fmla="*/ 24269 w 28356"/>
                  <a:gd name="connsiteY1" fmla="*/ 24375 h 28397"/>
                  <a:gd name="connsiteX2" fmla="*/ 28422 w 28356"/>
                  <a:gd name="connsiteY2" fmla="*/ 14334 h 28397"/>
                  <a:gd name="connsiteX3" fmla="*/ 24269 w 28356"/>
                  <a:gd name="connsiteY3" fmla="*/ 4294 h 28397"/>
                  <a:gd name="connsiteX4" fmla="*/ 14243 w 28356"/>
                  <a:gd name="connsiteY4" fmla="*/ 135 h 28397"/>
                  <a:gd name="connsiteX5" fmla="*/ 4218 w 28356"/>
                  <a:gd name="connsiteY5" fmla="*/ 4294 h 28397"/>
                  <a:gd name="connsiteX6" fmla="*/ 65 w 28356"/>
                  <a:gd name="connsiteY6" fmla="*/ 14334 h 28397"/>
                  <a:gd name="connsiteX7" fmla="*/ 4218 w 28356"/>
                  <a:gd name="connsiteY7" fmla="*/ 24375 h 28397"/>
                  <a:gd name="connsiteX8" fmla="*/ 1424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33"/>
                    </a:moveTo>
                    <a:cubicBezTo>
                      <a:pt x="18003" y="28533"/>
                      <a:pt x="21610" y="27037"/>
                      <a:pt x="24269" y="24375"/>
                    </a:cubicBezTo>
                    <a:cubicBezTo>
                      <a:pt x="26928" y="21712"/>
                      <a:pt x="28422" y="18100"/>
                      <a:pt x="28422" y="14334"/>
                    </a:cubicBezTo>
                    <a:cubicBezTo>
                      <a:pt x="28422" y="10569"/>
                      <a:pt x="26928" y="6957"/>
                      <a:pt x="24269" y="4294"/>
                    </a:cubicBezTo>
                    <a:cubicBezTo>
                      <a:pt x="21610" y="1631"/>
                      <a:pt x="18003" y="135"/>
                      <a:pt x="14243" y="135"/>
                    </a:cubicBezTo>
                    <a:cubicBezTo>
                      <a:pt x="10483" y="135"/>
                      <a:pt x="6876" y="1631"/>
                      <a:pt x="4218" y="4294"/>
                    </a:cubicBezTo>
                    <a:cubicBezTo>
                      <a:pt x="1559" y="6957"/>
                      <a:pt x="65" y="10569"/>
                      <a:pt x="65" y="14334"/>
                    </a:cubicBezTo>
                    <a:cubicBezTo>
                      <a:pt x="65" y="18100"/>
                      <a:pt x="1559" y="21712"/>
                      <a:pt x="4218" y="24375"/>
                    </a:cubicBezTo>
                    <a:cubicBezTo>
                      <a:pt x="6876" y="27037"/>
                      <a:pt x="10483" y="28533"/>
                      <a:pt x="1424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0" name="Freeform: Shape 1059">
                <a:extLst>
                  <a:ext uri="{FF2B5EF4-FFF2-40B4-BE49-F238E27FC236}">
                    <a16:creationId xmlns:a16="http://schemas.microsoft.com/office/drawing/2014/main" id="{76B6CC19-ED9F-DDBB-6032-C00EC39A7CC0}"/>
                  </a:ext>
                </a:extLst>
              </p:cNvPr>
              <p:cNvSpPr/>
              <p:nvPr/>
            </p:nvSpPr>
            <p:spPr>
              <a:xfrm>
                <a:off x="5367127" y="4943387"/>
                <a:ext cx="28356" cy="28397"/>
              </a:xfrm>
              <a:custGeom>
                <a:avLst/>
                <a:gdLst>
                  <a:gd name="connsiteX0" fmla="*/ 14243 w 28356"/>
                  <a:gd name="connsiteY0" fmla="*/ 28528 h 28397"/>
                  <a:gd name="connsiteX1" fmla="*/ 24268 w 28356"/>
                  <a:gd name="connsiteY1" fmla="*/ 24369 h 28397"/>
                  <a:gd name="connsiteX2" fmla="*/ 28421 w 28356"/>
                  <a:gd name="connsiteY2" fmla="*/ 14329 h 28397"/>
                  <a:gd name="connsiteX3" fmla="*/ 24268 w 28356"/>
                  <a:gd name="connsiteY3" fmla="*/ 4289 h 28397"/>
                  <a:gd name="connsiteX4" fmla="*/ 14243 w 28356"/>
                  <a:gd name="connsiteY4" fmla="*/ 130 h 28397"/>
                  <a:gd name="connsiteX5" fmla="*/ 4217 w 28356"/>
                  <a:gd name="connsiteY5" fmla="*/ 4289 h 28397"/>
                  <a:gd name="connsiteX6" fmla="*/ 64 w 28356"/>
                  <a:gd name="connsiteY6" fmla="*/ 14329 h 28397"/>
                  <a:gd name="connsiteX7" fmla="*/ 4217 w 28356"/>
                  <a:gd name="connsiteY7" fmla="*/ 24369 h 28397"/>
                  <a:gd name="connsiteX8" fmla="*/ 14243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28"/>
                    </a:moveTo>
                    <a:cubicBezTo>
                      <a:pt x="18003" y="28528"/>
                      <a:pt x="21609" y="27032"/>
                      <a:pt x="24268" y="24369"/>
                    </a:cubicBezTo>
                    <a:cubicBezTo>
                      <a:pt x="26927" y="21707"/>
                      <a:pt x="28421" y="18095"/>
                      <a:pt x="28421" y="14329"/>
                    </a:cubicBezTo>
                    <a:cubicBezTo>
                      <a:pt x="28421" y="10564"/>
                      <a:pt x="26927" y="6952"/>
                      <a:pt x="24268" y="4289"/>
                    </a:cubicBezTo>
                    <a:cubicBezTo>
                      <a:pt x="21609" y="1626"/>
                      <a:pt x="18003" y="130"/>
                      <a:pt x="14243" y="130"/>
                    </a:cubicBezTo>
                    <a:cubicBezTo>
                      <a:pt x="10482" y="130"/>
                      <a:pt x="6876" y="1626"/>
                      <a:pt x="4217" y="4289"/>
                    </a:cubicBezTo>
                    <a:cubicBezTo>
                      <a:pt x="1558" y="6952"/>
                      <a:pt x="64" y="10564"/>
                      <a:pt x="64" y="14329"/>
                    </a:cubicBezTo>
                    <a:cubicBezTo>
                      <a:pt x="64" y="18095"/>
                      <a:pt x="1558" y="21707"/>
                      <a:pt x="4217" y="24369"/>
                    </a:cubicBezTo>
                    <a:cubicBezTo>
                      <a:pt x="6876" y="27032"/>
                      <a:pt x="10482" y="28528"/>
                      <a:pt x="14243"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1" name="Freeform: Shape 1060">
                <a:extLst>
                  <a:ext uri="{FF2B5EF4-FFF2-40B4-BE49-F238E27FC236}">
                    <a16:creationId xmlns:a16="http://schemas.microsoft.com/office/drawing/2014/main" id="{8B368346-92F7-552B-D92D-B3B07B442159}"/>
                  </a:ext>
                </a:extLst>
              </p:cNvPr>
              <p:cNvSpPr/>
              <p:nvPr/>
            </p:nvSpPr>
            <p:spPr>
              <a:xfrm>
                <a:off x="5359368" y="5022457"/>
                <a:ext cx="28356" cy="28397"/>
              </a:xfrm>
              <a:custGeom>
                <a:avLst/>
                <a:gdLst>
                  <a:gd name="connsiteX0" fmla="*/ 14242 w 28356"/>
                  <a:gd name="connsiteY0" fmla="*/ 28534 h 28397"/>
                  <a:gd name="connsiteX1" fmla="*/ 24268 w 28356"/>
                  <a:gd name="connsiteY1" fmla="*/ 24376 h 28397"/>
                  <a:gd name="connsiteX2" fmla="*/ 28420 w 28356"/>
                  <a:gd name="connsiteY2" fmla="*/ 14335 h 28397"/>
                  <a:gd name="connsiteX3" fmla="*/ 24268 w 28356"/>
                  <a:gd name="connsiteY3" fmla="*/ 4295 h 28397"/>
                  <a:gd name="connsiteX4" fmla="*/ 14242 w 28356"/>
                  <a:gd name="connsiteY4" fmla="*/ 136 h 28397"/>
                  <a:gd name="connsiteX5" fmla="*/ 4216 w 28356"/>
                  <a:gd name="connsiteY5" fmla="*/ 4295 h 28397"/>
                  <a:gd name="connsiteX6" fmla="*/ 64 w 28356"/>
                  <a:gd name="connsiteY6" fmla="*/ 14335 h 28397"/>
                  <a:gd name="connsiteX7" fmla="*/ 4216 w 28356"/>
                  <a:gd name="connsiteY7" fmla="*/ 24376 h 28397"/>
                  <a:gd name="connsiteX8" fmla="*/ 14242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2" y="28534"/>
                    </a:moveTo>
                    <a:cubicBezTo>
                      <a:pt x="18002" y="28534"/>
                      <a:pt x="21609" y="27038"/>
                      <a:pt x="24268" y="24376"/>
                    </a:cubicBezTo>
                    <a:cubicBezTo>
                      <a:pt x="26926" y="21713"/>
                      <a:pt x="28420" y="18101"/>
                      <a:pt x="28420" y="14335"/>
                    </a:cubicBezTo>
                    <a:cubicBezTo>
                      <a:pt x="28420" y="10570"/>
                      <a:pt x="26926" y="6958"/>
                      <a:pt x="24268" y="4295"/>
                    </a:cubicBezTo>
                    <a:cubicBezTo>
                      <a:pt x="21609" y="1632"/>
                      <a:pt x="18002" y="136"/>
                      <a:pt x="14242" y="136"/>
                    </a:cubicBezTo>
                    <a:cubicBezTo>
                      <a:pt x="10482" y="136"/>
                      <a:pt x="6875" y="1632"/>
                      <a:pt x="4216" y="4295"/>
                    </a:cubicBezTo>
                    <a:cubicBezTo>
                      <a:pt x="1557" y="6958"/>
                      <a:pt x="64" y="10570"/>
                      <a:pt x="64" y="14335"/>
                    </a:cubicBezTo>
                    <a:cubicBezTo>
                      <a:pt x="64" y="18101"/>
                      <a:pt x="1557" y="21713"/>
                      <a:pt x="4216" y="24376"/>
                    </a:cubicBezTo>
                    <a:cubicBezTo>
                      <a:pt x="6875" y="27038"/>
                      <a:pt x="10482" y="28534"/>
                      <a:pt x="14242"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2" name="Freeform: Shape 1061">
                <a:extLst>
                  <a:ext uri="{FF2B5EF4-FFF2-40B4-BE49-F238E27FC236}">
                    <a16:creationId xmlns:a16="http://schemas.microsoft.com/office/drawing/2014/main" id="{C6C03BF9-4B38-963F-DB8F-5AC2C188552C}"/>
                  </a:ext>
                </a:extLst>
              </p:cNvPr>
              <p:cNvSpPr/>
              <p:nvPr/>
            </p:nvSpPr>
            <p:spPr>
              <a:xfrm>
                <a:off x="5351610" y="4732313"/>
                <a:ext cx="28356" cy="28397"/>
              </a:xfrm>
              <a:custGeom>
                <a:avLst/>
                <a:gdLst>
                  <a:gd name="connsiteX0" fmla="*/ 14241 w 28356"/>
                  <a:gd name="connsiteY0" fmla="*/ 28511 h 28397"/>
                  <a:gd name="connsiteX1" fmla="*/ 24267 w 28356"/>
                  <a:gd name="connsiteY1" fmla="*/ 24353 h 28397"/>
                  <a:gd name="connsiteX2" fmla="*/ 28420 w 28356"/>
                  <a:gd name="connsiteY2" fmla="*/ 14313 h 28397"/>
                  <a:gd name="connsiteX3" fmla="*/ 24267 w 28356"/>
                  <a:gd name="connsiteY3" fmla="*/ 4272 h 28397"/>
                  <a:gd name="connsiteX4" fmla="*/ 14241 w 28356"/>
                  <a:gd name="connsiteY4" fmla="*/ 114 h 28397"/>
                  <a:gd name="connsiteX5" fmla="*/ 4216 w 28356"/>
                  <a:gd name="connsiteY5" fmla="*/ 4272 h 28397"/>
                  <a:gd name="connsiteX6" fmla="*/ 63 w 28356"/>
                  <a:gd name="connsiteY6" fmla="*/ 14313 h 28397"/>
                  <a:gd name="connsiteX7" fmla="*/ 4216 w 28356"/>
                  <a:gd name="connsiteY7" fmla="*/ 24353 h 28397"/>
                  <a:gd name="connsiteX8" fmla="*/ 14241 w 28356"/>
                  <a:gd name="connsiteY8" fmla="*/ 2851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11"/>
                    </a:moveTo>
                    <a:cubicBezTo>
                      <a:pt x="18001" y="28511"/>
                      <a:pt x="21608" y="27015"/>
                      <a:pt x="24267" y="24353"/>
                    </a:cubicBezTo>
                    <a:cubicBezTo>
                      <a:pt x="26926" y="21690"/>
                      <a:pt x="28420" y="18078"/>
                      <a:pt x="28420" y="14313"/>
                    </a:cubicBezTo>
                    <a:cubicBezTo>
                      <a:pt x="28420" y="10547"/>
                      <a:pt x="26926" y="6935"/>
                      <a:pt x="24267" y="4272"/>
                    </a:cubicBezTo>
                    <a:cubicBezTo>
                      <a:pt x="21608" y="1610"/>
                      <a:pt x="18001" y="114"/>
                      <a:pt x="14241" y="114"/>
                    </a:cubicBezTo>
                    <a:cubicBezTo>
                      <a:pt x="10481" y="114"/>
                      <a:pt x="6875" y="1610"/>
                      <a:pt x="4216" y="4272"/>
                    </a:cubicBezTo>
                    <a:cubicBezTo>
                      <a:pt x="1557" y="6935"/>
                      <a:pt x="63" y="10547"/>
                      <a:pt x="63" y="14313"/>
                    </a:cubicBezTo>
                    <a:cubicBezTo>
                      <a:pt x="63" y="18078"/>
                      <a:pt x="1557" y="21690"/>
                      <a:pt x="4216" y="24353"/>
                    </a:cubicBezTo>
                    <a:cubicBezTo>
                      <a:pt x="6875" y="27015"/>
                      <a:pt x="10481" y="28511"/>
                      <a:pt x="14241" y="2851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3" name="Freeform: Shape 1062">
                <a:extLst>
                  <a:ext uri="{FF2B5EF4-FFF2-40B4-BE49-F238E27FC236}">
                    <a16:creationId xmlns:a16="http://schemas.microsoft.com/office/drawing/2014/main" id="{B531E968-8444-360F-6F8B-F75DCFEE81E1}"/>
                  </a:ext>
                </a:extLst>
              </p:cNvPr>
              <p:cNvSpPr/>
              <p:nvPr/>
            </p:nvSpPr>
            <p:spPr>
              <a:xfrm>
                <a:off x="5343851" y="4940847"/>
                <a:ext cx="28356" cy="28397"/>
              </a:xfrm>
              <a:custGeom>
                <a:avLst/>
                <a:gdLst>
                  <a:gd name="connsiteX0" fmla="*/ 14241 w 28356"/>
                  <a:gd name="connsiteY0" fmla="*/ 28528 h 28397"/>
                  <a:gd name="connsiteX1" fmla="*/ 24266 w 28356"/>
                  <a:gd name="connsiteY1" fmla="*/ 24369 h 28397"/>
                  <a:gd name="connsiteX2" fmla="*/ 28419 w 28356"/>
                  <a:gd name="connsiteY2" fmla="*/ 14329 h 28397"/>
                  <a:gd name="connsiteX3" fmla="*/ 24266 w 28356"/>
                  <a:gd name="connsiteY3" fmla="*/ 4289 h 28397"/>
                  <a:gd name="connsiteX4" fmla="*/ 14241 w 28356"/>
                  <a:gd name="connsiteY4" fmla="*/ 130 h 28397"/>
                  <a:gd name="connsiteX5" fmla="*/ 4215 w 28356"/>
                  <a:gd name="connsiteY5" fmla="*/ 4289 h 28397"/>
                  <a:gd name="connsiteX6" fmla="*/ 62 w 28356"/>
                  <a:gd name="connsiteY6" fmla="*/ 14329 h 28397"/>
                  <a:gd name="connsiteX7" fmla="*/ 4215 w 28356"/>
                  <a:gd name="connsiteY7" fmla="*/ 24369 h 28397"/>
                  <a:gd name="connsiteX8" fmla="*/ 1424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8"/>
                    </a:moveTo>
                    <a:cubicBezTo>
                      <a:pt x="18001" y="28528"/>
                      <a:pt x="21608" y="27032"/>
                      <a:pt x="24266" y="24369"/>
                    </a:cubicBezTo>
                    <a:cubicBezTo>
                      <a:pt x="26925" y="21706"/>
                      <a:pt x="28419" y="18095"/>
                      <a:pt x="28419" y="14329"/>
                    </a:cubicBezTo>
                    <a:cubicBezTo>
                      <a:pt x="28419" y="10563"/>
                      <a:pt x="26925" y="6951"/>
                      <a:pt x="24266" y="4289"/>
                    </a:cubicBezTo>
                    <a:cubicBezTo>
                      <a:pt x="21608" y="1626"/>
                      <a:pt x="18001" y="130"/>
                      <a:pt x="14241" y="130"/>
                    </a:cubicBezTo>
                    <a:cubicBezTo>
                      <a:pt x="10481" y="130"/>
                      <a:pt x="6874" y="1626"/>
                      <a:pt x="4215" y="4289"/>
                    </a:cubicBezTo>
                    <a:cubicBezTo>
                      <a:pt x="1556" y="6951"/>
                      <a:pt x="62" y="10563"/>
                      <a:pt x="62" y="14329"/>
                    </a:cubicBezTo>
                    <a:cubicBezTo>
                      <a:pt x="62" y="18095"/>
                      <a:pt x="1556" y="21706"/>
                      <a:pt x="4215" y="24369"/>
                    </a:cubicBezTo>
                    <a:cubicBezTo>
                      <a:pt x="6874" y="27032"/>
                      <a:pt x="10481" y="28528"/>
                      <a:pt x="14241"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4" name="Freeform: Shape 1063">
                <a:extLst>
                  <a:ext uri="{FF2B5EF4-FFF2-40B4-BE49-F238E27FC236}">
                    <a16:creationId xmlns:a16="http://schemas.microsoft.com/office/drawing/2014/main" id="{DE53658F-08A6-49E8-BB8D-25CEA39D4B02}"/>
                  </a:ext>
                </a:extLst>
              </p:cNvPr>
              <p:cNvSpPr/>
              <p:nvPr/>
            </p:nvSpPr>
            <p:spPr>
              <a:xfrm>
                <a:off x="5336093" y="4990643"/>
                <a:ext cx="28356" cy="28397"/>
              </a:xfrm>
              <a:custGeom>
                <a:avLst/>
                <a:gdLst>
                  <a:gd name="connsiteX0" fmla="*/ 14240 w 28356"/>
                  <a:gd name="connsiteY0" fmla="*/ 28532 h 28397"/>
                  <a:gd name="connsiteX1" fmla="*/ 24266 w 28356"/>
                  <a:gd name="connsiteY1" fmla="*/ 24373 h 28397"/>
                  <a:gd name="connsiteX2" fmla="*/ 28418 w 28356"/>
                  <a:gd name="connsiteY2" fmla="*/ 14333 h 28397"/>
                  <a:gd name="connsiteX3" fmla="*/ 24266 w 28356"/>
                  <a:gd name="connsiteY3" fmla="*/ 4293 h 28397"/>
                  <a:gd name="connsiteX4" fmla="*/ 14240 w 28356"/>
                  <a:gd name="connsiteY4" fmla="*/ 134 h 28397"/>
                  <a:gd name="connsiteX5" fmla="*/ 4214 w 28356"/>
                  <a:gd name="connsiteY5" fmla="*/ 4293 h 28397"/>
                  <a:gd name="connsiteX6" fmla="*/ 62 w 28356"/>
                  <a:gd name="connsiteY6" fmla="*/ 14333 h 28397"/>
                  <a:gd name="connsiteX7" fmla="*/ 4214 w 28356"/>
                  <a:gd name="connsiteY7" fmla="*/ 24373 h 28397"/>
                  <a:gd name="connsiteX8" fmla="*/ 1424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532"/>
                    </a:moveTo>
                    <a:cubicBezTo>
                      <a:pt x="18000" y="28532"/>
                      <a:pt x="21607" y="27036"/>
                      <a:pt x="24266" y="24373"/>
                    </a:cubicBezTo>
                    <a:cubicBezTo>
                      <a:pt x="26925" y="21710"/>
                      <a:pt x="28418" y="18098"/>
                      <a:pt x="28418" y="14333"/>
                    </a:cubicBezTo>
                    <a:cubicBezTo>
                      <a:pt x="28418" y="10567"/>
                      <a:pt x="26925" y="6955"/>
                      <a:pt x="24266" y="4293"/>
                    </a:cubicBezTo>
                    <a:cubicBezTo>
                      <a:pt x="21607" y="1630"/>
                      <a:pt x="18000" y="134"/>
                      <a:pt x="14240" y="134"/>
                    </a:cubicBezTo>
                    <a:cubicBezTo>
                      <a:pt x="10480" y="134"/>
                      <a:pt x="6873" y="1630"/>
                      <a:pt x="4214" y="4293"/>
                    </a:cubicBezTo>
                    <a:cubicBezTo>
                      <a:pt x="1556" y="6955"/>
                      <a:pt x="62" y="10567"/>
                      <a:pt x="62" y="14333"/>
                    </a:cubicBezTo>
                    <a:cubicBezTo>
                      <a:pt x="62" y="18098"/>
                      <a:pt x="1556" y="21710"/>
                      <a:pt x="4214" y="24373"/>
                    </a:cubicBezTo>
                    <a:cubicBezTo>
                      <a:pt x="6873" y="27036"/>
                      <a:pt x="10480" y="28532"/>
                      <a:pt x="14240"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5" name="Freeform: Shape 1064">
                <a:extLst>
                  <a:ext uri="{FF2B5EF4-FFF2-40B4-BE49-F238E27FC236}">
                    <a16:creationId xmlns:a16="http://schemas.microsoft.com/office/drawing/2014/main" id="{EA2CB9AC-6A49-8662-40A5-7309DE6676AF}"/>
                  </a:ext>
                </a:extLst>
              </p:cNvPr>
              <p:cNvSpPr/>
              <p:nvPr/>
            </p:nvSpPr>
            <p:spPr>
              <a:xfrm>
                <a:off x="5328334" y="4978286"/>
                <a:ext cx="28356" cy="28397"/>
              </a:xfrm>
              <a:custGeom>
                <a:avLst/>
                <a:gdLst>
                  <a:gd name="connsiteX0" fmla="*/ 14239 w 28356"/>
                  <a:gd name="connsiteY0" fmla="*/ 28531 h 28397"/>
                  <a:gd name="connsiteX1" fmla="*/ 24265 w 28356"/>
                  <a:gd name="connsiteY1" fmla="*/ 24372 h 28397"/>
                  <a:gd name="connsiteX2" fmla="*/ 28418 w 28356"/>
                  <a:gd name="connsiteY2" fmla="*/ 14332 h 28397"/>
                  <a:gd name="connsiteX3" fmla="*/ 24265 w 28356"/>
                  <a:gd name="connsiteY3" fmla="*/ 4292 h 28397"/>
                  <a:gd name="connsiteX4" fmla="*/ 14239 w 28356"/>
                  <a:gd name="connsiteY4" fmla="*/ 133 h 28397"/>
                  <a:gd name="connsiteX5" fmla="*/ 4214 w 28356"/>
                  <a:gd name="connsiteY5" fmla="*/ 4292 h 28397"/>
                  <a:gd name="connsiteX6" fmla="*/ 61 w 28356"/>
                  <a:gd name="connsiteY6" fmla="*/ 14332 h 28397"/>
                  <a:gd name="connsiteX7" fmla="*/ 4214 w 28356"/>
                  <a:gd name="connsiteY7" fmla="*/ 24372 h 28397"/>
                  <a:gd name="connsiteX8" fmla="*/ 14239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31"/>
                    </a:moveTo>
                    <a:cubicBezTo>
                      <a:pt x="18000" y="28531"/>
                      <a:pt x="21606" y="27035"/>
                      <a:pt x="24265" y="24372"/>
                    </a:cubicBezTo>
                    <a:cubicBezTo>
                      <a:pt x="26924" y="21709"/>
                      <a:pt x="28418" y="18098"/>
                      <a:pt x="28418" y="14332"/>
                    </a:cubicBezTo>
                    <a:cubicBezTo>
                      <a:pt x="28418" y="10566"/>
                      <a:pt x="26924" y="6954"/>
                      <a:pt x="24265" y="4292"/>
                    </a:cubicBezTo>
                    <a:cubicBezTo>
                      <a:pt x="21606" y="1629"/>
                      <a:pt x="18000" y="133"/>
                      <a:pt x="14239" y="133"/>
                    </a:cubicBezTo>
                    <a:cubicBezTo>
                      <a:pt x="10479" y="133"/>
                      <a:pt x="6873" y="1629"/>
                      <a:pt x="4214" y="4292"/>
                    </a:cubicBezTo>
                    <a:cubicBezTo>
                      <a:pt x="1555" y="6954"/>
                      <a:pt x="61" y="10566"/>
                      <a:pt x="61" y="14332"/>
                    </a:cubicBezTo>
                    <a:cubicBezTo>
                      <a:pt x="61" y="18098"/>
                      <a:pt x="1555" y="21709"/>
                      <a:pt x="4214" y="24372"/>
                    </a:cubicBezTo>
                    <a:cubicBezTo>
                      <a:pt x="6873" y="27035"/>
                      <a:pt x="10479" y="28531"/>
                      <a:pt x="14239"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6" name="Freeform: Shape 1065">
                <a:extLst>
                  <a:ext uri="{FF2B5EF4-FFF2-40B4-BE49-F238E27FC236}">
                    <a16:creationId xmlns:a16="http://schemas.microsoft.com/office/drawing/2014/main" id="{A20D14B7-723E-395A-E448-C87461872B5C}"/>
                  </a:ext>
                </a:extLst>
              </p:cNvPr>
              <p:cNvSpPr/>
              <p:nvPr/>
            </p:nvSpPr>
            <p:spPr>
              <a:xfrm>
                <a:off x="5320577" y="4955680"/>
                <a:ext cx="28356" cy="28397"/>
              </a:xfrm>
              <a:custGeom>
                <a:avLst/>
                <a:gdLst>
                  <a:gd name="connsiteX0" fmla="*/ 14239 w 28356"/>
                  <a:gd name="connsiteY0" fmla="*/ 28529 h 28397"/>
                  <a:gd name="connsiteX1" fmla="*/ 24265 w 28356"/>
                  <a:gd name="connsiteY1" fmla="*/ 24370 h 28397"/>
                  <a:gd name="connsiteX2" fmla="*/ 28417 w 28356"/>
                  <a:gd name="connsiteY2" fmla="*/ 14330 h 28397"/>
                  <a:gd name="connsiteX3" fmla="*/ 24265 w 28356"/>
                  <a:gd name="connsiteY3" fmla="*/ 4290 h 28397"/>
                  <a:gd name="connsiteX4" fmla="*/ 14239 w 28356"/>
                  <a:gd name="connsiteY4" fmla="*/ 131 h 28397"/>
                  <a:gd name="connsiteX5" fmla="*/ 4213 w 28356"/>
                  <a:gd name="connsiteY5" fmla="*/ 4290 h 28397"/>
                  <a:gd name="connsiteX6" fmla="*/ 61 w 28356"/>
                  <a:gd name="connsiteY6" fmla="*/ 14330 h 28397"/>
                  <a:gd name="connsiteX7" fmla="*/ 4213 w 28356"/>
                  <a:gd name="connsiteY7" fmla="*/ 24370 h 28397"/>
                  <a:gd name="connsiteX8" fmla="*/ 14239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29"/>
                    </a:moveTo>
                    <a:cubicBezTo>
                      <a:pt x="17999" y="28529"/>
                      <a:pt x="21606" y="27033"/>
                      <a:pt x="24265" y="24370"/>
                    </a:cubicBezTo>
                    <a:cubicBezTo>
                      <a:pt x="26923" y="21708"/>
                      <a:pt x="28417" y="18096"/>
                      <a:pt x="28417" y="14330"/>
                    </a:cubicBezTo>
                    <a:cubicBezTo>
                      <a:pt x="28417" y="10564"/>
                      <a:pt x="26923" y="6953"/>
                      <a:pt x="24265" y="4290"/>
                    </a:cubicBezTo>
                    <a:cubicBezTo>
                      <a:pt x="21606" y="1627"/>
                      <a:pt x="17999" y="131"/>
                      <a:pt x="14239" y="131"/>
                    </a:cubicBezTo>
                    <a:cubicBezTo>
                      <a:pt x="10479" y="131"/>
                      <a:pt x="6872" y="1627"/>
                      <a:pt x="4213" y="4290"/>
                    </a:cubicBezTo>
                    <a:cubicBezTo>
                      <a:pt x="1554" y="6953"/>
                      <a:pt x="61" y="10564"/>
                      <a:pt x="61" y="14330"/>
                    </a:cubicBezTo>
                    <a:cubicBezTo>
                      <a:pt x="61" y="18096"/>
                      <a:pt x="1554" y="21708"/>
                      <a:pt x="4213" y="24370"/>
                    </a:cubicBezTo>
                    <a:cubicBezTo>
                      <a:pt x="6872" y="27033"/>
                      <a:pt x="10479" y="28529"/>
                      <a:pt x="14239"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7" name="Freeform: Shape 1066">
                <a:extLst>
                  <a:ext uri="{FF2B5EF4-FFF2-40B4-BE49-F238E27FC236}">
                    <a16:creationId xmlns:a16="http://schemas.microsoft.com/office/drawing/2014/main" id="{C3A3D8A7-C4DF-9EEE-C820-DB82C9CE4497}"/>
                  </a:ext>
                </a:extLst>
              </p:cNvPr>
              <p:cNvSpPr/>
              <p:nvPr/>
            </p:nvSpPr>
            <p:spPr>
              <a:xfrm>
                <a:off x="5312818" y="4946028"/>
                <a:ext cx="28356" cy="28397"/>
              </a:xfrm>
              <a:custGeom>
                <a:avLst/>
                <a:gdLst>
                  <a:gd name="connsiteX0" fmla="*/ 14238 w 28356"/>
                  <a:gd name="connsiteY0" fmla="*/ 28528 h 28397"/>
                  <a:gd name="connsiteX1" fmla="*/ 24264 w 28356"/>
                  <a:gd name="connsiteY1" fmla="*/ 24370 h 28397"/>
                  <a:gd name="connsiteX2" fmla="*/ 28417 w 28356"/>
                  <a:gd name="connsiteY2" fmla="*/ 14329 h 28397"/>
                  <a:gd name="connsiteX3" fmla="*/ 24264 w 28356"/>
                  <a:gd name="connsiteY3" fmla="*/ 4289 h 28397"/>
                  <a:gd name="connsiteX4" fmla="*/ 14238 w 28356"/>
                  <a:gd name="connsiteY4" fmla="*/ 130 h 28397"/>
                  <a:gd name="connsiteX5" fmla="*/ 4213 w 28356"/>
                  <a:gd name="connsiteY5" fmla="*/ 4289 h 28397"/>
                  <a:gd name="connsiteX6" fmla="*/ 60 w 28356"/>
                  <a:gd name="connsiteY6" fmla="*/ 14329 h 28397"/>
                  <a:gd name="connsiteX7" fmla="*/ 4213 w 28356"/>
                  <a:gd name="connsiteY7" fmla="*/ 24370 h 28397"/>
                  <a:gd name="connsiteX8" fmla="*/ 14238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28"/>
                    </a:moveTo>
                    <a:cubicBezTo>
                      <a:pt x="17998" y="28528"/>
                      <a:pt x="21605" y="27032"/>
                      <a:pt x="24264" y="24370"/>
                    </a:cubicBezTo>
                    <a:cubicBezTo>
                      <a:pt x="26923" y="21707"/>
                      <a:pt x="28417" y="18095"/>
                      <a:pt x="28417" y="14329"/>
                    </a:cubicBezTo>
                    <a:cubicBezTo>
                      <a:pt x="28417" y="10564"/>
                      <a:pt x="26923" y="6952"/>
                      <a:pt x="24264" y="4289"/>
                    </a:cubicBezTo>
                    <a:cubicBezTo>
                      <a:pt x="21605" y="1626"/>
                      <a:pt x="17998" y="130"/>
                      <a:pt x="14238" y="130"/>
                    </a:cubicBezTo>
                    <a:cubicBezTo>
                      <a:pt x="10478" y="130"/>
                      <a:pt x="6871" y="1626"/>
                      <a:pt x="4213" y="4289"/>
                    </a:cubicBezTo>
                    <a:cubicBezTo>
                      <a:pt x="1554" y="6952"/>
                      <a:pt x="60" y="10564"/>
                      <a:pt x="60" y="14329"/>
                    </a:cubicBezTo>
                    <a:cubicBezTo>
                      <a:pt x="60" y="18095"/>
                      <a:pt x="1554" y="21707"/>
                      <a:pt x="4213" y="24370"/>
                    </a:cubicBezTo>
                    <a:cubicBezTo>
                      <a:pt x="6871" y="27032"/>
                      <a:pt x="10478" y="28528"/>
                      <a:pt x="14238"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8" name="Freeform: Shape 1067">
                <a:extLst>
                  <a:ext uri="{FF2B5EF4-FFF2-40B4-BE49-F238E27FC236}">
                    <a16:creationId xmlns:a16="http://schemas.microsoft.com/office/drawing/2014/main" id="{82C8F2BB-2C28-4E5C-3C85-D8CBB8485DA9}"/>
                  </a:ext>
                </a:extLst>
              </p:cNvPr>
              <p:cNvSpPr/>
              <p:nvPr/>
            </p:nvSpPr>
            <p:spPr>
              <a:xfrm>
                <a:off x="5305060" y="4474816"/>
                <a:ext cx="28356" cy="28397"/>
              </a:xfrm>
              <a:custGeom>
                <a:avLst/>
                <a:gdLst>
                  <a:gd name="connsiteX0" fmla="*/ 14238 w 28356"/>
                  <a:gd name="connsiteY0" fmla="*/ 28491 h 28397"/>
                  <a:gd name="connsiteX1" fmla="*/ 24263 w 28356"/>
                  <a:gd name="connsiteY1" fmla="*/ 24332 h 28397"/>
                  <a:gd name="connsiteX2" fmla="*/ 28416 w 28356"/>
                  <a:gd name="connsiteY2" fmla="*/ 14292 h 28397"/>
                  <a:gd name="connsiteX3" fmla="*/ 24263 w 28356"/>
                  <a:gd name="connsiteY3" fmla="*/ 4252 h 28397"/>
                  <a:gd name="connsiteX4" fmla="*/ 14238 w 28356"/>
                  <a:gd name="connsiteY4" fmla="*/ 93 h 28397"/>
                  <a:gd name="connsiteX5" fmla="*/ 4212 w 28356"/>
                  <a:gd name="connsiteY5" fmla="*/ 4252 h 28397"/>
                  <a:gd name="connsiteX6" fmla="*/ 59 w 28356"/>
                  <a:gd name="connsiteY6" fmla="*/ 14292 h 28397"/>
                  <a:gd name="connsiteX7" fmla="*/ 4212 w 28356"/>
                  <a:gd name="connsiteY7" fmla="*/ 24332 h 28397"/>
                  <a:gd name="connsiteX8" fmla="*/ 14238 w 28356"/>
                  <a:gd name="connsiteY8" fmla="*/ 2849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491"/>
                    </a:moveTo>
                    <a:cubicBezTo>
                      <a:pt x="17998" y="28491"/>
                      <a:pt x="21604" y="26995"/>
                      <a:pt x="24263" y="24332"/>
                    </a:cubicBezTo>
                    <a:cubicBezTo>
                      <a:pt x="26922" y="21670"/>
                      <a:pt x="28416" y="18058"/>
                      <a:pt x="28416" y="14292"/>
                    </a:cubicBezTo>
                    <a:cubicBezTo>
                      <a:pt x="28416" y="10527"/>
                      <a:pt x="26922" y="6915"/>
                      <a:pt x="24263" y="4252"/>
                    </a:cubicBezTo>
                    <a:cubicBezTo>
                      <a:pt x="21604" y="1589"/>
                      <a:pt x="17998" y="93"/>
                      <a:pt x="14238" y="93"/>
                    </a:cubicBezTo>
                    <a:cubicBezTo>
                      <a:pt x="10478" y="93"/>
                      <a:pt x="6871" y="1589"/>
                      <a:pt x="4212" y="4252"/>
                    </a:cubicBezTo>
                    <a:cubicBezTo>
                      <a:pt x="1553" y="6915"/>
                      <a:pt x="59" y="10527"/>
                      <a:pt x="59" y="14292"/>
                    </a:cubicBezTo>
                    <a:cubicBezTo>
                      <a:pt x="59" y="18058"/>
                      <a:pt x="1553" y="21670"/>
                      <a:pt x="4212" y="24332"/>
                    </a:cubicBezTo>
                    <a:cubicBezTo>
                      <a:pt x="6871" y="26995"/>
                      <a:pt x="10478" y="28491"/>
                      <a:pt x="14238" y="2849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69" name="Freeform: Shape 1068">
                <a:extLst>
                  <a:ext uri="{FF2B5EF4-FFF2-40B4-BE49-F238E27FC236}">
                    <a16:creationId xmlns:a16="http://schemas.microsoft.com/office/drawing/2014/main" id="{FB043067-57BC-64C2-8115-3A2D6A4ED12A}"/>
                  </a:ext>
                </a:extLst>
              </p:cNvPr>
              <p:cNvSpPr/>
              <p:nvPr/>
            </p:nvSpPr>
            <p:spPr>
              <a:xfrm>
                <a:off x="5297301" y="4961738"/>
                <a:ext cx="28356" cy="28397"/>
              </a:xfrm>
              <a:custGeom>
                <a:avLst/>
                <a:gdLst>
                  <a:gd name="connsiteX0" fmla="*/ 14237 w 28356"/>
                  <a:gd name="connsiteY0" fmla="*/ 28530 h 28397"/>
                  <a:gd name="connsiteX1" fmla="*/ 24263 w 28356"/>
                  <a:gd name="connsiteY1" fmla="*/ 24371 h 28397"/>
                  <a:gd name="connsiteX2" fmla="*/ 28415 w 28356"/>
                  <a:gd name="connsiteY2" fmla="*/ 14331 h 28397"/>
                  <a:gd name="connsiteX3" fmla="*/ 24263 w 28356"/>
                  <a:gd name="connsiteY3" fmla="*/ 4290 h 28397"/>
                  <a:gd name="connsiteX4" fmla="*/ 14237 w 28356"/>
                  <a:gd name="connsiteY4" fmla="*/ 132 h 28397"/>
                  <a:gd name="connsiteX5" fmla="*/ 4211 w 28356"/>
                  <a:gd name="connsiteY5" fmla="*/ 4290 h 28397"/>
                  <a:gd name="connsiteX6" fmla="*/ 59 w 28356"/>
                  <a:gd name="connsiteY6" fmla="*/ 14331 h 28397"/>
                  <a:gd name="connsiteX7" fmla="*/ 4211 w 28356"/>
                  <a:gd name="connsiteY7" fmla="*/ 24371 h 28397"/>
                  <a:gd name="connsiteX8" fmla="*/ 1423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7" y="28530"/>
                    </a:moveTo>
                    <a:cubicBezTo>
                      <a:pt x="17997" y="28530"/>
                      <a:pt x="21604" y="27033"/>
                      <a:pt x="24263" y="24371"/>
                    </a:cubicBezTo>
                    <a:cubicBezTo>
                      <a:pt x="26922" y="21708"/>
                      <a:pt x="28415" y="18096"/>
                      <a:pt x="28415" y="14331"/>
                    </a:cubicBezTo>
                    <a:cubicBezTo>
                      <a:pt x="28415" y="10565"/>
                      <a:pt x="26922" y="6953"/>
                      <a:pt x="24263" y="4290"/>
                    </a:cubicBezTo>
                    <a:cubicBezTo>
                      <a:pt x="21604" y="1628"/>
                      <a:pt x="17997" y="132"/>
                      <a:pt x="14237" y="132"/>
                    </a:cubicBezTo>
                    <a:cubicBezTo>
                      <a:pt x="10477" y="132"/>
                      <a:pt x="6870" y="1628"/>
                      <a:pt x="4211" y="4290"/>
                    </a:cubicBezTo>
                    <a:cubicBezTo>
                      <a:pt x="1553" y="6953"/>
                      <a:pt x="59" y="10565"/>
                      <a:pt x="59" y="14331"/>
                    </a:cubicBezTo>
                    <a:cubicBezTo>
                      <a:pt x="59" y="18096"/>
                      <a:pt x="1553" y="21708"/>
                      <a:pt x="4211" y="24371"/>
                    </a:cubicBezTo>
                    <a:cubicBezTo>
                      <a:pt x="6870" y="27033"/>
                      <a:pt x="10477" y="28530"/>
                      <a:pt x="14237"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0" name="Freeform: Shape 1069">
                <a:extLst>
                  <a:ext uri="{FF2B5EF4-FFF2-40B4-BE49-F238E27FC236}">
                    <a16:creationId xmlns:a16="http://schemas.microsoft.com/office/drawing/2014/main" id="{80D72E0A-967A-E86B-8D4B-8B5CC8EF7D77}"/>
                  </a:ext>
                </a:extLst>
              </p:cNvPr>
              <p:cNvSpPr/>
              <p:nvPr/>
            </p:nvSpPr>
            <p:spPr>
              <a:xfrm>
                <a:off x="5289543" y="5004829"/>
                <a:ext cx="28356" cy="28397"/>
              </a:xfrm>
              <a:custGeom>
                <a:avLst/>
                <a:gdLst>
                  <a:gd name="connsiteX0" fmla="*/ 14236 w 28356"/>
                  <a:gd name="connsiteY0" fmla="*/ 28533 h 28397"/>
                  <a:gd name="connsiteX1" fmla="*/ 24262 w 28356"/>
                  <a:gd name="connsiteY1" fmla="*/ 24374 h 28397"/>
                  <a:gd name="connsiteX2" fmla="*/ 28415 w 28356"/>
                  <a:gd name="connsiteY2" fmla="*/ 14334 h 28397"/>
                  <a:gd name="connsiteX3" fmla="*/ 24262 w 28356"/>
                  <a:gd name="connsiteY3" fmla="*/ 4294 h 28397"/>
                  <a:gd name="connsiteX4" fmla="*/ 14236 w 28356"/>
                  <a:gd name="connsiteY4" fmla="*/ 135 h 28397"/>
                  <a:gd name="connsiteX5" fmla="*/ 4211 w 28356"/>
                  <a:gd name="connsiteY5" fmla="*/ 4294 h 28397"/>
                  <a:gd name="connsiteX6" fmla="*/ 58 w 28356"/>
                  <a:gd name="connsiteY6" fmla="*/ 14334 h 28397"/>
                  <a:gd name="connsiteX7" fmla="*/ 4211 w 28356"/>
                  <a:gd name="connsiteY7" fmla="*/ 24374 h 28397"/>
                  <a:gd name="connsiteX8" fmla="*/ 1423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33"/>
                    </a:moveTo>
                    <a:cubicBezTo>
                      <a:pt x="17997" y="28533"/>
                      <a:pt x="21603" y="27037"/>
                      <a:pt x="24262" y="24374"/>
                    </a:cubicBezTo>
                    <a:cubicBezTo>
                      <a:pt x="26921" y="21712"/>
                      <a:pt x="28415" y="18100"/>
                      <a:pt x="28415" y="14334"/>
                    </a:cubicBezTo>
                    <a:cubicBezTo>
                      <a:pt x="28415" y="10568"/>
                      <a:pt x="26921" y="6956"/>
                      <a:pt x="24262" y="4294"/>
                    </a:cubicBezTo>
                    <a:cubicBezTo>
                      <a:pt x="21603" y="1631"/>
                      <a:pt x="17997" y="135"/>
                      <a:pt x="14236" y="135"/>
                    </a:cubicBezTo>
                    <a:cubicBezTo>
                      <a:pt x="10476" y="135"/>
                      <a:pt x="6870" y="1631"/>
                      <a:pt x="4211" y="4294"/>
                    </a:cubicBezTo>
                    <a:cubicBezTo>
                      <a:pt x="1552" y="6956"/>
                      <a:pt x="58" y="10568"/>
                      <a:pt x="58" y="14334"/>
                    </a:cubicBezTo>
                    <a:cubicBezTo>
                      <a:pt x="58" y="18100"/>
                      <a:pt x="1552" y="21712"/>
                      <a:pt x="4211" y="24374"/>
                    </a:cubicBezTo>
                    <a:cubicBezTo>
                      <a:pt x="6870" y="27037"/>
                      <a:pt x="10476" y="28533"/>
                      <a:pt x="14236"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1" name="Freeform: Shape 1070">
                <a:extLst>
                  <a:ext uri="{FF2B5EF4-FFF2-40B4-BE49-F238E27FC236}">
                    <a16:creationId xmlns:a16="http://schemas.microsoft.com/office/drawing/2014/main" id="{53FD41F9-E347-F8EB-20FE-E6E312D41AA5}"/>
                  </a:ext>
                </a:extLst>
              </p:cNvPr>
              <p:cNvSpPr/>
              <p:nvPr/>
            </p:nvSpPr>
            <p:spPr>
              <a:xfrm>
                <a:off x="5281784" y="4995977"/>
                <a:ext cx="28356" cy="28397"/>
              </a:xfrm>
              <a:custGeom>
                <a:avLst/>
                <a:gdLst>
                  <a:gd name="connsiteX0" fmla="*/ 14236 w 28356"/>
                  <a:gd name="connsiteY0" fmla="*/ 28532 h 28397"/>
                  <a:gd name="connsiteX1" fmla="*/ 24261 w 28356"/>
                  <a:gd name="connsiteY1" fmla="*/ 24374 h 28397"/>
                  <a:gd name="connsiteX2" fmla="*/ 28414 w 28356"/>
                  <a:gd name="connsiteY2" fmla="*/ 14333 h 28397"/>
                  <a:gd name="connsiteX3" fmla="*/ 24261 w 28356"/>
                  <a:gd name="connsiteY3" fmla="*/ 4293 h 28397"/>
                  <a:gd name="connsiteX4" fmla="*/ 14236 w 28356"/>
                  <a:gd name="connsiteY4" fmla="*/ 134 h 28397"/>
                  <a:gd name="connsiteX5" fmla="*/ 4210 w 28356"/>
                  <a:gd name="connsiteY5" fmla="*/ 4293 h 28397"/>
                  <a:gd name="connsiteX6" fmla="*/ 57 w 28356"/>
                  <a:gd name="connsiteY6" fmla="*/ 14333 h 28397"/>
                  <a:gd name="connsiteX7" fmla="*/ 4210 w 28356"/>
                  <a:gd name="connsiteY7" fmla="*/ 24374 h 28397"/>
                  <a:gd name="connsiteX8" fmla="*/ 14236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32"/>
                    </a:moveTo>
                    <a:cubicBezTo>
                      <a:pt x="17996" y="28532"/>
                      <a:pt x="21603" y="27036"/>
                      <a:pt x="24261" y="24374"/>
                    </a:cubicBezTo>
                    <a:cubicBezTo>
                      <a:pt x="26920" y="21711"/>
                      <a:pt x="28414" y="18099"/>
                      <a:pt x="28414" y="14333"/>
                    </a:cubicBezTo>
                    <a:cubicBezTo>
                      <a:pt x="28414" y="10568"/>
                      <a:pt x="26920" y="6956"/>
                      <a:pt x="24261" y="4293"/>
                    </a:cubicBezTo>
                    <a:cubicBezTo>
                      <a:pt x="21603" y="1630"/>
                      <a:pt x="17996" y="134"/>
                      <a:pt x="14236" y="134"/>
                    </a:cubicBezTo>
                    <a:cubicBezTo>
                      <a:pt x="10476" y="134"/>
                      <a:pt x="6869" y="1630"/>
                      <a:pt x="4210" y="4293"/>
                    </a:cubicBezTo>
                    <a:cubicBezTo>
                      <a:pt x="1551" y="6956"/>
                      <a:pt x="57" y="10568"/>
                      <a:pt x="57" y="14333"/>
                    </a:cubicBezTo>
                    <a:cubicBezTo>
                      <a:pt x="57" y="18099"/>
                      <a:pt x="1551" y="21711"/>
                      <a:pt x="4210" y="24374"/>
                    </a:cubicBezTo>
                    <a:cubicBezTo>
                      <a:pt x="6869" y="27036"/>
                      <a:pt x="10476" y="28532"/>
                      <a:pt x="14236"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2" name="Freeform: Shape 1071">
                <a:extLst>
                  <a:ext uri="{FF2B5EF4-FFF2-40B4-BE49-F238E27FC236}">
                    <a16:creationId xmlns:a16="http://schemas.microsoft.com/office/drawing/2014/main" id="{198EEF96-B100-BB7C-F2EC-AF3948BF97D7}"/>
                  </a:ext>
                </a:extLst>
              </p:cNvPr>
              <p:cNvSpPr/>
              <p:nvPr/>
            </p:nvSpPr>
            <p:spPr>
              <a:xfrm>
                <a:off x="5274025" y="5002746"/>
                <a:ext cx="28356" cy="28397"/>
              </a:xfrm>
              <a:custGeom>
                <a:avLst/>
                <a:gdLst>
                  <a:gd name="connsiteX0" fmla="*/ 14235 w 28356"/>
                  <a:gd name="connsiteY0" fmla="*/ 28533 h 28397"/>
                  <a:gd name="connsiteX1" fmla="*/ 24261 w 28356"/>
                  <a:gd name="connsiteY1" fmla="*/ 24374 h 28397"/>
                  <a:gd name="connsiteX2" fmla="*/ 28414 w 28356"/>
                  <a:gd name="connsiteY2" fmla="*/ 14334 h 28397"/>
                  <a:gd name="connsiteX3" fmla="*/ 24261 w 28356"/>
                  <a:gd name="connsiteY3" fmla="*/ 4294 h 28397"/>
                  <a:gd name="connsiteX4" fmla="*/ 14235 w 28356"/>
                  <a:gd name="connsiteY4" fmla="*/ 135 h 28397"/>
                  <a:gd name="connsiteX5" fmla="*/ 4210 w 28356"/>
                  <a:gd name="connsiteY5" fmla="*/ 4294 h 28397"/>
                  <a:gd name="connsiteX6" fmla="*/ 57 w 28356"/>
                  <a:gd name="connsiteY6" fmla="*/ 14334 h 28397"/>
                  <a:gd name="connsiteX7" fmla="*/ 4210 w 28356"/>
                  <a:gd name="connsiteY7" fmla="*/ 24374 h 28397"/>
                  <a:gd name="connsiteX8" fmla="*/ 1423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33"/>
                    </a:moveTo>
                    <a:cubicBezTo>
                      <a:pt x="17995" y="28533"/>
                      <a:pt x="21602" y="27037"/>
                      <a:pt x="24261" y="24374"/>
                    </a:cubicBezTo>
                    <a:cubicBezTo>
                      <a:pt x="26920" y="21711"/>
                      <a:pt x="28414" y="18099"/>
                      <a:pt x="28414" y="14334"/>
                    </a:cubicBezTo>
                    <a:cubicBezTo>
                      <a:pt x="28414" y="10568"/>
                      <a:pt x="26920" y="6956"/>
                      <a:pt x="24261" y="4294"/>
                    </a:cubicBezTo>
                    <a:cubicBezTo>
                      <a:pt x="21602" y="1631"/>
                      <a:pt x="17995" y="135"/>
                      <a:pt x="14235" y="135"/>
                    </a:cubicBezTo>
                    <a:cubicBezTo>
                      <a:pt x="10475" y="135"/>
                      <a:pt x="6868" y="1631"/>
                      <a:pt x="4210" y="4294"/>
                    </a:cubicBezTo>
                    <a:cubicBezTo>
                      <a:pt x="1551" y="6956"/>
                      <a:pt x="57" y="10568"/>
                      <a:pt x="57" y="14334"/>
                    </a:cubicBezTo>
                    <a:cubicBezTo>
                      <a:pt x="57" y="18099"/>
                      <a:pt x="1551" y="21711"/>
                      <a:pt x="4210" y="24374"/>
                    </a:cubicBezTo>
                    <a:cubicBezTo>
                      <a:pt x="6868" y="27037"/>
                      <a:pt x="10475" y="28533"/>
                      <a:pt x="14235"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3" name="Freeform: Shape 1072">
                <a:extLst>
                  <a:ext uri="{FF2B5EF4-FFF2-40B4-BE49-F238E27FC236}">
                    <a16:creationId xmlns:a16="http://schemas.microsoft.com/office/drawing/2014/main" id="{010BA338-C8C2-AFCF-51D3-3A60B136D1EA}"/>
                  </a:ext>
                </a:extLst>
              </p:cNvPr>
              <p:cNvSpPr/>
              <p:nvPr/>
            </p:nvSpPr>
            <p:spPr>
              <a:xfrm>
                <a:off x="5266267" y="5019282"/>
                <a:ext cx="28356" cy="28397"/>
              </a:xfrm>
              <a:custGeom>
                <a:avLst/>
                <a:gdLst>
                  <a:gd name="connsiteX0" fmla="*/ 14235 w 28356"/>
                  <a:gd name="connsiteY0" fmla="*/ 28534 h 28397"/>
                  <a:gd name="connsiteX1" fmla="*/ 24260 w 28356"/>
                  <a:gd name="connsiteY1" fmla="*/ 24375 h 28397"/>
                  <a:gd name="connsiteX2" fmla="*/ 28413 w 28356"/>
                  <a:gd name="connsiteY2" fmla="*/ 14335 h 28397"/>
                  <a:gd name="connsiteX3" fmla="*/ 24260 w 28356"/>
                  <a:gd name="connsiteY3" fmla="*/ 4295 h 28397"/>
                  <a:gd name="connsiteX4" fmla="*/ 14235 w 28356"/>
                  <a:gd name="connsiteY4" fmla="*/ 136 h 28397"/>
                  <a:gd name="connsiteX5" fmla="*/ 4209 w 28356"/>
                  <a:gd name="connsiteY5" fmla="*/ 4295 h 28397"/>
                  <a:gd name="connsiteX6" fmla="*/ 56 w 28356"/>
                  <a:gd name="connsiteY6" fmla="*/ 14335 h 28397"/>
                  <a:gd name="connsiteX7" fmla="*/ 4209 w 28356"/>
                  <a:gd name="connsiteY7" fmla="*/ 24375 h 28397"/>
                  <a:gd name="connsiteX8" fmla="*/ 14235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34"/>
                    </a:moveTo>
                    <a:cubicBezTo>
                      <a:pt x="17995" y="28534"/>
                      <a:pt x="21601" y="27038"/>
                      <a:pt x="24260" y="24375"/>
                    </a:cubicBezTo>
                    <a:cubicBezTo>
                      <a:pt x="26919" y="21713"/>
                      <a:pt x="28413" y="18101"/>
                      <a:pt x="28413" y="14335"/>
                    </a:cubicBezTo>
                    <a:cubicBezTo>
                      <a:pt x="28413" y="10569"/>
                      <a:pt x="26919" y="6958"/>
                      <a:pt x="24260" y="4295"/>
                    </a:cubicBezTo>
                    <a:cubicBezTo>
                      <a:pt x="21601" y="1632"/>
                      <a:pt x="17995" y="136"/>
                      <a:pt x="14235" y="136"/>
                    </a:cubicBezTo>
                    <a:cubicBezTo>
                      <a:pt x="10474" y="136"/>
                      <a:pt x="6868" y="1632"/>
                      <a:pt x="4209" y="4295"/>
                    </a:cubicBezTo>
                    <a:cubicBezTo>
                      <a:pt x="1550" y="6958"/>
                      <a:pt x="56" y="10569"/>
                      <a:pt x="56" y="14335"/>
                    </a:cubicBezTo>
                    <a:cubicBezTo>
                      <a:pt x="56" y="18101"/>
                      <a:pt x="1550" y="21713"/>
                      <a:pt x="4209" y="24375"/>
                    </a:cubicBezTo>
                    <a:cubicBezTo>
                      <a:pt x="6868" y="27038"/>
                      <a:pt x="10474" y="28534"/>
                      <a:pt x="14235"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4" name="Freeform: Shape 1073">
                <a:extLst>
                  <a:ext uri="{FF2B5EF4-FFF2-40B4-BE49-F238E27FC236}">
                    <a16:creationId xmlns:a16="http://schemas.microsoft.com/office/drawing/2014/main" id="{1FA7E1F0-F038-D98D-CAD2-25FFB332B891}"/>
                  </a:ext>
                </a:extLst>
              </p:cNvPr>
              <p:cNvSpPr/>
              <p:nvPr/>
            </p:nvSpPr>
            <p:spPr>
              <a:xfrm>
                <a:off x="5258510" y="4801769"/>
                <a:ext cx="28356" cy="28397"/>
              </a:xfrm>
              <a:custGeom>
                <a:avLst/>
                <a:gdLst>
                  <a:gd name="connsiteX0" fmla="*/ 14234 w 28356"/>
                  <a:gd name="connsiteY0" fmla="*/ 28517 h 28397"/>
                  <a:gd name="connsiteX1" fmla="*/ 24260 w 28356"/>
                  <a:gd name="connsiteY1" fmla="*/ 24358 h 28397"/>
                  <a:gd name="connsiteX2" fmla="*/ 28412 w 28356"/>
                  <a:gd name="connsiteY2" fmla="*/ 14318 h 28397"/>
                  <a:gd name="connsiteX3" fmla="*/ 24260 w 28356"/>
                  <a:gd name="connsiteY3" fmla="*/ 4278 h 28397"/>
                  <a:gd name="connsiteX4" fmla="*/ 14234 w 28356"/>
                  <a:gd name="connsiteY4" fmla="*/ 119 h 28397"/>
                  <a:gd name="connsiteX5" fmla="*/ 4208 w 28356"/>
                  <a:gd name="connsiteY5" fmla="*/ 4278 h 28397"/>
                  <a:gd name="connsiteX6" fmla="*/ 56 w 28356"/>
                  <a:gd name="connsiteY6" fmla="*/ 14318 h 28397"/>
                  <a:gd name="connsiteX7" fmla="*/ 4208 w 28356"/>
                  <a:gd name="connsiteY7" fmla="*/ 24358 h 28397"/>
                  <a:gd name="connsiteX8" fmla="*/ 14234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4" y="28517"/>
                    </a:moveTo>
                    <a:cubicBezTo>
                      <a:pt x="17994" y="28517"/>
                      <a:pt x="21601" y="27021"/>
                      <a:pt x="24260" y="24358"/>
                    </a:cubicBezTo>
                    <a:cubicBezTo>
                      <a:pt x="26918" y="21696"/>
                      <a:pt x="28412" y="18084"/>
                      <a:pt x="28412" y="14318"/>
                    </a:cubicBezTo>
                    <a:cubicBezTo>
                      <a:pt x="28412" y="10552"/>
                      <a:pt x="26918" y="6940"/>
                      <a:pt x="24260" y="4278"/>
                    </a:cubicBezTo>
                    <a:cubicBezTo>
                      <a:pt x="21601" y="1615"/>
                      <a:pt x="17994" y="119"/>
                      <a:pt x="14234" y="119"/>
                    </a:cubicBezTo>
                    <a:cubicBezTo>
                      <a:pt x="10474" y="119"/>
                      <a:pt x="6867" y="1615"/>
                      <a:pt x="4208" y="4278"/>
                    </a:cubicBezTo>
                    <a:cubicBezTo>
                      <a:pt x="1550" y="6940"/>
                      <a:pt x="56" y="10552"/>
                      <a:pt x="56" y="14318"/>
                    </a:cubicBezTo>
                    <a:cubicBezTo>
                      <a:pt x="56" y="18084"/>
                      <a:pt x="1550" y="21696"/>
                      <a:pt x="4208" y="24358"/>
                    </a:cubicBezTo>
                    <a:cubicBezTo>
                      <a:pt x="6867" y="27021"/>
                      <a:pt x="10474" y="28517"/>
                      <a:pt x="14234" y="285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5" name="Freeform: Shape 1074">
                <a:extLst>
                  <a:ext uri="{FF2B5EF4-FFF2-40B4-BE49-F238E27FC236}">
                    <a16:creationId xmlns:a16="http://schemas.microsoft.com/office/drawing/2014/main" id="{0E8DFEFB-633A-663E-0BA5-924471B5A189}"/>
                  </a:ext>
                </a:extLst>
              </p:cNvPr>
              <p:cNvSpPr/>
              <p:nvPr/>
            </p:nvSpPr>
            <p:spPr>
              <a:xfrm>
                <a:off x="5250751" y="4873829"/>
                <a:ext cx="28356" cy="28397"/>
              </a:xfrm>
              <a:custGeom>
                <a:avLst/>
                <a:gdLst>
                  <a:gd name="connsiteX0" fmla="*/ 14233 w 28356"/>
                  <a:gd name="connsiteY0" fmla="*/ 28523 h 28397"/>
                  <a:gd name="connsiteX1" fmla="*/ 24259 w 28356"/>
                  <a:gd name="connsiteY1" fmla="*/ 24364 h 28397"/>
                  <a:gd name="connsiteX2" fmla="*/ 28412 w 28356"/>
                  <a:gd name="connsiteY2" fmla="*/ 14324 h 28397"/>
                  <a:gd name="connsiteX3" fmla="*/ 24259 w 28356"/>
                  <a:gd name="connsiteY3" fmla="*/ 4283 h 28397"/>
                  <a:gd name="connsiteX4" fmla="*/ 14233 w 28356"/>
                  <a:gd name="connsiteY4" fmla="*/ 125 h 28397"/>
                  <a:gd name="connsiteX5" fmla="*/ 4208 w 28356"/>
                  <a:gd name="connsiteY5" fmla="*/ 4283 h 28397"/>
                  <a:gd name="connsiteX6" fmla="*/ 55 w 28356"/>
                  <a:gd name="connsiteY6" fmla="*/ 14324 h 28397"/>
                  <a:gd name="connsiteX7" fmla="*/ 4208 w 28356"/>
                  <a:gd name="connsiteY7" fmla="*/ 24364 h 28397"/>
                  <a:gd name="connsiteX8" fmla="*/ 1423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3"/>
                    </a:moveTo>
                    <a:cubicBezTo>
                      <a:pt x="17994" y="28523"/>
                      <a:pt x="21600" y="27027"/>
                      <a:pt x="24259" y="24364"/>
                    </a:cubicBezTo>
                    <a:cubicBezTo>
                      <a:pt x="26918" y="21701"/>
                      <a:pt x="28412" y="18089"/>
                      <a:pt x="28412" y="14324"/>
                    </a:cubicBezTo>
                    <a:cubicBezTo>
                      <a:pt x="28412" y="10558"/>
                      <a:pt x="26918" y="6946"/>
                      <a:pt x="24259" y="4283"/>
                    </a:cubicBezTo>
                    <a:cubicBezTo>
                      <a:pt x="21600" y="1621"/>
                      <a:pt x="17994" y="125"/>
                      <a:pt x="14233" y="125"/>
                    </a:cubicBezTo>
                    <a:cubicBezTo>
                      <a:pt x="10473" y="125"/>
                      <a:pt x="6867" y="1621"/>
                      <a:pt x="4208" y="4283"/>
                    </a:cubicBezTo>
                    <a:cubicBezTo>
                      <a:pt x="1549" y="6946"/>
                      <a:pt x="55" y="10558"/>
                      <a:pt x="55" y="14324"/>
                    </a:cubicBezTo>
                    <a:cubicBezTo>
                      <a:pt x="55" y="18089"/>
                      <a:pt x="1549" y="21701"/>
                      <a:pt x="4208" y="24364"/>
                    </a:cubicBezTo>
                    <a:cubicBezTo>
                      <a:pt x="6867" y="27027"/>
                      <a:pt x="10473" y="28523"/>
                      <a:pt x="1423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6" name="Freeform: Shape 1075">
                <a:extLst>
                  <a:ext uri="{FF2B5EF4-FFF2-40B4-BE49-F238E27FC236}">
                    <a16:creationId xmlns:a16="http://schemas.microsoft.com/office/drawing/2014/main" id="{08D24197-E53D-79E8-54DD-13FBCEE73DCD}"/>
                  </a:ext>
                </a:extLst>
              </p:cNvPr>
              <p:cNvSpPr/>
              <p:nvPr/>
            </p:nvSpPr>
            <p:spPr>
              <a:xfrm>
                <a:off x="5242992" y="4888535"/>
                <a:ext cx="28356" cy="28397"/>
              </a:xfrm>
              <a:custGeom>
                <a:avLst/>
                <a:gdLst>
                  <a:gd name="connsiteX0" fmla="*/ 14233 w 28356"/>
                  <a:gd name="connsiteY0" fmla="*/ 28524 h 28397"/>
                  <a:gd name="connsiteX1" fmla="*/ 24258 w 28356"/>
                  <a:gd name="connsiteY1" fmla="*/ 24365 h 28397"/>
                  <a:gd name="connsiteX2" fmla="*/ 28411 w 28356"/>
                  <a:gd name="connsiteY2" fmla="*/ 14325 h 28397"/>
                  <a:gd name="connsiteX3" fmla="*/ 24258 w 28356"/>
                  <a:gd name="connsiteY3" fmla="*/ 4285 h 28397"/>
                  <a:gd name="connsiteX4" fmla="*/ 14233 w 28356"/>
                  <a:gd name="connsiteY4" fmla="*/ 126 h 28397"/>
                  <a:gd name="connsiteX5" fmla="*/ 4207 w 28356"/>
                  <a:gd name="connsiteY5" fmla="*/ 4285 h 28397"/>
                  <a:gd name="connsiteX6" fmla="*/ 54 w 28356"/>
                  <a:gd name="connsiteY6" fmla="*/ 14325 h 28397"/>
                  <a:gd name="connsiteX7" fmla="*/ 4207 w 28356"/>
                  <a:gd name="connsiteY7" fmla="*/ 24365 h 28397"/>
                  <a:gd name="connsiteX8" fmla="*/ 14233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4"/>
                    </a:moveTo>
                    <a:cubicBezTo>
                      <a:pt x="17993" y="28524"/>
                      <a:pt x="21600" y="27028"/>
                      <a:pt x="24258" y="24365"/>
                    </a:cubicBezTo>
                    <a:cubicBezTo>
                      <a:pt x="26917" y="21702"/>
                      <a:pt x="28411" y="18090"/>
                      <a:pt x="28411" y="14325"/>
                    </a:cubicBezTo>
                    <a:cubicBezTo>
                      <a:pt x="28411" y="10559"/>
                      <a:pt x="26917" y="6947"/>
                      <a:pt x="24258" y="4285"/>
                    </a:cubicBezTo>
                    <a:cubicBezTo>
                      <a:pt x="21600" y="1622"/>
                      <a:pt x="17993" y="126"/>
                      <a:pt x="14233" y="126"/>
                    </a:cubicBezTo>
                    <a:cubicBezTo>
                      <a:pt x="10473" y="126"/>
                      <a:pt x="6866" y="1622"/>
                      <a:pt x="4207" y="4285"/>
                    </a:cubicBezTo>
                    <a:cubicBezTo>
                      <a:pt x="1548" y="6947"/>
                      <a:pt x="54" y="10559"/>
                      <a:pt x="54" y="14325"/>
                    </a:cubicBezTo>
                    <a:cubicBezTo>
                      <a:pt x="54" y="18090"/>
                      <a:pt x="1548" y="21702"/>
                      <a:pt x="4207" y="24365"/>
                    </a:cubicBezTo>
                    <a:cubicBezTo>
                      <a:pt x="6866" y="27028"/>
                      <a:pt x="10473" y="28524"/>
                      <a:pt x="14233"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7" name="Freeform: Shape 1076">
                <a:extLst>
                  <a:ext uri="{FF2B5EF4-FFF2-40B4-BE49-F238E27FC236}">
                    <a16:creationId xmlns:a16="http://schemas.microsoft.com/office/drawing/2014/main" id="{6B079D65-4AB7-92AC-F499-6AE5C2FB74DA}"/>
                  </a:ext>
                </a:extLst>
              </p:cNvPr>
              <p:cNvSpPr/>
              <p:nvPr/>
            </p:nvSpPr>
            <p:spPr>
              <a:xfrm>
                <a:off x="5235234" y="4900651"/>
                <a:ext cx="28356" cy="28397"/>
              </a:xfrm>
              <a:custGeom>
                <a:avLst/>
                <a:gdLst>
                  <a:gd name="connsiteX0" fmla="*/ 14232 w 28356"/>
                  <a:gd name="connsiteY0" fmla="*/ 28525 h 28397"/>
                  <a:gd name="connsiteX1" fmla="*/ 24258 w 28356"/>
                  <a:gd name="connsiteY1" fmla="*/ 24366 h 28397"/>
                  <a:gd name="connsiteX2" fmla="*/ 28410 w 28356"/>
                  <a:gd name="connsiteY2" fmla="*/ 14326 h 28397"/>
                  <a:gd name="connsiteX3" fmla="*/ 24258 w 28356"/>
                  <a:gd name="connsiteY3" fmla="*/ 4286 h 28397"/>
                  <a:gd name="connsiteX4" fmla="*/ 14232 w 28356"/>
                  <a:gd name="connsiteY4" fmla="*/ 127 h 28397"/>
                  <a:gd name="connsiteX5" fmla="*/ 4207 w 28356"/>
                  <a:gd name="connsiteY5" fmla="*/ 4286 h 28397"/>
                  <a:gd name="connsiteX6" fmla="*/ 54 w 28356"/>
                  <a:gd name="connsiteY6" fmla="*/ 14326 h 28397"/>
                  <a:gd name="connsiteX7" fmla="*/ 4207 w 28356"/>
                  <a:gd name="connsiteY7" fmla="*/ 24366 h 28397"/>
                  <a:gd name="connsiteX8" fmla="*/ 14232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25"/>
                    </a:moveTo>
                    <a:cubicBezTo>
                      <a:pt x="17992" y="28525"/>
                      <a:pt x="21599" y="27029"/>
                      <a:pt x="24258" y="24366"/>
                    </a:cubicBezTo>
                    <a:cubicBezTo>
                      <a:pt x="26917" y="21703"/>
                      <a:pt x="28410" y="18091"/>
                      <a:pt x="28410" y="14326"/>
                    </a:cubicBezTo>
                    <a:cubicBezTo>
                      <a:pt x="28410" y="10560"/>
                      <a:pt x="26917" y="6948"/>
                      <a:pt x="24258" y="4286"/>
                    </a:cubicBezTo>
                    <a:cubicBezTo>
                      <a:pt x="21599" y="1623"/>
                      <a:pt x="17992" y="127"/>
                      <a:pt x="14232" y="127"/>
                    </a:cubicBezTo>
                    <a:cubicBezTo>
                      <a:pt x="10472" y="127"/>
                      <a:pt x="6865" y="1623"/>
                      <a:pt x="4207" y="4286"/>
                    </a:cubicBezTo>
                    <a:cubicBezTo>
                      <a:pt x="1548" y="6948"/>
                      <a:pt x="54" y="10560"/>
                      <a:pt x="54" y="14326"/>
                    </a:cubicBezTo>
                    <a:cubicBezTo>
                      <a:pt x="54" y="18091"/>
                      <a:pt x="1548" y="21703"/>
                      <a:pt x="4207" y="24366"/>
                    </a:cubicBezTo>
                    <a:cubicBezTo>
                      <a:pt x="6865" y="27029"/>
                      <a:pt x="10472" y="28525"/>
                      <a:pt x="14232"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8" name="Freeform: Shape 1077">
                <a:extLst>
                  <a:ext uri="{FF2B5EF4-FFF2-40B4-BE49-F238E27FC236}">
                    <a16:creationId xmlns:a16="http://schemas.microsoft.com/office/drawing/2014/main" id="{378E79A8-251F-24B9-271F-CF5399512085}"/>
                  </a:ext>
                </a:extLst>
              </p:cNvPr>
              <p:cNvSpPr/>
              <p:nvPr/>
            </p:nvSpPr>
            <p:spPr>
              <a:xfrm>
                <a:off x="5227475" y="4976203"/>
                <a:ext cx="28356" cy="28397"/>
              </a:xfrm>
              <a:custGeom>
                <a:avLst/>
                <a:gdLst>
                  <a:gd name="connsiteX0" fmla="*/ 14232 w 28356"/>
                  <a:gd name="connsiteY0" fmla="*/ 28531 h 28397"/>
                  <a:gd name="connsiteX1" fmla="*/ 24257 w 28356"/>
                  <a:gd name="connsiteY1" fmla="*/ 24372 h 28397"/>
                  <a:gd name="connsiteX2" fmla="*/ 28410 w 28356"/>
                  <a:gd name="connsiteY2" fmla="*/ 14332 h 28397"/>
                  <a:gd name="connsiteX3" fmla="*/ 24257 w 28356"/>
                  <a:gd name="connsiteY3" fmla="*/ 4291 h 28397"/>
                  <a:gd name="connsiteX4" fmla="*/ 14232 w 28356"/>
                  <a:gd name="connsiteY4" fmla="*/ 133 h 28397"/>
                  <a:gd name="connsiteX5" fmla="*/ 4206 w 28356"/>
                  <a:gd name="connsiteY5" fmla="*/ 4291 h 28397"/>
                  <a:gd name="connsiteX6" fmla="*/ 53 w 28356"/>
                  <a:gd name="connsiteY6" fmla="*/ 14332 h 28397"/>
                  <a:gd name="connsiteX7" fmla="*/ 4206 w 28356"/>
                  <a:gd name="connsiteY7" fmla="*/ 24372 h 28397"/>
                  <a:gd name="connsiteX8" fmla="*/ 14232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31"/>
                    </a:moveTo>
                    <a:cubicBezTo>
                      <a:pt x="17992" y="28531"/>
                      <a:pt x="21598" y="27035"/>
                      <a:pt x="24257" y="24372"/>
                    </a:cubicBezTo>
                    <a:cubicBezTo>
                      <a:pt x="26916" y="21709"/>
                      <a:pt x="28410" y="18097"/>
                      <a:pt x="28410" y="14332"/>
                    </a:cubicBezTo>
                    <a:cubicBezTo>
                      <a:pt x="28410" y="10566"/>
                      <a:pt x="26916" y="6954"/>
                      <a:pt x="24257" y="4291"/>
                    </a:cubicBezTo>
                    <a:cubicBezTo>
                      <a:pt x="21598" y="1629"/>
                      <a:pt x="17992" y="133"/>
                      <a:pt x="14232" y="133"/>
                    </a:cubicBezTo>
                    <a:cubicBezTo>
                      <a:pt x="10471" y="133"/>
                      <a:pt x="6865" y="1629"/>
                      <a:pt x="4206" y="4291"/>
                    </a:cubicBezTo>
                    <a:cubicBezTo>
                      <a:pt x="1547" y="6954"/>
                      <a:pt x="53" y="10566"/>
                      <a:pt x="53" y="14332"/>
                    </a:cubicBezTo>
                    <a:cubicBezTo>
                      <a:pt x="53" y="18097"/>
                      <a:pt x="1547" y="21709"/>
                      <a:pt x="4206" y="24372"/>
                    </a:cubicBezTo>
                    <a:cubicBezTo>
                      <a:pt x="6865" y="27035"/>
                      <a:pt x="10471" y="28531"/>
                      <a:pt x="14232"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79" name="Freeform: Shape 1078">
                <a:extLst>
                  <a:ext uri="{FF2B5EF4-FFF2-40B4-BE49-F238E27FC236}">
                    <a16:creationId xmlns:a16="http://schemas.microsoft.com/office/drawing/2014/main" id="{E28EE97F-0D26-0CEE-9832-EBFF96679714}"/>
                  </a:ext>
                </a:extLst>
              </p:cNvPr>
              <p:cNvSpPr/>
              <p:nvPr/>
            </p:nvSpPr>
            <p:spPr>
              <a:xfrm>
                <a:off x="5219717" y="5021047"/>
                <a:ext cx="28356" cy="28397"/>
              </a:xfrm>
              <a:custGeom>
                <a:avLst/>
                <a:gdLst>
                  <a:gd name="connsiteX0" fmla="*/ 14231 w 28356"/>
                  <a:gd name="connsiteY0" fmla="*/ 28534 h 28397"/>
                  <a:gd name="connsiteX1" fmla="*/ 24257 w 28356"/>
                  <a:gd name="connsiteY1" fmla="*/ 24375 h 28397"/>
                  <a:gd name="connsiteX2" fmla="*/ 28409 w 28356"/>
                  <a:gd name="connsiteY2" fmla="*/ 14335 h 28397"/>
                  <a:gd name="connsiteX3" fmla="*/ 24257 w 28356"/>
                  <a:gd name="connsiteY3" fmla="*/ 4295 h 28397"/>
                  <a:gd name="connsiteX4" fmla="*/ 14231 w 28356"/>
                  <a:gd name="connsiteY4" fmla="*/ 136 h 28397"/>
                  <a:gd name="connsiteX5" fmla="*/ 4205 w 28356"/>
                  <a:gd name="connsiteY5" fmla="*/ 4295 h 28397"/>
                  <a:gd name="connsiteX6" fmla="*/ 53 w 28356"/>
                  <a:gd name="connsiteY6" fmla="*/ 14335 h 28397"/>
                  <a:gd name="connsiteX7" fmla="*/ 4205 w 28356"/>
                  <a:gd name="connsiteY7" fmla="*/ 24375 h 28397"/>
                  <a:gd name="connsiteX8" fmla="*/ 1423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1" y="28534"/>
                    </a:moveTo>
                    <a:cubicBezTo>
                      <a:pt x="17991" y="28534"/>
                      <a:pt x="21598" y="27038"/>
                      <a:pt x="24257" y="24375"/>
                    </a:cubicBezTo>
                    <a:cubicBezTo>
                      <a:pt x="26915" y="21713"/>
                      <a:pt x="28409" y="18101"/>
                      <a:pt x="28409" y="14335"/>
                    </a:cubicBezTo>
                    <a:cubicBezTo>
                      <a:pt x="28409" y="10570"/>
                      <a:pt x="26915" y="6958"/>
                      <a:pt x="24257" y="4295"/>
                    </a:cubicBezTo>
                    <a:cubicBezTo>
                      <a:pt x="21598" y="1632"/>
                      <a:pt x="17991" y="136"/>
                      <a:pt x="14231" y="136"/>
                    </a:cubicBezTo>
                    <a:cubicBezTo>
                      <a:pt x="10471" y="136"/>
                      <a:pt x="6864" y="1632"/>
                      <a:pt x="4205" y="4295"/>
                    </a:cubicBezTo>
                    <a:cubicBezTo>
                      <a:pt x="1546" y="6958"/>
                      <a:pt x="53" y="10570"/>
                      <a:pt x="53" y="14335"/>
                    </a:cubicBezTo>
                    <a:cubicBezTo>
                      <a:pt x="53" y="18101"/>
                      <a:pt x="1546" y="21713"/>
                      <a:pt x="4205" y="24375"/>
                    </a:cubicBezTo>
                    <a:cubicBezTo>
                      <a:pt x="6864" y="27038"/>
                      <a:pt x="10471" y="28534"/>
                      <a:pt x="14231"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0" name="Freeform: Shape 1079">
                <a:extLst>
                  <a:ext uri="{FF2B5EF4-FFF2-40B4-BE49-F238E27FC236}">
                    <a16:creationId xmlns:a16="http://schemas.microsoft.com/office/drawing/2014/main" id="{7A96BB21-7B9A-1A60-80C5-98A7770C7EB6}"/>
                  </a:ext>
                </a:extLst>
              </p:cNvPr>
              <p:cNvSpPr/>
              <p:nvPr/>
            </p:nvSpPr>
            <p:spPr>
              <a:xfrm>
                <a:off x="5211958" y="5003585"/>
                <a:ext cx="28356" cy="28397"/>
              </a:xfrm>
              <a:custGeom>
                <a:avLst/>
                <a:gdLst>
                  <a:gd name="connsiteX0" fmla="*/ 14230 w 28356"/>
                  <a:gd name="connsiteY0" fmla="*/ 28533 h 28397"/>
                  <a:gd name="connsiteX1" fmla="*/ 24256 w 28356"/>
                  <a:gd name="connsiteY1" fmla="*/ 24374 h 28397"/>
                  <a:gd name="connsiteX2" fmla="*/ 28409 w 28356"/>
                  <a:gd name="connsiteY2" fmla="*/ 14334 h 28397"/>
                  <a:gd name="connsiteX3" fmla="*/ 24256 w 28356"/>
                  <a:gd name="connsiteY3" fmla="*/ 4294 h 28397"/>
                  <a:gd name="connsiteX4" fmla="*/ 14230 w 28356"/>
                  <a:gd name="connsiteY4" fmla="*/ 135 h 28397"/>
                  <a:gd name="connsiteX5" fmla="*/ 4205 w 28356"/>
                  <a:gd name="connsiteY5" fmla="*/ 4294 h 28397"/>
                  <a:gd name="connsiteX6" fmla="*/ 52 w 28356"/>
                  <a:gd name="connsiteY6" fmla="*/ 14334 h 28397"/>
                  <a:gd name="connsiteX7" fmla="*/ 4205 w 28356"/>
                  <a:gd name="connsiteY7" fmla="*/ 24374 h 28397"/>
                  <a:gd name="connsiteX8" fmla="*/ 1423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33"/>
                    </a:moveTo>
                    <a:cubicBezTo>
                      <a:pt x="17990" y="28533"/>
                      <a:pt x="21597" y="27037"/>
                      <a:pt x="24256" y="24374"/>
                    </a:cubicBezTo>
                    <a:cubicBezTo>
                      <a:pt x="26915" y="21711"/>
                      <a:pt x="28409" y="18100"/>
                      <a:pt x="28409" y="14334"/>
                    </a:cubicBezTo>
                    <a:cubicBezTo>
                      <a:pt x="28409" y="10568"/>
                      <a:pt x="26915" y="6956"/>
                      <a:pt x="24256" y="4294"/>
                    </a:cubicBezTo>
                    <a:cubicBezTo>
                      <a:pt x="21597" y="1631"/>
                      <a:pt x="17990" y="135"/>
                      <a:pt x="14230" y="135"/>
                    </a:cubicBezTo>
                    <a:cubicBezTo>
                      <a:pt x="10470" y="135"/>
                      <a:pt x="6864" y="1631"/>
                      <a:pt x="4205" y="4294"/>
                    </a:cubicBezTo>
                    <a:cubicBezTo>
                      <a:pt x="1546" y="6956"/>
                      <a:pt x="52" y="10568"/>
                      <a:pt x="52" y="14334"/>
                    </a:cubicBezTo>
                    <a:cubicBezTo>
                      <a:pt x="52" y="18100"/>
                      <a:pt x="1546" y="21711"/>
                      <a:pt x="4205" y="24374"/>
                    </a:cubicBezTo>
                    <a:cubicBezTo>
                      <a:pt x="6864" y="27037"/>
                      <a:pt x="10470" y="28533"/>
                      <a:pt x="14230"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1" name="Freeform: Shape 1080">
                <a:extLst>
                  <a:ext uri="{FF2B5EF4-FFF2-40B4-BE49-F238E27FC236}">
                    <a16:creationId xmlns:a16="http://schemas.microsoft.com/office/drawing/2014/main" id="{50BDE3D1-6376-55A8-BF12-704CCD88DDD8}"/>
                  </a:ext>
                </a:extLst>
              </p:cNvPr>
              <p:cNvSpPr/>
              <p:nvPr/>
            </p:nvSpPr>
            <p:spPr>
              <a:xfrm>
                <a:off x="5204201" y="5022038"/>
                <a:ext cx="28356" cy="28397"/>
              </a:xfrm>
              <a:custGeom>
                <a:avLst/>
                <a:gdLst>
                  <a:gd name="connsiteX0" fmla="*/ 14230 w 28356"/>
                  <a:gd name="connsiteY0" fmla="*/ 28534 h 28397"/>
                  <a:gd name="connsiteX1" fmla="*/ 24255 w 28356"/>
                  <a:gd name="connsiteY1" fmla="*/ 24376 h 28397"/>
                  <a:gd name="connsiteX2" fmla="*/ 28408 w 28356"/>
                  <a:gd name="connsiteY2" fmla="*/ 14335 h 28397"/>
                  <a:gd name="connsiteX3" fmla="*/ 24255 w 28356"/>
                  <a:gd name="connsiteY3" fmla="*/ 4295 h 28397"/>
                  <a:gd name="connsiteX4" fmla="*/ 14230 w 28356"/>
                  <a:gd name="connsiteY4" fmla="*/ 136 h 28397"/>
                  <a:gd name="connsiteX5" fmla="*/ 4204 w 28356"/>
                  <a:gd name="connsiteY5" fmla="*/ 4295 h 28397"/>
                  <a:gd name="connsiteX6" fmla="*/ 51 w 28356"/>
                  <a:gd name="connsiteY6" fmla="*/ 14335 h 28397"/>
                  <a:gd name="connsiteX7" fmla="*/ 4204 w 28356"/>
                  <a:gd name="connsiteY7" fmla="*/ 24376 h 28397"/>
                  <a:gd name="connsiteX8" fmla="*/ 14230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34"/>
                    </a:moveTo>
                    <a:cubicBezTo>
                      <a:pt x="17990" y="28534"/>
                      <a:pt x="21597" y="27038"/>
                      <a:pt x="24255" y="24376"/>
                    </a:cubicBezTo>
                    <a:cubicBezTo>
                      <a:pt x="26914" y="21713"/>
                      <a:pt x="28408" y="18101"/>
                      <a:pt x="28408" y="14335"/>
                    </a:cubicBezTo>
                    <a:cubicBezTo>
                      <a:pt x="28408" y="10570"/>
                      <a:pt x="26914" y="6958"/>
                      <a:pt x="24255" y="4295"/>
                    </a:cubicBezTo>
                    <a:cubicBezTo>
                      <a:pt x="21597" y="1632"/>
                      <a:pt x="17990" y="136"/>
                      <a:pt x="14230" y="136"/>
                    </a:cubicBezTo>
                    <a:cubicBezTo>
                      <a:pt x="10470" y="136"/>
                      <a:pt x="6863" y="1632"/>
                      <a:pt x="4204" y="4295"/>
                    </a:cubicBezTo>
                    <a:cubicBezTo>
                      <a:pt x="1545" y="6958"/>
                      <a:pt x="51" y="10570"/>
                      <a:pt x="51" y="14335"/>
                    </a:cubicBezTo>
                    <a:cubicBezTo>
                      <a:pt x="51" y="18101"/>
                      <a:pt x="1545" y="21713"/>
                      <a:pt x="4204" y="24376"/>
                    </a:cubicBezTo>
                    <a:cubicBezTo>
                      <a:pt x="6863" y="27038"/>
                      <a:pt x="10470" y="28534"/>
                      <a:pt x="14230"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2" name="Freeform: Shape 1081">
                <a:extLst>
                  <a:ext uri="{FF2B5EF4-FFF2-40B4-BE49-F238E27FC236}">
                    <a16:creationId xmlns:a16="http://schemas.microsoft.com/office/drawing/2014/main" id="{579CA16B-C9DE-A35A-B67B-FC1A9B13377D}"/>
                  </a:ext>
                </a:extLst>
              </p:cNvPr>
              <p:cNvSpPr/>
              <p:nvPr/>
            </p:nvSpPr>
            <p:spPr>
              <a:xfrm>
                <a:off x="5196442" y="4318200"/>
                <a:ext cx="28356" cy="28397"/>
              </a:xfrm>
              <a:custGeom>
                <a:avLst/>
                <a:gdLst>
                  <a:gd name="connsiteX0" fmla="*/ 14229 w 28356"/>
                  <a:gd name="connsiteY0" fmla="*/ 28479 h 28397"/>
                  <a:gd name="connsiteX1" fmla="*/ 24255 w 28356"/>
                  <a:gd name="connsiteY1" fmla="*/ 24320 h 28397"/>
                  <a:gd name="connsiteX2" fmla="*/ 28407 w 28356"/>
                  <a:gd name="connsiteY2" fmla="*/ 14280 h 28397"/>
                  <a:gd name="connsiteX3" fmla="*/ 24255 w 28356"/>
                  <a:gd name="connsiteY3" fmla="*/ 4240 h 28397"/>
                  <a:gd name="connsiteX4" fmla="*/ 14229 w 28356"/>
                  <a:gd name="connsiteY4" fmla="*/ 81 h 28397"/>
                  <a:gd name="connsiteX5" fmla="*/ 4203 w 28356"/>
                  <a:gd name="connsiteY5" fmla="*/ 4240 h 28397"/>
                  <a:gd name="connsiteX6" fmla="*/ 51 w 28356"/>
                  <a:gd name="connsiteY6" fmla="*/ 14280 h 28397"/>
                  <a:gd name="connsiteX7" fmla="*/ 4203 w 28356"/>
                  <a:gd name="connsiteY7" fmla="*/ 24320 h 28397"/>
                  <a:gd name="connsiteX8" fmla="*/ 14229 w 28356"/>
                  <a:gd name="connsiteY8" fmla="*/ 2847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9" y="28479"/>
                    </a:moveTo>
                    <a:cubicBezTo>
                      <a:pt x="17989" y="28479"/>
                      <a:pt x="21596" y="26983"/>
                      <a:pt x="24255" y="24320"/>
                    </a:cubicBezTo>
                    <a:cubicBezTo>
                      <a:pt x="26914" y="21657"/>
                      <a:pt x="28407" y="18046"/>
                      <a:pt x="28407" y="14280"/>
                    </a:cubicBezTo>
                    <a:cubicBezTo>
                      <a:pt x="28407" y="10514"/>
                      <a:pt x="26914" y="6902"/>
                      <a:pt x="24255" y="4240"/>
                    </a:cubicBezTo>
                    <a:cubicBezTo>
                      <a:pt x="21596" y="1577"/>
                      <a:pt x="17989" y="81"/>
                      <a:pt x="14229" y="81"/>
                    </a:cubicBezTo>
                    <a:cubicBezTo>
                      <a:pt x="10469" y="81"/>
                      <a:pt x="6862" y="1577"/>
                      <a:pt x="4203" y="4240"/>
                    </a:cubicBezTo>
                    <a:cubicBezTo>
                      <a:pt x="1545" y="6902"/>
                      <a:pt x="51" y="10514"/>
                      <a:pt x="51" y="14280"/>
                    </a:cubicBezTo>
                    <a:cubicBezTo>
                      <a:pt x="51" y="18046"/>
                      <a:pt x="1545" y="21657"/>
                      <a:pt x="4203" y="24320"/>
                    </a:cubicBezTo>
                    <a:cubicBezTo>
                      <a:pt x="6862" y="26983"/>
                      <a:pt x="10469" y="28479"/>
                      <a:pt x="14229" y="2847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3" name="Freeform: Shape 1082">
                <a:extLst>
                  <a:ext uri="{FF2B5EF4-FFF2-40B4-BE49-F238E27FC236}">
                    <a16:creationId xmlns:a16="http://schemas.microsoft.com/office/drawing/2014/main" id="{52B6DD4B-F0CD-827F-1A8B-1FE80703CEEC}"/>
                  </a:ext>
                </a:extLst>
              </p:cNvPr>
              <p:cNvSpPr/>
              <p:nvPr/>
            </p:nvSpPr>
            <p:spPr>
              <a:xfrm>
                <a:off x="5188684" y="4879518"/>
                <a:ext cx="28356" cy="28397"/>
              </a:xfrm>
              <a:custGeom>
                <a:avLst/>
                <a:gdLst>
                  <a:gd name="connsiteX0" fmla="*/ 14228 w 28356"/>
                  <a:gd name="connsiteY0" fmla="*/ 28523 h 28397"/>
                  <a:gd name="connsiteX1" fmla="*/ 24254 w 28356"/>
                  <a:gd name="connsiteY1" fmla="*/ 24364 h 28397"/>
                  <a:gd name="connsiteX2" fmla="*/ 28407 w 28356"/>
                  <a:gd name="connsiteY2" fmla="*/ 14324 h 28397"/>
                  <a:gd name="connsiteX3" fmla="*/ 24254 w 28356"/>
                  <a:gd name="connsiteY3" fmla="*/ 4284 h 28397"/>
                  <a:gd name="connsiteX4" fmla="*/ 14228 w 28356"/>
                  <a:gd name="connsiteY4" fmla="*/ 125 h 28397"/>
                  <a:gd name="connsiteX5" fmla="*/ 4203 w 28356"/>
                  <a:gd name="connsiteY5" fmla="*/ 4284 h 28397"/>
                  <a:gd name="connsiteX6" fmla="*/ 50 w 28356"/>
                  <a:gd name="connsiteY6" fmla="*/ 14324 h 28397"/>
                  <a:gd name="connsiteX7" fmla="*/ 4203 w 28356"/>
                  <a:gd name="connsiteY7" fmla="*/ 24364 h 28397"/>
                  <a:gd name="connsiteX8" fmla="*/ 1422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3"/>
                    </a:moveTo>
                    <a:cubicBezTo>
                      <a:pt x="17989" y="28523"/>
                      <a:pt x="21595" y="27027"/>
                      <a:pt x="24254" y="24364"/>
                    </a:cubicBezTo>
                    <a:cubicBezTo>
                      <a:pt x="26913" y="21702"/>
                      <a:pt x="28407" y="18090"/>
                      <a:pt x="28407" y="14324"/>
                    </a:cubicBezTo>
                    <a:cubicBezTo>
                      <a:pt x="28407" y="10558"/>
                      <a:pt x="26913" y="6947"/>
                      <a:pt x="24254" y="4284"/>
                    </a:cubicBezTo>
                    <a:cubicBezTo>
                      <a:pt x="21595" y="1621"/>
                      <a:pt x="17989" y="125"/>
                      <a:pt x="14228" y="125"/>
                    </a:cubicBezTo>
                    <a:cubicBezTo>
                      <a:pt x="10468" y="125"/>
                      <a:pt x="6862" y="1621"/>
                      <a:pt x="4203" y="4284"/>
                    </a:cubicBezTo>
                    <a:cubicBezTo>
                      <a:pt x="1544" y="6947"/>
                      <a:pt x="50" y="10558"/>
                      <a:pt x="50" y="14324"/>
                    </a:cubicBezTo>
                    <a:cubicBezTo>
                      <a:pt x="50" y="18090"/>
                      <a:pt x="1544" y="21702"/>
                      <a:pt x="4203" y="24364"/>
                    </a:cubicBezTo>
                    <a:cubicBezTo>
                      <a:pt x="6862" y="27027"/>
                      <a:pt x="10468" y="28523"/>
                      <a:pt x="14228"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4" name="Freeform: Shape 1083">
                <a:extLst>
                  <a:ext uri="{FF2B5EF4-FFF2-40B4-BE49-F238E27FC236}">
                    <a16:creationId xmlns:a16="http://schemas.microsoft.com/office/drawing/2014/main" id="{4D86CA4A-DE57-03F5-AB68-66AFBAA5C458}"/>
                  </a:ext>
                </a:extLst>
              </p:cNvPr>
              <p:cNvSpPr/>
              <p:nvPr/>
            </p:nvSpPr>
            <p:spPr>
              <a:xfrm>
                <a:off x="5180925" y="4839501"/>
                <a:ext cx="28356" cy="28397"/>
              </a:xfrm>
              <a:custGeom>
                <a:avLst/>
                <a:gdLst>
                  <a:gd name="connsiteX0" fmla="*/ 14228 w 28356"/>
                  <a:gd name="connsiteY0" fmla="*/ 28520 h 28397"/>
                  <a:gd name="connsiteX1" fmla="*/ 24254 w 28356"/>
                  <a:gd name="connsiteY1" fmla="*/ 24361 h 28397"/>
                  <a:gd name="connsiteX2" fmla="*/ 28406 w 28356"/>
                  <a:gd name="connsiteY2" fmla="*/ 14321 h 28397"/>
                  <a:gd name="connsiteX3" fmla="*/ 24254 w 28356"/>
                  <a:gd name="connsiteY3" fmla="*/ 4281 h 28397"/>
                  <a:gd name="connsiteX4" fmla="*/ 14228 w 28356"/>
                  <a:gd name="connsiteY4" fmla="*/ 122 h 28397"/>
                  <a:gd name="connsiteX5" fmla="*/ 4202 w 28356"/>
                  <a:gd name="connsiteY5" fmla="*/ 4281 h 28397"/>
                  <a:gd name="connsiteX6" fmla="*/ 50 w 28356"/>
                  <a:gd name="connsiteY6" fmla="*/ 14321 h 28397"/>
                  <a:gd name="connsiteX7" fmla="*/ 4202 w 28356"/>
                  <a:gd name="connsiteY7" fmla="*/ 24361 h 28397"/>
                  <a:gd name="connsiteX8" fmla="*/ 14228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0"/>
                    </a:moveTo>
                    <a:cubicBezTo>
                      <a:pt x="17988" y="28520"/>
                      <a:pt x="21595" y="27024"/>
                      <a:pt x="24254" y="24361"/>
                    </a:cubicBezTo>
                    <a:cubicBezTo>
                      <a:pt x="26912" y="21698"/>
                      <a:pt x="28406" y="18087"/>
                      <a:pt x="28406" y="14321"/>
                    </a:cubicBezTo>
                    <a:cubicBezTo>
                      <a:pt x="28406" y="10555"/>
                      <a:pt x="26912" y="6943"/>
                      <a:pt x="24254" y="4281"/>
                    </a:cubicBezTo>
                    <a:cubicBezTo>
                      <a:pt x="21595" y="1618"/>
                      <a:pt x="17988" y="122"/>
                      <a:pt x="14228" y="122"/>
                    </a:cubicBezTo>
                    <a:cubicBezTo>
                      <a:pt x="10468" y="122"/>
                      <a:pt x="6861" y="1618"/>
                      <a:pt x="4202" y="4281"/>
                    </a:cubicBezTo>
                    <a:cubicBezTo>
                      <a:pt x="1543" y="6943"/>
                      <a:pt x="50" y="10555"/>
                      <a:pt x="50" y="14321"/>
                    </a:cubicBezTo>
                    <a:cubicBezTo>
                      <a:pt x="50" y="18087"/>
                      <a:pt x="1543" y="21698"/>
                      <a:pt x="4202" y="24361"/>
                    </a:cubicBezTo>
                    <a:cubicBezTo>
                      <a:pt x="6861" y="27024"/>
                      <a:pt x="10468" y="28520"/>
                      <a:pt x="14228" y="2852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5" name="Freeform: Shape 1084">
                <a:extLst>
                  <a:ext uri="{FF2B5EF4-FFF2-40B4-BE49-F238E27FC236}">
                    <a16:creationId xmlns:a16="http://schemas.microsoft.com/office/drawing/2014/main" id="{E4A1F958-DF9F-19BC-BBE9-6295D3E8B8B2}"/>
                  </a:ext>
                </a:extLst>
              </p:cNvPr>
              <p:cNvSpPr/>
              <p:nvPr/>
            </p:nvSpPr>
            <p:spPr>
              <a:xfrm>
                <a:off x="5173167" y="5012843"/>
                <a:ext cx="28356" cy="28397"/>
              </a:xfrm>
              <a:custGeom>
                <a:avLst/>
                <a:gdLst>
                  <a:gd name="connsiteX0" fmla="*/ 14227 w 28356"/>
                  <a:gd name="connsiteY0" fmla="*/ 28534 h 28397"/>
                  <a:gd name="connsiteX1" fmla="*/ 24253 w 28356"/>
                  <a:gd name="connsiteY1" fmla="*/ 24375 h 28397"/>
                  <a:gd name="connsiteX2" fmla="*/ 28406 w 28356"/>
                  <a:gd name="connsiteY2" fmla="*/ 14335 h 28397"/>
                  <a:gd name="connsiteX3" fmla="*/ 24253 w 28356"/>
                  <a:gd name="connsiteY3" fmla="*/ 4294 h 28397"/>
                  <a:gd name="connsiteX4" fmla="*/ 14227 w 28356"/>
                  <a:gd name="connsiteY4" fmla="*/ 136 h 28397"/>
                  <a:gd name="connsiteX5" fmla="*/ 4202 w 28356"/>
                  <a:gd name="connsiteY5" fmla="*/ 4294 h 28397"/>
                  <a:gd name="connsiteX6" fmla="*/ 49 w 28356"/>
                  <a:gd name="connsiteY6" fmla="*/ 14335 h 28397"/>
                  <a:gd name="connsiteX7" fmla="*/ 4202 w 28356"/>
                  <a:gd name="connsiteY7" fmla="*/ 24375 h 28397"/>
                  <a:gd name="connsiteX8" fmla="*/ 1422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34"/>
                    </a:moveTo>
                    <a:cubicBezTo>
                      <a:pt x="17987" y="28534"/>
                      <a:pt x="21594" y="27038"/>
                      <a:pt x="24253" y="24375"/>
                    </a:cubicBezTo>
                    <a:cubicBezTo>
                      <a:pt x="26912" y="21712"/>
                      <a:pt x="28406" y="18100"/>
                      <a:pt x="28406" y="14335"/>
                    </a:cubicBezTo>
                    <a:cubicBezTo>
                      <a:pt x="28406" y="10569"/>
                      <a:pt x="26912" y="6957"/>
                      <a:pt x="24253" y="4294"/>
                    </a:cubicBezTo>
                    <a:cubicBezTo>
                      <a:pt x="21594" y="1632"/>
                      <a:pt x="17987" y="136"/>
                      <a:pt x="14227" y="136"/>
                    </a:cubicBezTo>
                    <a:cubicBezTo>
                      <a:pt x="10467" y="136"/>
                      <a:pt x="6860" y="1632"/>
                      <a:pt x="4202" y="4294"/>
                    </a:cubicBezTo>
                    <a:cubicBezTo>
                      <a:pt x="1543" y="6957"/>
                      <a:pt x="49" y="10569"/>
                      <a:pt x="49" y="14335"/>
                    </a:cubicBezTo>
                    <a:cubicBezTo>
                      <a:pt x="49" y="18100"/>
                      <a:pt x="1543" y="21712"/>
                      <a:pt x="4202" y="24375"/>
                    </a:cubicBezTo>
                    <a:cubicBezTo>
                      <a:pt x="6860" y="27038"/>
                      <a:pt x="10467" y="28534"/>
                      <a:pt x="14227"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6" name="Freeform: Shape 1085">
                <a:extLst>
                  <a:ext uri="{FF2B5EF4-FFF2-40B4-BE49-F238E27FC236}">
                    <a16:creationId xmlns:a16="http://schemas.microsoft.com/office/drawing/2014/main" id="{99DDC193-0A96-21BA-E366-02CB8E8E56E9}"/>
                  </a:ext>
                </a:extLst>
              </p:cNvPr>
              <p:cNvSpPr/>
              <p:nvPr/>
            </p:nvSpPr>
            <p:spPr>
              <a:xfrm>
                <a:off x="5165408" y="5015866"/>
                <a:ext cx="28356" cy="28397"/>
              </a:xfrm>
              <a:custGeom>
                <a:avLst/>
                <a:gdLst>
                  <a:gd name="connsiteX0" fmla="*/ 14227 w 28356"/>
                  <a:gd name="connsiteY0" fmla="*/ 28534 h 28397"/>
                  <a:gd name="connsiteX1" fmla="*/ 24252 w 28356"/>
                  <a:gd name="connsiteY1" fmla="*/ 24375 h 28397"/>
                  <a:gd name="connsiteX2" fmla="*/ 28405 w 28356"/>
                  <a:gd name="connsiteY2" fmla="*/ 14335 h 28397"/>
                  <a:gd name="connsiteX3" fmla="*/ 24252 w 28356"/>
                  <a:gd name="connsiteY3" fmla="*/ 4295 h 28397"/>
                  <a:gd name="connsiteX4" fmla="*/ 14227 w 28356"/>
                  <a:gd name="connsiteY4" fmla="*/ 136 h 28397"/>
                  <a:gd name="connsiteX5" fmla="*/ 4201 w 28356"/>
                  <a:gd name="connsiteY5" fmla="*/ 4295 h 28397"/>
                  <a:gd name="connsiteX6" fmla="*/ 48 w 28356"/>
                  <a:gd name="connsiteY6" fmla="*/ 14335 h 28397"/>
                  <a:gd name="connsiteX7" fmla="*/ 4201 w 28356"/>
                  <a:gd name="connsiteY7" fmla="*/ 24375 h 28397"/>
                  <a:gd name="connsiteX8" fmla="*/ 1422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34"/>
                    </a:moveTo>
                    <a:cubicBezTo>
                      <a:pt x="17987" y="28534"/>
                      <a:pt x="21593" y="27038"/>
                      <a:pt x="24252" y="24375"/>
                    </a:cubicBezTo>
                    <a:cubicBezTo>
                      <a:pt x="26911" y="21712"/>
                      <a:pt x="28405" y="18100"/>
                      <a:pt x="28405" y="14335"/>
                    </a:cubicBezTo>
                    <a:cubicBezTo>
                      <a:pt x="28405" y="10569"/>
                      <a:pt x="26911" y="6957"/>
                      <a:pt x="24252" y="4295"/>
                    </a:cubicBezTo>
                    <a:cubicBezTo>
                      <a:pt x="21593" y="1632"/>
                      <a:pt x="17987" y="136"/>
                      <a:pt x="14227" y="136"/>
                    </a:cubicBezTo>
                    <a:cubicBezTo>
                      <a:pt x="10466" y="136"/>
                      <a:pt x="6860" y="1632"/>
                      <a:pt x="4201" y="4295"/>
                    </a:cubicBezTo>
                    <a:cubicBezTo>
                      <a:pt x="1542" y="6957"/>
                      <a:pt x="48" y="10569"/>
                      <a:pt x="48" y="14335"/>
                    </a:cubicBezTo>
                    <a:cubicBezTo>
                      <a:pt x="48" y="18100"/>
                      <a:pt x="1542" y="21712"/>
                      <a:pt x="4201" y="24375"/>
                    </a:cubicBezTo>
                    <a:cubicBezTo>
                      <a:pt x="6860" y="27038"/>
                      <a:pt x="10466" y="28534"/>
                      <a:pt x="14227"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7" name="Freeform: Shape 1086">
                <a:extLst>
                  <a:ext uri="{FF2B5EF4-FFF2-40B4-BE49-F238E27FC236}">
                    <a16:creationId xmlns:a16="http://schemas.microsoft.com/office/drawing/2014/main" id="{C2365905-1616-D803-7A22-5F4593F4F58B}"/>
                  </a:ext>
                </a:extLst>
              </p:cNvPr>
              <p:cNvSpPr/>
              <p:nvPr/>
            </p:nvSpPr>
            <p:spPr>
              <a:xfrm>
                <a:off x="5157650" y="5003445"/>
                <a:ext cx="28356" cy="28397"/>
              </a:xfrm>
              <a:custGeom>
                <a:avLst/>
                <a:gdLst>
                  <a:gd name="connsiteX0" fmla="*/ 14226 w 28356"/>
                  <a:gd name="connsiteY0" fmla="*/ 28533 h 28397"/>
                  <a:gd name="connsiteX1" fmla="*/ 24252 w 28356"/>
                  <a:gd name="connsiteY1" fmla="*/ 24374 h 28397"/>
                  <a:gd name="connsiteX2" fmla="*/ 28404 w 28356"/>
                  <a:gd name="connsiteY2" fmla="*/ 14334 h 28397"/>
                  <a:gd name="connsiteX3" fmla="*/ 24252 w 28356"/>
                  <a:gd name="connsiteY3" fmla="*/ 4294 h 28397"/>
                  <a:gd name="connsiteX4" fmla="*/ 14226 w 28356"/>
                  <a:gd name="connsiteY4" fmla="*/ 135 h 28397"/>
                  <a:gd name="connsiteX5" fmla="*/ 4200 w 28356"/>
                  <a:gd name="connsiteY5" fmla="*/ 4294 h 28397"/>
                  <a:gd name="connsiteX6" fmla="*/ 48 w 28356"/>
                  <a:gd name="connsiteY6" fmla="*/ 14334 h 28397"/>
                  <a:gd name="connsiteX7" fmla="*/ 4200 w 28356"/>
                  <a:gd name="connsiteY7" fmla="*/ 24374 h 28397"/>
                  <a:gd name="connsiteX8" fmla="*/ 1422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6" y="28533"/>
                    </a:moveTo>
                    <a:cubicBezTo>
                      <a:pt x="17986" y="28533"/>
                      <a:pt x="21593" y="27037"/>
                      <a:pt x="24252" y="24374"/>
                    </a:cubicBezTo>
                    <a:cubicBezTo>
                      <a:pt x="26910" y="21711"/>
                      <a:pt x="28404" y="18099"/>
                      <a:pt x="28404" y="14334"/>
                    </a:cubicBezTo>
                    <a:cubicBezTo>
                      <a:pt x="28404" y="10568"/>
                      <a:pt x="26910" y="6956"/>
                      <a:pt x="24252" y="4294"/>
                    </a:cubicBezTo>
                    <a:cubicBezTo>
                      <a:pt x="21593" y="1631"/>
                      <a:pt x="17986" y="135"/>
                      <a:pt x="14226" y="135"/>
                    </a:cubicBezTo>
                    <a:cubicBezTo>
                      <a:pt x="10466" y="135"/>
                      <a:pt x="6859" y="1631"/>
                      <a:pt x="4200" y="4294"/>
                    </a:cubicBezTo>
                    <a:cubicBezTo>
                      <a:pt x="1542" y="6956"/>
                      <a:pt x="48" y="10568"/>
                      <a:pt x="48" y="14334"/>
                    </a:cubicBezTo>
                    <a:cubicBezTo>
                      <a:pt x="48" y="18099"/>
                      <a:pt x="1542" y="21711"/>
                      <a:pt x="4200" y="24374"/>
                    </a:cubicBezTo>
                    <a:cubicBezTo>
                      <a:pt x="6859" y="27037"/>
                      <a:pt x="10466" y="28533"/>
                      <a:pt x="14226"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8" name="Freeform: Shape 1087">
                <a:extLst>
                  <a:ext uri="{FF2B5EF4-FFF2-40B4-BE49-F238E27FC236}">
                    <a16:creationId xmlns:a16="http://schemas.microsoft.com/office/drawing/2014/main" id="{B416DFE8-8112-113D-1718-6F8078160EDE}"/>
                  </a:ext>
                </a:extLst>
              </p:cNvPr>
              <p:cNvSpPr/>
              <p:nvPr/>
            </p:nvSpPr>
            <p:spPr>
              <a:xfrm>
                <a:off x="5149892" y="4943831"/>
                <a:ext cx="28356" cy="28397"/>
              </a:xfrm>
              <a:custGeom>
                <a:avLst/>
                <a:gdLst>
                  <a:gd name="connsiteX0" fmla="*/ 14225 w 28356"/>
                  <a:gd name="connsiteY0" fmla="*/ 28528 h 28397"/>
                  <a:gd name="connsiteX1" fmla="*/ 24251 w 28356"/>
                  <a:gd name="connsiteY1" fmla="*/ 24369 h 28397"/>
                  <a:gd name="connsiteX2" fmla="*/ 28404 w 28356"/>
                  <a:gd name="connsiteY2" fmla="*/ 14329 h 28397"/>
                  <a:gd name="connsiteX3" fmla="*/ 24251 w 28356"/>
                  <a:gd name="connsiteY3" fmla="*/ 4289 h 28397"/>
                  <a:gd name="connsiteX4" fmla="*/ 14225 w 28356"/>
                  <a:gd name="connsiteY4" fmla="*/ 130 h 28397"/>
                  <a:gd name="connsiteX5" fmla="*/ 4200 w 28356"/>
                  <a:gd name="connsiteY5" fmla="*/ 4289 h 28397"/>
                  <a:gd name="connsiteX6" fmla="*/ 47 w 28356"/>
                  <a:gd name="connsiteY6" fmla="*/ 14329 h 28397"/>
                  <a:gd name="connsiteX7" fmla="*/ 4200 w 28356"/>
                  <a:gd name="connsiteY7" fmla="*/ 24369 h 28397"/>
                  <a:gd name="connsiteX8" fmla="*/ 14225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28"/>
                    </a:moveTo>
                    <a:cubicBezTo>
                      <a:pt x="17986" y="28528"/>
                      <a:pt x="21592" y="27032"/>
                      <a:pt x="24251" y="24369"/>
                    </a:cubicBezTo>
                    <a:cubicBezTo>
                      <a:pt x="26910" y="21707"/>
                      <a:pt x="28404" y="18095"/>
                      <a:pt x="28404" y="14329"/>
                    </a:cubicBezTo>
                    <a:cubicBezTo>
                      <a:pt x="28404" y="10564"/>
                      <a:pt x="26910" y="6952"/>
                      <a:pt x="24251" y="4289"/>
                    </a:cubicBezTo>
                    <a:cubicBezTo>
                      <a:pt x="21592" y="1626"/>
                      <a:pt x="17986" y="130"/>
                      <a:pt x="14225" y="130"/>
                    </a:cubicBezTo>
                    <a:cubicBezTo>
                      <a:pt x="10465" y="130"/>
                      <a:pt x="6859" y="1626"/>
                      <a:pt x="4200" y="4289"/>
                    </a:cubicBezTo>
                    <a:cubicBezTo>
                      <a:pt x="1541" y="6952"/>
                      <a:pt x="47" y="10564"/>
                      <a:pt x="47" y="14329"/>
                    </a:cubicBezTo>
                    <a:cubicBezTo>
                      <a:pt x="47" y="18095"/>
                      <a:pt x="1541" y="21707"/>
                      <a:pt x="4200" y="24369"/>
                    </a:cubicBezTo>
                    <a:cubicBezTo>
                      <a:pt x="6859" y="27032"/>
                      <a:pt x="10465" y="28528"/>
                      <a:pt x="14225"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89" name="Freeform: Shape 1088">
                <a:extLst>
                  <a:ext uri="{FF2B5EF4-FFF2-40B4-BE49-F238E27FC236}">
                    <a16:creationId xmlns:a16="http://schemas.microsoft.com/office/drawing/2014/main" id="{D3D7C698-5915-FAB6-A927-D4258BF36230}"/>
                  </a:ext>
                </a:extLst>
              </p:cNvPr>
              <p:cNvSpPr/>
              <p:nvPr/>
            </p:nvSpPr>
            <p:spPr>
              <a:xfrm>
                <a:off x="5142134" y="4786097"/>
                <a:ext cx="28356" cy="28397"/>
              </a:xfrm>
              <a:custGeom>
                <a:avLst/>
                <a:gdLst>
                  <a:gd name="connsiteX0" fmla="*/ 14225 w 28356"/>
                  <a:gd name="connsiteY0" fmla="*/ 28516 h 28397"/>
                  <a:gd name="connsiteX1" fmla="*/ 24250 w 28356"/>
                  <a:gd name="connsiteY1" fmla="*/ 24357 h 28397"/>
                  <a:gd name="connsiteX2" fmla="*/ 28403 w 28356"/>
                  <a:gd name="connsiteY2" fmla="*/ 14317 h 28397"/>
                  <a:gd name="connsiteX3" fmla="*/ 24250 w 28356"/>
                  <a:gd name="connsiteY3" fmla="*/ 4277 h 28397"/>
                  <a:gd name="connsiteX4" fmla="*/ 14225 w 28356"/>
                  <a:gd name="connsiteY4" fmla="*/ 118 h 28397"/>
                  <a:gd name="connsiteX5" fmla="*/ 4199 w 28356"/>
                  <a:gd name="connsiteY5" fmla="*/ 4277 h 28397"/>
                  <a:gd name="connsiteX6" fmla="*/ 46 w 28356"/>
                  <a:gd name="connsiteY6" fmla="*/ 14317 h 28397"/>
                  <a:gd name="connsiteX7" fmla="*/ 4199 w 28356"/>
                  <a:gd name="connsiteY7" fmla="*/ 24357 h 28397"/>
                  <a:gd name="connsiteX8" fmla="*/ 14225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16"/>
                    </a:moveTo>
                    <a:cubicBezTo>
                      <a:pt x="17985" y="28516"/>
                      <a:pt x="21592" y="27020"/>
                      <a:pt x="24250" y="24357"/>
                    </a:cubicBezTo>
                    <a:cubicBezTo>
                      <a:pt x="26909" y="21694"/>
                      <a:pt x="28403" y="18082"/>
                      <a:pt x="28403" y="14317"/>
                    </a:cubicBezTo>
                    <a:cubicBezTo>
                      <a:pt x="28403" y="10551"/>
                      <a:pt x="26909" y="6939"/>
                      <a:pt x="24250" y="4277"/>
                    </a:cubicBezTo>
                    <a:cubicBezTo>
                      <a:pt x="21592" y="1614"/>
                      <a:pt x="17985" y="118"/>
                      <a:pt x="14225" y="118"/>
                    </a:cubicBezTo>
                    <a:cubicBezTo>
                      <a:pt x="10465" y="118"/>
                      <a:pt x="6858" y="1614"/>
                      <a:pt x="4199" y="4277"/>
                    </a:cubicBezTo>
                    <a:cubicBezTo>
                      <a:pt x="1540" y="6939"/>
                      <a:pt x="46" y="10551"/>
                      <a:pt x="46" y="14317"/>
                    </a:cubicBezTo>
                    <a:cubicBezTo>
                      <a:pt x="46" y="18082"/>
                      <a:pt x="1540" y="21694"/>
                      <a:pt x="4199" y="24357"/>
                    </a:cubicBezTo>
                    <a:cubicBezTo>
                      <a:pt x="6858" y="27020"/>
                      <a:pt x="10465" y="28516"/>
                      <a:pt x="14225" y="2851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0" name="Freeform: Shape 1089">
                <a:extLst>
                  <a:ext uri="{FF2B5EF4-FFF2-40B4-BE49-F238E27FC236}">
                    <a16:creationId xmlns:a16="http://schemas.microsoft.com/office/drawing/2014/main" id="{3A2D0B66-E3A0-C3DB-3513-8525F430731E}"/>
                  </a:ext>
                </a:extLst>
              </p:cNvPr>
              <p:cNvSpPr/>
              <p:nvPr/>
            </p:nvSpPr>
            <p:spPr>
              <a:xfrm>
                <a:off x="5134375" y="4806836"/>
                <a:ext cx="28356" cy="28397"/>
              </a:xfrm>
              <a:custGeom>
                <a:avLst/>
                <a:gdLst>
                  <a:gd name="connsiteX0" fmla="*/ 14224 w 28356"/>
                  <a:gd name="connsiteY0" fmla="*/ 28517 h 28397"/>
                  <a:gd name="connsiteX1" fmla="*/ 24250 w 28356"/>
                  <a:gd name="connsiteY1" fmla="*/ 24359 h 28397"/>
                  <a:gd name="connsiteX2" fmla="*/ 28403 w 28356"/>
                  <a:gd name="connsiteY2" fmla="*/ 14318 h 28397"/>
                  <a:gd name="connsiteX3" fmla="*/ 24250 w 28356"/>
                  <a:gd name="connsiteY3" fmla="*/ 4278 h 28397"/>
                  <a:gd name="connsiteX4" fmla="*/ 14224 w 28356"/>
                  <a:gd name="connsiteY4" fmla="*/ 119 h 28397"/>
                  <a:gd name="connsiteX5" fmla="*/ 4199 w 28356"/>
                  <a:gd name="connsiteY5" fmla="*/ 4278 h 28397"/>
                  <a:gd name="connsiteX6" fmla="*/ 46 w 28356"/>
                  <a:gd name="connsiteY6" fmla="*/ 14318 h 28397"/>
                  <a:gd name="connsiteX7" fmla="*/ 4199 w 28356"/>
                  <a:gd name="connsiteY7" fmla="*/ 24359 h 28397"/>
                  <a:gd name="connsiteX8" fmla="*/ 14224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17"/>
                    </a:moveTo>
                    <a:cubicBezTo>
                      <a:pt x="17984" y="28517"/>
                      <a:pt x="21591" y="27021"/>
                      <a:pt x="24250" y="24359"/>
                    </a:cubicBezTo>
                    <a:cubicBezTo>
                      <a:pt x="26909" y="21696"/>
                      <a:pt x="28403" y="18084"/>
                      <a:pt x="28403" y="14318"/>
                    </a:cubicBezTo>
                    <a:cubicBezTo>
                      <a:pt x="28403" y="10553"/>
                      <a:pt x="26909" y="6941"/>
                      <a:pt x="24250" y="4278"/>
                    </a:cubicBezTo>
                    <a:cubicBezTo>
                      <a:pt x="21591" y="1615"/>
                      <a:pt x="17984" y="119"/>
                      <a:pt x="14224" y="119"/>
                    </a:cubicBezTo>
                    <a:cubicBezTo>
                      <a:pt x="10464" y="119"/>
                      <a:pt x="6857" y="1615"/>
                      <a:pt x="4199" y="4278"/>
                    </a:cubicBezTo>
                    <a:cubicBezTo>
                      <a:pt x="1540" y="6941"/>
                      <a:pt x="46" y="10553"/>
                      <a:pt x="46" y="14318"/>
                    </a:cubicBezTo>
                    <a:cubicBezTo>
                      <a:pt x="46" y="18084"/>
                      <a:pt x="1540" y="21696"/>
                      <a:pt x="4199" y="24359"/>
                    </a:cubicBezTo>
                    <a:cubicBezTo>
                      <a:pt x="6857" y="27021"/>
                      <a:pt x="10464" y="28517"/>
                      <a:pt x="14224" y="285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1" name="Freeform: Shape 1090">
                <a:extLst>
                  <a:ext uri="{FF2B5EF4-FFF2-40B4-BE49-F238E27FC236}">
                    <a16:creationId xmlns:a16="http://schemas.microsoft.com/office/drawing/2014/main" id="{2371ECA3-2D22-C30C-632C-798E0C5D31E4}"/>
                  </a:ext>
                </a:extLst>
              </p:cNvPr>
              <p:cNvSpPr/>
              <p:nvPr/>
            </p:nvSpPr>
            <p:spPr>
              <a:xfrm>
                <a:off x="5126617" y="4984204"/>
                <a:ext cx="28356" cy="28397"/>
              </a:xfrm>
              <a:custGeom>
                <a:avLst/>
                <a:gdLst>
                  <a:gd name="connsiteX0" fmla="*/ 14224 w 28356"/>
                  <a:gd name="connsiteY0" fmla="*/ 28531 h 28397"/>
                  <a:gd name="connsiteX1" fmla="*/ 24249 w 28356"/>
                  <a:gd name="connsiteY1" fmla="*/ 24373 h 28397"/>
                  <a:gd name="connsiteX2" fmla="*/ 28402 w 28356"/>
                  <a:gd name="connsiteY2" fmla="*/ 14332 h 28397"/>
                  <a:gd name="connsiteX3" fmla="*/ 24249 w 28356"/>
                  <a:gd name="connsiteY3" fmla="*/ 4292 h 28397"/>
                  <a:gd name="connsiteX4" fmla="*/ 14224 w 28356"/>
                  <a:gd name="connsiteY4" fmla="*/ 133 h 28397"/>
                  <a:gd name="connsiteX5" fmla="*/ 4198 w 28356"/>
                  <a:gd name="connsiteY5" fmla="*/ 4292 h 28397"/>
                  <a:gd name="connsiteX6" fmla="*/ 45 w 28356"/>
                  <a:gd name="connsiteY6" fmla="*/ 14332 h 28397"/>
                  <a:gd name="connsiteX7" fmla="*/ 4198 w 28356"/>
                  <a:gd name="connsiteY7" fmla="*/ 24373 h 28397"/>
                  <a:gd name="connsiteX8" fmla="*/ 14224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31"/>
                    </a:moveTo>
                    <a:cubicBezTo>
                      <a:pt x="17984" y="28531"/>
                      <a:pt x="21590" y="27035"/>
                      <a:pt x="24249" y="24373"/>
                    </a:cubicBezTo>
                    <a:cubicBezTo>
                      <a:pt x="26908" y="21710"/>
                      <a:pt x="28402" y="18098"/>
                      <a:pt x="28402" y="14332"/>
                    </a:cubicBezTo>
                    <a:cubicBezTo>
                      <a:pt x="28402" y="10567"/>
                      <a:pt x="26908" y="6955"/>
                      <a:pt x="24249" y="4292"/>
                    </a:cubicBezTo>
                    <a:cubicBezTo>
                      <a:pt x="21590" y="1629"/>
                      <a:pt x="17984" y="133"/>
                      <a:pt x="14224" y="133"/>
                    </a:cubicBezTo>
                    <a:cubicBezTo>
                      <a:pt x="10463" y="133"/>
                      <a:pt x="6857" y="1629"/>
                      <a:pt x="4198" y="4292"/>
                    </a:cubicBezTo>
                    <a:cubicBezTo>
                      <a:pt x="1539" y="6955"/>
                      <a:pt x="45" y="10567"/>
                      <a:pt x="45" y="14332"/>
                    </a:cubicBezTo>
                    <a:cubicBezTo>
                      <a:pt x="45" y="18098"/>
                      <a:pt x="1539" y="21710"/>
                      <a:pt x="4198" y="24373"/>
                    </a:cubicBezTo>
                    <a:cubicBezTo>
                      <a:pt x="6857" y="27035"/>
                      <a:pt x="10463" y="28531"/>
                      <a:pt x="14224"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2" name="Freeform: Shape 1091">
                <a:extLst>
                  <a:ext uri="{FF2B5EF4-FFF2-40B4-BE49-F238E27FC236}">
                    <a16:creationId xmlns:a16="http://schemas.microsoft.com/office/drawing/2014/main" id="{202FBFC1-3546-AA0E-55FC-7CC0D00880E5}"/>
                  </a:ext>
                </a:extLst>
              </p:cNvPr>
              <p:cNvSpPr/>
              <p:nvPr/>
            </p:nvSpPr>
            <p:spPr>
              <a:xfrm>
                <a:off x="5118858" y="5014761"/>
                <a:ext cx="28356" cy="28397"/>
              </a:xfrm>
              <a:custGeom>
                <a:avLst/>
                <a:gdLst>
                  <a:gd name="connsiteX0" fmla="*/ 14223 w 28356"/>
                  <a:gd name="connsiteY0" fmla="*/ 28534 h 28397"/>
                  <a:gd name="connsiteX1" fmla="*/ 24249 w 28356"/>
                  <a:gd name="connsiteY1" fmla="*/ 24375 h 28397"/>
                  <a:gd name="connsiteX2" fmla="*/ 28401 w 28356"/>
                  <a:gd name="connsiteY2" fmla="*/ 14335 h 28397"/>
                  <a:gd name="connsiteX3" fmla="*/ 24249 w 28356"/>
                  <a:gd name="connsiteY3" fmla="*/ 4295 h 28397"/>
                  <a:gd name="connsiteX4" fmla="*/ 14223 w 28356"/>
                  <a:gd name="connsiteY4" fmla="*/ 136 h 28397"/>
                  <a:gd name="connsiteX5" fmla="*/ 4197 w 28356"/>
                  <a:gd name="connsiteY5" fmla="*/ 4295 h 28397"/>
                  <a:gd name="connsiteX6" fmla="*/ 45 w 28356"/>
                  <a:gd name="connsiteY6" fmla="*/ 14335 h 28397"/>
                  <a:gd name="connsiteX7" fmla="*/ 4197 w 28356"/>
                  <a:gd name="connsiteY7" fmla="*/ 24375 h 28397"/>
                  <a:gd name="connsiteX8" fmla="*/ 14223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3" y="28534"/>
                    </a:moveTo>
                    <a:cubicBezTo>
                      <a:pt x="17983" y="28534"/>
                      <a:pt x="21590" y="27038"/>
                      <a:pt x="24249" y="24375"/>
                    </a:cubicBezTo>
                    <a:cubicBezTo>
                      <a:pt x="26907" y="21712"/>
                      <a:pt x="28401" y="18100"/>
                      <a:pt x="28401" y="14335"/>
                    </a:cubicBezTo>
                    <a:cubicBezTo>
                      <a:pt x="28401" y="10569"/>
                      <a:pt x="26907" y="6957"/>
                      <a:pt x="24249" y="4295"/>
                    </a:cubicBezTo>
                    <a:cubicBezTo>
                      <a:pt x="21590" y="1632"/>
                      <a:pt x="17983" y="136"/>
                      <a:pt x="14223" y="136"/>
                    </a:cubicBezTo>
                    <a:cubicBezTo>
                      <a:pt x="10463" y="136"/>
                      <a:pt x="6856" y="1632"/>
                      <a:pt x="4197" y="4295"/>
                    </a:cubicBezTo>
                    <a:cubicBezTo>
                      <a:pt x="1539" y="6957"/>
                      <a:pt x="45" y="10569"/>
                      <a:pt x="45" y="14335"/>
                    </a:cubicBezTo>
                    <a:cubicBezTo>
                      <a:pt x="45" y="18100"/>
                      <a:pt x="1539" y="21712"/>
                      <a:pt x="4197" y="24375"/>
                    </a:cubicBezTo>
                    <a:cubicBezTo>
                      <a:pt x="6856" y="27038"/>
                      <a:pt x="10463" y="28534"/>
                      <a:pt x="14223"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3" name="Freeform: Shape 1092">
                <a:extLst>
                  <a:ext uri="{FF2B5EF4-FFF2-40B4-BE49-F238E27FC236}">
                    <a16:creationId xmlns:a16="http://schemas.microsoft.com/office/drawing/2014/main" id="{262643CB-1CD2-C628-2562-C9B6AEF64437}"/>
                  </a:ext>
                </a:extLst>
              </p:cNvPr>
              <p:cNvSpPr/>
              <p:nvPr/>
            </p:nvSpPr>
            <p:spPr>
              <a:xfrm>
                <a:off x="5111099" y="4981245"/>
                <a:ext cx="28356" cy="28397"/>
              </a:xfrm>
              <a:custGeom>
                <a:avLst/>
                <a:gdLst>
                  <a:gd name="connsiteX0" fmla="*/ 14222 w 28356"/>
                  <a:gd name="connsiteY0" fmla="*/ 28531 h 28397"/>
                  <a:gd name="connsiteX1" fmla="*/ 24248 w 28356"/>
                  <a:gd name="connsiteY1" fmla="*/ 24372 h 28397"/>
                  <a:gd name="connsiteX2" fmla="*/ 28401 w 28356"/>
                  <a:gd name="connsiteY2" fmla="*/ 14332 h 28397"/>
                  <a:gd name="connsiteX3" fmla="*/ 24248 w 28356"/>
                  <a:gd name="connsiteY3" fmla="*/ 4292 h 28397"/>
                  <a:gd name="connsiteX4" fmla="*/ 14222 w 28356"/>
                  <a:gd name="connsiteY4" fmla="*/ 133 h 28397"/>
                  <a:gd name="connsiteX5" fmla="*/ 4197 w 28356"/>
                  <a:gd name="connsiteY5" fmla="*/ 4292 h 28397"/>
                  <a:gd name="connsiteX6" fmla="*/ 44 w 28356"/>
                  <a:gd name="connsiteY6" fmla="*/ 14332 h 28397"/>
                  <a:gd name="connsiteX7" fmla="*/ 4197 w 28356"/>
                  <a:gd name="connsiteY7" fmla="*/ 24372 h 28397"/>
                  <a:gd name="connsiteX8" fmla="*/ 14222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31"/>
                    </a:moveTo>
                    <a:cubicBezTo>
                      <a:pt x="17983" y="28531"/>
                      <a:pt x="21589" y="27035"/>
                      <a:pt x="24248" y="24372"/>
                    </a:cubicBezTo>
                    <a:cubicBezTo>
                      <a:pt x="26907" y="21710"/>
                      <a:pt x="28401" y="18098"/>
                      <a:pt x="28401" y="14332"/>
                    </a:cubicBezTo>
                    <a:cubicBezTo>
                      <a:pt x="28401" y="10566"/>
                      <a:pt x="26907" y="6955"/>
                      <a:pt x="24248" y="4292"/>
                    </a:cubicBezTo>
                    <a:cubicBezTo>
                      <a:pt x="21589" y="1629"/>
                      <a:pt x="17983" y="133"/>
                      <a:pt x="14222" y="133"/>
                    </a:cubicBezTo>
                    <a:cubicBezTo>
                      <a:pt x="10462" y="133"/>
                      <a:pt x="6856" y="1629"/>
                      <a:pt x="4197" y="4292"/>
                    </a:cubicBezTo>
                    <a:cubicBezTo>
                      <a:pt x="1538" y="6955"/>
                      <a:pt x="44" y="10566"/>
                      <a:pt x="44" y="14332"/>
                    </a:cubicBezTo>
                    <a:cubicBezTo>
                      <a:pt x="44" y="18098"/>
                      <a:pt x="1538" y="21710"/>
                      <a:pt x="4197" y="24372"/>
                    </a:cubicBezTo>
                    <a:cubicBezTo>
                      <a:pt x="6856" y="27035"/>
                      <a:pt x="10462" y="28531"/>
                      <a:pt x="14222"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4" name="Freeform: Shape 1093">
                <a:extLst>
                  <a:ext uri="{FF2B5EF4-FFF2-40B4-BE49-F238E27FC236}">
                    <a16:creationId xmlns:a16="http://schemas.microsoft.com/office/drawing/2014/main" id="{A2DD2003-7BCA-1EBD-DA42-B3B2E7FFAD15}"/>
                  </a:ext>
                </a:extLst>
              </p:cNvPr>
              <p:cNvSpPr/>
              <p:nvPr/>
            </p:nvSpPr>
            <p:spPr>
              <a:xfrm>
                <a:off x="5103341" y="4965637"/>
                <a:ext cx="28356" cy="28397"/>
              </a:xfrm>
              <a:custGeom>
                <a:avLst/>
                <a:gdLst>
                  <a:gd name="connsiteX0" fmla="*/ 14222 w 28356"/>
                  <a:gd name="connsiteY0" fmla="*/ 28530 h 28397"/>
                  <a:gd name="connsiteX1" fmla="*/ 24247 w 28356"/>
                  <a:gd name="connsiteY1" fmla="*/ 24371 h 28397"/>
                  <a:gd name="connsiteX2" fmla="*/ 28400 w 28356"/>
                  <a:gd name="connsiteY2" fmla="*/ 14331 h 28397"/>
                  <a:gd name="connsiteX3" fmla="*/ 24247 w 28356"/>
                  <a:gd name="connsiteY3" fmla="*/ 4291 h 28397"/>
                  <a:gd name="connsiteX4" fmla="*/ 14222 w 28356"/>
                  <a:gd name="connsiteY4" fmla="*/ 132 h 28397"/>
                  <a:gd name="connsiteX5" fmla="*/ 4196 w 28356"/>
                  <a:gd name="connsiteY5" fmla="*/ 4291 h 28397"/>
                  <a:gd name="connsiteX6" fmla="*/ 43 w 28356"/>
                  <a:gd name="connsiteY6" fmla="*/ 14331 h 28397"/>
                  <a:gd name="connsiteX7" fmla="*/ 4196 w 28356"/>
                  <a:gd name="connsiteY7" fmla="*/ 24371 h 28397"/>
                  <a:gd name="connsiteX8" fmla="*/ 14222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30"/>
                    </a:moveTo>
                    <a:cubicBezTo>
                      <a:pt x="17982" y="28530"/>
                      <a:pt x="21589" y="27034"/>
                      <a:pt x="24247" y="24371"/>
                    </a:cubicBezTo>
                    <a:cubicBezTo>
                      <a:pt x="26906" y="21708"/>
                      <a:pt x="28400" y="18097"/>
                      <a:pt x="28400" y="14331"/>
                    </a:cubicBezTo>
                    <a:cubicBezTo>
                      <a:pt x="28400" y="10565"/>
                      <a:pt x="26906" y="6953"/>
                      <a:pt x="24247" y="4291"/>
                    </a:cubicBezTo>
                    <a:cubicBezTo>
                      <a:pt x="21589" y="1628"/>
                      <a:pt x="17982" y="132"/>
                      <a:pt x="14222" y="132"/>
                    </a:cubicBezTo>
                    <a:cubicBezTo>
                      <a:pt x="10462" y="132"/>
                      <a:pt x="6855" y="1628"/>
                      <a:pt x="4196" y="4291"/>
                    </a:cubicBezTo>
                    <a:cubicBezTo>
                      <a:pt x="1537" y="6953"/>
                      <a:pt x="43" y="10565"/>
                      <a:pt x="43" y="14331"/>
                    </a:cubicBezTo>
                    <a:cubicBezTo>
                      <a:pt x="43" y="18097"/>
                      <a:pt x="1537" y="21708"/>
                      <a:pt x="4196" y="24371"/>
                    </a:cubicBezTo>
                    <a:cubicBezTo>
                      <a:pt x="6855" y="27034"/>
                      <a:pt x="10462" y="28530"/>
                      <a:pt x="14222"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5" name="Freeform: Shape 1094">
                <a:extLst>
                  <a:ext uri="{FF2B5EF4-FFF2-40B4-BE49-F238E27FC236}">
                    <a16:creationId xmlns:a16="http://schemas.microsoft.com/office/drawing/2014/main" id="{AFDA6280-7C2C-FAA9-1DB7-348913F4F5C1}"/>
                  </a:ext>
                </a:extLst>
              </p:cNvPr>
              <p:cNvSpPr/>
              <p:nvPr/>
            </p:nvSpPr>
            <p:spPr>
              <a:xfrm>
                <a:off x="5095584" y="4941520"/>
                <a:ext cx="28356" cy="28397"/>
              </a:xfrm>
              <a:custGeom>
                <a:avLst/>
                <a:gdLst>
                  <a:gd name="connsiteX0" fmla="*/ 14221 w 28356"/>
                  <a:gd name="connsiteY0" fmla="*/ 28528 h 28397"/>
                  <a:gd name="connsiteX1" fmla="*/ 24247 w 28356"/>
                  <a:gd name="connsiteY1" fmla="*/ 24369 h 28397"/>
                  <a:gd name="connsiteX2" fmla="*/ 28399 w 28356"/>
                  <a:gd name="connsiteY2" fmla="*/ 14329 h 28397"/>
                  <a:gd name="connsiteX3" fmla="*/ 24247 w 28356"/>
                  <a:gd name="connsiteY3" fmla="*/ 4289 h 28397"/>
                  <a:gd name="connsiteX4" fmla="*/ 14221 w 28356"/>
                  <a:gd name="connsiteY4" fmla="*/ 130 h 28397"/>
                  <a:gd name="connsiteX5" fmla="*/ 4196 w 28356"/>
                  <a:gd name="connsiteY5" fmla="*/ 4289 h 28397"/>
                  <a:gd name="connsiteX6" fmla="*/ 43 w 28356"/>
                  <a:gd name="connsiteY6" fmla="*/ 14329 h 28397"/>
                  <a:gd name="connsiteX7" fmla="*/ 4196 w 28356"/>
                  <a:gd name="connsiteY7" fmla="*/ 24369 h 28397"/>
                  <a:gd name="connsiteX8" fmla="*/ 1422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28"/>
                    </a:moveTo>
                    <a:cubicBezTo>
                      <a:pt x="17981" y="28528"/>
                      <a:pt x="21588" y="27032"/>
                      <a:pt x="24247" y="24369"/>
                    </a:cubicBezTo>
                    <a:cubicBezTo>
                      <a:pt x="26906" y="21707"/>
                      <a:pt x="28399" y="18095"/>
                      <a:pt x="28399" y="14329"/>
                    </a:cubicBezTo>
                    <a:cubicBezTo>
                      <a:pt x="28399" y="10563"/>
                      <a:pt x="26906" y="6951"/>
                      <a:pt x="24247" y="4289"/>
                    </a:cubicBezTo>
                    <a:cubicBezTo>
                      <a:pt x="21588" y="1626"/>
                      <a:pt x="17981" y="130"/>
                      <a:pt x="14221" y="130"/>
                    </a:cubicBezTo>
                    <a:cubicBezTo>
                      <a:pt x="10461" y="130"/>
                      <a:pt x="6854" y="1626"/>
                      <a:pt x="4196" y="4289"/>
                    </a:cubicBezTo>
                    <a:cubicBezTo>
                      <a:pt x="1537" y="6951"/>
                      <a:pt x="43" y="10563"/>
                      <a:pt x="43" y="14329"/>
                    </a:cubicBezTo>
                    <a:cubicBezTo>
                      <a:pt x="43" y="18095"/>
                      <a:pt x="1537" y="21707"/>
                      <a:pt x="4196" y="24369"/>
                    </a:cubicBezTo>
                    <a:cubicBezTo>
                      <a:pt x="6854" y="27032"/>
                      <a:pt x="10461" y="28528"/>
                      <a:pt x="14221"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6" name="Freeform: Shape 1095">
                <a:extLst>
                  <a:ext uri="{FF2B5EF4-FFF2-40B4-BE49-F238E27FC236}">
                    <a16:creationId xmlns:a16="http://schemas.microsoft.com/office/drawing/2014/main" id="{5AEA60AE-73D2-B6B1-88F8-DF078023395C}"/>
                  </a:ext>
                </a:extLst>
              </p:cNvPr>
              <p:cNvSpPr/>
              <p:nvPr/>
            </p:nvSpPr>
            <p:spPr>
              <a:xfrm>
                <a:off x="5087825" y="5022368"/>
                <a:ext cx="28356" cy="28397"/>
              </a:xfrm>
              <a:custGeom>
                <a:avLst/>
                <a:gdLst>
                  <a:gd name="connsiteX0" fmla="*/ 14221 w 28356"/>
                  <a:gd name="connsiteY0" fmla="*/ 28534 h 28397"/>
                  <a:gd name="connsiteX1" fmla="*/ 24246 w 28356"/>
                  <a:gd name="connsiteY1" fmla="*/ 24376 h 28397"/>
                  <a:gd name="connsiteX2" fmla="*/ 28399 w 28356"/>
                  <a:gd name="connsiteY2" fmla="*/ 14335 h 28397"/>
                  <a:gd name="connsiteX3" fmla="*/ 24246 w 28356"/>
                  <a:gd name="connsiteY3" fmla="*/ 4295 h 28397"/>
                  <a:gd name="connsiteX4" fmla="*/ 14221 w 28356"/>
                  <a:gd name="connsiteY4" fmla="*/ 136 h 28397"/>
                  <a:gd name="connsiteX5" fmla="*/ 4195 w 28356"/>
                  <a:gd name="connsiteY5" fmla="*/ 4295 h 28397"/>
                  <a:gd name="connsiteX6" fmla="*/ 42 w 28356"/>
                  <a:gd name="connsiteY6" fmla="*/ 14335 h 28397"/>
                  <a:gd name="connsiteX7" fmla="*/ 4195 w 28356"/>
                  <a:gd name="connsiteY7" fmla="*/ 24376 h 28397"/>
                  <a:gd name="connsiteX8" fmla="*/ 1422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34"/>
                    </a:moveTo>
                    <a:cubicBezTo>
                      <a:pt x="17981" y="28534"/>
                      <a:pt x="21587" y="27038"/>
                      <a:pt x="24246" y="24376"/>
                    </a:cubicBezTo>
                    <a:cubicBezTo>
                      <a:pt x="26905" y="21713"/>
                      <a:pt x="28399" y="18101"/>
                      <a:pt x="28399" y="14335"/>
                    </a:cubicBezTo>
                    <a:cubicBezTo>
                      <a:pt x="28399" y="10570"/>
                      <a:pt x="26905" y="6958"/>
                      <a:pt x="24246" y="4295"/>
                    </a:cubicBezTo>
                    <a:cubicBezTo>
                      <a:pt x="21587" y="1632"/>
                      <a:pt x="17981" y="136"/>
                      <a:pt x="14221" y="136"/>
                    </a:cubicBezTo>
                    <a:cubicBezTo>
                      <a:pt x="10460" y="136"/>
                      <a:pt x="6854" y="1632"/>
                      <a:pt x="4195" y="4295"/>
                    </a:cubicBezTo>
                    <a:cubicBezTo>
                      <a:pt x="1536" y="6958"/>
                      <a:pt x="42" y="10570"/>
                      <a:pt x="42" y="14335"/>
                    </a:cubicBezTo>
                    <a:cubicBezTo>
                      <a:pt x="42" y="18101"/>
                      <a:pt x="1536" y="21713"/>
                      <a:pt x="4195" y="24376"/>
                    </a:cubicBezTo>
                    <a:cubicBezTo>
                      <a:pt x="6854" y="27038"/>
                      <a:pt x="10460" y="28534"/>
                      <a:pt x="14221"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7" name="Freeform: Shape 1096">
                <a:extLst>
                  <a:ext uri="{FF2B5EF4-FFF2-40B4-BE49-F238E27FC236}">
                    <a16:creationId xmlns:a16="http://schemas.microsoft.com/office/drawing/2014/main" id="{D4A55576-C1CB-07EF-6F7F-8ED34AE30976}"/>
                  </a:ext>
                </a:extLst>
              </p:cNvPr>
              <p:cNvSpPr/>
              <p:nvPr/>
            </p:nvSpPr>
            <p:spPr>
              <a:xfrm>
                <a:off x="5080066" y="5001984"/>
                <a:ext cx="28356" cy="28397"/>
              </a:xfrm>
              <a:custGeom>
                <a:avLst/>
                <a:gdLst>
                  <a:gd name="connsiteX0" fmla="*/ 14220 w 28356"/>
                  <a:gd name="connsiteY0" fmla="*/ 28533 h 28397"/>
                  <a:gd name="connsiteX1" fmla="*/ 24246 w 28356"/>
                  <a:gd name="connsiteY1" fmla="*/ 24374 h 28397"/>
                  <a:gd name="connsiteX2" fmla="*/ 28398 w 28356"/>
                  <a:gd name="connsiteY2" fmla="*/ 14334 h 28397"/>
                  <a:gd name="connsiteX3" fmla="*/ 24246 w 28356"/>
                  <a:gd name="connsiteY3" fmla="*/ 4294 h 28397"/>
                  <a:gd name="connsiteX4" fmla="*/ 14220 w 28356"/>
                  <a:gd name="connsiteY4" fmla="*/ 135 h 28397"/>
                  <a:gd name="connsiteX5" fmla="*/ 4194 w 28356"/>
                  <a:gd name="connsiteY5" fmla="*/ 4294 h 28397"/>
                  <a:gd name="connsiteX6" fmla="*/ 42 w 28356"/>
                  <a:gd name="connsiteY6" fmla="*/ 14334 h 28397"/>
                  <a:gd name="connsiteX7" fmla="*/ 4194 w 28356"/>
                  <a:gd name="connsiteY7" fmla="*/ 24374 h 28397"/>
                  <a:gd name="connsiteX8" fmla="*/ 1422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0" y="28533"/>
                    </a:moveTo>
                    <a:cubicBezTo>
                      <a:pt x="17980" y="28533"/>
                      <a:pt x="21587" y="27037"/>
                      <a:pt x="24246" y="24374"/>
                    </a:cubicBezTo>
                    <a:cubicBezTo>
                      <a:pt x="26904" y="21711"/>
                      <a:pt x="28398" y="18099"/>
                      <a:pt x="28398" y="14334"/>
                    </a:cubicBezTo>
                    <a:cubicBezTo>
                      <a:pt x="28398" y="10568"/>
                      <a:pt x="26904" y="6956"/>
                      <a:pt x="24246" y="4294"/>
                    </a:cubicBezTo>
                    <a:cubicBezTo>
                      <a:pt x="21587" y="1631"/>
                      <a:pt x="17980" y="135"/>
                      <a:pt x="14220" y="135"/>
                    </a:cubicBezTo>
                    <a:cubicBezTo>
                      <a:pt x="10460" y="135"/>
                      <a:pt x="6853" y="1631"/>
                      <a:pt x="4194" y="4294"/>
                    </a:cubicBezTo>
                    <a:cubicBezTo>
                      <a:pt x="1535" y="6956"/>
                      <a:pt x="42" y="10568"/>
                      <a:pt x="42" y="14334"/>
                    </a:cubicBezTo>
                    <a:cubicBezTo>
                      <a:pt x="42" y="18099"/>
                      <a:pt x="1535" y="21711"/>
                      <a:pt x="4194" y="24374"/>
                    </a:cubicBezTo>
                    <a:cubicBezTo>
                      <a:pt x="6853" y="27037"/>
                      <a:pt x="10460" y="28533"/>
                      <a:pt x="14220"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8" name="Freeform: Shape 1097">
                <a:extLst>
                  <a:ext uri="{FF2B5EF4-FFF2-40B4-BE49-F238E27FC236}">
                    <a16:creationId xmlns:a16="http://schemas.microsoft.com/office/drawing/2014/main" id="{512A00F7-D62A-AFB6-F457-83E557B56C44}"/>
                  </a:ext>
                </a:extLst>
              </p:cNvPr>
              <p:cNvSpPr/>
              <p:nvPr/>
            </p:nvSpPr>
            <p:spPr>
              <a:xfrm>
                <a:off x="5072308" y="4221450"/>
                <a:ext cx="28356" cy="28397"/>
              </a:xfrm>
              <a:custGeom>
                <a:avLst/>
                <a:gdLst>
                  <a:gd name="connsiteX0" fmla="*/ 14219 w 28356"/>
                  <a:gd name="connsiteY0" fmla="*/ 28471 h 28397"/>
                  <a:gd name="connsiteX1" fmla="*/ 24245 w 28356"/>
                  <a:gd name="connsiteY1" fmla="*/ 24313 h 28397"/>
                  <a:gd name="connsiteX2" fmla="*/ 28398 w 28356"/>
                  <a:gd name="connsiteY2" fmla="*/ 14272 h 28397"/>
                  <a:gd name="connsiteX3" fmla="*/ 24245 w 28356"/>
                  <a:gd name="connsiteY3" fmla="*/ 4232 h 28397"/>
                  <a:gd name="connsiteX4" fmla="*/ 14219 w 28356"/>
                  <a:gd name="connsiteY4" fmla="*/ 73 h 28397"/>
                  <a:gd name="connsiteX5" fmla="*/ 4194 w 28356"/>
                  <a:gd name="connsiteY5" fmla="*/ 4232 h 28397"/>
                  <a:gd name="connsiteX6" fmla="*/ 41 w 28356"/>
                  <a:gd name="connsiteY6" fmla="*/ 14272 h 28397"/>
                  <a:gd name="connsiteX7" fmla="*/ 4194 w 28356"/>
                  <a:gd name="connsiteY7" fmla="*/ 24313 h 28397"/>
                  <a:gd name="connsiteX8" fmla="*/ 14219 w 28356"/>
                  <a:gd name="connsiteY8" fmla="*/ 2847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471"/>
                    </a:moveTo>
                    <a:cubicBezTo>
                      <a:pt x="17979" y="28471"/>
                      <a:pt x="21586" y="26975"/>
                      <a:pt x="24245" y="24313"/>
                    </a:cubicBezTo>
                    <a:cubicBezTo>
                      <a:pt x="26904" y="21650"/>
                      <a:pt x="28398" y="18038"/>
                      <a:pt x="28398" y="14272"/>
                    </a:cubicBezTo>
                    <a:cubicBezTo>
                      <a:pt x="28398" y="10507"/>
                      <a:pt x="26904" y="6895"/>
                      <a:pt x="24245" y="4232"/>
                    </a:cubicBezTo>
                    <a:cubicBezTo>
                      <a:pt x="21586" y="1569"/>
                      <a:pt x="17979" y="73"/>
                      <a:pt x="14219" y="73"/>
                    </a:cubicBezTo>
                    <a:cubicBezTo>
                      <a:pt x="10459" y="73"/>
                      <a:pt x="6852" y="1569"/>
                      <a:pt x="4194" y="4232"/>
                    </a:cubicBezTo>
                    <a:cubicBezTo>
                      <a:pt x="1535" y="6895"/>
                      <a:pt x="41" y="10507"/>
                      <a:pt x="41" y="14272"/>
                    </a:cubicBezTo>
                    <a:cubicBezTo>
                      <a:pt x="41" y="18038"/>
                      <a:pt x="1535" y="21650"/>
                      <a:pt x="4194" y="24313"/>
                    </a:cubicBezTo>
                    <a:cubicBezTo>
                      <a:pt x="6852" y="26975"/>
                      <a:pt x="10459" y="28471"/>
                      <a:pt x="14219" y="2847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099" name="Freeform: Shape 1098">
                <a:extLst>
                  <a:ext uri="{FF2B5EF4-FFF2-40B4-BE49-F238E27FC236}">
                    <a16:creationId xmlns:a16="http://schemas.microsoft.com/office/drawing/2014/main" id="{1166DB77-762E-F873-ECA8-6897E02E931C}"/>
                  </a:ext>
                </a:extLst>
              </p:cNvPr>
              <p:cNvSpPr/>
              <p:nvPr/>
            </p:nvSpPr>
            <p:spPr>
              <a:xfrm>
                <a:off x="5064549" y="4998162"/>
                <a:ext cx="28356" cy="28397"/>
              </a:xfrm>
              <a:custGeom>
                <a:avLst/>
                <a:gdLst>
                  <a:gd name="connsiteX0" fmla="*/ 14219 w 28356"/>
                  <a:gd name="connsiteY0" fmla="*/ 28532 h 28397"/>
                  <a:gd name="connsiteX1" fmla="*/ 24244 w 28356"/>
                  <a:gd name="connsiteY1" fmla="*/ 24374 h 28397"/>
                  <a:gd name="connsiteX2" fmla="*/ 28397 w 28356"/>
                  <a:gd name="connsiteY2" fmla="*/ 14333 h 28397"/>
                  <a:gd name="connsiteX3" fmla="*/ 24244 w 28356"/>
                  <a:gd name="connsiteY3" fmla="*/ 4293 h 28397"/>
                  <a:gd name="connsiteX4" fmla="*/ 14219 w 28356"/>
                  <a:gd name="connsiteY4" fmla="*/ 134 h 28397"/>
                  <a:gd name="connsiteX5" fmla="*/ 4193 w 28356"/>
                  <a:gd name="connsiteY5" fmla="*/ 4293 h 28397"/>
                  <a:gd name="connsiteX6" fmla="*/ 40 w 28356"/>
                  <a:gd name="connsiteY6" fmla="*/ 14333 h 28397"/>
                  <a:gd name="connsiteX7" fmla="*/ 4193 w 28356"/>
                  <a:gd name="connsiteY7" fmla="*/ 24374 h 28397"/>
                  <a:gd name="connsiteX8" fmla="*/ 14219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32"/>
                    </a:moveTo>
                    <a:cubicBezTo>
                      <a:pt x="17979" y="28532"/>
                      <a:pt x="21586" y="27036"/>
                      <a:pt x="24244" y="24374"/>
                    </a:cubicBezTo>
                    <a:cubicBezTo>
                      <a:pt x="26903" y="21711"/>
                      <a:pt x="28397" y="18099"/>
                      <a:pt x="28397" y="14333"/>
                    </a:cubicBezTo>
                    <a:cubicBezTo>
                      <a:pt x="28397" y="10568"/>
                      <a:pt x="26903" y="6956"/>
                      <a:pt x="24244" y="4293"/>
                    </a:cubicBezTo>
                    <a:cubicBezTo>
                      <a:pt x="21586" y="1631"/>
                      <a:pt x="17979" y="134"/>
                      <a:pt x="14219" y="134"/>
                    </a:cubicBezTo>
                    <a:cubicBezTo>
                      <a:pt x="10459" y="134"/>
                      <a:pt x="6852" y="1631"/>
                      <a:pt x="4193" y="4293"/>
                    </a:cubicBezTo>
                    <a:cubicBezTo>
                      <a:pt x="1534" y="6956"/>
                      <a:pt x="40" y="10568"/>
                      <a:pt x="40" y="14333"/>
                    </a:cubicBezTo>
                    <a:cubicBezTo>
                      <a:pt x="40" y="18099"/>
                      <a:pt x="1534" y="21711"/>
                      <a:pt x="4193" y="24374"/>
                    </a:cubicBezTo>
                    <a:cubicBezTo>
                      <a:pt x="6852" y="27036"/>
                      <a:pt x="10459" y="28532"/>
                      <a:pt x="14219"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0" name="Freeform: Shape 1099">
                <a:extLst>
                  <a:ext uri="{FF2B5EF4-FFF2-40B4-BE49-F238E27FC236}">
                    <a16:creationId xmlns:a16="http://schemas.microsoft.com/office/drawing/2014/main" id="{22A603D3-8804-BF3D-A705-04DA39B5904D}"/>
                  </a:ext>
                </a:extLst>
              </p:cNvPr>
              <p:cNvSpPr/>
              <p:nvPr/>
            </p:nvSpPr>
            <p:spPr>
              <a:xfrm>
                <a:off x="5056791" y="4884306"/>
                <a:ext cx="28356" cy="28397"/>
              </a:xfrm>
              <a:custGeom>
                <a:avLst/>
                <a:gdLst>
                  <a:gd name="connsiteX0" fmla="*/ 14218 w 28356"/>
                  <a:gd name="connsiteY0" fmla="*/ 28523 h 28397"/>
                  <a:gd name="connsiteX1" fmla="*/ 24244 w 28356"/>
                  <a:gd name="connsiteY1" fmla="*/ 24365 h 28397"/>
                  <a:gd name="connsiteX2" fmla="*/ 28396 w 28356"/>
                  <a:gd name="connsiteY2" fmla="*/ 14324 h 28397"/>
                  <a:gd name="connsiteX3" fmla="*/ 24244 w 28356"/>
                  <a:gd name="connsiteY3" fmla="*/ 4284 h 28397"/>
                  <a:gd name="connsiteX4" fmla="*/ 14218 w 28356"/>
                  <a:gd name="connsiteY4" fmla="*/ 126 h 28397"/>
                  <a:gd name="connsiteX5" fmla="*/ 4192 w 28356"/>
                  <a:gd name="connsiteY5" fmla="*/ 4284 h 28397"/>
                  <a:gd name="connsiteX6" fmla="*/ 40 w 28356"/>
                  <a:gd name="connsiteY6" fmla="*/ 14324 h 28397"/>
                  <a:gd name="connsiteX7" fmla="*/ 4192 w 28356"/>
                  <a:gd name="connsiteY7" fmla="*/ 24365 h 28397"/>
                  <a:gd name="connsiteX8" fmla="*/ 1421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8" y="28523"/>
                    </a:moveTo>
                    <a:cubicBezTo>
                      <a:pt x="17978" y="28523"/>
                      <a:pt x="21585" y="27027"/>
                      <a:pt x="24244" y="24365"/>
                    </a:cubicBezTo>
                    <a:cubicBezTo>
                      <a:pt x="26903" y="21702"/>
                      <a:pt x="28396" y="18090"/>
                      <a:pt x="28396" y="14324"/>
                    </a:cubicBezTo>
                    <a:cubicBezTo>
                      <a:pt x="28396" y="10559"/>
                      <a:pt x="26903" y="6947"/>
                      <a:pt x="24244" y="4284"/>
                    </a:cubicBezTo>
                    <a:cubicBezTo>
                      <a:pt x="21585" y="1622"/>
                      <a:pt x="17978" y="126"/>
                      <a:pt x="14218" y="126"/>
                    </a:cubicBezTo>
                    <a:cubicBezTo>
                      <a:pt x="10458" y="126"/>
                      <a:pt x="6851" y="1622"/>
                      <a:pt x="4192" y="4284"/>
                    </a:cubicBezTo>
                    <a:cubicBezTo>
                      <a:pt x="1534" y="6947"/>
                      <a:pt x="40" y="10559"/>
                      <a:pt x="40" y="14324"/>
                    </a:cubicBezTo>
                    <a:cubicBezTo>
                      <a:pt x="40" y="18090"/>
                      <a:pt x="1534" y="21702"/>
                      <a:pt x="4192" y="24365"/>
                    </a:cubicBezTo>
                    <a:cubicBezTo>
                      <a:pt x="6851" y="27027"/>
                      <a:pt x="10458" y="28523"/>
                      <a:pt x="14218"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1" name="Freeform: Shape 1100">
                <a:extLst>
                  <a:ext uri="{FF2B5EF4-FFF2-40B4-BE49-F238E27FC236}">
                    <a16:creationId xmlns:a16="http://schemas.microsoft.com/office/drawing/2014/main" id="{1BF9338C-973C-5796-5614-8FD2AEE4DB48}"/>
                  </a:ext>
                </a:extLst>
              </p:cNvPr>
              <p:cNvSpPr/>
              <p:nvPr/>
            </p:nvSpPr>
            <p:spPr>
              <a:xfrm>
                <a:off x="5049032" y="5023270"/>
                <a:ext cx="28356" cy="28397"/>
              </a:xfrm>
              <a:custGeom>
                <a:avLst/>
                <a:gdLst>
                  <a:gd name="connsiteX0" fmla="*/ 14217 w 28356"/>
                  <a:gd name="connsiteY0" fmla="*/ 28534 h 28397"/>
                  <a:gd name="connsiteX1" fmla="*/ 24243 w 28356"/>
                  <a:gd name="connsiteY1" fmla="*/ 24376 h 28397"/>
                  <a:gd name="connsiteX2" fmla="*/ 28396 w 28356"/>
                  <a:gd name="connsiteY2" fmla="*/ 14335 h 28397"/>
                  <a:gd name="connsiteX3" fmla="*/ 24243 w 28356"/>
                  <a:gd name="connsiteY3" fmla="*/ 4295 h 28397"/>
                  <a:gd name="connsiteX4" fmla="*/ 14217 w 28356"/>
                  <a:gd name="connsiteY4" fmla="*/ 136 h 28397"/>
                  <a:gd name="connsiteX5" fmla="*/ 4192 w 28356"/>
                  <a:gd name="connsiteY5" fmla="*/ 4295 h 28397"/>
                  <a:gd name="connsiteX6" fmla="*/ 39 w 28356"/>
                  <a:gd name="connsiteY6" fmla="*/ 14335 h 28397"/>
                  <a:gd name="connsiteX7" fmla="*/ 4192 w 28356"/>
                  <a:gd name="connsiteY7" fmla="*/ 24376 h 28397"/>
                  <a:gd name="connsiteX8" fmla="*/ 14217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34"/>
                    </a:moveTo>
                    <a:cubicBezTo>
                      <a:pt x="17978" y="28534"/>
                      <a:pt x="21584" y="27038"/>
                      <a:pt x="24243" y="24376"/>
                    </a:cubicBezTo>
                    <a:cubicBezTo>
                      <a:pt x="26902" y="21713"/>
                      <a:pt x="28396" y="18101"/>
                      <a:pt x="28396" y="14335"/>
                    </a:cubicBezTo>
                    <a:cubicBezTo>
                      <a:pt x="28396" y="10570"/>
                      <a:pt x="26902" y="6958"/>
                      <a:pt x="24243" y="4295"/>
                    </a:cubicBezTo>
                    <a:cubicBezTo>
                      <a:pt x="21584" y="1633"/>
                      <a:pt x="17978" y="136"/>
                      <a:pt x="14217" y="136"/>
                    </a:cubicBezTo>
                    <a:cubicBezTo>
                      <a:pt x="10457" y="136"/>
                      <a:pt x="6851" y="1633"/>
                      <a:pt x="4192" y="4295"/>
                    </a:cubicBezTo>
                    <a:cubicBezTo>
                      <a:pt x="1533" y="6958"/>
                      <a:pt x="39" y="10570"/>
                      <a:pt x="39" y="14335"/>
                    </a:cubicBezTo>
                    <a:cubicBezTo>
                      <a:pt x="39" y="18101"/>
                      <a:pt x="1533" y="21713"/>
                      <a:pt x="4192" y="24376"/>
                    </a:cubicBezTo>
                    <a:cubicBezTo>
                      <a:pt x="6851" y="27038"/>
                      <a:pt x="10457" y="28534"/>
                      <a:pt x="14217"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2" name="Freeform: Shape 1101">
                <a:extLst>
                  <a:ext uri="{FF2B5EF4-FFF2-40B4-BE49-F238E27FC236}">
                    <a16:creationId xmlns:a16="http://schemas.microsoft.com/office/drawing/2014/main" id="{FC8F46F0-F0E0-E64D-D506-843EFAC879B8}"/>
                  </a:ext>
                </a:extLst>
              </p:cNvPr>
              <p:cNvSpPr/>
              <p:nvPr/>
            </p:nvSpPr>
            <p:spPr>
              <a:xfrm>
                <a:off x="5041274" y="4801972"/>
                <a:ext cx="28356" cy="28397"/>
              </a:xfrm>
              <a:custGeom>
                <a:avLst/>
                <a:gdLst>
                  <a:gd name="connsiteX0" fmla="*/ 14217 w 28356"/>
                  <a:gd name="connsiteY0" fmla="*/ 28517 h 28397"/>
                  <a:gd name="connsiteX1" fmla="*/ 24242 w 28356"/>
                  <a:gd name="connsiteY1" fmla="*/ 24358 h 28397"/>
                  <a:gd name="connsiteX2" fmla="*/ 28395 w 28356"/>
                  <a:gd name="connsiteY2" fmla="*/ 14318 h 28397"/>
                  <a:gd name="connsiteX3" fmla="*/ 24242 w 28356"/>
                  <a:gd name="connsiteY3" fmla="*/ 4278 h 28397"/>
                  <a:gd name="connsiteX4" fmla="*/ 14217 w 28356"/>
                  <a:gd name="connsiteY4" fmla="*/ 119 h 28397"/>
                  <a:gd name="connsiteX5" fmla="*/ 4191 w 28356"/>
                  <a:gd name="connsiteY5" fmla="*/ 4278 h 28397"/>
                  <a:gd name="connsiteX6" fmla="*/ 39 w 28356"/>
                  <a:gd name="connsiteY6" fmla="*/ 14318 h 28397"/>
                  <a:gd name="connsiteX7" fmla="*/ 4191 w 28356"/>
                  <a:gd name="connsiteY7" fmla="*/ 24358 h 28397"/>
                  <a:gd name="connsiteX8" fmla="*/ 14217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17"/>
                    </a:moveTo>
                    <a:cubicBezTo>
                      <a:pt x="17977" y="28517"/>
                      <a:pt x="21584" y="27021"/>
                      <a:pt x="24242" y="24358"/>
                    </a:cubicBezTo>
                    <a:cubicBezTo>
                      <a:pt x="26901" y="21696"/>
                      <a:pt x="28395" y="18084"/>
                      <a:pt x="28395" y="14318"/>
                    </a:cubicBezTo>
                    <a:cubicBezTo>
                      <a:pt x="28395" y="10552"/>
                      <a:pt x="26901" y="6940"/>
                      <a:pt x="24242" y="4278"/>
                    </a:cubicBezTo>
                    <a:cubicBezTo>
                      <a:pt x="21584" y="1615"/>
                      <a:pt x="17977" y="119"/>
                      <a:pt x="14217" y="119"/>
                    </a:cubicBezTo>
                    <a:cubicBezTo>
                      <a:pt x="10457" y="119"/>
                      <a:pt x="6850" y="1615"/>
                      <a:pt x="4191" y="4278"/>
                    </a:cubicBezTo>
                    <a:cubicBezTo>
                      <a:pt x="1532" y="6940"/>
                      <a:pt x="39" y="10552"/>
                      <a:pt x="39" y="14318"/>
                    </a:cubicBezTo>
                    <a:cubicBezTo>
                      <a:pt x="39" y="18084"/>
                      <a:pt x="1532" y="21696"/>
                      <a:pt x="4191" y="24358"/>
                    </a:cubicBezTo>
                    <a:cubicBezTo>
                      <a:pt x="6850" y="27021"/>
                      <a:pt x="10457" y="28517"/>
                      <a:pt x="14217" y="285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3" name="Freeform: Shape 1102">
                <a:extLst>
                  <a:ext uri="{FF2B5EF4-FFF2-40B4-BE49-F238E27FC236}">
                    <a16:creationId xmlns:a16="http://schemas.microsoft.com/office/drawing/2014/main" id="{4AA83ABD-0654-57A6-8F34-5E83E8891BE1}"/>
                  </a:ext>
                </a:extLst>
              </p:cNvPr>
              <p:cNvSpPr/>
              <p:nvPr/>
            </p:nvSpPr>
            <p:spPr>
              <a:xfrm>
                <a:off x="5033516" y="4903483"/>
                <a:ext cx="28356" cy="28397"/>
              </a:xfrm>
              <a:custGeom>
                <a:avLst/>
                <a:gdLst>
                  <a:gd name="connsiteX0" fmla="*/ 14216 w 28356"/>
                  <a:gd name="connsiteY0" fmla="*/ 28525 h 28397"/>
                  <a:gd name="connsiteX1" fmla="*/ 24242 w 28356"/>
                  <a:gd name="connsiteY1" fmla="*/ 24366 h 28397"/>
                  <a:gd name="connsiteX2" fmla="*/ 28395 w 28356"/>
                  <a:gd name="connsiteY2" fmla="*/ 14326 h 28397"/>
                  <a:gd name="connsiteX3" fmla="*/ 24242 w 28356"/>
                  <a:gd name="connsiteY3" fmla="*/ 4286 h 28397"/>
                  <a:gd name="connsiteX4" fmla="*/ 14216 w 28356"/>
                  <a:gd name="connsiteY4" fmla="*/ 127 h 28397"/>
                  <a:gd name="connsiteX5" fmla="*/ 4191 w 28356"/>
                  <a:gd name="connsiteY5" fmla="*/ 4286 h 28397"/>
                  <a:gd name="connsiteX6" fmla="*/ 38 w 28356"/>
                  <a:gd name="connsiteY6" fmla="*/ 14326 h 28397"/>
                  <a:gd name="connsiteX7" fmla="*/ 4191 w 28356"/>
                  <a:gd name="connsiteY7" fmla="*/ 24366 h 28397"/>
                  <a:gd name="connsiteX8" fmla="*/ 14216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25"/>
                    </a:moveTo>
                    <a:cubicBezTo>
                      <a:pt x="17976" y="28525"/>
                      <a:pt x="21583" y="27029"/>
                      <a:pt x="24242" y="24366"/>
                    </a:cubicBezTo>
                    <a:cubicBezTo>
                      <a:pt x="26901" y="21704"/>
                      <a:pt x="28395" y="18092"/>
                      <a:pt x="28395" y="14326"/>
                    </a:cubicBezTo>
                    <a:cubicBezTo>
                      <a:pt x="28395" y="10560"/>
                      <a:pt x="26901" y="6948"/>
                      <a:pt x="24242" y="4286"/>
                    </a:cubicBezTo>
                    <a:cubicBezTo>
                      <a:pt x="21583" y="1623"/>
                      <a:pt x="17976" y="127"/>
                      <a:pt x="14216" y="127"/>
                    </a:cubicBezTo>
                    <a:cubicBezTo>
                      <a:pt x="10456" y="127"/>
                      <a:pt x="6849" y="1623"/>
                      <a:pt x="4191" y="4286"/>
                    </a:cubicBezTo>
                    <a:cubicBezTo>
                      <a:pt x="1532" y="6948"/>
                      <a:pt x="38" y="10560"/>
                      <a:pt x="38" y="14326"/>
                    </a:cubicBezTo>
                    <a:cubicBezTo>
                      <a:pt x="38" y="18092"/>
                      <a:pt x="1532" y="21704"/>
                      <a:pt x="4191" y="24366"/>
                    </a:cubicBezTo>
                    <a:cubicBezTo>
                      <a:pt x="6849" y="27029"/>
                      <a:pt x="10456" y="28525"/>
                      <a:pt x="14216"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4" name="Freeform: Shape 1103">
                <a:extLst>
                  <a:ext uri="{FF2B5EF4-FFF2-40B4-BE49-F238E27FC236}">
                    <a16:creationId xmlns:a16="http://schemas.microsoft.com/office/drawing/2014/main" id="{F41B833D-6E5D-1DBF-F187-5857D982B21B}"/>
                  </a:ext>
                </a:extLst>
              </p:cNvPr>
              <p:cNvSpPr/>
              <p:nvPr/>
            </p:nvSpPr>
            <p:spPr>
              <a:xfrm>
                <a:off x="5025758" y="4927004"/>
                <a:ext cx="28356" cy="28397"/>
              </a:xfrm>
              <a:custGeom>
                <a:avLst/>
                <a:gdLst>
                  <a:gd name="connsiteX0" fmla="*/ 14216 w 28356"/>
                  <a:gd name="connsiteY0" fmla="*/ 28527 h 28397"/>
                  <a:gd name="connsiteX1" fmla="*/ 24241 w 28356"/>
                  <a:gd name="connsiteY1" fmla="*/ 24368 h 28397"/>
                  <a:gd name="connsiteX2" fmla="*/ 28394 w 28356"/>
                  <a:gd name="connsiteY2" fmla="*/ 14328 h 28397"/>
                  <a:gd name="connsiteX3" fmla="*/ 24241 w 28356"/>
                  <a:gd name="connsiteY3" fmla="*/ 4288 h 28397"/>
                  <a:gd name="connsiteX4" fmla="*/ 14216 w 28356"/>
                  <a:gd name="connsiteY4" fmla="*/ 129 h 28397"/>
                  <a:gd name="connsiteX5" fmla="*/ 4190 w 28356"/>
                  <a:gd name="connsiteY5" fmla="*/ 4288 h 28397"/>
                  <a:gd name="connsiteX6" fmla="*/ 37 w 28356"/>
                  <a:gd name="connsiteY6" fmla="*/ 14328 h 28397"/>
                  <a:gd name="connsiteX7" fmla="*/ 4190 w 28356"/>
                  <a:gd name="connsiteY7" fmla="*/ 24368 h 28397"/>
                  <a:gd name="connsiteX8" fmla="*/ 14216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27"/>
                    </a:moveTo>
                    <a:cubicBezTo>
                      <a:pt x="17976" y="28527"/>
                      <a:pt x="21582" y="27031"/>
                      <a:pt x="24241" y="24368"/>
                    </a:cubicBezTo>
                    <a:cubicBezTo>
                      <a:pt x="26900" y="21705"/>
                      <a:pt x="28394" y="18093"/>
                      <a:pt x="28394" y="14328"/>
                    </a:cubicBezTo>
                    <a:cubicBezTo>
                      <a:pt x="28394" y="10562"/>
                      <a:pt x="26900" y="6950"/>
                      <a:pt x="24241" y="4288"/>
                    </a:cubicBezTo>
                    <a:cubicBezTo>
                      <a:pt x="21582" y="1625"/>
                      <a:pt x="17976" y="129"/>
                      <a:pt x="14216" y="129"/>
                    </a:cubicBezTo>
                    <a:cubicBezTo>
                      <a:pt x="10455" y="129"/>
                      <a:pt x="6849" y="1625"/>
                      <a:pt x="4190" y="4288"/>
                    </a:cubicBezTo>
                    <a:cubicBezTo>
                      <a:pt x="1531" y="6950"/>
                      <a:pt x="37" y="10562"/>
                      <a:pt x="37" y="14328"/>
                    </a:cubicBezTo>
                    <a:cubicBezTo>
                      <a:pt x="37" y="18093"/>
                      <a:pt x="1531" y="21705"/>
                      <a:pt x="4190" y="24368"/>
                    </a:cubicBezTo>
                    <a:cubicBezTo>
                      <a:pt x="6849" y="27031"/>
                      <a:pt x="10455" y="28527"/>
                      <a:pt x="14216"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5" name="Freeform: Shape 1104">
                <a:extLst>
                  <a:ext uri="{FF2B5EF4-FFF2-40B4-BE49-F238E27FC236}">
                    <a16:creationId xmlns:a16="http://schemas.microsoft.com/office/drawing/2014/main" id="{A1868136-1050-72E2-CD56-9829DAD6D372}"/>
                  </a:ext>
                </a:extLst>
              </p:cNvPr>
              <p:cNvSpPr/>
              <p:nvPr/>
            </p:nvSpPr>
            <p:spPr>
              <a:xfrm>
                <a:off x="5017999" y="4444575"/>
                <a:ext cx="28356" cy="28397"/>
              </a:xfrm>
              <a:custGeom>
                <a:avLst/>
                <a:gdLst>
                  <a:gd name="connsiteX0" fmla="*/ 14215 w 28356"/>
                  <a:gd name="connsiteY0" fmla="*/ 28489 h 28397"/>
                  <a:gd name="connsiteX1" fmla="*/ 24241 w 28356"/>
                  <a:gd name="connsiteY1" fmla="*/ 24330 h 28397"/>
                  <a:gd name="connsiteX2" fmla="*/ 28393 w 28356"/>
                  <a:gd name="connsiteY2" fmla="*/ 14290 h 28397"/>
                  <a:gd name="connsiteX3" fmla="*/ 24241 w 28356"/>
                  <a:gd name="connsiteY3" fmla="*/ 4250 h 28397"/>
                  <a:gd name="connsiteX4" fmla="*/ 14215 w 28356"/>
                  <a:gd name="connsiteY4" fmla="*/ 91 h 28397"/>
                  <a:gd name="connsiteX5" fmla="*/ 4189 w 28356"/>
                  <a:gd name="connsiteY5" fmla="*/ 4250 h 28397"/>
                  <a:gd name="connsiteX6" fmla="*/ 37 w 28356"/>
                  <a:gd name="connsiteY6" fmla="*/ 14290 h 28397"/>
                  <a:gd name="connsiteX7" fmla="*/ 4189 w 28356"/>
                  <a:gd name="connsiteY7" fmla="*/ 24330 h 28397"/>
                  <a:gd name="connsiteX8" fmla="*/ 14215 w 28356"/>
                  <a:gd name="connsiteY8" fmla="*/ 2848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5" y="28489"/>
                    </a:moveTo>
                    <a:cubicBezTo>
                      <a:pt x="17975" y="28489"/>
                      <a:pt x="21582" y="26993"/>
                      <a:pt x="24241" y="24330"/>
                    </a:cubicBezTo>
                    <a:cubicBezTo>
                      <a:pt x="26899" y="21667"/>
                      <a:pt x="28393" y="18055"/>
                      <a:pt x="28393" y="14290"/>
                    </a:cubicBezTo>
                    <a:cubicBezTo>
                      <a:pt x="28393" y="10524"/>
                      <a:pt x="26899" y="6912"/>
                      <a:pt x="24241" y="4250"/>
                    </a:cubicBezTo>
                    <a:cubicBezTo>
                      <a:pt x="21582" y="1587"/>
                      <a:pt x="17975" y="91"/>
                      <a:pt x="14215" y="91"/>
                    </a:cubicBezTo>
                    <a:cubicBezTo>
                      <a:pt x="10455" y="91"/>
                      <a:pt x="6848" y="1587"/>
                      <a:pt x="4189" y="4250"/>
                    </a:cubicBezTo>
                    <a:cubicBezTo>
                      <a:pt x="1531" y="6912"/>
                      <a:pt x="37" y="10524"/>
                      <a:pt x="37" y="14290"/>
                    </a:cubicBezTo>
                    <a:cubicBezTo>
                      <a:pt x="37" y="18055"/>
                      <a:pt x="1531" y="21667"/>
                      <a:pt x="4189" y="24330"/>
                    </a:cubicBezTo>
                    <a:cubicBezTo>
                      <a:pt x="6848" y="26993"/>
                      <a:pt x="10455" y="28489"/>
                      <a:pt x="14215" y="2848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6" name="Freeform: Shape 1105">
                <a:extLst>
                  <a:ext uri="{FF2B5EF4-FFF2-40B4-BE49-F238E27FC236}">
                    <a16:creationId xmlns:a16="http://schemas.microsoft.com/office/drawing/2014/main" id="{48E6B908-162F-E2EA-FD3E-336D373A11E1}"/>
                  </a:ext>
                </a:extLst>
              </p:cNvPr>
              <p:cNvSpPr/>
              <p:nvPr/>
            </p:nvSpPr>
            <p:spPr>
              <a:xfrm>
                <a:off x="5010241" y="5019129"/>
                <a:ext cx="28356" cy="28397"/>
              </a:xfrm>
              <a:custGeom>
                <a:avLst/>
                <a:gdLst>
                  <a:gd name="connsiteX0" fmla="*/ 14214 w 28356"/>
                  <a:gd name="connsiteY0" fmla="*/ 28534 h 28397"/>
                  <a:gd name="connsiteX1" fmla="*/ 24240 w 28356"/>
                  <a:gd name="connsiteY1" fmla="*/ 24375 h 28397"/>
                  <a:gd name="connsiteX2" fmla="*/ 28393 w 28356"/>
                  <a:gd name="connsiteY2" fmla="*/ 14335 h 28397"/>
                  <a:gd name="connsiteX3" fmla="*/ 24240 w 28356"/>
                  <a:gd name="connsiteY3" fmla="*/ 4295 h 28397"/>
                  <a:gd name="connsiteX4" fmla="*/ 14214 w 28356"/>
                  <a:gd name="connsiteY4" fmla="*/ 136 h 28397"/>
                  <a:gd name="connsiteX5" fmla="*/ 4189 w 28356"/>
                  <a:gd name="connsiteY5" fmla="*/ 4295 h 28397"/>
                  <a:gd name="connsiteX6" fmla="*/ 36 w 28356"/>
                  <a:gd name="connsiteY6" fmla="*/ 14335 h 28397"/>
                  <a:gd name="connsiteX7" fmla="*/ 4189 w 28356"/>
                  <a:gd name="connsiteY7" fmla="*/ 24375 h 28397"/>
                  <a:gd name="connsiteX8" fmla="*/ 14214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34"/>
                    </a:moveTo>
                    <a:cubicBezTo>
                      <a:pt x="17975" y="28534"/>
                      <a:pt x="21581" y="27038"/>
                      <a:pt x="24240" y="24375"/>
                    </a:cubicBezTo>
                    <a:cubicBezTo>
                      <a:pt x="26899" y="21713"/>
                      <a:pt x="28393" y="18101"/>
                      <a:pt x="28393" y="14335"/>
                    </a:cubicBezTo>
                    <a:cubicBezTo>
                      <a:pt x="28393" y="10569"/>
                      <a:pt x="26899" y="6958"/>
                      <a:pt x="24240" y="4295"/>
                    </a:cubicBezTo>
                    <a:cubicBezTo>
                      <a:pt x="21581" y="1632"/>
                      <a:pt x="17975" y="136"/>
                      <a:pt x="14214" y="136"/>
                    </a:cubicBezTo>
                    <a:cubicBezTo>
                      <a:pt x="10454" y="136"/>
                      <a:pt x="6848" y="1632"/>
                      <a:pt x="4189" y="4295"/>
                    </a:cubicBezTo>
                    <a:cubicBezTo>
                      <a:pt x="1530" y="6958"/>
                      <a:pt x="36" y="10569"/>
                      <a:pt x="36" y="14335"/>
                    </a:cubicBezTo>
                    <a:cubicBezTo>
                      <a:pt x="36" y="18101"/>
                      <a:pt x="1530" y="21713"/>
                      <a:pt x="4189" y="24375"/>
                    </a:cubicBezTo>
                    <a:cubicBezTo>
                      <a:pt x="6848" y="27038"/>
                      <a:pt x="10454" y="28534"/>
                      <a:pt x="14214"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7" name="Freeform: Shape 1106">
                <a:extLst>
                  <a:ext uri="{FF2B5EF4-FFF2-40B4-BE49-F238E27FC236}">
                    <a16:creationId xmlns:a16="http://schemas.microsoft.com/office/drawing/2014/main" id="{982B2D55-7A62-61C0-6F8A-1770138995FD}"/>
                  </a:ext>
                </a:extLst>
              </p:cNvPr>
              <p:cNvSpPr/>
              <p:nvPr/>
            </p:nvSpPr>
            <p:spPr>
              <a:xfrm>
                <a:off x="5002482" y="4998314"/>
                <a:ext cx="28356" cy="28397"/>
              </a:xfrm>
              <a:custGeom>
                <a:avLst/>
                <a:gdLst>
                  <a:gd name="connsiteX0" fmla="*/ 14214 w 28356"/>
                  <a:gd name="connsiteY0" fmla="*/ 28532 h 28397"/>
                  <a:gd name="connsiteX1" fmla="*/ 24239 w 28356"/>
                  <a:gd name="connsiteY1" fmla="*/ 24374 h 28397"/>
                  <a:gd name="connsiteX2" fmla="*/ 28392 w 28356"/>
                  <a:gd name="connsiteY2" fmla="*/ 14333 h 28397"/>
                  <a:gd name="connsiteX3" fmla="*/ 24239 w 28356"/>
                  <a:gd name="connsiteY3" fmla="*/ 4293 h 28397"/>
                  <a:gd name="connsiteX4" fmla="*/ 14214 w 28356"/>
                  <a:gd name="connsiteY4" fmla="*/ 134 h 28397"/>
                  <a:gd name="connsiteX5" fmla="*/ 4188 w 28356"/>
                  <a:gd name="connsiteY5" fmla="*/ 4293 h 28397"/>
                  <a:gd name="connsiteX6" fmla="*/ 35 w 28356"/>
                  <a:gd name="connsiteY6" fmla="*/ 14333 h 28397"/>
                  <a:gd name="connsiteX7" fmla="*/ 4188 w 28356"/>
                  <a:gd name="connsiteY7" fmla="*/ 24374 h 28397"/>
                  <a:gd name="connsiteX8" fmla="*/ 1421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32"/>
                    </a:moveTo>
                    <a:cubicBezTo>
                      <a:pt x="17974" y="28532"/>
                      <a:pt x="21581" y="27036"/>
                      <a:pt x="24239" y="24374"/>
                    </a:cubicBezTo>
                    <a:cubicBezTo>
                      <a:pt x="26898" y="21711"/>
                      <a:pt x="28392" y="18099"/>
                      <a:pt x="28392" y="14333"/>
                    </a:cubicBezTo>
                    <a:cubicBezTo>
                      <a:pt x="28392" y="10568"/>
                      <a:pt x="26898" y="6956"/>
                      <a:pt x="24239" y="4293"/>
                    </a:cubicBezTo>
                    <a:cubicBezTo>
                      <a:pt x="21581" y="1631"/>
                      <a:pt x="17974" y="134"/>
                      <a:pt x="14214" y="134"/>
                    </a:cubicBezTo>
                    <a:cubicBezTo>
                      <a:pt x="10454" y="134"/>
                      <a:pt x="6847" y="1631"/>
                      <a:pt x="4188" y="4293"/>
                    </a:cubicBezTo>
                    <a:cubicBezTo>
                      <a:pt x="1529" y="6956"/>
                      <a:pt x="35" y="10568"/>
                      <a:pt x="35" y="14333"/>
                    </a:cubicBezTo>
                    <a:cubicBezTo>
                      <a:pt x="35" y="18099"/>
                      <a:pt x="1529" y="21711"/>
                      <a:pt x="4188" y="24374"/>
                    </a:cubicBezTo>
                    <a:cubicBezTo>
                      <a:pt x="6847" y="27036"/>
                      <a:pt x="10454" y="28532"/>
                      <a:pt x="14214"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8" name="Freeform: Shape 1107">
                <a:extLst>
                  <a:ext uri="{FF2B5EF4-FFF2-40B4-BE49-F238E27FC236}">
                    <a16:creationId xmlns:a16="http://schemas.microsoft.com/office/drawing/2014/main" id="{63FB495A-C097-EE47-12F7-39FCE1EF2C93}"/>
                  </a:ext>
                </a:extLst>
              </p:cNvPr>
              <p:cNvSpPr/>
              <p:nvPr/>
            </p:nvSpPr>
            <p:spPr>
              <a:xfrm>
                <a:off x="4994723" y="5008779"/>
                <a:ext cx="28356" cy="28397"/>
              </a:xfrm>
              <a:custGeom>
                <a:avLst/>
                <a:gdLst>
                  <a:gd name="connsiteX0" fmla="*/ 14213 w 28356"/>
                  <a:gd name="connsiteY0" fmla="*/ 28533 h 28397"/>
                  <a:gd name="connsiteX1" fmla="*/ 24239 w 28356"/>
                  <a:gd name="connsiteY1" fmla="*/ 24375 h 28397"/>
                  <a:gd name="connsiteX2" fmla="*/ 28392 w 28356"/>
                  <a:gd name="connsiteY2" fmla="*/ 14334 h 28397"/>
                  <a:gd name="connsiteX3" fmla="*/ 24239 w 28356"/>
                  <a:gd name="connsiteY3" fmla="*/ 4294 h 28397"/>
                  <a:gd name="connsiteX4" fmla="*/ 14213 w 28356"/>
                  <a:gd name="connsiteY4" fmla="*/ 135 h 28397"/>
                  <a:gd name="connsiteX5" fmla="*/ 4188 w 28356"/>
                  <a:gd name="connsiteY5" fmla="*/ 4294 h 28397"/>
                  <a:gd name="connsiteX6" fmla="*/ 35 w 28356"/>
                  <a:gd name="connsiteY6" fmla="*/ 14334 h 28397"/>
                  <a:gd name="connsiteX7" fmla="*/ 4188 w 28356"/>
                  <a:gd name="connsiteY7" fmla="*/ 24375 h 28397"/>
                  <a:gd name="connsiteX8" fmla="*/ 1421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33"/>
                    </a:moveTo>
                    <a:cubicBezTo>
                      <a:pt x="17973" y="28533"/>
                      <a:pt x="21580" y="27037"/>
                      <a:pt x="24239" y="24375"/>
                    </a:cubicBezTo>
                    <a:cubicBezTo>
                      <a:pt x="26898" y="21712"/>
                      <a:pt x="28392" y="18100"/>
                      <a:pt x="28392" y="14334"/>
                    </a:cubicBezTo>
                    <a:cubicBezTo>
                      <a:pt x="28392" y="10569"/>
                      <a:pt x="26898" y="6957"/>
                      <a:pt x="24239" y="4294"/>
                    </a:cubicBezTo>
                    <a:cubicBezTo>
                      <a:pt x="21580" y="1631"/>
                      <a:pt x="17973" y="135"/>
                      <a:pt x="14213" y="135"/>
                    </a:cubicBezTo>
                    <a:cubicBezTo>
                      <a:pt x="10453" y="135"/>
                      <a:pt x="6846" y="1631"/>
                      <a:pt x="4188" y="4294"/>
                    </a:cubicBezTo>
                    <a:cubicBezTo>
                      <a:pt x="1529" y="6957"/>
                      <a:pt x="35" y="10569"/>
                      <a:pt x="35" y="14334"/>
                    </a:cubicBezTo>
                    <a:cubicBezTo>
                      <a:pt x="35" y="18100"/>
                      <a:pt x="1529" y="21712"/>
                      <a:pt x="4188" y="24375"/>
                    </a:cubicBezTo>
                    <a:cubicBezTo>
                      <a:pt x="6846" y="27037"/>
                      <a:pt x="10453" y="28533"/>
                      <a:pt x="1421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09" name="Freeform: Shape 1108">
                <a:extLst>
                  <a:ext uri="{FF2B5EF4-FFF2-40B4-BE49-F238E27FC236}">
                    <a16:creationId xmlns:a16="http://schemas.microsoft.com/office/drawing/2014/main" id="{AA440187-00C4-7037-9017-6A901AC39810}"/>
                  </a:ext>
                </a:extLst>
              </p:cNvPr>
              <p:cNvSpPr/>
              <p:nvPr/>
            </p:nvSpPr>
            <p:spPr>
              <a:xfrm>
                <a:off x="4986965" y="4810811"/>
                <a:ext cx="28356" cy="28397"/>
              </a:xfrm>
              <a:custGeom>
                <a:avLst/>
                <a:gdLst>
                  <a:gd name="connsiteX0" fmla="*/ 14213 w 28356"/>
                  <a:gd name="connsiteY0" fmla="*/ 28518 h 28397"/>
                  <a:gd name="connsiteX1" fmla="*/ 24238 w 28356"/>
                  <a:gd name="connsiteY1" fmla="*/ 24359 h 28397"/>
                  <a:gd name="connsiteX2" fmla="*/ 28391 w 28356"/>
                  <a:gd name="connsiteY2" fmla="*/ 14319 h 28397"/>
                  <a:gd name="connsiteX3" fmla="*/ 24238 w 28356"/>
                  <a:gd name="connsiteY3" fmla="*/ 4278 h 28397"/>
                  <a:gd name="connsiteX4" fmla="*/ 14213 w 28356"/>
                  <a:gd name="connsiteY4" fmla="*/ 120 h 28397"/>
                  <a:gd name="connsiteX5" fmla="*/ 4187 w 28356"/>
                  <a:gd name="connsiteY5" fmla="*/ 4278 h 28397"/>
                  <a:gd name="connsiteX6" fmla="*/ 34 w 28356"/>
                  <a:gd name="connsiteY6" fmla="*/ 14319 h 28397"/>
                  <a:gd name="connsiteX7" fmla="*/ 4187 w 28356"/>
                  <a:gd name="connsiteY7" fmla="*/ 24359 h 28397"/>
                  <a:gd name="connsiteX8" fmla="*/ 14213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18"/>
                    </a:moveTo>
                    <a:cubicBezTo>
                      <a:pt x="17973" y="28518"/>
                      <a:pt x="21579" y="27022"/>
                      <a:pt x="24238" y="24359"/>
                    </a:cubicBezTo>
                    <a:cubicBezTo>
                      <a:pt x="26897" y="21696"/>
                      <a:pt x="28391" y="18084"/>
                      <a:pt x="28391" y="14319"/>
                    </a:cubicBezTo>
                    <a:cubicBezTo>
                      <a:pt x="28391" y="10553"/>
                      <a:pt x="26897" y="6941"/>
                      <a:pt x="24238" y="4278"/>
                    </a:cubicBezTo>
                    <a:cubicBezTo>
                      <a:pt x="21579" y="1616"/>
                      <a:pt x="17973" y="120"/>
                      <a:pt x="14213" y="120"/>
                    </a:cubicBezTo>
                    <a:cubicBezTo>
                      <a:pt x="10452" y="120"/>
                      <a:pt x="6846" y="1616"/>
                      <a:pt x="4187" y="4278"/>
                    </a:cubicBezTo>
                    <a:cubicBezTo>
                      <a:pt x="1528" y="6941"/>
                      <a:pt x="34" y="10553"/>
                      <a:pt x="34" y="14319"/>
                    </a:cubicBezTo>
                    <a:cubicBezTo>
                      <a:pt x="34" y="18084"/>
                      <a:pt x="1528" y="21696"/>
                      <a:pt x="4187" y="24359"/>
                    </a:cubicBezTo>
                    <a:cubicBezTo>
                      <a:pt x="6846" y="27022"/>
                      <a:pt x="10452" y="28518"/>
                      <a:pt x="14213"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10" name="Freeform: Shape 1109">
                <a:extLst>
                  <a:ext uri="{FF2B5EF4-FFF2-40B4-BE49-F238E27FC236}">
                    <a16:creationId xmlns:a16="http://schemas.microsoft.com/office/drawing/2014/main" id="{2EF34564-E3A8-B757-5451-C2AEDF6C24E2}"/>
                  </a:ext>
                </a:extLst>
              </p:cNvPr>
              <p:cNvSpPr/>
              <p:nvPr/>
            </p:nvSpPr>
            <p:spPr>
              <a:xfrm>
                <a:off x="4979208" y="4424339"/>
                <a:ext cx="28356" cy="28397"/>
              </a:xfrm>
              <a:custGeom>
                <a:avLst/>
                <a:gdLst>
                  <a:gd name="connsiteX0" fmla="*/ 14212 w 28356"/>
                  <a:gd name="connsiteY0" fmla="*/ 28487 h 28397"/>
                  <a:gd name="connsiteX1" fmla="*/ 24238 w 28356"/>
                  <a:gd name="connsiteY1" fmla="*/ 24328 h 28397"/>
                  <a:gd name="connsiteX2" fmla="*/ 28390 w 28356"/>
                  <a:gd name="connsiteY2" fmla="*/ 14288 h 28397"/>
                  <a:gd name="connsiteX3" fmla="*/ 24238 w 28356"/>
                  <a:gd name="connsiteY3" fmla="*/ 4248 h 28397"/>
                  <a:gd name="connsiteX4" fmla="*/ 14212 w 28356"/>
                  <a:gd name="connsiteY4" fmla="*/ 89 h 28397"/>
                  <a:gd name="connsiteX5" fmla="*/ 4186 w 28356"/>
                  <a:gd name="connsiteY5" fmla="*/ 4248 h 28397"/>
                  <a:gd name="connsiteX6" fmla="*/ 34 w 28356"/>
                  <a:gd name="connsiteY6" fmla="*/ 14288 h 28397"/>
                  <a:gd name="connsiteX7" fmla="*/ 4186 w 28356"/>
                  <a:gd name="connsiteY7" fmla="*/ 24328 h 28397"/>
                  <a:gd name="connsiteX8" fmla="*/ 14212 w 28356"/>
                  <a:gd name="connsiteY8" fmla="*/ 2848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2" y="28487"/>
                    </a:moveTo>
                    <a:cubicBezTo>
                      <a:pt x="17972" y="28487"/>
                      <a:pt x="21579" y="26991"/>
                      <a:pt x="24238" y="24328"/>
                    </a:cubicBezTo>
                    <a:cubicBezTo>
                      <a:pt x="26896" y="21666"/>
                      <a:pt x="28390" y="18054"/>
                      <a:pt x="28390" y="14288"/>
                    </a:cubicBezTo>
                    <a:cubicBezTo>
                      <a:pt x="28390" y="10523"/>
                      <a:pt x="26896" y="6911"/>
                      <a:pt x="24238" y="4248"/>
                    </a:cubicBezTo>
                    <a:cubicBezTo>
                      <a:pt x="21579" y="1585"/>
                      <a:pt x="17972" y="89"/>
                      <a:pt x="14212" y="89"/>
                    </a:cubicBezTo>
                    <a:cubicBezTo>
                      <a:pt x="10452" y="89"/>
                      <a:pt x="6845" y="1585"/>
                      <a:pt x="4186" y="4248"/>
                    </a:cubicBezTo>
                    <a:cubicBezTo>
                      <a:pt x="1528" y="6911"/>
                      <a:pt x="34" y="10523"/>
                      <a:pt x="34" y="14288"/>
                    </a:cubicBezTo>
                    <a:cubicBezTo>
                      <a:pt x="34" y="18054"/>
                      <a:pt x="1528" y="21666"/>
                      <a:pt x="4186" y="24328"/>
                    </a:cubicBezTo>
                    <a:cubicBezTo>
                      <a:pt x="6845" y="26991"/>
                      <a:pt x="10452" y="28487"/>
                      <a:pt x="14212" y="2848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1111" name="Freeform: Shape 1110">
                <a:extLst>
                  <a:ext uri="{FF2B5EF4-FFF2-40B4-BE49-F238E27FC236}">
                    <a16:creationId xmlns:a16="http://schemas.microsoft.com/office/drawing/2014/main" id="{CCC272B9-BE7E-69EB-C114-A4637B37B8FD}"/>
                  </a:ext>
                </a:extLst>
              </p:cNvPr>
              <p:cNvSpPr/>
              <p:nvPr/>
            </p:nvSpPr>
            <p:spPr>
              <a:xfrm>
                <a:off x="4971449" y="5012741"/>
                <a:ext cx="28356" cy="28397"/>
              </a:xfrm>
              <a:custGeom>
                <a:avLst/>
                <a:gdLst>
                  <a:gd name="connsiteX0" fmla="*/ 14211 w 28356"/>
                  <a:gd name="connsiteY0" fmla="*/ 28534 h 28397"/>
                  <a:gd name="connsiteX1" fmla="*/ 24237 w 28356"/>
                  <a:gd name="connsiteY1" fmla="*/ 24375 h 28397"/>
                  <a:gd name="connsiteX2" fmla="*/ 28390 w 28356"/>
                  <a:gd name="connsiteY2" fmla="*/ 14335 h 28397"/>
                  <a:gd name="connsiteX3" fmla="*/ 24237 w 28356"/>
                  <a:gd name="connsiteY3" fmla="*/ 4294 h 28397"/>
                  <a:gd name="connsiteX4" fmla="*/ 14211 w 28356"/>
                  <a:gd name="connsiteY4" fmla="*/ 136 h 28397"/>
                  <a:gd name="connsiteX5" fmla="*/ 4186 w 28356"/>
                  <a:gd name="connsiteY5" fmla="*/ 4294 h 28397"/>
                  <a:gd name="connsiteX6" fmla="*/ 33 w 28356"/>
                  <a:gd name="connsiteY6" fmla="*/ 14335 h 28397"/>
                  <a:gd name="connsiteX7" fmla="*/ 4186 w 28356"/>
                  <a:gd name="connsiteY7" fmla="*/ 24375 h 28397"/>
                  <a:gd name="connsiteX8" fmla="*/ 14211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1" y="28534"/>
                    </a:moveTo>
                    <a:cubicBezTo>
                      <a:pt x="17972" y="28534"/>
                      <a:pt x="21578" y="27038"/>
                      <a:pt x="24237" y="24375"/>
                    </a:cubicBezTo>
                    <a:cubicBezTo>
                      <a:pt x="26896" y="21712"/>
                      <a:pt x="28390" y="18100"/>
                      <a:pt x="28390" y="14335"/>
                    </a:cubicBezTo>
                    <a:cubicBezTo>
                      <a:pt x="28390" y="10569"/>
                      <a:pt x="26896" y="6957"/>
                      <a:pt x="24237" y="4294"/>
                    </a:cubicBezTo>
                    <a:cubicBezTo>
                      <a:pt x="21578" y="1632"/>
                      <a:pt x="17972" y="136"/>
                      <a:pt x="14211" y="136"/>
                    </a:cubicBezTo>
                    <a:cubicBezTo>
                      <a:pt x="10451" y="136"/>
                      <a:pt x="6845" y="1632"/>
                      <a:pt x="4186" y="4294"/>
                    </a:cubicBezTo>
                    <a:cubicBezTo>
                      <a:pt x="1527" y="6957"/>
                      <a:pt x="33" y="10569"/>
                      <a:pt x="33" y="14335"/>
                    </a:cubicBezTo>
                    <a:cubicBezTo>
                      <a:pt x="33" y="18100"/>
                      <a:pt x="1527" y="21712"/>
                      <a:pt x="4186" y="24375"/>
                    </a:cubicBezTo>
                    <a:cubicBezTo>
                      <a:pt x="6845" y="27038"/>
                      <a:pt x="10451" y="28534"/>
                      <a:pt x="14211"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grpSp>
        <p:grpSp>
          <p:nvGrpSpPr>
            <p:cNvPr id="325" name="Graphic 1994">
              <a:extLst>
                <a:ext uri="{FF2B5EF4-FFF2-40B4-BE49-F238E27FC236}">
                  <a16:creationId xmlns:a16="http://schemas.microsoft.com/office/drawing/2014/main" id="{26557F51-9E0D-8140-AD46-BA483949D22F}"/>
                </a:ext>
              </a:extLst>
            </p:cNvPr>
            <p:cNvGrpSpPr/>
            <p:nvPr/>
          </p:nvGrpSpPr>
          <p:grpSpPr>
            <a:xfrm>
              <a:off x="1738409" y="6234314"/>
              <a:ext cx="1906719" cy="210440"/>
              <a:chOff x="4953645" y="5101223"/>
              <a:chExt cx="1696265" cy="187213"/>
            </a:xfrm>
            <a:solidFill>
              <a:srgbClr val="000000"/>
            </a:solidFill>
          </p:grpSpPr>
          <p:grpSp>
            <p:nvGrpSpPr>
              <p:cNvPr id="897" name="Graphic 1994">
                <a:extLst>
                  <a:ext uri="{FF2B5EF4-FFF2-40B4-BE49-F238E27FC236}">
                    <a16:creationId xmlns:a16="http://schemas.microsoft.com/office/drawing/2014/main" id="{E45BD8ED-A0ED-D04F-B0B4-BAE9D00618BA}"/>
                  </a:ext>
                </a:extLst>
              </p:cNvPr>
              <p:cNvGrpSpPr/>
              <p:nvPr/>
            </p:nvGrpSpPr>
            <p:grpSpPr>
              <a:xfrm>
                <a:off x="4953645" y="5101223"/>
                <a:ext cx="63903" cy="187213"/>
                <a:chOff x="4953645" y="5101223"/>
                <a:chExt cx="63903" cy="187213"/>
              </a:xfrm>
              <a:solidFill>
                <a:srgbClr val="000000"/>
              </a:solidFill>
            </p:grpSpPr>
            <p:sp>
              <p:nvSpPr>
                <p:cNvPr id="910" name="Freeform: Shape 909">
                  <a:extLst>
                    <a:ext uri="{FF2B5EF4-FFF2-40B4-BE49-F238E27FC236}">
                      <a16:creationId xmlns:a16="http://schemas.microsoft.com/office/drawing/2014/main" id="{D7F54249-595F-5367-6660-9569822857DB}"/>
                    </a:ext>
                  </a:extLst>
                </p:cNvPr>
                <p:cNvSpPr/>
                <p:nvPr/>
              </p:nvSpPr>
              <p:spPr>
                <a:xfrm>
                  <a:off x="4985627" y="5101223"/>
                  <a:ext cx="12681" cy="44450"/>
                </a:xfrm>
                <a:custGeom>
                  <a:avLst/>
                  <a:gdLst>
                    <a:gd name="connsiteX0" fmla="*/ 33 w 12681"/>
                    <a:gd name="connsiteY0" fmla="*/ 141 h 44450"/>
                    <a:gd name="connsiteX1" fmla="*/ 33 w 12681"/>
                    <a:gd name="connsiteY1" fmla="*/ 44591 h 44450"/>
                  </a:gdLst>
                  <a:ahLst/>
                  <a:cxnLst>
                    <a:cxn ang="0">
                      <a:pos x="connsiteX0" y="connsiteY0"/>
                    </a:cxn>
                    <a:cxn ang="0">
                      <a:pos x="connsiteX1" y="connsiteY1"/>
                    </a:cxn>
                  </a:cxnLst>
                  <a:rect l="l" t="t" r="r" b="b"/>
                  <a:pathLst>
                    <a:path w="12681" h="44450">
                      <a:moveTo>
                        <a:pt x="33" y="141"/>
                      </a:moveTo>
                      <a:lnTo>
                        <a:pt x="33" y="44591"/>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911" name="Freeform: Shape 910">
                  <a:extLst>
                    <a:ext uri="{FF2B5EF4-FFF2-40B4-BE49-F238E27FC236}">
                      <a16:creationId xmlns:a16="http://schemas.microsoft.com/office/drawing/2014/main" id="{E047126A-0ACC-54B6-1503-A0C1117C4D11}"/>
                    </a:ext>
                  </a:extLst>
                </p:cNvPr>
                <p:cNvSpPr/>
                <p:nvPr/>
              </p:nvSpPr>
              <p:spPr>
                <a:xfrm flipV="1">
                  <a:off x="4953645" y="5192372"/>
                  <a:ext cx="63903" cy="96063"/>
                </a:xfrm>
                <a:custGeom>
                  <a:avLst/>
                  <a:gdLst>
                    <a:gd name="connsiteX0" fmla="*/ 29940 w 63903"/>
                    <a:gd name="connsiteY0" fmla="*/ 83965 h 96063"/>
                    <a:gd name="connsiteX1" fmla="*/ 15416 w 63903"/>
                    <a:gd name="connsiteY1" fmla="*/ 74440 h 96063"/>
                    <a:gd name="connsiteX2" fmla="*/ 10561 w 63903"/>
                    <a:gd name="connsiteY2" fmla="*/ 45825 h 96063"/>
                    <a:gd name="connsiteX3" fmla="*/ 15416 w 63903"/>
                    <a:gd name="connsiteY3" fmla="*/ 17270 h 96063"/>
                    <a:gd name="connsiteX4" fmla="*/ 29940 w 63903"/>
                    <a:gd name="connsiteY4" fmla="*/ 7745 h 96063"/>
                    <a:gd name="connsiteX5" fmla="*/ 44524 w 63903"/>
                    <a:gd name="connsiteY5" fmla="*/ 17270 h 96063"/>
                    <a:gd name="connsiteX6" fmla="*/ 49398 w 63903"/>
                    <a:gd name="connsiteY6" fmla="*/ 45825 h 96063"/>
                    <a:gd name="connsiteX7" fmla="*/ 44524 w 63903"/>
                    <a:gd name="connsiteY7" fmla="*/ 74440 h 96063"/>
                    <a:gd name="connsiteX8" fmla="*/ 29940 w 63903"/>
                    <a:gd name="connsiteY8" fmla="*/ 83965 h 96063"/>
                    <a:gd name="connsiteX9" fmla="*/ 29940 w 63903"/>
                    <a:gd name="connsiteY9" fmla="*/ 93887 h 96063"/>
                    <a:gd name="connsiteX10" fmla="*/ 53698 w 63903"/>
                    <a:gd name="connsiteY10" fmla="*/ 81564 h 96063"/>
                    <a:gd name="connsiteX11" fmla="*/ 61902 w 63903"/>
                    <a:gd name="connsiteY11" fmla="*/ 45825 h 96063"/>
                    <a:gd name="connsiteX12" fmla="*/ 53698 w 63903"/>
                    <a:gd name="connsiteY12" fmla="*/ 10126 h 96063"/>
                    <a:gd name="connsiteX13" fmla="*/ 29940 w 63903"/>
                    <a:gd name="connsiteY13" fmla="*/ -2177 h 96063"/>
                    <a:gd name="connsiteX14" fmla="*/ 6202 w 63903"/>
                    <a:gd name="connsiteY14" fmla="*/ 10126 h 96063"/>
                    <a:gd name="connsiteX15" fmla="*/ -2001 w 63903"/>
                    <a:gd name="connsiteY15" fmla="*/ 45825 h 96063"/>
                    <a:gd name="connsiteX16" fmla="*/ 6202 w 63903"/>
                    <a:gd name="connsiteY16" fmla="*/ 81564 h 96063"/>
                    <a:gd name="connsiteX17" fmla="*/ 29940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40" y="83965"/>
                      </a:moveTo>
                      <a:cubicBezTo>
                        <a:pt x="23507" y="83965"/>
                        <a:pt x="18665" y="80790"/>
                        <a:pt x="15416" y="74440"/>
                      </a:cubicBezTo>
                      <a:cubicBezTo>
                        <a:pt x="12179" y="68103"/>
                        <a:pt x="10561" y="58565"/>
                        <a:pt x="10561" y="45825"/>
                      </a:cubicBezTo>
                      <a:cubicBezTo>
                        <a:pt x="10561" y="33138"/>
                        <a:pt x="12179" y="23620"/>
                        <a:pt x="15416" y="17270"/>
                      </a:cubicBezTo>
                      <a:cubicBezTo>
                        <a:pt x="18665" y="10920"/>
                        <a:pt x="23507" y="7745"/>
                        <a:pt x="29940" y="7745"/>
                      </a:cubicBezTo>
                      <a:cubicBezTo>
                        <a:pt x="36426" y="7745"/>
                        <a:pt x="41288" y="10920"/>
                        <a:pt x="44524" y="17270"/>
                      </a:cubicBezTo>
                      <a:cubicBezTo>
                        <a:pt x="47774" y="23620"/>
                        <a:pt x="49398" y="33138"/>
                        <a:pt x="49398" y="45825"/>
                      </a:cubicBezTo>
                      <a:cubicBezTo>
                        <a:pt x="49398" y="58565"/>
                        <a:pt x="47774" y="68103"/>
                        <a:pt x="44524" y="74440"/>
                      </a:cubicBezTo>
                      <a:cubicBezTo>
                        <a:pt x="41288" y="80790"/>
                        <a:pt x="36426" y="83965"/>
                        <a:pt x="29940" y="83965"/>
                      </a:cubicBezTo>
                      <a:close/>
                      <a:moveTo>
                        <a:pt x="29940" y="93887"/>
                      </a:moveTo>
                      <a:cubicBezTo>
                        <a:pt x="40310" y="93887"/>
                        <a:pt x="48229" y="89779"/>
                        <a:pt x="53698" y="81564"/>
                      </a:cubicBezTo>
                      <a:cubicBezTo>
                        <a:pt x="59167" y="73362"/>
                        <a:pt x="61902" y="61449"/>
                        <a:pt x="61902" y="45825"/>
                      </a:cubicBezTo>
                      <a:cubicBezTo>
                        <a:pt x="61902" y="30241"/>
                        <a:pt x="59167" y="18341"/>
                        <a:pt x="53698" y="10126"/>
                      </a:cubicBezTo>
                      <a:cubicBezTo>
                        <a:pt x="48229" y="1924"/>
                        <a:pt x="40310" y="-2177"/>
                        <a:pt x="29940" y="-2177"/>
                      </a:cubicBezTo>
                      <a:cubicBezTo>
                        <a:pt x="19583" y="-2177"/>
                        <a:pt x="11671" y="1924"/>
                        <a:pt x="6202" y="10126"/>
                      </a:cubicBezTo>
                      <a:cubicBezTo>
                        <a:pt x="733" y="18341"/>
                        <a:pt x="-2001" y="30241"/>
                        <a:pt x="-2001" y="45825"/>
                      </a:cubicBezTo>
                      <a:cubicBezTo>
                        <a:pt x="-2001" y="61449"/>
                        <a:pt x="733" y="73362"/>
                        <a:pt x="6202" y="81564"/>
                      </a:cubicBezTo>
                      <a:cubicBezTo>
                        <a:pt x="11671" y="89779"/>
                        <a:pt x="19583" y="93887"/>
                        <a:pt x="29940" y="93887"/>
                      </a:cubicBezTo>
                      <a:close/>
                    </a:path>
                  </a:pathLst>
                </a:custGeom>
                <a:solidFill>
                  <a:srgbClr val="000000"/>
                </a:solidFill>
                <a:ln w="20" cap="flat">
                  <a:noFill/>
                  <a:prstDash val="solid"/>
                  <a:round/>
                </a:ln>
              </p:spPr>
              <p:txBody>
                <a:bodyPr rtlCol="0" anchor="ctr"/>
                <a:lstStyle/>
                <a:p>
                  <a:endParaRPr lang="en-US" sz="3200"/>
                </a:p>
              </p:txBody>
            </p:sp>
          </p:grpSp>
          <p:grpSp>
            <p:nvGrpSpPr>
              <p:cNvPr id="898" name="Graphic 1994">
                <a:extLst>
                  <a:ext uri="{FF2B5EF4-FFF2-40B4-BE49-F238E27FC236}">
                    <a16:creationId xmlns:a16="http://schemas.microsoft.com/office/drawing/2014/main" id="{F04E79F8-1A66-ACEB-05D4-F5621A8392F3}"/>
                  </a:ext>
                </a:extLst>
              </p:cNvPr>
              <p:cNvGrpSpPr/>
              <p:nvPr/>
            </p:nvGrpSpPr>
            <p:grpSpPr>
              <a:xfrm>
                <a:off x="5654366" y="5101223"/>
                <a:ext cx="219702" cy="187213"/>
                <a:chOff x="5654366" y="5101223"/>
                <a:chExt cx="219702" cy="187213"/>
              </a:xfrm>
              <a:solidFill>
                <a:srgbClr val="000000"/>
              </a:solidFill>
            </p:grpSpPr>
            <p:sp>
              <p:nvSpPr>
                <p:cNvPr id="905" name="Freeform: Shape 904">
                  <a:extLst>
                    <a:ext uri="{FF2B5EF4-FFF2-40B4-BE49-F238E27FC236}">
                      <a16:creationId xmlns:a16="http://schemas.microsoft.com/office/drawing/2014/main" id="{7819001D-A565-552A-5A27-651FF5859655}"/>
                    </a:ext>
                  </a:extLst>
                </p:cNvPr>
                <p:cNvSpPr/>
                <p:nvPr/>
              </p:nvSpPr>
              <p:spPr>
                <a:xfrm>
                  <a:off x="5761466" y="5101223"/>
                  <a:ext cx="12681" cy="44450"/>
                </a:xfrm>
                <a:custGeom>
                  <a:avLst/>
                  <a:gdLst>
                    <a:gd name="connsiteX0" fmla="*/ 94 w 12681"/>
                    <a:gd name="connsiteY0" fmla="*/ 141 h 44450"/>
                    <a:gd name="connsiteX1" fmla="*/ 94 w 12681"/>
                    <a:gd name="connsiteY1" fmla="*/ 44591 h 44450"/>
                  </a:gdLst>
                  <a:ahLst/>
                  <a:cxnLst>
                    <a:cxn ang="0">
                      <a:pos x="connsiteX0" y="connsiteY0"/>
                    </a:cxn>
                    <a:cxn ang="0">
                      <a:pos x="connsiteX1" y="connsiteY1"/>
                    </a:cxn>
                  </a:cxnLst>
                  <a:rect l="l" t="t" r="r" b="b"/>
                  <a:pathLst>
                    <a:path w="12681" h="44450">
                      <a:moveTo>
                        <a:pt x="94" y="141"/>
                      </a:moveTo>
                      <a:lnTo>
                        <a:pt x="94" y="4459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906" name="Graphic 1994">
                  <a:extLst>
                    <a:ext uri="{FF2B5EF4-FFF2-40B4-BE49-F238E27FC236}">
                      <a16:creationId xmlns:a16="http://schemas.microsoft.com/office/drawing/2014/main" id="{A79EFB06-ED73-3F1A-89A7-C6EA60810577}"/>
                    </a:ext>
                  </a:extLst>
                </p:cNvPr>
                <p:cNvGrpSpPr/>
                <p:nvPr/>
              </p:nvGrpSpPr>
              <p:grpSpPr>
                <a:xfrm>
                  <a:off x="5654366" y="5192372"/>
                  <a:ext cx="219702" cy="96063"/>
                  <a:chOff x="5654366" y="5192372"/>
                  <a:chExt cx="219702" cy="96063"/>
                </a:xfrm>
                <a:solidFill>
                  <a:srgbClr val="000000"/>
                </a:solidFill>
              </p:grpSpPr>
              <p:sp>
                <p:nvSpPr>
                  <p:cNvPr id="907" name="Freeform: Shape 906">
                    <a:extLst>
                      <a:ext uri="{FF2B5EF4-FFF2-40B4-BE49-F238E27FC236}">
                        <a16:creationId xmlns:a16="http://schemas.microsoft.com/office/drawing/2014/main" id="{94C24179-E076-E8D9-89BC-A2A3BF619BBB}"/>
                      </a:ext>
                    </a:extLst>
                  </p:cNvPr>
                  <p:cNvSpPr/>
                  <p:nvPr/>
                </p:nvSpPr>
                <p:spPr>
                  <a:xfrm flipV="1">
                    <a:off x="5654366" y="5194039"/>
                    <a:ext cx="55045" cy="92590"/>
                  </a:xfrm>
                  <a:custGeom>
                    <a:avLst/>
                    <a:gdLst>
                      <a:gd name="connsiteX0" fmla="*/ -201 w 55045"/>
                      <a:gd name="connsiteY0" fmla="*/ 8356 h 92590"/>
                      <a:gd name="connsiteX1" fmla="*/ 20228 w 55045"/>
                      <a:gd name="connsiteY1" fmla="*/ 8356 h 92590"/>
                      <a:gd name="connsiteX2" fmla="*/ 20228 w 55045"/>
                      <a:gd name="connsiteY2" fmla="*/ 79000 h 92590"/>
                      <a:gd name="connsiteX3" fmla="*/ -2004 w 55045"/>
                      <a:gd name="connsiteY3" fmla="*/ 74535 h 92590"/>
                      <a:gd name="connsiteX4" fmla="*/ -2004 w 55045"/>
                      <a:gd name="connsiteY4" fmla="*/ 85946 h 92590"/>
                      <a:gd name="connsiteX5" fmla="*/ 20109 w 55045"/>
                      <a:gd name="connsiteY5" fmla="*/ 90410 h 92590"/>
                      <a:gd name="connsiteX6" fmla="*/ 32613 w 55045"/>
                      <a:gd name="connsiteY6" fmla="*/ 90410 h 92590"/>
                      <a:gd name="connsiteX7" fmla="*/ 32613 w 55045"/>
                      <a:gd name="connsiteY7" fmla="*/ 8356 h 92590"/>
                      <a:gd name="connsiteX8" fmla="*/ 53042 w 55045"/>
                      <a:gd name="connsiteY8" fmla="*/ 8356 h 92590"/>
                      <a:gd name="connsiteX9" fmla="*/ 53042 w 55045"/>
                      <a:gd name="connsiteY9" fmla="*/ -2181 h 92590"/>
                      <a:gd name="connsiteX10" fmla="*/ -201 w 55045"/>
                      <a:gd name="connsiteY10" fmla="*/ -2181 h 92590"/>
                      <a:gd name="connsiteX11" fmla="*/ -201 w 55045"/>
                      <a:gd name="connsiteY11" fmla="*/ 8356 h 9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45" h="92590">
                        <a:moveTo>
                          <a:pt x="-201" y="8356"/>
                        </a:moveTo>
                        <a:lnTo>
                          <a:pt x="20228" y="8356"/>
                        </a:lnTo>
                        <a:lnTo>
                          <a:pt x="20228" y="79000"/>
                        </a:lnTo>
                        <a:lnTo>
                          <a:pt x="-2004" y="74535"/>
                        </a:lnTo>
                        <a:lnTo>
                          <a:pt x="-2004" y="85946"/>
                        </a:lnTo>
                        <a:lnTo>
                          <a:pt x="20109" y="90410"/>
                        </a:lnTo>
                        <a:lnTo>
                          <a:pt x="32613" y="90410"/>
                        </a:lnTo>
                        <a:lnTo>
                          <a:pt x="32613" y="8356"/>
                        </a:lnTo>
                        <a:lnTo>
                          <a:pt x="53042" y="8356"/>
                        </a:lnTo>
                        <a:lnTo>
                          <a:pt x="53042" y="-2181"/>
                        </a:lnTo>
                        <a:lnTo>
                          <a:pt x="-201" y="-2181"/>
                        </a:lnTo>
                        <a:lnTo>
                          <a:pt x="-201" y="8356"/>
                        </a:lnTo>
                        <a:close/>
                      </a:path>
                    </a:pathLst>
                  </a:custGeom>
                  <a:solidFill>
                    <a:srgbClr val="000000"/>
                  </a:solidFill>
                  <a:ln w="20" cap="flat">
                    <a:noFill/>
                    <a:prstDash val="solid"/>
                    <a:round/>
                  </a:ln>
                </p:spPr>
                <p:txBody>
                  <a:bodyPr rtlCol="0" anchor="ctr"/>
                  <a:lstStyle/>
                  <a:p>
                    <a:endParaRPr lang="en-US" sz="3200"/>
                  </a:p>
                </p:txBody>
              </p:sp>
              <p:sp>
                <p:nvSpPr>
                  <p:cNvPr id="908" name="Freeform: Shape 907">
                    <a:extLst>
                      <a:ext uri="{FF2B5EF4-FFF2-40B4-BE49-F238E27FC236}">
                        <a16:creationId xmlns:a16="http://schemas.microsoft.com/office/drawing/2014/main" id="{6D3D6522-3B58-B3C1-281A-26BC7C157BB6}"/>
                      </a:ext>
                    </a:extLst>
                  </p:cNvPr>
                  <p:cNvSpPr/>
                  <p:nvPr/>
                </p:nvSpPr>
                <p:spPr>
                  <a:xfrm flipV="1">
                    <a:off x="5729482" y="5192372"/>
                    <a:ext cx="63903" cy="96063"/>
                  </a:xfrm>
                  <a:custGeom>
                    <a:avLst/>
                    <a:gdLst>
                      <a:gd name="connsiteX0" fmla="*/ 30001 w 63903"/>
                      <a:gd name="connsiteY0" fmla="*/ 83965 h 96063"/>
                      <a:gd name="connsiteX1" fmla="*/ 15477 w 63903"/>
                      <a:gd name="connsiteY1" fmla="*/ 74440 h 96063"/>
                      <a:gd name="connsiteX2" fmla="*/ 10622 w 63903"/>
                      <a:gd name="connsiteY2" fmla="*/ 45825 h 96063"/>
                      <a:gd name="connsiteX3" fmla="*/ 15477 w 63903"/>
                      <a:gd name="connsiteY3" fmla="*/ 17270 h 96063"/>
                      <a:gd name="connsiteX4" fmla="*/ 30001 w 63903"/>
                      <a:gd name="connsiteY4" fmla="*/ 7745 h 96063"/>
                      <a:gd name="connsiteX5" fmla="*/ 44585 w 63903"/>
                      <a:gd name="connsiteY5" fmla="*/ 17270 h 96063"/>
                      <a:gd name="connsiteX6" fmla="*/ 49460 w 63903"/>
                      <a:gd name="connsiteY6" fmla="*/ 45825 h 96063"/>
                      <a:gd name="connsiteX7" fmla="*/ 44585 w 63903"/>
                      <a:gd name="connsiteY7" fmla="*/ 74440 h 96063"/>
                      <a:gd name="connsiteX8" fmla="*/ 30001 w 63903"/>
                      <a:gd name="connsiteY8" fmla="*/ 83965 h 96063"/>
                      <a:gd name="connsiteX9" fmla="*/ 30001 w 63903"/>
                      <a:gd name="connsiteY9" fmla="*/ 93887 h 96063"/>
                      <a:gd name="connsiteX10" fmla="*/ 53759 w 63903"/>
                      <a:gd name="connsiteY10" fmla="*/ 81564 h 96063"/>
                      <a:gd name="connsiteX11" fmla="*/ 61963 w 63903"/>
                      <a:gd name="connsiteY11" fmla="*/ 45825 h 96063"/>
                      <a:gd name="connsiteX12" fmla="*/ 53759 w 63903"/>
                      <a:gd name="connsiteY12" fmla="*/ 10126 h 96063"/>
                      <a:gd name="connsiteX13" fmla="*/ 30001 w 63903"/>
                      <a:gd name="connsiteY13" fmla="*/ -2177 h 96063"/>
                      <a:gd name="connsiteX14" fmla="*/ 6263 w 63903"/>
                      <a:gd name="connsiteY14" fmla="*/ 10126 h 96063"/>
                      <a:gd name="connsiteX15" fmla="*/ -1940 w 63903"/>
                      <a:gd name="connsiteY15" fmla="*/ 45825 h 96063"/>
                      <a:gd name="connsiteX16" fmla="*/ 6263 w 63903"/>
                      <a:gd name="connsiteY16" fmla="*/ 81564 h 96063"/>
                      <a:gd name="connsiteX17" fmla="*/ 30001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01" y="83965"/>
                        </a:moveTo>
                        <a:cubicBezTo>
                          <a:pt x="23568" y="83965"/>
                          <a:pt x="18727" y="80790"/>
                          <a:pt x="15477" y="74440"/>
                        </a:cubicBezTo>
                        <a:cubicBezTo>
                          <a:pt x="12241" y="68103"/>
                          <a:pt x="10622" y="58565"/>
                          <a:pt x="10622" y="45825"/>
                        </a:cubicBezTo>
                        <a:cubicBezTo>
                          <a:pt x="10622" y="33138"/>
                          <a:pt x="12241" y="23620"/>
                          <a:pt x="15477" y="17270"/>
                        </a:cubicBezTo>
                        <a:cubicBezTo>
                          <a:pt x="18727" y="10920"/>
                          <a:pt x="23568" y="7745"/>
                          <a:pt x="30001" y="7745"/>
                        </a:cubicBezTo>
                        <a:cubicBezTo>
                          <a:pt x="36487" y="7745"/>
                          <a:pt x="41349" y="10920"/>
                          <a:pt x="44585" y="17270"/>
                        </a:cubicBezTo>
                        <a:cubicBezTo>
                          <a:pt x="47835" y="23620"/>
                          <a:pt x="49460" y="33138"/>
                          <a:pt x="49460" y="45825"/>
                        </a:cubicBezTo>
                        <a:cubicBezTo>
                          <a:pt x="49460" y="58565"/>
                          <a:pt x="47835" y="68103"/>
                          <a:pt x="44585" y="74440"/>
                        </a:cubicBezTo>
                        <a:cubicBezTo>
                          <a:pt x="41349" y="80790"/>
                          <a:pt x="36487" y="83965"/>
                          <a:pt x="30001" y="83965"/>
                        </a:cubicBezTo>
                        <a:close/>
                        <a:moveTo>
                          <a:pt x="30001" y="93887"/>
                        </a:moveTo>
                        <a:cubicBezTo>
                          <a:pt x="40371" y="93887"/>
                          <a:pt x="48290" y="89779"/>
                          <a:pt x="53759" y="81564"/>
                        </a:cubicBezTo>
                        <a:cubicBezTo>
                          <a:pt x="59228" y="73362"/>
                          <a:pt x="61963" y="61449"/>
                          <a:pt x="61963" y="45825"/>
                        </a:cubicBezTo>
                        <a:cubicBezTo>
                          <a:pt x="61963" y="30241"/>
                          <a:pt x="59228" y="18341"/>
                          <a:pt x="53759" y="10126"/>
                        </a:cubicBezTo>
                        <a:cubicBezTo>
                          <a:pt x="48290" y="1924"/>
                          <a:pt x="40371" y="-2177"/>
                          <a:pt x="30001" y="-2177"/>
                        </a:cubicBezTo>
                        <a:cubicBezTo>
                          <a:pt x="19645" y="-2177"/>
                          <a:pt x="11732" y="1924"/>
                          <a:pt x="6263" y="10126"/>
                        </a:cubicBezTo>
                        <a:cubicBezTo>
                          <a:pt x="794" y="18341"/>
                          <a:pt x="-1940" y="30241"/>
                          <a:pt x="-1940" y="45825"/>
                        </a:cubicBezTo>
                        <a:cubicBezTo>
                          <a:pt x="-1940" y="61449"/>
                          <a:pt x="794" y="73362"/>
                          <a:pt x="6263" y="81564"/>
                        </a:cubicBezTo>
                        <a:cubicBezTo>
                          <a:pt x="11732" y="89779"/>
                          <a:pt x="19645" y="93887"/>
                          <a:pt x="30001" y="93887"/>
                        </a:cubicBezTo>
                        <a:close/>
                      </a:path>
                    </a:pathLst>
                  </a:custGeom>
                  <a:solidFill>
                    <a:srgbClr val="000000"/>
                  </a:solidFill>
                  <a:ln w="20" cap="flat">
                    <a:noFill/>
                    <a:prstDash val="solid"/>
                    <a:round/>
                  </a:ln>
                </p:spPr>
                <p:txBody>
                  <a:bodyPr rtlCol="0" anchor="ctr"/>
                  <a:lstStyle/>
                  <a:p>
                    <a:endParaRPr lang="en-US" sz="3200"/>
                  </a:p>
                </p:txBody>
              </p:sp>
              <p:sp>
                <p:nvSpPr>
                  <p:cNvPr id="909" name="Freeform: Shape 908">
                    <a:extLst>
                      <a:ext uri="{FF2B5EF4-FFF2-40B4-BE49-F238E27FC236}">
                        <a16:creationId xmlns:a16="http://schemas.microsoft.com/office/drawing/2014/main" id="{8D808EDE-DEC8-4725-2F7D-20FC2BE90EC4}"/>
                      </a:ext>
                    </a:extLst>
                  </p:cNvPr>
                  <p:cNvSpPr/>
                  <p:nvPr/>
                </p:nvSpPr>
                <p:spPr>
                  <a:xfrm flipV="1">
                    <a:off x="5810166" y="5192372"/>
                    <a:ext cx="63903" cy="96063"/>
                  </a:xfrm>
                  <a:custGeom>
                    <a:avLst/>
                    <a:gdLst>
                      <a:gd name="connsiteX0" fmla="*/ 30008 w 63903"/>
                      <a:gd name="connsiteY0" fmla="*/ 83965 h 96063"/>
                      <a:gd name="connsiteX1" fmla="*/ 15483 w 63903"/>
                      <a:gd name="connsiteY1" fmla="*/ 74440 h 96063"/>
                      <a:gd name="connsiteX2" fmla="*/ 10629 w 63903"/>
                      <a:gd name="connsiteY2" fmla="*/ 45825 h 96063"/>
                      <a:gd name="connsiteX3" fmla="*/ 15483 w 63903"/>
                      <a:gd name="connsiteY3" fmla="*/ 17270 h 96063"/>
                      <a:gd name="connsiteX4" fmla="*/ 30008 w 63903"/>
                      <a:gd name="connsiteY4" fmla="*/ 7745 h 96063"/>
                      <a:gd name="connsiteX5" fmla="*/ 44591 w 63903"/>
                      <a:gd name="connsiteY5" fmla="*/ 17270 h 96063"/>
                      <a:gd name="connsiteX6" fmla="*/ 49466 w 63903"/>
                      <a:gd name="connsiteY6" fmla="*/ 45825 h 96063"/>
                      <a:gd name="connsiteX7" fmla="*/ 44591 w 63903"/>
                      <a:gd name="connsiteY7" fmla="*/ 74440 h 96063"/>
                      <a:gd name="connsiteX8" fmla="*/ 30008 w 63903"/>
                      <a:gd name="connsiteY8" fmla="*/ 83965 h 96063"/>
                      <a:gd name="connsiteX9" fmla="*/ 30008 w 63903"/>
                      <a:gd name="connsiteY9" fmla="*/ 93887 h 96063"/>
                      <a:gd name="connsiteX10" fmla="*/ 53766 w 63903"/>
                      <a:gd name="connsiteY10" fmla="*/ 81564 h 96063"/>
                      <a:gd name="connsiteX11" fmla="*/ 61969 w 63903"/>
                      <a:gd name="connsiteY11" fmla="*/ 45825 h 96063"/>
                      <a:gd name="connsiteX12" fmla="*/ 53766 w 63903"/>
                      <a:gd name="connsiteY12" fmla="*/ 10126 h 96063"/>
                      <a:gd name="connsiteX13" fmla="*/ 30008 w 63903"/>
                      <a:gd name="connsiteY13" fmla="*/ -2177 h 96063"/>
                      <a:gd name="connsiteX14" fmla="*/ 6269 w 63903"/>
                      <a:gd name="connsiteY14" fmla="*/ 10126 h 96063"/>
                      <a:gd name="connsiteX15" fmla="*/ -1934 w 63903"/>
                      <a:gd name="connsiteY15" fmla="*/ 45825 h 96063"/>
                      <a:gd name="connsiteX16" fmla="*/ 6269 w 63903"/>
                      <a:gd name="connsiteY16" fmla="*/ 81564 h 96063"/>
                      <a:gd name="connsiteX17" fmla="*/ 30008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08" y="83965"/>
                        </a:moveTo>
                        <a:cubicBezTo>
                          <a:pt x="23574" y="83965"/>
                          <a:pt x="18733" y="80790"/>
                          <a:pt x="15483" y="74440"/>
                        </a:cubicBezTo>
                        <a:cubicBezTo>
                          <a:pt x="12247" y="68103"/>
                          <a:pt x="10629" y="58565"/>
                          <a:pt x="10629" y="45825"/>
                        </a:cubicBezTo>
                        <a:cubicBezTo>
                          <a:pt x="10629" y="33138"/>
                          <a:pt x="12247" y="23620"/>
                          <a:pt x="15483" y="17270"/>
                        </a:cubicBezTo>
                        <a:cubicBezTo>
                          <a:pt x="18733" y="10920"/>
                          <a:pt x="23574" y="7745"/>
                          <a:pt x="30008" y="7745"/>
                        </a:cubicBezTo>
                        <a:cubicBezTo>
                          <a:pt x="36494" y="7745"/>
                          <a:pt x="41355" y="10920"/>
                          <a:pt x="44591" y="17270"/>
                        </a:cubicBezTo>
                        <a:cubicBezTo>
                          <a:pt x="47841" y="23620"/>
                          <a:pt x="49466" y="33138"/>
                          <a:pt x="49466" y="45825"/>
                        </a:cubicBezTo>
                        <a:cubicBezTo>
                          <a:pt x="49466" y="58565"/>
                          <a:pt x="47841" y="68103"/>
                          <a:pt x="44591" y="74440"/>
                        </a:cubicBezTo>
                        <a:cubicBezTo>
                          <a:pt x="41355" y="80790"/>
                          <a:pt x="36494" y="83965"/>
                          <a:pt x="30008" y="83965"/>
                        </a:cubicBezTo>
                        <a:close/>
                        <a:moveTo>
                          <a:pt x="30008" y="93887"/>
                        </a:moveTo>
                        <a:cubicBezTo>
                          <a:pt x="40377" y="93887"/>
                          <a:pt x="48297" y="89779"/>
                          <a:pt x="53766" y="81564"/>
                        </a:cubicBezTo>
                        <a:cubicBezTo>
                          <a:pt x="59235" y="73362"/>
                          <a:pt x="61969" y="61449"/>
                          <a:pt x="61969" y="45825"/>
                        </a:cubicBezTo>
                        <a:cubicBezTo>
                          <a:pt x="61969" y="30241"/>
                          <a:pt x="59235" y="18341"/>
                          <a:pt x="53766" y="10126"/>
                        </a:cubicBezTo>
                        <a:cubicBezTo>
                          <a:pt x="48297" y="1924"/>
                          <a:pt x="40377" y="-2177"/>
                          <a:pt x="30008" y="-2177"/>
                        </a:cubicBezTo>
                        <a:cubicBezTo>
                          <a:pt x="19651" y="-2177"/>
                          <a:pt x="11738" y="1924"/>
                          <a:pt x="6269" y="10126"/>
                        </a:cubicBezTo>
                        <a:cubicBezTo>
                          <a:pt x="801" y="18341"/>
                          <a:pt x="-1934" y="30241"/>
                          <a:pt x="-1934" y="45825"/>
                        </a:cubicBezTo>
                        <a:cubicBezTo>
                          <a:pt x="-1934" y="61449"/>
                          <a:pt x="801" y="73362"/>
                          <a:pt x="6269" y="81564"/>
                        </a:cubicBezTo>
                        <a:cubicBezTo>
                          <a:pt x="11738" y="89779"/>
                          <a:pt x="19651" y="93887"/>
                          <a:pt x="30008" y="93887"/>
                        </a:cubicBezTo>
                        <a:close/>
                      </a:path>
                    </a:pathLst>
                  </a:custGeom>
                  <a:solidFill>
                    <a:srgbClr val="000000"/>
                  </a:solidFill>
                  <a:ln w="20" cap="flat">
                    <a:noFill/>
                    <a:prstDash val="solid"/>
                    <a:round/>
                  </a:ln>
                </p:spPr>
                <p:txBody>
                  <a:bodyPr rtlCol="0" anchor="ctr"/>
                  <a:lstStyle/>
                  <a:p>
                    <a:endParaRPr lang="en-US" sz="3200"/>
                  </a:p>
                </p:txBody>
              </p:sp>
            </p:grpSp>
          </p:grpSp>
          <p:grpSp>
            <p:nvGrpSpPr>
              <p:cNvPr id="899" name="Graphic 1994">
                <a:extLst>
                  <a:ext uri="{FF2B5EF4-FFF2-40B4-BE49-F238E27FC236}">
                    <a16:creationId xmlns:a16="http://schemas.microsoft.com/office/drawing/2014/main" id="{82BB887D-535B-D761-1620-AA5EDDAD9945}"/>
                  </a:ext>
                </a:extLst>
              </p:cNvPr>
              <p:cNvGrpSpPr/>
              <p:nvPr/>
            </p:nvGrpSpPr>
            <p:grpSpPr>
              <a:xfrm>
                <a:off x="6425572" y="5101223"/>
                <a:ext cx="224339" cy="187213"/>
                <a:chOff x="6425572" y="5101223"/>
                <a:chExt cx="224339" cy="187213"/>
              </a:xfrm>
              <a:solidFill>
                <a:srgbClr val="000000"/>
              </a:solidFill>
            </p:grpSpPr>
            <p:sp>
              <p:nvSpPr>
                <p:cNvPr id="900" name="Freeform: Shape 899">
                  <a:extLst>
                    <a:ext uri="{FF2B5EF4-FFF2-40B4-BE49-F238E27FC236}">
                      <a16:creationId xmlns:a16="http://schemas.microsoft.com/office/drawing/2014/main" id="{DC455BF5-AD2D-4A69-28D5-C05FCBA49952}"/>
                    </a:ext>
                  </a:extLst>
                </p:cNvPr>
                <p:cNvSpPr/>
                <p:nvPr/>
              </p:nvSpPr>
              <p:spPr>
                <a:xfrm>
                  <a:off x="6537311" y="5101223"/>
                  <a:ext cx="12681" cy="44450"/>
                </a:xfrm>
                <a:custGeom>
                  <a:avLst/>
                  <a:gdLst>
                    <a:gd name="connsiteX0" fmla="*/ 155 w 12681"/>
                    <a:gd name="connsiteY0" fmla="*/ 141 h 44450"/>
                    <a:gd name="connsiteX1" fmla="*/ 155 w 12681"/>
                    <a:gd name="connsiteY1" fmla="*/ 44591 h 44450"/>
                  </a:gdLst>
                  <a:ahLst/>
                  <a:cxnLst>
                    <a:cxn ang="0">
                      <a:pos x="connsiteX0" y="connsiteY0"/>
                    </a:cxn>
                    <a:cxn ang="0">
                      <a:pos x="connsiteX1" y="connsiteY1"/>
                    </a:cxn>
                  </a:cxnLst>
                  <a:rect l="l" t="t" r="r" b="b"/>
                  <a:pathLst>
                    <a:path w="12681" h="44450">
                      <a:moveTo>
                        <a:pt x="155" y="141"/>
                      </a:moveTo>
                      <a:lnTo>
                        <a:pt x="155" y="4459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901" name="Graphic 1994">
                  <a:extLst>
                    <a:ext uri="{FF2B5EF4-FFF2-40B4-BE49-F238E27FC236}">
                      <a16:creationId xmlns:a16="http://schemas.microsoft.com/office/drawing/2014/main" id="{DCB9F74F-2C8A-AA4C-B177-47FC38735BA2}"/>
                    </a:ext>
                  </a:extLst>
                </p:cNvPr>
                <p:cNvGrpSpPr/>
                <p:nvPr/>
              </p:nvGrpSpPr>
              <p:grpSpPr>
                <a:xfrm>
                  <a:off x="6425572" y="5192372"/>
                  <a:ext cx="224339" cy="96063"/>
                  <a:chOff x="6425572" y="5192372"/>
                  <a:chExt cx="224339" cy="96063"/>
                </a:xfrm>
                <a:solidFill>
                  <a:srgbClr val="000000"/>
                </a:solidFill>
              </p:grpSpPr>
              <p:sp>
                <p:nvSpPr>
                  <p:cNvPr id="902" name="Freeform: Shape 901">
                    <a:extLst>
                      <a:ext uri="{FF2B5EF4-FFF2-40B4-BE49-F238E27FC236}">
                        <a16:creationId xmlns:a16="http://schemas.microsoft.com/office/drawing/2014/main" id="{98C4AF7A-EF71-99F9-3534-A3B40E750672}"/>
                      </a:ext>
                    </a:extLst>
                  </p:cNvPr>
                  <p:cNvSpPr/>
                  <p:nvPr/>
                </p:nvSpPr>
                <p:spPr>
                  <a:xfrm flipV="1">
                    <a:off x="6425572" y="5192372"/>
                    <a:ext cx="58691" cy="94257"/>
                  </a:xfrm>
                  <a:custGeom>
                    <a:avLst/>
                    <a:gdLst>
                      <a:gd name="connsiteX0" fmla="*/ 13238 w 58691"/>
                      <a:gd name="connsiteY0" fmla="*/ 8314 h 94257"/>
                      <a:gd name="connsiteX1" fmla="*/ 56891 w 58691"/>
                      <a:gd name="connsiteY1" fmla="*/ 8314 h 94257"/>
                      <a:gd name="connsiteX2" fmla="*/ 56891 w 58691"/>
                      <a:gd name="connsiteY2" fmla="*/ -2223 h 94257"/>
                      <a:gd name="connsiteX3" fmla="*/ -1801 w 58691"/>
                      <a:gd name="connsiteY3" fmla="*/ -2223 h 94257"/>
                      <a:gd name="connsiteX4" fmla="*/ -1801 w 58691"/>
                      <a:gd name="connsiteY4" fmla="*/ 8314 h 94257"/>
                      <a:gd name="connsiteX5" fmla="*/ 17598 w 58691"/>
                      <a:gd name="connsiteY5" fmla="*/ 28118 h 94257"/>
                      <a:gd name="connsiteX6" fmla="*/ 33053 w 58691"/>
                      <a:gd name="connsiteY6" fmla="*/ 44172 h 94257"/>
                      <a:gd name="connsiteX7" fmla="*/ 41435 w 58691"/>
                      <a:gd name="connsiteY7" fmla="*/ 55602 h 94257"/>
                      <a:gd name="connsiteX8" fmla="*/ 43833 w 58691"/>
                      <a:gd name="connsiteY8" fmla="*/ 64810 h 94257"/>
                      <a:gd name="connsiteX9" fmla="*/ 38661 w 58691"/>
                      <a:gd name="connsiteY9" fmla="*/ 76835 h 94257"/>
                      <a:gd name="connsiteX10" fmla="*/ 25187 w 58691"/>
                      <a:gd name="connsiteY10" fmla="*/ 81498 h 94257"/>
                      <a:gd name="connsiteX11" fmla="*/ 12763 w 58691"/>
                      <a:gd name="connsiteY11" fmla="*/ 79454 h 94257"/>
                      <a:gd name="connsiteX12" fmla="*/ -1187 w 58691"/>
                      <a:gd name="connsiteY12" fmla="*/ 73243 h 94257"/>
                      <a:gd name="connsiteX13" fmla="*/ -1187 w 58691"/>
                      <a:gd name="connsiteY13" fmla="*/ 85903 h 94257"/>
                      <a:gd name="connsiteX14" fmla="*/ 12921 w 58691"/>
                      <a:gd name="connsiteY14" fmla="*/ 90487 h 94257"/>
                      <a:gd name="connsiteX15" fmla="*/ 24949 w 58691"/>
                      <a:gd name="connsiteY15" fmla="*/ 92035 h 94257"/>
                      <a:gd name="connsiteX16" fmla="*/ 47855 w 58691"/>
                      <a:gd name="connsiteY16" fmla="*/ 84832 h 94257"/>
                      <a:gd name="connsiteX17" fmla="*/ 56395 w 58691"/>
                      <a:gd name="connsiteY17" fmla="*/ 65623 h 94257"/>
                      <a:gd name="connsiteX18" fmla="*/ 54255 w 58691"/>
                      <a:gd name="connsiteY18" fmla="*/ 54788 h 94257"/>
                      <a:gd name="connsiteX19" fmla="*/ 46488 w 58691"/>
                      <a:gd name="connsiteY19" fmla="*/ 42743 h 94257"/>
                      <a:gd name="connsiteX20" fmla="*/ 36640 w 58691"/>
                      <a:gd name="connsiteY20" fmla="*/ 32345 h 94257"/>
                      <a:gd name="connsiteX21" fmla="*/ 13238 w 58691"/>
                      <a:gd name="connsiteY21" fmla="*/ 8314 h 9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691" h="94257">
                        <a:moveTo>
                          <a:pt x="13238" y="8314"/>
                        </a:moveTo>
                        <a:lnTo>
                          <a:pt x="56891" y="8314"/>
                        </a:lnTo>
                        <a:lnTo>
                          <a:pt x="56891" y="-2223"/>
                        </a:lnTo>
                        <a:lnTo>
                          <a:pt x="-1801" y="-2223"/>
                        </a:lnTo>
                        <a:lnTo>
                          <a:pt x="-1801" y="8314"/>
                        </a:lnTo>
                        <a:cubicBezTo>
                          <a:pt x="2941" y="13236"/>
                          <a:pt x="9408" y="19837"/>
                          <a:pt x="17598" y="28118"/>
                        </a:cubicBezTo>
                        <a:cubicBezTo>
                          <a:pt x="25801" y="36413"/>
                          <a:pt x="30953" y="41764"/>
                          <a:pt x="33053" y="44172"/>
                        </a:cubicBezTo>
                        <a:cubicBezTo>
                          <a:pt x="37056" y="48670"/>
                          <a:pt x="39850" y="52480"/>
                          <a:pt x="41435" y="55602"/>
                        </a:cubicBezTo>
                        <a:cubicBezTo>
                          <a:pt x="43033" y="58724"/>
                          <a:pt x="43833" y="61793"/>
                          <a:pt x="43833" y="64810"/>
                        </a:cubicBezTo>
                        <a:cubicBezTo>
                          <a:pt x="43833" y="69731"/>
                          <a:pt x="42109" y="73739"/>
                          <a:pt x="38661" y="76835"/>
                        </a:cubicBezTo>
                        <a:cubicBezTo>
                          <a:pt x="35213" y="79944"/>
                          <a:pt x="30722" y="81498"/>
                          <a:pt x="25187" y="81498"/>
                        </a:cubicBezTo>
                        <a:cubicBezTo>
                          <a:pt x="21263" y="81498"/>
                          <a:pt x="17122" y="80817"/>
                          <a:pt x="12763" y="79454"/>
                        </a:cubicBezTo>
                        <a:cubicBezTo>
                          <a:pt x="8417" y="78092"/>
                          <a:pt x="3767" y="76021"/>
                          <a:pt x="-1187" y="73243"/>
                        </a:cubicBezTo>
                        <a:lnTo>
                          <a:pt x="-1187" y="85903"/>
                        </a:lnTo>
                        <a:cubicBezTo>
                          <a:pt x="3846" y="87928"/>
                          <a:pt x="8549" y="89455"/>
                          <a:pt x="12921" y="90487"/>
                        </a:cubicBezTo>
                        <a:cubicBezTo>
                          <a:pt x="17307" y="91519"/>
                          <a:pt x="21316" y="92035"/>
                          <a:pt x="24949" y="92035"/>
                        </a:cubicBezTo>
                        <a:cubicBezTo>
                          <a:pt x="34526" y="92035"/>
                          <a:pt x="42162" y="89634"/>
                          <a:pt x="47855" y="84832"/>
                        </a:cubicBezTo>
                        <a:cubicBezTo>
                          <a:pt x="53548" y="80043"/>
                          <a:pt x="56395" y="73640"/>
                          <a:pt x="56395" y="65623"/>
                        </a:cubicBezTo>
                        <a:cubicBezTo>
                          <a:pt x="56395" y="61813"/>
                          <a:pt x="55682" y="58202"/>
                          <a:pt x="54255" y="54788"/>
                        </a:cubicBezTo>
                        <a:cubicBezTo>
                          <a:pt x="52842" y="51389"/>
                          <a:pt x="50253" y="47373"/>
                          <a:pt x="46488" y="42743"/>
                        </a:cubicBezTo>
                        <a:cubicBezTo>
                          <a:pt x="45457" y="41539"/>
                          <a:pt x="42175" y="38073"/>
                          <a:pt x="36640" y="32345"/>
                        </a:cubicBezTo>
                        <a:cubicBezTo>
                          <a:pt x="31118" y="26617"/>
                          <a:pt x="23318" y="18607"/>
                          <a:pt x="13238" y="8314"/>
                        </a:cubicBezTo>
                        <a:close/>
                      </a:path>
                    </a:pathLst>
                  </a:custGeom>
                  <a:solidFill>
                    <a:srgbClr val="000000"/>
                  </a:solidFill>
                  <a:ln w="20" cap="flat">
                    <a:noFill/>
                    <a:prstDash val="solid"/>
                    <a:round/>
                  </a:ln>
                </p:spPr>
                <p:txBody>
                  <a:bodyPr rtlCol="0" anchor="ctr"/>
                  <a:lstStyle/>
                  <a:p>
                    <a:endParaRPr lang="en-US" sz="3200"/>
                  </a:p>
                </p:txBody>
              </p:sp>
              <p:sp>
                <p:nvSpPr>
                  <p:cNvPr id="903" name="Freeform: Shape 902">
                    <a:extLst>
                      <a:ext uri="{FF2B5EF4-FFF2-40B4-BE49-F238E27FC236}">
                        <a16:creationId xmlns:a16="http://schemas.microsoft.com/office/drawing/2014/main" id="{B5A91503-20D4-74CF-44A1-932DA9BD574B}"/>
                      </a:ext>
                    </a:extLst>
                  </p:cNvPr>
                  <p:cNvSpPr/>
                  <p:nvPr/>
                </p:nvSpPr>
                <p:spPr>
                  <a:xfrm flipV="1">
                    <a:off x="6505325" y="5192372"/>
                    <a:ext cx="63903" cy="96063"/>
                  </a:xfrm>
                  <a:custGeom>
                    <a:avLst/>
                    <a:gdLst>
                      <a:gd name="connsiteX0" fmla="*/ 30062 w 63903"/>
                      <a:gd name="connsiteY0" fmla="*/ 83965 h 96063"/>
                      <a:gd name="connsiteX1" fmla="*/ 15538 w 63903"/>
                      <a:gd name="connsiteY1" fmla="*/ 74440 h 96063"/>
                      <a:gd name="connsiteX2" fmla="*/ 10684 w 63903"/>
                      <a:gd name="connsiteY2" fmla="*/ 45825 h 96063"/>
                      <a:gd name="connsiteX3" fmla="*/ 15538 w 63903"/>
                      <a:gd name="connsiteY3" fmla="*/ 17270 h 96063"/>
                      <a:gd name="connsiteX4" fmla="*/ 30062 w 63903"/>
                      <a:gd name="connsiteY4" fmla="*/ 7745 h 96063"/>
                      <a:gd name="connsiteX5" fmla="*/ 44646 w 63903"/>
                      <a:gd name="connsiteY5" fmla="*/ 17270 h 96063"/>
                      <a:gd name="connsiteX6" fmla="*/ 49521 w 63903"/>
                      <a:gd name="connsiteY6" fmla="*/ 45825 h 96063"/>
                      <a:gd name="connsiteX7" fmla="*/ 44646 w 63903"/>
                      <a:gd name="connsiteY7" fmla="*/ 74440 h 96063"/>
                      <a:gd name="connsiteX8" fmla="*/ 30062 w 63903"/>
                      <a:gd name="connsiteY8" fmla="*/ 83965 h 96063"/>
                      <a:gd name="connsiteX9" fmla="*/ 30062 w 63903"/>
                      <a:gd name="connsiteY9" fmla="*/ 93887 h 96063"/>
                      <a:gd name="connsiteX10" fmla="*/ 53821 w 63903"/>
                      <a:gd name="connsiteY10" fmla="*/ 81564 h 96063"/>
                      <a:gd name="connsiteX11" fmla="*/ 62024 w 63903"/>
                      <a:gd name="connsiteY11" fmla="*/ 45825 h 96063"/>
                      <a:gd name="connsiteX12" fmla="*/ 53821 w 63903"/>
                      <a:gd name="connsiteY12" fmla="*/ 10126 h 96063"/>
                      <a:gd name="connsiteX13" fmla="*/ 30062 w 63903"/>
                      <a:gd name="connsiteY13" fmla="*/ -2177 h 96063"/>
                      <a:gd name="connsiteX14" fmla="*/ 6324 w 63903"/>
                      <a:gd name="connsiteY14" fmla="*/ 10126 h 96063"/>
                      <a:gd name="connsiteX15" fmla="*/ -1879 w 63903"/>
                      <a:gd name="connsiteY15" fmla="*/ 45825 h 96063"/>
                      <a:gd name="connsiteX16" fmla="*/ 6324 w 63903"/>
                      <a:gd name="connsiteY16" fmla="*/ 81564 h 96063"/>
                      <a:gd name="connsiteX17" fmla="*/ 30062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62" y="83965"/>
                        </a:moveTo>
                        <a:cubicBezTo>
                          <a:pt x="23629" y="83965"/>
                          <a:pt x="18788" y="80790"/>
                          <a:pt x="15538" y="74440"/>
                        </a:cubicBezTo>
                        <a:cubicBezTo>
                          <a:pt x="12302" y="68103"/>
                          <a:pt x="10684" y="58565"/>
                          <a:pt x="10684" y="45825"/>
                        </a:cubicBezTo>
                        <a:cubicBezTo>
                          <a:pt x="10684" y="33138"/>
                          <a:pt x="12302" y="23620"/>
                          <a:pt x="15538" y="17270"/>
                        </a:cubicBezTo>
                        <a:cubicBezTo>
                          <a:pt x="18788" y="10920"/>
                          <a:pt x="23629" y="7745"/>
                          <a:pt x="30062" y="7745"/>
                        </a:cubicBezTo>
                        <a:cubicBezTo>
                          <a:pt x="36549" y="7745"/>
                          <a:pt x="41410" y="10920"/>
                          <a:pt x="44646" y="17270"/>
                        </a:cubicBezTo>
                        <a:cubicBezTo>
                          <a:pt x="47896" y="23620"/>
                          <a:pt x="49521" y="33138"/>
                          <a:pt x="49521" y="45825"/>
                        </a:cubicBezTo>
                        <a:cubicBezTo>
                          <a:pt x="49521" y="58565"/>
                          <a:pt x="47896" y="68103"/>
                          <a:pt x="44646" y="74440"/>
                        </a:cubicBezTo>
                        <a:cubicBezTo>
                          <a:pt x="41410" y="80790"/>
                          <a:pt x="36549" y="83965"/>
                          <a:pt x="30062" y="83965"/>
                        </a:cubicBezTo>
                        <a:close/>
                        <a:moveTo>
                          <a:pt x="30062" y="93887"/>
                        </a:moveTo>
                        <a:cubicBezTo>
                          <a:pt x="40432" y="93887"/>
                          <a:pt x="48352" y="89779"/>
                          <a:pt x="53821" y="81564"/>
                        </a:cubicBezTo>
                        <a:cubicBezTo>
                          <a:pt x="59289" y="73362"/>
                          <a:pt x="62024" y="61449"/>
                          <a:pt x="62024" y="45825"/>
                        </a:cubicBezTo>
                        <a:cubicBezTo>
                          <a:pt x="62024" y="30241"/>
                          <a:pt x="59289" y="18341"/>
                          <a:pt x="53821" y="10126"/>
                        </a:cubicBezTo>
                        <a:cubicBezTo>
                          <a:pt x="48352" y="1924"/>
                          <a:pt x="40432" y="-2177"/>
                          <a:pt x="30062" y="-2177"/>
                        </a:cubicBezTo>
                        <a:cubicBezTo>
                          <a:pt x="19706" y="-2177"/>
                          <a:pt x="11793" y="1924"/>
                          <a:pt x="6324" y="10126"/>
                        </a:cubicBezTo>
                        <a:cubicBezTo>
                          <a:pt x="855" y="18341"/>
                          <a:pt x="-1879" y="30241"/>
                          <a:pt x="-1879" y="45825"/>
                        </a:cubicBezTo>
                        <a:cubicBezTo>
                          <a:pt x="-1879" y="61449"/>
                          <a:pt x="855" y="73362"/>
                          <a:pt x="6324" y="81564"/>
                        </a:cubicBezTo>
                        <a:cubicBezTo>
                          <a:pt x="11793" y="89779"/>
                          <a:pt x="19706" y="93887"/>
                          <a:pt x="30062" y="93887"/>
                        </a:cubicBezTo>
                        <a:close/>
                      </a:path>
                    </a:pathLst>
                  </a:custGeom>
                  <a:solidFill>
                    <a:srgbClr val="000000"/>
                  </a:solidFill>
                  <a:ln w="20" cap="flat">
                    <a:noFill/>
                    <a:prstDash val="solid"/>
                    <a:round/>
                  </a:ln>
                </p:spPr>
                <p:txBody>
                  <a:bodyPr rtlCol="0" anchor="ctr"/>
                  <a:lstStyle/>
                  <a:p>
                    <a:endParaRPr lang="en-US" sz="3200"/>
                  </a:p>
                </p:txBody>
              </p:sp>
              <p:sp>
                <p:nvSpPr>
                  <p:cNvPr id="904" name="Freeform: Shape 903">
                    <a:extLst>
                      <a:ext uri="{FF2B5EF4-FFF2-40B4-BE49-F238E27FC236}">
                        <a16:creationId xmlns:a16="http://schemas.microsoft.com/office/drawing/2014/main" id="{7AD2BEC2-B9CC-4E17-2CB8-CF24F7055D3F}"/>
                      </a:ext>
                    </a:extLst>
                  </p:cNvPr>
                  <p:cNvSpPr/>
                  <p:nvPr/>
                </p:nvSpPr>
                <p:spPr>
                  <a:xfrm flipV="1">
                    <a:off x="6586008" y="5192372"/>
                    <a:ext cx="63903" cy="96063"/>
                  </a:xfrm>
                  <a:custGeom>
                    <a:avLst/>
                    <a:gdLst>
                      <a:gd name="connsiteX0" fmla="*/ 30069 w 63903"/>
                      <a:gd name="connsiteY0" fmla="*/ 83965 h 96063"/>
                      <a:gd name="connsiteX1" fmla="*/ 15545 w 63903"/>
                      <a:gd name="connsiteY1" fmla="*/ 74440 h 96063"/>
                      <a:gd name="connsiteX2" fmla="*/ 10690 w 63903"/>
                      <a:gd name="connsiteY2" fmla="*/ 45825 h 96063"/>
                      <a:gd name="connsiteX3" fmla="*/ 15545 w 63903"/>
                      <a:gd name="connsiteY3" fmla="*/ 17270 h 96063"/>
                      <a:gd name="connsiteX4" fmla="*/ 30069 w 63903"/>
                      <a:gd name="connsiteY4" fmla="*/ 7745 h 96063"/>
                      <a:gd name="connsiteX5" fmla="*/ 44653 w 63903"/>
                      <a:gd name="connsiteY5" fmla="*/ 17270 h 96063"/>
                      <a:gd name="connsiteX6" fmla="*/ 49527 w 63903"/>
                      <a:gd name="connsiteY6" fmla="*/ 45825 h 96063"/>
                      <a:gd name="connsiteX7" fmla="*/ 44653 w 63903"/>
                      <a:gd name="connsiteY7" fmla="*/ 74440 h 96063"/>
                      <a:gd name="connsiteX8" fmla="*/ 30069 w 63903"/>
                      <a:gd name="connsiteY8" fmla="*/ 83965 h 96063"/>
                      <a:gd name="connsiteX9" fmla="*/ 30069 w 63903"/>
                      <a:gd name="connsiteY9" fmla="*/ 93887 h 96063"/>
                      <a:gd name="connsiteX10" fmla="*/ 53827 w 63903"/>
                      <a:gd name="connsiteY10" fmla="*/ 81564 h 96063"/>
                      <a:gd name="connsiteX11" fmla="*/ 62030 w 63903"/>
                      <a:gd name="connsiteY11" fmla="*/ 45825 h 96063"/>
                      <a:gd name="connsiteX12" fmla="*/ 53827 w 63903"/>
                      <a:gd name="connsiteY12" fmla="*/ 10126 h 96063"/>
                      <a:gd name="connsiteX13" fmla="*/ 30069 w 63903"/>
                      <a:gd name="connsiteY13" fmla="*/ -2177 h 96063"/>
                      <a:gd name="connsiteX14" fmla="*/ 6331 w 63903"/>
                      <a:gd name="connsiteY14" fmla="*/ 10126 h 96063"/>
                      <a:gd name="connsiteX15" fmla="*/ -1873 w 63903"/>
                      <a:gd name="connsiteY15" fmla="*/ 45825 h 96063"/>
                      <a:gd name="connsiteX16" fmla="*/ 6331 w 63903"/>
                      <a:gd name="connsiteY16" fmla="*/ 81564 h 96063"/>
                      <a:gd name="connsiteX17" fmla="*/ 30069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69" y="83965"/>
                        </a:moveTo>
                        <a:cubicBezTo>
                          <a:pt x="23636" y="83965"/>
                          <a:pt x="18794" y="80790"/>
                          <a:pt x="15545" y="74440"/>
                        </a:cubicBezTo>
                        <a:cubicBezTo>
                          <a:pt x="12308" y="68103"/>
                          <a:pt x="10690" y="58565"/>
                          <a:pt x="10690" y="45825"/>
                        </a:cubicBezTo>
                        <a:cubicBezTo>
                          <a:pt x="10690" y="33138"/>
                          <a:pt x="12308" y="23620"/>
                          <a:pt x="15545" y="17270"/>
                        </a:cubicBezTo>
                        <a:cubicBezTo>
                          <a:pt x="18794" y="10920"/>
                          <a:pt x="23636" y="7745"/>
                          <a:pt x="30069" y="7745"/>
                        </a:cubicBezTo>
                        <a:cubicBezTo>
                          <a:pt x="36555" y="7745"/>
                          <a:pt x="41416" y="10920"/>
                          <a:pt x="44653" y="17270"/>
                        </a:cubicBezTo>
                        <a:cubicBezTo>
                          <a:pt x="47902" y="23620"/>
                          <a:pt x="49527" y="33138"/>
                          <a:pt x="49527" y="45825"/>
                        </a:cubicBezTo>
                        <a:cubicBezTo>
                          <a:pt x="49527" y="58565"/>
                          <a:pt x="47902" y="68103"/>
                          <a:pt x="44653" y="74440"/>
                        </a:cubicBezTo>
                        <a:cubicBezTo>
                          <a:pt x="41416" y="80790"/>
                          <a:pt x="36555" y="83965"/>
                          <a:pt x="30069" y="83965"/>
                        </a:cubicBezTo>
                        <a:close/>
                        <a:moveTo>
                          <a:pt x="30069" y="93887"/>
                        </a:moveTo>
                        <a:cubicBezTo>
                          <a:pt x="40439" y="93887"/>
                          <a:pt x="48358" y="89779"/>
                          <a:pt x="53827" y="81564"/>
                        </a:cubicBezTo>
                        <a:cubicBezTo>
                          <a:pt x="59296" y="73362"/>
                          <a:pt x="62030" y="61449"/>
                          <a:pt x="62030" y="45825"/>
                        </a:cubicBezTo>
                        <a:cubicBezTo>
                          <a:pt x="62030" y="30241"/>
                          <a:pt x="59296" y="18341"/>
                          <a:pt x="53827" y="10126"/>
                        </a:cubicBezTo>
                        <a:cubicBezTo>
                          <a:pt x="48358" y="1924"/>
                          <a:pt x="40439" y="-2177"/>
                          <a:pt x="30069" y="-2177"/>
                        </a:cubicBezTo>
                        <a:cubicBezTo>
                          <a:pt x="19712" y="-2177"/>
                          <a:pt x="11800" y="1924"/>
                          <a:pt x="6331" y="10126"/>
                        </a:cubicBezTo>
                        <a:cubicBezTo>
                          <a:pt x="862" y="18341"/>
                          <a:pt x="-1873" y="30241"/>
                          <a:pt x="-1873" y="45825"/>
                        </a:cubicBezTo>
                        <a:cubicBezTo>
                          <a:pt x="-1873" y="61449"/>
                          <a:pt x="862" y="73362"/>
                          <a:pt x="6331" y="81564"/>
                        </a:cubicBezTo>
                        <a:cubicBezTo>
                          <a:pt x="11800" y="89779"/>
                          <a:pt x="19712" y="93887"/>
                          <a:pt x="30069" y="93887"/>
                        </a:cubicBezTo>
                        <a:close/>
                      </a:path>
                    </a:pathLst>
                  </a:custGeom>
                  <a:solidFill>
                    <a:srgbClr val="000000"/>
                  </a:solidFill>
                  <a:ln w="20" cap="flat">
                    <a:noFill/>
                    <a:prstDash val="solid"/>
                    <a:round/>
                  </a:ln>
                </p:spPr>
                <p:txBody>
                  <a:bodyPr rtlCol="0" anchor="ctr"/>
                  <a:lstStyle/>
                  <a:p>
                    <a:endParaRPr lang="en-US" sz="3200"/>
                  </a:p>
                </p:txBody>
              </p:sp>
            </p:grpSp>
          </p:grpSp>
        </p:grpSp>
        <p:grpSp>
          <p:nvGrpSpPr>
            <p:cNvPr id="326" name="Graphic 1994">
              <a:extLst>
                <a:ext uri="{FF2B5EF4-FFF2-40B4-BE49-F238E27FC236}">
                  <a16:creationId xmlns:a16="http://schemas.microsoft.com/office/drawing/2014/main" id="{10B1B114-70A9-C062-1405-A76F4030033B}"/>
                </a:ext>
              </a:extLst>
            </p:cNvPr>
            <p:cNvGrpSpPr/>
            <p:nvPr/>
          </p:nvGrpSpPr>
          <p:grpSpPr>
            <a:xfrm>
              <a:off x="1506503" y="6113415"/>
              <a:ext cx="181082" cy="107981"/>
              <a:chOff x="4747336" y="4993668"/>
              <a:chExt cx="161095" cy="96063"/>
            </a:xfrm>
            <a:solidFill>
              <a:srgbClr val="000000"/>
            </a:solidFill>
          </p:grpSpPr>
          <p:sp>
            <p:nvSpPr>
              <p:cNvPr id="895" name="Freeform: Shape 894">
                <a:extLst>
                  <a:ext uri="{FF2B5EF4-FFF2-40B4-BE49-F238E27FC236}">
                    <a16:creationId xmlns:a16="http://schemas.microsoft.com/office/drawing/2014/main" id="{50D83007-3CF0-C057-954A-3120044622B1}"/>
                  </a:ext>
                </a:extLst>
              </p:cNvPr>
              <p:cNvSpPr/>
              <p:nvPr/>
            </p:nvSpPr>
            <p:spPr>
              <a:xfrm>
                <a:off x="4864046" y="5039678"/>
                <a:ext cx="44385" cy="12700"/>
              </a:xfrm>
              <a:custGeom>
                <a:avLst/>
                <a:gdLst>
                  <a:gd name="connsiteX0" fmla="*/ 44412 w 44385"/>
                  <a:gd name="connsiteY0" fmla="*/ 137 h 12700"/>
                  <a:gd name="connsiteX1" fmla="*/ 27 w 44385"/>
                  <a:gd name="connsiteY1" fmla="*/ 137 h 12700"/>
                </a:gdLst>
                <a:ahLst/>
                <a:cxnLst>
                  <a:cxn ang="0">
                    <a:pos x="connsiteX0" y="connsiteY0"/>
                  </a:cxn>
                  <a:cxn ang="0">
                    <a:pos x="connsiteX1" y="connsiteY1"/>
                  </a:cxn>
                </a:cxnLst>
                <a:rect l="l" t="t" r="r" b="b"/>
                <a:pathLst>
                  <a:path w="44385" h="12700">
                    <a:moveTo>
                      <a:pt x="44412" y="137"/>
                    </a:moveTo>
                    <a:lnTo>
                      <a:pt x="27" y="137"/>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896" name="Freeform: Shape 895">
                <a:extLst>
                  <a:ext uri="{FF2B5EF4-FFF2-40B4-BE49-F238E27FC236}">
                    <a16:creationId xmlns:a16="http://schemas.microsoft.com/office/drawing/2014/main" id="{B2D80B33-713C-29BD-5241-A90EE008EEF5}"/>
                  </a:ext>
                </a:extLst>
              </p:cNvPr>
              <p:cNvSpPr/>
              <p:nvPr/>
            </p:nvSpPr>
            <p:spPr>
              <a:xfrm flipV="1">
                <a:off x="4747336" y="4993668"/>
                <a:ext cx="63903" cy="96063"/>
              </a:xfrm>
              <a:custGeom>
                <a:avLst/>
                <a:gdLst>
                  <a:gd name="connsiteX0" fmla="*/ 29924 w 63903"/>
                  <a:gd name="connsiteY0" fmla="*/ 83949 h 96063"/>
                  <a:gd name="connsiteX1" fmla="*/ 15400 w 63903"/>
                  <a:gd name="connsiteY1" fmla="*/ 74424 h 96063"/>
                  <a:gd name="connsiteX2" fmla="*/ 10545 w 63903"/>
                  <a:gd name="connsiteY2" fmla="*/ 45809 h 96063"/>
                  <a:gd name="connsiteX3" fmla="*/ 15400 w 63903"/>
                  <a:gd name="connsiteY3" fmla="*/ 17254 h 96063"/>
                  <a:gd name="connsiteX4" fmla="*/ 29924 w 63903"/>
                  <a:gd name="connsiteY4" fmla="*/ 7729 h 96063"/>
                  <a:gd name="connsiteX5" fmla="*/ 44508 w 63903"/>
                  <a:gd name="connsiteY5" fmla="*/ 17254 h 96063"/>
                  <a:gd name="connsiteX6" fmla="*/ 49382 w 63903"/>
                  <a:gd name="connsiteY6" fmla="*/ 45809 h 96063"/>
                  <a:gd name="connsiteX7" fmla="*/ 44508 w 63903"/>
                  <a:gd name="connsiteY7" fmla="*/ 74424 h 96063"/>
                  <a:gd name="connsiteX8" fmla="*/ 29924 w 63903"/>
                  <a:gd name="connsiteY8" fmla="*/ 83949 h 96063"/>
                  <a:gd name="connsiteX9" fmla="*/ 29924 w 63903"/>
                  <a:gd name="connsiteY9" fmla="*/ 93871 h 96063"/>
                  <a:gd name="connsiteX10" fmla="*/ 53682 w 63903"/>
                  <a:gd name="connsiteY10" fmla="*/ 81548 h 96063"/>
                  <a:gd name="connsiteX11" fmla="*/ 61885 w 63903"/>
                  <a:gd name="connsiteY11" fmla="*/ 45809 h 96063"/>
                  <a:gd name="connsiteX12" fmla="*/ 53682 w 63903"/>
                  <a:gd name="connsiteY12" fmla="*/ 10110 h 96063"/>
                  <a:gd name="connsiteX13" fmla="*/ 29924 w 63903"/>
                  <a:gd name="connsiteY13" fmla="*/ -2193 h 96063"/>
                  <a:gd name="connsiteX14" fmla="*/ 6186 w 63903"/>
                  <a:gd name="connsiteY14" fmla="*/ 10110 h 96063"/>
                  <a:gd name="connsiteX15" fmla="*/ -2018 w 63903"/>
                  <a:gd name="connsiteY15" fmla="*/ 45809 h 96063"/>
                  <a:gd name="connsiteX16" fmla="*/ 6186 w 63903"/>
                  <a:gd name="connsiteY16" fmla="*/ 81548 h 96063"/>
                  <a:gd name="connsiteX17" fmla="*/ 29924 w 63903"/>
                  <a:gd name="connsiteY17" fmla="*/ 93871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949"/>
                    </a:moveTo>
                    <a:cubicBezTo>
                      <a:pt x="23491" y="83949"/>
                      <a:pt x="18649" y="80774"/>
                      <a:pt x="15400" y="74424"/>
                    </a:cubicBezTo>
                    <a:cubicBezTo>
                      <a:pt x="12163" y="68087"/>
                      <a:pt x="10545" y="58549"/>
                      <a:pt x="10545" y="45809"/>
                    </a:cubicBezTo>
                    <a:cubicBezTo>
                      <a:pt x="10545" y="33123"/>
                      <a:pt x="12163" y="23604"/>
                      <a:pt x="15400" y="17254"/>
                    </a:cubicBezTo>
                    <a:cubicBezTo>
                      <a:pt x="18649" y="10904"/>
                      <a:pt x="23491" y="7729"/>
                      <a:pt x="29924" y="7729"/>
                    </a:cubicBezTo>
                    <a:cubicBezTo>
                      <a:pt x="36410" y="7729"/>
                      <a:pt x="41271" y="10904"/>
                      <a:pt x="44508" y="17254"/>
                    </a:cubicBezTo>
                    <a:cubicBezTo>
                      <a:pt x="47757" y="23604"/>
                      <a:pt x="49382" y="33123"/>
                      <a:pt x="49382" y="45809"/>
                    </a:cubicBezTo>
                    <a:cubicBezTo>
                      <a:pt x="49382" y="58549"/>
                      <a:pt x="47757" y="68087"/>
                      <a:pt x="44508" y="74424"/>
                    </a:cubicBezTo>
                    <a:cubicBezTo>
                      <a:pt x="41271" y="80774"/>
                      <a:pt x="36410" y="83949"/>
                      <a:pt x="29924" y="83949"/>
                    </a:cubicBezTo>
                    <a:close/>
                    <a:moveTo>
                      <a:pt x="29924" y="93871"/>
                    </a:moveTo>
                    <a:cubicBezTo>
                      <a:pt x="40294" y="93871"/>
                      <a:pt x="48213" y="89763"/>
                      <a:pt x="53682" y="81548"/>
                    </a:cubicBezTo>
                    <a:cubicBezTo>
                      <a:pt x="59151" y="73346"/>
                      <a:pt x="61885" y="61433"/>
                      <a:pt x="61885" y="45809"/>
                    </a:cubicBezTo>
                    <a:cubicBezTo>
                      <a:pt x="61885" y="30225"/>
                      <a:pt x="59151" y="18326"/>
                      <a:pt x="53682" y="10110"/>
                    </a:cubicBezTo>
                    <a:cubicBezTo>
                      <a:pt x="48213" y="1908"/>
                      <a:pt x="40294" y="-2193"/>
                      <a:pt x="29924" y="-2193"/>
                    </a:cubicBezTo>
                    <a:cubicBezTo>
                      <a:pt x="19567" y="-2193"/>
                      <a:pt x="11655" y="1908"/>
                      <a:pt x="6186" y="10110"/>
                    </a:cubicBezTo>
                    <a:cubicBezTo>
                      <a:pt x="717" y="18326"/>
                      <a:pt x="-2018" y="30225"/>
                      <a:pt x="-2018" y="45809"/>
                    </a:cubicBezTo>
                    <a:cubicBezTo>
                      <a:pt x="-2018" y="61433"/>
                      <a:pt x="717" y="73346"/>
                      <a:pt x="6186" y="81548"/>
                    </a:cubicBezTo>
                    <a:cubicBezTo>
                      <a:pt x="11655" y="89763"/>
                      <a:pt x="19567" y="93871"/>
                      <a:pt x="29924" y="93871"/>
                    </a:cubicBezTo>
                    <a:close/>
                  </a:path>
                </a:pathLst>
              </a:custGeom>
              <a:solidFill>
                <a:srgbClr val="000000"/>
              </a:solidFill>
              <a:ln w="20" cap="flat">
                <a:noFill/>
                <a:prstDash val="solid"/>
                <a:round/>
              </a:ln>
            </p:spPr>
            <p:txBody>
              <a:bodyPr rtlCol="0" anchor="ctr"/>
              <a:lstStyle/>
              <a:p>
                <a:endParaRPr lang="en-US" sz="3200"/>
              </a:p>
            </p:txBody>
          </p:sp>
        </p:grpSp>
        <p:sp>
          <p:nvSpPr>
            <p:cNvPr id="327" name="Freeform: Shape 326">
              <a:extLst>
                <a:ext uri="{FF2B5EF4-FFF2-40B4-BE49-F238E27FC236}">
                  <a16:creationId xmlns:a16="http://schemas.microsoft.com/office/drawing/2014/main" id="{5E745ACA-363D-5254-33CA-12A534F7B35B}"/>
                </a:ext>
              </a:extLst>
            </p:cNvPr>
            <p:cNvSpPr/>
            <p:nvPr/>
          </p:nvSpPr>
          <p:spPr>
            <a:xfrm>
              <a:off x="1637694" y="5806472"/>
              <a:ext cx="49892" cy="14276"/>
            </a:xfrm>
            <a:custGeom>
              <a:avLst/>
              <a:gdLst>
                <a:gd name="connsiteX0" fmla="*/ 44412 w 44385"/>
                <a:gd name="connsiteY0" fmla="*/ 111 h 12700"/>
                <a:gd name="connsiteX1" fmla="*/ 27 w 44385"/>
                <a:gd name="connsiteY1" fmla="*/ 111 h 12700"/>
              </a:gdLst>
              <a:ahLst/>
              <a:cxnLst>
                <a:cxn ang="0">
                  <a:pos x="connsiteX0" y="connsiteY0"/>
                </a:cxn>
                <a:cxn ang="0">
                  <a:pos x="connsiteX1" y="connsiteY1"/>
                </a:cxn>
              </a:cxnLst>
              <a:rect l="l" t="t" r="r" b="b"/>
              <a:pathLst>
                <a:path w="44385" h="12700">
                  <a:moveTo>
                    <a:pt x="44412" y="111"/>
                  </a:moveTo>
                  <a:lnTo>
                    <a:pt x="27" y="11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328" name="Graphic 1994">
              <a:extLst>
                <a:ext uri="{FF2B5EF4-FFF2-40B4-BE49-F238E27FC236}">
                  <a16:creationId xmlns:a16="http://schemas.microsoft.com/office/drawing/2014/main" id="{B063E61E-A2CE-27BB-C539-D390974A0A1C}"/>
                </a:ext>
              </a:extLst>
            </p:cNvPr>
            <p:cNvGrpSpPr/>
            <p:nvPr/>
          </p:nvGrpSpPr>
          <p:grpSpPr>
            <a:xfrm>
              <a:off x="1422064" y="5396104"/>
              <a:ext cx="265520" cy="107981"/>
              <a:chOff x="4672217" y="4355530"/>
              <a:chExt cx="236213" cy="96063"/>
            </a:xfrm>
            <a:solidFill>
              <a:srgbClr val="000000"/>
            </a:solidFill>
          </p:grpSpPr>
          <p:sp>
            <p:nvSpPr>
              <p:cNvPr id="891" name="Freeform: Shape 890">
                <a:extLst>
                  <a:ext uri="{FF2B5EF4-FFF2-40B4-BE49-F238E27FC236}">
                    <a16:creationId xmlns:a16="http://schemas.microsoft.com/office/drawing/2014/main" id="{AE4C8991-84DC-8B9A-7577-BB3F9E5BB477}"/>
                  </a:ext>
                </a:extLst>
              </p:cNvPr>
              <p:cNvSpPr/>
              <p:nvPr/>
            </p:nvSpPr>
            <p:spPr>
              <a:xfrm>
                <a:off x="4864046" y="4401538"/>
                <a:ext cx="44385" cy="12700"/>
              </a:xfrm>
              <a:custGeom>
                <a:avLst/>
                <a:gdLst>
                  <a:gd name="connsiteX0" fmla="*/ 44412 w 44385"/>
                  <a:gd name="connsiteY0" fmla="*/ 86 h 12700"/>
                  <a:gd name="connsiteX1" fmla="*/ 27 w 44385"/>
                  <a:gd name="connsiteY1" fmla="*/ 86 h 12700"/>
                </a:gdLst>
                <a:ahLst/>
                <a:cxnLst>
                  <a:cxn ang="0">
                    <a:pos x="connsiteX0" y="connsiteY0"/>
                  </a:cxn>
                  <a:cxn ang="0">
                    <a:pos x="connsiteX1" y="connsiteY1"/>
                  </a:cxn>
                </a:cxnLst>
                <a:rect l="l" t="t" r="r" b="b"/>
                <a:pathLst>
                  <a:path w="44385" h="12700">
                    <a:moveTo>
                      <a:pt x="44412" y="86"/>
                    </a:moveTo>
                    <a:lnTo>
                      <a:pt x="27" y="86"/>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892" name="Graphic 1994">
                <a:extLst>
                  <a:ext uri="{FF2B5EF4-FFF2-40B4-BE49-F238E27FC236}">
                    <a16:creationId xmlns:a16="http://schemas.microsoft.com/office/drawing/2014/main" id="{B3E7CA0A-52A3-CD1C-2242-AE8DB1485158}"/>
                  </a:ext>
                </a:extLst>
              </p:cNvPr>
              <p:cNvGrpSpPr/>
              <p:nvPr/>
            </p:nvGrpSpPr>
            <p:grpSpPr>
              <a:xfrm>
                <a:off x="4672217" y="4355530"/>
                <a:ext cx="139018" cy="96063"/>
                <a:chOff x="4672217" y="4355530"/>
                <a:chExt cx="139018" cy="96063"/>
              </a:xfrm>
              <a:solidFill>
                <a:srgbClr val="000000"/>
              </a:solidFill>
            </p:grpSpPr>
            <p:sp>
              <p:nvSpPr>
                <p:cNvPr id="893" name="Freeform: Shape 892">
                  <a:extLst>
                    <a:ext uri="{FF2B5EF4-FFF2-40B4-BE49-F238E27FC236}">
                      <a16:creationId xmlns:a16="http://schemas.microsoft.com/office/drawing/2014/main" id="{0D9A6733-C99F-1B6C-5DC3-BB69054896F7}"/>
                    </a:ext>
                  </a:extLst>
                </p:cNvPr>
                <p:cNvSpPr/>
                <p:nvPr/>
              </p:nvSpPr>
              <p:spPr>
                <a:xfrm flipV="1">
                  <a:off x="4672217" y="4357197"/>
                  <a:ext cx="55045" cy="92590"/>
                </a:xfrm>
                <a:custGeom>
                  <a:avLst/>
                  <a:gdLst>
                    <a:gd name="connsiteX0" fmla="*/ -278 w 55045"/>
                    <a:gd name="connsiteY0" fmla="*/ 8291 h 92590"/>
                    <a:gd name="connsiteX1" fmla="*/ 20151 w 55045"/>
                    <a:gd name="connsiteY1" fmla="*/ 8291 h 92590"/>
                    <a:gd name="connsiteX2" fmla="*/ 20151 w 55045"/>
                    <a:gd name="connsiteY2" fmla="*/ 78934 h 92590"/>
                    <a:gd name="connsiteX3" fmla="*/ -2082 w 55045"/>
                    <a:gd name="connsiteY3" fmla="*/ 74469 h 92590"/>
                    <a:gd name="connsiteX4" fmla="*/ -2082 w 55045"/>
                    <a:gd name="connsiteY4" fmla="*/ 85880 h 92590"/>
                    <a:gd name="connsiteX5" fmla="*/ 20032 w 55045"/>
                    <a:gd name="connsiteY5" fmla="*/ 90344 h 92590"/>
                    <a:gd name="connsiteX6" fmla="*/ 32535 w 55045"/>
                    <a:gd name="connsiteY6" fmla="*/ 90344 h 92590"/>
                    <a:gd name="connsiteX7" fmla="*/ 32535 w 55045"/>
                    <a:gd name="connsiteY7" fmla="*/ 8291 h 92590"/>
                    <a:gd name="connsiteX8" fmla="*/ 52964 w 55045"/>
                    <a:gd name="connsiteY8" fmla="*/ 8291 h 92590"/>
                    <a:gd name="connsiteX9" fmla="*/ 52964 w 55045"/>
                    <a:gd name="connsiteY9" fmla="*/ -2246 h 92590"/>
                    <a:gd name="connsiteX10" fmla="*/ -278 w 55045"/>
                    <a:gd name="connsiteY10" fmla="*/ -2246 h 92590"/>
                    <a:gd name="connsiteX11" fmla="*/ -278 w 55045"/>
                    <a:gd name="connsiteY11" fmla="*/ 8291 h 9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45" h="92590">
                      <a:moveTo>
                        <a:pt x="-278" y="8291"/>
                      </a:moveTo>
                      <a:lnTo>
                        <a:pt x="20151" y="8291"/>
                      </a:lnTo>
                      <a:lnTo>
                        <a:pt x="20151" y="78934"/>
                      </a:lnTo>
                      <a:lnTo>
                        <a:pt x="-2082" y="74469"/>
                      </a:lnTo>
                      <a:lnTo>
                        <a:pt x="-2082" y="85880"/>
                      </a:lnTo>
                      <a:lnTo>
                        <a:pt x="20032" y="90344"/>
                      </a:lnTo>
                      <a:lnTo>
                        <a:pt x="32535" y="90344"/>
                      </a:lnTo>
                      <a:lnTo>
                        <a:pt x="32535" y="8291"/>
                      </a:lnTo>
                      <a:lnTo>
                        <a:pt x="52964" y="8291"/>
                      </a:lnTo>
                      <a:lnTo>
                        <a:pt x="52964" y="-2246"/>
                      </a:lnTo>
                      <a:lnTo>
                        <a:pt x="-278" y="-2246"/>
                      </a:lnTo>
                      <a:lnTo>
                        <a:pt x="-278" y="8291"/>
                      </a:lnTo>
                      <a:close/>
                    </a:path>
                  </a:pathLst>
                </a:custGeom>
                <a:solidFill>
                  <a:srgbClr val="000000"/>
                </a:solidFill>
                <a:ln w="20" cap="flat">
                  <a:noFill/>
                  <a:prstDash val="solid"/>
                  <a:round/>
                </a:ln>
              </p:spPr>
              <p:txBody>
                <a:bodyPr rtlCol="0" anchor="ctr"/>
                <a:lstStyle/>
                <a:p>
                  <a:endParaRPr lang="en-US" sz="3200"/>
                </a:p>
              </p:txBody>
            </p:sp>
            <p:sp>
              <p:nvSpPr>
                <p:cNvPr id="894" name="Freeform: Shape 893">
                  <a:extLst>
                    <a:ext uri="{FF2B5EF4-FFF2-40B4-BE49-F238E27FC236}">
                      <a16:creationId xmlns:a16="http://schemas.microsoft.com/office/drawing/2014/main" id="{4D2596AB-5145-2742-8A8F-11CAF87EEE58}"/>
                    </a:ext>
                  </a:extLst>
                </p:cNvPr>
                <p:cNvSpPr/>
                <p:nvPr/>
              </p:nvSpPr>
              <p:spPr>
                <a:xfrm flipV="1">
                  <a:off x="4747333" y="4355530"/>
                  <a:ext cx="63903" cy="96063"/>
                </a:xfrm>
                <a:custGeom>
                  <a:avLst/>
                  <a:gdLst>
                    <a:gd name="connsiteX0" fmla="*/ 29924 w 63903"/>
                    <a:gd name="connsiteY0" fmla="*/ 83899 h 96063"/>
                    <a:gd name="connsiteX1" fmla="*/ 15400 w 63903"/>
                    <a:gd name="connsiteY1" fmla="*/ 74374 h 96063"/>
                    <a:gd name="connsiteX2" fmla="*/ 10545 w 63903"/>
                    <a:gd name="connsiteY2" fmla="*/ 45759 h 96063"/>
                    <a:gd name="connsiteX3" fmla="*/ 15400 w 63903"/>
                    <a:gd name="connsiteY3" fmla="*/ 17204 h 96063"/>
                    <a:gd name="connsiteX4" fmla="*/ 29924 w 63903"/>
                    <a:gd name="connsiteY4" fmla="*/ 7679 h 96063"/>
                    <a:gd name="connsiteX5" fmla="*/ 44508 w 63903"/>
                    <a:gd name="connsiteY5" fmla="*/ 17204 h 96063"/>
                    <a:gd name="connsiteX6" fmla="*/ 49382 w 63903"/>
                    <a:gd name="connsiteY6" fmla="*/ 45759 h 96063"/>
                    <a:gd name="connsiteX7" fmla="*/ 44508 w 63903"/>
                    <a:gd name="connsiteY7" fmla="*/ 74374 h 96063"/>
                    <a:gd name="connsiteX8" fmla="*/ 29924 w 63903"/>
                    <a:gd name="connsiteY8" fmla="*/ 83899 h 96063"/>
                    <a:gd name="connsiteX9" fmla="*/ 29924 w 63903"/>
                    <a:gd name="connsiteY9" fmla="*/ 93821 h 96063"/>
                    <a:gd name="connsiteX10" fmla="*/ 53682 w 63903"/>
                    <a:gd name="connsiteY10" fmla="*/ 81498 h 96063"/>
                    <a:gd name="connsiteX11" fmla="*/ 61885 w 63903"/>
                    <a:gd name="connsiteY11" fmla="*/ 45759 h 96063"/>
                    <a:gd name="connsiteX12" fmla="*/ 53682 w 63903"/>
                    <a:gd name="connsiteY12" fmla="*/ 10060 h 96063"/>
                    <a:gd name="connsiteX13" fmla="*/ 29924 w 63903"/>
                    <a:gd name="connsiteY13" fmla="*/ -2243 h 96063"/>
                    <a:gd name="connsiteX14" fmla="*/ 6186 w 63903"/>
                    <a:gd name="connsiteY14" fmla="*/ 10060 h 96063"/>
                    <a:gd name="connsiteX15" fmla="*/ -2018 w 63903"/>
                    <a:gd name="connsiteY15" fmla="*/ 45759 h 96063"/>
                    <a:gd name="connsiteX16" fmla="*/ 6186 w 63903"/>
                    <a:gd name="connsiteY16" fmla="*/ 81498 h 96063"/>
                    <a:gd name="connsiteX17" fmla="*/ 29924 w 63903"/>
                    <a:gd name="connsiteY17" fmla="*/ 93821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899"/>
                      </a:moveTo>
                      <a:cubicBezTo>
                        <a:pt x="23491" y="83899"/>
                        <a:pt x="18649" y="80724"/>
                        <a:pt x="15400" y="74374"/>
                      </a:cubicBezTo>
                      <a:cubicBezTo>
                        <a:pt x="12163" y="68037"/>
                        <a:pt x="10545" y="58499"/>
                        <a:pt x="10545" y="45759"/>
                      </a:cubicBezTo>
                      <a:cubicBezTo>
                        <a:pt x="10545" y="33072"/>
                        <a:pt x="12163" y="23554"/>
                        <a:pt x="15400" y="17204"/>
                      </a:cubicBezTo>
                      <a:cubicBezTo>
                        <a:pt x="18649" y="10854"/>
                        <a:pt x="23491" y="7679"/>
                        <a:pt x="29924" y="7679"/>
                      </a:cubicBezTo>
                      <a:cubicBezTo>
                        <a:pt x="36410" y="7679"/>
                        <a:pt x="41271" y="10854"/>
                        <a:pt x="44508" y="17204"/>
                      </a:cubicBezTo>
                      <a:cubicBezTo>
                        <a:pt x="47757" y="23554"/>
                        <a:pt x="49382" y="33072"/>
                        <a:pt x="49382" y="45759"/>
                      </a:cubicBezTo>
                      <a:cubicBezTo>
                        <a:pt x="49382" y="58499"/>
                        <a:pt x="47757" y="68037"/>
                        <a:pt x="44508" y="74374"/>
                      </a:cubicBezTo>
                      <a:cubicBezTo>
                        <a:pt x="41271" y="80724"/>
                        <a:pt x="36410" y="83899"/>
                        <a:pt x="29924" y="83899"/>
                      </a:cubicBezTo>
                      <a:close/>
                      <a:moveTo>
                        <a:pt x="29924" y="93821"/>
                      </a:moveTo>
                      <a:cubicBezTo>
                        <a:pt x="40294" y="93821"/>
                        <a:pt x="48213" y="89713"/>
                        <a:pt x="53682" y="81498"/>
                      </a:cubicBezTo>
                      <a:cubicBezTo>
                        <a:pt x="59151" y="73296"/>
                        <a:pt x="61885" y="61383"/>
                        <a:pt x="61885" y="45759"/>
                      </a:cubicBezTo>
                      <a:cubicBezTo>
                        <a:pt x="61885" y="30175"/>
                        <a:pt x="59151" y="18275"/>
                        <a:pt x="53682" y="10060"/>
                      </a:cubicBezTo>
                      <a:cubicBezTo>
                        <a:pt x="48213" y="1858"/>
                        <a:pt x="40294" y="-2243"/>
                        <a:pt x="29924" y="-2243"/>
                      </a:cubicBezTo>
                      <a:cubicBezTo>
                        <a:pt x="19567" y="-2243"/>
                        <a:pt x="11655" y="1858"/>
                        <a:pt x="6186" y="10060"/>
                      </a:cubicBezTo>
                      <a:cubicBezTo>
                        <a:pt x="717" y="18275"/>
                        <a:pt x="-2018" y="30175"/>
                        <a:pt x="-2018" y="45759"/>
                      </a:cubicBezTo>
                      <a:cubicBezTo>
                        <a:pt x="-2018" y="61383"/>
                        <a:pt x="717" y="73296"/>
                        <a:pt x="6186" y="81498"/>
                      </a:cubicBezTo>
                      <a:cubicBezTo>
                        <a:pt x="11655" y="89713"/>
                        <a:pt x="19567" y="93821"/>
                        <a:pt x="29924" y="93821"/>
                      </a:cubicBezTo>
                      <a:close/>
                    </a:path>
                  </a:pathLst>
                </a:custGeom>
                <a:solidFill>
                  <a:srgbClr val="000000"/>
                </a:solidFill>
                <a:ln w="20" cap="flat">
                  <a:noFill/>
                  <a:prstDash val="solid"/>
                  <a:round/>
                </a:ln>
              </p:spPr>
              <p:txBody>
                <a:bodyPr rtlCol="0" anchor="ctr"/>
                <a:lstStyle/>
                <a:p>
                  <a:endParaRPr lang="en-US" sz="3200"/>
                </a:p>
              </p:txBody>
            </p:sp>
          </p:grpSp>
        </p:grpSp>
        <p:sp>
          <p:nvSpPr>
            <p:cNvPr id="329" name="Freeform: Shape 328">
              <a:extLst>
                <a:ext uri="{FF2B5EF4-FFF2-40B4-BE49-F238E27FC236}">
                  <a16:creationId xmlns:a16="http://schemas.microsoft.com/office/drawing/2014/main" id="{6BB0497E-895F-F246-370F-CC56E514D95D}"/>
                </a:ext>
              </a:extLst>
            </p:cNvPr>
            <p:cNvSpPr/>
            <p:nvPr/>
          </p:nvSpPr>
          <p:spPr>
            <a:xfrm>
              <a:off x="1637694" y="5089164"/>
              <a:ext cx="49892" cy="14276"/>
            </a:xfrm>
            <a:custGeom>
              <a:avLst/>
              <a:gdLst>
                <a:gd name="connsiteX0" fmla="*/ 44412 w 44385"/>
                <a:gd name="connsiteY0" fmla="*/ 61 h 12700"/>
                <a:gd name="connsiteX1" fmla="*/ 27 w 44385"/>
                <a:gd name="connsiteY1" fmla="*/ 61 h 12700"/>
              </a:gdLst>
              <a:ahLst/>
              <a:cxnLst>
                <a:cxn ang="0">
                  <a:pos x="connsiteX0" y="connsiteY0"/>
                </a:cxn>
                <a:cxn ang="0">
                  <a:pos x="connsiteX1" y="connsiteY1"/>
                </a:cxn>
              </a:cxnLst>
              <a:rect l="l" t="t" r="r" b="b"/>
              <a:pathLst>
                <a:path w="44385" h="12700">
                  <a:moveTo>
                    <a:pt x="44412" y="61"/>
                  </a:moveTo>
                  <a:lnTo>
                    <a:pt x="27" y="6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330" name="Graphic 1994">
              <a:extLst>
                <a:ext uri="{FF2B5EF4-FFF2-40B4-BE49-F238E27FC236}">
                  <a16:creationId xmlns:a16="http://schemas.microsoft.com/office/drawing/2014/main" id="{AB78FF1F-706C-8A0A-EE35-3D7B6F768FB3}"/>
                </a:ext>
              </a:extLst>
            </p:cNvPr>
            <p:cNvGrpSpPr/>
            <p:nvPr/>
          </p:nvGrpSpPr>
          <p:grpSpPr>
            <a:xfrm>
              <a:off x="1416853" y="4678794"/>
              <a:ext cx="270732" cy="107981"/>
              <a:chOff x="4667581" y="3717393"/>
              <a:chExt cx="240850" cy="96063"/>
            </a:xfrm>
            <a:solidFill>
              <a:srgbClr val="000000"/>
            </a:solidFill>
          </p:grpSpPr>
          <p:sp>
            <p:nvSpPr>
              <p:cNvPr id="887" name="Freeform: Shape 886">
                <a:extLst>
                  <a:ext uri="{FF2B5EF4-FFF2-40B4-BE49-F238E27FC236}">
                    <a16:creationId xmlns:a16="http://schemas.microsoft.com/office/drawing/2014/main" id="{F8E9CF7C-650F-16F1-CA85-32B0D3163911}"/>
                  </a:ext>
                </a:extLst>
              </p:cNvPr>
              <p:cNvSpPr/>
              <p:nvPr/>
            </p:nvSpPr>
            <p:spPr>
              <a:xfrm>
                <a:off x="4864046" y="3763401"/>
                <a:ext cx="44385" cy="12700"/>
              </a:xfrm>
              <a:custGeom>
                <a:avLst/>
                <a:gdLst>
                  <a:gd name="connsiteX0" fmla="*/ 44412 w 44385"/>
                  <a:gd name="connsiteY0" fmla="*/ 36 h 12700"/>
                  <a:gd name="connsiteX1" fmla="*/ 27 w 44385"/>
                  <a:gd name="connsiteY1" fmla="*/ 36 h 12700"/>
                </a:gdLst>
                <a:ahLst/>
                <a:cxnLst>
                  <a:cxn ang="0">
                    <a:pos x="connsiteX0" y="connsiteY0"/>
                  </a:cxn>
                  <a:cxn ang="0">
                    <a:pos x="connsiteX1" y="connsiteY1"/>
                  </a:cxn>
                </a:cxnLst>
                <a:rect l="l" t="t" r="r" b="b"/>
                <a:pathLst>
                  <a:path w="44385" h="12700">
                    <a:moveTo>
                      <a:pt x="44412" y="36"/>
                    </a:moveTo>
                    <a:lnTo>
                      <a:pt x="27" y="36"/>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888" name="Graphic 1994">
                <a:extLst>
                  <a:ext uri="{FF2B5EF4-FFF2-40B4-BE49-F238E27FC236}">
                    <a16:creationId xmlns:a16="http://schemas.microsoft.com/office/drawing/2014/main" id="{0E8C5456-9EB7-86E4-1602-A71B3F694E82}"/>
                  </a:ext>
                </a:extLst>
              </p:cNvPr>
              <p:cNvGrpSpPr/>
              <p:nvPr/>
            </p:nvGrpSpPr>
            <p:grpSpPr>
              <a:xfrm>
                <a:off x="4667581" y="3717393"/>
                <a:ext cx="143655" cy="96063"/>
                <a:chOff x="4667581" y="3717393"/>
                <a:chExt cx="143655" cy="96063"/>
              </a:xfrm>
              <a:solidFill>
                <a:srgbClr val="000000"/>
              </a:solidFill>
            </p:grpSpPr>
            <p:sp>
              <p:nvSpPr>
                <p:cNvPr id="889" name="Freeform: Shape 888">
                  <a:extLst>
                    <a:ext uri="{FF2B5EF4-FFF2-40B4-BE49-F238E27FC236}">
                      <a16:creationId xmlns:a16="http://schemas.microsoft.com/office/drawing/2014/main" id="{4F8E6FB5-8B46-D5C8-DB34-B86E1F8BAF93}"/>
                    </a:ext>
                  </a:extLst>
                </p:cNvPr>
                <p:cNvSpPr/>
                <p:nvPr/>
              </p:nvSpPr>
              <p:spPr>
                <a:xfrm flipV="1">
                  <a:off x="4667581" y="3717393"/>
                  <a:ext cx="58691" cy="94257"/>
                </a:xfrm>
                <a:custGeom>
                  <a:avLst/>
                  <a:gdLst>
                    <a:gd name="connsiteX0" fmla="*/ 13100 w 58691"/>
                    <a:gd name="connsiteY0" fmla="*/ 8198 h 94257"/>
                    <a:gd name="connsiteX1" fmla="*/ 56752 w 58691"/>
                    <a:gd name="connsiteY1" fmla="*/ 8198 h 94257"/>
                    <a:gd name="connsiteX2" fmla="*/ 56752 w 58691"/>
                    <a:gd name="connsiteY2" fmla="*/ -2339 h 94257"/>
                    <a:gd name="connsiteX3" fmla="*/ -1940 w 58691"/>
                    <a:gd name="connsiteY3" fmla="*/ -2339 h 94257"/>
                    <a:gd name="connsiteX4" fmla="*/ -1940 w 58691"/>
                    <a:gd name="connsiteY4" fmla="*/ 8198 h 94257"/>
                    <a:gd name="connsiteX5" fmla="*/ 17459 w 58691"/>
                    <a:gd name="connsiteY5" fmla="*/ 28002 h 94257"/>
                    <a:gd name="connsiteX6" fmla="*/ 32915 w 58691"/>
                    <a:gd name="connsiteY6" fmla="*/ 44056 h 94257"/>
                    <a:gd name="connsiteX7" fmla="*/ 41296 w 58691"/>
                    <a:gd name="connsiteY7" fmla="*/ 55486 h 94257"/>
                    <a:gd name="connsiteX8" fmla="*/ 43694 w 58691"/>
                    <a:gd name="connsiteY8" fmla="*/ 64693 h 94257"/>
                    <a:gd name="connsiteX9" fmla="*/ 38522 w 58691"/>
                    <a:gd name="connsiteY9" fmla="*/ 76719 h 94257"/>
                    <a:gd name="connsiteX10" fmla="*/ 25048 w 58691"/>
                    <a:gd name="connsiteY10" fmla="*/ 81382 h 94257"/>
                    <a:gd name="connsiteX11" fmla="*/ 12624 w 58691"/>
                    <a:gd name="connsiteY11" fmla="*/ 79338 h 94257"/>
                    <a:gd name="connsiteX12" fmla="*/ -1325 w 58691"/>
                    <a:gd name="connsiteY12" fmla="*/ 73127 h 94257"/>
                    <a:gd name="connsiteX13" fmla="*/ -1325 w 58691"/>
                    <a:gd name="connsiteY13" fmla="*/ 85787 h 94257"/>
                    <a:gd name="connsiteX14" fmla="*/ 12783 w 58691"/>
                    <a:gd name="connsiteY14" fmla="*/ 90371 h 94257"/>
                    <a:gd name="connsiteX15" fmla="*/ 24810 w 58691"/>
                    <a:gd name="connsiteY15" fmla="*/ 91919 h 94257"/>
                    <a:gd name="connsiteX16" fmla="*/ 47716 w 58691"/>
                    <a:gd name="connsiteY16" fmla="*/ 84716 h 94257"/>
                    <a:gd name="connsiteX17" fmla="*/ 56257 w 58691"/>
                    <a:gd name="connsiteY17" fmla="*/ 65507 h 94257"/>
                    <a:gd name="connsiteX18" fmla="*/ 54117 w 58691"/>
                    <a:gd name="connsiteY18" fmla="*/ 54672 h 94257"/>
                    <a:gd name="connsiteX19" fmla="*/ 46349 w 58691"/>
                    <a:gd name="connsiteY19" fmla="*/ 42627 h 94257"/>
                    <a:gd name="connsiteX20" fmla="*/ 36501 w 58691"/>
                    <a:gd name="connsiteY20" fmla="*/ 32229 h 94257"/>
                    <a:gd name="connsiteX21" fmla="*/ 13100 w 58691"/>
                    <a:gd name="connsiteY21" fmla="*/ 8198 h 9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691" h="94257">
                      <a:moveTo>
                        <a:pt x="13100" y="8198"/>
                      </a:moveTo>
                      <a:lnTo>
                        <a:pt x="56752" y="8198"/>
                      </a:lnTo>
                      <a:lnTo>
                        <a:pt x="56752" y="-2339"/>
                      </a:lnTo>
                      <a:lnTo>
                        <a:pt x="-1940" y="-2339"/>
                      </a:lnTo>
                      <a:lnTo>
                        <a:pt x="-1940" y="8198"/>
                      </a:lnTo>
                      <a:cubicBezTo>
                        <a:pt x="2803" y="13119"/>
                        <a:pt x="9269" y="19721"/>
                        <a:pt x="17459" y="28002"/>
                      </a:cubicBezTo>
                      <a:cubicBezTo>
                        <a:pt x="25662" y="36297"/>
                        <a:pt x="30814" y="41648"/>
                        <a:pt x="32915" y="44056"/>
                      </a:cubicBezTo>
                      <a:cubicBezTo>
                        <a:pt x="36917" y="48554"/>
                        <a:pt x="39711" y="52364"/>
                        <a:pt x="41296" y="55486"/>
                      </a:cubicBezTo>
                      <a:cubicBezTo>
                        <a:pt x="42895" y="58608"/>
                        <a:pt x="43694" y="61677"/>
                        <a:pt x="43694" y="64693"/>
                      </a:cubicBezTo>
                      <a:cubicBezTo>
                        <a:pt x="43694" y="69615"/>
                        <a:pt x="41970" y="73623"/>
                        <a:pt x="38522" y="76719"/>
                      </a:cubicBezTo>
                      <a:cubicBezTo>
                        <a:pt x="35074" y="79828"/>
                        <a:pt x="30583" y="81382"/>
                        <a:pt x="25048" y="81382"/>
                      </a:cubicBezTo>
                      <a:cubicBezTo>
                        <a:pt x="21125" y="81382"/>
                        <a:pt x="16983" y="80701"/>
                        <a:pt x="12624" y="79338"/>
                      </a:cubicBezTo>
                      <a:cubicBezTo>
                        <a:pt x="8278" y="77975"/>
                        <a:pt x="3628" y="75905"/>
                        <a:pt x="-1325" y="73127"/>
                      </a:cubicBezTo>
                      <a:lnTo>
                        <a:pt x="-1325" y="85787"/>
                      </a:lnTo>
                      <a:cubicBezTo>
                        <a:pt x="3707" y="87811"/>
                        <a:pt x="8410" y="89339"/>
                        <a:pt x="12783" y="90371"/>
                      </a:cubicBezTo>
                      <a:cubicBezTo>
                        <a:pt x="17168" y="91403"/>
                        <a:pt x="21178" y="91919"/>
                        <a:pt x="24810" y="91919"/>
                      </a:cubicBezTo>
                      <a:cubicBezTo>
                        <a:pt x="34388" y="91919"/>
                        <a:pt x="42023" y="89518"/>
                        <a:pt x="47716" y="84716"/>
                      </a:cubicBezTo>
                      <a:cubicBezTo>
                        <a:pt x="53410" y="79927"/>
                        <a:pt x="56257" y="73524"/>
                        <a:pt x="56257" y="65507"/>
                      </a:cubicBezTo>
                      <a:cubicBezTo>
                        <a:pt x="56257" y="61697"/>
                        <a:pt x="55543" y="58085"/>
                        <a:pt x="54117" y="54672"/>
                      </a:cubicBezTo>
                      <a:cubicBezTo>
                        <a:pt x="52703" y="51272"/>
                        <a:pt x="50114" y="47257"/>
                        <a:pt x="46349" y="42627"/>
                      </a:cubicBezTo>
                      <a:cubicBezTo>
                        <a:pt x="45319" y="41423"/>
                        <a:pt x="42036" y="37957"/>
                        <a:pt x="36501" y="32229"/>
                      </a:cubicBezTo>
                      <a:cubicBezTo>
                        <a:pt x="30979" y="26501"/>
                        <a:pt x="23179" y="18491"/>
                        <a:pt x="13100" y="8198"/>
                      </a:cubicBezTo>
                      <a:close/>
                    </a:path>
                  </a:pathLst>
                </a:custGeom>
                <a:solidFill>
                  <a:srgbClr val="000000"/>
                </a:solidFill>
                <a:ln w="20" cap="flat">
                  <a:noFill/>
                  <a:prstDash val="solid"/>
                  <a:round/>
                </a:ln>
              </p:spPr>
              <p:txBody>
                <a:bodyPr rtlCol="0" anchor="ctr"/>
                <a:lstStyle/>
                <a:p>
                  <a:endParaRPr lang="en-US" sz="3200"/>
                </a:p>
              </p:txBody>
            </p:sp>
            <p:sp>
              <p:nvSpPr>
                <p:cNvPr id="890" name="Freeform: Shape 889">
                  <a:extLst>
                    <a:ext uri="{FF2B5EF4-FFF2-40B4-BE49-F238E27FC236}">
                      <a16:creationId xmlns:a16="http://schemas.microsoft.com/office/drawing/2014/main" id="{EC09E126-B0DA-3B91-011E-CD85BC9A1906}"/>
                    </a:ext>
                  </a:extLst>
                </p:cNvPr>
                <p:cNvSpPr/>
                <p:nvPr/>
              </p:nvSpPr>
              <p:spPr>
                <a:xfrm flipV="1">
                  <a:off x="4747333" y="3717393"/>
                  <a:ext cx="63903" cy="96063"/>
                </a:xfrm>
                <a:custGeom>
                  <a:avLst/>
                  <a:gdLst>
                    <a:gd name="connsiteX0" fmla="*/ 29924 w 63903"/>
                    <a:gd name="connsiteY0" fmla="*/ 83849 h 96063"/>
                    <a:gd name="connsiteX1" fmla="*/ 15400 w 63903"/>
                    <a:gd name="connsiteY1" fmla="*/ 74324 h 96063"/>
                    <a:gd name="connsiteX2" fmla="*/ 10545 w 63903"/>
                    <a:gd name="connsiteY2" fmla="*/ 45709 h 96063"/>
                    <a:gd name="connsiteX3" fmla="*/ 15400 w 63903"/>
                    <a:gd name="connsiteY3" fmla="*/ 17154 h 96063"/>
                    <a:gd name="connsiteX4" fmla="*/ 29924 w 63903"/>
                    <a:gd name="connsiteY4" fmla="*/ 7629 h 96063"/>
                    <a:gd name="connsiteX5" fmla="*/ 44508 w 63903"/>
                    <a:gd name="connsiteY5" fmla="*/ 17154 h 96063"/>
                    <a:gd name="connsiteX6" fmla="*/ 49382 w 63903"/>
                    <a:gd name="connsiteY6" fmla="*/ 45709 h 96063"/>
                    <a:gd name="connsiteX7" fmla="*/ 44508 w 63903"/>
                    <a:gd name="connsiteY7" fmla="*/ 74324 h 96063"/>
                    <a:gd name="connsiteX8" fmla="*/ 29924 w 63903"/>
                    <a:gd name="connsiteY8" fmla="*/ 83849 h 96063"/>
                    <a:gd name="connsiteX9" fmla="*/ 29924 w 63903"/>
                    <a:gd name="connsiteY9" fmla="*/ 93770 h 96063"/>
                    <a:gd name="connsiteX10" fmla="*/ 53682 w 63903"/>
                    <a:gd name="connsiteY10" fmla="*/ 81447 h 96063"/>
                    <a:gd name="connsiteX11" fmla="*/ 61885 w 63903"/>
                    <a:gd name="connsiteY11" fmla="*/ 45709 h 96063"/>
                    <a:gd name="connsiteX12" fmla="*/ 53682 w 63903"/>
                    <a:gd name="connsiteY12" fmla="*/ 10010 h 96063"/>
                    <a:gd name="connsiteX13" fmla="*/ 29924 w 63903"/>
                    <a:gd name="connsiteY13" fmla="*/ -2293 h 96063"/>
                    <a:gd name="connsiteX14" fmla="*/ 6186 w 63903"/>
                    <a:gd name="connsiteY14" fmla="*/ 10010 h 96063"/>
                    <a:gd name="connsiteX15" fmla="*/ -2018 w 63903"/>
                    <a:gd name="connsiteY15" fmla="*/ 45709 h 96063"/>
                    <a:gd name="connsiteX16" fmla="*/ 6186 w 63903"/>
                    <a:gd name="connsiteY16" fmla="*/ 81447 h 96063"/>
                    <a:gd name="connsiteX17" fmla="*/ 29924 w 63903"/>
                    <a:gd name="connsiteY17" fmla="*/ 93770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849"/>
                      </a:moveTo>
                      <a:cubicBezTo>
                        <a:pt x="23491" y="83849"/>
                        <a:pt x="18649" y="80674"/>
                        <a:pt x="15400" y="74324"/>
                      </a:cubicBezTo>
                      <a:cubicBezTo>
                        <a:pt x="12163" y="67987"/>
                        <a:pt x="10545" y="58449"/>
                        <a:pt x="10545" y="45709"/>
                      </a:cubicBezTo>
                      <a:cubicBezTo>
                        <a:pt x="10545" y="33022"/>
                        <a:pt x="12163" y="23504"/>
                        <a:pt x="15400" y="17154"/>
                      </a:cubicBezTo>
                      <a:cubicBezTo>
                        <a:pt x="18649" y="10804"/>
                        <a:pt x="23491" y="7629"/>
                        <a:pt x="29924" y="7629"/>
                      </a:cubicBezTo>
                      <a:cubicBezTo>
                        <a:pt x="36410" y="7629"/>
                        <a:pt x="41271" y="10804"/>
                        <a:pt x="44508" y="17154"/>
                      </a:cubicBezTo>
                      <a:cubicBezTo>
                        <a:pt x="47757" y="23504"/>
                        <a:pt x="49382" y="33022"/>
                        <a:pt x="49382" y="45709"/>
                      </a:cubicBezTo>
                      <a:cubicBezTo>
                        <a:pt x="49382" y="58449"/>
                        <a:pt x="47757" y="67987"/>
                        <a:pt x="44508" y="74324"/>
                      </a:cubicBezTo>
                      <a:cubicBezTo>
                        <a:pt x="41271" y="80674"/>
                        <a:pt x="36410" y="83849"/>
                        <a:pt x="29924" y="83849"/>
                      </a:cubicBezTo>
                      <a:close/>
                      <a:moveTo>
                        <a:pt x="29924" y="93770"/>
                      </a:moveTo>
                      <a:cubicBezTo>
                        <a:pt x="40294" y="93770"/>
                        <a:pt x="48213" y="89663"/>
                        <a:pt x="53682" y="81447"/>
                      </a:cubicBezTo>
                      <a:cubicBezTo>
                        <a:pt x="59151" y="73245"/>
                        <a:pt x="61885" y="61332"/>
                        <a:pt x="61885" y="45709"/>
                      </a:cubicBezTo>
                      <a:cubicBezTo>
                        <a:pt x="61885" y="30125"/>
                        <a:pt x="59151" y="18225"/>
                        <a:pt x="53682" y="10010"/>
                      </a:cubicBezTo>
                      <a:cubicBezTo>
                        <a:pt x="48213" y="1808"/>
                        <a:pt x="40294" y="-2293"/>
                        <a:pt x="29924" y="-2293"/>
                      </a:cubicBezTo>
                      <a:cubicBezTo>
                        <a:pt x="19567" y="-2293"/>
                        <a:pt x="11655" y="1808"/>
                        <a:pt x="6186" y="10010"/>
                      </a:cubicBezTo>
                      <a:cubicBezTo>
                        <a:pt x="717" y="18225"/>
                        <a:pt x="-2018" y="30125"/>
                        <a:pt x="-2018" y="45709"/>
                      </a:cubicBezTo>
                      <a:cubicBezTo>
                        <a:pt x="-2018" y="61332"/>
                        <a:pt x="717" y="73245"/>
                        <a:pt x="6186" y="81447"/>
                      </a:cubicBezTo>
                      <a:cubicBezTo>
                        <a:pt x="11655" y="89663"/>
                        <a:pt x="19567" y="93770"/>
                        <a:pt x="29924" y="93770"/>
                      </a:cubicBezTo>
                      <a:close/>
                    </a:path>
                  </a:pathLst>
                </a:custGeom>
                <a:solidFill>
                  <a:srgbClr val="000000"/>
                </a:solidFill>
                <a:ln w="20" cap="flat">
                  <a:noFill/>
                  <a:prstDash val="solid"/>
                  <a:round/>
                </a:ln>
              </p:spPr>
              <p:txBody>
                <a:bodyPr rtlCol="0" anchor="ctr"/>
                <a:lstStyle/>
                <a:p>
                  <a:endParaRPr lang="en-US" sz="3200"/>
                </a:p>
              </p:txBody>
            </p:sp>
          </p:grpSp>
        </p:grpSp>
        <p:sp>
          <p:nvSpPr>
            <p:cNvPr id="331" name="Freeform: Shape 330">
              <a:extLst>
                <a:ext uri="{FF2B5EF4-FFF2-40B4-BE49-F238E27FC236}">
                  <a16:creationId xmlns:a16="http://schemas.microsoft.com/office/drawing/2014/main" id="{DC4E92C3-E65D-4F6B-E41A-387BEE37CA7E}"/>
                </a:ext>
              </a:extLst>
            </p:cNvPr>
            <p:cNvSpPr/>
            <p:nvPr/>
          </p:nvSpPr>
          <p:spPr>
            <a:xfrm>
              <a:off x="1637694" y="4371854"/>
              <a:ext cx="49892" cy="14276"/>
            </a:xfrm>
            <a:custGeom>
              <a:avLst/>
              <a:gdLst>
                <a:gd name="connsiteX0" fmla="*/ 44412 w 44385"/>
                <a:gd name="connsiteY0" fmla="*/ 11 h 12700"/>
                <a:gd name="connsiteX1" fmla="*/ 27 w 44385"/>
                <a:gd name="connsiteY1" fmla="*/ 11 h 12700"/>
              </a:gdLst>
              <a:ahLst/>
              <a:cxnLst>
                <a:cxn ang="0">
                  <a:pos x="connsiteX0" y="connsiteY0"/>
                </a:cxn>
                <a:cxn ang="0">
                  <a:pos x="connsiteX1" y="connsiteY1"/>
                </a:cxn>
              </a:cxnLst>
              <a:rect l="l" t="t" r="r" b="b"/>
              <a:pathLst>
                <a:path w="44385" h="12700">
                  <a:moveTo>
                    <a:pt x="44412" y="11"/>
                  </a:moveTo>
                  <a:lnTo>
                    <a:pt x="27" y="11"/>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332" name="Freeform: Shape 331">
              <a:extLst>
                <a:ext uri="{FF2B5EF4-FFF2-40B4-BE49-F238E27FC236}">
                  <a16:creationId xmlns:a16="http://schemas.microsoft.com/office/drawing/2014/main" id="{889E749D-B57F-0DC2-59E8-F9B1C3EDD8C9}"/>
                </a:ext>
              </a:extLst>
            </p:cNvPr>
            <p:cNvSpPr/>
            <p:nvPr/>
          </p:nvSpPr>
          <p:spPr>
            <a:xfrm>
              <a:off x="1687585" y="4371854"/>
              <a:ext cx="14254" cy="1862459"/>
            </a:xfrm>
            <a:custGeom>
              <a:avLst/>
              <a:gdLst>
                <a:gd name="connsiteX0" fmla="*/ 0 w 12681"/>
                <a:gd name="connsiteY0" fmla="*/ 1656890 h 1656890"/>
                <a:gd name="connsiteX1" fmla="*/ 0 w 12681"/>
                <a:gd name="connsiteY1" fmla="*/ 0 h 1656890"/>
              </a:gdLst>
              <a:ahLst/>
              <a:cxnLst>
                <a:cxn ang="0">
                  <a:pos x="connsiteX0" y="connsiteY0"/>
                </a:cxn>
                <a:cxn ang="0">
                  <a:pos x="connsiteX1" y="connsiteY1"/>
                </a:cxn>
              </a:cxnLst>
              <a:rect l="l" t="t" r="r" b="b"/>
              <a:pathLst>
                <a:path w="12681" h="1656890">
                  <a:moveTo>
                    <a:pt x="0" y="1656890"/>
                  </a:moveTo>
                  <a:lnTo>
                    <a:pt x="0" y="0"/>
                  </a:lnTo>
                </a:path>
              </a:pathLst>
            </a:custGeom>
            <a:noFill/>
            <a:ln w="10145" cap="sq">
              <a:solidFill>
                <a:srgbClr val="000000"/>
              </a:solidFill>
              <a:prstDash val="solid"/>
              <a:miter/>
            </a:ln>
          </p:spPr>
          <p:txBody>
            <a:bodyPr rtlCol="0" anchor="ctr"/>
            <a:lstStyle/>
            <a:p>
              <a:endParaRPr lang="en-US" sz="3200"/>
            </a:p>
          </p:txBody>
        </p:sp>
        <p:sp>
          <p:nvSpPr>
            <p:cNvPr id="333" name="Freeform: Shape 332">
              <a:extLst>
                <a:ext uri="{FF2B5EF4-FFF2-40B4-BE49-F238E27FC236}">
                  <a16:creationId xmlns:a16="http://schemas.microsoft.com/office/drawing/2014/main" id="{2FEF0341-3388-26BE-1FBF-1CA3E170CCBA}"/>
                </a:ext>
              </a:extLst>
            </p:cNvPr>
            <p:cNvSpPr/>
            <p:nvPr/>
          </p:nvSpPr>
          <p:spPr>
            <a:xfrm>
              <a:off x="1687585" y="6234314"/>
              <a:ext cx="1909019" cy="14276"/>
            </a:xfrm>
            <a:custGeom>
              <a:avLst/>
              <a:gdLst>
                <a:gd name="connsiteX0" fmla="*/ 0 w 1698311"/>
                <a:gd name="connsiteY0" fmla="*/ 0 h 12700"/>
                <a:gd name="connsiteX1" fmla="*/ 1698312 w 1698311"/>
                <a:gd name="connsiteY1" fmla="*/ 0 h 12700"/>
              </a:gdLst>
              <a:ahLst/>
              <a:cxnLst>
                <a:cxn ang="0">
                  <a:pos x="connsiteX0" y="connsiteY0"/>
                </a:cxn>
                <a:cxn ang="0">
                  <a:pos x="connsiteX1" y="connsiteY1"/>
                </a:cxn>
              </a:cxnLst>
              <a:rect l="l" t="t" r="r" b="b"/>
              <a:pathLst>
                <a:path w="1698311" h="12700">
                  <a:moveTo>
                    <a:pt x="0" y="0"/>
                  </a:moveTo>
                  <a:lnTo>
                    <a:pt x="1698312" y="0"/>
                  </a:lnTo>
                </a:path>
              </a:pathLst>
            </a:custGeom>
            <a:noFill/>
            <a:ln w="10145" cap="sq">
              <a:solidFill>
                <a:srgbClr val="000000"/>
              </a:solidFill>
              <a:prstDash val="solid"/>
              <a:miter/>
            </a:ln>
          </p:spPr>
          <p:txBody>
            <a:bodyPr rtlCol="0" anchor="ctr"/>
            <a:lstStyle/>
            <a:p>
              <a:endParaRPr lang="en-US" sz="3200"/>
            </a:p>
          </p:txBody>
        </p:sp>
        <p:grpSp>
          <p:nvGrpSpPr>
            <p:cNvPr id="334" name="Graphic 1996">
              <a:extLst>
                <a:ext uri="{FF2B5EF4-FFF2-40B4-BE49-F238E27FC236}">
                  <a16:creationId xmlns:a16="http://schemas.microsoft.com/office/drawing/2014/main" id="{8ED7A045-CA69-EB55-60D3-331D0E777933}"/>
                </a:ext>
              </a:extLst>
            </p:cNvPr>
            <p:cNvGrpSpPr/>
            <p:nvPr/>
          </p:nvGrpSpPr>
          <p:grpSpPr>
            <a:xfrm>
              <a:off x="4584092" y="5961249"/>
              <a:ext cx="1767350" cy="82413"/>
              <a:chOff x="7891254" y="4858297"/>
              <a:chExt cx="1572279" cy="73317"/>
            </a:xfrm>
          </p:grpSpPr>
          <p:sp>
            <p:nvSpPr>
              <p:cNvPr id="687" name="Freeform: Shape 686">
                <a:extLst>
                  <a:ext uri="{FF2B5EF4-FFF2-40B4-BE49-F238E27FC236}">
                    <a16:creationId xmlns:a16="http://schemas.microsoft.com/office/drawing/2014/main" id="{E29E73F2-84EE-0A3E-2023-E2BB6295AFBC}"/>
                  </a:ext>
                </a:extLst>
              </p:cNvPr>
              <p:cNvSpPr/>
              <p:nvPr/>
            </p:nvSpPr>
            <p:spPr>
              <a:xfrm>
                <a:off x="9435177" y="4878223"/>
                <a:ext cx="28356" cy="28397"/>
              </a:xfrm>
              <a:custGeom>
                <a:avLst/>
                <a:gdLst>
                  <a:gd name="connsiteX0" fmla="*/ 14333 w 28356"/>
                  <a:gd name="connsiteY0" fmla="*/ 28523 h 28397"/>
                  <a:gd name="connsiteX1" fmla="*/ 24359 w 28356"/>
                  <a:gd name="connsiteY1" fmla="*/ 24364 h 28397"/>
                  <a:gd name="connsiteX2" fmla="*/ 28511 w 28356"/>
                  <a:gd name="connsiteY2" fmla="*/ 14324 h 28397"/>
                  <a:gd name="connsiteX3" fmla="*/ 24359 w 28356"/>
                  <a:gd name="connsiteY3" fmla="*/ 4284 h 28397"/>
                  <a:gd name="connsiteX4" fmla="*/ 14333 w 28356"/>
                  <a:gd name="connsiteY4" fmla="*/ 125 h 28397"/>
                  <a:gd name="connsiteX5" fmla="*/ 4307 w 28356"/>
                  <a:gd name="connsiteY5" fmla="*/ 4284 h 28397"/>
                  <a:gd name="connsiteX6" fmla="*/ 155 w 28356"/>
                  <a:gd name="connsiteY6" fmla="*/ 14324 h 28397"/>
                  <a:gd name="connsiteX7" fmla="*/ 4307 w 28356"/>
                  <a:gd name="connsiteY7" fmla="*/ 24364 h 28397"/>
                  <a:gd name="connsiteX8" fmla="*/ 1433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3" y="28523"/>
                    </a:moveTo>
                    <a:cubicBezTo>
                      <a:pt x="18093" y="28523"/>
                      <a:pt x="21700" y="27027"/>
                      <a:pt x="24359" y="24364"/>
                    </a:cubicBezTo>
                    <a:cubicBezTo>
                      <a:pt x="27018" y="21702"/>
                      <a:pt x="28511" y="18090"/>
                      <a:pt x="28511" y="14324"/>
                    </a:cubicBezTo>
                    <a:cubicBezTo>
                      <a:pt x="28511" y="10558"/>
                      <a:pt x="27018" y="6946"/>
                      <a:pt x="24359" y="4284"/>
                    </a:cubicBezTo>
                    <a:cubicBezTo>
                      <a:pt x="21700" y="1621"/>
                      <a:pt x="18093" y="125"/>
                      <a:pt x="14333" y="125"/>
                    </a:cubicBezTo>
                    <a:cubicBezTo>
                      <a:pt x="10573" y="125"/>
                      <a:pt x="6966" y="1621"/>
                      <a:pt x="4307" y="4284"/>
                    </a:cubicBezTo>
                    <a:cubicBezTo>
                      <a:pt x="1649" y="6946"/>
                      <a:pt x="155" y="10558"/>
                      <a:pt x="155" y="14324"/>
                    </a:cubicBezTo>
                    <a:cubicBezTo>
                      <a:pt x="155" y="18090"/>
                      <a:pt x="1649" y="21702"/>
                      <a:pt x="4307" y="24364"/>
                    </a:cubicBezTo>
                    <a:cubicBezTo>
                      <a:pt x="6966" y="27027"/>
                      <a:pt x="10573" y="28523"/>
                      <a:pt x="1433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88" name="Freeform: Shape 687">
                <a:extLst>
                  <a:ext uri="{FF2B5EF4-FFF2-40B4-BE49-F238E27FC236}">
                    <a16:creationId xmlns:a16="http://schemas.microsoft.com/office/drawing/2014/main" id="{E7C8AD96-9525-85EF-E22F-8AC424E6AB71}"/>
                  </a:ext>
                </a:extLst>
              </p:cNvPr>
              <p:cNvSpPr/>
              <p:nvPr/>
            </p:nvSpPr>
            <p:spPr>
              <a:xfrm>
                <a:off x="9427416" y="4882833"/>
                <a:ext cx="28356" cy="28397"/>
              </a:xfrm>
              <a:custGeom>
                <a:avLst/>
                <a:gdLst>
                  <a:gd name="connsiteX0" fmla="*/ 14332 w 28356"/>
                  <a:gd name="connsiteY0" fmla="*/ 28523 h 28397"/>
                  <a:gd name="connsiteX1" fmla="*/ 24358 w 28356"/>
                  <a:gd name="connsiteY1" fmla="*/ 24365 h 28397"/>
                  <a:gd name="connsiteX2" fmla="*/ 28511 w 28356"/>
                  <a:gd name="connsiteY2" fmla="*/ 14324 h 28397"/>
                  <a:gd name="connsiteX3" fmla="*/ 24358 w 28356"/>
                  <a:gd name="connsiteY3" fmla="*/ 4284 h 28397"/>
                  <a:gd name="connsiteX4" fmla="*/ 14332 w 28356"/>
                  <a:gd name="connsiteY4" fmla="*/ 125 h 28397"/>
                  <a:gd name="connsiteX5" fmla="*/ 4307 w 28356"/>
                  <a:gd name="connsiteY5" fmla="*/ 4284 h 28397"/>
                  <a:gd name="connsiteX6" fmla="*/ 154 w 28356"/>
                  <a:gd name="connsiteY6" fmla="*/ 14324 h 28397"/>
                  <a:gd name="connsiteX7" fmla="*/ 4307 w 28356"/>
                  <a:gd name="connsiteY7" fmla="*/ 24365 h 28397"/>
                  <a:gd name="connsiteX8" fmla="*/ 1433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23"/>
                    </a:moveTo>
                    <a:cubicBezTo>
                      <a:pt x="18093" y="28523"/>
                      <a:pt x="21699" y="27027"/>
                      <a:pt x="24358" y="24365"/>
                    </a:cubicBezTo>
                    <a:cubicBezTo>
                      <a:pt x="27017" y="21702"/>
                      <a:pt x="28511" y="18090"/>
                      <a:pt x="28511" y="14324"/>
                    </a:cubicBezTo>
                    <a:cubicBezTo>
                      <a:pt x="28511" y="10559"/>
                      <a:pt x="27017" y="6947"/>
                      <a:pt x="24358" y="4284"/>
                    </a:cubicBezTo>
                    <a:cubicBezTo>
                      <a:pt x="21699" y="1621"/>
                      <a:pt x="18093" y="125"/>
                      <a:pt x="14332" y="125"/>
                    </a:cubicBezTo>
                    <a:cubicBezTo>
                      <a:pt x="10572" y="125"/>
                      <a:pt x="6966" y="1621"/>
                      <a:pt x="4307" y="4284"/>
                    </a:cubicBezTo>
                    <a:cubicBezTo>
                      <a:pt x="1648" y="6947"/>
                      <a:pt x="154" y="10559"/>
                      <a:pt x="154" y="14324"/>
                    </a:cubicBezTo>
                    <a:cubicBezTo>
                      <a:pt x="154" y="18090"/>
                      <a:pt x="1648" y="21702"/>
                      <a:pt x="4307" y="24365"/>
                    </a:cubicBezTo>
                    <a:cubicBezTo>
                      <a:pt x="6966" y="27027"/>
                      <a:pt x="10572" y="28523"/>
                      <a:pt x="1433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89" name="Freeform: Shape 688">
                <a:extLst>
                  <a:ext uri="{FF2B5EF4-FFF2-40B4-BE49-F238E27FC236}">
                    <a16:creationId xmlns:a16="http://schemas.microsoft.com/office/drawing/2014/main" id="{E1BA1CA1-A44C-6D69-27DC-F61A6EE39B2A}"/>
                  </a:ext>
                </a:extLst>
              </p:cNvPr>
              <p:cNvSpPr/>
              <p:nvPr/>
            </p:nvSpPr>
            <p:spPr>
              <a:xfrm>
                <a:off x="9419655" y="4870349"/>
                <a:ext cx="28356" cy="28397"/>
              </a:xfrm>
              <a:custGeom>
                <a:avLst/>
                <a:gdLst>
                  <a:gd name="connsiteX0" fmla="*/ 14332 w 28356"/>
                  <a:gd name="connsiteY0" fmla="*/ 28522 h 28397"/>
                  <a:gd name="connsiteX1" fmla="*/ 24358 w 28356"/>
                  <a:gd name="connsiteY1" fmla="*/ 24364 h 28397"/>
                  <a:gd name="connsiteX2" fmla="*/ 28510 w 28356"/>
                  <a:gd name="connsiteY2" fmla="*/ 14323 h 28397"/>
                  <a:gd name="connsiteX3" fmla="*/ 24358 w 28356"/>
                  <a:gd name="connsiteY3" fmla="*/ 4283 h 28397"/>
                  <a:gd name="connsiteX4" fmla="*/ 14332 w 28356"/>
                  <a:gd name="connsiteY4" fmla="*/ 124 h 28397"/>
                  <a:gd name="connsiteX5" fmla="*/ 4306 w 28356"/>
                  <a:gd name="connsiteY5" fmla="*/ 4283 h 28397"/>
                  <a:gd name="connsiteX6" fmla="*/ 154 w 28356"/>
                  <a:gd name="connsiteY6" fmla="*/ 14323 h 28397"/>
                  <a:gd name="connsiteX7" fmla="*/ 4306 w 28356"/>
                  <a:gd name="connsiteY7" fmla="*/ 24364 h 28397"/>
                  <a:gd name="connsiteX8" fmla="*/ 1433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22"/>
                    </a:moveTo>
                    <a:cubicBezTo>
                      <a:pt x="18092" y="28522"/>
                      <a:pt x="21699" y="27026"/>
                      <a:pt x="24358" y="24364"/>
                    </a:cubicBezTo>
                    <a:cubicBezTo>
                      <a:pt x="27016" y="21701"/>
                      <a:pt x="28510" y="18089"/>
                      <a:pt x="28510" y="14323"/>
                    </a:cubicBezTo>
                    <a:cubicBezTo>
                      <a:pt x="28510" y="10558"/>
                      <a:pt x="27016" y="6946"/>
                      <a:pt x="24358" y="4283"/>
                    </a:cubicBezTo>
                    <a:cubicBezTo>
                      <a:pt x="21699" y="1620"/>
                      <a:pt x="18092" y="124"/>
                      <a:pt x="14332" y="124"/>
                    </a:cubicBezTo>
                    <a:cubicBezTo>
                      <a:pt x="10572" y="124"/>
                      <a:pt x="6965" y="1620"/>
                      <a:pt x="4306" y="4283"/>
                    </a:cubicBezTo>
                    <a:cubicBezTo>
                      <a:pt x="1647" y="6946"/>
                      <a:pt x="154" y="10558"/>
                      <a:pt x="154" y="14323"/>
                    </a:cubicBezTo>
                    <a:cubicBezTo>
                      <a:pt x="154" y="18089"/>
                      <a:pt x="1647" y="21701"/>
                      <a:pt x="4306" y="24364"/>
                    </a:cubicBezTo>
                    <a:cubicBezTo>
                      <a:pt x="6965" y="27026"/>
                      <a:pt x="10572" y="28522"/>
                      <a:pt x="1433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0" name="Freeform: Shape 689">
                <a:extLst>
                  <a:ext uri="{FF2B5EF4-FFF2-40B4-BE49-F238E27FC236}">
                    <a16:creationId xmlns:a16="http://schemas.microsoft.com/office/drawing/2014/main" id="{E68ECD18-6E56-A76E-F292-EAD997B324D4}"/>
                  </a:ext>
                </a:extLst>
              </p:cNvPr>
              <p:cNvSpPr/>
              <p:nvPr/>
            </p:nvSpPr>
            <p:spPr>
              <a:xfrm>
                <a:off x="9411894" y="4867110"/>
                <a:ext cx="28356" cy="28397"/>
              </a:xfrm>
              <a:custGeom>
                <a:avLst/>
                <a:gdLst>
                  <a:gd name="connsiteX0" fmla="*/ 14331 w 28356"/>
                  <a:gd name="connsiteY0" fmla="*/ 28522 h 28397"/>
                  <a:gd name="connsiteX1" fmla="*/ 24357 w 28356"/>
                  <a:gd name="connsiteY1" fmla="*/ 24363 h 28397"/>
                  <a:gd name="connsiteX2" fmla="*/ 28510 w 28356"/>
                  <a:gd name="connsiteY2" fmla="*/ 14323 h 28397"/>
                  <a:gd name="connsiteX3" fmla="*/ 24357 w 28356"/>
                  <a:gd name="connsiteY3" fmla="*/ 4283 h 28397"/>
                  <a:gd name="connsiteX4" fmla="*/ 14331 w 28356"/>
                  <a:gd name="connsiteY4" fmla="*/ 124 h 28397"/>
                  <a:gd name="connsiteX5" fmla="*/ 4306 w 28356"/>
                  <a:gd name="connsiteY5" fmla="*/ 4283 h 28397"/>
                  <a:gd name="connsiteX6" fmla="*/ 153 w 28356"/>
                  <a:gd name="connsiteY6" fmla="*/ 14323 h 28397"/>
                  <a:gd name="connsiteX7" fmla="*/ 4306 w 28356"/>
                  <a:gd name="connsiteY7" fmla="*/ 24363 h 28397"/>
                  <a:gd name="connsiteX8" fmla="*/ 1433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22"/>
                    </a:moveTo>
                    <a:cubicBezTo>
                      <a:pt x="18091" y="28522"/>
                      <a:pt x="21698" y="27026"/>
                      <a:pt x="24357" y="24363"/>
                    </a:cubicBezTo>
                    <a:cubicBezTo>
                      <a:pt x="27016" y="21701"/>
                      <a:pt x="28510" y="18089"/>
                      <a:pt x="28510" y="14323"/>
                    </a:cubicBezTo>
                    <a:cubicBezTo>
                      <a:pt x="28510" y="10558"/>
                      <a:pt x="27016" y="6946"/>
                      <a:pt x="24357" y="4283"/>
                    </a:cubicBezTo>
                    <a:cubicBezTo>
                      <a:pt x="21698" y="1620"/>
                      <a:pt x="18091" y="124"/>
                      <a:pt x="14331" y="124"/>
                    </a:cubicBezTo>
                    <a:cubicBezTo>
                      <a:pt x="10571" y="124"/>
                      <a:pt x="6964" y="1620"/>
                      <a:pt x="4306" y="4283"/>
                    </a:cubicBezTo>
                    <a:cubicBezTo>
                      <a:pt x="1647" y="6946"/>
                      <a:pt x="153" y="10558"/>
                      <a:pt x="153" y="14323"/>
                    </a:cubicBezTo>
                    <a:cubicBezTo>
                      <a:pt x="153" y="18089"/>
                      <a:pt x="1647" y="21701"/>
                      <a:pt x="4306" y="24363"/>
                    </a:cubicBezTo>
                    <a:cubicBezTo>
                      <a:pt x="6964" y="27026"/>
                      <a:pt x="10571" y="28522"/>
                      <a:pt x="1433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1" name="Freeform: Shape 690">
                <a:extLst>
                  <a:ext uri="{FF2B5EF4-FFF2-40B4-BE49-F238E27FC236}">
                    <a16:creationId xmlns:a16="http://schemas.microsoft.com/office/drawing/2014/main" id="{E6A747B9-C335-BA66-DBE2-E49DA0C6DA31}"/>
                  </a:ext>
                </a:extLst>
              </p:cNvPr>
              <p:cNvSpPr/>
              <p:nvPr/>
            </p:nvSpPr>
            <p:spPr>
              <a:xfrm>
                <a:off x="9404145" y="4874578"/>
                <a:ext cx="28356" cy="28397"/>
              </a:xfrm>
              <a:custGeom>
                <a:avLst/>
                <a:gdLst>
                  <a:gd name="connsiteX0" fmla="*/ 14331 w 28356"/>
                  <a:gd name="connsiteY0" fmla="*/ 28523 h 28397"/>
                  <a:gd name="connsiteX1" fmla="*/ 24356 w 28356"/>
                  <a:gd name="connsiteY1" fmla="*/ 24364 h 28397"/>
                  <a:gd name="connsiteX2" fmla="*/ 28509 w 28356"/>
                  <a:gd name="connsiteY2" fmla="*/ 14324 h 28397"/>
                  <a:gd name="connsiteX3" fmla="*/ 24356 w 28356"/>
                  <a:gd name="connsiteY3" fmla="*/ 4283 h 28397"/>
                  <a:gd name="connsiteX4" fmla="*/ 14331 w 28356"/>
                  <a:gd name="connsiteY4" fmla="*/ 125 h 28397"/>
                  <a:gd name="connsiteX5" fmla="*/ 4305 w 28356"/>
                  <a:gd name="connsiteY5" fmla="*/ 4283 h 28397"/>
                  <a:gd name="connsiteX6" fmla="*/ 152 w 28356"/>
                  <a:gd name="connsiteY6" fmla="*/ 14324 h 28397"/>
                  <a:gd name="connsiteX7" fmla="*/ 4305 w 28356"/>
                  <a:gd name="connsiteY7" fmla="*/ 24364 h 28397"/>
                  <a:gd name="connsiteX8" fmla="*/ 1433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23"/>
                    </a:moveTo>
                    <a:cubicBezTo>
                      <a:pt x="18091" y="28523"/>
                      <a:pt x="21697" y="27027"/>
                      <a:pt x="24356" y="24364"/>
                    </a:cubicBezTo>
                    <a:cubicBezTo>
                      <a:pt x="27015" y="21701"/>
                      <a:pt x="28509" y="18089"/>
                      <a:pt x="28509" y="14324"/>
                    </a:cubicBezTo>
                    <a:cubicBezTo>
                      <a:pt x="28509" y="10558"/>
                      <a:pt x="27015" y="6946"/>
                      <a:pt x="24356" y="4283"/>
                    </a:cubicBezTo>
                    <a:cubicBezTo>
                      <a:pt x="21697" y="1621"/>
                      <a:pt x="18091" y="125"/>
                      <a:pt x="14331" y="125"/>
                    </a:cubicBezTo>
                    <a:cubicBezTo>
                      <a:pt x="10571" y="125"/>
                      <a:pt x="6964" y="1621"/>
                      <a:pt x="4305" y="4283"/>
                    </a:cubicBezTo>
                    <a:cubicBezTo>
                      <a:pt x="1646" y="6946"/>
                      <a:pt x="152" y="10558"/>
                      <a:pt x="152" y="14324"/>
                    </a:cubicBezTo>
                    <a:cubicBezTo>
                      <a:pt x="152" y="18089"/>
                      <a:pt x="1646" y="21701"/>
                      <a:pt x="4305" y="24364"/>
                    </a:cubicBezTo>
                    <a:cubicBezTo>
                      <a:pt x="6964" y="27027"/>
                      <a:pt x="10571" y="28523"/>
                      <a:pt x="1433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2" name="Freeform: Shape 691">
                <a:extLst>
                  <a:ext uri="{FF2B5EF4-FFF2-40B4-BE49-F238E27FC236}">
                    <a16:creationId xmlns:a16="http://schemas.microsoft.com/office/drawing/2014/main" id="{6ADF31C5-2F24-468B-FF04-F904CC819337}"/>
                  </a:ext>
                </a:extLst>
              </p:cNvPr>
              <p:cNvSpPr/>
              <p:nvPr/>
            </p:nvSpPr>
            <p:spPr>
              <a:xfrm>
                <a:off x="9396384" y="4872076"/>
                <a:ext cx="28356" cy="28397"/>
              </a:xfrm>
              <a:custGeom>
                <a:avLst/>
                <a:gdLst>
                  <a:gd name="connsiteX0" fmla="*/ 14330 w 28356"/>
                  <a:gd name="connsiteY0" fmla="*/ 28522 h 28397"/>
                  <a:gd name="connsiteX1" fmla="*/ 24356 w 28356"/>
                  <a:gd name="connsiteY1" fmla="*/ 24364 h 28397"/>
                  <a:gd name="connsiteX2" fmla="*/ 28508 w 28356"/>
                  <a:gd name="connsiteY2" fmla="*/ 14324 h 28397"/>
                  <a:gd name="connsiteX3" fmla="*/ 24356 w 28356"/>
                  <a:gd name="connsiteY3" fmla="*/ 4283 h 28397"/>
                  <a:gd name="connsiteX4" fmla="*/ 14330 w 28356"/>
                  <a:gd name="connsiteY4" fmla="*/ 125 h 28397"/>
                  <a:gd name="connsiteX5" fmla="*/ 4304 w 28356"/>
                  <a:gd name="connsiteY5" fmla="*/ 4283 h 28397"/>
                  <a:gd name="connsiteX6" fmla="*/ 152 w 28356"/>
                  <a:gd name="connsiteY6" fmla="*/ 14324 h 28397"/>
                  <a:gd name="connsiteX7" fmla="*/ 4304 w 28356"/>
                  <a:gd name="connsiteY7" fmla="*/ 24364 h 28397"/>
                  <a:gd name="connsiteX8" fmla="*/ 1433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0" y="28522"/>
                    </a:moveTo>
                    <a:cubicBezTo>
                      <a:pt x="18090" y="28522"/>
                      <a:pt x="21697" y="27026"/>
                      <a:pt x="24356" y="24364"/>
                    </a:cubicBezTo>
                    <a:cubicBezTo>
                      <a:pt x="27014" y="21701"/>
                      <a:pt x="28508" y="18089"/>
                      <a:pt x="28508" y="14324"/>
                    </a:cubicBezTo>
                    <a:cubicBezTo>
                      <a:pt x="28508" y="10558"/>
                      <a:pt x="27014" y="6946"/>
                      <a:pt x="24356" y="4283"/>
                    </a:cubicBezTo>
                    <a:cubicBezTo>
                      <a:pt x="21697" y="1621"/>
                      <a:pt x="18090" y="125"/>
                      <a:pt x="14330" y="125"/>
                    </a:cubicBezTo>
                    <a:cubicBezTo>
                      <a:pt x="10570" y="125"/>
                      <a:pt x="6963" y="1621"/>
                      <a:pt x="4304" y="4283"/>
                    </a:cubicBezTo>
                    <a:cubicBezTo>
                      <a:pt x="1646" y="6946"/>
                      <a:pt x="152" y="10558"/>
                      <a:pt x="152" y="14324"/>
                    </a:cubicBezTo>
                    <a:cubicBezTo>
                      <a:pt x="152" y="18089"/>
                      <a:pt x="1646" y="21701"/>
                      <a:pt x="4304" y="24364"/>
                    </a:cubicBezTo>
                    <a:cubicBezTo>
                      <a:pt x="6963" y="27026"/>
                      <a:pt x="10570" y="28522"/>
                      <a:pt x="1433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3" name="Freeform: Shape 692">
                <a:extLst>
                  <a:ext uri="{FF2B5EF4-FFF2-40B4-BE49-F238E27FC236}">
                    <a16:creationId xmlns:a16="http://schemas.microsoft.com/office/drawing/2014/main" id="{B0F98AE1-F493-EDC7-80F2-A8F64BD03CE9}"/>
                  </a:ext>
                </a:extLst>
              </p:cNvPr>
              <p:cNvSpPr/>
              <p:nvPr/>
            </p:nvSpPr>
            <p:spPr>
              <a:xfrm>
                <a:off x="9388623" y="4873346"/>
                <a:ext cx="28356" cy="28397"/>
              </a:xfrm>
              <a:custGeom>
                <a:avLst/>
                <a:gdLst>
                  <a:gd name="connsiteX0" fmla="*/ 14329 w 28356"/>
                  <a:gd name="connsiteY0" fmla="*/ 28523 h 28397"/>
                  <a:gd name="connsiteX1" fmla="*/ 24355 w 28356"/>
                  <a:gd name="connsiteY1" fmla="*/ 24364 h 28397"/>
                  <a:gd name="connsiteX2" fmla="*/ 28508 w 28356"/>
                  <a:gd name="connsiteY2" fmla="*/ 14324 h 28397"/>
                  <a:gd name="connsiteX3" fmla="*/ 24355 w 28356"/>
                  <a:gd name="connsiteY3" fmla="*/ 4283 h 28397"/>
                  <a:gd name="connsiteX4" fmla="*/ 14329 w 28356"/>
                  <a:gd name="connsiteY4" fmla="*/ 125 h 28397"/>
                  <a:gd name="connsiteX5" fmla="*/ 4304 w 28356"/>
                  <a:gd name="connsiteY5" fmla="*/ 4283 h 28397"/>
                  <a:gd name="connsiteX6" fmla="*/ 151 w 28356"/>
                  <a:gd name="connsiteY6" fmla="*/ 14324 h 28397"/>
                  <a:gd name="connsiteX7" fmla="*/ 4304 w 28356"/>
                  <a:gd name="connsiteY7" fmla="*/ 24364 h 28397"/>
                  <a:gd name="connsiteX8" fmla="*/ 1432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23"/>
                    </a:moveTo>
                    <a:cubicBezTo>
                      <a:pt x="18090" y="28523"/>
                      <a:pt x="21696" y="27027"/>
                      <a:pt x="24355" y="24364"/>
                    </a:cubicBezTo>
                    <a:cubicBezTo>
                      <a:pt x="27014" y="21701"/>
                      <a:pt x="28508" y="18089"/>
                      <a:pt x="28508" y="14324"/>
                    </a:cubicBezTo>
                    <a:cubicBezTo>
                      <a:pt x="28508" y="10558"/>
                      <a:pt x="27014" y="6946"/>
                      <a:pt x="24355" y="4283"/>
                    </a:cubicBezTo>
                    <a:cubicBezTo>
                      <a:pt x="21696" y="1621"/>
                      <a:pt x="18090" y="125"/>
                      <a:pt x="14329" y="125"/>
                    </a:cubicBezTo>
                    <a:cubicBezTo>
                      <a:pt x="10569" y="125"/>
                      <a:pt x="6963" y="1621"/>
                      <a:pt x="4304" y="4283"/>
                    </a:cubicBezTo>
                    <a:cubicBezTo>
                      <a:pt x="1645" y="6946"/>
                      <a:pt x="151" y="10558"/>
                      <a:pt x="151" y="14324"/>
                    </a:cubicBezTo>
                    <a:cubicBezTo>
                      <a:pt x="151" y="18089"/>
                      <a:pt x="1645" y="21701"/>
                      <a:pt x="4304" y="24364"/>
                    </a:cubicBezTo>
                    <a:cubicBezTo>
                      <a:pt x="6963" y="27027"/>
                      <a:pt x="10569" y="28523"/>
                      <a:pt x="1432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4" name="Freeform: Shape 693">
                <a:extLst>
                  <a:ext uri="{FF2B5EF4-FFF2-40B4-BE49-F238E27FC236}">
                    <a16:creationId xmlns:a16="http://schemas.microsoft.com/office/drawing/2014/main" id="{FC4AC7B8-A554-9EFE-6B4A-3859A2B22CBF}"/>
                  </a:ext>
                </a:extLst>
              </p:cNvPr>
              <p:cNvSpPr/>
              <p:nvPr/>
            </p:nvSpPr>
            <p:spPr>
              <a:xfrm>
                <a:off x="9380862" y="4898975"/>
                <a:ext cx="28356" cy="28397"/>
              </a:xfrm>
              <a:custGeom>
                <a:avLst/>
                <a:gdLst>
                  <a:gd name="connsiteX0" fmla="*/ 14329 w 28356"/>
                  <a:gd name="connsiteY0" fmla="*/ 28525 h 28397"/>
                  <a:gd name="connsiteX1" fmla="*/ 24354 w 28356"/>
                  <a:gd name="connsiteY1" fmla="*/ 24366 h 28397"/>
                  <a:gd name="connsiteX2" fmla="*/ 28507 w 28356"/>
                  <a:gd name="connsiteY2" fmla="*/ 14326 h 28397"/>
                  <a:gd name="connsiteX3" fmla="*/ 24354 w 28356"/>
                  <a:gd name="connsiteY3" fmla="*/ 4285 h 28397"/>
                  <a:gd name="connsiteX4" fmla="*/ 14329 w 28356"/>
                  <a:gd name="connsiteY4" fmla="*/ 127 h 28397"/>
                  <a:gd name="connsiteX5" fmla="*/ 4303 w 28356"/>
                  <a:gd name="connsiteY5" fmla="*/ 4285 h 28397"/>
                  <a:gd name="connsiteX6" fmla="*/ 150 w 28356"/>
                  <a:gd name="connsiteY6" fmla="*/ 14326 h 28397"/>
                  <a:gd name="connsiteX7" fmla="*/ 4303 w 28356"/>
                  <a:gd name="connsiteY7" fmla="*/ 24366 h 28397"/>
                  <a:gd name="connsiteX8" fmla="*/ 14329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25"/>
                    </a:moveTo>
                    <a:cubicBezTo>
                      <a:pt x="18089" y="28525"/>
                      <a:pt x="21696" y="27029"/>
                      <a:pt x="24354" y="24366"/>
                    </a:cubicBezTo>
                    <a:cubicBezTo>
                      <a:pt x="27013" y="21703"/>
                      <a:pt x="28507" y="18091"/>
                      <a:pt x="28507" y="14326"/>
                    </a:cubicBezTo>
                    <a:cubicBezTo>
                      <a:pt x="28507" y="10560"/>
                      <a:pt x="27013" y="6948"/>
                      <a:pt x="24354" y="4285"/>
                    </a:cubicBezTo>
                    <a:cubicBezTo>
                      <a:pt x="21696" y="1623"/>
                      <a:pt x="18089" y="127"/>
                      <a:pt x="14329" y="127"/>
                    </a:cubicBezTo>
                    <a:cubicBezTo>
                      <a:pt x="10569" y="127"/>
                      <a:pt x="6962" y="1623"/>
                      <a:pt x="4303" y="4285"/>
                    </a:cubicBezTo>
                    <a:cubicBezTo>
                      <a:pt x="1644" y="6948"/>
                      <a:pt x="150" y="10560"/>
                      <a:pt x="150" y="14326"/>
                    </a:cubicBezTo>
                    <a:cubicBezTo>
                      <a:pt x="150" y="18091"/>
                      <a:pt x="1644" y="21703"/>
                      <a:pt x="4303" y="24366"/>
                    </a:cubicBezTo>
                    <a:cubicBezTo>
                      <a:pt x="6962" y="27029"/>
                      <a:pt x="10569" y="28525"/>
                      <a:pt x="14329"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5" name="Freeform: Shape 694">
                <a:extLst>
                  <a:ext uri="{FF2B5EF4-FFF2-40B4-BE49-F238E27FC236}">
                    <a16:creationId xmlns:a16="http://schemas.microsoft.com/office/drawing/2014/main" id="{2DBB1007-9F18-4057-EAD6-E1BC6248B450}"/>
                  </a:ext>
                </a:extLst>
              </p:cNvPr>
              <p:cNvSpPr/>
              <p:nvPr/>
            </p:nvSpPr>
            <p:spPr>
              <a:xfrm>
                <a:off x="9373101" y="4890301"/>
                <a:ext cx="28356" cy="28397"/>
              </a:xfrm>
              <a:custGeom>
                <a:avLst/>
                <a:gdLst>
                  <a:gd name="connsiteX0" fmla="*/ 14328 w 28356"/>
                  <a:gd name="connsiteY0" fmla="*/ 28524 h 28397"/>
                  <a:gd name="connsiteX1" fmla="*/ 24354 w 28356"/>
                  <a:gd name="connsiteY1" fmla="*/ 24365 h 28397"/>
                  <a:gd name="connsiteX2" fmla="*/ 28507 w 28356"/>
                  <a:gd name="connsiteY2" fmla="*/ 14325 h 28397"/>
                  <a:gd name="connsiteX3" fmla="*/ 24354 w 28356"/>
                  <a:gd name="connsiteY3" fmla="*/ 4285 h 28397"/>
                  <a:gd name="connsiteX4" fmla="*/ 14328 w 28356"/>
                  <a:gd name="connsiteY4" fmla="*/ 126 h 28397"/>
                  <a:gd name="connsiteX5" fmla="*/ 4303 w 28356"/>
                  <a:gd name="connsiteY5" fmla="*/ 4285 h 28397"/>
                  <a:gd name="connsiteX6" fmla="*/ 150 w 28356"/>
                  <a:gd name="connsiteY6" fmla="*/ 14325 h 28397"/>
                  <a:gd name="connsiteX7" fmla="*/ 4303 w 28356"/>
                  <a:gd name="connsiteY7" fmla="*/ 24365 h 28397"/>
                  <a:gd name="connsiteX8" fmla="*/ 14328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24"/>
                    </a:moveTo>
                    <a:cubicBezTo>
                      <a:pt x="18088" y="28524"/>
                      <a:pt x="21695" y="27028"/>
                      <a:pt x="24354" y="24365"/>
                    </a:cubicBezTo>
                    <a:cubicBezTo>
                      <a:pt x="27013" y="21702"/>
                      <a:pt x="28507" y="18091"/>
                      <a:pt x="28507" y="14325"/>
                    </a:cubicBezTo>
                    <a:cubicBezTo>
                      <a:pt x="28507" y="10559"/>
                      <a:pt x="27013" y="6947"/>
                      <a:pt x="24354" y="4285"/>
                    </a:cubicBezTo>
                    <a:cubicBezTo>
                      <a:pt x="21695" y="1622"/>
                      <a:pt x="18088" y="126"/>
                      <a:pt x="14328" y="126"/>
                    </a:cubicBezTo>
                    <a:cubicBezTo>
                      <a:pt x="10568" y="126"/>
                      <a:pt x="6961" y="1622"/>
                      <a:pt x="4303" y="4285"/>
                    </a:cubicBezTo>
                    <a:cubicBezTo>
                      <a:pt x="1644" y="6947"/>
                      <a:pt x="150" y="10559"/>
                      <a:pt x="150" y="14325"/>
                    </a:cubicBezTo>
                    <a:cubicBezTo>
                      <a:pt x="150" y="18091"/>
                      <a:pt x="1644" y="21702"/>
                      <a:pt x="4303" y="24365"/>
                    </a:cubicBezTo>
                    <a:cubicBezTo>
                      <a:pt x="6961" y="27028"/>
                      <a:pt x="10568" y="28524"/>
                      <a:pt x="14328"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6" name="Freeform: Shape 695">
                <a:extLst>
                  <a:ext uri="{FF2B5EF4-FFF2-40B4-BE49-F238E27FC236}">
                    <a16:creationId xmlns:a16="http://schemas.microsoft.com/office/drawing/2014/main" id="{200983FF-68E2-4146-5C13-966412A8FD00}"/>
                  </a:ext>
                </a:extLst>
              </p:cNvPr>
              <p:cNvSpPr/>
              <p:nvPr/>
            </p:nvSpPr>
            <p:spPr>
              <a:xfrm>
                <a:off x="9365352" y="4888078"/>
                <a:ext cx="28356" cy="28397"/>
              </a:xfrm>
              <a:custGeom>
                <a:avLst/>
                <a:gdLst>
                  <a:gd name="connsiteX0" fmla="*/ 14328 w 28356"/>
                  <a:gd name="connsiteY0" fmla="*/ 28524 h 28397"/>
                  <a:gd name="connsiteX1" fmla="*/ 24353 w 28356"/>
                  <a:gd name="connsiteY1" fmla="*/ 24365 h 28397"/>
                  <a:gd name="connsiteX2" fmla="*/ 28506 w 28356"/>
                  <a:gd name="connsiteY2" fmla="*/ 14325 h 28397"/>
                  <a:gd name="connsiteX3" fmla="*/ 24353 w 28356"/>
                  <a:gd name="connsiteY3" fmla="*/ 4285 h 28397"/>
                  <a:gd name="connsiteX4" fmla="*/ 14328 w 28356"/>
                  <a:gd name="connsiteY4" fmla="*/ 126 h 28397"/>
                  <a:gd name="connsiteX5" fmla="*/ 4302 w 28356"/>
                  <a:gd name="connsiteY5" fmla="*/ 4285 h 28397"/>
                  <a:gd name="connsiteX6" fmla="*/ 149 w 28356"/>
                  <a:gd name="connsiteY6" fmla="*/ 14325 h 28397"/>
                  <a:gd name="connsiteX7" fmla="*/ 4302 w 28356"/>
                  <a:gd name="connsiteY7" fmla="*/ 24365 h 28397"/>
                  <a:gd name="connsiteX8" fmla="*/ 14328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524"/>
                    </a:moveTo>
                    <a:cubicBezTo>
                      <a:pt x="18088" y="28524"/>
                      <a:pt x="21694" y="27028"/>
                      <a:pt x="24353" y="24365"/>
                    </a:cubicBezTo>
                    <a:cubicBezTo>
                      <a:pt x="27012" y="21702"/>
                      <a:pt x="28506" y="18090"/>
                      <a:pt x="28506" y="14325"/>
                    </a:cubicBezTo>
                    <a:cubicBezTo>
                      <a:pt x="28506" y="10559"/>
                      <a:pt x="27012" y="6947"/>
                      <a:pt x="24353" y="4285"/>
                    </a:cubicBezTo>
                    <a:cubicBezTo>
                      <a:pt x="21694" y="1622"/>
                      <a:pt x="18088" y="126"/>
                      <a:pt x="14328" y="126"/>
                    </a:cubicBezTo>
                    <a:cubicBezTo>
                      <a:pt x="10567" y="126"/>
                      <a:pt x="6961" y="1622"/>
                      <a:pt x="4302" y="4285"/>
                    </a:cubicBezTo>
                    <a:cubicBezTo>
                      <a:pt x="1643" y="6947"/>
                      <a:pt x="149" y="10559"/>
                      <a:pt x="149" y="14325"/>
                    </a:cubicBezTo>
                    <a:cubicBezTo>
                      <a:pt x="149" y="18090"/>
                      <a:pt x="1643" y="21702"/>
                      <a:pt x="4302" y="24365"/>
                    </a:cubicBezTo>
                    <a:cubicBezTo>
                      <a:pt x="6961" y="27028"/>
                      <a:pt x="10567" y="28524"/>
                      <a:pt x="14328"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7" name="Freeform: Shape 696">
                <a:extLst>
                  <a:ext uri="{FF2B5EF4-FFF2-40B4-BE49-F238E27FC236}">
                    <a16:creationId xmlns:a16="http://schemas.microsoft.com/office/drawing/2014/main" id="{63A1C982-B54B-A04A-6B4B-DDE0DD2E1C82}"/>
                  </a:ext>
                </a:extLst>
              </p:cNvPr>
              <p:cNvSpPr/>
              <p:nvPr/>
            </p:nvSpPr>
            <p:spPr>
              <a:xfrm>
                <a:off x="9357591" y="4871632"/>
                <a:ext cx="28356" cy="28397"/>
              </a:xfrm>
              <a:custGeom>
                <a:avLst/>
                <a:gdLst>
                  <a:gd name="connsiteX0" fmla="*/ 14327 w 28356"/>
                  <a:gd name="connsiteY0" fmla="*/ 28522 h 28397"/>
                  <a:gd name="connsiteX1" fmla="*/ 24353 w 28356"/>
                  <a:gd name="connsiteY1" fmla="*/ 24364 h 28397"/>
                  <a:gd name="connsiteX2" fmla="*/ 28505 w 28356"/>
                  <a:gd name="connsiteY2" fmla="*/ 14323 h 28397"/>
                  <a:gd name="connsiteX3" fmla="*/ 24353 w 28356"/>
                  <a:gd name="connsiteY3" fmla="*/ 4283 h 28397"/>
                  <a:gd name="connsiteX4" fmla="*/ 14327 w 28356"/>
                  <a:gd name="connsiteY4" fmla="*/ 125 h 28397"/>
                  <a:gd name="connsiteX5" fmla="*/ 4301 w 28356"/>
                  <a:gd name="connsiteY5" fmla="*/ 4283 h 28397"/>
                  <a:gd name="connsiteX6" fmla="*/ 149 w 28356"/>
                  <a:gd name="connsiteY6" fmla="*/ 14323 h 28397"/>
                  <a:gd name="connsiteX7" fmla="*/ 4301 w 28356"/>
                  <a:gd name="connsiteY7" fmla="*/ 24364 h 28397"/>
                  <a:gd name="connsiteX8" fmla="*/ 1432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7" y="28522"/>
                    </a:moveTo>
                    <a:cubicBezTo>
                      <a:pt x="18087" y="28522"/>
                      <a:pt x="21694" y="27026"/>
                      <a:pt x="24353" y="24364"/>
                    </a:cubicBezTo>
                    <a:cubicBezTo>
                      <a:pt x="27011" y="21701"/>
                      <a:pt x="28505" y="18089"/>
                      <a:pt x="28505" y="14323"/>
                    </a:cubicBezTo>
                    <a:cubicBezTo>
                      <a:pt x="28505" y="10558"/>
                      <a:pt x="27011" y="6946"/>
                      <a:pt x="24353" y="4283"/>
                    </a:cubicBezTo>
                    <a:cubicBezTo>
                      <a:pt x="21694" y="1621"/>
                      <a:pt x="18087" y="125"/>
                      <a:pt x="14327" y="125"/>
                    </a:cubicBezTo>
                    <a:cubicBezTo>
                      <a:pt x="10567" y="125"/>
                      <a:pt x="6960" y="1621"/>
                      <a:pt x="4301" y="4283"/>
                    </a:cubicBezTo>
                    <a:cubicBezTo>
                      <a:pt x="1643" y="6946"/>
                      <a:pt x="149" y="10558"/>
                      <a:pt x="149" y="14323"/>
                    </a:cubicBezTo>
                    <a:cubicBezTo>
                      <a:pt x="149" y="18089"/>
                      <a:pt x="1643" y="21701"/>
                      <a:pt x="4301" y="24364"/>
                    </a:cubicBezTo>
                    <a:cubicBezTo>
                      <a:pt x="6960" y="27026"/>
                      <a:pt x="10567" y="28522"/>
                      <a:pt x="1432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8" name="Freeform: Shape 697">
                <a:extLst>
                  <a:ext uri="{FF2B5EF4-FFF2-40B4-BE49-F238E27FC236}">
                    <a16:creationId xmlns:a16="http://schemas.microsoft.com/office/drawing/2014/main" id="{AEA8D4FC-E5ED-B735-AB83-80CF603EB746}"/>
                  </a:ext>
                </a:extLst>
              </p:cNvPr>
              <p:cNvSpPr/>
              <p:nvPr/>
            </p:nvSpPr>
            <p:spPr>
              <a:xfrm>
                <a:off x="9349830" y="4889653"/>
                <a:ext cx="28356" cy="28397"/>
              </a:xfrm>
              <a:custGeom>
                <a:avLst/>
                <a:gdLst>
                  <a:gd name="connsiteX0" fmla="*/ 14326 w 28356"/>
                  <a:gd name="connsiteY0" fmla="*/ 28524 h 28397"/>
                  <a:gd name="connsiteX1" fmla="*/ 24352 w 28356"/>
                  <a:gd name="connsiteY1" fmla="*/ 24365 h 28397"/>
                  <a:gd name="connsiteX2" fmla="*/ 28505 w 28356"/>
                  <a:gd name="connsiteY2" fmla="*/ 14325 h 28397"/>
                  <a:gd name="connsiteX3" fmla="*/ 24352 w 28356"/>
                  <a:gd name="connsiteY3" fmla="*/ 4285 h 28397"/>
                  <a:gd name="connsiteX4" fmla="*/ 14326 w 28356"/>
                  <a:gd name="connsiteY4" fmla="*/ 126 h 28397"/>
                  <a:gd name="connsiteX5" fmla="*/ 4301 w 28356"/>
                  <a:gd name="connsiteY5" fmla="*/ 4285 h 28397"/>
                  <a:gd name="connsiteX6" fmla="*/ 148 w 28356"/>
                  <a:gd name="connsiteY6" fmla="*/ 14325 h 28397"/>
                  <a:gd name="connsiteX7" fmla="*/ 4301 w 28356"/>
                  <a:gd name="connsiteY7" fmla="*/ 24365 h 28397"/>
                  <a:gd name="connsiteX8" fmla="*/ 14326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24"/>
                    </a:moveTo>
                    <a:cubicBezTo>
                      <a:pt x="18087" y="28524"/>
                      <a:pt x="21693" y="27028"/>
                      <a:pt x="24352" y="24365"/>
                    </a:cubicBezTo>
                    <a:cubicBezTo>
                      <a:pt x="27011" y="21702"/>
                      <a:pt x="28505" y="18091"/>
                      <a:pt x="28505" y="14325"/>
                    </a:cubicBezTo>
                    <a:cubicBezTo>
                      <a:pt x="28505" y="10559"/>
                      <a:pt x="27011" y="6947"/>
                      <a:pt x="24352" y="4285"/>
                    </a:cubicBezTo>
                    <a:cubicBezTo>
                      <a:pt x="21693" y="1622"/>
                      <a:pt x="18087" y="126"/>
                      <a:pt x="14326" y="126"/>
                    </a:cubicBezTo>
                    <a:cubicBezTo>
                      <a:pt x="10566" y="126"/>
                      <a:pt x="6960" y="1622"/>
                      <a:pt x="4301" y="4285"/>
                    </a:cubicBezTo>
                    <a:cubicBezTo>
                      <a:pt x="1642" y="6947"/>
                      <a:pt x="148" y="10559"/>
                      <a:pt x="148" y="14325"/>
                    </a:cubicBezTo>
                    <a:cubicBezTo>
                      <a:pt x="148" y="18091"/>
                      <a:pt x="1642" y="21702"/>
                      <a:pt x="4301" y="24365"/>
                    </a:cubicBezTo>
                    <a:cubicBezTo>
                      <a:pt x="6960" y="27028"/>
                      <a:pt x="10566" y="28524"/>
                      <a:pt x="14326"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699" name="Freeform: Shape 698">
                <a:extLst>
                  <a:ext uri="{FF2B5EF4-FFF2-40B4-BE49-F238E27FC236}">
                    <a16:creationId xmlns:a16="http://schemas.microsoft.com/office/drawing/2014/main" id="{0FCEDC0D-4277-2AD5-D9E5-0E41ED036B1C}"/>
                  </a:ext>
                </a:extLst>
              </p:cNvPr>
              <p:cNvSpPr/>
              <p:nvPr/>
            </p:nvSpPr>
            <p:spPr>
              <a:xfrm>
                <a:off x="9342069" y="4893946"/>
                <a:ext cx="28356" cy="28397"/>
              </a:xfrm>
              <a:custGeom>
                <a:avLst/>
                <a:gdLst>
                  <a:gd name="connsiteX0" fmla="*/ 14326 w 28356"/>
                  <a:gd name="connsiteY0" fmla="*/ 28524 h 28397"/>
                  <a:gd name="connsiteX1" fmla="*/ 24351 w 28356"/>
                  <a:gd name="connsiteY1" fmla="*/ 24365 h 28397"/>
                  <a:gd name="connsiteX2" fmla="*/ 28504 w 28356"/>
                  <a:gd name="connsiteY2" fmla="*/ 14325 h 28397"/>
                  <a:gd name="connsiteX3" fmla="*/ 24351 w 28356"/>
                  <a:gd name="connsiteY3" fmla="*/ 4285 h 28397"/>
                  <a:gd name="connsiteX4" fmla="*/ 14326 w 28356"/>
                  <a:gd name="connsiteY4" fmla="*/ 126 h 28397"/>
                  <a:gd name="connsiteX5" fmla="*/ 4300 w 28356"/>
                  <a:gd name="connsiteY5" fmla="*/ 4285 h 28397"/>
                  <a:gd name="connsiteX6" fmla="*/ 147 w 28356"/>
                  <a:gd name="connsiteY6" fmla="*/ 14325 h 28397"/>
                  <a:gd name="connsiteX7" fmla="*/ 4300 w 28356"/>
                  <a:gd name="connsiteY7" fmla="*/ 24365 h 28397"/>
                  <a:gd name="connsiteX8" fmla="*/ 14326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524"/>
                    </a:moveTo>
                    <a:cubicBezTo>
                      <a:pt x="18086" y="28524"/>
                      <a:pt x="21693" y="27028"/>
                      <a:pt x="24351" y="24365"/>
                    </a:cubicBezTo>
                    <a:cubicBezTo>
                      <a:pt x="27010" y="21703"/>
                      <a:pt x="28504" y="18091"/>
                      <a:pt x="28504" y="14325"/>
                    </a:cubicBezTo>
                    <a:cubicBezTo>
                      <a:pt x="28504" y="10560"/>
                      <a:pt x="27010" y="6948"/>
                      <a:pt x="24351" y="4285"/>
                    </a:cubicBezTo>
                    <a:cubicBezTo>
                      <a:pt x="21693" y="1622"/>
                      <a:pt x="18086" y="126"/>
                      <a:pt x="14326" y="126"/>
                    </a:cubicBezTo>
                    <a:cubicBezTo>
                      <a:pt x="10566" y="126"/>
                      <a:pt x="6959" y="1622"/>
                      <a:pt x="4300" y="4285"/>
                    </a:cubicBezTo>
                    <a:cubicBezTo>
                      <a:pt x="1641" y="6948"/>
                      <a:pt x="147" y="10560"/>
                      <a:pt x="147" y="14325"/>
                    </a:cubicBezTo>
                    <a:cubicBezTo>
                      <a:pt x="147" y="18091"/>
                      <a:pt x="1641" y="21703"/>
                      <a:pt x="4300" y="24365"/>
                    </a:cubicBezTo>
                    <a:cubicBezTo>
                      <a:pt x="6959" y="27028"/>
                      <a:pt x="10566" y="28524"/>
                      <a:pt x="14326"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0" name="Freeform: Shape 699">
                <a:extLst>
                  <a:ext uri="{FF2B5EF4-FFF2-40B4-BE49-F238E27FC236}">
                    <a16:creationId xmlns:a16="http://schemas.microsoft.com/office/drawing/2014/main" id="{D030C81A-7FAA-73AC-2EB4-23EEE8D08712}"/>
                  </a:ext>
                </a:extLst>
              </p:cNvPr>
              <p:cNvSpPr/>
              <p:nvPr/>
            </p:nvSpPr>
            <p:spPr>
              <a:xfrm>
                <a:off x="9334321" y="4888205"/>
                <a:ext cx="28356" cy="28397"/>
              </a:xfrm>
              <a:custGeom>
                <a:avLst/>
                <a:gdLst>
                  <a:gd name="connsiteX0" fmla="*/ 14325 w 28356"/>
                  <a:gd name="connsiteY0" fmla="*/ 28524 h 28397"/>
                  <a:gd name="connsiteX1" fmla="*/ 24351 w 28356"/>
                  <a:gd name="connsiteY1" fmla="*/ 24365 h 28397"/>
                  <a:gd name="connsiteX2" fmla="*/ 28503 w 28356"/>
                  <a:gd name="connsiteY2" fmla="*/ 14325 h 28397"/>
                  <a:gd name="connsiteX3" fmla="*/ 24351 w 28356"/>
                  <a:gd name="connsiteY3" fmla="*/ 4285 h 28397"/>
                  <a:gd name="connsiteX4" fmla="*/ 14325 w 28356"/>
                  <a:gd name="connsiteY4" fmla="*/ 126 h 28397"/>
                  <a:gd name="connsiteX5" fmla="*/ 4300 w 28356"/>
                  <a:gd name="connsiteY5" fmla="*/ 4285 h 28397"/>
                  <a:gd name="connsiteX6" fmla="*/ 147 w 28356"/>
                  <a:gd name="connsiteY6" fmla="*/ 14325 h 28397"/>
                  <a:gd name="connsiteX7" fmla="*/ 4300 w 28356"/>
                  <a:gd name="connsiteY7" fmla="*/ 24365 h 28397"/>
                  <a:gd name="connsiteX8" fmla="*/ 14325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24"/>
                    </a:moveTo>
                    <a:cubicBezTo>
                      <a:pt x="18085" y="28524"/>
                      <a:pt x="21692" y="27028"/>
                      <a:pt x="24351" y="24365"/>
                    </a:cubicBezTo>
                    <a:cubicBezTo>
                      <a:pt x="27010" y="21702"/>
                      <a:pt x="28503" y="18090"/>
                      <a:pt x="28503" y="14325"/>
                    </a:cubicBezTo>
                    <a:cubicBezTo>
                      <a:pt x="28503" y="10559"/>
                      <a:pt x="27010" y="6947"/>
                      <a:pt x="24351" y="4285"/>
                    </a:cubicBezTo>
                    <a:cubicBezTo>
                      <a:pt x="21692" y="1622"/>
                      <a:pt x="18085" y="126"/>
                      <a:pt x="14325" y="126"/>
                    </a:cubicBezTo>
                    <a:cubicBezTo>
                      <a:pt x="10565" y="126"/>
                      <a:pt x="6958" y="1622"/>
                      <a:pt x="4300" y="4285"/>
                    </a:cubicBezTo>
                    <a:cubicBezTo>
                      <a:pt x="1641" y="6947"/>
                      <a:pt x="147" y="10559"/>
                      <a:pt x="147" y="14325"/>
                    </a:cubicBezTo>
                    <a:cubicBezTo>
                      <a:pt x="147" y="18090"/>
                      <a:pt x="1641" y="21702"/>
                      <a:pt x="4300" y="24365"/>
                    </a:cubicBezTo>
                    <a:cubicBezTo>
                      <a:pt x="6958" y="27028"/>
                      <a:pt x="10565" y="28524"/>
                      <a:pt x="14325"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1" name="Freeform: Shape 700">
                <a:extLst>
                  <a:ext uri="{FF2B5EF4-FFF2-40B4-BE49-F238E27FC236}">
                    <a16:creationId xmlns:a16="http://schemas.microsoft.com/office/drawing/2014/main" id="{FF603B7B-BDCC-547C-9205-2B2A514CAC66}"/>
                  </a:ext>
                </a:extLst>
              </p:cNvPr>
              <p:cNvSpPr/>
              <p:nvPr/>
            </p:nvSpPr>
            <p:spPr>
              <a:xfrm>
                <a:off x="9326560" y="4884306"/>
                <a:ext cx="28356" cy="28397"/>
              </a:xfrm>
              <a:custGeom>
                <a:avLst/>
                <a:gdLst>
                  <a:gd name="connsiteX0" fmla="*/ 14325 w 28356"/>
                  <a:gd name="connsiteY0" fmla="*/ 28523 h 28397"/>
                  <a:gd name="connsiteX1" fmla="*/ 24350 w 28356"/>
                  <a:gd name="connsiteY1" fmla="*/ 24365 h 28397"/>
                  <a:gd name="connsiteX2" fmla="*/ 28503 w 28356"/>
                  <a:gd name="connsiteY2" fmla="*/ 14324 h 28397"/>
                  <a:gd name="connsiteX3" fmla="*/ 24350 w 28356"/>
                  <a:gd name="connsiteY3" fmla="*/ 4284 h 28397"/>
                  <a:gd name="connsiteX4" fmla="*/ 14325 w 28356"/>
                  <a:gd name="connsiteY4" fmla="*/ 126 h 28397"/>
                  <a:gd name="connsiteX5" fmla="*/ 4299 w 28356"/>
                  <a:gd name="connsiteY5" fmla="*/ 4284 h 28397"/>
                  <a:gd name="connsiteX6" fmla="*/ 146 w 28356"/>
                  <a:gd name="connsiteY6" fmla="*/ 14324 h 28397"/>
                  <a:gd name="connsiteX7" fmla="*/ 4299 w 28356"/>
                  <a:gd name="connsiteY7" fmla="*/ 24365 h 28397"/>
                  <a:gd name="connsiteX8" fmla="*/ 1432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23"/>
                    </a:moveTo>
                    <a:cubicBezTo>
                      <a:pt x="18085" y="28523"/>
                      <a:pt x="21691" y="27027"/>
                      <a:pt x="24350" y="24365"/>
                    </a:cubicBezTo>
                    <a:cubicBezTo>
                      <a:pt x="27009" y="21702"/>
                      <a:pt x="28503" y="18090"/>
                      <a:pt x="28503" y="14324"/>
                    </a:cubicBezTo>
                    <a:cubicBezTo>
                      <a:pt x="28503" y="10559"/>
                      <a:pt x="27009" y="6947"/>
                      <a:pt x="24350" y="4284"/>
                    </a:cubicBezTo>
                    <a:cubicBezTo>
                      <a:pt x="21691" y="1622"/>
                      <a:pt x="18085" y="126"/>
                      <a:pt x="14325" y="126"/>
                    </a:cubicBezTo>
                    <a:cubicBezTo>
                      <a:pt x="10564" y="126"/>
                      <a:pt x="6958" y="1622"/>
                      <a:pt x="4299" y="4284"/>
                    </a:cubicBezTo>
                    <a:cubicBezTo>
                      <a:pt x="1640" y="6947"/>
                      <a:pt x="146" y="10559"/>
                      <a:pt x="146" y="14324"/>
                    </a:cubicBezTo>
                    <a:cubicBezTo>
                      <a:pt x="146" y="18090"/>
                      <a:pt x="1640" y="21702"/>
                      <a:pt x="4299" y="24365"/>
                    </a:cubicBezTo>
                    <a:cubicBezTo>
                      <a:pt x="6958" y="27027"/>
                      <a:pt x="10564" y="28523"/>
                      <a:pt x="1432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2" name="Freeform: Shape 701">
                <a:extLst>
                  <a:ext uri="{FF2B5EF4-FFF2-40B4-BE49-F238E27FC236}">
                    <a16:creationId xmlns:a16="http://schemas.microsoft.com/office/drawing/2014/main" id="{F943AA41-1BE9-6DEE-81C2-F35FCEF04C29}"/>
                  </a:ext>
                </a:extLst>
              </p:cNvPr>
              <p:cNvSpPr/>
              <p:nvPr/>
            </p:nvSpPr>
            <p:spPr>
              <a:xfrm>
                <a:off x="9318799" y="4872521"/>
                <a:ext cx="28356" cy="28397"/>
              </a:xfrm>
              <a:custGeom>
                <a:avLst/>
                <a:gdLst>
                  <a:gd name="connsiteX0" fmla="*/ 14324 w 28356"/>
                  <a:gd name="connsiteY0" fmla="*/ 28523 h 28397"/>
                  <a:gd name="connsiteX1" fmla="*/ 24350 w 28356"/>
                  <a:gd name="connsiteY1" fmla="*/ 24364 h 28397"/>
                  <a:gd name="connsiteX2" fmla="*/ 28502 w 28356"/>
                  <a:gd name="connsiteY2" fmla="*/ 14324 h 28397"/>
                  <a:gd name="connsiteX3" fmla="*/ 24350 w 28356"/>
                  <a:gd name="connsiteY3" fmla="*/ 4283 h 28397"/>
                  <a:gd name="connsiteX4" fmla="*/ 14324 w 28356"/>
                  <a:gd name="connsiteY4" fmla="*/ 125 h 28397"/>
                  <a:gd name="connsiteX5" fmla="*/ 4298 w 28356"/>
                  <a:gd name="connsiteY5" fmla="*/ 4283 h 28397"/>
                  <a:gd name="connsiteX6" fmla="*/ 146 w 28356"/>
                  <a:gd name="connsiteY6" fmla="*/ 14324 h 28397"/>
                  <a:gd name="connsiteX7" fmla="*/ 4298 w 28356"/>
                  <a:gd name="connsiteY7" fmla="*/ 24364 h 28397"/>
                  <a:gd name="connsiteX8" fmla="*/ 1432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4" y="28523"/>
                    </a:moveTo>
                    <a:cubicBezTo>
                      <a:pt x="18084" y="28523"/>
                      <a:pt x="21691" y="27026"/>
                      <a:pt x="24350" y="24364"/>
                    </a:cubicBezTo>
                    <a:cubicBezTo>
                      <a:pt x="27008" y="21701"/>
                      <a:pt x="28502" y="18089"/>
                      <a:pt x="28502" y="14324"/>
                    </a:cubicBezTo>
                    <a:cubicBezTo>
                      <a:pt x="28502" y="10558"/>
                      <a:pt x="27008" y="6946"/>
                      <a:pt x="24350" y="4283"/>
                    </a:cubicBezTo>
                    <a:cubicBezTo>
                      <a:pt x="21691" y="1621"/>
                      <a:pt x="18084" y="125"/>
                      <a:pt x="14324" y="125"/>
                    </a:cubicBezTo>
                    <a:cubicBezTo>
                      <a:pt x="10564" y="125"/>
                      <a:pt x="6957" y="1621"/>
                      <a:pt x="4298" y="4283"/>
                    </a:cubicBezTo>
                    <a:cubicBezTo>
                      <a:pt x="1639" y="6946"/>
                      <a:pt x="146" y="10558"/>
                      <a:pt x="146" y="14324"/>
                    </a:cubicBezTo>
                    <a:cubicBezTo>
                      <a:pt x="146" y="18089"/>
                      <a:pt x="1639" y="21701"/>
                      <a:pt x="4298" y="24364"/>
                    </a:cubicBezTo>
                    <a:cubicBezTo>
                      <a:pt x="6957" y="27026"/>
                      <a:pt x="10564" y="28523"/>
                      <a:pt x="1432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3" name="Freeform: Shape 702">
                <a:extLst>
                  <a:ext uri="{FF2B5EF4-FFF2-40B4-BE49-F238E27FC236}">
                    <a16:creationId xmlns:a16="http://schemas.microsoft.com/office/drawing/2014/main" id="{42A18213-5D39-C494-BD05-0E05AC3F521C}"/>
                  </a:ext>
                </a:extLst>
              </p:cNvPr>
              <p:cNvSpPr/>
              <p:nvPr/>
            </p:nvSpPr>
            <p:spPr>
              <a:xfrm>
                <a:off x="9311037" y="4898454"/>
                <a:ext cx="28356" cy="28397"/>
              </a:xfrm>
              <a:custGeom>
                <a:avLst/>
                <a:gdLst>
                  <a:gd name="connsiteX0" fmla="*/ 14323 w 28356"/>
                  <a:gd name="connsiteY0" fmla="*/ 28525 h 28397"/>
                  <a:gd name="connsiteX1" fmla="*/ 24349 w 28356"/>
                  <a:gd name="connsiteY1" fmla="*/ 24366 h 28397"/>
                  <a:gd name="connsiteX2" fmla="*/ 28502 w 28356"/>
                  <a:gd name="connsiteY2" fmla="*/ 14326 h 28397"/>
                  <a:gd name="connsiteX3" fmla="*/ 24349 w 28356"/>
                  <a:gd name="connsiteY3" fmla="*/ 4285 h 28397"/>
                  <a:gd name="connsiteX4" fmla="*/ 14323 w 28356"/>
                  <a:gd name="connsiteY4" fmla="*/ 127 h 28397"/>
                  <a:gd name="connsiteX5" fmla="*/ 4298 w 28356"/>
                  <a:gd name="connsiteY5" fmla="*/ 4285 h 28397"/>
                  <a:gd name="connsiteX6" fmla="*/ 145 w 28356"/>
                  <a:gd name="connsiteY6" fmla="*/ 14326 h 28397"/>
                  <a:gd name="connsiteX7" fmla="*/ 4298 w 28356"/>
                  <a:gd name="connsiteY7" fmla="*/ 24366 h 28397"/>
                  <a:gd name="connsiteX8" fmla="*/ 14323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25"/>
                    </a:moveTo>
                    <a:cubicBezTo>
                      <a:pt x="18083" y="28525"/>
                      <a:pt x="21690" y="27029"/>
                      <a:pt x="24349" y="24366"/>
                    </a:cubicBezTo>
                    <a:cubicBezTo>
                      <a:pt x="27008" y="21703"/>
                      <a:pt x="28502" y="18091"/>
                      <a:pt x="28502" y="14326"/>
                    </a:cubicBezTo>
                    <a:cubicBezTo>
                      <a:pt x="28502" y="10560"/>
                      <a:pt x="27008" y="6948"/>
                      <a:pt x="24349" y="4285"/>
                    </a:cubicBezTo>
                    <a:cubicBezTo>
                      <a:pt x="21690" y="1623"/>
                      <a:pt x="18083" y="127"/>
                      <a:pt x="14323" y="127"/>
                    </a:cubicBezTo>
                    <a:cubicBezTo>
                      <a:pt x="10563" y="127"/>
                      <a:pt x="6957" y="1623"/>
                      <a:pt x="4298" y="4285"/>
                    </a:cubicBezTo>
                    <a:cubicBezTo>
                      <a:pt x="1639" y="6948"/>
                      <a:pt x="145" y="10560"/>
                      <a:pt x="145" y="14326"/>
                    </a:cubicBezTo>
                    <a:cubicBezTo>
                      <a:pt x="145" y="18091"/>
                      <a:pt x="1639" y="21703"/>
                      <a:pt x="4298" y="24366"/>
                    </a:cubicBezTo>
                    <a:cubicBezTo>
                      <a:pt x="6957" y="27029"/>
                      <a:pt x="10563" y="28525"/>
                      <a:pt x="14323"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4" name="Freeform: Shape 703">
                <a:extLst>
                  <a:ext uri="{FF2B5EF4-FFF2-40B4-BE49-F238E27FC236}">
                    <a16:creationId xmlns:a16="http://schemas.microsoft.com/office/drawing/2014/main" id="{D5E09FDD-2604-49F6-C8F4-B02A1E530CE1}"/>
                  </a:ext>
                </a:extLst>
              </p:cNvPr>
              <p:cNvSpPr/>
              <p:nvPr/>
            </p:nvSpPr>
            <p:spPr>
              <a:xfrm>
                <a:off x="9303276" y="4888116"/>
                <a:ext cx="28356" cy="28397"/>
              </a:xfrm>
              <a:custGeom>
                <a:avLst/>
                <a:gdLst>
                  <a:gd name="connsiteX0" fmla="*/ 14323 w 28356"/>
                  <a:gd name="connsiteY0" fmla="*/ 28524 h 28397"/>
                  <a:gd name="connsiteX1" fmla="*/ 24348 w 28356"/>
                  <a:gd name="connsiteY1" fmla="*/ 24365 h 28397"/>
                  <a:gd name="connsiteX2" fmla="*/ 28501 w 28356"/>
                  <a:gd name="connsiteY2" fmla="*/ 14325 h 28397"/>
                  <a:gd name="connsiteX3" fmla="*/ 24348 w 28356"/>
                  <a:gd name="connsiteY3" fmla="*/ 4285 h 28397"/>
                  <a:gd name="connsiteX4" fmla="*/ 14323 w 28356"/>
                  <a:gd name="connsiteY4" fmla="*/ 126 h 28397"/>
                  <a:gd name="connsiteX5" fmla="*/ 4297 w 28356"/>
                  <a:gd name="connsiteY5" fmla="*/ 4285 h 28397"/>
                  <a:gd name="connsiteX6" fmla="*/ 144 w 28356"/>
                  <a:gd name="connsiteY6" fmla="*/ 14325 h 28397"/>
                  <a:gd name="connsiteX7" fmla="*/ 4297 w 28356"/>
                  <a:gd name="connsiteY7" fmla="*/ 24365 h 28397"/>
                  <a:gd name="connsiteX8" fmla="*/ 14323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24"/>
                    </a:moveTo>
                    <a:cubicBezTo>
                      <a:pt x="18083" y="28524"/>
                      <a:pt x="21690" y="27028"/>
                      <a:pt x="24348" y="24365"/>
                    </a:cubicBezTo>
                    <a:cubicBezTo>
                      <a:pt x="27007" y="21702"/>
                      <a:pt x="28501" y="18090"/>
                      <a:pt x="28501" y="14325"/>
                    </a:cubicBezTo>
                    <a:cubicBezTo>
                      <a:pt x="28501" y="10559"/>
                      <a:pt x="27007" y="6947"/>
                      <a:pt x="24348" y="4285"/>
                    </a:cubicBezTo>
                    <a:cubicBezTo>
                      <a:pt x="21690" y="1622"/>
                      <a:pt x="18083" y="126"/>
                      <a:pt x="14323" y="126"/>
                    </a:cubicBezTo>
                    <a:cubicBezTo>
                      <a:pt x="10563" y="126"/>
                      <a:pt x="6956" y="1622"/>
                      <a:pt x="4297" y="4285"/>
                    </a:cubicBezTo>
                    <a:cubicBezTo>
                      <a:pt x="1638" y="6947"/>
                      <a:pt x="144" y="10559"/>
                      <a:pt x="144" y="14325"/>
                    </a:cubicBezTo>
                    <a:cubicBezTo>
                      <a:pt x="144" y="18090"/>
                      <a:pt x="1638" y="21702"/>
                      <a:pt x="4297" y="24365"/>
                    </a:cubicBezTo>
                    <a:cubicBezTo>
                      <a:pt x="6956" y="27028"/>
                      <a:pt x="10563" y="28524"/>
                      <a:pt x="14323"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5" name="Freeform: Shape 704">
                <a:extLst>
                  <a:ext uri="{FF2B5EF4-FFF2-40B4-BE49-F238E27FC236}">
                    <a16:creationId xmlns:a16="http://schemas.microsoft.com/office/drawing/2014/main" id="{10DB0457-B3A2-8F4B-F84A-7006CE6A8294}"/>
                  </a:ext>
                </a:extLst>
              </p:cNvPr>
              <p:cNvSpPr/>
              <p:nvPr/>
            </p:nvSpPr>
            <p:spPr>
              <a:xfrm>
                <a:off x="9295528" y="4873537"/>
                <a:ext cx="28356" cy="28397"/>
              </a:xfrm>
              <a:custGeom>
                <a:avLst/>
                <a:gdLst>
                  <a:gd name="connsiteX0" fmla="*/ 14322 w 28356"/>
                  <a:gd name="connsiteY0" fmla="*/ 28523 h 28397"/>
                  <a:gd name="connsiteX1" fmla="*/ 24348 w 28356"/>
                  <a:gd name="connsiteY1" fmla="*/ 24364 h 28397"/>
                  <a:gd name="connsiteX2" fmla="*/ 28500 w 28356"/>
                  <a:gd name="connsiteY2" fmla="*/ 14324 h 28397"/>
                  <a:gd name="connsiteX3" fmla="*/ 24348 w 28356"/>
                  <a:gd name="connsiteY3" fmla="*/ 4283 h 28397"/>
                  <a:gd name="connsiteX4" fmla="*/ 14322 w 28356"/>
                  <a:gd name="connsiteY4" fmla="*/ 125 h 28397"/>
                  <a:gd name="connsiteX5" fmla="*/ 4296 w 28356"/>
                  <a:gd name="connsiteY5" fmla="*/ 4283 h 28397"/>
                  <a:gd name="connsiteX6" fmla="*/ 144 w 28356"/>
                  <a:gd name="connsiteY6" fmla="*/ 14324 h 28397"/>
                  <a:gd name="connsiteX7" fmla="*/ 4296 w 28356"/>
                  <a:gd name="connsiteY7" fmla="*/ 24364 h 28397"/>
                  <a:gd name="connsiteX8" fmla="*/ 1432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2" y="28523"/>
                    </a:moveTo>
                    <a:cubicBezTo>
                      <a:pt x="18082" y="28523"/>
                      <a:pt x="21689" y="27027"/>
                      <a:pt x="24348" y="24364"/>
                    </a:cubicBezTo>
                    <a:cubicBezTo>
                      <a:pt x="27007" y="21701"/>
                      <a:pt x="28500" y="18089"/>
                      <a:pt x="28500" y="14324"/>
                    </a:cubicBezTo>
                    <a:cubicBezTo>
                      <a:pt x="28500" y="10558"/>
                      <a:pt x="27007" y="6946"/>
                      <a:pt x="24348" y="4283"/>
                    </a:cubicBezTo>
                    <a:cubicBezTo>
                      <a:pt x="21689" y="1621"/>
                      <a:pt x="18082" y="125"/>
                      <a:pt x="14322" y="125"/>
                    </a:cubicBezTo>
                    <a:cubicBezTo>
                      <a:pt x="10562" y="125"/>
                      <a:pt x="6955" y="1621"/>
                      <a:pt x="4296" y="4283"/>
                    </a:cubicBezTo>
                    <a:cubicBezTo>
                      <a:pt x="1638" y="6946"/>
                      <a:pt x="144" y="10558"/>
                      <a:pt x="144" y="14324"/>
                    </a:cubicBezTo>
                    <a:cubicBezTo>
                      <a:pt x="144" y="18089"/>
                      <a:pt x="1638" y="21701"/>
                      <a:pt x="4296" y="24364"/>
                    </a:cubicBezTo>
                    <a:cubicBezTo>
                      <a:pt x="6955" y="27027"/>
                      <a:pt x="10562" y="28523"/>
                      <a:pt x="1432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6" name="Freeform: Shape 705">
                <a:extLst>
                  <a:ext uri="{FF2B5EF4-FFF2-40B4-BE49-F238E27FC236}">
                    <a16:creationId xmlns:a16="http://schemas.microsoft.com/office/drawing/2014/main" id="{DADA88C5-0F00-CAB6-2425-AC22944D046E}"/>
                  </a:ext>
                </a:extLst>
              </p:cNvPr>
              <p:cNvSpPr/>
              <p:nvPr/>
            </p:nvSpPr>
            <p:spPr>
              <a:xfrm>
                <a:off x="9287767" y="4873422"/>
                <a:ext cx="28356" cy="28397"/>
              </a:xfrm>
              <a:custGeom>
                <a:avLst/>
                <a:gdLst>
                  <a:gd name="connsiteX0" fmla="*/ 14321 w 28356"/>
                  <a:gd name="connsiteY0" fmla="*/ 28523 h 28397"/>
                  <a:gd name="connsiteX1" fmla="*/ 24347 w 28356"/>
                  <a:gd name="connsiteY1" fmla="*/ 24364 h 28397"/>
                  <a:gd name="connsiteX2" fmla="*/ 28500 w 28356"/>
                  <a:gd name="connsiteY2" fmla="*/ 14324 h 28397"/>
                  <a:gd name="connsiteX3" fmla="*/ 24347 w 28356"/>
                  <a:gd name="connsiteY3" fmla="*/ 4283 h 28397"/>
                  <a:gd name="connsiteX4" fmla="*/ 14321 w 28356"/>
                  <a:gd name="connsiteY4" fmla="*/ 125 h 28397"/>
                  <a:gd name="connsiteX5" fmla="*/ 4296 w 28356"/>
                  <a:gd name="connsiteY5" fmla="*/ 4283 h 28397"/>
                  <a:gd name="connsiteX6" fmla="*/ 143 w 28356"/>
                  <a:gd name="connsiteY6" fmla="*/ 14324 h 28397"/>
                  <a:gd name="connsiteX7" fmla="*/ 4296 w 28356"/>
                  <a:gd name="connsiteY7" fmla="*/ 24364 h 28397"/>
                  <a:gd name="connsiteX8" fmla="*/ 1432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23"/>
                    </a:moveTo>
                    <a:cubicBezTo>
                      <a:pt x="18082" y="28523"/>
                      <a:pt x="21688" y="27027"/>
                      <a:pt x="24347" y="24364"/>
                    </a:cubicBezTo>
                    <a:cubicBezTo>
                      <a:pt x="27006" y="21701"/>
                      <a:pt x="28500" y="18089"/>
                      <a:pt x="28500" y="14324"/>
                    </a:cubicBezTo>
                    <a:cubicBezTo>
                      <a:pt x="28500" y="10558"/>
                      <a:pt x="27006" y="6946"/>
                      <a:pt x="24347" y="4283"/>
                    </a:cubicBezTo>
                    <a:cubicBezTo>
                      <a:pt x="21688" y="1621"/>
                      <a:pt x="18082" y="125"/>
                      <a:pt x="14321" y="125"/>
                    </a:cubicBezTo>
                    <a:cubicBezTo>
                      <a:pt x="10561" y="125"/>
                      <a:pt x="6955" y="1621"/>
                      <a:pt x="4296" y="4283"/>
                    </a:cubicBezTo>
                    <a:cubicBezTo>
                      <a:pt x="1637" y="6946"/>
                      <a:pt x="143" y="10558"/>
                      <a:pt x="143" y="14324"/>
                    </a:cubicBezTo>
                    <a:cubicBezTo>
                      <a:pt x="143" y="18089"/>
                      <a:pt x="1637" y="21701"/>
                      <a:pt x="4296" y="24364"/>
                    </a:cubicBezTo>
                    <a:cubicBezTo>
                      <a:pt x="6955" y="27027"/>
                      <a:pt x="10561" y="28523"/>
                      <a:pt x="1432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7" name="Freeform: Shape 706">
                <a:extLst>
                  <a:ext uri="{FF2B5EF4-FFF2-40B4-BE49-F238E27FC236}">
                    <a16:creationId xmlns:a16="http://schemas.microsoft.com/office/drawing/2014/main" id="{4FB6D454-4EFE-8D4D-139E-7CA923997DA2}"/>
                  </a:ext>
                </a:extLst>
              </p:cNvPr>
              <p:cNvSpPr/>
              <p:nvPr/>
            </p:nvSpPr>
            <p:spPr>
              <a:xfrm>
                <a:off x="9280006" y="4878744"/>
                <a:ext cx="28356" cy="28397"/>
              </a:xfrm>
              <a:custGeom>
                <a:avLst/>
                <a:gdLst>
                  <a:gd name="connsiteX0" fmla="*/ 14321 w 28356"/>
                  <a:gd name="connsiteY0" fmla="*/ 28523 h 28397"/>
                  <a:gd name="connsiteX1" fmla="*/ 24346 w 28356"/>
                  <a:gd name="connsiteY1" fmla="*/ 24364 h 28397"/>
                  <a:gd name="connsiteX2" fmla="*/ 28499 w 28356"/>
                  <a:gd name="connsiteY2" fmla="*/ 14324 h 28397"/>
                  <a:gd name="connsiteX3" fmla="*/ 24346 w 28356"/>
                  <a:gd name="connsiteY3" fmla="*/ 4284 h 28397"/>
                  <a:gd name="connsiteX4" fmla="*/ 14321 w 28356"/>
                  <a:gd name="connsiteY4" fmla="*/ 125 h 28397"/>
                  <a:gd name="connsiteX5" fmla="*/ 4295 w 28356"/>
                  <a:gd name="connsiteY5" fmla="*/ 4284 h 28397"/>
                  <a:gd name="connsiteX6" fmla="*/ 143 w 28356"/>
                  <a:gd name="connsiteY6" fmla="*/ 14324 h 28397"/>
                  <a:gd name="connsiteX7" fmla="*/ 4295 w 28356"/>
                  <a:gd name="connsiteY7" fmla="*/ 24364 h 28397"/>
                  <a:gd name="connsiteX8" fmla="*/ 1432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23"/>
                    </a:moveTo>
                    <a:cubicBezTo>
                      <a:pt x="18081" y="28523"/>
                      <a:pt x="21688" y="27027"/>
                      <a:pt x="24346" y="24364"/>
                    </a:cubicBezTo>
                    <a:cubicBezTo>
                      <a:pt x="27005" y="21702"/>
                      <a:pt x="28499" y="18090"/>
                      <a:pt x="28499" y="14324"/>
                    </a:cubicBezTo>
                    <a:cubicBezTo>
                      <a:pt x="28499" y="10558"/>
                      <a:pt x="27005" y="6947"/>
                      <a:pt x="24346" y="4284"/>
                    </a:cubicBezTo>
                    <a:cubicBezTo>
                      <a:pt x="21688" y="1621"/>
                      <a:pt x="18081" y="125"/>
                      <a:pt x="14321" y="125"/>
                    </a:cubicBezTo>
                    <a:cubicBezTo>
                      <a:pt x="10561" y="125"/>
                      <a:pt x="6954" y="1621"/>
                      <a:pt x="4295" y="4284"/>
                    </a:cubicBezTo>
                    <a:cubicBezTo>
                      <a:pt x="1636" y="6947"/>
                      <a:pt x="143" y="10558"/>
                      <a:pt x="143" y="14324"/>
                    </a:cubicBezTo>
                    <a:cubicBezTo>
                      <a:pt x="143" y="18090"/>
                      <a:pt x="1636" y="21702"/>
                      <a:pt x="4295" y="24364"/>
                    </a:cubicBezTo>
                    <a:cubicBezTo>
                      <a:pt x="6954" y="27027"/>
                      <a:pt x="10561" y="28523"/>
                      <a:pt x="1432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8" name="Freeform: Shape 707">
                <a:extLst>
                  <a:ext uri="{FF2B5EF4-FFF2-40B4-BE49-F238E27FC236}">
                    <a16:creationId xmlns:a16="http://schemas.microsoft.com/office/drawing/2014/main" id="{2B287248-3919-23C9-7AED-5241406C204D}"/>
                  </a:ext>
                </a:extLst>
              </p:cNvPr>
              <p:cNvSpPr/>
              <p:nvPr/>
            </p:nvSpPr>
            <p:spPr>
              <a:xfrm>
                <a:off x="9272245" y="4885119"/>
                <a:ext cx="28356" cy="28397"/>
              </a:xfrm>
              <a:custGeom>
                <a:avLst/>
                <a:gdLst>
                  <a:gd name="connsiteX0" fmla="*/ 14320 w 28356"/>
                  <a:gd name="connsiteY0" fmla="*/ 28524 h 28397"/>
                  <a:gd name="connsiteX1" fmla="*/ 24346 w 28356"/>
                  <a:gd name="connsiteY1" fmla="*/ 24365 h 28397"/>
                  <a:gd name="connsiteX2" fmla="*/ 28499 w 28356"/>
                  <a:gd name="connsiteY2" fmla="*/ 14325 h 28397"/>
                  <a:gd name="connsiteX3" fmla="*/ 24346 w 28356"/>
                  <a:gd name="connsiteY3" fmla="*/ 4284 h 28397"/>
                  <a:gd name="connsiteX4" fmla="*/ 14320 w 28356"/>
                  <a:gd name="connsiteY4" fmla="*/ 126 h 28397"/>
                  <a:gd name="connsiteX5" fmla="*/ 4295 w 28356"/>
                  <a:gd name="connsiteY5" fmla="*/ 4284 h 28397"/>
                  <a:gd name="connsiteX6" fmla="*/ 142 w 28356"/>
                  <a:gd name="connsiteY6" fmla="*/ 14325 h 28397"/>
                  <a:gd name="connsiteX7" fmla="*/ 4295 w 28356"/>
                  <a:gd name="connsiteY7" fmla="*/ 24365 h 28397"/>
                  <a:gd name="connsiteX8" fmla="*/ 14320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24"/>
                    </a:moveTo>
                    <a:cubicBezTo>
                      <a:pt x="18080" y="28524"/>
                      <a:pt x="21687" y="27027"/>
                      <a:pt x="24346" y="24365"/>
                    </a:cubicBezTo>
                    <a:cubicBezTo>
                      <a:pt x="27005" y="21702"/>
                      <a:pt x="28499" y="18090"/>
                      <a:pt x="28499" y="14325"/>
                    </a:cubicBezTo>
                    <a:cubicBezTo>
                      <a:pt x="28499" y="10559"/>
                      <a:pt x="27005" y="6947"/>
                      <a:pt x="24346" y="4284"/>
                    </a:cubicBezTo>
                    <a:cubicBezTo>
                      <a:pt x="21687" y="1622"/>
                      <a:pt x="18080" y="126"/>
                      <a:pt x="14320" y="126"/>
                    </a:cubicBezTo>
                    <a:cubicBezTo>
                      <a:pt x="10560" y="126"/>
                      <a:pt x="6953" y="1622"/>
                      <a:pt x="4295" y="4284"/>
                    </a:cubicBezTo>
                    <a:cubicBezTo>
                      <a:pt x="1636" y="6947"/>
                      <a:pt x="142" y="10559"/>
                      <a:pt x="142" y="14325"/>
                    </a:cubicBezTo>
                    <a:cubicBezTo>
                      <a:pt x="142" y="18090"/>
                      <a:pt x="1636" y="21702"/>
                      <a:pt x="4295" y="24365"/>
                    </a:cubicBezTo>
                    <a:cubicBezTo>
                      <a:pt x="6953" y="27027"/>
                      <a:pt x="10560" y="28524"/>
                      <a:pt x="14320"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09" name="Freeform: Shape 708">
                <a:extLst>
                  <a:ext uri="{FF2B5EF4-FFF2-40B4-BE49-F238E27FC236}">
                    <a16:creationId xmlns:a16="http://schemas.microsoft.com/office/drawing/2014/main" id="{A7914F11-77A6-7CD2-7BBE-CCE290CD9EEA}"/>
                  </a:ext>
                </a:extLst>
              </p:cNvPr>
              <p:cNvSpPr/>
              <p:nvPr/>
            </p:nvSpPr>
            <p:spPr>
              <a:xfrm>
                <a:off x="9264483" y="4887265"/>
                <a:ext cx="28356" cy="28397"/>
              </a:xfrm>
              <a:custGeom>
                <a:avLst/>
                <a:gdLst>
                  <a:gd name="connsiteX0" fmla="*/ 14320 w 28356"/>
                  <a:gd name="connsiteY0" fmla="*/ 28524 h 28397"/>
                  <a:gd name="connsiteX1" fmla="*/ 24345 w 28356"/>
                  <a:gd name="connsiteY1" fmla="*/ 24365 h 28397"/>
                  <a:gd name="connsiteX2" fmla="*/ 28498 w 28356"/>
                  <a:gd name="connsiteY2" fmla="*/ 14325 h 28397"/>
                  <a:gd name="connsiteX3" fmla="*/ 24345 w 28356"/>
                  <a:gd name="connsiteY3" fmla="*/ 4284 h 28397"/>
                  <a:gd name="connsiteX4" fmla="*/ 14320 w 28356"/>
                  <a:gd name="connsiteY4" fmla="*/ 126 h 28397"/>
                  <a:gd name="connsiteX5" fmla="*/ 4294 w 28356"/>
                  <a:gd name="connsiteY5" fmla="*/ 4284 h 28397"/>
                  <a:gd name="connsiteX6" fmla="*/ 141 w 28356"/>
                  <a:gd name="connsiteY6" fmla="*/ 14325 h 28397"/>
                  <a:gd name="connsiteX7" fmla="*/ 4294 w 28356"/>
                  <a:gd name="connsiteY7" fmla="*/ 24365 h 28397"/>
                  <a:gd name="connsiteX8" fmla="*/ 14320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24"/>
                    </a:moveTo>
                    <a:cubicBezTo>
                      <a:pt x="18080" y="28524"/>
                      <a:pt x="21686" y="27028"/>
                      <a:pt x="24345" y="24365"/>
                    </a:cubicBezTo>
                    <a:cubicBezTo>
                      <a:pt x="27004" y="21702"/>
                      <a:pt x="28498" y="18090"/>
                      <a:pt x="28498" y="14325"/>
                    </a:cubicBezTo>
                    <a:cubicBezTo>
                      <a:pt x="28498" y="10559"/>
                      <a:pt x="27004" y="6947"/>
                      <a:pt x="24345" y="4284"/>
                    </a:cubicBezTo>
                    <a:cubicBezTo>
                      <a:pt x="21686" y="1622"/>
                      <a:pt x="18080" y="126"/>
                      <a:pt x="14320" y="126"/>
                    </a:cubicBezTo>
                    <a:cubicBezTo>
                      <a:pt x="10559" y="126"/>
                      <a:pt x="6953" y="1622"/>
                      <a:pt x="4294" y="4284"/>
                    </a:cubicBezTo>
                    <a:cubicBezTo>
                      <a:pt x="1635" y="6947"/>
                      <a:pt x="141" y="10559"/>
                      <a:pt x="141" y="14325"/>
                    </a:cubicBezTo>
                    <a:cubicBezTo>
                      <a:pt x="141" y="18090"/>
                      <a:pt x="1635" y="21702"/>
                      <a:pt x="4294" y="24365"/>
                    </a:cubicBezTo>
                    <a:cubicBezTo>
                      <a:pt x="6953" y="27028"/>
                      <a:pt x="10559" y="28524"/>
                      <a:pt x="14320"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0" name="Freeform: Shape 709">
                <a:extLst>
                  <a:ext uri="{FF2B5EF4-FFF2-40B4-BE49-F238E27FC236}">
                    <a16:creationId xmlns:a16="http://schemas.microsoft.com/office/drawing/2014/main" id="{F48CCD62-A833-192A-2147-24A4AE8CA741}"/>
                  </a:ext>
                </a:extLst>
              </p:cNvPr>
              <p:cNvSpPr/>
              <p:nvPr/>
            </p:nvSpPr>
            <p:spPr>
              <a:xfrm>
                <a:off x="9256735" y="4872673"/>
                <a:ext cx="28356" cy="28397"/>
              </a:xfrm>
              <a:custGeom>
                <a:avLst/>
                <a:gdLst>
                  <a:gd name="connsiteX0" fmla="*/ 14319 w 28356"/>
                  <a:gd name="connsiteY0" fmla="*/ 28523 h 28397"/>
                  <a:gd name="connsiteX1" fmla="*/ 24345 w 28356"/>
                  <a:gd name="connsiteY1" fmla="*/ 24364 h 28397"/>
                  <a:gd name="connsiteX2" fmla="*/ 28497 w 28356"/>
                  <a:gd name="connsiteY2" fmla="*/ 14324 h 28397"/>
                  <a:gd name="connsiteX3" fmla="*/ 24345 w 28356"/>
                  <a:gd name="connsiteY3" fmla="*/ 4283 h 28397"/>
                  <a:gd name="connsiteX4" fmla="*/ 14319 w 28356"/>
                  <a:gd name="connsiteY4" fmla="*/ 125 h 28397"/>
                  <a:gd name="connsiteX5" fmla="*/ 4293 w 28356"/>
                  <a:gd name="connsiteY5" fmla="*/ 4283 h 28397"/>
                  <a:gd name="connsiteX6" fmla="*/ 141 w 28356"/>
                  <a:gd name="connsiteY6" fmla="*/ 14324 h 28397"/>
                  <a:gd name="connsiteX7" fmla="*/ 4293 w 28356"/>
                  <a:gd name="connsiteY7" fmla="*/ 24364 h 28397"/>
                  <a:gd name="connsiteX8" fmla="*/ 1431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9" y="28523"/>
                    </a:moveTo>
                    <a:cubicBezTo>
                      <a:pt x="18079" y="28523"/>
                      <a:pt x="21686" y="27026"/>
                      <a:pt x="24345" y="24364"/>
                    </a:cubicBezTo>
                    <a:cubicBezTo>
                      <a:pt x="27003" y="21701"/>
                      <a:pt x="28497" y="18089"/>
                      <a:pt x="28497" y="14324"/>
                    </a:cubicBezTo>
                    <a:cubicBezTo>
                      <a:pt x="28497" y="10558"/>
                      <a:pt x="27003" y="6946"/>
                      <a:pt x="24345" y="4283"/>
                    </a:cubicBezTo>
                    <a:cubicBezTo>
                      <a:pt x="21686" y="1621"/>
                      <a:pt x="18079" y="125"/>
                      <a:pt x="14319" y="125"/>
                    </a:cubicBezTo>
                    <a:cubicBezTo>
                      <a:pt x="10559" y="125"/>
                      <a:pt x="6952" y="1621"/>
                      <a:pt x="4293" y="4283"/>
                    </a:cubicBezTo>
                    <a:cubicBezTo>
                      <a:pt x="1635" y="6946"/>
                      <a:pt x="141" y="10558"/>
                      <a:pt x="141" y="14324"/>
                    </a:cubicBezTo>
                    <a:cubicBezTo>
                      <a:pt x="141" y="18089"/>
                      <a:pt x="1635" y="21701"/>
                      <a:pt x="4293" y="24364"/>
                    </a:cubicBezTo>
                    <a:cubicBezTo>
                      <a:pt x="6952" y="27026"/>
                      <a:pt x="10559" y="28523"/>
                      <a:pt x="1431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1" name="Freeform: Shape 710">
                <a:extLst>
                  <a:ext uri="{FF2B5EF4-FFF2-40B4-BE49-F238E27FC236}">
                    <a16:creationId xmlns:a16="http://schemas.microsoft.com/office/drawing/2014/main" id="{DB87CD24-69BF-17AF-4C92-EEC71B0A1B2F}"/>
                  </a:ext>
                </a:extLst>
              </p:cNvPr>
              <p:cNvSpPr/>
              <p:nvPr/>
            </p:nvSpPr>
            <p:spPr>
              <a:xfrm>
                <a:off x="9248974" y="4878871"/>
                <a:ext cx="28356" cy="28397"/>
              </a:xfrm>
              <a:custGeom>
                <a:avLst/>
                <a:gdLst>
                  <a:gd name="connsiteX0" fmla="*/ 14318 w 28356"/>
                  <a:gd name="connsiteY0" fmla="*/ 28523 h 28397"/>
                  <a:gd name="connsiteX1" fmla="*/ 24344 w 28356"/>
                  <a:gd name="connsiteY1" fmla="*/ 24364 h 28397"/>
                  <a:gd name="connsiteX2" fmla="*/ 28497 w 28356"/>
                  <a:gd name="connsiteY2" fmla="*/ 14324 h 28397"/>
                  <a:gd name="connsiteX3" fmla="*/ 24344 w 28356"/>
                  <a:gd name="connsiteY3" fmla="*/ 4284 h 28397"/>
                  <a:gd name="connsiteX4" fmla="*/ 14318 w 28356"/>
                  <a:gd name="connsiteY4" fmla="*/ 125 h 28397"/>
                  <a:gd name="connsiteX5" fmla="*/ 4293 w 28356"/>
                  <a:gd name="connsiteY5" fmla="*/ 4284 h 28397"/>
                  <a:gd name="connsiteX6" fmla="*/ 140 w 28356"/>
                  <a:gd name="connsiteY6" fmla="*/ 14324 h 28397"/>
                  <a:gd name="connsiteX7" fmla="*/ 4293 w 28356"/>
                  <a:gd name="connsiteY7" fmla="*/ 24364 h 28397"/>
                  <a:gd name="connsiteX8" fmla="*/ 1431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23"/>
                    </a:moveTo>
                    <a:cubicBezTo>
                      <a:pt x="18079" y="28523"/>
                      <a:pt x="21685" y="27027"/>
                      <a:pt x="24344" y="24364"/>
                    </a:cubicBezTo>
                    <a:cubicBezTo>
                      <a:pt x="27003" y="21702"/>
                      <a:pt x="28497" y="18090"/>
                      <a:pt x="28497" y="14324"/>
                    </a:cubicBezTo>
                    <a:cubicBezTo>
                      <a:pt x="28497" y="10558"/>
                      <a:pt x="27003" y="6947"/>
                      <a:pt x="24344" y="4284"/>
                    </a:cubicBezTo>
                    <a:cubicBezTo>
                      <a:pt x="21685" y="1621"/>
                      <a:pt x="18079" y="125"/>
                      <a:pt x="14318" y="125"/>
                    </a:cubicBezTo>
                    <a:cubicBezTo>
                      <a:pt x="10558" y="125"/>
                      <a:pt x="6952" y="1621"/>
                      <a:pt x="4293" y="4284"/>
                    </a:cubicBezTo>
                    <a:cubicBezTo>
                      <a:pt x="1634" y="6947"/>
                      <a:pt x="140" y="10558"/>
                      <a:pt x="140" y="14324"/>
                    </a:cubicBezTo>
                    <a:cubicBezTo>
                      <a:pt x="140" y="18090"/>
                      <a:pt x="1634" y="21702"/>
                      <a:pt x="4293" y="24364"/>
                    </a:cubicBezTo>
                    <a:cubicBezTo>
                      <a:pt x="6952" y="27027"/>
                      <a:pt x="10558" y="28523"/>
                      <a:pt x="1431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2" name="Freeform: Shape 711">
                <a:extLst>
                  <a:ext uri="{FF2B5EF4-FFF2-40B4-BE49-F238E27FC236}">
                    <a16:creationId xmlns:a16="http://schemas.microsoft.com/office/drawing/2014/main" id="{290A20ED-9986-E57F-1B5E-7D22A20196EA}"/>
                  </a:ext>
                </a:extLst>
              </p:cNvPr>
              <p:cNvSpPr/>
              <p:nvPr/>
            </p:nvSpPr>
            <p:spPr>
              <a:xfrm>
                <a:off x="9241213" y="4877740"/>
                <a:ext cx="28356" cy="28397"/>
              </a:xfrm>
              <a:custGeom>
                <a:avLst/>
                <a:gdLst>
                  <a:gd name="connsiteX0" fmla="*/ 14318 w 28356"/>
                  <a:gd name="connsiteY0" fmla="*/ 28523 h 28397"/>
                  <a:gd name="connsiteX1" fmla="*/ 24343 w 28356"/>
                  <a:gd name="connsiteY1" fmla="*/ 24364 h 28397"/>
                  <a:gd name="connsiteX2" fmla="*/ 28496 w 28356"/>
                  <a:gd name="connsiteY2" fmla="*/ 14324 h 28397"/>
                  <a:gd name="connsiteX3" fmla="*/ 24343 w 28356"/>
                  <a:gd name="connsiteY3" fmla="*/ 4284 h 28397"/>
                  <a:gd name="connsiteX4" fmla="*/ 14318 w 28356"/>
                  <a:gd name="connsiteY4" fmla="*/ 125 h 28397"/>
                  <a:gd name="connsiteX5" fmla="*/ 4292 w 28356"/>
                  <a:gd name="connsiteY5" fmla="*/ 4284 h 28397"/>
                  <a:gd name="connsiteX6" fmla="*/ 139 w 28356"/>
                  <a:gd name="connsiteY6" fmla="*/ 14324 h 28397"/>
                  <a:gd name="connsiteX7" fmla="*/ 4292 w 28356"/>
                  <a:gd name="connsiteY7" fmla="*/ 24364 h 28397"/>
                  <a:gd name="connsiteX8" fmla="*/ 1431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23"/>
                    </a:moveTo>
                    <a:cubicBezTo>
                      <a:pt x="18078" y="28523"/>
                      <a:pt x="21685" y="27027"/>
                      <a:pt x="24343" y="24364"/>
                    </a:cubicBezTo>
                    <a:cubicBezTo>
                      <a:pt x="27002" y="21701"/>
                      <a:pt x="28496" y="18090"/>
                      <a:pt x="28496" y="14324"/>
                    </a:cubicBezTo>
                    <a:cubicBezTo>
                      <a:pt x="28496" y="10558"/>
                      <a:pt x="27002" y="6946"/>
                      <a:pt x="24343" y="4284"/>
                    </a:cubicBezTo>
                    <a:cubicBezTo>
                      <a:pt x="21685" y="1621"/>
                      <a:pt x="18078" y="125"/>
                      <a:pt x="14318" y="125"/>
                    </a:cubicBezTo>
                    <a:cubicBezTo>
                      <a:pt x="10558" y="125"/>
                      <a:pt x="6951" y="1621"/>
                      <a:pt x="4292" y="4284"/>
                    </a:cubicBezTo>
                    <a:cubicBezTo>
                      <a:pt x="1633" y="6946"/>
                      <a:pt x="139" y="10558"/>
                      <a:pt x="139" y="14324"/>
                    </a:cubicBezTo>
                    <a:cubicBezTo>
                      <a:pt x="139" y="18090"/>
                      <a:pt x="1633" y="21701"/>
                      <a:pt x="4292" y="24364"/>
                    </a:cubicBezTo>
                    <a:cubicBezTo>
                      <a:pt x="6951" y="27027"/>
                      <a:pt x="10558" y="28523"/>
                      <a:pt x="1431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3" name="Freeform: Shape 712">
                <a:extLst>
                  <a:ext uri="{FF2B5EF4-FFF2-40B4-BE49-F238E27FC236}">
                    <a16:creationId xmlns:a16="http://schemas.microsoft.com/office/drawing/2014/main" id="{34924139-E3B8-C1DD-4211-0A5A5FED1C3C}"/>
                  </a:ext>
                </a:extLst>
              </p:cNvPr>
              <p:cNvSpPr/>
              <p:nvPr/>
            </p:nvSpPr>
            <p:spPr>
              <a:xfrm>
                <a:off x="9233452" y="4871670"/>
                <a:ext cx="28356" cy="28397"/>
              </a:xfrm>
              <a:custGeom>
                <a:avLst/>
                <a:gdLst>
                  <a:gd name="connsiteX0" fmla="*/ 14317 w 28356"/>
                  <a:gd name="connsiteY0" fmla="*/ 28522 h 28397"/>
                  <a:gd name="connsiteX1" fmla="*/ 24343 w 28356"/>
                  <a:gd name="connsiteY1" fmla="*/ 24364 h 28397"/>
                  <a:gd name="connsiteX2" fmla="*/ 28496 w 28356"/>
                  <a:gd name="connsiteY2" fmla="*/ 14323 h 28397"/>
                  <a:gd name="connsiteX3" fmla="*/ 24343 w 28356"/>
                  <a:gd name="connsiteY3" fmla="*/ 4283 h 28397"/>
                  <a:gd name="connsiteX4" fmla="*/ 14317 w 28356"/>
                  <a:gd name="connsiteY4" fmla="*/ 125 h 28397"/>
                  <a:gd name="connsiteX5" fmla="*/ 4292 w 28356"/>
                  <a:gd name="connsiteY5" fmla="*/ 4283 h 28397"/>
                  <a:gd name="connsiteX6" fmla="*/ 139 w 28356"/>
                  <a:gd name="connsiteY6" fmla="*/ 14323 h 28397"/>
                  <a:gd name="connsiteX7" fmla="*/ 4292 w 28356"/>
                  <a:gd name="connsiteY7" fmla="*/ 24364 h 28397"/>
                  <a:gd name="connsiteX8" fmla="*/ 1431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2"/>
                    </a:moveTo>
                    <a:cubicBezTo>
                      <a:pt x="18077" y="28522"/>
                      <a:pt x="21684" y="27026"/>
                      <a:pt x="24343" y="24364"/>
                    </a:cubicBezTo>
                    <a:cubicBezTo>
                      <a:pt x="27002" y="21701"/>
                      <a:pt x="28496" y="18089"/>
                      <a:pt x="28496" y="14323"/>
                    </a:cubicBezTo>
                    <a:cubicBezTo>
                      <a:pt x="28496" y="10558"/>
                      <a:pt x="27002" y="6946"/>
                      <a:pt x="24343" y="4283"/>
                    </a:cubicBezTo>
                    <a:cubicBezTo>
                      <a:pt x="21684" y="1621"/>
                      <a:pt x="18077" y="125"/>
                      <a:pt x="14317" y="125"/>
                    </a:cubicBezTo>
                    <a:cubicBezTo>
                      <a:pt x="10557" y="125"/>
                      <a:pt x="6950" y="1621"/>
                      <a:pt x="4292" y="4283"/>
                    </a:cubicBezTo>
                    <a:cubicBezTo>
                      <a:pt x="1633" y="6946"/>
                      <a:pt x="139" y="10558"/>
                      <a:pt x="139" y="14323"/>
                    </a:cubicBezTo>
                    <a:cubicBezTo>
                      <a:pt x="139" y="18089"/>
                      <a:pt x="1633" y="21701"/>
                      <a:pt x="4292" y="24364"/>
                    </a:cubicBezTo>
                    <a:cubicBezTo>
                      <a:pt x="6950" y="27026"/>
                      <a:pt x="10557" y="28522"/>
                      <a:pt x="1431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4" name="Freeform: Shape 713">
                <a:extLst>
                  <a:ext uri="{FF2B5EF4-FFF2-40B4-BE49-F238E27FC236}">
                    <a16:creationId xmlns:a16="http://schemas.microsoft.com/office/drawing/2014/main" id="{920E1AEB-2FBC-C8C2-3C00-DD8282D0471B}"/>
                  </a:ext>
                </a:extLst>
              </p:cNvPr>
              <p:cNvSpPr/>
              <p:nvPr/>
            </p:nvSpPr>
            <p:spPr>
              <a:xfrm>
                <a:off x="9225691" y="4888129"/>
                <a:ext cx="28356" cy="28397"/>
              </a:xfrm>
              <a:custGeom>
                <a:avLst/>
                <a:gdLst>
                  <a:gd name="connsiteX0" fmla="*/ 14317 w 28356"/>
                  <a:gd name="connsiteY0" fmla="*/ 28524 h 28397"/>
                  <a:gd name="connsiteX1" fmla="*/ 24342 w 28356"/>
                  <a:gd name="connsiteY1" fmla="*/ 24365 h 28397"/>
                  <a:gd name="connsiteX2" fmla="*/ 28495 w 28356"/>
                  <a:gd name="connsiteY2" fmla="*/ 14325 h 28397"/>
                  <a:gd name="connsiteX3" fmla="*/ 24342 w 28356"/>
                  <a:gd name="connsiteY3" fmla="*/ 4285 h 28397"/>
                  <a:gd name="connsiteX4" fmla="*/ 14317 w 28356"/>
                  <a:gd name="connsiteY4" fmla="*/ 126 h 28397"/>
                  <a:gd name="connsiteX5" fmla="*/ 4291 w 28356"/>
                  <a:gd name="connsiteY5" fmla="*/ 4285 h 28397"/>
                  <a:gd name="connsiteX6" fmla="*/ 138 w 28356"/>
                  <a:gd name="connsiteY6" fmla="*/ 14325 h 28397"/>
                  <a:gd name="connsiteX7" fmla="*/ 4291 w 28356"/>
                  <a:gd name="connsiteY7" fmla="*/ 24365 h 28397"/>
                  <a:gd name="connsiteX8" fmla="*/ 14317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4"/>
                    </a:moveTo>
                    <a:cubicBezTo>
                      <a:pt x="18077" y="28524"/>
                      <a:pt x="21683" y="27028"/>
                      <a:pt x="24342" y="24365"/>
                    </a:cubicBezTo>
                    <a:cubicBezTo>
                      <a:pt x="27001" y="21702"/>
                      <a:pt x="28495" y="18090"/>
                      <a:pt x="28495" y="14325"/>
                    </a:cubicBezTo>
                    <a:cubicBezTo>
                      <a:pt x="28495" y="10559"/>
                      <a:pt x="27001" y="6947"/>
                      <a:pt x="24342" y="4285"/>
                    </a:cubicBezTo>
                    <a:cubicBezTo>
                      <a:pt x="21683" y="1622"/>
                      <a:pt x="18077" y="126"/>
                      <a:pt x="14317" y="126"/>
                    </a:cubicBezTo>
                    <a:cubicBezTo>
                      <a:pt x="10556" y="126"/>
                      <a:pt x="6950" y="1622"/>
                      <a:pt x="4291" y="4285"/>
                    </a:cubicBezTo>
                    <a:cubicBezTo>
                      <a:pt x="1632" y="6947"/>
                      <a:pt x="138" y="10559"/>
                      <a:pt x="138" y="14325"/>
                    </a:cubicBezTo>
                    <a:cubicBezTo>
                      <a:pt x="138" y="18090"/>
                      <a:pt x="1632" y="21702"/>
                      <a:pt x="4291" y="24365"/>
                    </a:cubicBezTo>
                    <a:cubicBezTo>
                      <a:pt x="6950" y="27028"/>
                      <a:pt x="10556" y="28524"/>
                      <a:pt x="14317"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5" name="Freeform: Shape 714">
                <a:extLst>
                  <a:ext uri="{FF2B5EF4-FFF2-40B4-BE49-F238E27FC236}">
                    <a16:creationId xmlns:a16="http://schemas.microsoft.com/office/drawing/2014/main" id="{AE8AAEC7-95BE-5D6A-EF4B-8E7CFE830B9F}"/>
                  </a:ext>
                </a:extLst>
              </p:cNvPr>
              <p:cNvSpPr/>
              <p:nvPr/>
            </p:nvSpPr>
            <p:spPr>
              <a:xfrm>
                <a:off x="9217942" y="4887659"/>
                <a:ext cx="28356" cy="28397"/>
              </a:xfrm>
              <a:custGeom>
                <a:avLst/>
                <a:gdLst>
                  <a:gd name="connsiteX0" fmla="*/ 14316 w 28356"/>
                  <a:gd name="connsiteY0" fmla="*/ 28524 h 28397"/>
                  <a:gd name="connsiteX1" fmla="*/ 24342 w 28356"/>
                  <a:gd name="connsiteY1" fmla="*/ 24365 h 28397"/>
                  <a:gd name="connsiteX2" fmla="*/ 28494 w 28356"/>
                  <a:gd name="connsiteY2" fmla="*/ 14325 h 28397"/>
                  <a:gd name="connsiteX3" fmla="*/ 24342 w 28356"/>
                  <a:gd name="connsiteY3" fmla="*/ 4285 h 28397"/>
                  <a:gd name="connsiteX4" fmla="*/ 14316 w 28356"/>
                  <a:gd name="connsiteY4" fmla="*/ 126 h 28397"/>
                  <a:gd name="connsiteX5" fmla="*/ 4290 w 28356"/>
                  <a:gd name="connsiteY5" fmla="*/ 4285 h 28397"/>
                  <a:gd name="connsiteX6" fmla="*/ 138 w 28356"/>
                  <a:gd name="connsiteY6" fmla="*/ 14325 h 28397"/>
                  <a:gd name="connsiteX7" fmla="*/ 4290 w 28356"/>
                  <a:gd name="connsiteY7" fmla="*/ 24365 h 28397"/>
                  <a:gd name="connsiteX8" fmla="*/ 14316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6" y="28524"/>
                    </a:moveTo>
                    <a:cubicBezTo>
                      <a:pt x="18076" y="28524"/>
                      <a:pt x="21683" y="27028"/>
                      <a:pt x="24342" y="24365"/>
                    </a:cubicBezTo>
                    <a:cubicBezTo>
                      <a:pt x="27000" y="21702"/>
                      <a:pt x="28494" y="18090"/>
                      <a:pt x="28494" y="14325"/>
                    </a:cubicBezTo>
                    <a:cubicBezTo>
                      <a:pt x="28494" y="10559"/>
                      <a:pt x="27000" y="6947"/>
                      <a:pt x="24342" y="4285"/>
                    </a:cubicBezTo>
                    <a:cubicBezTo>
                      <a:pt x="21683" y="1622"/>
                      <a:pt x="18076" y="126"/>
                      <a:pt x="14316" y="126"/>
                    </a:cubicBezTo>
                    <a:cubicBezTo>
                      <a:pt x="10556" y="126"/>
                      <a:pt x="6949" y="1622"/>
                      <a:pt x="4290" y="4285"/>
                    </a:cubicBezTo>
                    <a:cubicBezTo>
                      <a:pt x="1632" y="6947"/>
                      <a:pt x="138" y="10559"/>
                      <a:pt x="138" y="14325"/>
                    </a:cubicBezTo>
                    <a:cubicBezTo>
                      <a:pt x="138" y="18090"/>
                      <a:pt x="1632" y="21702"/>
                      <a:pt x="4290" y="24365"/>
                    </a:cubicBezTo>
                    <a:cubicBezTo>
                      <a:pt x="6949" y="27028"/>
                      <a:pt x="10556" y="28524"/>
                      <a:pt x="14316"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6" name="Freeform: Shape 715">
                <a:extLst>
                  <a:ext uri="{FF2B5EF4-FFF2-40B4-BE49-F238E27FC236}">
                    <a16:creationId xmlns:a16="http://schemas.microsoft.com/office/drawing/2014/main" id="{A4C11F26-0E0C-E218-0574-91312764AA34}"/>
                  </a:ext>
                </a:extLst>
              </p:cNvPr>
              <p:cNvSpPr/>
              <p:nvPr/>
            </p:nvSpPr>
            <p:spPr>
              <a:xfrm>
                <a:off x="9210181" y="4862424"/>
                <a:ext cx="28356" cy="28397"/>
              </a:xfrm>
              <a:custGeom>
                <a:avLst/>
                <a:gdLst>
                  <a:gd name="connsiteX0" fmla="*/ 14315 w 28356"/>
                  <a:gd name="connsiteY0" fmla="*/ 28522 h 28397"/>
                  <a:gd name="connsiteX1" fmla="*/ 24341 w 28356"/>
                  <a:gd name="connsiteY1" fmla="*/ 24363 h 28397"/>
                  <a:gd name="connsiteX2" fmla="*/ 28494 w 28356"/>
                  <a:gd name="connsiteY2" fmla="*/ 14323 h 28397"/>
                  <a:gd name="connsiteX3" fmla="*/ 24341 w 28356"/>
                  <a:gd name="connsiteY3" fmla="*/ 4283 h 28397"/>
                  <a:gd name="connsiteX4" fmla="*/ 14315 w 28356"/>
                  <a:gd name="connsiteY4" fmla="*/ 124 h 28397"/>
                  <a:gd name="connsiteX5" fmla="*/ 4290 w 28356"/>
                  <a:gd name="connsiteY5" fmla="*/ 4283 h 28397"/>
                  <a:gd name="connsiteX6" fmla="*/ 137 w 28356"/>
                  <a:gd name="connsiteY6" fmla="*/ 14323 h 28397"/>
                  <a:gd name="connsiteX7" fmla="*/ 4290 w 28356"/>
                  <a:gd name="connsiteY7" fmla="*/ 24363 h 28397"/>
                  <a:gd name="connsiteX8" fmla="*/ 1431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22"/>
                    </a:moveTo>
                    <a:cubicBezTo>
                      <a:pt x="18076" y="28522"/>
                      <a:pt x="21682" y="27026"/>
                      <a:pt x="24341" y="24363"/>
                    </a:cubicBezTo>
                    <a:cubicBezTo>
                      <a:pt x="27000" y="21700"/>
                      <a:pt x="28494" y="18088"/>
                      <a:pt x="28494" y="14323"/>
                    </a:cubicBezTo>
                    <a:cubicBezTo>
                      <a:pt x="28494" y="10557"/>
                      <a:pt x="27000" y="6945"/>
                      <a:pt x="24341" y="4283"/>
                    </a:cubicBezTo>
                    <a:cubicBezTo>
                      <a:pt x="21682" y="1620"/>
                      <a:pt x="18076" y="124"/>
                      <a:pt x="14315" y="124"/>
                    </a:cubicBezTo>
                    <a:cubicBezTo>
                      <a:pt x="10555" y="124"/>
                      <a:pt x="6949" y="1620"/>
                      <a:pt x="4290" y="4283"/>
                    </a:cubicBezTo>
                    <a:cubicBezTo>
                      <a:pt x="1631" y="6945"/>
                      <a:pt x="137" y="10557"/>
                      <a:pt x="137" y="14323"/>
                    </a:cubicBezTo>
                    <a:cubicBezTo>
                      <a:pt x="137" y="18088"/>
                      <a:pt x="1631" y="21700"/>
                      <a:pt x="4290" y="24363"/>
                    </a:cubicBezTo>
                    <a:cubicBezTo>
                      <a:pt x="6949" y="27026"/>
                      <a:pt x="10555" y="28522"/>
                      <a:pt x="1431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7" name="Freeform: Shape 716">
                <a:extLst>
                  <a:ext uri="{FF2B5EF4-FFF2-40B4-BE49-F238E27FC236}">
                    <a16:creationId xmlns:a16="http://schemas.microsoft.com/office/drawing/2014/main" id="{4EA7C97A-A4A9-9F12-14BB-19A6D42C0C1E}"/>
                  </a:ext>
                </a:extLst>
              </p:cNvPr>
              <p:cNvSpPr/>
              <p:nvPr/>
            </p:nvSpPr>
            <p:spPr>
              <a:xfrm>
                <a:off x="9202420" y="4886935"/>
                <a:ext cx="28356" cy="28397"/>
              </a:xfrm>
              <a:custGeom>
                <a:avLst/>
                <a:gdLst>
                  <a:gd name="connsiteX0" fmla="*/ 14315 w 28356"/>
                  <a:gd name="connsiteY0" fmla="*/ 28524 h 28397"/>
                  <a:gd name="connsiteX1" fmla="*/ 24340 w 28356"/>
                  <a:gd name="connsiteY1" fmla="*/ 24365 h 28397"/>
                  <a:gd name="connsiteX2" fmla="*/ 28493 w 28356"/>
                  <a:gd name="connsiteY2" fmla="*/ 14325 h 28397"/>
                  <a:gd name="connsiteX3" fmla="*/ 24340 w 28356"/>
                  <a:gd name="connsiteY3" fmla="*/ 4284 h 28397"/>
                  <a:gd name="connsiteX4" fmla="*/ 14315 w 28356"/>
                  <a:gd name="connsiteY4" fmla="*/ 126 h 28397"/>
                  <a:gd name="connsiteX5" fmla="*/ 4289 w 28356"/>
                  <a:gd name="connsiteY5" fmla="*/ 4284 h 28397"/>
                  <a:gd name="connsiteX6" fmla="*/ 136 w 28356"/>
                  <a:gd name="connsiteY6" fmla="*/ 14325 h 28397"/>
                  <a:gd name="connsiteX7" fmla="*/ 4289 w 28356"/>
                  <a:gd name="connsiteY7" fmla="*/ 24365 h 28397"/>
                  <a:gd name="connsiteX8" fmla="*/ 14315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524"/>
                    </a:moveTo>
                    <a:cubicBezTo>
                      <a:pt x="18075" y="28524"/>
                      <a:pt x="21682" y="27028"/>
                      <a:pt x="24340" y="24365"/>
                    </a:cubicBezTo>
                    <a:cubicBezTo>
                      <a:pt x="26999" y="21702"/>
                      <a:pt x="28493" y="18090"/>
                      <a:pt x="28493" y="14325"/>
                    </a:cubicBezTo>
                    <a:cubicBezTo>
                      <a:pt x="28493" y="10559"/>
                      <a:pt x="26999" y="6947"/>
                      <a:pt x="24340" y="4284"/>
                    </a:cubicBezTo>
                    <a:cubicBezTo>
                      <a:pt x="21682" y="1622"/>
                      <a:pt x="18075" y="126"/>
                      <a:pt x="14315" y="126"/>
                    </a:cubicBezTo>
                    <a:cubicBezTo>
                      <a:pt x="10555" y="126"/>
                      <a:pt x="6948" y="1622"/>
                      <a:pt x="4289" y="4284"/>
                    </a:cubicBezTo>
                    <a:cubicBezTo>
                      <a:pt x="1630" y="6947"/>
                      <a:pt x="136" y="10559"/>
                      <a:pt x="136" y="14325"/>
                    </a:cubicBezTo>
                    <a:cubicBezTo>
                      <a:pt x="136" y="18090"/>
                      <a:pt x="1630" y="21702"/>
                      <a:pt x="4289" y="24365"/>
                    </a:cubicBezTo>
                    <a:cubicBezTo>
                      <a:pt x="6948" y="27028"/>
                      <a:pt x="10555" y="28524"/>
                      <a:pt x="14315"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8" name="Freeform: Shape 717">
                <a:extLst>
                  <a:ext uri="{FF2B5EF4-FFF2-40B4-BE49-F238E27FC236}">
                    <a16:creationId xmlns:a16="http://schemas.microsoft.com/office/drawing/2014/main" id="{9EB41E20-4DD8-4F01-1959-4B9BFB2C660E}"/>
                  </a:ext>
                </a:extLst>
              </p:cNvPr>
              <p:cNvSpPr/>
              <p:nvPr/>
            </p:nvSpPr>
            <p:spPr>
              <a:xfrm>
                <a:off x="9194659" y="4871721"/>
                <a:ext cx="28356" cy="28397"/>
              </a:xfrm>
              <a:custGeom>
                <a:avLst/>
                <a:gdLst>
                  <a:gd name="connsiteX0" fmla="*/ 14314 w 28356"/>
                  <a:gd name="connsiteY0" fmla="*/ 28522 h 28397"/>
                  <a:gd name="connsiteX1" fmla="*/ 24340 w 28356"/>
                  <a:gd name="connsiteY1" fmla="*/ 24364 h 28397"/>
                  <a:gd name="connsiteX2" fmla="*/ 28492 w 28356"/>
                  <a:gd name="connsiteY2" fmla="*/ 14323 h 28397"/>
                  <a:gd name="connsiteX3" fmla="*/ 24340 w 28356"/>
                  <a:gd name="connsiteY3" fmla="*/ 4283 h 28397"/>
                  <a:gd name="connsiteX4" fmla="*/ 14314 w 28356"/>
                  <a:gd name="connsiteY4" fmla="*/ 125 h 28397"/>
                  <a:gd name="connsiteX5" fmla="*/ 4289 w 28356"/>
                  <a:gd name="connsiteY5" fmla="*/ 4283 h 28397"/>
                  <a:gd name="connsiteX6" fmla="*/ 136 w 28356"/>
                  <a:gd name="connsiteY6" fmla="*/ 14323 h 28397"/>
                  <a:gd name="connsiteX7" fmla="*/ 4289 w 28356"/>
                  <a:gd name="connsiteY7" fmla="*/ 24364 h 28397"/>
                  <a:gd name="connsiteX8" fmla="*/ 1431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22"/>
                    </a:moveTo>
                    <a:cubicBezTo>
                      <a:pt x="18074" y="28522"/>
                      <a:pt x="21681" y="27026"/>
                      <a:pt x="24340" y="24364"/>
                    </a:cubicBezTo>
                    <a:cubicBezTo>
                      <a:pt x="26999" y="21701"/>
                      <a:pt x="28492" y="18089"/>
                      <a:pt x="28492" y="14323"/>
                    </a:cubicBezTo>
                    <a:cubicBezTo>
                      <a:pt x="28492" y="10558"/>
                      <a:pt x="26999" y="6946"/>
                      <a:pt x="24340" y="4283"/>
                    </a:cubicBezTo>
                    <a:cubicBezTo>
                      <a:pt x="21681" y="1621"/>
                      <a:pt x="18074" y="125"/>
                      <a:pt x="14314" y="125"/>
                    </a:cubicBezTo>
                    <a:cubicBezTo>
                      <a:pt x="10554" y="125"/>
                      <a:pt x="6947" y="1621"/>
                      <a:pt x="4289" y="4283"/>
                    </a:cubicBezTo>
                    <a:cubicBezTo>
                      <a:pt x="1630" y="6946"/>
                      <a:pt x="136" y="10558"/>
                      <a:pt x="136" y="14323"/>
                    </a:cubicBezTo>
                    <a:cubicBezTo>
                      <a:pt x="136" y="18089"/>
                      <a:pt x="1630" y="21701"/>
                      <a:pt x="4289" y="24364"/>
                    </a:cubicBezTo>
                    <a:cubicBezTo>
                      <a:pt x="6947" y="27026"/>
                      <a:pt x="10554" y="28522"/>
                      <a:pt x="1431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19" name="Freeform: Shape 718">
                <a:extLst>
                  <a:ext uri="{FF2B5EF4-FFF2-40B4-BE49-F238E27FC236}">
                    <a16:creationId xmlns:a16="http://schemas.microsoft.com/office/drawing/2014/main" id="{31DECDBF-C906-8ABE-0E4C-5C32F326C236}"/>
                  </a:ext>
                </a:extLst>
              </p:cNvPr>
              <p:cNvSpPr/>
              <p:nvPr/>
            </p:nvSpPr>
            <p:spPr>
              <a:xfrm>
                <a:off x="9186911" y="4883506"/>
                <a:ext cx="28356" cy="28397"/>
              </a:xfrm>
              <a:custGeom>
                <a:avLst/>
                <a:gdLst>
                  <a:gd name="connsiteX0" fmla="*/ 14314 w 28356"/>
                  <a:gd name="connsiteY0" fmla="*/ 28523 h 28397"/>
                  <a:gd name="connsiteX1" fmla="*/ 24339 w 28356"/>
                  <a:gd name="connsiteY1" fmla="*/ 24365 h 28397"/>
                  <a:gd name="connsiteX2" fmla="*/ 28492 w 28356"/>
                  <a:gd name="connsiteY2" fmla="*/ 14324 h 28397"/>
                  <a:gd name="connsiteX3" fmla="*/ 24339 w 28356"/>
                  <a:gd name="connsiteY3" fmla="*/ 4284 h 28397"/>
                  <a:gd name="connsiteX4" fmla="*/ 14314 w 28356"/>
                  <a:gd name="connsiteY4" fmla="*/ 125 h 28397"/>
                  <a:gd name="connsiteX5" fmla="*/ 4288 w 28356"/>
                  <a:gd name="connsiteY5" fmla="*/ 4284 h 28397"/>
                  <a:gd name="connsiteX6" fmla="*/ 135 w 28356"/>
                  <a:gd name="connsiteY6" fmla="*/ 14324 h 28397"/>
                  <a:gd name="connsiteX7" fmla="*/ 4288 w 28356"/>
                  <a:gd name="connsiteY7" fmla="*/ 24365 h 28397"/>
                  <a:gd name="connsiteX8" fmla="*/ 1431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23"/>
                    </a:moveTo>
                    <a:cubicBezTo>
                      <a:pt x="18074" y="28523"/>
                      <a:pt x="21680" y="27027"/>
                      <a:pt x="24339" y="24365"/>
                    </a:cubicBezTo>
                    <a:cubicBezTo>
                      <a:pt x="26998" y="21702"/>
                      <a:pt x="28492" y="18090"/>
                      <a:pt x="28492" y="14324"/>
                    </a:cubicBezTo>
                    <a:cubicBezTo>
                      <a:pt x="28492" y="10559"/>
                      <a:pt x="26998" y="6947"/>
                      <a:pt x="24339" y="4284"/>
                    </a:cubicBezTo>
                    <a:cubicBezTo>
                      <a:pt x="21680" y="1621"/>
                      <a:pt x="18074" y="125"/>
                      <a:pt x="14314" y="125"/>
                    </a:cubicBezTo>
                    <a:cubicBezTo>
                      <a:pt x="10553" y="125"/>
                      <a:pt x="6947" y="1621"/>
                      <a:pt x="4288" y="4284"/>
                    </a:cubicBezTo>
                    <a:cubicBezTo>
                      <a:pt x="1629" y="6947"/>
                      <a:pt x="135" y="10559"/>
                      <a:pt x="135" y="14324"/>
                    </a:cubicBezTo>
                    <a:cubicBezTo>
                      <a:pt x="135" y="18090"/>
                      <a:pt x="1629" y="21702"/>
                      <a:pt x="4288" y="24365"/>
                    </a:cubicBezTo>
                    <a:cubicBezTo>
                      <a:pt x="6947" y="27027"/>
                      <a:pt x="10553" y="28523"/>
                      <a:pt x="1431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0" name="Freeform: Shape 719">
                <a:extLst>
                  <a:ext uri="{FF2B5EF4-FFF2-40B4-BE49-F238E27FC236}">
                    <a16:creationId xmlns:a16="http://schemas.microsoft.com/office/drawing/2014/main" id="{F540DF29-C986-7179-20B6-2943D9114F28}"/>
                  </a:ext>
                </a:extLst>
              </p:cNvPr>
              <p:cNvSpPr/>
              <p:nvPr/>
            </p:nvSpPr>
            <p:spPr>
              <a:xfrm>
                <a:off x="9179149" y="4864824"/>
                <a:ext cx="28356" cy="28397"/>
              </a:xfrm>
              <a:custGeom>
                <a:avLst/>
                <a:gdLst>
                  <a:gd name="connsiteX0" fmla="*/ 14313 w 28356"/>
                  <a:gd name="connsiteY0" fmla="*/ 28522 h 28397"/>
                  <a:gd name="connsiteX1" fmla="*/ 24339 w 28356"/>
                  <a:gd name="connsiteY1" fmla="*/ 24363 h 28397"/>
                  <a:gd name="connsiteX2" fmla="*/ 28491 w 28356"/>
                  <a:gd name="connsiteY2" fmla="*/ 14323 h 28397"/>
                  <a:gd name="connsiteX3" fmla="*/ 24339 w 28356"/>
                  <a:gd name="connsiteY3" fmla="*/ 4283 h 28397"/>
                  <a:gd name="connsiteX4" fmla="*/ 14313 w 28356"/>
                  <a:gd name="connsiteY4" fmla="*/ 124 h 28397"/>
                  <a:gd name="connsiteX5" fmla="*/ 4287 w 28356"/>
                  <a:gd name="connsiteY5" fmla="*/ 4283 h 28397"/>
                  <a:gd name="connsiteX6" fmla="*/ 135 w 28356"/>
                  <a:gd name="connsiteY6" fmla="*/ 14323 h 28397"/>
                  <a:gd name="connsiteX7" fmla="*/ 4287 w 28356"/>
                  <a:gd name="connsiteY7" fmla="*/ 24363 h 28397"/>
                  <a:gd name="connsiteX8" fmla="*/ 1431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3" y="28522"/>
                    </a:moveTo>
                    <a:cubicBezTo>
                      <a:pt x="18073" y="28522"/>
                      <a:pt x="21680" y="27026"/>
                      <a:pt x="24339" y="24363"/>
                    </a:cubicBezTo>
                    <a:cubicBezTo>
                      <a:pt x="26997" y="21700"/>
                      <a:pt x="28491" y="18089"/>
                      <a:pt x="28491" y="14323"/>
                    </a:cubicBezTo>
                    <a:cubicBezTo>
                      <a:pt x="28491" y="10557"/>
                      <a:pt x="26997" y="6945"/>
                      <a:pt x="24339" y="4283"/>
                    </a:cubicBezTo>
                    <a:cubicBezTo>
                      <a:pt x="21680" y="1620"/>
                      <a:pt x="18073" y="124"/>
                      <a:pt x="14313" y="124"/>
                    </a:cubicBezTo>
                    <a:cubicBezTo>
                      <a:pt x="10553" y="124"/>
                      <a:pt x="6946" y="1620"/>
                      <a:pt x="4287" y="4283"/>
                    </a:cubicBezTo>
                    <a:cubicBezTo>
                      <a:pt x="1628" y="6945"/>
                      <a:pt x="135" y="10557"/>
                      <a:pt x="135" y="14323"/>
                    </a:cubicBezTo>
                    <a:cubicBezTo>
                      <a:pt x="135" y="18089"/>
                      <a:pt x="1628" y="21700"/>
                      <a:pt x="4287" y="24363"/>
                    </a:cubicBezTo>
                    <a:cubicBezTo>
                      <a:pt x="6946" y="27026"/>
                      <a:pt x="10553" y="28522"/>
                      <a:pt x="1431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1" name="Freeform: Shape 720">
                <a:extLst>
                  <a:ext uri="{FF2B5EF4-FFF2-40B4-BE49-F238E27FC236}">
                    <a16:creationId xmlns:a16="http://schemas.microsoft.com/office/drawing/2014/main" id="{8BA47983-45FD-3EE8-60F5-C6A84C2582A8}"/>
                  </a:ext>
                </a:extLst>
              </p:cNvPr>
              <p:cNvSpPr/>
              <p:nvPr/>
            </p:nvSpPr>
            <p:spPr>
              <a:xfrm>
                <a:off x="9171388" y="4884827"/>
                <a:ext cx="28356" cy="28397"/>
              </a:xfrm>
              <a:custGeom>
                <a:avLst/>
                <a:gdLst>
                  <a:gd name="connsiteX0" fmla="*/ 14312 w 28356"/>
                  <a:gd name="connsiteY0" fmla="*/ 28524 h 28397"/>
                  <a:gd name="connsiteX1" fmla="*/ 24338 w 28356"/>
                  <a:gd name="connsiteY1" fmla="*/ 24365 h 28397"/>
                  <a:gd name="connsiteX2" fmla="*/ 28491 w 28356"/>
                  <a:gd name="connsiteY2" fmla="*/ 14325 h 28397"/>
                  <a:gd name="connsiteX3" fmla="*/ 24338 w 28356"/>
                  <a:gd name="connsiteY3" fmla="*/ 4284 h 28397"/>
                  <a:gd name="connsiteX4" fmla="*/ 14312 w 28356"/>
                  <a:gd name="connsiteY4" fmla="*/ 126 h 28397"/>
                  <a:gd name="connsiteX5" fmla="*/ 4287 w 28356"/>
                  <a:gd name="connsiteY5" fmla="*/ 4284 h 28397"/>
                  <a:gd name="connsiteX6" fmla="*/ 134 w 28356"/>
                  <a:gd name="connsiteY6" fmla="*/ 14325 h 28397"/>
                  <a:gd name="connsiteX7" fmla="*/ 4287 w 28356"/>
                  <a:gd name="connsiteY7" fmla="*/ 24365 h 28397"/>
                  <a:gd name="connsiteX8" fmla="*/ 14312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24"/>
                    </a:moveTo>
                    <a:cubicBezTo>
                      <a:pt x="18072" y="28524"/>
                      <a:pt x="21679" y="27027"/>
                      <a:pt x="24338" y="24365"/>
                    </a:cubicBezTo>
                    <a:cubicBezTo>
                      <a:pt x="26997" y="21702"/>
                      <a:pt x="28491" y="18090"/>
                      <a:pt x="28491" y="14325"/>
                    </a:cubicBezTo>
                    <a:cubicBezTo>
                      <a:pt x="28491" y="10559"/>
                      <a:pt x="26997" y="6947"/>
                      <a:pt x="24338" y="4284"/>
                    </a:cubicBezTo>
                    <a:cubicBezTo>
                      <a:pt x="21679" y="1622"/>
                      <a:pt x="18072" y="126"/>
                      <a:pt x="14312" y="126"/>
                    </a:cubicBezTo>
                    <a:cubicBezTo>
                      <a:pt x="10552" y="126"/>
                      <a:pt x="6945" y="1622"/>
                      <a:pt x="4287" y="4284"/>
                    </a:cubicBezTo>
                    <a:cubicBezTo>
                      <a:pt x="1628" y="6947"/>
                      <a:pt x="134" y="10559"/>
                      <a:pt x="134" y="14325"/>
                    </a:cubicBezTo>
                    <a:cubicBezTo>
                      <a:pt x="134" y="18090"/>
                      <a:pt x="1628" y="21702"/>
                      <a:pt x="4287" y="24365"/>
                    </a:cubicBezTo>
                    <a:cubicBezTo>
                      <a:pt x="6945" y="27027"/>
                      <a:pt x="10552" y="28524"/>
                      <a:pt x="14312"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2" name="Freeform: Shape 721">
                <a:extLst>
                  <a:ext uri="{FF2B5EF4-FFF2-40B4-BE49-F238E27FC236}">
                    <a16:creationId xmlns:a16="http://schemas.microsoft.com/office/drawing/2014/main" id="{C54DF607-41F8-0B14-84FE-BBA3E987CCE0}"/>
                  </a:ext>
                </a:extLst>
              </p:cNvPr>
              <p:cNvSpPr/>
              <p:nvPr/>
            </p:nvSpPr>
            <p:spPr>
              <a:xfrm>
                <a:off x="9163627" y="4879391"/>
                <a:ext cx="28356" cy="28397"/>
              </a:xfrm>
              <a:custGeom>
                <a:avLst/>
                <a:gdLst>
                  <a:gd name="connsiteX0" fmla="*/ 14312 w 28356"/>
                  <a:gd name="connsiteY0" fmla="*/ 28523 h 28397"/>
                  <a:gd name="connsiteX1" fmla="*/ 24337 w 28356"/>
                  <a:gd name="connsiteY1" fmla="*/ 24364 h 28397"/>
                  <a:gd name="connsiteX2" fmla="*/ 28490 w 28356"/>
                  <a:gd name="connsiteY2" fmla="*/ 14324 h 28397"/>
                  <a:gd name="connsiteX3" fmla="*/ 24337 w 28356"/>
                  <a:gd name="connsiteY3" fmla="*/ 4284 h 28397"/>
                  <a:gd name="connsiteX4" fmla="*/ 14312 w 28356"/>
                  <a:gd name="connsiteY4" fmla="*/ 125 h 28397"/>
                  <a:gd name="connsiteX5" fmla="*/ 4286 w 28356"/>
                  <a:gd name="connsiteY5" fmla="*/ 4284 h 28397"/>
                  <a:gd name="connsiteX6" fmla="*/ 133 w 28356"/>
                  <a:gd name="connsiteY6" fmla="*/ 14324 h 28397"/>
                  <a:gd name="connsiteX7" fmla="*/ 4286 w 28356"/>
                  <a:gd name="connsiteY7" fmla="*/ 24364 h 28397"/>
                  <a:gd name="connsiteX8" fmla="*/ 1431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23"/>
                    </a:moveTo>
                    <a:cubicBezTo>
                      <a:pt x="18072" y="28523"/>
                      <a:pt x="21678" y="27027"/>
                      <a:pt x="24337" y="24364"/>
                    </a:cubicBezTo>
                    <a:cubicBezTo>
                      <a:pt x="26996" y="21702"/>
                      <a:pt x="28490" y="18090"/>
                      <a:pt x="28490" y="14324"/>
                    </a:cubicBezTo>
                    <a:cubicBezTo>
                      <a:pt x="28490" y="10558"/>
                      <a:pt x="26996" y="6947"/>
                      <a:pt x="24337" y="4284"/>
                    </a:cubicBezTo>
                    <a:cubicBezTo>
                      <a:pt x="21678" y="1621"/>
                      <a:pt x="18072" y="125"/>
                      <a:pt x="14312" y="125"/>
                    </a:cubicBezTo>
                    <a:cubicBezTo>
                      <a:pt x="10552" y="125"/>
                      <a:pt x="6945" y="1621"/>
                      <a:pt x="4286" y="4284"/>
                    </a:cubicBezTo>
                    <a:cubicBezTo>
                      <a:pt x="1627" y="6947"/>
                      <a:pt x="133" y="10558"/>
                      <a:pt x="133" y="14324"/>
                    </a:cubicBezTo>
                    <a:cubicBezTo>
                      <a:pt x="133" y="18090"/>
                      <a:pt x="1627" y="21702"/>
                      <a:pt x="4286" y="24364"/>
                    </a:cubicBezTo>
                    <a:cubicBezTo>
                      <a:pt x="6945" y="27027"/>
                      <a:pt x="10552" y="28523"/>
                      <a:pt x="1431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3" name="Freeform: Shape 722">
                <a:extLst>
                  <a:ext uri="{FF2B5EF4-FFF2-40B4-BE49-F238E27FC236}">
                    <a16:creationId xmlns:a16="http://schemas.microsoft.com/office/drawing/2014/main" id="{02D9E4A3-44D7-D2CA-F890-A20E8E913164}"/>
                  </a:ext>
                </a:extLst>
              </p:cNvPr>
              <p:cNvSpPr/>
              <p:nvPr/>
            </p:nvSpPr>
            <p:spPr>
              <a:xfrm>
                <a:off x="9155866" y="4874616"/>
                <a:ext cx="28356" cy="28397"/>
              </a:xfrm>
              <a:custGeom>
                <a:avLst/>
                <a:gdLst>
                  <a:gd name="connsiteX0" fmla="*/ 14311 w 28356"/>
                  <a:gd name="connsiteY0" fmla="*/ 28523 h 28397"/>
                  <a:gd name="connsiteX1" fmla="*/ 24337 w 28356"/>
                  <a:gd name="connsiteY1" fmla="*/ 24364 h 28397"/>
                  <a:gd name="connsiteX2" fmla="*/ 28489 w 28356"/>
                  <a:gd name="connsiteY2" fmla="*/ 14324 h 28397"/>
                  <a:gd name="connsiteX3" fmla="*/ 24337 w 28356"/>
                  <a:gd name="connsiteY3" fmla="*/ 4283 h 28397"/>
                  <a:gd name="connsiteX4" fmla="*/ 14311 w 28356"/>
                  <a:gd name="connsiteY4" fmla="*/ 125 h 28397"/>
                  <a:gd name="connsiteX5" fmla="*/ 4285 w 28356"/>
                  <a:gd name="connsiteY5" fmla="*/ 4283 h 28397"/>
                  <a:gd name="connsiteX6" fmla="*/ 133 w 28356"/>
                  <a:gd name="connsiteY6" fmla="*/ 14324 h 28397"/>
                  <a:gd name="connsiteX7" fmla="*/ 4285 w 28356"/>
                  <a:gd name="connsiteY7" fmla="*/ 24364 h 28397"/>
                  <a:gd name="connsiteX8" fmla="*/ 1431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1" y="28523"/>
                    </a:moveTo>
                    <a:cubicBezTo>
                      <a:pt x="18071" y="28523"/>
                      <a:pt x="21678" y="27027"/>
                      <a:pt x="24337" y="24364"/>
                    </a:cubicBezTo>
                    <a:cubicBezTo>
                      <a:pt x="26996" y="21701"/>
                      <a:pt x="28489" y="18089"/>
                      <a:pt x="28489" y="14324"/>
                    </a:cubicBezTo>
                    <a:cubicBezTo>
                      <a:pt x="28489" y="10558"/>
                      <a:pt x="26996" y="6946"/>
                      <a:pt x="24337" y="4283"/>
                    </a:cubicBezTo>
                    <a:cubicBezTo>
                      <a:pt x="21678" y="1621"/>
                      <a:pt x="18071" y="125"/>
                      <a:pt x="14311" y="125"/>
                    </a:cubicBezTo>
                    <a:cubicBezTo>
                      <a:pt x="10551" y="125"/>
                      <a:pt x="6944" y="1621"/>
                      <a:pt x="4285" y="4283"/>
                    </a:cubicBezTo>
                    <a:cubicBezTo>
                      <a:pt x="1627" y="6946"/>
                      <a:pt x="133" y="10558"/>
                      <a:pt x="133" y="14324"/>
                    </a:cubicBezTo>
                    <a:cubicBezTo>
                      <a:pt x="133" y="18089"/>
                      <a:pt x="1627" y="21701"/>
                      <a:pt x="4285" y="24364"/>
                    </a:cubicBezTo>
                    <a:cubicBezTo>
                      <a:pt x="6944" y="27027"/>
                      <a:pt x="10551" y="28523"/>
                      <a:pt x="1431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4" name="Freeform: Shape 723">
                <a:extLst>
                  <a:ext uri="{FF2B5EF4-FFF2-40B4-BE49-F238E27FC236}">
                    <a16:creationId xmlns:a16="http://schemas.microsoft.com/office/drawing/2014/main" id="{ADD25F55-E1F2-A22B-CD66-115F8677FD36}"/>
                  </a:ext>
                </a:extLst>
              </p:cNvPr>
              <p:cNvSpPr/>
              <p:nvPr/>
            </p:nvSpPr>
            <p:spPr>
              <a:xfrm>
                <a:off x="9148118" y="4864405"/>
                <a:ext cx="28356" cy="28397"/>
              </a:xfrm>
              <a:custGeom>
                <a:avLst/>
                <a:gdLst>
                  <a:gd name="connsiteX0" fmla="*/ 14310 w 28356"/>
                  <a:gd name="connsiteY0" fmla="*/ 28522 h 28397"/>
                  <a:gd name="connsiteX1" fmla="*/ 24336 w 28356"/>
                  <a:gd name="connsiteY1" fmla="*/ 24363 h 28397"/>
                  <a:gd name="connsiteX2" fmla="*/ 28489 w 28356"/>
                  <a:gd name="connsiteY2" fmla="*/ 14323 h 28397"/>
                  <a:gd name="connsiteX3" fmla="*/ 24336 w 28356"/>
                  <a:gd name="connsiteY3" fmla="*/ 4283 h 28397"/>
                  <a:gd name="connsiteX4" fmla="*/ 14310 w 28356"/>
                  <a:gd name="connsiteY4" fmla="*/ 124 h 28397"/>
                  <a:gd name="connsiteX5" fmla="*/ 4285 w 28356"/>
                  <a:gd name="connsiteY5" fmla="*/ 4283 h 28397"/>
                  <a:gd name="connsiteX6" fmla="*/ 132 w 28356"/>
                  <a:gd name="connsiteY6" fmla="*/ 14323 h 28397"/>
                  <a:gd name="connsiteX7" fmla="*/ 4285 w 28356"/>
                  <a:gd name="connsiteY7" fmla="*/ 24363 h 28397"/>
                  <a:gd name="connsiteX8" fmla="*/ 1431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22"/>
                    </a:moveTo>
                    <a:cubicBezTo>
                      <a:pt x="18071" y="28522"/>
                      <a:pt x="21677" y="27026"/>
                      <a:pt x="24336" y="24363"/>
                    </a:cubicBezTo>
                    <a:cubicBezTo>
                      <a:pt x="26995" y="21700"/>
                      <a:pt x="28489" y="18089"/>
                      <a:pt x="28489" y="14323"/>
                    </a:cubicBezTo>
                    <a:cubicBezTo>
                      <a:pt x="28489" y="10557"/>
                      <a:pt x="26995" y="6945"/>
                      <a:pt x="24336" y="4283"/>
                    </a:cubicBezTo>
                    <a:cubicBezTo>
                      <a:pt x="21677" y="1620"/>
                      <a:pt x="18071" y="124"/>
                      <a:pt x="14310" y="124"/>
                    </a:cubicBezTo>
                    <a:cubicBezTo>
                      <a:pt x="10550" y="124"/>
                      <a:pt x="6944" y="1620"/>
                      <a:pt x="4285" y="4283"/>
                    </a:cubicBezTo>
                    <a:cubicBezTo>
                      <a:pt x="1626" y="6945"/>
                      <a:pt x="132" y="10557"/>
                      <a:pt x="132" y="14323"/>
                    </a:cubicBezTo>
                    <a:cubicBezTo>
                      <a:pt x="132" y="18089"/>
                      <a:pt x="1626" y="21700"/>
                      <a:pt x="4285" y="24363"/>
                    </a:cubicBezTo>
                    <a:cubicBezTo>
                      <a:pt x="6944" y="27026"/>
                      <a:pt x="10550" y="28522"/>
                      <a:pt x="1431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5" name="Freeform: Shape 724">
                <a:extLst>
                  <a:ext uri="{FF2B5EF4-FFF2-40B4-BE49-F238E27FC236}">
                    <a16:creationId xmlns:a16="http://schemas.microsoft.com/office/drawing/2014/main" id="{7C6A6F8F-8BBE-ADBB-04DA-71C5EF731AE9}"/>
                  </a:ext>
                </a:extLst>
              </p:cNvPr>
              <p:cNvSpPr/>
              <p:nvPr/>
            </p:nvSpPr>
            <p:spPr>
              <a:xfrm>
                <a:off x="9140357" y="4866818"/>
                <a:ext cx="28356" cy="28397"/>
              </a:xfrm>
              <a:custGeom>
                <a:avLst/>
                <a:gdLst>
                  <a:gd name="connsiteX0" fmla="*/ 14310 w 28356"/>
                  <a:gd name="connsiteY0" fmla="*/ 28522 h 28397"/>
                  <a:gd name="connsiteX1" fmla="*/ 24335 w 28356"/>
                  <a:gd name="connsiteY1" fmla="*/ 24363 h 28397"/>
                  <a:gd name="connsiteX2" fmla="*/ 28488 w 28356"/>
                  <a:gd name="connsiteY2" fmla="*/ 14323 h 28397"/>
                  <a:gd name="connsiteX3" fmla="*/ 24335 w 28356"/>
                  <a:gd name="connsiteY3" fmla="*/ 4283 h 28397"/>
                  <a:gd name="connsiteX4" fmla="*/ 14310 w 28356"/>
                  <a:gd name="connsiteY4" fmla="*/ 124 h 28397"/>
                  <a:gd name="connsiteX5" fmla="*/ 4284 w 28356"/>
                  <a:gd name="connsiteY5" fmla="*/ 4283 h 28397"/>
                  <a:gd name="connsiteX6" fmla="*/ 132 w 28356"/>
                  <a:gd name="connsiteY6" fmla="*/ 14323 h 28397"/>
                  <a:gd name="connsiteX7" fmla="*/ 4284 w 28356"/>
                  <a:gd name="connsiteY7" fmla="*/ 24363 h 28397"/>
                  <a:gd name="connsiteX8" fmla="*/ 1431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22"/>
                    </a:moveTo>
                    <a:cubicBezTo>
                      <a:pt x="18070" y="28522"/>
                      <a:pt x="21677" y="27026"/>
                      <a:pt x="24335" y="24363"/>
                    </a:cubicBezTo>
                    <a:cubicBezTo>
                      <a:pt x="26994" y="21701"/>
                      <a:pt x="28488" y="18089"/>
                      <a:pt x="28488" y="14323"/>
                    </a:cubicBezTo>
                    <a:cubicBezTo>
                      <a:pt x="28488" y="10557"/>
                      <a:pt x="26994" y="6946"/>
                      <a:pt x="24335" y="4283"/>
                    </a:cubicBezTo>
                    <a:cubicBezTo>
                      <a:pt x="21677" y="1620"/>
                      <a:pt x="18070" y="124"/>
                      <a:pt x="14310" y="124"/>
                    </a:cubicBezTo>
                    <a:cubicBezTo>
                      <a:pt x="10550" y="124"/>
                      <a:pt x="6943" y="1620"/>
                      <a:pt x="4284" y="4283"/>
                    </a:cubicBezTo>
                    <a:cubicBezTo>
                      <a:pt x="1625" y="6946"/>
                      <a:pt x="132" y="10557"/>
                      <a:pt x="132" y="14323"/>
                    </a:cubicBezTo>
                    <a:cubicBezTo>
                      <a:pt x="132" y="18089"/>
                      <a:pt x="1625" y="21701"/>
                      <a:pt x="4284" y="24363"/>
                    </a:cubicBezTo>
                    <a:cubicBezTo>
                      <a:pt x="6943" y="27026"/>
                      <a:pt x="10550" y="28522"/>
                      <a:pt x="1431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6" name="Freeform: Shape 725">
                <a:extLst>
                  <a:ext uri="{FF2B5EF4-FFF2-40B4-BE49-F238E27FC236}">
                    <a16:creationId xmlns:a16="http://schemas.microsoft.com/office/drawing/2014/main" id="{9F3B70A6-9C80-EF7C-1B92-C93AD5DF6A13}"/>
                  </a:ext>
                </a:extLst>
              </p:cNvPr>
              <p:cNvSpPr/>
              <p:nvPr/>
            </p:nvSpPr>
            <p:spPr>
              <a:xfrm>
                <a:off x="9132595" y="4886605"/>
                <a:ext cx="28356" cy="28397"/>
              </a:xfrm>
              <a:custGeom>
                <a:avLst/>
                <a:gdLst>
                  <a:gd name="connsiteX0" fmla="*/ 14309 w 28356"/>
                  <a:gd name="connsiteY0" fmla="*/ 28524 h 28397"/>
                  <a:gd name="connsiteX1" fmla="*/ 24335 w 28356"/>
                  <a:gd name="connsiteY1" fmla="*/ 24365 h 28397"/>
                  <a:gd name="connsiteX2" fmla="*/ 28488 w 28356"/>
                  <a:gd name="connsiteY2" fmla="*/ 14325 h 28397"/>
                  <a:gd name="connsiteX3" fmla="*/ 24335 w 28356"/>
                  <a:gd name="connsiteY3" fmla="*/ 4284 h 28397"/>
                  <a:gd name="connsiteX4" fmla="*/ 14309 w 28356"/>
                  <a:gd name="connsiteY4" fmla="*/ 126 h 28397"/>
                  <a:gd name="connsiteX5" fmla="*/ 4284 w 28356"/>
                  <a:gd name="connsiteY5" fmla="*/ 4284 h 28397"/>
                  <a:gd name="connsiteX6" fmla="*/ 131 w 28356"/>
                  <a:gd name="connsiteY6" fmla="*/ 14325 h 28397"/>
                  <a:gd name="connsiteX7" fmla="*/ 4284 w 28356"/>
                  <a:gd name="connsiteY7" fmla="*/ 24365 h 28397"/>
                  <a:gd name="connsiteX8" fmla="*/ 1430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24"/>
                    </a:moveTo>
                    <a:cubicBezTo>
                      <a:pt x="18069" y="28524"/>
                      <a:pt x="21676" y="27028"/>
                      <a:pt x="24335" y="24365"/>
                    </a:cubicBezTo>
                    <a:cubicBezTo>
                      <a:pt x="26994" y="21702"/>
                      <a:pt x="28488" y="18090"/>
                      <a:pt x="28488" y="14325"/>
                    </a:cubicBezTo>
                    <a:cubicBezTo>
                      <a:pt x="28488" y="10559"/>
                      <a:pt x="26994" y="6947"/>
                      <a:pt x="24335" y="4284"/>
                    </a:cubicBezTo>
                    <a:cubicBezTo>
                      <a:pt x="21676" y="1622"/>
                      <a:pt x="18069" y="126"/>
                      <a:pt x="14309" y="126"/>
                    </a:cubicBezTo>
                    <a:cubicBezTo>
                      <a:pt x="10549" y="126"/>
                      <a:pt x="6942" y="1622"/>
                      <a:pt x="4284" y="4284"/>
                    </a:cubicBezTo>
                    <a:cubicBezTo>
                      <a:pt x="1625" y="6947"/>
                      <a:pt x="131" y="10559"/>
                      <a:pt x="131" y="14325"/>
                    </a:cubicBezTo>
                    <a:cubicBezTo>
                      <a:pt x="131" y="18090"/>
                      <a:pt x="1625" y="21702"/>
                      <a:pt x="4284" y="24365"/>
                    </a:cubicBezTo>
                    <a:cubicBezTo>
                      <a:pt x="6942" y="27028"/>
                      <a:pt x="10549" y="28524"/>
                      <a:pt x="14309"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7" name="Freeform: Shape 726">
                <a:extLst>
                  <a:ext uri="{FF2B5EF4-FFF2-40B4-BE49-F238E27FC236}">
                    <a16:creationId xmlns:a16="http://schemas.microsoft.com/office/drawing/2014/main" id="{58393F21-E446-B953-8675-ACEF590DDE18}"/>
                  </a:ext>
                </a:extLst>
              </p:cNvPr>
              <p:cNvSpPr/>
              <p:nvPr/>
            </p:nvSpPr>
            <p:spPr>
              <a:xfrm>
                <a:off x="9124834" y="4868292"/>
                <a:ext cx="28356" cy="28397"/>
              </a:xfrm>
              <a:custGeom>
                <a:avLst/>
                <a:gdLst>
                  <a:gd name="connsiteX0" fmla="*/ 14309 w 28356"/>
                  <a:gd name="connsiteY0" fmla="*/ 28522 h 28397"/>
                  <a:gd name="connsiteX1" fmla="*/ 24334 w 28356"/>
                  <a:gd name="connsiteY1" fmla="*/ 24363 h 28397"/>
                  <a:gd name="connsiteX2" fmla="*/ 28487 w 28356"/>
                  <a:gd name="connsiteY2" fmla="*/ 14323 h 28397"/>
                  <a:gd name="connsiteX3" fmla="*/ 24334 w 28356"/>
                  <a:gd name="connsiteY3" fmla="*/ 4283 h 28397"/>
                  <a:gd name="connsiteX4" fmla="*/ 14309 w 28356"/>
                  <a:gd name="connsiteY4" fmla="*/ 124 h 28397"/>
                  <a:gd name="connsiteX5" fmla="*/ 4283 w 28356"/>
                  <a:gd name="connsiteY5" fmla="*/ 4283 h 28397"/>
                  <a:gd name="connsiteX6" fmla="*/ 130 w 28356"/>
                  <a:gd name="connsiteY6" fmla="*/ 14323 h 28397"/>
                  <a:gd name="connsiteX7" fmla="*/ 4283 w 28356"/>
                  <a:gd name="connsiteY7" fmla="*/ 24363 h 28397"/>
                  <a:gd name="connsiteX8" fmla="*/ 1430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22"/>
                    </a:moveTo>
                    <a:cubicBezTo>
                      <a:pt x="18069" y="28522"/>
                      <a:pt x="21675" y="27026"/>
                      <a:pt x="24334" y="24363"/>
                    </a:cubicBezTo>
                    <a:cubicBezTo>
                      <a:pt x="26993" y="21701"/>
                      <a:pt x="28487" y="18089"/>
                      <a:pt x="28487" y="14323"/>
                    </a:cubicBezTo>
                    <a:cubicBezTo>
                      <a:pt x="28487" y="10558"/>
                      <a:pt x="26993" y="6946"/>
                      <a:pt x="24334" y="4283"/>
                    </a:cubicBezTo>
                    <a:cubicBezTo>
                      <a:pt x="21675" y="1620"/>
                      <a:pt x="18069" y="124"/>
                      <a:pt x="14309" y="124"/>
                    </a:cubicBezTo>
                    <a:cubicBezTo>
                      <a:pt x="10548" y="124"/>
                      <a:pt x="6942" y="1620"/>
                      <a:pt x="4283" y="4283"/>
                    </a:cubicBezTo>
                    <a:cubicBezTo>
                      <a:pt x="1624" y="6946"/>
                      <a:pt x="130" y="10558"/>
                      <a:pt x="130" y="14323"/>
                    </a:cubicBezTo>
                    <a:cubicBezTo>
                      <a:pt x="130" y="18089"/>
                      <a:pt x="1624" y="21701"/>
                      <a:pt x="4283" y="24363"/>
                    </a:cubicBezTo>
                    <a:cubicBezTo>
                      <a:pt x="6942" y="27026"/>
                      <a:pt x="10548" y="28522"/>
                      <a:pt x="1430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8" name="Freeform: Shape 727">
                <a:extLst>
                  <a:ext uri="{FF2B5EF4-FFF2-40B4-BE49-F238E27FC236}">
                    <a16:creationId xmlns:a16="http://schemas.microsoft.com/office/drawing/2014/main" id="{E415FAE1-BBD9-ECA6-A7B3-56E4913AFCA2}"/>
                  </a:ext>
                </a:extLst>
              </p:cNvPr>
              <p:cNvSpPr/>
              <p:nvPr/>
            </p:nvSpPr>
            <p:spPr>
              <a:xfrm>
                <a:off x="9117073" y="4876597"/>
                <a:ext cx="28356" cy="28397"/>
              </a:xfrm>
              <a:custGeom>
                <a:avLst/>
                <a:gdLst>
                  <a:gd name="connsiteX0" fmla="*/ 14308 w 28356"/>
                  <a:gd name="connsiteY0" fmla="*/ 28523 h 28397"/>
                  <a:gd name="connsiteX1" fmla="*/ 24334 w 28356"/>
                  <a:gd name="connsiteY1" fmla="*/ 24364 h 28397"/>
                  <a:gd name="connsiteX2" fmla="*/ 28486 w 28356"/>
                  <a:gd name="connsiteY2" fmla="*/ 14324 h 28397"/>
                  <a:gd name="connsiteX3" fmla="*/ 24334 w 28356"/>
                  <a:gd name="connsiteY3" fmla="*/ 4284 h 28397"/>
                  <a:gd name="connsiteX4" fmla="*/ 14308 w 28356"/>
                  <a:gd name="connsiteY4" fmla="*/ 125 h 28397"/>
                  <a:gd name="connsiteX5" fmla="*/ 4282 w 28356"/>
                  <a:gd name="connsiteY5" fmla="*/ 4284 h 28397"/>
                  <a:gd name="connsiteX6" fmla="*/ 130 w 28356"/>
                  <a:gd name="connsiteY6" fmla="*/ 14324 h 28397"/>
                  <a:gd name="connsiteX7" fmla="*/ 4282 w 28356"/>
                  <a:gd name="connsiteY7" fmla="*/ 24364 h 28397"/>
                  <a:gd name="connsiteX8" fmla="*/ 1430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8" y="28523"/>
                    </a:moveTo>
                    <a:cubicBezTo>
                      <a:pt x="18068" y="28523"/>
                      <a:pt x="21675" y="27027"/>
                      <a:pt x="24334" y="24364"/>
                    </a:cubicBezTo>
                    <a:cubicBezTo>
                      <a:pt x="26992" y="21701"/>
                      <a:pt x="28486" y="18090"/>
                      <a:pt x="28486" y="14324"/>
                    </a:cubicBezTo>
                    <a:cubicBezTo>
                      <a:pt x="28486" y="10558"/>
                      <a:pt x="26992" y="6946"/>
                      <a:pt x="24334" y="4284"/>
                    </a:cubicBezTo>
                    <a:cubicBezTo>
                      <a:pt x="21675" y="1621"/>
                      <a:pt x="18068" y="125"/>
                      <a:pt x="14308" y="125"/>
                    </a:cubicBezTo>
                    <a:cubicBezTo>
                      <a:pt x="10548" y="125"/>
                      <a:pt x="6941" y="1621"/>
                      <a:pt x="4282" y="4284"/>
                    </a:cubicBezTo>
                    <a:cubicBezTo>
                      <a:pt x="1624" y="6946"/>
                      <a:pt x="130" y="10558"/>
                      <a:pt x="130" y="14324"/>
                    </a:cubicBezTo>
                    <a:cubicBezTo>
                      <a:pt x="130" y="18090"/>
                      <a:pt x="1624" y="21701"/>
                      <a:pt x="4282" y="24364"/>
                    </a:cubicBezTo>
                    <a:cubicBezTo>
                      <a:pt x="6941" y="27027"/>
                      <a:pt x="10548" y="28523"/>
                      <a:pt x="1430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29" name="Freeform: Shape 728">
                <a:extLst>
                  <a:ext uri="{FF2B5EF4-FFF2-40B4-BE49-F238E27FC236}">
                    <a16:creationId xmlns:a16="http://schemas.microsoft.com/office/drawing/2014/main" id="{C76E455D-7F4D-963E-324C-D3CBBD7E5C34}"/>
                  </a:ext>
                </a:extLst>
              </p:cNvPr>
              <p:cNvSpPr/>
              <p:nvPr/>
            </p:nvSpPr>
            <p:spPr>
              <a:xfrm>
                <a:off x="9109325" y="4870616"/>
                <a:ext cx="28356" cy="28397"/>
              </a:xfrm>
              <a:custGeom>
                <a:avLst/>
                <a:gdLst>
                  <a:gd name="connsiteX0" fmla="*/ 14307 w 28356"/>
                  <a:gd name="connsiteY0" fmla="*/ 28522 h 28397"/>
                  <a:gd name="connsiteX1" fmla="*/ 24333 w 28356"/>
                  <a:gd name="connsiteY1" fmla="*/ 24364 h 28397"/>
                  <a:gd name="connsiteX2" fmla="*/ 28486 w 28356"/>
                  <a:gd name="connsiteY2" fmla="*/ 14323 h 28397"/>
                  <a:gd name="connsiteX3" fmla="*/ 24333 w 28356"/>
                  <a:gd name="connsiteY3" fmla="*/ 4283 h 28397"/>
                  <a:gd name="connsiteX4" fmla="*/ 14307 w 28356"/>
                  <a:gd name="connsiteY4" fmla="*/ 124 h 28397"/>
                  <a:gd name="connsiteX5" fmla="*/ 4282 w 28356"/>
                  <a:gd name="connsiteY5" fmla="*/ 4283 h 28397"/>
                  <a:gd name="connsiteX6" fmla="*/ 129 w 28356"/>
                  <a:gd name="connsiteY6" fmla="*/ 14323 h 28397"/>
                  <a:gd name="connsiteX7" fmla="*/ 4282 w 28356"/>
                  <a:gd name="connsiteY7" fmla="*/ 24364 h 28397"/>
                  <a:gd name="connsiteX8" fmla="*/ 1430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22"/>
                    </a:moveTo>
                    <a:cubicBezTo>
                      <a:pt x="18068" y="28522"/>
                      <a:pt x="21674" y="27026"/>
                      <a:pt x="24333" y="24364"/>
                    </a:cubicBezTo>
                    <a:cubicBezTo>
                      <a:pt x="26992" y="21701"/>
                      <a:pt x="28486" y="18089"/>
                      <a:pt x="28486" y="14323"/>
                    </a:cubicBezTo>
                    <a:cubicBezTo>
                      <a:pt x="28486" y="10558"/>
                      <a:pt x="26992" y="6946"/>
                      <a:pt x="24333" y="4283"/>
                    </a:cubicBezTo>
                    <a:cubicBezTo>
                      <a:pt x="21674" y="1620"/>
                      <a:pt x="18068" y="124"/>
                      <a:pt x="14307" y="124"/>
                    </a:cubicBezTo>
                    <a:cubicBezTo>
                      <a:pt x="10547" y="124"/>
                      <a:pt x="6941" y="1620"/>
                      <a:pt x="4282" y="4283"/>
                    </a:cubicBezTo>
                    <a:cubicBezTo>
                      <a:pt x="1623" y="6946"/>
                      <a:pt x="129" y="10558"/>
                      <a:pt x="129" y="14323"/>
                    </a:cubicBezTo>
                    <a:cubicBezTo>
                      <a:pt x="129" y="18089"/>
                      <a:pt x="1623" y="21701"/>
                      <a:pt x="4282" y="24364"/>
                    </a:cubicBezTo>
                    <a:cubicBezTo>
                      <a:pt x="6941" y="27026"/>
                      <a:pt x="10547" y="28522"/>
                      <a:pt x="1430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0" name="Freeform: Shape 729">
                <a:extLst>
                  <a:ext uri="{FF2B5EF4-FFF2-40B4-BE49-F238E27FC236}">
                    <a16:creationId xmlns:a16="http://schemas.microsoft.com/office/drawing/2014/main" id="{2EC045B1-3938-EDE4-A6F6-F8DFBCC5F3FB}"/>
                  </a:ext>
                </a:extLst>
              </p:cNvPr>
              <p:cNvSpPr/>
              <p:nvPr/>
            </p:nvSpPr>
            <p:spPr>
              <a:xfrm>
                <a:off x="9101564" y="4878960"/>
                <a:ext cx="28356" cy="28397"/>
              </a:xfrm>
              <a:custGeom>
                <a:avLst/>
                <a:gdLst>
                  <a:gd name="connsiteX0" fmla="*/ 14307 w 28356"/>
                  <a:gd name="connsiteY0" fmla="*/ 28523 h 28397"/>
                  <a:gd name="connsiteX1" fmla="*/ 24332 w 28356"/>
                  <a:gd name="connsiteY1" fmla="*/ 24364 h 28397"/>
                  <a:gd name="connsiteX2" fmla="*/ 28485 w 28356"/>
                  <a:gd name="connsiteY2" fmla="*/ 14324 h 28397"/>
                  <a:gd name="connsiteX3" fmla="*/ 24332 w 28356"/>
                  <a:gd name="connsiteY3" fmla="*/ 4284 h 28397"/>
                  <a:gd name="connsiteX4" fmla="*/ 14307 w 28356"/>
                  <a:gd name="connsiteY4" fmla="*/ 125 h 28397"/>
                  <a:gd name="connsiteX5" fmla="*/ 4281 w 28356"/>
                  <a:gd name="connsiteY5" fmla="*/ 4284 h 28397"/>
                  <a:gd name="connsiteX6" fmla="*/ 128 w 28356"/>
                  <a:gd name="connsiteY6" fmla="*/ 14324 h 28397"/>
                  <a:gd name="connsiteX7" fmla="*/ 4281 w 28356"/>
                  <a:gd name="connsiteY7" fmla="*/ 24364 h 28397"/>
                  <a:gd name="connsiteX8" fmla="*/ 1430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23"/>
                    </a:moveTo>
                    <a:cubicBezTo>
                      <a:pt x="18067" y="28523"/>
                      <a:pt x="21674" y="27027"/>
                      <a:pt x="24332" y="24364"/>
                    </a:cubicBezTo>
                    <a:cubicBezTo>
                      <a:pt x="26991" y="21702"/>
                      <a:pt x="28485" y="18090"/>
                      <a:pt x="28485" y="14324"/>
                    </a:cubicBezTo>
                    <a:cubicBezTo>
                      <a:pt x="28485" y="10558"/>
                      <a:pt x="26991" y="6947"/>
                      <a:pt x="24332" y="4284"/>
                    </a:cubicBezTo>
                    <a:cubicBezTo>
                      <a:pt x="21674" y="1621"/>
                      <a:pt x="18067" y="125"/>
                      <a:pt x="14307" y="125"/>
                    </a:cubicBezTo>
                    <a:cubicBezTo>
                      <a:pt x="10547" y="125"/>
                      <a:pt x="6940" y="1621"/>
                      <a:pt x="4281" y="4284"/>
                    </a:cubicBezTo>
                    <a:cubicBezTo>
                      <a:pt x="1622" y="6947"/>
                      <a:pt x="128" y="10558"/>
                      <a:pt x="128" y="14324"/>
                    </a:cubicBezTo>
                    <a:cubicBezTo>
                      <a:pt x="128" y="18090"/>
                      <a:pt x="1622" y="21702"/>
                      <a:pt x="4281" y="24364"/>
                    </a:cubicBezTo>
                    <a:cubicBezTo>
                      <a:pt x="6940" y="27027"/>
                      <a:pt x="10547" y="28523"/>
                      <a:pt x="1430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1" name="Freeform: Shape 730">
                <a:extLst>
                  <a:ext uri="{FF2B5EF4-FFF2-40B4-BE49-F238E27FC236}">
                    <a16:creationId xmlns:a16="http://schemas.microsoft.com/office/drawing/2014/main" id="{76868564-B386-F8C2-7AA8-3F9FC9D43F7E}"/>
                  </a:ext>
                </a:extLst>
              </p:cNvPr>
              <p:cNvSpPr/>
              <p:nvPr/>
            </p:nvSpPr>
            <p:spPr>
              <a:xfrm>
                <a:off x="9093803" y="4877778"/>
                <a:ext cx="28356" cy="28397"/>
              </a:xfrm>
              <a:custGeom>
                <a:avLst/>
                <a:gdLst>
                  <a:gd name="connsiteX0" fmla="*/ 14306 w 28356"/>
                  <a:gd name="connsiteY0" fmla="*/ 28523 h 28397"/>
                  <a:gd name="connsiteX1" fmla="*/ 24332 w 28356"/>
                  <a:gd name="connsiteY1" fmla="*/ 24364 h 28397"/>
                  <a:gd name="connsiteX2" fmla="*/ 28485 w 28356"/>
                  <a:gd name="connsiteY2" fmla="*/ 14324 h 28397"/>
                  <a:gd name="connsiteX3" fmla="*/ 24332 w 28356"/>
                  <a:gd name="connsiteY3" fmla="*/ 4284 h 28397"/>
                  <a:gd name="connsiteX4" fmla="*/ 14306 w 28356"/>
                  <a:gd name="connsiteY4" fmla="*/ 125 h 28397"/>
                  <a:gd name="connsiteX5" fmla="*/ 4281 w 28356"/>
                  <a:gd name="connsiteY5" fmla="*/ 4284 h 28397"/>
                  <a:gd name="connsiteX6" fmla="*/ 128 w 28356"/>
                  <a:gd name="connsiteY6" fmla="*/ 14324 h 28397"/>
                  <a:gd name="connsiteX7" fmla="*/ 4281 w 28356"/>
                  <a:gd name="connsiteY7" fmla="*/ 24364 h 28397"/>
                  <a:gd name="connsiteX8" fmla="*/ 1430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23"/>
                    </a:moveTo>
                    <a:cubicBezTo>
                      <a:pt x="18066" y="28523"/>
                      <a:pt x="21673" y="27027"/>
                      <a:pt x="24332" y="24364"/>
                    </a:cubicBezTo>
                    <a:cubicBezTo>
                      <a:pt x="26991" y="21701"/>
                      <a:pt x="28485" y="18090"/>
                      <a:pt x="28485" y="14324"/>
                    </a:cubicBezTo>
                    <a:cubicBezTo>
                      <a:pt x="28485" y="10558"/>
                      <a:pt x="26991" y="6946"/>
                      <a:pt x="24332" y="4284"/>
                    </a:cubicBezTo>
                    <a:cubicBezTo>
                      <a:pt x="21673" y="1621"/>
                      <a:pt x="18066" y="125"/>
                      <a:pt x="14306" y="125"/>
                    </a:cubicBezTo>
                    <a:cubicBezTo>
                      <a:pt x="10546" y="125"/>
                      <a:pt x="6939" y="1621"/>
                      <a:pt x="4281" y="4284"/>
                    </a:cubicBezTo>
                    <a:cubicBezTo>
                      <a:pt x="1622" y="6946"/>
                      <a:pt x="128" y="10558"/>
                      <a:pt x="128" y="14324"/>
                    </a:cubicBezTo>
                    <a:cubicBezTo>
                      <a:pt x="128" y="18090"/>
                      <a:pt x="1622" y="21701"/>
                      <a:pt x="4281" y="24364"/>
                    </a:cubicBezTo>
                    <a:cubicBezTo>
                      <a:pt x="6939" y="27027"/>
                      <a:pt x="10546" y="28523"/>
                      <a:pt x="1430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2" name="Freeform: Shape 731">
                <a:extLst>
                  <a:ext uri="{FF2B5EF4-FFF2-40B4-BE49-F238E27FC236}">
                    <a16:creationId xmlns:a16="http://schemas.microsoft.com/office/drawing/2014/main" id="{A77CE153-E248-B3AD-0846-A3C85E15B033}"/>
                  </a:ext>
                </a:extLst>
              </p:cNvPr>
              <p:cNvSpPr/>
              <p:nvPr/>
            </p:nvSpPr>
            <p:spPr>
              <a:xfrm>
                <a:off x="9086042" y="4866615"/>
                <a:ext cx="28356" cy="28397"/>
              </a:xfrm>
              <a:custGeom>
                <a:avLst/>
                <a:gdLst>
                  <a:gd name="connsiteX0" fmla="*/ 14306 w 28356"/>
                  <a:gd name="connsiteY0" fmla="*/ 28522 h 28397"/>
                  <a:gd name="connsiteX1" fmla="*/ 24331 w 28356"/>
                  <a:gd name="connsiteY1" fmla="*/ 24363 h 28397"/>
                  <a:gd name="connsiteX2" fmla="*/ 28484 w 28356"/>
                  <a:gd name="connsiteY2" fmla="*/ 14323 h 28397"/>
                  <a:gd name="connsiteX3" fmla="*/ 24331 w 28356"/>
                  <a:gd name="connsiteY3" fmla="*/ 4283 h 28397"/>
                  <a:gd name="connsiteX4" fmla="*/ 14306 w 28356"/>
                  <a:gd name="connsiteY4" fmla="*/ 124 h 28397"/>
                  <a:gd name="connsiteX5" fmla="*/ 4280 w 28356"/>
                  <a:gd name="connsiteY5" fmla="*/ 4283 h 28397"/>
                  <a:gd name="connsiteX6" fmla="*/ 127 w 28356"/>
                  <a:gd name="connsiteY6" fmla="*/ 14323 h 28397"/>
                  <a:gd name="connsiteX7" fmla="*/ 4280 w 28356"/>
                  <a:gd name="connsiteY7" fmla="*/ 24363 h 28397"/>
                  <a:gd name="connsiteX8" fmla="*/ 1430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522"/>
                    </a:moveTo>
                    <a:cubicBezTo>
                      <a:pt x="18066" y="28522"/>
                      <a:pt x="21672" y="27026"/>
                      <a:pt x="24331" y="24363"/>
                    </a:cubicBezTo>
                    <a:cubicBezTo>
                      <a:pt x="26990" y="21701"/>
                      <a:pt x="28484" y="18089"/>
                      <a:pt x="28484" y="14323"/>
                    </a:cubicBezTo>
                    <a:cubicBezTo>
                      <a:pt x="28484" y="10557"/>
                      <a:pt x="26990" y="6946"/>
                      <a:pt x="24331" y="4283"/>
                    </a:cubicBezTo>
                    <a:cubicBezTo>
                      <a:pt x="21672" y="1620"/>
                      <a:pt x="18066" y="124"/>
                      <a:pt x="14306" y="124"/>
                    </a:cubicBezTo>
                    <a:cubicBezTo>
                      <a:pt x="10545" y="124"/>
                      <a:pt x="6939" y="1620"/>
                      <a:pt x="4280" y="4283"/>
                    </a:cubicBezTo>
                    <a:cubicBezTo>
                      <a:pt x="1621" y="6946"/>
                      <a:pt x="127" y="10557"/>
                      <a:pt x="127" y="14323"/>
                    </a:cubicBezTo>
                    <a:cubicBezTo>
                      <a:pt x="127" y="18089"/>
                      <a:pt x="1621" y="21701"/>
                      <a:pt x="4280" y="24363"/>
                    </a:cubicBezTo>
                    <a:cubicBezTo>
                      <a:pt x="6939" y="27026"/>
                      <a:pt x="10545" y="28522"/>
                      <a:pt x="1430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3" name="Freeform: Shape 732">
                <a:extLst>
                  <a:ext uri="{FF2B5EF4-FFF2-40B4-BE49-F238E27FC236}">
                    <a16:creationId xmlns:a16="http://schemas.microsoft.com/office/drawing/2014/main" id="{35797E08-ED43-946B-7950-D03BC7EF0338}"/>
                  </a:ext>
                </a:extLst>
              </p:cNvPr>
              <p:cNvSpPr/>
              <p:nvPr/>
            </p:nvSpPr>
            <p:spPr>
              <a:xfrm>
                <a:off x="9078293" y="4868965"/>
                <a:ext cx="28356" cy="28397"/>
              </a:xfrm>
              <a:custGeom>
                <a:avLst/>
                <a:gdLst>
                  <a:gd name="connsiteX0" fmla="*/ 14305 w 28356"/>
                  <a:gd name="connsiteY0" fmla="*/ 28522 h 28397"/>
                  <a:gd name="connsiteX1" fmla="*/ 24331 w 28356"/>
                  <a:gd name="connsiteY1" fmla="*/ 24364 h 28397"/>
                  <a:gd name="connsiteX2" fmla="*/ 28483 w 28356"/>
                  <a:gd name="connsiteY2" fmla="*/ 14323 h 28397"/>
                  <a:gd name="connsiteX3" fmla="*/ 24331 w 28356"/>
                  <a:gd name="connsiteY3" fmla="*/ 4283 h 28397"/>
                  <a:gd name="connsiteX4" fmla="*/ 14305 w 28356"/>
                  <a:gd name="connsiteY4" fmla="*/ 124 h 28397"/>
                  <a:gd name="connsiteX5" fmla="*/ 4279 w 28356"/>
                  <a:gd name="connsiteY5" fmla="*/ 4283 h 28397"/>
                  <a:gd name="connsiteX6" fmla="*/ 127 w 28356"/>
                  <a:gd name="connsiteY6" fmla="*/ 14323 h 28397"/>
                  <a:gd name="connsiteX7" fmla="*/ 4279 w 28356"/>
                  <a:gd name="connsiteY7" fmla="*/ 24364 h 28397"/>
                  <a:gd name="connsiteX8" fmla="*/ 1430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5" y="28522"/>
                    </a:moveTo>
                    <a:cubicBezTo>
                      <a:pt x="18065" y="28522"/>
                      <a:pt x="21672" y="27026"/>
                      <a:pt x="24331" y="24364"/>
                    </a:cubicBezTo>
                    <a:cubicBezTo>
                      <a:pt x="26989" y="21701"/>
                      <a:pt x="28483" y="18089"/>
                      <a:pt x="28483" y="14323"/>
                    </a:cubicBezTo>
                    <a:cubicBezTo>
                      <a:pt x="28483" y="10558"/>
                      <a:pt x="26989" y="6946"/>
                      <a:pt x="24331" y="4283"/>
                    </a:cubicBezTo>
                    <a:cubicBezTo>
                      <a:pt x="21672" y="1620"/>
                      <a:pt x="18065" y="124"/>
                      <a:pt x="14305" y="124"/>
                    </a:cubicBezTo>
                    <a:cubicBezTo>
                      <a:pt x="10545" y="124"/>
                      <a:pt x="6938" y="1620"/>
                      <a:pt x="4279" y="4283"/>
                    </a:cubicBezTo>
                    <a:cubicBezTo>
                      <a:pt x="1621" y="6946"/>
                      <a:pt x="127" y="10558"/>
                      <a:pt x="127" y="14323"/>
                    </a:cubicBezTo>
                    <a:cubicBezTo>
                      <a:pt x="127" y="18089"/>
                      <a:pt x="1621" y="21701"/>
                      <a:pt x="4279" y="24364"/>
                    </a:cubicBezTo>
                    <a:cubicBezTo>
                      <a:pt x="6938" y="27026"/>
                      <a:pt x="10545" y="28522"/>
                      <a:pt x="1430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4" name="Freeform: Shape 733">
                <a:extLst>
                  <a:ext uri="{FF2B5EF4-FFF2-40B4-BE49-F238E27FC236}">
                    <a16:creationId xmlns:a16="http://schemas.microsoft.com/office/drawing/2014/main" id="{F37F9228-FC84-A044-59CD-8FB29D0F8012}"/>
                  </a:ext>
                </a:extLst>
              </p:cNvPr>
              <p:cNvSpPr/>
              <p:nvPr/>
            </p:nvSpPr>
            <p:spPr>
              <a:xfrm>
                <a:off x="9070532" y="4873283"/>
                <a:ext cx="28356" cy="28397"/>
              </a:xfrm>
              <a:custGeom>
                <a:avLst/>
                <a:gdLst>
                  <a:gd name="connsiteX0" fmla="*/ 14304 w 28356"/>
                  <a:gd name="connsiteY0" fmla="*/ 28523 h 28397"/>
                  <a:gd name="connsiteX1" fmla="*/ 24330 w 28356"/>
                  <a:gd name="connsiteY1" fmla="*/ 24364 h 28397"/>
                  <a:gd name="connsiteX2" fmla="*/ 28483 w 28356"/>
                  <a:gd name="connsiteY2" fmla="*/ 14324 h 28397"/>
                  <a:gd name="connsiteX3" fmla="*/ 24330 w 28356"/>
                  <a:gd name="connsiteY3" fmla="*/ 4283 h 28397"/>
                  <a:gd name="connsiteX4" fmla="*/ 14304 w 28356"/>
                  <a:gd name="connsiteY4" fmla="*/ 125 h 28397"/>
                  <a:gd name="connsiteX5" fmla="*/ 4279 w 28356"/>
                  <a:gd name="connsiteY5" fmla="*/ 4283 h 28397"/>
                  <a:gd name="connsiteX6" fmla="*/ 126 w 28356"/>
                  <a:gd name="connsiteY6" fmla="*/ 14324 h 28397"/>
                  <a:gd name="connsiteX7" fmla="*/ 4279 w 28356"/>
                  <a:gd name="connsiteY7" fmla="*/ 24364 h 28397"/>
                  <a:gd name="connsiteX8" fmla="*/ 1430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3"/>
                    </a:moveTo>
                    <a:cubicBezTo>
                      <a:pt x="18065" y="28523"/>
                      <a:pt x="21671" y="27027"/>
                      <a:pt x="24330" y="24364"/>
                    </a:cubicBezTo>
                    <a:cubicBezTo>
                      <a:pt x="26989" y="21701"/>
                      <a:pt x="28483" y="18089"/>
                      <a:pt x="28483" y="14324"/>
                    </a:cubicBezTo>
                    <a:cubicBezTo>
                      <a:pt x="28483" y="10558"/>
                      <a:pt x="26989" y="6946"/>
                      <a:pt x="24330" y="4283"/>
                    </a:cubicBezTo>
                    <a:cubicBezTo>
                      <a:pt x="21671" y="1621"/>
                      <a:pt x="18065" y="125"/>
                      <a:pt x="14304" y="125"/>
                    </a:cubicBezTo>
                    <a:cubicBezTo>
                      <a:pt x="10544" y="125"/>
                      <a:pt x="6938" y="1621"/>
                      <a:pt x="4279" y="4283"/>
                    </a:cubicBezTo>
                    <a:cubicBezTo>
                      <a:pt x="1620" y="6946"/>
                      <a:pt x="126" y="10558"/>
                      <a:pt x="126" y="14324"/>
                    </a:cubicBezTo>
                    <a:cubicBezTo>
                      <a:pt x="126" y="18089"/>
                      <a:pt x="1620" y="21701"/>
                      <a:pt x="4279" y="24364"/>
                    </a:cubicBezTo>
                    <a:cubicBezTo>
                      <a:pt x="6938" y="27027"/>
                      <a:pt x="10544" y="28523"/>
                      <a:pt x="1430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5" name="Freeform: Shape 734">
                <a:extLst>
                  <a:ext uri="{FF2B5EF4-FFF2-40B4-BE49-F238E27FC236}">
                    <a16:creationId xmlns:a16="http://schemas.microsoft.com/office/drawing/2014/main" id="{79CB5D74-6A44-34DC-EE3E-6EDAEE4C40AE}"/>
                  </a:ext>
                </a:extLst>
              </p:cNvPr>
              <p:cNvSpPr/>
              <p:nvPr/>
            </p:nvSpPr>
            <p:spPr>
              <a:xfrm>
                <a:off x="9062771" y="4868698"/>
                <a:ext cx="28356" cy="28397"/>
              </a:xfrm>
              <a:custGeom>
                <a:avLst/>
                <a:gdLst>
                  <a:gd name="connsiteX0" fmla="*/ 14304 w 28356"/>
                  <a:gd name="connsiteY0" fmla="*/ 28522 h 28397"/>
                  <a:gd name="connsiteX1" fmla="*/ 24329 w 28356"/>
                  <a:gd name="connsiteY1" fmla="*/ 24363 h 28397"/>
                  <a:gd name="connsiteX2" fmla="*/ 28482 w 28356"/>
                  <a:gd name="connsiteY2" fmla="*/ 14323 h 28397"/>
                  <a:gd name="connsiteX3" fmla="*/ 24329 w 28356"/>
                  <a:gd name="connsiteY3" fmla="*/ 4283 h 28397"/>
                  <a:gd name="connsiteX4" fmla="*/ 14304 w 28356"/>
                  <a:gd name="connsiteY4" fmla="*/ 124 h 28397"/>
                  <a:gd name="connsiteX5" fmla="*/ 4278 w 28356"/>
                  <a:gd name="connsiteY5" fmla="*/ 4283 h 28397"/>
                  <a:gd name="connsiteX6" fmla="*/ 125 w 28356"/>
                  <a:gd name="connsiteY6" fmla="*/ 14323 h 28397"/>
                  <a:gd name="connsiteX7" fmla="*/ 4278 w 28356"/>
                  <a:gd name="connsiteY7" fmla="*/ 24363 h 28397"/>
                  <a:gd name="connsiteX8" fmla="*/ 1430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2"/>
                    </a:moveTo>
                    <a:cubicBezTo>
                      <a:pt x="18064" y="28522"/>
                      <a:pt x="21671" y="27026"/>
                      <a:pt x="24329" y="24363"/>
                    </a:cubicBezTo>
                    <a:cubicBezTo>
                      <a:pt x="26988" y="21701"/>
                      <a:pt x="28482" y="18089"/>
                      <a:pt x="28482" y="14323"/>
                    </a:cubicBezTo>
                    <a:cubicBezTo>
                      <a:pt x="28482" y="10558"/>
                      <a:pt x="26988" y="6946"/>
                      <a:pt x="24329" y="4283"/>
                    </a:cubicBezTo>
                    <a:cubicBezTo>
                      <a:pt x="21671" y="1620"/>
                      <a:pt x="18064" y="124"/>
                      <a:pt x="14304" y="124"/>
                    </a:cubicBezTo>
                    <a:cubicBezTo>
                      <a:pt x="10544" y="124"/>
                      <a:pt x="6937" y="1620"/>
                      <a:pt x="4278" y="4283"/>
                    </a:cubicBezTo>
                    <a:cubicBezTo>
                      <a:pt x="1619" y="6946"/>
                      <a:pt x="125" y="10558"/>
                      <a:pt x="125" y="14323"/>
                    </a:cubicBezTo>
                    <a:cubicBezTo>
                      <a:pt x="125" y="18089"/>
                      <a:pt x="1619" y="21701"/>
                      <a:pt x="4278" y="24363"/>
                    </a:cubicBezTo>
                    <a:cubicBezTo>
                      <a:pt x="6937" y="27026"/>
                      <a:pt x="10544" y="28522"/>
                      <a:pt x="1430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6" name="Freeform: Shape 735">
                <a:extLst>
                  <a:ext uri="{FF2B5EF4-FFF2-40B4-BE49-F238E27FC236}">
                    <a16:creationId xmlns:a16="http://schemas.microsoft.com/office/drawing/2014/main" id="{5FA7DDCC-0405-39A4-6F73-B2E18AA90DF7}"/>
                  </a:ext>
                </a:extLst>
              </p:cNvPr>
              <p:cNvSpPr/>
              <p:nvPr/>
            </p:nvSpPr>
            <p:spPr>
              <a:xfrm>
                <a:off x="9055010" y="4869587"/>
                <a:ext cx="28356" cy="28397"/>
              </a:xfrm>
              <a:custGeom>
                <a:avLst/>
                <a:gdLst>
                  <a:gd name="connsiteX0" fmla="*/ 14303 w 28356"/>
                  <a:gd name="connsiteY0" fmla="*/ 28522 h 28397"/>
                  <a:gd name="connsiteX1" fmla="*/ 24329 w 28356"/>
                  <a:gd name="connsiteY1" fmla="*/ 24364 h 28397"/>
                  <a:gd name="connsiteX2" fmla="*/ 28481 w 28356"/>
                  <a:gd name="connsiteY2" fmla="*/ 14323 h 28397"/>
                  <a:gd name="connsiteX3" fmla="*/ 24329 w 28356"/>
                  <a:gd name="connsiteY3" fmla="*/ 4283 h 28397"/>
                  <a:gd name="connsiteX4" fmla="*/ 14303 w 28356"/>
                  <a:gd name="connsiteY4" fmla="*/ 124 h 28397"/>
                  <a:gd name="connsiteX5" fmla="*/ 4277 w 28356"/>
                  <a:gd name="connsiteY5" fmla="*/ 4283 h 28397"/>
                  <a:gd name="connsiteX6" fmla="*/ 125 w 28356"/>
                  <a:gd name="connsiteY6" fmla="*/ 14323 h 28397"/>
                  <a:gd name="connsiteX7" fmla="*/ 4277 w 28356"/>
                  <a:gd name="connsiteY7" fmla="*/ 24364 h 28397"/>
                  <a:gd name="connsiteX8" fmla="*/ 1430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522"/>
                    </a:moveTo>
                    <a:cubicBezTo>
                      <a:pt x="18063" y="28522"/>
                      <a:pt x="21670" y="27026"/>
                      <a:pt x="24329" y="24364"/>
                    </a:cubicBezTo>
                    <a:cubicBezTo>
                      <a:pt x="26988" y="21701"/>
                      <a:pt x="28481" y="18089"/>
                      <a:pt x="28481" y="14323"/>
                    </a:cubicBezTo>
                    <a:cubicBezTo>
                      <a:pt x="28481" y="10558"/>
                      <a:pt x="26988" y="6946"/>
                      <a:pt x="24329" y="4283"/>
                    </a:cubicBezTo>
                    <a:cubicBezTo>
                      <a:pt x="21670" y="1620"/>
                      <a:pt x="18063" y="124"/>
                      <a:pt x="14303" y="124"/>
                    </a:cubicBezTo>
                    <a:cubicBezTo>
                      <a:pt x="10543" y="124"/>
                      <a:pt x="6936" y="1620"/>
                      <a:pt x="4277" y="4283"/>
                    </a:cubicBezTo>
                    <a:cubicBezTo>
                      <a:pt x="1619" y="6946"/>
                      <a:pt x="125" y="10558"/>
                      <a:pt x="125" y="14323"/>
                    </a:cubicBezTo>
                    <a:cubicBezTo>
                      <a:pt x="125" y="18089"/>
                      <a:pt x="1619" y="21701"/>
                      <a:pt x="4277" y="24364"/>
                    </a:cubicBezTo>
                    <a:cubicBezTo>
                      <a:pt x="6936" y="27026"/>
                      <a:pt x="10543" y="28522"/>
                      <a:pt x="1430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7" name="Freeform: Shape 736">
                <a:extLst>
                  <a:ext uri="{FF2B5EF4-FFF2-40B4-BE49-F238E27FC236}">
                    <a16:creationId xmlns:a16="http://schemas.microsoft.com/office/drawing/2014/main" id="{CA93DDBA-8EBB-B240-74DF-F02CF78EA560}"/>
                  </a:ext>
                </a:extLst>
              </p:cNvPr>
              <p:cNvSpPr/>
              <p:nvPr/>
            </p:nvSpPr>
            <p:spPr>
              <a:xfrm>
                <a:off x="9047249" y="4868266"/>
                <a:ext cx="28356" cy="28397"/>
              </a:xfrm>
              <a:custGeom>
                <a:avLst/>
                <a:gdLst>
                  <a:gd name="connsiteX0" fmla="*/ 14303 w 28356"/>
                  <a:gd name="connsiteY0" fmla="*/ 28522 h 28397"/>
                  <a:gd name="connsiteX1" fmla="*/ 24328 w 28356"/>
                  <a:gd name="connsiteY1" fmla="*/ 24363 h 28397"/>
                  <a:gd name="connsiteX2" fmla="*/ 28481 w 28356"/>
                  <a:gd name="connsiteY2" fmla="*/ 14323 h 28397"/>
                  <a:gd name="connsiteX3" fmla="*/ 24328 w 28356"/>
                  <a:gd name="connsiteY3" fmla="*/ 4283 h 28397"/>
                  <a:gd name="connsiteX4" fmla="*/ 14303 w 28356"/>
                  <a:gd name="connsiteY4" fmla="*/ 124 h 28397"/>
                  <a:gd name="connsiteX5" fmla="*/ 4277 w 28356"/>
                  <a:gd name="connsiteY5" fmla="*/ 4283 h 28397"/>
                  <a:gd name="connsiteX6" fmla="*/ 124 w 28356"/>
                  <a:gd name="connsiteY6" fmla="*/ 14323 h 28397"/>
                  <a:gd name="connsiteX7" fmla="*/ 4277 w 28356"/>
                  <a:gd name="connsiteY7" fmla="*/ 24363 h 28397"/>
                  <a:gd name="connsiteX8" fmla="*/ 1430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522"/>
                    </a:moveTo>
                    <a:cubicBezTo>
                      <a:pt x="18063" y="28522"/>
                      <a:pt x="21669" y="27026"/>
                      <a:pt x="24328" y="24363"/>
                    </a:cubicBezTo>
                    <a:cubicBezTo>
                      <a:pt x="26987" y="21701"/>
                      <a:pt x="28481" y="18089"/>
                      <a:pt x="28481" y="14323"/>
                    </a:cubicBezTo>
                    <a:cubicBezTo>
                      <a:pt x="28481" y="10558"/>
                      <a:pt x="26987" y="6946"/>
                      <a:pt x="24328" y="4283"/>
                    </a:cubicBezTo>
                    <a:cubicBezTo>
                      <a:pt x="21669" y="1620"/>
                      <a:pt x="18063" y="124"/>
                      <a:pt x="14303" y="124"/>
                    </a:cubicBezTo>
                    <a:cubicBezTo>
                      <a:pt x="10542" y="124"/>
                      <a:pt x="6936" y="1620"/>
                      <a:pt x="4277" y="4283"/>
                    </a:cubicBezTo>
                    <a:cubicBezTo>
                      <a:pt x="1618" y="6946"/>
                      <a:pt x="124" y="10558"/>
                      <a:pt x="124" y="14323"/>
                    </a:cubicBezTo>
                    <a:cubicBezTo>
                      <a:pt x="124" y="18089"/>
                      <a:pt x="1618" y="21701"/>
                      <a:pt x="4277" y="24363"/>
                    </a:cubicBezTo>
                    <a:cubicBezTo>
                      <a:pt x="6936" y="27026"/>
                      <a:pt x="10542" y="28522"/>
                      <a:pt x="1430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8" name="Freeform: Shape 737">
                <a:extLst>
                  <a:ext uri="{FF2B5EF4-FFF2-40B4-BE49-F238E27FC236}">
                    <a16:creationId xmlns:a16="http://schemas.microsoft.com/office/drawing/2014/main" id="{8BDB0F50-B7C6-9FCA-813D-114DA4302886}"/>
                  </a:ext>
                </a:extLst>
              </p:cNvPr>
              <p:cNvSpPr/>
              <p:nvPr/>
            </p:nvSpPr>
            <p:spPr>
              <a:xfrm>
                <a:off x="9039500" y="4869701"/>
                <a:ext cx="28356" cy="28397"/>
              </a:xfrm>
              <a:custGeom>
                <a:avLst/>
                <a:gdLst>
                  <a:gd name="connsiteX0" fmla="*/ 14302 w 28356"/>
                  <a:gd name="connsiteY0" fmla="*/ 28522 h 28397"/>
                  <a:gd name="connsiteX1" fmla="*/ 24328 w 28356"/>
                  <a:gd name="connsiteY1" fmla="*/ 24364 h 28397"/>
                  <a:gd name="connsiteX2" fmla="*/ 28480 w 28356"/>
                  <a:gd name="connsiteY2" fmla="*/ 14323 h 28397"/>
                  <a:gd name="connsiteX3" fmla="*/ 24328 w 28356"/>
                  <a:gd name="connsiteY3" fmla="*/ 4283 h 28397"/>
                  <a:gd name="connsiteX4" fmla="*/ 14302 w 28356"/>
                  <a:gd name="connsiteY4" fmla="*/ 124 h 28397"/>
                  <a:gd name="connsiteX5" fmla="*/ 4276 w 28356"/>
                  <a:gd name="connsiteY5" fmla="*/ 4283 h 28397"/>
                  <a:gd name="connsiteX6" fmla="*/ 124 w 28356"/>
                  <a:gd name="connsiteY6" fmla="*/ 14323 h 28397"/>
                  <a:gd name="connsiteX7" fmla="*/ 4276 w 28356"/>
                  <a:gd name="connsiteY7" fmla="*/ 24364 h 28397"/>
                  <a:gd name="connsiteX8" fmla="*/ 1430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2" y="28522"/>
                    </a:moveTo>
                    <a:cubicBezTo>
                      <a:pt x="18062" y="28522"/>
                      <a:pt x="21669" y="27026"/>
                      <a:pt x="24328" y="24364"/>
                    </a:cubicBezTo>
                    <a:cubicBezTo>
                      <a:pt x="26986" y="21701"/>
                      <a:pt x="28480" y="18089"/>
                      <a:pt x="28480" y="14323"/>
                    </a:cubicBezTo>
                    <a:cubicBezTo>
                      <a:pt x="28480" y="10558"/>
                      <a:pt x="26986" y="6946"/>
                      <a:pt x="24328" y="4283"/>
                    </a:cubicBezTo>
                    <a:cubicBezTo>
                      <a:pt x="21669" y="1620"/>
                      <a:pt x="18062" y="124"/>
                      <a:pt x="14302" y="124"/>
                    </a:cubicBezTo>
                    <a:cubicBezTo>
                      <a:pt x="10542" y="124"/>
                      <a:pt x="6935" y="1620"/>
                      <a:pt x="4276" y="4283"/>
                    </a:cubicBezTo>
                    <a:cubicBezTo>
                      <a:pt x="1617" y="6946"/>
                      <a:pt x="124" y="10558"/>
                      <a:pt x="124" y="14323"/>
                    </a:cubicBezTo>
                    <a:cubicBezTo>
                      <a:pt x="124" y="18089"/>
                      <a:pt x="1617" y="21701"/>
                      <a:pt x="4276" y="24364"/>
                    </a:cubicBezTo>
                    <a:cubicBezTo>
                      <a:pt x="6935" y="27026"/>
                      <a:pt x="10542" y="28522"/>
                      <a:pt x="1430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39" name="Freeform: Shape 738">
                <a:extLst>
                  <a:ext uri="{FF2B5EF4-FFF2-40B4-BE49-F238E27FC236}">
                    <a16:creationId xmlns:a16="http://schemas.microsoft.com/office/drawing/2014/main" id="{85B2518F-7CCD-A2D1-4559-0DB81D6FBF3A}"/>
                  </a:ext>
                </a:extLst>
              </p:cNvPr>
              <p:cNvSpPr/>
              <p:nvPr/>
            </p:nvSpPr>
            <p:spPr>
              <a:xfrm>
                <a:off x="9031739" y="4877575"/>
                <a:ext cx="28356" cy="28397"/>
              </a:xfrm>
              <a:custGeom>
                <a:avLst/>
                <a:gdLst>
                  <a:gd name="connsiteX0" fmla="*/ 14301 w 28356"/>
                  <a:gd name="connsiteY0" fmla="*/ 28523 h 28397"/>
                  <a:gd name="connsiteX1" fmla="*/ 24327 w 28356"/>
                  <a:gd name="connsiteY1" fmla="*/ 24364 h 28397"/>
                  <a:gd name="connsiteX2" fmla="*/ 28480 w 28356"/>
                  <a:gd name="connsiteY2" fmla="*/ 14324 h 28397"/>
                  <a:gd name="connsiteX3" fmla="*/ 24327 w 28356"/>
                  <a:gd name="connsiteY3" fmla="*/ 4284 h 28397"/>
                  <a:gd name="connsiteX4" fmla="*/ 14301 w 28356"/>
                  <a:gd name="connsiteY4" fmla="*/ 125 h 28397"/>
                  <a:gd name="connsiteX5" fmla="*/ 4276 w 28356"/>
                  <a:gd name="connsiteY5" fmla="*/ 4284 h 28397"/>
                  <a:gd name="connsiteX6" fmla="*/ 123 w 28356"/>
                  <a:gd name="connsiteY6" fmla="*/ 14324 h 28397"/>
                  <a:gd name="connsiteX7" fmla="*/ 4276 w 28356"/>
                  <a:gd name="connsiteY7" fmla="*/ 24364 h 28397"/>
                  <a:gd name="connsiteX8" fmla="*/ 1430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3"/>
                    </a:moveTo>
                    <a:cubicBezTo>
                      <a:pt x="18061" y="28523"/>
                      <a:pt x="21668" y="27027"/>
                      <a:pt x="24327" y="24364"/>
                    </a:cubicBezTo>
                    <a:cubicBezTo>
                      <a:pt x="26986" y="21701"/>
                      <a:pt x="28480" y="18090"/>
                      <a:pt x="28480" y="14324"/>
                    </a:cubicBezTo>
                    <a:cubicBezTo>
                      <a:pt x="28480" y="10558"/>
                      <a:pt x="26986" y="6946"/>
                      <a:pt x="24327" y="4284"/>
                    </a:cubicBezTo>
                    <a:cubicBezTo>
                      <a:pt x="21668" y="1621"/>
                      <a:pt x="18061" y="125"/>
                      <a:pt x="14301" y="125"/>
                    </a:cubicBezTo>
                    <a:cubicBezTo>
                      <a:pt x="10541" y="125"/>
                      <a:pt x="6934" y="1621"/>
                      <a:pt x="4276" y="4284"/>
                    </a:cubicBezTo>
                    <a:cubicBezTo>
                      <a:pt x="1617" y="6946"/>
                      <a:pt x="123" y="10558"/>
                      <a:pt x="123" y="14324"/>
                    </a:cubicBezTo>
                    <a:cubicBezTo>
                      <a:pt x="123" y="18090"/>
                      <a:pt x="1617" y="21701"/>
                      <a:pt x="4276" y="24364"/>
                    </a:cubicBezTo>
                    <a:cubicBezTo>
                      <a:pt x="6934" y="27027"/>
                      <a:pt x="10541" y="28523"/>
                      <a:pt x="1430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0" name="Freeform: Shape 739">
                <a:extLst>
                  <a:ext uri="{FF2B5EF4-FFF2-40B4-BE49-F238E27FC236}">
                    <a16:creationId xmlns:a16="http://schemas.microsoft.com/office/drawing/2014/main" id="{F1117375-EBDD-090B-6FDF-CA37347029A7}"/>
                  </a:ext>
                </a:extLst>
              </p:cNvPr>
              <p:cNvSpPr/>
              <p:nvPr/>
            </p:nvSpPr>
            <p:spPr>
              <a:xfrm>
                <a:off x="9023978" y="4872648"/>
                <a:ext cx="28356" cy="28397"/>
              </a:xfrm>
              <a:custGeom>
                <a:avLst/>
                <a:gdLst>
                  <a:gd name="connsiteX0" fmla="*/ 14301 w 28356"/>
                  <a:gd name="connsiteY0" fmla="*/ 28523 h 28397"/>
                  <a:gd name="connsiteX1" fmla="*/ 24326 w 28356"/>
                  <a:gd name="connsiteY1" fmla="*/ 24364 h 28397"/>
                  <a:gd name="connsiteX2" fmla="*/ 28479 w 28356"/>
                  <a:gd name="connsiteY2" fmla="*/ 14324 h 28397"/>
                  <a:gd name="connsiteX3" fmla="*/ 24326 w 28356"/>
                  <a:gd name="connsiteY3" fmla="*/ 4283 h 28397"/>
                  <a:gd name="connsiteX4" fmla="*/ 14301 w 28356"/>
                  <a:gd name="connsiteY4" fmla="*/ 125 h 28397"/>
                  <a:gd name="connsiteX5" fmla="*/ 4275 w 28356"/>
                  <a:gd name="connsiteY5" fmla="*/ 4283 h 28397"/>
                  <a:gd name="connsiteX6" fmla="*/ 122 w 28356"/>
                  <a:gd name="connsiteY6" fmla="*/ 14324 h 28397"/>
                  <a:gd name="connsiteX7" fmla="*/ 4275 w 28356"/>
                  <a:gd name="connsiteY7" fmla="*/ 24364 h 28397"/>
                  <a:gd name="connsiteX8" fmla="*/ 1430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3"/>
                    </a:moveTo>
                    <a:cubicBezTo>
                      <a:pt x="18061" y="28523"/>
                      <a:pt x="21667" y="27026"/>
                      <a:pt x="24326" y="24364"/>
                    </a:cubicBezTo>
                    <a:cubicBezTo>
                      <a:pt x="26985" y="21701"/>
                      <a:pt x="28479" y="18089"/>
                      <a:pt x="28479" y="14324"/>
                    </a:cubicBezTo>
                    <a:cubicBezTo>
                      <a:pt x="28479" y="10558"/>
                      <a:pt x="26985" y="6946"/>
                      <a:pt x="24326" y="4283"/>
                    </a:cubicBezTo>
                    <a:cubicBezTo>
                      <a:pt x="21667" y="1621"/>
                      <a:pt x="18061" y="125"/>
                      <a:pt x="14301" y="125"/>
                    </a:cubicBezTo>
                    <a:cubicBezTo>
                      <a:pt x="10541" y="125"/>
                      <a:pt x="6934" y="1621"/>
                      <a:pt x="4275" y="4283"/>
                    </a:cubicBezTo>
                    <a:cubicBezTo>
                      <a:pt x="1616" y="6946"/>
                      <a:pt x="122" y="10558"/>
                      <a:pt x="122" y="14324"/>
                    </a:cubicBezTo>
                    <a:cubicBezTo>
                      <a:pt x="122" y="18089"/>
                      <a:pt x="1616" y="21701"/>
                      <a:pt x="4275" y="24364"/>
                    </a:cubicBezTo>
                    <a:cubicBezTo>
                      <a:pt x="6934" y="27026"/>
                      <a:pt x="10541" y="28523"/>
                      <a:pt x="1430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1" name="Freeform: Shape 740">
                <a:extLst>
                  <a:ext uri="{FF2B5EF4-FFF2-40B4-BE49-F238E27FC236}">
                    <a16:creationId xmlns:a16="http://schemas.microsoft.com/office/drawing/2014/main" id="{6CE3C282-3074-8BFB-2576-F5A2912C9247}"/>
                  </a:ext>
                </a:extLst>
              </p:cNvPr>
              <p:cNvSpPr/>
              <p:nvPr/>
            </p:nvSpPr>
            <p:spPr>
              <a:xfrm>
                <a:off x="9016217" y="4864469"/>
                <a:ext cx="28356" cy="28397"/>
              </a:xfrm>
              <a:custGeom>
                <a:avLst/>
                <a:gdLst>
                  <a:gd name="connsiteX0" fmla="*/ 14300 w 28356"/>
                  <a:gd name="connsiteY0" fmla="*/ 28522 h 28397"/>
                  <a:gd name="connsiteX1" fmla="*/ 24326 w 28356"/>
                  <a:gd name="connsiteY1" fmla="*/ 24363 h 28397"/>
                  <a:gd name="connsiteX2" fmla="*/ 28478 w 28356"/>
                  <a:gd name="connsiteY2" fmla="*/ 14323 h 28397"/>
                  <a:gd name="connsiteX3" fmla="*/ 24326 w 28356"/>
                  <a:gd name="connsiteY3" fmla="*/ 4283 h 28397"/>
                  <a:gd name="connsiteX4" fmla="*/ 14300 w 28356"/>
                  <a:gd name="connsiteY4" fmla="*/ 124 h 28397"/>
                  <a:gd name="connsiteX5" fmla="*/ 4274 w 28356"/>
                  <a:gd name="connsiteY5" fmla="*/ 4283 h 28397"/>
                  <a:gd name="connsiteX6" fmla="*/ 122 w 28356"/>
                  <a:gd name="connsiteY6" fmla="*/ 14323 h 28397"/>
                  <a:gd name="connsiteX7" fmla="*/ 4274 w 28356"/>
                  <a:gd name="connsiteY7" fmla="*/ 24363 h 28397"/>
                  <a:gd name="connsiteX8" fmla="*/ 1430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0" y="28522"/>
                    </a:moveTo>
                    <a:cubicBezTo>
                      <a:pt x="18060" y="28522"/>
                      <a:pt x="21667" y="27026"/>
                      <a:pt x="24326" y="24363"/>
                    </a:cubicBezTo>
                    <a:cubicBezTo>
                      <a:pt x="26985" y="21700"/>
                      <a:pt x="28478" y="18089"/>
                      <a:pt x="28478" y="14323"/>
                    </a:cubicBezTo>
                    <a:cubicBezTo>
                      <a:pt x="28478" y="10557"/>
                      <a:pt x="26985" y="6945"/>
                      <a:pt x="24326" y="4283"/>
                    </a:cubicBezTo>
                    <a:cubicBezTo>
                      <a:pt x="21667" y="1620"/>
                      <a:pt x="18060" y="124"/>
                      <a:pt x="14300" y="124"/>
                    </a:cubicBezTo>
                    <a:cubicBezTo>
                      <a:pt x="10540" y="124"/>
                      <a:pt x="6933" y="1620"/>
                      <a:pt x="4274" y="4283"/>
                    </a:cubicBezTo>
                    <a:cubicBezTo>
                      <a:pt x="1616" y="6945"/>
                      <a:pt x="122" y="10557"/>
                      <a:pt x="122" y="14323"/>
                    </a:cubicBezTo>
                    <a:cubicBezTo>
                      <a:pt x="122" y="18089"/>
                      <a:pt x="1616" y="21700"/>
                      <a:pt x="4274" y="24363"/>
                    </a:cubicBezTo>
                    <a:cubicBezTo>
                      <a:pt x="6933" y="27026"/>
                      <a:pt x="10540" y="28522"/>
                      <a:pt x="1430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2" name="Freeform: Shape 741">
                <a:extLst>
                  <a:ext uri="{FF2B5EF4-FFF2-40B4-BE49-F238E27FC236}">
                    <a16:creationId xmlns:a16="http://schemas.microsoft.com/office/drawing/2014/main" id="{1A3186B4-E2E4-324D-27B3-076275068CE5}"/>
                  </a:ext>
                </a:extLst>
              </p:cNvPr>
              <p:cNvSpPr/>
              <p:nvPr/>
            </p:nvSpPr>
            <p:spPr>
              <a:xfrm>
                <a:off x="9008456" y="4880204"/>
                <a:ext cx="28356" cy="28397"/>
              </a:xfrm>
              <a:custGeom>
                <a:avLst/>
                <a:gdLst>
                  <a:gd name="connsiteX0" fmla="*/ 14299 w 28356"/>
                  <a:gd name="connsiteY0" fmla="*/ 28523 h 28397"/>
                  <a:gd name="connsiteX1" fmla="*/ 24325 w 28356"/>
                  <a:gd name="connsiteY1" fmla="*/ 24364 h 28397"/>
                  <a:gd name="connsiteX2" fmla="*/ 28478 w 28356"/>
                  <a:gd name="connsiteY2" fmla="*/ 14324 h 28397"/>
                  <a:gd name="connsiteX3" fmla="*/ 24325 w 28356"/>
                  <a:gd name="connsiteY3" fmla="*/ 4284 h 28397"/>
                  <a:gd name="connsiteX4" fmla="*/ 14299 w 28356"/>
                  <a:gd name="connsiteY4" fmla="*/ 125 h 28397"/>
                  <a:gd name="connsiteX5" fmla="*/ 4274 w 28356"/>
                  <a:gd name="connsiteY5" fmla="*/ 4284 h 28397"/>
                  <a:gd name="connsiteX6" fmla="*/ 121 w 28356"/>
                  <a:gd name="connsiteY6" fmla="*/ 14324 h 28397"/>
                  <a:gd name="connsiteX7" fmla="*/ 4274 w 28356"/>
                  <a:gd name="connsiteY7" fmla="*/ 24364 h 28397"/>
                  <a:gd name="connsiteX8" fmla="*/ 1429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23"/>
                    </a:moveTo>
                    <a:cubicBezTo>
                      <a:pt x="18060" y="28523"/>
                      <a:pt x="21666" y="27027"/>
                      <a:pt x="24325" y="24364"/>
                    </a:cubicBezTo>
                    <a:cubicBezTo>
                      <a:pt x="26984" y="21702"/>
                      <a:pt x="28478" y="18090"/>
                      <a:pt x="28478" y="14324"/>
                    </a:cubicBezTo>
                    <a:cubicBezTo>
                      <a:pt x="28478" y="10559"/>
                      <a:pt x="26984" y="6947"/>
                      <a:pt x="24325" y="4284"/>
                    </a:cubicBezTo>
                    <a:cubicBezTo>
                      <a:pt x="21666" y="1621"/>
                      <a:pt x="18060" y="125"/>
                      <a:pt x="14299" y="125"/>
                    </a:cubicBezTo>
                    <a:cubicBezTo>
                      <a:pt x="10539" y="125"/>
                      <a:pt x="6933" y="1621"/>
                      <a:pt x="4274" y="4284"/>
                    </a:cubicBezTo>
                    <a:cubicBezTo>
                      <a:pt x="1615" y="6947"/>
                      <a:pt x="121" y="10559"/>
                      <a:pt x="121" y="14324"/>
                    </a:cubicBezTo>
                    <a:cubicBezTo>
                      <a:pt x="121" y="18090"/>
                      <a:pt x="1615" y="21702"/>
                      <a:pt x="4274" y="24364"/>
                    </a:cubicBezTo>
                    <a:cubicBezTo>
                      <a:pt x="6933" y="27027"/>
                      <a:pt x="10539" y="28523"/>
                      <a:pt x="1429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3" name="Freeform: Shape 742">
                <a:extLst>
                  <a:ext uri="{FF2B5EF4-FFF2-40B4-BE49-F238E27FC236}">
                    <a16:creationId xmlns:a16="http://schemas.microsoft.com/office/drawing/2014/main" id="{BF274E3D-B769-CA4B-4B8E-D8870857C160}"/>
                  </a:ext>
                </a:extLst>
              </p:cNvPr>
              <p:cNvSpPr/>
              <p:nvPr/>
            </p:nvSpPr>
            <p:spPr>
              <a:xfrm>
                <a:off x="9000707" y="4874756"/>
                <a:ext cx="28356" cy="28397"/>
              </a:xfrm>
              <a:custGeom>
                <a:avLst/>
                <a:gdLst>
                  <a:gd name="connsiteX0" fmla="*/ 14299 w 28356"/>
                  <a:gd name="connsiteY0" fmla="*/ 28523 h 28397"/>
                  <a:gd name="connsiteX1" fmla="*/ 24324 w 28356"/>
                  <a:gd name="connsiteY1" fmla="*/ 24364 h 28397"/>
                  <a:gd name="connsiteX2" fmla="*/ 28477 w 28356"/>
                  <a:gd name="connsiteY2" fmla="*/ 14324 h 28397"/>
                  <a:gd name="connsiteX3" fmla="*/ 24324 w 28356"/>
                  <a:gd name="connsiteY3" fmla="*/ 4284 h 28397"/>
                  <a:gd name="connsiteX4" fmla="*/ 14299 w 28356"/>
                  <a:gd name="connsiteY4" fmla="*/ 125 h 28397"/>
                  <a:gd name="connsiteX5" fmla="*/ 4273 w 28356"/>
                  <a:gd name="connsiteY5" fmla="*/ 4284 h 28397"/>
                  <a:gd name="connsiteX6" fmla="*/ 120 w 28356"/>
                  <a:gd name="connsiteY6" fmla="*/ 14324 h 28397"/>
                  <a:gd name="connsiteX7" fmla="*/ 4273 w 28356"/>
                  <a:gd name="connsiteY7" fmla="*/ 24364 h 28397"/>
                  <a:gd name="connsiteX8" fmla="*/ 1429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23"/>
                    </a:moveTo>
                    <a:cubicBezTo>
                      <a:pt x="18059" y="28523"/>
                      <a:pt x="21666" y="27027"/>
                      <a:pt x="24324" y="24364"/>
                    </a:cubicBezTo>
                    <a:cubicBezTo>
                      <a:pt x="26983" y="21701"/>
                      <a:pt x="28477" y="18089"/>
                      <a:pt x="28477" y="14324"/>
                    </a:cubicBezTo>
                    <a:cubicBezTo>
                      <a:pt x="28477" y="10558"/>
                      <a:pt x="26983" y="6946"/>
                      <a:pt x="24324" y="4284"/>
                    </a:cubicBezTo>
                    <a:cubicBezTo>
                      <a:pt x="21666" y="1621"/>
                      <a:pt x="18059" y="125"/>
                      <a:pt x="14299" y="125"/>
                    </a:cubicBezTo>
                    <a:cubicBezTo>
                      <a:pt x="10539" y="125"/>
                      <a:pt x="6932" y="1621"/>
                      <a:pt x="4273" y="4284"/>
                    </a:cubicBezTo>
                    <a:cubicBezTo>
                      <a:pt x="1614" y="6946"/>
                      <a:pt x="120" y="10558"/>
                      <a:pt x="120" y="14324"/>
                    </a:cubicBezTo>
                    <a:cubicBezTo>
                      <a:pt x="120" y="18089"/>
                      <a:pt x="1614" y="21701"/>
                      <a:pt x="4273" y="24364"/>
                    </a:cubicBezTo>
                    <a:cubicBezTo>
                      <a:pt x="6932" y="27027"/>
                      <a:pt x="10539" y="28523"/>
                      <a:pt x="1429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4" name="Freeform: Shape 743">
                <a:extLst>
                  <a:ext uri="{FF2B5EF4-FFF2-40B4-BE49-F238E27FC236}">
                    <a16:creationId xmlns:a16="http://schemas.microsoft.com/office/drawing/2014/main" id="{719268D9-7333-5003-337A-0A8203456769}"/>
                  </a:ext>
                </a:extLst>
              </p:cNvPr>
              <p:cNvSpPr/>
              <p:nvPr/>
            </p:nvSpPr>
            <p:spPr>
              <a:xfrm>
                <a:off x="8992946" y="4868088"/>
                <a:ext cx="28356" cy="28397"/>
              </a:xfrm>
              <a:custGeom>
                <a:avLst/>
                <a:gdLst>
                  <a:gd name="connsiteX0" fmla="*/ 14298 w 28356"/>
                  <a:gd name="connsiteY0" fmla="*/ 28522 h 28397"/>
                  <a:gd name="connsiteX1" fmla="*/ 24324 w 28356"/>
                  <a:gd name="connsiteY1" fmla="*/ 24363 h 28397"/>
                  <a:gd name="connsiteX2" fmla="*/ 28477 w 28356"/>
                  <a:gd name="connsiteY2" fmla="*/ 14323 h 28397"/>
                  <a:gd name="connsiteX3" fmla="*/ 24324 w 28356"/>
                  <a:gd name="connsiteY3" fmla="*/ 4283 h 28397"/>
                  <a:gd name="connsiteX4" fmla="*/ 14298 w 28356"/>
                  <a:gd name="connsiteY4" fmla="*/ 124 h 28397"/>
                  <a:gd name="connsiteX5" fmla="*/ 4273 w 28356"/>
                  <a:gd name="connsiteY5" fmla="*/ 4283 h 28397"/>
                  <a:gd name="connsiteX6" fmla="*/ 120 w 28356"/>
                  <a:gd name="connsiteY6" fmla="*/ 14323 h 28397"/>
                  <a:gd name="connsiteX7" fmla="*/ 4273 w 28356"/>
                  <a:gd name="connsiteY7" fmla="*/ 24363 h 28397"/>
                  <a:gd name="connsiteX8" fmla="*/ 1429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22"/>
                    </a:moveTo>
                    <a:cubicBezTo>
                      <a:pt x="18058" y="28522"/>
                      <a:pt x="21665" y="27026"/>
                      <a:pt x="24324" y="24363"/>
                    </a:cubicBezTo>
                    <a:cubicBezTo>
                      <a:pt x="26983" y="21701"/>
                      <a:pt x="28477" y="18089"/>
                      <a:pt x="28477" y="14323"/>
                    </a:cubicBezTo>
                    <a:cubicBezTo>
                      <a:pt x="28477" y="10558"/>
                      <a:pt x="26983" y="6946"/>
                      <a:pt x="24324" y="4283"/>
                    </a:cubicBezTo>
                    <a:cubicBezTo>
                      <a:pt x="21665" y="1620"/>
                      <a:pt x="18058" y="124"/>
                      <a:pt x="14298" y="124"/>
                    </a:cubicBezTo>
                    <a:cubicBezTo>
                      <a:pt x="10538" y="124"/>
                      <a:pt x="6931" y="1620"/>
                      <a:pt x="4273" y="4283"/>
                    </a:cubicBezTo>
                    <a:cubicBezTo>
                      <a:pt x="1614" y="6946"/>
                      <a:pt x="120" y="10558"/>
                      <a:pt x="120" y="14323"/>
                    </a:cubicBezTo>
                    <a:cubicBezTo>
                      <a:pt x="120" y="18089"/>
                      <a:pt x="1614" y="21701"/>
                      <a:pt x="4273" y="24363"/>
                    </a:cubicBezTo>
                    <a:cubicBezTo>
                      <a:pt x="6931" y="27026"/>
                      <a:pt x="10538" y="28522"/>
                      <a:pt x="1429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5" name="Freeform: Shape 744">
                <a:extLst>
                  <a:ext uri="{FF2B5EF4-FFF2-40B4-BE49-F238E27FC236}">
                    <a16:creationId xmlns:a16="http://schemas.microsoft.com/office/drawing/2014/main" id="{749539C3-EC81-600D-D1B9-353494A78C40}"/>
                  </a:ext>
                </a:extLst>
              </p:cNvPr>
              <p:cNvSpPr/>
              <p:nvPr/>
            </p:nvSpPr>
            <p:spPr>
              <a:xfrm>
                <a:off x="8985185" y="4864024"/>
                <a:ext cx="28356" cy="28397"/>
              </a:xfrm>
              <a:custGeom>
                <a:avLst/>
                <a:gdLst>
                  <a:gd name="connsiteX0" fmla="*/ 14298 w 28356"/>
                  <a:gd name="connsiteY0" fmla="*/ 28522 h 28397"/>
                  <a:gd name="connsiteX1" fmla="*/ 24323 w 28356"/>
                  <a:gd name="connsiteY1" fmla="*/ 24363 h 28397"/>
                  <a:gd name="connsiteX2" fmla="*/ 28476 w 28356"/>
                  <a:gd name="connsiteY2" fmla="*/ 14323 h 28397"/>
                  <a:gd name="connsiteX3" fmla="*/ 24323 w 28356"/>
                  <a:gd name="connsiteY3" fmla="*/ 4283 h 28397"/>
                  <a:gd name="connsiteX4" fmla="*/ 14298 w 28356"/>
                  <a:gd name="connsiteY4" fmla="*/ 124 h 28397"/>
                  <a:gd name="connsiteX5" fmla="*/ 4272 w 28356"/>
                  <a:gd name="connsiteY5" fmla="*/ 4283 h 28397"/>
                  <a:gd name="connsiteX6" fmla="*/ 119 w 28356"/>
                  <a:gd name="connsiteY6" fmla="*/ 14323 h 28397"/>
                  <a:gd name="connsiteX7" fmla="*/ 4272 w 28356"/>
                  <a:gd name="connsiteY7" fmla="*/ 24363 h 28397"/>
                  <a:gd name="connsiteX8" fmla="*/ 1429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22"/>
                    </a:moveTo>
                    <a:cubicBezTo>
                      <a:pt x="18058" y="28522"/>
                      <a:pt x="21664" y="27026"/>
                      <a:pt x="24323" y="24363"/>
                    </a:cubicBezTo>
                    <a:cubicBezTo>
                      <a:pt x="26982" y="21700"/>
                      <a:pt x="28476" y="18089"/>
                      <a:pt x="28476" y="14323"/>
                    </a:cubicBezTo>
                    <a:cubicBezTo>
                      <a:pt x="28476" y="10557"/>
                      <a:pt x="26982" y="6945"/>
                      <a:pt x="24323" y="4283"/>
                    </a:cubicBezTo>
                    <a:cubicBezTo>
                      <a:pt x="21664" y="1620"/>
                      <a:pt x="18058" y="124"/>
                      <a:pt x="14298" y="124"/>
                    </a:cubicBezTo>
                    <a:cubicBezTo>
                      <a:pt x="10537" y="124"/>
                      <a:pt x="6931" y="1620"/>
                      <a:pt x="4272" y="4283"/>
                    </a:cubicBezTo>
                    <a:cubicBezTo>
                      <a:pt x="1613" y="6945"/>
                      <a:pt x="119" y="10557"/>
                      <a:pt x="119" y="14323"/>
                    </a:cubicBezTo>
                    <a:cubicBezTo>
                      <a:pt x="119" y="18089"/>
                      <a:pt x="1613" y="21700"/>
                      <a:pt x="4272" y="24363"/>
                    </a:cubicBezTo>
                    <a:cubicBezTo>
                      <a:pt x="6931" y="27026"/>
                      <a:pt x="10537" y="28522"/>
                      <a:pt x="1429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6" name="Freeform: Shape 745">
                <a:extLst>
                  <a:ext uri="{FF2B5EF4-FFF2-40B4-BE49-F238E27FC236}">
                    <a16:creationId xmlns:a16="http://schemas.microsoft.com/office/drawing/2014/main" id="{8F6AFDA5-85D1-5415-B45E-C6414F77693A}"/>
                  </a:ext>
                </a:extLst>
              </p:cNvPr>
              <p:cNvSpPr/>
              <p:nvPr/>
            </p:nvSpPr>
            <p:spPr>
              <a:xfrm>
                <a:off x="8977424" y="4870057"/>
                <a:ext cx="28356" cy="28397"/>
              </a:xfrm>
              <a:custGeom>
                <a:avLst/>
                <a:gdLst>
                  <a:gd name="connsiteX0" fmla="*/ 14297 w 28356"/>
                  <a:gd name="connsiteY0" fmla="*/ 28522 h 28397"/>
                  <a:gd name="connsiteX1" fmla="*/ 24323 w 28356"/>
                  <a:gd name="connsiteY1" fmla="*/ 24364 h 28397"/>
                  <a:gd name="connsiteX2" fmla="*/ 28475 w 28356"/>
                  <a:gd name="connsiteY2" fmla="*/ 14323 h 28397"/>
                  <a:gd name="connsiteX3" fmla="*/ 24323 w 28356"/>
                  <a:gd name="connsiteY3" fmla="*/ 4283 h 28397"/>
                  <a:gd name="connsiteX4" fmla="*/ 14297 w 28356"/>
                  <a:gd name="connsiteY4" fmla="*/ 124 h 28397"/>
                  <a:gd name="connsiteX5" fmla="*/ 4271 w 28356"/>
                  <a:gd name="connsiteY5" fmla="*/ 4283 h 28397"/>
                  <a:gd name="connsiteX6" fmla="*/ 119 w 28356"/>
                  <a:gd name="connsiteY6" fmla="*/ 14323 h 28397"/>
                  <a:gd name="connsiteX7" fmla="*/ 4271 w 28356"/>
                  <a:gd name="connsiteY7" fmla="*/ 24364 h 28397"/>
                  <a:gd name="connsiteX8" fmla="*/ 1429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7" y="28522"/>
                    </a:moveTo>
                    <a:cubicBezTo>
                      <a:pt x="18057" y="28522"/>
                      <a:pt x="21664" y="27026"/>
                      <a:pt x="24323" y="24364"/>
                    </a:cubicBezTo>
                    <a:cubicBezTo>
                      <a:pt x="26981" y="21701"/>
                      <a:pt x="28475" y="18089"/>
                      <a:pt x="28475" y="14323"/>
                    </a:cubicBezTo>
                    <a:cubicBezTo>
                      <a:pt x="28475" y="10558"/>
                      <a:pt x="26981" y="6946"/>
                      <a:pt x="24323" y="4283"/>
                    </a:cubicBezTo>
                    <a:cubicBezTo>
                      <a:pt x="21664" y="1620"/>
                      <a:pt x="18057" y="124"/>
                      <a:pt x="14297" y="124"/>
                    </a:cubicBezTo>
                    <a:cubicBezTo>
                      <a:pt x="10537" y="124"/>
                      <a:pt x="6930" y="1620"/>
                      <a:pt x="4271" y="4283"/>
                    </a:cubicBezTo>
                    <a:cubicBezTo>
                      <a:pt x="1613" y="6946"/>
                      <a:pt x="119" y="10558"/>
                      <a:pt x="119" y="14323"/>
                    </a:cubicBezTo>
                    <a:cubicBezTo>
                      <a:pt x="119" y="18089"/>
                      <a:pt x="1613" y="21701"/>
                      <a:pt x="4271" y="24364"/>
                    </a:cubicBezTo>
                    <a:cubicBezTo>
                      <a:pt x="6930" y="27026"/>
                      <a:pt x="10537" y="28522"/>
                      <a:pt x="1429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7" name="Freeform: Shape 746">
                <a:extLst>
                  <a:ext uri="{FF2B5EF4-FFF2-40B4-BE49-F238E27FC236}">
                    <a16:creationId xmlns:a16="http://schemas.microsoft.com/office/drawing/2014/main" id="{4E8E006B-675C-6B59-3655-FEC6D8502951}"/>
                  </a:ext>
                </a:extLst>
              </p:cNvPr>
              <p:cNvSpPr/>
              <p:nvPr/>
            </p:nvSpPr>
            <p:spPr>
              <a:xfrm>
                <a:off x="8969676" y="4876521"/>
                <a:ext cx="28356" cy="28397"/>
              </a:xfrm>
              <a:custGeom>
                <a:avLst/>
                <a:gdLst>
                  <a:gd name="connsiteX0" fmla="*/ 14296 w 28356"/>
                  <a:gd name="connsiteY0" fmla="*/ 28523 h 28397"/>
                  <a:gd name="connsiteX1" fmla="*/ 24322 w 28356"/>
                  <a:gd name="connsiteY1" fmla="*/ 24364 h 28397"/>
                  <a:gd name="connsiteX2" fmla="*/ 28475 w 28356"/>
                  <a:gd name="connsiteY2" fmla="*/ 14324 h 28397"/>
                  <a:gd name="connsiteX3" fmla="*/ 24322 w 28356"/>
                  <a:gd name="connsiteY3" fmla="*/ 4284 h 28397"/>
                  <a:gd name="connsiteX4" fmla="*/ 14296 w 28356"/>
                  <a:gd name="connsiteY4" fmla="*/ 125 h 28397"/>
                  <a:gd name="connsiteX5" fmla="*/ 4271 w 28356"/>
                  <a:gd name="connsiteY5" fmla="*/ 4284 h 28397"/>
                  <a:gd name="connsiteX6" fmla="*/ 118 w 28356"/>
                  <a:gd name="connsiteY6" fmla="*/ 14324 h 28397"/>
                  <a:gd name="connsiteX7" fmla="*/ 4271 w 28356"/>
                  <a:gd name="connsiteY7" fmla="*/ 24364 h 28397"/>
                  <a:gd name="connsiteX8" fmla="*/ 1429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523"/>
                    </a:moveTo>
                    <a:cubicBezTo>
                      <a:pt x="18057" y="28523"/>
                      <a:pt x="21663" y="27027"/>
                      <a:pt x="24322" y="24364"/>
                    </a:cubicBezTo>
                    <a:cubicBezTo>
                      <a:pt x="26981" y="21701"/>
                      <a:pt x="28475" y="18089"/>
                      <a:pt x="28475" y="14324"/>
                    </a:cubicBezTo>
                    <a:cubicBezTo>
                      <a:pt x="28475" y="10558"/>
                      <a:pt x="26981" y="6946"/>
                      <a:pt x="24322" y="4284"/>
                    </a:cubicBezTo>
                    <a:cubicBezTo>
                      <a:pt x="21663" y="1621"/>
                      <a:pt x="18057" y="125"/>
                      <a:pt x="14296" y="125"/>
                    </a:cubicBezTo>
                    <a:cubicBezTo>
                      <a:pt x="10536" y="125"/>
                      <a:pt x="6930" y="1621"/>
                      <a:pt x="4271" y="4284"/>
                    </a:cubicBezTo>
                    <a:cubicBezTo>
                      <a:pt x="1612" y="6946"/>
                      <a:pt x="118" y="10558"/>
                      <a:pt x="118" y="14324"/>
                    </a:cubicBezTo>
                    <a:cubicBezTo>
                      <a:pt x="118" y="18089"/>
                      <a:pt x="1612" y="21701"/>
                      <a:pt x="4271" y="24364"/>
                    </a:cubicBezTo>
                    <a:cubicBezTo>
                      <a:pt x="6930" y="27027"/>
                      <a:pt x="10536" y="28523"/>
                      <a:pt x="1429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8" name="Freeform: Shape 747">
                <a:extLst>
                  <a:ext uri="{FF2B5EF4-FFF2-40B4-BE49-F238E27FC236}">
                    <a16:creationId xmlns:a16="http://schemas.microsoft.com/office/drawing/2014/main" id="{EB5B5316-681C-6F44-6AB6-CC4DC30757E9}"/>
                  </a:ext>
                </a:extLst>
              </p:cNvPr>
              <p:cNvSpPr/>
              <p:nvPr/>
            </p:nvSpPr>
            <p:spPr>
              <a:xfrm>
                <a:off x="8961915" y="4873041"/>
                <a:ext cx="28356" cy="28397"/>
              </a:xfrm>
              <a:custGeom>
                <a:avLst/>
                <a:gdLst>
                  <a:gd name="connsiteX0" fmla="*/ 14296 w 28356"/>
                  <a:gd name="connsiteY0" fmla="*/ 28523 h 28397"/>
                  <a:gd name="connsiteX1" fmla="*/ 24321 w 28356"/>
                  <a:gd name="connsiteY1" fmla="*/ 24364 h 28397"/>
                  <a:gd name="connsiteX2" fmla="*/ 28474 w 28356"/>
                  <a:gd name="connsiteY2" fmla="*/ 14324 h 28397"/>
                  <a:gd name="connsiteX3" fmla="*/ 24321 w 28356"/>
                  <a:gd name="connsiteY3" fmla="*/ 4283 h 28397"/>
                  <a:gd name="connsiteX4" fmla="*/ 14296 w 28356"/>
                  <a:gd name="connsiteY4" fmla="*/ 125 h 28397"/>
                  <a:gd name="connsiteX5" fmla="*/ 4270 w 28356"/>
                  <a:gd name="connsiteY5" fmla="*/ 4283 h 28397"/>
                  <a:gd name="connsiteX6" fmla="*/ 117 w 28356"/>
                  <a:gd name="connsiteY6" fmla="*/ 14324 h 28397"/>
                  <a:gd name="connsiteX7" fmla="*/ 4270 w 28356"/>
                  <a:gd name="connsiteY7" fmla="*/ 24364 h 28397"/>
                  <a:gd name="connsiteX8" fmla="*/ 1429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523"/>
                    </a:moveTo>
                    <a:cubicBezTo>
                      <a:pt x="18056" y="28523"/>
                      <a:pt x="21663" y="27027"/>
                      <a:pt x="24321" y="24364"/>
                    </a:cubicBezTo>
                    <a:cubicBezTo>
                      <a:pt x="26980" y="21701"/>
                      <a:pt x="28474" y="18089"/>
                      <a:pt x="28474" y="14324"/>
                    </a:cubicBezTo>
                    <a:cubicBezTo>
                      <a:pt x="28474" y="10558"/>
                      <a:pt x="26980" y="6946"/>
                      <a:pt x="24321" y="4283"/>
                    </a:cubicBezTo>
                    <a:cubicBezTo>
                      <a:pt x="21663" y="1621"/>
                      <a:pt x="18056" y="125"/>
                      <a:pt x="14296" y="125"/>
                    </a:cubicBezTo>
                    <a:cubicBezTo>
                      <a:pt x="10536" y="125"/>
                      <a:pt x="6929" y="1621"/>
                      <a:pt x="4270" y="4283"/>
                    </a:cubicBezTo>
                    <a:cubicBezTo>
                      <a:pt x="1611" y="6946"/>
                      <a:pt x="117" y="10558"/>
                      <a:pt x="117" y="14324"/>
                    </a:cubicBezTo>
                    <a:cubicBezTo>
                      <a:pt x="117" y="18089"/>
                      <a:pt x="1611" y="21701"/>
                      <a:pt x="4270" y="24364"/>
                    </a:cubicBezTo>
                    <a:cubicBezTo>
                      <a:pt x="6929" y="27027"/>
                      <a:pt x="10536" y="28523"/>
                      <a:pt x="1429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49" name="Freeform: Shape 748">
                <a:extLst>
                  <a:ext uri="{FF2B5EF4-FFF2-40B4-BE49-F238E27FC236}">
                    <a16:creationId xmlns:a16="http://schemas.microsoft.com/office/drawing/2014/main" id="{74168E5F-49A4-724C-2D83-6F6132EFD368}"/>
                  </a:ext>
                </a:extLst>
              </p:cNvPr>
              <p:cNvSpPr/>
              <p:nvPr/>
            </p:nvSpPr>
            <p:spPr>
              <a:xfrm>
                <a:off x="8954154" y="4862653"/>
                <a:ext cx="28356" cy="28397"/>
              </a:xfrm>
              <a:custGeom>
                <a:avLst/>
                <a:gdLst>
                  <a:gd name="connsiteX0" fmla="*/ 14295 w 28356"/>
                  <a:gd name="connsiteY0" fmla="*/ 28522 h 28397"/>
                  <a:gd name="connsiteX1" fmla="*/ 24321 w 28356"/>
                  <a:gd name="connsiteY1" fmla="*/ 24363 h 28397"/>
                  <a:gd name="connsiteX2" fmla="*/ 28474 w 28356"/>
                  <a:gd name="connsiteY2" fmla="*/ 14323 h 28397"/>
                  <a:gd name="connsiteX3" fmla="*/ 24321 w 28356"/>
                  <a:gd name="connsiteY3" fmla="*/ 4283 h 28397"/>
                  <a:gd name="connsiteX4" fmla="*/ 14295 w 28356"/>
                  <a:gd name="connsiteY4" fmla="*/ 124 h 28397"/>
                  <a:gd name="connsiteX5" fmla="*/ 4270 w 28356"/>
                  <a:gd name="connsiteY5" fmla="*/ 4283 h 28397"/>
                  <a:gd name="connsiteX6" fmla="*/ 117 w 28356"/>
                  <a:gd name="connsiteY6" fmla="*/ 14323 h 28397"/>
                  <a:gd name="connsiteX7" fmla="*/ 4270 w 28356"/>
                  <a:gd name="connsiteY7" fmla="*/ 24363 h 28397"/>
                  <a:gd name="connsiteX8" fmla="*/ 1429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22"/>
                    </a:moveTo>
                    <a:cubicBezTo>
                      <a:pt x="18055" y="28522"/>
                      <a:pt x="21662" y="27026"/>
                      <a:pt x="24321" y="24363"/>
                    </a:cubicBezTo>
                    <a:cubicBezTo>
                      <a:pt x="26980" y="21700"/>
                      <a:pt x="28474" y="18088"/>
                      <a:pt x="28474" y="14323"/>
                    </a:cubicBezTo>
                    <a:cubicBezTo>
                      <a:pt x="28474" y="10557"/>
                      <a:pt x="26980" y="6945"/>
                      <a:pt x="24321" y="4283"/>
                    </a:cubicBezTo>
                    <a:cubicBezTo>
                      <a:pt x="21662" y="1620"/>
                      <a:pt x="18055" y="124"/>
                      <a:pt x="14295" y="124"/>
                    </a:cubicBezTo>
                    <a:cubicBezTo>
                      <a:pt x="10535" y="124"/>
                      <a:pt x="6928" y="1620"/>
                      <a:pt x="4270" y="4283"/>
                    </a:cubicBezTo>
                    <a:cubicBezTo>
                      <a:pt x="1611" y="6945"/>
                      <a:pt x="117" y="10557"/>
                      <a:pt x="117" y="14323"/>
                    </a:cubicBezTo>
                    <a:cubicBezTo>
                      <a:pt x="117" y="18088"/>
                      <a:pt x="1611" y="21700"/>
                      <a:pt x="4270" y="24363"/>
                    </a:cubicBezTo>
                    <a:cubicBezTo>
                      <a:pt x="6928" y="27026"/>
                      <a:pt x="10535" y="28522"/>
                      <a:pt x="1429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0" name="Freeform: Shape 749">
                <a:extLst>
                  <a:ext uri="{FF2B5EF4-FFF2-40B4-BE49-F238E27FC236}">
                    <a16:creationId xmlns:a16="http://schemas.microsoft.com/office/drawing/2014/main" id="{69EC1EFD-3F37-A002-D895-EAB5D77DE67F}"/>
                  </a:ext>
                </a:extLst>
              </p:cNvPr>
              <p:cNvSpPr/>
              <p:nvPr/>
            </p:nvSpPr>
            <p:spPr>
              <a:xfrm>
                <a:off x="8946392" y="4876737"/>
                <a:ext cx="28356" cy="28397"/>
              </a:xfrm>
              <a:custGeom>
                <a:avLst/>
                <a:gdLst>
                  <a:gd name="connsiteX0" fmla="*/ 14295 w 28356"/>
                  <a:gd name="connsiteY0" fmla="*/ 28523 h 28397"/>
                  <a:gd name="connsiteX1" fmla="*/ 24320 w 28356"/>
                  <a:gd name="connsiteY1" fmla="*/ 24364 h 28397"/>
                  <a:gd name="connsiteX2" fmla="*/ 28473 w 28356"/>
                  <a:gd name="connsiteY2" fmla="*/ 14324 h 28397"/>
                  <a:gd name="connsiteX3" fmla="*/ 24320 w 28356"/>
                  <a:gd name="connsiteY3" fmla="*/ 4284 h 28397"/>
                  <a:gd name="connsiteX4" fmla="*/ 14295 w 28356"/>
                  <a:gd name="connsiteY4" fmla="*/ 125 h 28397"/>
                  <a:gd name="connsiteX5" fmla="*/ 4269 w 28356"/>
                  <a:gd name="connsiteY5" fmla="*/ 4284 h 28397"/>
                  <a:gd name="connsiteX6" fmla="*/ 116 w 28356"/>
                  <a:gd name="connsiteY6" fmla="*/ 14324 h 28397"/>
                  <a:gd name="connsiteX7" fmla="*/ 4269 w 28356"/>
                  <a:gd name="connsiteY7" fmla="*/ 24364 h 28397"/>
                  <a:gd name="connsiteX8" fmla="*/ 1429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23"/>
                    </a:moveTo>
                    <a:cubicBezTo>
                      <a:pt x="18055" y="28523"/>
                      <a:pt x="21661" y="27027"/>
                      <a:pt x="24320" y="24364"/>
                    </a:cubicBezTo>
                    <a:cubicBezTo>
                      <a:pt x="26979" y="21701"/>
                      <a:pt x="28473" y="18090"/>
                      <a:pt x="28473" y="14324"/>
                    </a:cubicBezTo>
                    <a:cubicBezTo>
                      <a:pt x="28473" y="10558"/>
                      <a:pt x="26979" y="6946"/>
                      <a:pt x="24320" y="4284"/>
                    </a:cubicBezTo>
                    <a:cubicBezTo>
                      <a:pt x="21661" y="1621"/>
                      <a:pt x="18055" y="125"/>
                      <a:pt x="14295" y="125"/>
                    </a:cubicBezTo>
                    <a:cubicBezTo>
                      <a:pt x="10534" y="125"/>
                      <a:pt x="6928" y="1621"/>
                      <a:pt x="4269" y="4284"/>
                    </a:cubicBezTo>
                    <a:cubicBezTo>
                      <a:pt x="1610" y="6946"/>
                      <a:pt x="116" y="10558"/>
                      <a:pt x="116" y="14324"/>
                    </a:cubicBezTo>
                    <a:cubicBezTo>
                      <a:pt x="116" y="18090"/>
                      <a:pt x="1610" y="21701"/>
                      <a:pt x="4269" y="24364"/>
                    </a:cubicBezTo>
                    <a:cubicBezTo>
                      <a:pt x="6928" y="27027"/>
                      <a:pt x="10534" y="28523"/>
                      <a:pt x="1429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1" name="Freeform: Shape 750">
                <a:extLst>
                  <a:ext uri="{FF2B5EF4-FFF2-40B4-BE49-F238E27FC236}">
                    <a16:creationId xmlns:a16="http://schemas.microsoft.com/office/drawing/2014/main" id="{0B49F398-0E97-ED50-6916-13B374203F51}"/>
                  </a:ext>
                </a:extLst>
              </p:cNvPr>
              <p:cNvSpPr/>
              <p:nvPr/>
            </p:nvSpPr>
            <p:spPr>
              <a:xfrm>
                <a:off x="8938631" y="4858589"/>
                <a:ext cx="28356" cy="28397"/>
              </a:xfrm>
              <a:custGeom>
                <a:avLst/>
                <a:gdLst>
                  <a:gd name="connsiteX0" fmla="*/ 14294 w 28356"/>
                  <a:gd name="connsiteY0" fmla="*/ 28521 h 28397"/>
                  <a:gd name="connsiteX1" fmla="*/ 24320 w 28356"/>
                  <a:gd name="connsiteY1" fmla="*/ 24363 h 28397"/>
                  <a:gd name="connsiteX2" fmla="*/ 28472 w 28356"/>
                  <a:gd name="connsiteY2" fmla="*/ 14322 h 28397"/>
                  <a:gd name="connsiteX3" fmla="*/ 24320 w 28356"/>
                  <a:gd name="connsiteY3" fmla="*/ 4282 h 28397"/>
                  <a:gd name="connsiteX4" fmla="*/ 14294 w 28356"/>
                  <a:gd name="connsiteY4" fmla="*/ 123 h 28397"/>
                  <a:gd name="connsiteX5" fmla="*/ 4268 w 28356"/>
                  <a:gd name="connsiteY5" fmla="*/ 4282 h 28397"/>
                  <a:gd name="connsiteX6" fmla="*/ 116 w 28356"/>
                  <a:gd name="connsiteY6" fmla="*/ 14322 h 28397"/>
                  <a:gd name="connsiteX7" fmla="*/ 4268 w 28356"/>
                  <a:gd name="connsiteY7" fmla="*/ 24363 h 28397"/>
                  <a:gd name="connsiteX8" fmla="*/ 14294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4" y="28521"/>
                    </a:moveTo>
                    <a:cubicBezTo>
                      <a:pt x="18054" y="28521"/>
                      <a:pt x="21661" y="27025"/>
                      <a:pt x="24320" y="24363"/>
                    </a:cubicBezTo>
                    <a:cubicBezTo>
                      <a:pt x="26978" y="21700"/>
                      <a:pt x="28472" y="18088"/>
                      <a:pt x="28472" y="14322"/>
                    </a:cubicBezTo>
                    <a:cubicBezTo>
                      <a:pt x="28472" y="10557"/>
                      <a:pt x="26978" y="6945"/>
                      <a:pt x="24320" y="4282"/>
                    </a:cubicBezTo>
                    <a:cubicBezTo>
                      <a:pt x="21661" y="1620"/>
                      <a:pt x="18054" y="123"/>
                      <a:pt x="14294" y="123"/>
                    </a:cubicBezTo>
                    <a:cubicBezTo>
                      <a:pt x="10534" y="123"/>
                      <a:pt x="6927" y="1620"/>
                      <a:pt x="4268" y="4282"/>
                    </a:cubicBezTo>
                    <a:cubicBezTo>
                      <a:pt x="1609" y="6945"/>
                      <a:pt x="116" y="10557"/>
                      <a:pt x="116" y="14322"/>
                    </a:cubicBezTo>
                    <a:cubicBezTo>
                      <a:pt x="116" y="18088"/>
                      <a:pt x="1609" y="21700"/>
                      <a:pt x="4268" y="24363"/>
                    </a:cubicBezTo>
                    <a:cubicBezTo>
                      <a:pt x="6927" y="27025"/>
                      <a:pt x="10534" y="28521"/>
                      <a:pt x="14294"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2" name="Freeform: Shape 751">
                <a:extLst>
                  <a:ext uri="{FF2B5EF4-FFF2-40B4-BE49-F238E27FC236}">
                    <a16:creationId xmlns:a16="http://schemas.microsoft.com/office/drawing/2014/main" id="{12C4D43E-D269-B1EC-4652-6BED2C2A3DD0}"/>
                  </a:ext>
                </a:extLst>
              </p:cNvPr>
              <p:cNvSpPr/>
              <p:nvPr/>
            </p:nvSpPr>
            <p:spPr>
              <a:xfrm>
                <a:off x="8930883" y="4866729"/>
                <a:ext cx="28356" cy="28397"/>
              </a:xfrm>
              <a:custGeom>
                <a:avLst/>
                <a:gdLst>
                  <a:gd name="connsiteX0" fmla="*/ 14293 w 28356"/>
                  <a:gd name="connsiteY0" fmla="*/ 28522 h 28397"/>
                  <a:gd name="connsiteX1" fmla="*/ 24319 w 28356"/>
                  <a:gd name="connsiteY1" fmla="*/ 24363 h 28397"/>
                  <a:gd name="connsiteX2" fmla="*/ 28472 w 28356"/>
                  <a:gd name="connsiteY2" fmla="*/ 14323 h 28397"/>
                  <a:gd name="connsiteX3" fmla="*/ 24319 w 28356"/>
                  <a:gd name="connsiteY3" fmla="*/ 4283 h 28397"/>
                  <a:gd name="connsiteX4" fmla="*/ 14293 w 28356"/>
                  <a:gd name="connsiteY4" fmla="*/ 124 h 28397"/>
                  <a:gd name="connsiteX5" fmla="*/ 4268 w 28356"/>
                  <a:gd name="connsiteY5" fmla="*/ 4283 h 28397"/>
                  <a:gd name="connsiteX6" fmla="*/ 115 w 28356"/>
                  <a:gd name="connsiteY6" fmla="*/ 14323 h 28397"/>
                  <a:gd name="connsiteX7" fmla="*/ 4268 w 28356"/>
                  <a:gd name="connsiteY7" fmla="*/ 24363 h 28397"/>
                  <a:gd name="connsiteX8" fmla="*/ 1429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22"/>
                    </a:moveTo>
                    <a:cubicBezTo>
                      <a:pt x="18053" y="28522"/>
                      <a:pt x="21660" y="27026"/>
                      <a:pt x="24319" y="24363"/>
                    </a:cubicBezTo>
                    <a:cubicBezTo>
                      <a:pt x="26978" y="21701"/>
                      <a:pt x="28472" y="18089"/>
                      <a:pt x="28472" y="14323"/>
                    </a:cubicBezTo>
                    <a:cubicBezTo>
                      <a:pt x="28472" y="10557"/>
                      <a:pt x="26978" y="6946"/>
                      <a:pt x="24319" y="4283"/>
                    </a:cubicBezTo>
                    <a:cubicBezTo>
                      <a:pt x="21660" y="1620"/>
                      <a:pt x="18053" y="124"/>
                      <a:pt x="14293" y="124"/>
                    </a:cubicBezTo>
                    <a:cubicBezTo>
                      <a:pt x="10533" y="124"/>
                      <a:pt x="6927" y="1620"/>
                      <a:pt x="4268" y="4283"/>
                    </a:cubicBezTo>
                    <a:cubicBezTo>
                      <a:pt x="1609" y="6946"/>
                      <a:pt x="115" y="10557"/>
                      <a:pt x="115" y="14323"/>
                    </a:cubicBezTo>
                    <a:cubicBezTo>
                      <a:pt x="115" y="18089"/>
                      <a:pt x="1609" y="21701"/>
                      <a:pt x="4268" y="24363"/>
                    </a:cubicBezTo>
                    <a:cubicBezTo>
                      <a:pt x="6927" y="27026"/>
                      <a:pt x="10533" y="28522"/>
                      <a:pt x="1429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3" name="Freeform: Shape 752">
                <a:extLst>
                  <a:ext uri="{FF2B5EF4-FFF2-40B4-BE49-F238E27FC236}">
                    <a16:creationId xmlns:a16="http://schemas.microsoft.com/office/drawing/2014/main" id="{1F5731F2-A626-87D8-4C2B-D0C592274B72}"/>
                  </a:ext>
                </a:extLst>
              </p:cNvPr>
              <p:cNvSpPr/>
              <p:nvPr/>
            </p:nvSpPr>
            <p:spPr>
              <a:xfrm>
                <a:off x="8923122" y="4866285"/>
                <a:ext cx="28356" cy="28397"/>
              </a:xfrm>
              <a:custGeom>
                <a:avLst/>
                <a:gdLst>
                  <a:gd name="connsiteX0" fmla="*/ 14293 w 28356"/>
                  <a:gd name="connsiteY0" fmla="*/ 28522 h 28397"/>
                  <a:gd name="connsiteX1" fmla="*/ 24318 w 28356"/>
                  <a:gd name="connsiteY1" fmla="*/ 24363 h 28397"/>
                  <a:gd name="connsiteX2" fmla="*/ 28471 w 28356"/>
                  <a:gd name="connsiteY2" fmla="*/ 14323 h 28397"/>
                  <a:gd name="connsiteX3" fmla="*/ 24318 w 28356"/>
                  <a:gd name="connsiteY3" fmla="*/ 4283 h 28397"/>
                  <a:gd name="connsiteX4" fmla="*/ 14293 w 28356"/>
                  <a:gd name="connsiteY4" fmla="*/ 124 h 28397"/>
                  <a:gd name="connsiteX5" fmla="*/ 4267 w 28356"/>
                  <a:gd name="connsiteY5" fmla="*/ 4283 h 28397"/>
                  <a:gd name="connsiteX6" fmla="*/ 114 w 28356"/>
                  <a:gd name="connsiteY6" fmla="*/ 14323 h 28397"/>
                  <a:gd name="connsiteX7" fmla="*/ 4267 w 28356"/>
                  <a:gd name="connsiteY7" fmla="*/ 24363 h 28397"/>
                  <a:gd name="connsiteX8" fmla="*/ 1429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22"/>
                    </a:moveTo>
                    <a:cubicBezTo>
                      <a:pt x="18053" y="28522"/>
                      <a:pt x="21660" y="27026"/>
                      <a:pt x="24318" y="24363"/>
                    </a:cubicBezTo>
                    <a:cubicBezTo>
                      <a:pt x="26977" y="21701"/>
                      <a:pt x="28471" y="18089"/>
                      <a:pt x="28471" y="14323"/>
                    </a:cubicBezTo>
                    <a:cubicBezTo>
                      <a:pt x="28471" y="10557"/>
                      <a:pt x="26977" y="6946"/>
                      <a:pt x="24318" y="4283"/>
                    </a:cubicBezTo>
                    <a:cubicBezTo>
                      <a:pt x="21660" y="1620"/>
                      <a:pt x="18053" y="124"/>
                      <a:pt x="14293" y="124"/>
                    </a:cubicBezTo>
                    <a:cubicBezTo>
                      <a:pt x="10533" y="124"/>
                      <a:pt x="6926" y="1620"/>
                      <a:pt x="4267" y="4283"/>
                    </a:cubicBezTo>
                    <a:cubicBezTo>
                      <a:pt x="1608" y="6946"/>
                      <a:pt x="114" y="10557"/>
                      <a:pt x="114" y="14323"/>
                    </a:cubicBezTo>
                    <a:cubicBezTo>
                      <a:pt x="114" y="18089"/>
                      <a:pt x="1608" y="21701"/>
                      <a:pt x="4267" y="24363"/>
                    </a:cubicBezTo>
                    <a:cubicBezTo>
                      <a:pt x="6926" y="27026"/>
                      <a:pt x="10533" y="28522"/>
                      <a:pt x="1429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4" name="Freeform: Shape 753">
                <a:extLst>
                  <a:ext uri="{FF2B5EF4-FFF2-40B4-BE49-F238E27FC236}">
                    <a16:creationId xmlns:a16="http://schemas.microsoft.com/office/drawing/2014/main" id="{7EFD6C1E-EF04-12BE-D508-86334BBD1C0D}"/>
                  </a:ext>
                </a:extLst>
              </p:cNvPr>
              <p:cNvSpPr/>
              <p:nvPr/>
            </p:nvSpPr>
            <p:spPr>
              <a:xfrm>
                <a:off x="8915361" y="4878820"/>
                <a:ext cx="28356" cy="28397"/>
              </a:xfrm>
              <a:custGeom>
                <a:avLst/>
                <a:gdLst>
                  <a:gd name="connsiteX0" fmla="*/ 14292 w 28356"/>
                  <a:gd name="connsiteY0" fmla="*/ 28523 h 28397"/>
                  <a:gd name="connsiteX1" fmla="*/ 24318 w 28356"/>
                  <a:gd name="connsiteY1" fmla="*/ 24364 h 28397"/>
                  <a:gd name="connsiteX2" fmla="*/ 28470 w 28356"/>
                  <a:gd name="connsiteY2" fmla="*/ 14324 h 28397"/>
                  <a:gd name="connsiteX3" fmla="*/ 24318 w 28356"/>
                  <a:gd name="connsiteY3" fmla="*/ 4284 h 28397"/>
                  <a:gd name="connsiteX4" fmla="*/ 14292 w 28356"/>
                  <a:gd name="connsiteY4" fmla="*/ 125 h 28397"/>
                  <a:gd name="connsiteX5" fmla="*/ 4266 w 28356"/>
                  <a:gd name="connsiteY5" fmla="*/ 4284 h 28397"/>
                  <a:gd name="connsiteX6" fmla="*/ 114 w 28356"/>
                  <a:gd name="connsiteY6" fmla="*/ 14324 h 28397"/>
                  <a:gd name="connsiteX7" fmla="*/ 4266 w 28356"/>
                  <a:gd name="connsiteY7" fmla="*/ 24364 h 28397"/>
                  <a:gd name="connsiteX8" fmla="*/ 1429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2" y="28523"/>
                    </a:moveTo>
                    <a:cubicBezTo>
                      <a:pt x="18052" y="28523"/>
                      <a:pt x="21659" y="27027"/>
                      <a:pt x="24318" y="24364"/>
                    </a:cubicBezTo>
                    <a:cubicBezTo>
                      <a:pt x="26977" y="21702"/>
                      <a:pt x="28470" y="18090"/>
                      <a:pt x="28470" y="14324"/>
                    </a:cubicBezTo>
                    <a:cubicBezTo>
                      <a:pt x="28470" y="10558"/>
                      <a:pt x="26977" y="6947"/>
                      <a:pt x="24318" y="4284"/>
                    </a:cubicBezTo>
                    <a:cubicBezTo>
                      <a:pt x="21659" y="1621"/>
                      <a:pt x="18052" y="125"/>
                      <a:pt x="14292" y="125"/>
                    </a:cubicBezTo>
                    <a:cubicBezTo>
                      <a:pt x="10532" y="125"/>
                      <a:pt x="6925" y="1621"/>
                      <a:pt x="4266" y="4284"/>
                    </a:cubicBezTo>
                    <a:cubicBezTo>
                      <a:pt x="1608" y="6947"/>
                      <a:pt x="114" y="10558"/>
                      <a:pt x="114" y="14324"/>
                    </a:cubicBezTo>
                    <a:cubicBezTo>
                      <a:pt x="114" y="18090"/>
                      <a:pt x="1608" y="21702"/>
                      <a:pt x="4266" y="24364"/>
                    </a:cubicBezTo>
                    <a:cubicBezTo>
                      <a:pt x="6925" y="27027"/>
                      <a:pt x="10532" y="28523"/>
                      <a:pt x="1429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5" name="Freeform: Shape 754">
                <a:extLst>
                  <a:ext uri="{FF2B5EF4-FFF2-40B4-BE49-F238E27FC236}">
                    <a16:creationId xmlns:a16="http://schemas.microsoft.com/office/drawing/2014/main" id="{9CE79315-AFA5-56F2-2E9C-DC2F6BEE8B02}"/>
                  </a:ext>
                </a:extLst>
              </p:cNvPr>
              <p:cNvSpPr/>
              <p:nvPr/>
            </p:nvSpPr>
            <p:spPr>
              <a:xfrm>
                <a:off x="8907600" y="4858297"/>
                <a:ext cx="28356" cy="28397"/>
              </a:xfrm>
              <a:custGeom>
                <a:avLst/>
                <a:gdLst>
                  <a:gd name="connsiteX0" fmla="*/ 14291 w 28356"/>
                  <a:gd name="connsiteY0" fmla="*/ 28521 h 28397"/>
                  <a:gd name="connsiteX1" fmla="*/ 24317 w 28356"/>
                  <a:gd name="connsiteY1" fmla="*/ 24363 h 28397"/>
                  <a:gd name="connsiteX2" fmla="*/ 28470 w 28356"/>
                  <a:gd name="connsiteY2" fmla="*/ 14322 h 28397"/>
                  <a:gd name="connsiteX3" fmla="*/ 24317 w 28356"/>
                  <a:gd name="connsiteY3" fmla="*/ 4282 h 28397"/>
                  <a:gd name="connsiteX4" fmla="*/ 14291 w 28356"/>
                  <a:gd name="connsiteY4" fmla="*/ 123 h 28397"/>
                  <a:gd name="connsiteX5" fmla="*/ 4266 w 28356"/>
                  <a:gd name="connsiteY5" fmla="*/ 4282 h 28397"/>
                  <a:gd name="connsiteX6" fmla="*/ 113 w 28356"/>
                  <a:gd name="connsiteY6" fmla="*/ 14322 h 28397"/>
                  <a:gd name="connsiteX7" fmla="*/ 4266 w 28356"/>
                  <a:gd name="connsiteY7" fmla="*/ 24363 h 28397"/>
                  <a:gd name="connsiteX8" fmla="*/ 14291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21"/>
                    </a:moveTo>
                    <a:cubicBezTo>
                      <a:pt x="18052" y="28521"/>
                      <a:pt x="21658" y="27025"/>
                      <a:pt x="24317" y="24363"/>
                    </a:cubicBezTo>
                    <a:cubicBezTo>
                      <a:pt x="26976" y="21700"/>
                      <a:pt x="28470" y="18088"/>
                      <a:pt x="28470" y="14322"/>
                    </a:cubicBezTo>
                    <a:cubicBezTo>
                      <a:pt x="28470" y="10557"/>
                      <a:pt x="26976" y="6945"/>
                      <a:pt x="24317" y="4282"/>
                    </a:cubicBezTo>
                    <a:cubicBezTo>
                      <a:pt x="21658" y="1620"/>
                      <a:pt x="18052" y="123"/>
                      <a:pt x="14291" y="123"/>
                    </a:cubicBezTo>
                    <a:cubicBezTo>
                      <a:pt x="10531" y="123"/>
                      <a:pt x="6925" y="1620"/>
                      <a:pt x="4266" y="4282"/>
                    </a:cubicBezTo>
                    <a:cubicBezTo>
                      <a:pt x="1607" y="6945"/>
                      <a:pt x="113" y="10557"/>
                      <a:pt x="113" y="14322"/>
                    </a:cubicBezTo>
                    <a:cubicBezTo>
                      <a:pt x="113" y="18088"/>
                      <a:pt x="1607" y="21700"/>
                      <a:pt x="4266" y="24363"/>
                    </a:cubicBezTo>
                    <a:cubicBezTo>
                      <a:pt x="6925" y="27025"/>
                      <a:pt x="10531" y="28521"/>
                      <a:pt x="14291" y="28521"/>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6" name="Freeform: Shape 755">
                <a:extLst>
                  <a:ext uri="{FF2B5EF4-FFF2-40B4-BE49-F238E27FC236}">
                    <a16:creationId xmlns:a16="http://schemas.microsoft.com/office/drawing/2014/main" id="{37508A26-63BF-0ACE-5F7C-A28577C1A958}"/>
                  </a:ext>
                </a:extLst>
              </p:cNvPr>
              <p:cNvSpPr/>
              <p:nvPr/>
            </p:nvSpPr>
            <p:spPr>
              <a:xfrm>
                <a:off x="8899838" y="4865523"/>
                <a:ext cx="28356" cy="28397"/>
              </a:xfrm>
              <a:custGeom>
                <a:avLst/>
                <a:gdLst>
                  <a:gd name="connsiteX0" fmla="*/ 14291 w 28356"/>
                  <a:gd name="connsiteY0" fmla="*/ 28522 h 28397"/>
                  <a:gd name="connsiteX1" fmla="*/ 24317 w 28356"/>
                  <a:gd name="connsiteY1" fmla="*/ 24363 h 28397"/>
                  <a:gd name="connsiteX2" fmla="*/ 28469 w 28356"/>
                  <a:gd name="connsiteY2" fmla="*/ 14323 h 28397"/>
                  <a:gd name="connsiteX3" fmla="*/ 24317 w 28356"/>
                  <a:gd name="connsiteY3" fmla="*/ 4283 h 28397"/>
                  <a:gd name="connsiteX4" fmla="*/ 14291 w 28356"/>
                  <a:gd name="connsiteY4" fmla="*/ 124 h 28397"/>
                  <a:gd name="connsiteX5" fmla="*/ 4265 w 28356"/>
                  <a:gd name="connsiteY5" fmla="*/ 4283 h 28397"/>
                  <a:gd name="connsiteX6" fmla="*/ 113 w 28356"/>
                  <a:gd name="connsiteY6" fmla="*/ 14323 h 28397"/>
                  <a:gd name="connsiteX7" fmla="*/ 4265 w 28356"/>
                  <a:gd name="connsiteY7" fmla="*/ 24363 h 28397"/>
                  <a:gd name="connsiteX8" fmla="*/ 1429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22"/>
                    </a:moveTo>
                    <a:cubicBezTo>
                      <a:pt x="18051" y="28522"/>
                      <a:pt x="21658" y="27026"/>
                      <a:pt x="24317" y="24363"/>
                    </a:cubicBezTo>
                    <a:cubicBezTo>
                      <a:pt x="26975" y="21701"/>
                      <a:pt x="28469" y="18089"/>
                      <a:pt x="28469" y="14323"/>
                    </a:cubicBezTo>
                    <a:cubicBezTo>
                      <a:pt x="28469" y="10557"/>
                      <a:pt x="26975" y="6945"/>
                      <a:pt x="24317" y="4283"/>
                    </a:cubicBezTo>
                    <a:cubicBezTo>
                      <a:pt x="21658" y="1620"/>
                      <a:pt x="18051" y="124"/>
                      <a:pt x="14291" y="124"/>
                    </a:cubicBezTo>
                    <a:cubicBezTo>
                      <a:pt x="10531" y="124"/>
                      <a:pt x="6924" y="1620"/>
                      <a:pt x="4265" y="4283"/>
                    </a:cubicBezTo>
                    <a:cubicBezTo>
                      <a:pt x="1606" y="6945"/>
                      <a:pt x="113" y="10557"/>
                      <a:pt x="113" y="14323"/>
                    </a:cubicBezTo>
                    <a:cubicBezTo>
                      <a:pt x="113" y="18089"/>
                      <a:pt x="1606" y="21701"/>
                      <a:pt x="4265" y="24363"/>
                    </a:cubicBezTo>
                    <a:cubicBezTo>
                      <a:pt x="6924" y="27026"/>
                      <a:pt x="10531" y="28522"/>
                      <a:pt x="1429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7" name="Freeform: Shape 756">
                <a:extLst>
                  <a:ext uri="{FF2B5EF4-FFF2-40B4-BE49-F238E27FC236}">
                    <a16:creationId xmlns:a16="http://schemas.microsoft.com/office/drawing/2014/main" id="{546A3045-9D32-3127-49DF-6AFF3954EF2F}"/>
                  </a:ext>
                </a:extLst>
              </p:cNvPr>
              <p:cNvSpPr/>
              <p:nvPr/>
            </p:nvSpPr>
            <p:spPr>
              <a:xfrm>
                <a:off x="8892090" y="4864380"/>
                <a:ext cx="28356" cy="28397"/>
              </a:xfrm>
              <a:custGeom>
                <a:avLst/>
                <a:gdLst>
                  <a:gd name="connsiteX0" fmla="*/ 14290 w 28356"/>
                  <a:gd name="connsiteY0" fmla="*/ 28522 h 28397"/>
                  <a:gd name="connsiteX1" fmla="*/ 24316 w 28356"/>
                  <a:gd name="connsiteY1" fmla="*/ 24363 h 28397"/>
                  <a:gd name="connsiteX2" fmla="*/ 28469 w 28356"/>
                  <a:gd name="connsiteY2" fmla="*/ 14323 h 28397"/>
                  <a:gd name="connsiteX3" fmla="*/ 24316 w 28356"/>
                  <a:gd name="connsiteY3" fmla="*/ 4283 h 28397"/>
                  <a:gd name="connsiteX4" fmla="*/ 14290 w 28356"/>
                  <a:gd name="connsiteY4" fmla="*/ 124 h 28397"/>
                  <a:gd name="connsiteX5" fmla="*/ 4265 w 28356"/>
                  <a:gd name="connsiteY5" fmla="*/ 4283 h 28397"/>
                  <a:gd name="connsiteX6" fmla="*/ 112 w 28356"/>
                  <a:gd name="connsiteY6" fmla="*/ 14323 h 28397"/>
                  <a:gd name="connsiteX7" fmla="*/ 4265 w 28356"/>
                  <a:gd name="connsiteY7" fmla="*/ 24363 h 28397"/>
                  <a:gd name="connsiteX8" fmla="*/ 1429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22"/>
                    </a:moveTo>
                    <a:cubicBezTo>
                      <a:pt x="18050" y="28522"/>
                      <a:pt x="21657" y="27026"/>
                      <a:pt x="24316" y="24363"/>
                    </a:cubicBezTo>
                    <a:cubicBezTo>
                      <a:pt x="26975" y="21700"/>
                      <a:pt x="28469" y="18089"/>
                      <a:pt x="28469" y="14323"/>
                    </a:cubicBezTo>
                    <a:cubicBezTo>
                      <a:pt x="28469" y="10557"/>
                      <a:pt x="26975" y="6945"/>
                      <a:pt x="24316" y="4283"/>
                    </a:cubicBezTo>
                    <a:cubicBezTo>
                      <a:pt x="21657" y="1620"/>
                      <a:pt x="18050" y="124"/>
                      <a:pt x="14290" y="124"/>
                    </a:cubicBezTo>
                    <a:cubicBezTo>
                      <a:pt x="10530" y="124"/>
                      <a:pt x="6923" y="1620"/>
                      <a:pt x="4265" y="4283"/>
                    </a:cubicBezTo>
                    <a:cubicBezTo>
                      <a:pt x="1606" y="6945"/>
                      <a:pt x="112" y="10557"/>
                      <a:pt x="112" y="14323"/>
                    </a:cubicBezTo>
                    <a:cubicBezTo>
                      <a:pt x="112" y="18089"/>
                      <a:pt x="1606" y="21700"/>
                      <a:pt x="4265" y="24363"/>
                    </a:cubicBezTo>
                    <a:cubicBezTo>
                      <a:pt x="6923" y="27026"/>
                      <a:pt x="10530" y="28522"/>
                      <a:pt x="1429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8" name="Freeform: Shape 757">
                <a:extLst>
                  <a:ext uri="{FF2B5EF4-FFF2-40B4-BE49-F238E27FC236}">
                    <a16:creationId xmlns:a16="http://schemas.microsoft.com/office/drawing/2014/main" id="{5909B2F8-0AB1-D173-CEB4-5495EFC99213}"/>
                  </a:ext>
                </a:extLst>
              </p:cNvPr>
              <p:cNvSpPr/>
              <p:nvPr/>
            </p:nvSpPr>
            <p:spPr>
              <a:xfrm>
                <a:off x="8884329" y="4866107"/>
                <a:ext cx="28356" cy="28397"/>
              </a:xfrm>
              <a:custGeom>
                <a:avLst/>
                <a:gdLst>
                  <a:gd name="connsiteX0" fmla="*/ 14290 w 28356"/>
                  <a:gd name="connsiteY0" fmla="*/ 28522 h 28397"/>
                  <a:gd name="connsiteX1" fmla="*/ 24315 w 28356"/>
                  <a:gd name="connsiteY1" fmla="*/ 24363 h 28397"/>
                  <a:gd name="connsiteX2" fmla="*/ 28468 w 28356"/>
                  <a:gd name="connsiteY2" fmla="*/ 14323 h 28397"/>
                  <a:gd name="connsiteX3" fmla="*/ 24315 w 28356"/>
                  <a:gd name="connsiteY3" fmla="*/ 4283 h 28397"/>
                  <a:gd name="connsiteX4" fmla="*/ 14290 w 28356"/>
                  <a:gd name="connsiteY4" fmla="*/ 124 h 28397"/>
                  <a:gd name="connsiteX5" fmla="*/ 4264 w 28356"/>
                  <a:gd name="connsiteY5" fmla="*/ 4283 h 28397"/>
                  <a:gd name="connsiteX6" fmla="*/ 111 w 28356"/>
                  <a:gd name="connsiteY6" fmla="*/ 14323 h 28397"/>
                  <a:gd name="connsiteX7" fmla="*/ 4264 w 28356"/>
                  <a:gd name="connsiteY7" fmla="*/ 24363 h 28397"/>
                  <a:gd name="connsiteX8" fmla="*/ 1429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22"/>
                    </a:moveTo>
                    <a:cubicBezTo>
                      <a:pt x="18050" y="28522"/>
                      <a:pt x="21656" y="27026"/>
                      <a:pt x="24315" y="24363"/>
                    </a:cubicBezTo>
                    <a:cubicBezTo>
                      <a:pt x="26974" y="21701"/>
                      <a:pt x="28468" y="18089"/>
                      <a:pt x="28468" y="14323"/>
                    </a:cubicBezTo>
                    <a:cubicBezTo>
                      <a:pt x="28468" y="10557"/>
                      <a:pt x="26974" y="6946"/>
                      <a:pt x="24315" y="4283"/>
                    </a:cubicBezTo>
                    <a:cubicBezTo>
                      <a:pt x="21656" y="1620"/>
                      <a:pt x="18050" y="124"/>
                      <a:pt x="14290" y="124"/>
                    </a:cubicBezTo>
                    <a:cubicBezTo>
                      <a:pt x="10530" y="124"/>
                      <a:pt x="6923" y="1620"/>
                      <a:pt x="4264" y="4283"/>
                    </a:cubicBezTo>
                    <a:cubicBezTo>
                      <a:pt x="1605" y="6946"/>
                      <a:pt x="111" y="10557"/>
                      <a:pt x="111" y="14323"/>
                    </a:cubicBezTo>
                    <a:cubicBezTo>
                      <a:pt x="111" y="18089"/>
                      <a:pt x="1605" y="21701"/>
                      <a:pt x="4264" y="24363"/>
                    </a:cubicBezTo>
                    <a:cubicBezTo>
                      <a:pt x="6923" y="27026"/>
                      <a:pt x="10530" y="28522"/>
                      <a:pt x="1429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59" name="Freeform: Shape 758">
                <a:extLst>
                  <a:ext uri="{FF2B5EF4-FFF2-40B4-BE49-F238E27FC236}">
                    <a16:creationId xmlns:a16="http://schemas.microsoft.com/office/drawing/2014/main" id="{C8BEA272-1E1A-8481-F5C5-5AB6933FC1C3}"/>
                  </a:ext>
                </a:extLst>
              </p:cNvPr>
              <p:cNvSpPr/>
              <p:nvPr/>
            </p:nvSpPr>
            <p:spPr>
              <a:xfrm>
                <a:off x="8876568" y="4864710"/>
                <a:ext cx="28356" cy="28397"/>
              </a:xfrm>
              <a:custGeom>
                <a:avLst/>
                <a:gdLst>
                  <a:gd name="connsiteX0" fmla="*/ 14289 w 28356"/>
                  <a:gd name="connsiteY0" fmla="*/ 28522 h 28397"/>
                  <a:gd name="connsiteX1" fmla="*/ 24315 w 28356"/>
                  <a:gd name="connsiteY1" fmla="*/ 24363 h 28397"/>
                  <a:gd name="connsiteX2" fmla="*/ 28467 w 28356"/>
                  <a:gd name="connsiteY2" fmla="*/ 14323 h 28397"/>
                  <a:gd name="connsiteX3" fmla="*/ 24315 w 28356"/>
                  <a:gd name="connsiteY3" fmla="*/ 4283 h 28397"/>
                  <a:gd name="connsiteX4" fmla="*/ 14289 w 28356"/>
                  <a:gd name="connsiteY4" fmla="*/ 124 h 28397"/>
                  <a:gd name="connsiteX5" fmla="*/ 4263 w 28356"/>
                  <a:gd name="connsiteY5" fmla="*/ 4283 h 28397"/>
                  <a:gd name="connsiteX6" fmla="*/ 111 w 28356"/>
                  <a:gd name="connsiteY6" fmla="*/ 14323 h 28397"/>
                  <a:gd name="connsiteX7" fmla="*/ 4263 w 28356"/>
                  <a:gd name="connsiteY7" fmla="*/ 24363 h 28397"/>
                  <a:gd name="connsiteX8" fmla="*/ 1428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9" y="28522"/>
                    </a:moveTo>
                    <a:cubicBezTo>
                      <a:pt x="18049" y="28522"/>
                      <a:pt x="21656" y="27026"/>
                      <a:pt x="24315" y="24363"/>
                    </a:cubicBezTo>
                    <a:cubicBezTo>
                      <a:pt x="26974" y="21700"/>
                      <a:pt x="28467" y="18089"/>
                      <a:pt x="28467" y="14323"/>
                    </a:cubicBezTo>
                    <a:cubicBezTo>
                      <a:pt x="28467" y="10557"/>
                      <a:pt x="26974" y="6945"/>
                      <a:pt x="24315" y="4283"/>
                    </a:cubicBezTo>
                    <a:cubicBezTo>
                      <a:pt x="21656" y="1620"/>
                      <a:pt x="18049" y="124"/>
                      <a:pt x="14289" y="124"/>
                    </a:cubicBezTo>
                    <a:cubicBezTo>
                      <a:pt x="10529" y="124"/>
                      <a:pt x="6922" y="1620"/>
                      <a:pt x="4263" y="4283"/>
                    </a:cubicBezTo>
                    <a:cubicBezTo>
                      <a:pt x="1605" y="6945"/>
                      <a:pt x="111" y="10557"/>
                      <a:pt x="111" y="14323"/>
                    </a:cubicBezTo>
                    <a:cubicBezTo>
                      <a:pt x="111" y="18089"/>
                      <a:pt x="1605" y="21700"/>
                      <a:pt x="4263" y="24363"/>
                    </a:cubicBezTo>
                    <a:cubicBezTo>
                      <a:pt x="6922" y="27026"/>
                      <a:pt x="10529" y="28522"/>
                      <a:pt x="1428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0" name="Freeform: Shape 759">
                <a:extLst>
                  <a:ext uri="{FF2B5EF4-FFF2-40B4-BE49-F238E27FC236}">
                    <a16:creationId xmlns:a16="http://schemas.microsoft.com/office/drawing/2014/main" id="{58E00CE0-B139-7FE8-876D-9CFEBFD4CB5A}"/>
                  </a:ext>
                </a:extLst>
              </p:cNvPr>
              <p:cNvSpPr/>
              <p:nvPr/>
            </p:nvSpPr>
            <p:spPr>
              <a:xfrm>
                <a:off x="8868807" y="4868736"/>
                <a:ext cx="28356" cy="28397"/>
              </a:xfrm>
              <a:custGeom>
                <a:avLst/>
                <a:gdLst>
                  <a:gd name="connsiteX0" fmla="*/ 14288 w 28356"/>
                  <a:gd name="connsiteY0" fmla="*/ 28522 h 28397"/>
                  <a:gd name="connsiteX1" fmla="*/ 24314 w 28356"/>
                  <a:gd name="connsiteY1" fmla="*/ 24363 h 28397"/>
                  <a:gd name="connsiteX2" fmla="*/ 28467 w 28356"/>
                  <a:gd name="connsiteY2" fmla="*/ 14323 h 28397"/>
                  <a:gd name="connsiteX3" fmla="*/ 24314 w 28356"/>
                  <a:gd name="connsiteY3" fmla="*/ 4283 h 28397"/>
                  <a:gd name="connsiteX4" fmla="*/ 14288 w 28356"/>
                  <a:gd name="connsiteY4" fmla="*/ 124 h 28397"/>
                  <a:gd name="connsiteX5" fmla="*/ 4263 w 28356"/>
                  <a:gd name="connsiteY5" fmla="*/ 4283 h 28397"/>
                  <a:gd name="connsiteX6" fmla="*/ 110 w 28356"/>
                  <a:gd name="connsiteY6" fmla="*/ 14323 h 28397"/>
                  <a:gd name="connsiteX7" fmla="*/ 4263 w 28356"/>
                  <a:gd name="connsiteY7" fmla="*/ 24363 h 28397"/>
                  <a:gd name="connsiteX8" fmla="*/ 1428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2"/>
                    </a:moveTo>
                    <a:cubicBezTo>
                      <a:pt x="18049" y="28522"/>
                      <a:pt x="21655" y="27026"/>
                      <a:pt x="24314" y="24363"/>
                    </a:cubicBezTo>
                    <a:cubicBezTo>
                      <a:pt x="26973" y="21701"/>
                      <a:pt x="28467" y="18089"/>
                      <a:pt x="28467" y="14323"/>
                    </a:cubicBezTo>
                    <a:cubicBezTo>
                      <a:pt x="28467" y="10558"/>
                      <a:pt x="26973" y="6946"/>
                      <a:pt x="24314" y="4283"/>
                    </a:cubicBezTo>
                    <a:cubicBezTo>
                      <a:pt x="21655" y="1620"/>
                      <a:pt x="18049" y="124"/>
                      <a:pt x="14288" y="124"/>
                    </a:cubicBezTo>
                    <a:cubicBezTo>
                      <a:pt x="10528" y="124"/>
                      <a:pt x="6922" y="1620"/>
                      <a:pt x="4263" y="4283"/>
                    </a:cubicBezTo>
                    <a:cubicBezTo>
                      <a:pt x="1604" y="6946"/>
                      <a:pt x="110" y="10558"/>
                      <a:pt x="110" y="14323"/>
                    </a:cubicBezTo>
                    <a:cubicBezTo>
                      <a:pt x="110" y="18089"/>
                      <a:pt x="1604" y="21701"/>
                      <a:pt x="4263" y="24363"/>
                    </a:cubicBezTo>
                    <a:cubicBezTo>
                      <a:pt x="6922" y="27026"/>
                      <a:pt x="10528" y="28522"/>
                      <a:pt x="1428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1" name="Freeform: Shape 760">
                <a:extLst>
                  <a:ext uri="{FF2B5EF4-FFF2-40B4-BE49-F238E27FC236}">
                    <a16:creationId xmlns:a16="http://schemas.microsoft.com/office/drawing/2014/main" id="{9CB2E988-4885-D6C3-37B7-DA233AAE3BEA}"/>
                  </a:ext>
                </a:extLst>
              </p:cNvPr>
              <p:cNvSpPr/>
              <p:nvPr/>
            </p:nvSpPr>
            <p:spPr>
              <a:xfrm>
                <a:off x="8861058" y="4871911"/>
                <a:ext cx="28356" cy="28397"/>
              </a:xfrm>
              <a:custGeom>
                <a:avLst/>
                <a:gdLst>
                  <a:gd name="connsiteX0" fmla="*/ 14288 w 28356"/>
                  <a:gd name="connsiteY0" fmla="*/ 28522 h 28397"/>
                  <a:gd name="connsiteX1" fmla="*/ 24313 w 28356"/>
                  <a:gd name="connsiteY1" fmla="*/ 24364 h 28397"/>
                  <a:gd name="connsiteX2" fmla="*/ 28466 w 28356"/>
                  <a:gd name="connsiteY2" fmla="*/ 14324 h 28397"/>
                  <a:gd name="connsiteX3" fmla="*/ 24313 w 28356"/>
                  <a:gd name="connsiteY3" fmla="*/ 4283 h 28397"/>
                  <a:gd name="connsiteX4" fmla="*/ 14288 w 28356"/>
                  <a:gd name="connsiteY4" fmla="*/ 125 h 28397"/>
                  <a:gd name="connsiteX5" fmla="*/ 4262 w 28356"/>
                  <a:gd name="connsiteY5" fmla="*/ 4283 h 28397"/>
                  <a:gd name="connsiteX6" fmla="*/ 109 w 28356"/>
                  <a:gd name="connsiteY6" fmla="*/ 14324 h 28397"/>
                  <a:gd name="connsiteX7" fmla="*/ 4262 w 28356"/>
                  <a:gd name="connsiteY7" fmla="*/ 24364 h 28397"/>
                  <a:gd name="connsiteX8" fmla="*/ 1428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2"/>
                    </a:moveTo>
                    <a:cubicBezTo>
                      <a:pt x="18048" y="28522"/>
                      <a:pt x="21655" y="27026"/>
                      <a:pt x="24313" y="24364"/>
                    </a:cubicBezTo>
                    <a:cubicBezTo>
                      <a:pt x="26972" y="21701"/>
                      <a:pt x="28466" y="18089"/>
                      <a:pt x="28466" y="14324"/>
                    </a:cubicBezTo>
                    <a:cubicBezTo>
                      <a:pt x="28466" y="10558"/>
                      <a:pt x="26972" y="6946"/>
                      <a:pt x="24313" y="4283"/>
                    </a:cubicBezTo>
                    <a:cubicBezTo>
                      <a:pt x="21655" y="1621"/>
                      <a:pt x="18048" y="125"/>
                      <a:pt x="14288" y="125"/>
                    </a:cubicBezTo>
                    <a:cubicBezTo>
                      <a:pt x="10528" y="125"/>
                      <a:pt x="6921" y="1621"/>
                      <a:pt x="4262" y="4283"/>
                    </a:cubicBezTo>
                    <a:cubicBezTo>
                      <a:pt x="1603" y="6946"/>
                      <a:pt x="109" y="10558"/>
                      <a:pt x="109" y="14324"/>
                    </a:cubicBezTo>
                    <a:cubicBezTo>
                      <a:pt x="109" y="18089"/>
                      <a:pt x="1603" y="21701"/>
                      <a:pt x="4262" y="24364"/>
                    </a:cubicBezTo>
                    <a:cubicBezTo>
                      <a:pt x="6921" y="27026"/>
                      <a:pt x="10528" y="28522"/>
                      <a:pt x="1428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2" name="Freeform: Shape 761">
                <a:extLst>
                  <a:ext uri="{FF2B5EF4-FFF2-40B4-BE49-F238E27FC236}">
                    <a16:creationId xmlns:a16="http://schemas.microsoft.com/office/drawing/2014/main" id="{4951711D-BB69-FD4E-0712-A873E866D378}"/>
                  </a:ext>
                </a:extLst>
              </p:cNvPr>
              <p:cNvSpPr/>
              <p:nvPr/>
            </p:nvSpPr>
            <p:spPr>
              <a:xfrm>
                <a:off x="8853297" y="4867352"/>
                <a:ext cx="28356" cy="28397"/>
              </a:xfrm>
              <a:custGeom>
                <a:avLst/>
                <a:gdLst>
                  <a:gd name="connsiteX0" fmla="*/ 14287 w 28356"/>
                  <a:gd name="connsiteY0" fmla="*/ 28522 h 28397"/>
                  <a:gd name="connsiteX1" fmla="*/ 24313 w 28356"/>
                  <a:gd name="connsiteY1" fmla="*/ 24363 h 28397"/>
                  <a:gd name="connsiteX2" fmla="*/ 28466 w 28356"/>
                  <a:gd name="connsiteY2" fmla="*/ 14323 h 28397"/>
                  <a:gd name="connsiteX3" fmla="*/ 24313 w 28356"/>
                  <a:gd name="connsiteY3" fmla="*/ 4283 h 28397"/>
                  <a:gd name="connsiteX4" fmla="*/ 14287 w 28356"/>
                  <a:gd name="connsiteY4" fmla="*/ 124 h 28397"/>
                  <a:gd name="connsiteX5" fmla="*/ 4262 w 28356"/>
                  <a:gd name="connsiteY5" fmla="*/ 4283 h 28397"/>
                  <a:gd name="connsiteX6" fmla="*/ 109 w 28356"/>
                  <a:gd name="connsiteY6" fmla="*/ 14323 h 28397"/>
                  <a:gd name="connsiteX7" fmla="*/ 4262 w 28356"/>
                  <a:gd name="connsiteY7" fmla="*/ 24363 h 28397"/>
                  <a:gd name="connsiteX8" fmla="*/ 1428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22"/>
                    </a:moveTo>
                    <a:cubicBezTo>
                      <a:pt x="18047" y="28522"/>
                      <a:pt x="21654" y="27026"/>
                      <a:pt x="24313" y="24363"/>
                    </a:cubicBezTo>
                    <a:cubicBezTo>
                      <a:pt x="26972" y="21701"/>
                      <a:pt x="28466" y="18089"/>
                      <a:pt x="28466" y="14323"/>
                    </a:cubicBezTo>
                    <a:cubicBezTo>
                      <a:pt x="28466" y="10558"/>
                      <a:pt x="26972" y="6946"/>
                      <a:pt x="24313" y="4283"/>
                    </a:cubicBezTo>
                    <a:cubicBezTo>
                      <a:pt x="21654" y="1620"/>
                      <a:pt x="18047" y="124"/>
                      <a:pt x="14287" y="124"/>
                    </a:cubicBezTo>
                    <a:cubicBezTo>
                      <a:pt x="10527" y="124"/>
                      <a:pt x="6920" y="1620"/>
                      <a:pt x="4262" y="4283"/>
                    </a:cubicBezTo>
                    <a:cubicBezTo>
                      <a:pt x="1603" y="6946"/>
                      <a:pt x="109" y="10558"/>
                      <a:pt x="109" y="14323"/>
                    </a:cubicBezTo>
                    <a:cubicBezTo>
                      <a:pt x="109" y="18089"/>
                      <a:pt x="1603" y="21701"/>
                      <a:pt x="4262" y="24363"/>
                    </a:cubicBezTo>
                    <a:cubicBezTo>
                      <a:pt x="6920" y="27026"/>
                      <a:pt x="10527" y="28522"/>
                      <a:pt x="1428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3" name="Freeform: Shape 762">
                <a:extLst>
                  <a:ext uri="{FF2B5EF4-FFF2-40B4-BE49-F238E27FC236}">
                    <a16:creationId xmlns:a16="http://schemas.microsoft.com/office/drawing/2014/main" id="{3F46D889-1851-09D3-FD07-122744EBBEDB}"/>
                  </a:ext>
                </a:extLst>
              </p:cNvPr>
              <p:cNvSpPr/>
              <p:nvPr/>
            </p:nvSpPr>
            <p:spPr>
              <a:xfrm>
                <a:off x="8845536" y="4866018"/>
                <a:ext cx="28356" cy="28397"/>
              </a:xfrm>
              <a:custGeom>
                <a:avLst/>
                <a:gdLst>
                  <a:gd name="connsiteX0" fmla="*/ 14287 w 28356"/>
                  <a:gd name="connsiteY0" fmla="*/ 28522 h 28397"/>
                  <a:gd name="connsiteX1" fmla="*/ 24312 w 28356"/>
                  <a:gd name="connsiteY1" fmla="*/ 24363 h 28397"/>
                  <a:gd name="connsiteX2" fmla="*/ 28465 w 28356"/>
                  <a:gd name="connsiteY2" fmla="*/ 14323 h 28397"/>
                  <a:gd name="connsiteX3" fmla="*/ 24312 w 28356"/>
                  <a:gd name="connsiteY3" fmla="*/ 4283 h 28397"/>
                  <a:gd name="connsiteX4" fmla="*/ 14287 w 28356"/>
                  <a:gd name="connsiteY4" fmla="*/ 124 h 28397"/>
                  <a:gd name="connsiteX5" fmla="*/ 4261 w 28356"/>
                  <a:gd name="connsiteY5" fmla="*/ 4283 h 28397"/>
                  <a:gd name="connsiteX6" fmla="*/ 108 w 28356"/>
                  <a:gd name="connsiteY6" fmla="*/ 14323 h 28397"/>
                  <a:gd name="connsiteX7" fmla="*/ 4261 w 28356"/>
                  <a:gd name="connsiteY7" fmla="*/ 24363 h 28397"/>
                  <a:gd name="connsiteX8" fmla="*/ 1428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22"/>
                    </a:moveTo>
                    <a:cubicBezTo>
                      <a:pt x="18047" y="28522"/>
                      <a:pt x="21653" y="27026"/>
                      <a:pt x="24312" y="24363"/>
                    </a:cubicBezTo>
                    <a:cubicBezTo>
                      <a:pt x="26971" y="21701"/>
                      <a:pt x="28465" y="18089"/>
                      <a:pt x="28465" y="14323"/>
                    </a:cubicBezTo>
                    <a:cubicBezTo>
                      <a:pt x="28465" y="10557"/>
                      <a:pt x="26971" y="6946"/>
                      <a:pt x="24312" y="4283"/>
                    </a:cubicBezTo>
                    <a:cubicBezTo>
                      <a:pt x="21653" y="1620"/>
                      <a:pt x="18047" y="124"/>
                      <a:pt x="14287" y="124"/>
                    </a:cubicBezTo>
                    <a:cubicBezTo>
                      <a:pt x="10526" y="124"/>
                      <a:pt x="6920" y="1620"/>
                      <a:pt x="4261" y="4283"/>
                    </a:cubicBezTo>
                    <a:cubicBezTo>
                      <a:pt x="1602" y="6946"/>
                      <a:pt x="108" y="10557"/>
                      <a:pt x="108" y="14323"/>
                    </a:cubicBezTo>
                    <a:cubicBezTo>
                      <a:pt x="108" y="18089"/>
                      <a:pt x="1602" y="21701"/>
                      <a:pt x="4261" y="24363"/>
                    </a:cubicBezTo>
                    <a:cubicBezTo>
                      <a:pt x="6920" y="27026"/>
                      <a:pt x="10526" y="28522"/>
                      <a:pt x="1428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4" name="Freeform: Shape 763">
                <a:extLst>
                  <a:ext uri="{FF2B5EF4-FFF2-40B4-BE49-F238E27FC236}">
                    <a16:creationId xmlns:a16="http://schemas.microsoft.com/office/drawing/2014/main" id="{154D46F8-F32D-75C3-4185-5859C121F140}"/>
                  </a:ext>
                </a:extLst>
              </p:cNvPr>
              <p:cNvSpPr/>
              <p:nvPr/>
            </p:nvSpPr>
            <p:spPr>
              <a:xfrm>
                <a:off x="8837775" y="4880814"/>
                <a:ext cx="28356" cy="28397"/>
              </a:xfrm>
              <a:custGeom>
                <a:avLst/>
                <a:gdLst>
                  <a:gd name="connsiteX0" fmla="*/ 14286 w 28356"/>
                  <a:gd name="connsiteY0" fmla="*/ 28523 h 28397"/>
                  <a:gd name="connsiteX1" fmla="*/ 24312 w 28356"/>
                  <a:gd name="connsiteY1" fmla="*/ 24364 h 28397"/>
                  <a:gd name="connsiteX2" fmla="*/ 28464 w 28356"/>
                  <a:gd name="connsiteY2" fmla="*/ 14324 h 28397"/>
                  <a:gd name="connsiteX3" fmla="*/ 24312 w 28356"/>
                  <a:gd name="connsiteY3" fmla="*/ 4284 h 28397"/>
                  <a:gd name="connsiteX4" fmla="*/ 14286 w 28356"/>
                  <a:gd name="connsiteY4" fmla="*/ 125 h 28397"/>
                  <a:gd name="connsiteX5" fmla="*/ 4260 w 28356"/>
                  <a:gd name="connsiteY5" fmla="*/ 4284 h 28397"/>
                  <a:gd name="connsiteX6" fmla="*/ 108 w 28356"/>
                  <a:gd name="connsiteY6" fmla="*/ 14324 h 28397"/>
                  <a:gd name="connsiteX7" fmla="*/ 4260 w 28356"/>
                  <a:gd name="connsiteY7" fmla="*/ 24364 h 28397"/>
                  <a:gd name="connsiteX8" fmla="*/ 1428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6" y="28523"/>
                    </a:moveTo>
                    <a:cubicBezTo>
                      <a:pt x="18046" y="28523"/>
                      <a:pt x="21653" y="27027"/>
                      <a:pt x="24312" y="24364"/>
                    </a:cubicBezTo>
                    <a:cubicBezTo>
                      <a:pt x="26970" y="21702"/>
                      <a:pt x="28464" y="18090"/>
                      <a:pt x="28464" y="14324"/>
                    </a:cubicBezTo>
                    <a:cubicBezTo>
                      <a:pt x="28464" y="10559"/>
                      <a:pt x="26970" y="6947"/>
                      <a:pt x="24312" y="4284"/>
                    </a:cubicBezTo>
                    <a:cubicBezTo>
                      <a:pt x="21653" y="1621"/>
                      <a:pt x="18046" y="125"/>
                      <a:pt x="14286" y="125"/>
                    </a:cubicBezTo>
                    <a:cubicBezTo>
                      <a:pt x="10526" y="125"/>
                      <a:pt x="6919" y="1621"/>
                      <a:pt x="4260" y="4284"/>
                    </a:cubicBezTo>
                    <a:cubicBezTo>
                      <a:pt x="1602" y="6947"/>
                      <a:pt x="108" y="10559"/>
                      <a:pt x="108" y="14324"/>
                    </a:cubicBezTo>
                    <a:cubicBezTo>
                      <a:pt x="108" y="18090"/>
                      <a:pt x="1602" y="21702"/>
                      <a:pt x="4260" y="24364"/>
                    </a:cubicBezTo>
                    <a:cubicBezTo>
                      <a:pt x="6919" y="27027"/>
                      <a:pt x="10526" y="28523"/>
                      <a:pt x="1428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5" name="Freeform: Shape 764">
                <a:extLst>
                  <a:ext uri="{FF2B5EF4-FFF2-40B4-BE49-F238E27FC236}">
                    <a16:creationId xmlns:a16="http://schemas.microsoft.com/office/drawing/2014/main" id="{36D56C37-AE16-F005-F264-972C28356265}"/>
                  </a:ext>
                </a:extLst>
              </p:cNvPr>
              <p:cNvSpPr/>
              <p:nvPr/>
            </p:nvSpPr>
            <p:spPr>
              <a:xfrm>
                <a:off x="8830014" y="4865625"/>
                <a:ext cx="28356" cy="28397"/>
              </a:xfrm>
              <a:custGeom>
                <a:avLst/>
                <a:gdLst>
                  <a:gd name="connsiteX0" fmla="*/ 14285 w 28356"/>
                  <a:gd name="connsiteY0" fmla="*/ 28522 h 28397"/>
                  <a:gd name="connsiteX1" fmla="*/ 24311 w 28356"/>
                  <a:gd name="connsiteY1" fmla="*/ 24363 h 28397"/>
                  <a:gd name="connsiteX2" fmla="*/ 28464 w 28356"/>
                  <a:gd name="connsiteY2" fmla="*/ 14323 h 28397"/>
                  <a:gd name="connsiteX3" fmla="*/ 24311 w 28356"/>
                  <a:gd name="connsiteY3" fmla="*/ 4283 h 28397"/>
                  <a:gd name="connsiteX4" fmla="*/ 14285 w 28356"/>
                  <a:gd name="connsiteY4" fmla="*/ 124 h 28397"/>
                  <a:gd name="connsiteX5" fmla="*/ 4260 w 28356"/>
                  <a:gd name="connsiteY5" fmla="*/ 4283 h 28397"/>
                  <a:gd name="connsiteX6" fmla="*/ 107 w 28356"/>
                  <a:gd name="connsiteY6" fmla="*/ 14323 h 28397"/>
                  <a:gd name="connsiteX7" fmla="*/ 4260 w 28356"/>
                  <a:gd name="connsiteY7" fmla="*/ 24363 h 28397"/>
                  <a:gd name="connsiteX8" fmla="*/ 1428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22"/>
                    </a:moveTo>
                    <a:cubicBezTo>
                      <a:pt x="18046" y="28522"/>
                      <a:pt x="21652" y="27026"/>
                      <a:pt x="24311" y="24363"/>
                    </a:cubicBezTo>
                    <a:cubicBezTo>
                      <a:pt x="26970" y="21701"/>
                      <a:pt x="28464" y="18089"/>
                      <a:pt x="28464" y="14323"/>
                    </a:cubicBezTo>
                    <a:cubicBezTo>
                      <a:pt x="28464" y="10557"/>
                      <a:pt x="26970" y="6945"/>
                      <a:pt x="24311" y="4283"/>
                    </a:cubicBezTo>
                    <a:cubicBezTo>
                      <a:pt x="21652" y="1620"/>
                      <a:pt x="18046" y="124"/>
                      <a:pt x="14285" y="124"/>
                    </a:cubicBezTo>
                    <a:cubicBezTo>
                      <a:pt x="10525" y="124"/>
                      <a:pt x="6919" y="1620"/>
                      <a:pt x="4260" y="4283"/>
                    </a:cubicBezTo>
                    <a:cubicBezTo>
                      <a:pt x="1601" y="6945"/>
                      <a:pt x="107" y="10557"/>
                      <a:pt x="107" y="14323"/>
                    </a:cubicBezTo>
                    <a:cubicBezTo>
                      <a:pt x="107" y="18089"/>
                      <a:pt x="1601" y="21701"/>
                      <a:pt x="4260" y="24363"/>
                    </a:cubicBezTo>
                    <a:cubicBezTo>
                      <a:pt x="6919" y="27026"/>
                      <a:pt x="10525" y="28522"/>
                      <a:pt x="1428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6" name="Freeform: Shape 765">
                <a:extLst>
                  <a:ext uri="{FF2B5EF4-FFF2-40B4-BE49-F238E27FC236}">
                    <a16:creationId xmlns:a16="http://schemas.microsoft.com/office/drawing/2014/main" id="{9F055139-090B-7F0C-3435-3363AF20240C}"/>
                  </a:ext>
                </a:extLst>
              </p:cNvPr>
              <p:cNvSpPr/>
              <p:nvPr/>
            </p:nvSpPr>
            <p:spPr>
              <a:xfrm>
                <a:off x="8822265" y="4866399"/>
                <a:ext cx="28356" cy="28397"/>
              </a:xfrm>
              <a:custGeom>
                <a:avLst/>
                <a:gdLst>
                  <a:gd name="connsiteX0" fmla="*/ 14285 w 28356"/>
                  <a:gd name="connsiteY0" fmla="*/ 28522 h 28397"/>
                  <a:gd name="connsiteX1" fmla="*/ 24310 w 28356"/>
                  <a:gd name="connsiteY1" fmla="*/ 24363 h 28397"/>
                  <a:gd name="connsiteX2" fmla="*/ 28463 w 28356"/>
                  <a:gd name="connsiteY2" fmla="*/ 14323 h 28397"/>
                  <a:gd name="connsiteX3" fmla="*/ 24310 w 28356"/>
                  <a:gd name="connsiteY3" fmla="*/ 4283 h 28397"/>
                  <a:gd name="connsiteX4" fmla="*/ 14285 w 28356"/>
                  <a:gd name="connsiteY4" fmla="*/ 124 h 28397"/>
                  <a:gd name="connsiteX5" fmla="*/ 4259 w 28356"/>
                  <a:gd name="connsiteY5" fmla="*/ 4283 h 28397"/>
                  <a:gd name="connsiteX6" fmla="*/ 106 w 28356"/>
                  <a:gd name="connsiteY6" fmla="*/ 14323 h 28397"/>
                  <a:gd name="connsiteX7" fmla="*/ 4259 w 28356"/>
                  <a:gd name="connsiteY7" fmla="*/ 24363 h 28397"/>
                  <a:gd name="connsiteX8" fmla="*/ 1428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22"/>
                    </a:moveTo>
                    <a:cubicBezTo>
                      <a:pt x="18045" y="28522"/>
                      <a:pt x="21652" y="27026"/>
                      <a:pt x="24310" y="24363"/>
                    </a:cubicBezTo>
                    <a:cubicBezTo>
                      <a:pt x="26969" y="21701"/>
                      <a:pt x="28463" y="18089"/>
                      <a:pt x="28463" y="14323"/>
                    </a:cubicBezTo>
                    <a:cubicBezTo>
                      <a:pt x="28463" y="10557"/>
                      <a:pt x="26969" y="6946"/>
                      <a:pt x="24310" y="4283"/>
                    </a:cubicBezTo>
                    <a:cubicBezTo>
                      <a:pt x="21652" y="1620"/>
                      <a:pt x="18045" y="124"/>
                      <a:pt x="14285" y="124"/>
                    </a:cubicBezTo>
                    <a:cubicBezTo>
                      <a:pt x="10525" y="124"/>
                      <a:pt x="6918" y="1620"/>
                      <a:pt x="4259" y="4283"/>
                    </a:cubicBezTo>
                    <a:cubicBezTo>
                      <a:pt x="1600" y="6946"/>
                      <a:pt x="106" y="10557"/>
                      <a:pt x="106" y="14323"/>
                    </a:cubicBezTo>
                    <a:cubicBezTo>
                      <a:pt x="106" y="18089"/>
                      <a:pt x="1600" y="21701"/>
                      <a:pt x="4259" y="24363"/>
                    </a:cubicBezTo>
                    <a:cubicBezTo>
                      <a:pt x="6918" y="27026"/>
                      <a:pt x="10525" y="28522"/>
                      <a:pt x="1428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7" name="Freeform: Shape 766">
                <a:extLst>
                  <a:ext uri="{FF2B5EF4-FFF2-40B4-BE49-F238E27FC236}">
                    <a16:creationId xmlns:a16="http://schemas.microsoft.com/office/drawing/2014/main" id="{9F34072C-2702-D0E7-9741-952C2CDCF613}"/>
                  </a:ext>
                </a:extLst>
              </p:cNvPr>
              <p:cNvSpPr/>
              <p:nvPr/>
            </p:nvSpPr>
            <p:spPr>
              <a:xfrm>
                <a:off x="8814504" y="4883900"/>
                <a:ext cx="28356" cy="28397"/>
              </a:xfrm>
              <a:custGeom>
                <a:avLst/>
                <a:gdLst>
                  <a:gd name="connsiteX0" fmla="*/ 14284 w 28356"/>
                  <a:gd name="connsiteY0" fmla="*/ 28523 h 28397"/>
                  <a:gd name="connsiteX1" fmla="*/ 24310 w 28356"/>
                  <a:gd name="connsiteY1" fmla="*/ 24365 h 28397"/>
                  <a:gd name="connsiteX2" fmla="*/ 28463 w 28356"/>
                  <a:gd name="connsiteY2" fmla="*/ 14324 h 28397"/>
                  <a:gd name="connsiteX3" fmla="*/ 24310 w 28356"/>
                  <a:gd name="connsiteY3" fmla="*/ 4284 h 28397"/>
                  <a:gd name="connsiteX4" fmla="*/ 14284 w 28356"/>
                  <a:gd name="connsiteY4" fmla="*/ 125 h 28397"/>
                  <a:gd name="connsiteX5" fmla="*/ 4259 w 28356"/>
                  <a:gd name="connsiteY5" fmla="*/ 4284 h 28397"/>
                  <a:gd name="connsiteX6" fmla="*/ 106 w 28356"/>
                  <a:gd name="connsiteY6" fmla="*/ 14324 h 28397"/>
                  <a:gd name="connsiteX7" fmla="*/ 4259 w 28356"/>
                  <a:gd name="connsiteY7" fmla="*/ 24365 h 28397"/>
                  <a:gd name="connsiteX8" fmla="*/ 1428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23"/>
                    </a:moveTo>
                    <a:cubicBezTo>
                      <a:pt x="18044" y="28523"/>
                      <a:pt x="21651" y="27027"/>
                      <a:pt x="24310" y="24365"/>
                    </a:cubicBezTo>
                    <a:cubicBezTo>
                      <a:pt x="26969" y="21702"/>
                      <a:pt x="28463" y="18090"/>
                      <a:pt x="28463" y="14324"/>
                    </a:cubicBezTo>
                    <a:cubicBezTo>
                      <a:pt x="28463" y="10559"/>
                      <a:pt x="26969" y="6947"/>
                      <a:pt x="24310" y="4284"/>
                    </a:cubicBezTo>
                    <a:cubicBezTo>
                      <a:pt x="21651" y="1622"/>
                      <a:pt x="18044" y="125"/>
                      <a:pt x="14284" y="125"/>
                    </a:cubicBezTo>
                    <a:cubicBezTo>
                      <a:pt x="10524" y="125"/>
                      <a:pt x="6917" y="1622"/>
                      <a:pt x="4259" y="4284"/>
                    </a:cubicBezTo>
                    <a:cubicBezTo>
                      <a:pt x="1600" y="6947"/>
                      <a:pt x="106" y="10559"/>
                      <a:pt x="106" y="14324"/>
                    </a:cubicBezTo>
                    <a:cubicBezTo>
                      <a:pt x="106" y="18090"/>
                      <a:pt x="1600" y="21702"/>
                      <a:pt x="4259" y="24365"/>
                    </a:cubicBezTo>
                    <a:cubicBezTo>
                      <a:pt x="6917" y="27027"/>
                      <a:pt x="10524" y="28523"/>
                      <a:pt x="1428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8" name="Freeform: Shape 767">
                <a:extLst>
                  <a:ext uri="{FF2B5EF4-FFF2-40B4-BE49-F238E27FC236}">
                    <a16:creationId xmlns:a16="http://schemas.microsoft.com/office/drawing/2014/main" id="{B8DB51E5-371D-ABF7-0B55-C0C6AC1881ED}"/>
                  </a:ext>
                </a:extLst>
              </p:cNvPr>
              <p:cNvSpPr/>
              <p:nvPr/>
            </p:nvSpPr>
            <p:spPr>
              <a:xfrm>
                <a:off x="8806743" y="4878325"/>
                <a:ext cx="28356" cy="28397"/>
              </a:xfrm>
              <a:custGeom>
                <a:avLst/>
                <a:gdLst>
                  <a:gd name="connsiteX0" fmla="*/ 14284 w 28356"/>
                  <a:gd name="connsiteY0" fmla="*/ 28523 h 28397"/>
                  <a:gd name="connsiteX1" fmla="*/ 24309 w 28356"/>
                  <a:gd name="connsiteY1" fmla="*/ 24364 h 28397"/>
                  <a:gd name="connsiteX2" fmla="*/ 28462 w 28356"/>
                  <a:gd name="connsiteY2" fmla="*/ 14324 h 28397"/>
                  <a:gd name="connsiteX3" fmla="*/ 24309 w 28356"/>
                  <a:gd name="connsiteY3" fmla="*/ 4284 h 28397"/>
                  <a:gd name="connsiteX4" fmla="*/ 14284 w 28356"/>
                  <a:gd name="connsiteY4" fmla="*/ 125 h 28397"/>
                  <a:gd name="connsiteX5" fmla="*/ 4258 w 28356"/>
                  <a:gd name="connsiteY5" fmla="*/ 4284 h 28397"/>
                  <a:gd name="connsiteX6" fmla="*/ 105 w 28356"/>
                  <a:gd name="connsiteY6" fmla="*/ 14324 h 28397"/>
                  <a:gd name="connsiteX7" fmla="*/ 4258 w 28356"/>
                  <a:gd name="connsiteY7" fmla="*/ 24364 h 28397"/>
                  <a:gd name="connsiteX8" fmla="*/ 1428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23"/>
                    </a:moveTo>
                    <a:cubicBezTo>
                      <a:pt x="18044" y="28523"/>
                      <a:pt x="21650" y="27027"/>
                      <a:pt x="24309" y="24364"/>
                    </a:cubicBezTo>
                    <a:cubicBezTo>
                      <a:pt x="26968" y="21702"/>
                      <a:pt x="28462" y="18090"/>
                      <a:pt x="28462" y="14324"/>
                    </a:cubicBezTo>
                    <a:cubicBezTo>
                      <a:pt x="28462" y="10558"/>
                      <a:pt x="26968" y="6946"/>
                      <a:pt x="24309" y="4284"/>
                    </a:cubicBezTo>
                    <a:cubicBezTo>
                      <a:pt x="21650" y="1621"/>
                      <a:pt x="18044" y="125"/>
                      <a:pt x="14284" y="125"/>
                    </a:cubicBezTo>
                    <a:cubicBezTo>
                      <a:pt x="10523" y="125"/>
                      <a:pt x="6917" y="1621"/>
                      <a:pt x="4258" y="4284"/>
                    </a:cubicBezTo>
                    <a:cubicBezTo>
                      <a:pt x="1599" y="6946"/>
                      <a:pt x="105" y="10558"/>
                      <a:pt x="105" y="14324"/>
                    </a:cubicBezTo>
                    <a:cubicBezTo>
                      <a:pt x="105" y="18090"/>
                      <a:pt x="1599" y="21702"/>
                      <a:pt x="4258" y="24364"/>
                    </a:cubicBezTo>
                    <a:cubicBezTo>
                      <a:pt x="6917" y="27027"/>
                      <a:pt x="10523" y="28523"/>
                      <a:pt x="1428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69" name="Freeform: Shape 768">
                <a:extLst>
                  <a:ext uri="{FF2B5EF4-FFF2-40B4-BE49-F238E27FC236}">
                    <a16:creationId xmlns:a16="http://schemas.microsoft.com/office/drawing/2014/main" id="{22FF34FC-7124-65A5-95CD-1251A7D67657}"/>
                  </a:ext>
                </a:extLst>
              </p:cNvPr>
              <p:cNvSpPr/>
              <p:nvPr/>
            </p:nvSpPr>
            <p:spPr>
              <a:xfrm>
                <a:off x="8798982" y="4865688"/>
                <a:ext cx="28356" cy="28397"/>
              </a:xfrm>
              <a:custGeom>
                <a:avLst/>
                <a:gdLst>
                  <a:gd name="connsiteX0" fmla="*/ 14283 w 28356"/>
                  <a:gd name="connsiteY0" fmla="*/ 28522 h 28397"/>
                  <a:gd name="connsiteX1" fmla="*/ 24309 w 28356"/>
                  <a:gd name="connsiteY1" fmla="*/ 24363 h 28397"/>
                  <a:gd name="connsiteX2" fmla="*/ 28461 w 28356"/>
                  <a:gd name="connsiteY2" fmla="*/ 14323 h 28397"/>
                  <a:gd name="connsiteX3" fmla="*/ 24309 w 28356"/>
                  <a:gd name="connsiteY3" fmla="*/ 4283 h 28397"/>
                  <a:gd name="connsiteX4" fmla="*/ 14283 w 28356"/>
                  <a:gd name="connsiteY4" fmla="*/ 124 h 28397"/>
                  <a:gd name="connsiteX5" fmla="*/ 4257 w 28356"/>
                  <a:gd name="connsiteY5" fmla="*/ 4283 h 28397"/>
                  <a:gd name="connsiteX6" fmla="*/ 105 w 28356"/>
                  <a:gd name="connsiteY6" fmla="*/ 14323 h 28397"/>
                  <a:gd name="connsiteX7" fmla="*/ 4257 w 28356"/>
                  <a:gd name="connsiteY7" fmla="*/ 24363 h 28397"/>
                  <a:gd name="connsiteX8" fmla="*/ 1428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3" y="28522"/>
                    </a:moveTo>
                    <a:cubicBezTo>
                      <a:pt x="18043" y="28522"/>
                      <a:pt x="21650" y="27026"/>
                      <a:pt x="24309" y="24363"/>
                    </a:cubicBezTo>
                    <a:cubicBezTo>
                      <a:pt x="26967" y="21701"/>
                      <a:pt x="28461" y="18089"/>
                      <a:pt x="28461" y="14323"/>
                    </a:cubicBezTo>
                    <a:cubicBezTo>
                      <a:pt x="28461" y="10557"/>
                      <a:pt x="26967" y="6945"/>
                      <a:pt x="24309" y="4283"/>
                    </a:cubicBezTo>
                    <a:cubicBezTo>
                      <a:pt x="21650" y="1620"/>
                      <a:pt x="18043" y="124"/>
                      <a:pt x="14283" y="124"/>
                    </a:cubicBezTo>
                    <a:cubicBezTo>
                      <a:pt x="10523" y="124"/>
                      <a:pt x="6916" y="1620"/>
                      <a:pt x="4257" y="4283"/>
                    </a:cubicBezTo>
                    <a:cubicBezTo>
                      <a:pt x="1598" y="6945"/>
                      <a:pt x="105" y="10557"/>
                      <a:pt x="105" y="14323"/>
                    </a:cubicBezTo>
                    <a:cubicBezTo>
                      <a:pt x="105" y="18089"/>
                      <a:pt x="1598" y="21701"/>
                      <a:pt x="4257" y="24363"/>
                    </a:cubicBezTo>
                    <a:cubicBezTo>
                      <a:pt x="6916" y="27026"/>
                      <a:pt x="10523" y="28522"/>
                      <a:pt x="1428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0" name="Freeform: Shape 769">
                <a:extLst>
                  <a:ext uri="{FF2B5EF4-FFF2-40B4-BE49-F238E27FC236}">
                    <a16:creationId xmlns:a16="http://schemas.microsoft.com/office/drawing/2014/main" id="{1A2170E1-3938-216F-F47A-0979B0CBC1B5}"/>
                  </a:ext>
                </a:extLst>
              </p:cNvPr>
              <p:cNvSpPr/>
              <p:nvPr/>
            </p:nvSpPr>
            <p:spPr>
              <a:xfrm>
                <a:off x="8791221" y="4865828"/>
                <a:ext cx="28356" cy="28397"/>
              </a:xfrm>
              <a:custGeom>
                <a:avLst/>
                <a:gdLst>
                  <a:gd name="connsiteX0" fmla="*/ 14282 w 28356"/>
                  <a:gd name="connsiteY0" fmla="*/ 28522 h 28397"/>
                  <a:gd name="connsiteX1" fmla="*/ 24308 w 28356"/>
                  <a:gd name="connsiteY1" fmla="*/ 24363 h 28397"/>
                  <a:gd name="connsiteX2" fmla="*/ 28461 w 28356"/>
                  <a:gd name="connsiteY2" fmla="*/ 14323 h 28397"/>
                  <a:gd name="connsiteX3" fmla="*/ 24308 w 28356"/>
                  <a:gd name="connsiteY3" fmla="*/ 4283 h 28397"/>
                  <a:gd name="connsiteX4" fmla="*/ 14282 w 28356"/>
                  <a:gd name="connsiteY4" fmla="*/ 124 h 28397"/>
                  <a:gd name="connsiteX5" fmla="*/ 4257 w 28356"/>
                  <a:gd name="connsiteY5" fmla="*/ 4283 h 28397"/>
                  <a:gd name="connsiteX6" fmla="*/ 104 w 28356"/>
                  <a:gd name="connsiteY6" fmla="*/ 14323 h 28397"/>
                  <a:gd name="connsiteX7" fmla="*/ 4257 w 28356"/>
                  <a:gd name="connsiteY7" fmla="*/ 24363 h 28397"/>
                  <a:gd name="connsiteX8" fmla="*/ 1428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22"/>
                    </a:moveTo>
                    <a:cubicBezTo>
                      <a:pt x="18042" y="28522"/>
                      <a:pt x="21649" y="27026"/>
                      <a:pt x="24308" y="24363"/>
                    </a:cubicBezTo>
                    <a:cubicBezTo>
                      <a:pt x="26967" y="21701"/>
                      <a:pt x="28461" y="18089"/>
                      <a:pt x="28461" y="14323"/>
                    </a:cubicBezTo>
                    <a:cubicBezTo>
                      <a:pt x="28461" y="10557"/>
                      <a:pt x="26967" y="6945"/>
                      <a:pt x="24308" y="4283"/>
                    </a:cubicBezTo>
                    <a:cubicBezTo>
                      <a:pt x="21649" y="1620"/>
                      <a:pt x="18042" y="124"/>
                      <a:pt x="14282" y="124"/>
                    </a:cubicBezTo>
                    <a:cubicBezTo>
                      <a:pt x="10522" y="124"/>
                      <a:pt x="6916" y="1620"/>
                      <a:pt x="4257" y="4283"/>
                    </a:cubicBezTo>
                    <a:cubicBezTo>
                      <a:pt x="1598" y="6945"/>
                      <a:pt x="104" y="10557"/>
                      <a:pt x="104" y="14323"/>
                    </a:cubicBezTo>
                    <a:cubicBezTo>
                      <a:pt x="104" y="18089"/>
                      <a:pt x="1598" y="21701"/>
                      <a:pt x="4257" y="24363"/>
                    </a:cubicBezTo>
                    <a:cubicBezTo>
                      <a:pt x="6916" y="27026"/>
                      <a:pt x="10522" y="28522"/>
                      <a:pt x="1428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1" name="Freeform: Shape 770">
                <a:extLst>
                  <a:ext uri="{FF2B5EF4-FFF2-40B4-BE49-F238E27FC236}">
                    <a16:creationId xmlns:a16="http://schemas.microsoft.com/office/drawing/2014/main" id="{71CD6715-6C4A-21D9-2972-EDC8A71BC869}"/>
                  </a:ext>
                </a:extLst>
              </p:cNvPr>
              <p:cNvSpPr/>
              <p:nvPr/>
            </p:nvSpPr>
            <p:spPr>
              <a:xfrm>
                <a:off x="8783473" y="4861154"/>
                <a:ext cx="28356" cy="28397"/>
              </a:xfrm>
              <a:custGeom>
                <a:avLst/>
                <a:gdLst>
                  <a:gd name="connsiteX0" fmla="*/ 14282 w 28356"/>
                  <a:gd name="connsiteY0" fmla="*/ 28522 h 28397"/>
                  <a:gd name="connsiteX1" fmla="*/ 24307 w 28356"/>
                  <a:gd name="connsiteY1" fmla="*/ 24363 h 28397"/>
                  <a:gd name="connsiteX2" fmla="*/ 28460 w 28356"/>
                  <a:gd name="connsiteY2" fmla="*/ 14323 h 28397"/>
                  <a:gd name="connsiteX3" fmla="*/ 24307 w 28356"/>
                  <a:gd name="connsiteY3" fmla="*/ 4282 h 28397"/>
                  <a:gd name="connsiteX4" fmla="*/ 14282 w 28356"/>
                  <a:gd name="connsiteY4" fmla="*/ 124 h 28397"/>
                  <a:gd name="connsiteX5" fmla="*/ 4256 w 28356"/>
                  <a:gd name="connsiteY5" fmla="*/ 4282 h 28397"/>
                  <a:gd name="connsiteX6" fmla="*/ 103 w 28356"/>
                  <a:gd name="connsiteY6" fmla="*/ 14323 h 28397"/>
                  <a:gd name="connsiteX7" fmla="*/ 4256 w 28356"/>
                  <a:gd name="connsiteY7" fmla="*/ 24363 h 28397"/>
                  <a:gd name="connsiteX8" fmla="*/ 1428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522"/>
                    </a:moveTo>
                    <a:cubicBezTo>
                      <a:pt x="18042" y="28522"/>
                      <a:pt x="21649" y="27026"/>
                      <a:pt x="24307" y="24363"/>
                    </a:cubicBezTo>
                    <a:cubicBezTo>
                      <a:pt x="26966" y="21700"/>
                      <a:pt x="28460" y="18088"/>
                      <a:pt x="28460" y="14323"/>
                    </a:cubicBezTo>
                    <a:cubicBezTo>
                      <a:pt x="28460" y="10557"/>
                      <a:pt x="26966" y="6945"/>
                      <a:pt x="24307" y="4282"/>
                    </a:cubicBezTo>
                    <a:cubicBezTo>
                      <a:pt x="21649" y="1620"/>
                      <a:pt x="18042" y="124"/>
                      <a:pt x="14282" y="124"/>
                    </a:cubicBezTo>
                    <a:cubicBezTo>
                      <a:pt x="10522" y="124"/>
                      <a:pt x="6915" y="1620"/>
                      <a:pt x="4256" y="4282"/>
                    </a:cubicBezTo>
                    <a:cubicBezTo>
                      <a:pt x="1597" y="6945"/>
                      <a:pt x="103" y="10557"/>
                      <a:pt x="103" y="14323"/>
                    </a:cubicBezTo>
                    <a:cubicBezTo>
                      <a:pt x="103" y="18088"/>
                      <a:pt x="1597" y="21700"/>
                      <a:pt x="4256" y="24363"/>
                    </a:cubicBezTo>
                    <a:cubicBezTo>
                      <a:pt x="6915" y="27026"/>
                      <a:pt x="10522" y="28522"/>
                      <a:pt x="1428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2" name="Freeform: Shape 771">
                <a:extLst>
                  <a:ext uri="{FF2B5EF4-FFF2-40B4-BE49-F238E27FC236}">
                    <a16:creationId xmlns:a16="http://schemas.microsoft.com/office/drawing/2014/main" id="{4A203FDD-7F48-2F1D-F0F6-5A2FD03C50B2}"/>
                  </a:ext>
                </a:extLst>
              </p:cNvPr>
              <p:cNvSpPr/>
              <p:nvPr/>
            </p:nvSpPr>
            <p:spPr>
              <a:xfrm>
                <a:off x="8775712" y="4866983"/>
                <a:ext cx="28356" cy="28397"/>
              </a:xfrm>
              <a:custGeom>
                <a:avLst/>
                <a:gdLst>
                  <a:gd name="connsiteX0" fmla="*/ 14281 w 28356"/>
                  <a:gd name="connsiteY0" fmla="*/ 28522 h 28397"/>
                  <a:gd name="connsiteX1" fmla="*/ 24307 w 28356"/>
                  <a:gd name="connsiteY1" fmla="*/ 24363 h 28397"/>
                  <a:gd name="connsiteX2" fmla="*/ 28459 w 28356"/>
                  <a:gd name="connsiteY2" fmla="*/ 14323 h 28397"/>
                  <a:gd name="connsiteX3" fmla="*/ 24307 w 28356"/>
                  <a:gd name="connsiteY3" fmla="*/ 4283 h 28397"/>
                  <a:gd name="connsiteX4" fmla="*/ 14281 w 28356"/>
                  <a:gd name="connsiteY4" fmla="*/ 124 h 28397"/>
                  <a:gd name="connsiteX5" fmla="*/ 4255 w 28356"/>
                  <a:gd name="connsiteY5" fmla="*/ 4283 h 28397"/>
                  <a:gd name="connsiteX6" fmla="*/ 103 w 28356"/>
                  <a:gd name="connsiteY6" fmla="*/ 14323 h 28397"/>
                  <a:gd name="connsiteX7" fmla="*/ 4255 w 28356"/>
                  <a:gd name="connsiteY7" fmla="*/ 24363 h 28397"/>
                  <a:gd name="connsiteX8" fmla="*/ 1428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1" y="28522"/>
                    </a:moveTo>
                    <a:cubicBezTo>
                      <a:pt x="18041" y="28522"/>
                      <a:pt x="21648" y="27026"/>
                      <a:pt x="24307" y="24363"/>
                    </a:cubicBezTo>
                    <a:cubicBezTo>
                      <a:pt x="26966" y="21701"/>
                      <a:pt x="28459" y="18089"/>
                      <a:pt x="28459" y="14323"/>
                    </a:cubicBezTo>
                    <a:cubicBezTo>
                      <a:pt x="28459" y="10557"/>
                      <a:pt x="26966" y="6946"/>
                      <a:pt x="24307" y="4283"/>
                    </a:cubicBezTo>
                    <a:cubicBezTo>
                      <a:pt x="21648" y="1620"/>
                      <a:pt x="18041" y="124"/>
                      <a:pt x="14281" y="124"/>
                    </a:cubicBezTo>
                    <a:cubicBezTo>
                      <a:pt x="10521" y="124"/>
                      <a:pt x="6914" y="1620"/>
                      <a:pt x="4255" y="4283"/>
                    </a:cubicBezTo>
                    <a:cubicBezTo>
                      <a:pt x="1597" y="6946"/>
                      <a:pt x="103" y="10557"/>
                      <a:pt x="103" y="14323"/>
                    </a:cubicBezTo>
                    <a:cubicBezTo>
                      <a:pt x="103" y="18089"/>
                      <a:pt x="1597" y="21701"/>
                      <a:pt x="4255" y="24363"/>
                    </a:cubicBezTo>
                    <a:cubicBezTo>
                      <a:pt x="6914" y="27026"/>
                      <a:pt x="10521" y="28522"/>
                      <a:pt x="1428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3" name="Freeform: Shape 772">
                <a:extLst>
                  <a:ext uri="{FF2B5EF4-FFF2-40B4-BE49-F238E27FC236}">
                    <a16:creationId xmlns:a16="http://schemas.microsoft.com/office/drawing/2014/main" id="{D238810A-431C-AFF8-618A-EE71116027A9}"/>
                  </a:ext>
                </a:extLst>
              </p:cNvPr>
              <p:cNvSpPr/>
              <p:nvPr/>
            </p:nvSpPr>
            <p:spPr>
              <a:xfrm>
                <a:off x="8767950" y="4870438"/>
                <a:ext cx="28356" cy="28397"/>
              </a:xfrm>
              <a:custGeom>
                <a:avLst/>
                <a:gdLst>
                  <a:gd name="connsiteX0" fmla="*/ 14280 w 28356"/>
                  <a:gd name="connsiteY0" fmla="*/ 28522 h 28397"/>
                  <a:gd name="connsiteX1" fmla="*/ 24306 w 28356"/>
                  <a:gd name="connsiteY1" fmla="*/ 24364 h 28397"/>
                  <a:gd name="connsiteX2" fmla="*/ 28459 w 28356"/>
                  <a:gd name="connsiteY2" fmla="*/ 14323 h 28397"/>
                  <a:gd name="connsiteX3" fmla="*/ 24306 w 28356"/>
                  <a:gd name="connsiteY3" fmla="*/ 4283 h 28397"/>
                  <a:gd name="connsiteX4" fmla="*/ 14280 w 28356"/>
                  <a:gd name="connsiteY4" fmla="*/ 124 h 28397"/>
                  <a:gd name="connsiteX5" fmla="*/ 4255 w 28356"/>
                  <a:gd name="connsiteY5" fmla="*/ 4283 h 28397"/>
                  <a:gd name="connsiteX6" fmla="*/ 102 w 28356"/>
                  <a:gd name="connsiteY6" fmla="*/ 14323 h 28397"/>
                  <a:gd name="connsiteX7" fmla="*/ 4255 w 28356"/>
                  <a:gd name="connsiteY7" fmla="*/ 24364 h 28397"/>
                  <a:gd name="connsiteX8" fmla="*/ 1428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22"/>
                    </a:moveTo>
                    <a:cubicBezTo>
                      <a:pt x="18041" y="28522"/>
                      <a:pt x="21647" y="27026"/>
                      <a:pt x="24306" y="24364"/>
                    </a:cubicBezTo>
                    <a:cubicBezTo>
                      <a:pt x="26965" y="21701"/>
                      <a:pt x="28459" y="18089"/>
                      <a:pt x="28459" y="14323"/>
                    </a:cubicBezTo>
                    <a:cubicBezTo>
                      <a:pt x="28459" y="10558"/>
                      <a:pt x="26965" y="6946"/>
                      <a:pt x="24306" y="4283"/>
                    </a:cubicBezTo>
                    <a:cubicBezTo>
                      <a:pt x="21647" y="1620"/>
                      <a:pt x="18041" y="124"/>
                      <a:pt x="14280" y="124"/>
                    </a:cubicBezTo>
                    <a:cubicBezTo>
                      <a:pt x="10520" y="124"/>
                      <a:pt x="6914" y="1620"/>
                      <a:pt x="4255" y="4283"/>
                    </a:cubicBezTo>
                    <a:cubicBezTo>
                      <a:pt x="1596" y="6946"/>
                      <a:pt x="102" y="10558"/>
                      <a:pt x="102" y="14323"/>
                    </a:cubicBezTo>
                    <a:cubicBezTo>
                      <a:pt x="102" y="18089"/>
                      <a:pt x="1596" y="21701"/>
                      <a:pt x="4255" y="24364"/>
                    </a:cubicBezTo>
                    <a:cubicBezTo>
                      <a:pt x="6914" y="27026"/>
                      <a:pt x="10520" y="28522"/>
                      <a:pt x="1428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4" name="Freeform: Shape 773">
                <a:extLst>
                  <a:ext uri="{FF2B5EF4-FFF2-40B4-BE49-F238E27FC236}">
                    <a16:creationId xmlns:a16="http://schemas.microsoft.com/office/drawing/2014/main" id="{C94D1ABF-F81A-AED9-F0AE-7F7897BDB17B}"/>
                  </a:ext>
                </a:extLst>
              </p:cNvPr>
              <p:cNvSpPr/>
              <p:nvPr/>
            </p:nvSpPr>
            <p:spPr>
              <a:xfrm>
                <a:off x="8760189" y="4867504"/>
                <a:ext cx="28356" cy="28397"/>
              </a:xfrm>
              <a:custGeom>
                <a:avLst/>
                <a:gdLst>
                  <a:gd name="connsiteX0" fmla="*/ 14280 w 28356"/>
                  <a:gd name="connsiteY0" fmla="*/ 28522 h 28397"/>
                  <a:gd name="connsiteX1" fmla="*/ 24306 w 28356"/>
                  <a:gd name="connsiteY1" fmla="*/ 24363 h 28397"/>
                  <a:gd name="connsiteX2" fmla="*/ 28458 w 28356"/>
                  <a:gd name="connsiteY2" fmla="*/ 14323 h 28397"/>
                  <a:gd name="connsiteX3" fmla="*/ 24306 w 28356"/>
                  <a:gd name="connsiteY3" fmla="*/ 4283 h 28397"/>
                  <a:gd name="connsiteX4" fmla="*/ 14280 w 28356"/>
                  <a:gd name="connsiteY4" fmla="*/ 124 h 28397"/>
                  <a:gd name="connsiteX5" fmla="*/ 4254 w 28356"/>
                  <a:gd name="connsiteY5" fmla="*/ 4283 h 28397"/>
                  <a:gd name="connsiteX6" fmla="*/ 102 w 28356"/>
                  <a:gd name="connsiteY6" fmla="*/ 14323 h 28397"/>
                  <a:gd name="connsiteX7" fmla="*/ 4254 w 28356"/>
                  <a:gd name="connsiteY7" fmla="*/ 24363 h 28397"/>
                  <a:gd name="connsiteX8" fmla="*/ 1428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22"/>
                    </a:moveTo>
                    <a:cubicBezTo>
                      <a:pt x="18040" y="28522"/>
                      <a:pt x="21647" y="27026"/>
                      <a:pt x="24306" y="24363"/>
                    </a:cubicBezTo>
                    <a:cubicBezTo>
                      <a:pt x="26964" y="21701"/>
                      <a:pt x="28458" y="18089"/>
                      <a:pt x="28458" y="14323"/>
                    </a:cubicBezTo>
                    <a:cubicBezTo>
                      <a:pt x="28458" y="10558"/>
                      <a:pt x="26964" y="6946"/>
                      <a:pt x="24306" y="4283"/>
                    </a:cubicBezTo>
                    <a:cubicBezTo>
                      <a:pt x="21647" y="1620"/>
                      <a:pt x="18040" y="124"/>
                      <a:pt x="14280" y="124"/>
                    </a:cubicBezTo>
                    <a:cubicBezTo>
                      <a:pt x="10520" y="124"/>
                      <a:pt x="6913" y="1620"/>
                      <a:pt x="4254" y="4283"/>
                    </a:cubicBezTo>
                    <a:cubicBezTo>
                      <a:pt x="1595" y="6946"/>
                      <a:pt x="102" y="10558"/>
                      <a:pt x="102" y="14323"/>
                    </a:cubicBezTo>
                    <a:cubicBezTo>
                      <a:pt x="102" y="18089"/>
                      <a:pt x="1595" y="21701"/>
                      <a:pt x="4254" y="24363"/>
                    </a:cubicBezTo>
                    <a:cubicBezTo>
                      <a:pt x="6913" y="27026"/>
                      <a:pt x="10520" y="28522"/>
                      <a:pt x="1428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5" name="Freeform: Shape 774">
                <a:extLst>
                  <a:ext uri="{FF2B5EF4-FFF2-40B4-BE49-F238E27FC236}">
                    <a16:creationId xmlns:a16="http://schemas.microsoft.com/office/drawing/2014/main" id="{C14067F7-A12D-D62C-32D2-C2B82F8B3931}"/>
                  </a:ext>
                </a:extLst>
              </p:cNvPr>
              <p:cNvSpPr/>
              <p:nvPr/>
            </p:nvSpPr>
            <p:spPr>
              <a:xfrm>
                <a:off x="8752441" y="4876343"/>
                <a:ext cx="28356" cy="28397"/>
              </a:xfrm>
              <a:custGeom>
                <a:avLst/>
                <a:gdLst>
                  <a:gd name="connsiteX0" fmla="*/ 14279 w 28356"/>
                  <a:gd name="connsiteY0" fmla="*/ 28523 h 28397"/>
                  <a:gd name="connsiteX1" fmla="*/ 24305 w 28356"/>
                  <a:gd name="connsiteY1" fmla="*/ 24364 h 28397"/>
                  <a:gd name="connsiteX2" fmla="*/ 28458 w 28356"/>
                  <a:gd name="connsiteY2" fmla="*/ 14324 h 28397"/>
                  <a:gd name="connsiteX3" fmla="*/ 24305 w 28356"/>
                  <a:gd name="connsiteY3" fmla="*/ 4284 h 28397"/>
                  <a:gd name="connsiteX4" fmla="*/ 14279 w 28356"/>
                  <a:gd name="connsiteY4" fmla="*/ 125 h 28397"/>
                  <a:gd name="connsiteX5" fmla="*/ 4254 w 28356"/>
                  <a:gd name="connsiteY5" fmla="*/ 4284 h 28397"/>
                  <a:gd name="connsiteX6" fmla="*/ 101 w 28356"/>
                  <a:gd name="connsiteY6" fmla="*/ 14324 h 28397"/>
                  <a:gd name="connsiteX7" fmla="*/ 4254 w 28356"/>
                  <a:gd name="connsiteY7" fmla="*/ 24364 h 28397"/>
                  <a:gd name="connsiteX8" fmla="*/ 1427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23"/>
                    </a:moveTo>
                    <a:cubicBezTo>
                      <a:pt x="18039" y="28523"/>
                      <a:pt x="21646" y="27027"/>
                      <a:pt x="24305" y="24364"/>
                    </a:cubicBezTo>
                    <a:cubicBezTo>
                      <a:pt x="26964" y="21701"/>
                      <a:pt x="28458" y="18089"/>
                      <a:pt x="28458" y="14324"/>
                    </a:cubicBezTo>
                    <a:cubicBezTo>
                      <a:pt x="28458" y="10558"/>
                      <a:pt x="26964" y="6946"/>
                      <a:pt x="24305" y="4284"/>
                    </a:cubicBezTo>
                    <a:cubicBezTo>
                      <a:pt x="21646" y="1621"/>
                      <a:pt x="18039" y="125"/>
                      <a:pt x="14279" y="125"/>
                    </a:cubicBezTo>
                    <a:cubicBezTo>
                      <a:pt x="10519" y="125"/>
                      <a:pt x="6912" y="1621"/>
                      <a:pt x="4254" y="4284"/>
                    </a:cubicBezTo>
                    <a:cubicBezTo>
                      <a:pt x="1595" y="6946"/>
                      <a:pt x="101" y="10558"/>
                      <a:pt x="101" y="14324"/>
                    </a:cubicBezTo>
                    <a:cubicBezTo>
                      <a:pt x="101" y="18089"/>
                      <a:pt x="1595" y="21701"/>
                      <a:pt x="4254" y="24364"/>
                    </a:cubicBezTo>
                    <a:cubicBezTo>
                      <a:pt x="6912" y="27027"/>
                      <a:pt x="10519" y="28523"/>
                      <a:pt x="1427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6" name="Freeform: Shape 775">
                <a:extLst>
                  <a:ext uri="{FF2B5EF4-FFF2-40B4-BE49-F238E27FC236}">
                    <a16:creationId xmlns:a16="http://schemas.microsoft.com/office/drawing/2014/main" id="{FAFA308C-DD0C-002F-CF71-94195EC51AC8}"/>
                  </a:ext>
                </a:extLst>
              </p:cNvPr>
              <p:cNvSpPr/>
              <p:nvPr/>
            </p:nvSpPr>
            <p:spPr>
              <a:xfrm>
                <a:off x="8744680" y="4885056"/>
                <a:ext cx="28356" cy="28397"/>
              </a:xfrm>
              <a:custGeom>
                <a:avLst/>
                <a:gdLst>
                  <a:gd name="connsiteX0" fmla="*/ 14279 w 28356"/>
                  <a:gd name="connsiteY0" fmla="*/ 28524 h 28397"/>
                  <a:gd name="connsiteX1" fmla="*/ 24304 w 28356"/>
                  <a:gd name="connsiteY1" fmla="*/ 24365 h 28397"/>
                  <a:gd name="connsiteX2" fmla="*/ 28457 w 28356"/>
                  <a:gd name="connsiteY2" fmla="*/ 14325 h 28397"/>
                  <a:gd name="connsiteX3" fmla="*/ 24304 w 28356"/>
                  <a:gd name="connsiteY3" fmla="*/ 4284 h 28397"/>
                  <a:gd name="connsiteX4" fmla="*/ 14279 w 28356"/>
                  <a:gd name="connsiteY4" fmla="*/ 126 h 28397"/>
                  <a:gd name="connsiteX5" fmla="*/ 4253 w 28356"/>
                  <a:gd name="connsiteY5" fmla="*/ 4284 h 28397"/>
                  <a:gd name="connsiteX6" fmla="*/ 100 w 28356"/>
                  <a:gd name="connsiteY6" fmla="*/ 14325 h 28397"/>
                  <a:gd name="connsiteX7" fmla="*/ 4253 w 28356"/>
                  <a:gd name="connsiteY7" fmla="*/ 24365 h 28397"/>
                  <a:gd name="connsiteX8" fmla="*/ 1427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24"/>
                    </a:moveTo>
                    <a:cubicBezTo>
                      <a:pt x="18039" y="28524"/>
                      <a:pt x="21645" y="27027"/>
                      <a:pt x="24304" y="24365"/>
                    </a:cubicBezTo>
                    <a:cubicBezTo>
                      <a:pt x="26963" y="21702"/>
                      <a:pt x="28457" y="18090"/>
                      <a:pt x="28457" y="14325"/>
                    </a:cubicBezTo>
                    <a:cubicBezTo>
                      <a:pt x="28457" y="10559"/>
                      <a:pt x="26963" y="6947"/>
                      <a:pt x="24304" y="4284"/>
                    </a:cubicBezTo>
                    <a:cubicBezTo>
                      <a:pt x="21645" y="1622"/>
                      <a:pt x="18039" y="126"/>
                      <a:pt x="14279" y="126"/>
                    </a:cubicBezTo>
                    <a:cubicBezTo>
                      <a:pt x="10518" y="126"/>
                      <a:pt x="6912" y="1622"/>
                      <a:pt x="4253" y="4284"/>
                    </a:cubicBezTo>
                    <a:cubicBezTo>
                      <a:pt x="1594" y="6947"/>
                      <a:pt x="100" y="10559"/>
                      <a:pt x="100" y="14325"/>
                    </a:cubicBezTo>
                    <a:cubicBezTo>
                      <a:pt x="100" y="18090"/>
                      <a:pt x="1594" y="21702"/>
                      <a:pt x="4253" y="24365"/>
                    </a:cubicBezTo>
                    <a:cubicBezTo>
                      <a:pt x="6912" y="27027"/>
                      <a:pt x="10518" y="28524"/>
                      <a:pt x="14279"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7" name="Freeform: Shape 776">
                <a:extLst>
                  <a:ext uri="{FF2B5EF4-FFF2-40B4-BE49-F238E27FC236}">
                    <a16:creationId xmlns:a16="http://schemas.microsoft.com/office/drawing/2014/main" id="{B7F436F9-6C05-9C4C-2E9F-6909986C2677}"/>
                  </a:ext>
                </a:extLst>
              </p:cNvPr>
              <p:cNvSpPr/>
              <p:nvPr/>
            </p:nvSpPr>
            <p:spPr>
              <a:xfrm>
                <a:off x="8736919" y="4867415"/>
                <a:ext cx="28356" cy="28397"/>
              </a:xfrm>
              <a:custGeom>
                <a:avLst/>
                <a:gdLst>
                  <a:gd name="connsiteX0" fmla="*/ 14278 w 28356"/>
                  <a:gd name="connsiteY0" fmla="*/ 28522 h 28397"/>
                  <a:gd name="connsiteX1" fmla="*/ 24304 w 28356"/>
                  <a:gd name="connsiteY1" fmla="*/ 24363 h 28397"/>
                  <a:gd name="connsiteX2" fmla="*/ 28456 w 28356"/>
                  <a:gd name="connsiteY2" fmla="*/ 14323 h 28397"/>
                  <a:gd name="connsiteX3" fmla="*/ 24304 w 28356"/>
                  <a:gd name="connsiteY3" fmla="*/ 4283 h 28397"/>
                  <a:gd name="connsiteX4" fmla="*/ 14278 w 28356"/>
                  <a:gd name="connsiteY4" fmla="*/ 124 h 28397"/>
                  <a:gd name="connsiteX5" fmla="*/ 4252 w 28356"/>
                  <a:gd name="connsiteY5" fmla="*/ 4283 h 28397"/>
                  <a:gd name="connsiteX6" fmla="*/ 100 w 28356"/>
                  <a:gd name="connsiteY6" fmla="*/ 14323 h 28397"/>
                  <a:gd name="connsiteX7" fmla="*/ 4252 w 28356"/>
                  <a:gd name="connsiteY7" fmla="*/ 24363 h 28397"/>
                  <a:gd name="connsiteX8" fmla="*/ 1427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8" y="28522"/>
                    </a:moveTo>
                    <a:cubicBezTo>
                      <a:pt x="18038" y="28522"/>
                      <a:pt x="21645" y="27026"/>
                      <a:pt x="24304" y="24363"/>
                    </a:cubicBezTo>
                    <a:cubicBezTo>
                      <a:pt x="26962" y="21701"/>
                      <a:pt x="28456" y="18089"/>
                      <a:pt x="28456" y="14323"/>
                    </a:cubicBezTo>
                    <a:cubicBezTo>
                      <a:pt x="28456" y="10558"/>
                      <a:pt x="26962" y="6946"/>
                      <a:pt x="24304" y="4283"/>
                    </a:cubicBezTo>
                    <a:cubicBezTo>
                      <a:pt x="21645" y="1620"/>
                      <a:pt x="18038" y="124"/>
                      <a:pt x="14278" y="124"/>
                    </a:cubicBezTo>
                    <a:cubicBezTo>
                      <a:pt x="10518" y="124"/>
                      <a:pt x="6911" y="1620"/>
                      <a:pt x="4252" y="4283"/>
                    </a:cubicBezTo>
                    <a:cubicBezTo>
                      <a:pt x="1594" y="6946"/>
                      <a:pt x="100" y="10558"/>
                      <a:pt x="100" y="14323"/>
                    </a:cubicBezTo>
                    <a:cubicBezTo>
                      <a:pt x="100" y="18089"/>
                      <a:pt x="1594" y="21701"/>
                      <a:pt x="4252" y="24363"/>
                    </a:cubicBezTo>
                    <a:cubicBezTo>
                      <a:pt x="6911" y="27026"/>
                      <a:pt x="10518" y="28522"/>
                      <a:pt x="1427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8" name="Freeform: Shape 777">
                <a:extLst>
                  <a:ext uri="{FF2B5EF4-FFF2-40B4-BE49-F238E27FC236}">
                    <a16:creationId xmlns:a16="http://schemas.microsoft.com/office/drawing/2014/main" id="{4F671A48-5425-A512-76AC-5F7D7C8D2310}"/>
                  </a:ext>
                </a:extLst>
              </p:cNvPr>
              <p:cNvSpPr/>
              <p:nvPr/>
            </p:nvSpPr>
            <p:spPr>
              <a:xfrm>
                <a:off x="8729160" y="4870260"/>
                <a:ext cx="28356" cy="28397"/>
              </a:xfrm>
              <a:custGeom>
                <a:avLst/>
                <a:gdLst>
                  <a:gd name="connsiteX0" fmla="*/ 14277 w 28356"/>
                  <a:gd name="connsiteY0" fmla="*/ 28522 h 28397"/>
                  <a:gd name="connsiteX1" fmla="*/ 24303 w 28356"/>
                  <a:gd name="connsiteY1" fmla="*/ 24364 h 28397"/>
                  <a:gd name="connsiteX2" fmla="*/ 28456 w 28356"/>
                  <a:gd name="connsiteY2" fmla="*/ 14323 h 28397"/>
                  <a:gd name="connsiteX3" fmla="*/ 24303 w 28356"/>
                  <a:gd name="connsiteY3" fmla="*/ 4283 h 28397"/>
                  <a:gd name="connsiteX4" fmla="*/ 14277 w 28356"/>
                  <a:gd name="connsiteY4" fmla="*/ 124 h 28397"/>
                  <a:gd name="connsiteX5" fmla="*/ 4252 w 28356"/>
                  <a:gd name="connsiteY5" fmla="*/ 4283 h 28397"/>
                  <a:gd name="connsiteX6" fmla="*/ 99 w 28356"/>
                  <a:gd name="connsiteY6" fmla="*/ 14323 h 28397"/>
                  <a:gd name="connsiteX7" fmla="*/ 4252 w 28356"/>
                  <a:gd name="connsiteY7" fmla="*/ 24364 h 28397"/>
                  <a:gd name="connsiteX8" fmla="*/ 1427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2"/>
                    </a:moveTo>
                    <a:cubicBezTo>
                      <a:pt x="18038" y="28522"/>
                      <a:pt x="21644" y="27026"/>
                      <a:pt x="24303" y="24364"/>
                    </a:cubicBezTo>
                    <a:cubicBezTo>
                      <a:pt x="26962" y="21701"/>
                      <a:pt x="28456" y="18089"/>
                      <a:pt x="28456" y="14323"/>
                    </a:cubicBezTo>
                    <a:cubicBezTo>
                      <a:pt x="28456" y="10558"/>
                      <a:pt x="26962" y="6946"/>
                      <a:pt x="24303" y="4283"/>
                    </a:cubicBezTo>
                    <a:cubicBezTo>
                      <a:pt x="21644" y="1620"/>
                      <a:pt x="18038" y="124"/>
                      <a:pt x="14277" y="124"/>
                    </a:cubicBezTo>
                    <a:cubicBezTo>
                      <a:pt x="10517" y="124"/>
                      <a:pt x="6911" y="1620"/>
                      <a:pt x="4252" y="4283"/>
                    </a:cubicBezTo>
                    <a:cubicBezTo>
                      <a:pt x="1593" y="6946"/>
                      <a:pt x="99" y="10558"/>
                      <a:pt x="99" y="14323"/>
                    </a:cubicBezTo>
                    <a:cubicBezTo>
                      <a:pt x="99" y="18089"/>
                      <a:pt x="1593" y="21701"/>
                      <a:pt x="4252" y="24364"/>
                    </a:cubicBezTo>
                    <a:cubicBezTo>
                      <a:pt x="6911" y="27026"/>
                      <a:pt x="10517" y="28522"/>
                      <a:pt x="1427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79" name="Freeform: Shape 778">
                <a:extLst>
                  <a:ext uri="{FF2B5EF4-FFF2-40B4-BE49-F238E27FC236}">
                    <a16:creationId xmlns:a16="http://schemas.microsoft.com/office/drawing/2014/main" id="{8EAA4AE2-119A-DDEB-6544-13D3551C2134}"/>
                  </a:ext>
                </a:extLst>
              </p:cNvPr>
              <p:cNvSpPr/>
              <p:nvPr/>
            </p:nvSpPr>
            <p:spPr>
              <a:xfrm>
                <a:off x="8721402" y="4881004"/>
                <a:ext cx="28356" cy="28397"/>
              </a:xfrm>
              <a:custGeom>
                <a:avLst/>
                <a:gdLst>
                  <a:gd name="connsiteX0" fmla="*/ 14277 w 28356"/>
                  <a:gd name="connsiteY0" fmla="*/ 28523 h 28397"/>
                  <a:gd name="connsiteX1" fmla="*/ 24302 w 28356"/>
                  <a:gd name="connsiteY1" fmla="*/ 24364 h 28397"/>
                  <a:gd name="connsiteX2" fmla="*/ 28455 w 28356"/>
                  <a:gd name="connsiteY2" fmla="*/ 14324 h 28397"/>
                  <a:gd name="connsiteX3" fmla="*/ 24302 w 28356"/>
                  <a:gd name="connsiteY3" fmla="*/ 4284 h 28397"/>
                  <a:gd name="connsiteX4" fmla="*/ 14277 w 28356"/>
                  <a:gd name="connsiteY4" fmla="*/ 125 h 28397"/>
                  <a:gd name="connsiteX5" fmla="*/ 4251 w 28356"/>
                  <a:gd name="connsiteY5" fmla="*/ 4284 h 28397"/>
                  <a:gd name="connsiteX6" fmla="*/ 98 w 28356"/>
                  <a:gd name="connsiteY6" fmla="*/ 14324 h 28397"/>
                  <a:gd name="connsiteX7" fmla="*/ 4251 w 28356"/>
                  <a:gd name="connsiteY7" fmla="*/ 24364 h 28397"/>
                  <a:gd name="connsiteX8" fmla="*/ 1427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3"/>
                    </a:moveTo>
                    <a:cubicBezTo>
                      <a:pt x="18037" y="28523"/>
                      <a:pt x="21644" y="27027"/>
                      <a:pt x="24302" y="24364"/>
                    </a:cubicBezTo>
                    <a:cubicBezTo>
                      <a:pt x="26961" y="21702"/>
                      <a:pt x="28455" y="18090"/>
                      <a:pt x="28455" y="14324"/>
                    </a:cubicBezTo>
                    <a:cubicBezTo>
                      <a:pt x="28455" y="10559"/>
                      <a:pt x="26961" y="6947"/>
                      <a:pt x="24302" y="4284"/>
                    </a:cubicBezTo>
                    <a:cubicBezTo>
                      <a:pt x="21644" y="1621"/>
                      <a:pt x="18037" y="125"/>
                      <a:pt x="14277" y="125"/>
                    </a:cubicBezTo>
                    <a:cubicBezTo>
                      <a:pt x="10517" y="125"/>
                      <a:pt x="6910" y="1621"/>
                      <a:pt x="4251" y="4284"/>
                    </a:cubicBezTo>
                    <a:cubicBezTo>
                      <a:pt x="1592" y="6947"/>
                      <a:pt x="98" y="10559"/>
                      <a:pt x="98" y="14324"/>
                    </a:cubicBezTo>
                    <a:cubicBezTo>
                      <a:pt x="98" y="18090"/>
                      <a:pt x="1592" y="21702"/>
                      <a:pt x="4251" y="24364"/>
                    </a:cubicBezTo>
                    <a:cubicBezTo>
                      <a:pt x="6910" y="27027"/>
                      <a:pt x="10517" y="28523"/>
                      <a:pt x="1427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0" name="Freeform: Shape 779">
                <a:extLst>
                  <a:ext uri="{FF2B5EF4-FFF2-40B4-BE49-F238E27FC236}">
                    <a16:creationId xmlns:a16="http://schemas.microsoft.com/office/drawing/2014/main" id="{200A6F5D-94B7-2C1C-4D17-BF6057324100}"/>
                  </a:ext>
                </a:extLst>
              </p:cNvPr>
              <p:cNvSpPr/>
              <p:nvPr/>
            </p:nvSpPr>
            <p:spPr>
              <a:xfrm>
                <a:off x="8713643" y="4877207"/>
                <a:ext cx="28356" cy="28397"/>
              </a:xfrm>
              <a:custGeom>
                <a:avLst/>
                <a:gdLst>
                  <a:gd name="connsiteX0" fmla="*/ 14276 w 28356"/>
                  <a:gd name="connsiteY0" fmla="*/ 28523 h 28397"/>
                  <a:gd name="connsiteX1" fmla="*/ 24302 w 28356"/>
                  <a:gd name="connsiteY1" fmla="*/ 24364 h 28397"/>
                  <a:gd name="connsiteX2" fmla="*/ 28455 w 28356"/>
                  <a:gd name="connsiteY2" fmla="*/ 14324 h 28397"/>
                  <a:gd name="connsiteX3" fmla="*/ 24302 w 28356"/>
                  <a:gd name="connsiteY3" fmla="*/ 4284 h 28397"/>
                  <a:gd name="connsiteX4" fmla="*/ 14276 w 28356"/>
                  <a:gd name="connsiteY4" fmla="*/ 125 h 28397"/>
                  <a:gd name="connsiteX5" fmla="*/ 4251 w 28356"/>
                  <a:gd name="connsiteY5" fmla="*/ 4284 h 28397"/>
                  <a:gd name="connsiteX6" fmla="*/ 98 w 28356"/>
                  <a:gd name="connsiteY6" fmla="*/ 14324 h 28397"/>
                  <a:gd name="connsiteX7" fmla="*/ 4251 w 28356"/>
                  <a:gd name="connsiteY7" fmla="*/ 24364 h 28397"/>
                  <a:gd name="connsiteX8" fmla="*/ 1427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23"/>
                    </a:moveTo>
                    <a:cubicBezTo>
                      <a:pt x="18036" y="28523"/>
                      <a:pt x="21643" y="27027"/>
                      <a:pt x="24302" y="24364"/>
                    </a:cubicBezTo>
                    <a:cubicBezTo>
                      <a:pt x="26961" y="21701"/>
                      <a:pt x="28455" y="18090"/>
                      <a:pt x="28455" y="14324"/>
                    </a:cubicBezTo>
                    <a:cubicBezTo>
                      <a:pt x="28455" y="10558"/>
                      <a:pt x="26961" y="6946"/>
                      <a:pt x="24302" y="4284"/>
                    </a:cubicBezTo>
                    <a:cubicBezTo>
                      <a:pt x="21643" y="1621"/>
                      <a:pt x="18036" y="125"/>
                      <a:pt x="14276" y="125"/>
                    </a:cubicBezTo>
                    <a:cubicBezTo>
                      <a:pt x="10516" y="125"/>
                      <a:pt x="6909" y="1621"/>
                      <a:pt x="4251" y="4284"/>
                    </a:cubicBezTo>
                    <a:cubicBezTo>
                      <a:pt x="1592" y="6946"/>
                      <a:pt x="98" y="10558"/>
                      <a:pt x="98" y="14324"/>
                    </a:cubicBezTo>
                    <a:cubicBezTo>
                      <a:pt x="98" y="18090"/>
                      <a:pt x="1592" y="21701"/>
                      <a:pt x="4251" y="24364"/>
                    </a:cubicBezTo>
                    <a:cubicBezTo>
                      <a:pt x="6909" y="27027"/>
                      <a:pt x="10516" y="28523"/>
                      <a:pt x="1427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1" name="Freeform: Shape 780">
                <a:extLst>
                  <a:ext uri="{FF2B5EF4-FFF2-40B4-BE49-F238E27FC236}">
                    <a16:creationId xmlns:a16="http://schemas.microsoft.com/office/drawing/2014/main" id="{847BA4FE-21EC-06B7-88F8-4F0CD0244A02}"/>
                  </a:ext>
                </a:extLst>
              </p:cNvPr>
              <p:cNvSpPr/>
              <p:nvPr/>
            </p:nvSpPr>
            <p:spPr>
              <a:xfrm>
                <a:off x="8705884" y="4864888"/>
                <a:ext cx="28356" cy="28397"/>
              </a:xfrm>
              <a:custGeom>
                <a:avLst/>
                <a:gdLst>
                  <a:gd name="connsiteX0" fmla="*/ 14276 w 28356"/>
                  <a:gd name="connsiteY0" fmla="*/ 28522 h 28397"/>
                  <a:gd name="connsiteX1" fmla="*/ 24301 w 28356"/>
                  <a:gd name="connsiteY1" fmla="*/ 24363 h 28397"/>
                  <a:gd name="connsiteX2" fmla="*/ 28454 w 28356"/>
                  <a:gd name="connsiteY2" fmla="*/ 14323 h 28397"/>
                  <a:gd name="connsiteX3" fmla="*/ 24301 w 28356"/>
                  <a:gd name="connsiteY3" fmla="*/ 4283 h 28397"/>
                  <a:gd name="connsiteX4" fmla="*/ 14276 w 28356"/>
                  <a:gd name="connsiteY4" fmla="*/ 124 h 28397"/>
                  <a:gd name="connsiteX5" fmla="*/ 4250 w 28356"/>
                  <a:gd name="connsiteY5" fmla="*/ 4283 h 28397"/>
                  <a:gd name="connsiteX6" fmla="*/ 97 w 28356"/>
                  <a:gd name="connsiteY6" fmla="*/ 14323 h 28397"/>
                  <a:gd name="connsiteX7" fmla="*/ 4250 w 28356"/>
                  <a:gd name="connsiteY7" fmla="*/ 24363 h 28397"/>
                  <a:gd name="connsiteX8" fmla="*/ 1427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22"/>
                    </a:moveTo>
                    <a:cubicBezTo>
                      <a:pt x="18036" y="28522"/>
                      <a:pt x="21642" y="27026"/>
                      <a:pt x="24301" y="24363"/>
                    </a:cubicBezTo>
                    <a:cubicBezTo>
                      <a:pt x="26960" y="21700"/>
                      <a:pt x="28454" y="18089"/>
                      <a:pt x="28454" y="14323"/>
                    </a:cubicBezTo>
                    <a:cubicBezTo>
                      <a:pt x="28454" y="10557"/>
                      <a:pt x="26960" y="6945"/>
                      <a:pt x="24301" y="4283"/>
                    </a:cubicBezTo>
                    <a:cubicBezTo>
                      <a:pt x="21642" y="1620"/>
                      <a:pt x="18036" y="124"/>
                      <a:pt x="14276" y="124"/>
                    </a:cubicBezTo>
                    <a:cubicBezTo>
                      <a:pt x="10515" y="124"/>
                      <a:pt x="6909" y="1620"/>
                      <a:pt x="4250" y="4283"/>
                    </a:cubicBezTo>
                    <a:cubicBezTo>
                      <a:pt x="1591" y="6945"/>
                      <a:pt x="97" y="10557"/>
                      <a:pt x="97" y="14323"/>
                    </a:cubicBezTo>
                    <a:cubicBezTo>
                      <a:pt x="97" y="18089"/>
                      <a:pt x="1591" y="21700"/>
                      <a:pt x="4250" y="24363"/>
                    </a:cubicBezTo>
                    <a:cubicBezTo>
                      <a:pt x="6909" y="27026"/>
                      <a:pt x="10515" y="28522"/>
                      <a:pt x="1427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2" name="Freeform: Shape 781">
                <a:extLst>
                  <a:ext uri="{FF2B5EF4-FFF2-40B4-BE49-F238E27FC236}">
                    <a16:creationId xmlns:a16="http://schemas.microsoft.com/office/drawing/2014/main" id="{21F45026-EE50-1B4D-444C-B615CF3C82B0}"/>
                  </a:ext>
                </a:extLst>
              </p:cNvPr>
              <p:cNvSpPr/>
              <p:nvPr/>
            </p:nvSpPr>
            <p:spPr>
              <a:xfrm>
                <a:off x="8698126" y="4874172"/>
                <a:ext cx="28356" cy="28397"/>
              </a:xfrm>
              <a:custGeom>
                <a:avLst/>
                <a:gdLst>
                  <a:gd name="connsiteX0" fmla="*/ 14275 w 28356"/>
                  <a:gd name="connsiteY0" fmla="*/ 28523 h 28397"/>
                  <a:gd name="connsiteX1" fmla="*/ 24301 w 28356"/>
                  <a:gd name="connsiteY1" fmla="*/ 24364 h 28397"/>
                  <a:gd name="connsiteX2" fmla="*/ 28453 w 28356"/>
                  <a:gd name="connsiteY2" fmla="*/ 14324 h 28397"/>
                  <a:gd name="connsiteX3" fmla="*/ 24301 w 28356"/>
                  <a:gd name="connsiteY3" fmla="*/ 4283 h 28397"/>
                  <a:gd name="connsiteX4" fmla="*/ 14275 w 28356"/>
                  <a:gd name="connsiteY4" fmla="*/ 125 h 28397"/>
                  <a:gd name="connsiteX5" fmla="*/ 4249 w 28356"/>
                  <a:gd name="connsiteY5" fmla="*/ 4283 h 28397"/>
                  <a:gd name="connsiteX6" fmla="*/ 97 w 28356"/>
                  <a:gd name="connsiteY6" fmla="*/ 14324 h 28397"/>
                  <a:gd name="connsiteX7" fmla="*/ 4249 w 28356"/>
                  <a:gd name="connsiteY7" fmla="*/ 24364 h 28397"/>
                  <a:gd name="connsiteX8" fmla="*/ 1427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5" y="28523"/>
                    </a:moveTo>
                    <a:cubicBezTo>
                      <a:pt x="18035" y="28523"/>
                      <a:pt x="21642" y="27027"/>
                      <a:pt x="24301" y="24364"/>
                    </a:cubicBezTo>
                    <a:cubicBezTo>
                      <a:pt x="26959" y="21701"/>
                      <a:pt x="28453" y="18089"/>
                      <a:pt x="28453" y="14324"/>
                    </a:cubicBezTo>
                    <a:cubicBezTo>
                      <a:pt x="28453" y="10558"/>
                      <a:pt x="26959" y="6946"/>
                      <a:pt x="24301" y="4283"/>
                    </a:cubicBezTo>
                    <a:cubicBezTo>
                      <a:pt x="21642" y="1621"/>
                      <a:pt x="18035" y="125"/>
                      <a:pt x="14275" y="125"/>
                    </a:cubicBezTo>
                    <a:cubicBezTo>
                      <a:pt x="10515" y="125"/>
                      <a:pt x="6908" y="1621"/>
                      <a:pt x="4249" y="4283"/>
                    </a:cubicBezTo>
                    <a:cubicBezTo>
                      <a:pt x="1591" y="6946"/>
                      <a:pt x="97" y="10558"/>
                      <a:pt x="97" y="14324"/>
                    </a:cubicBezTo>
                    <a:cubicBezTo>
                      <a:pt x="97" y="18089"/>
                      <a:pt x="1591" y="21701"/>
                      <a:pt x="4249" y="24364"/>
                    </a:cubicBezTo>
                    <a:cubicBezTo>
                      <a:pt x="6908" y="27027"/>
                      <a:pt x="10515" y="28523"/>
                      <a:pt x="1427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3" name="Freeform: Shape 782">
                <a:extLst>
                  <a:ext uri="{FF2B5EF4-FFF2-40B4-BE49-F238E27FC236}">
                    <a16:creationId xmlns:a16="http://schemas.microsoft.com/office/drawing/2014/main" id="{8C906EFF-5BEF-60ED-C03D-7412209559EC}"/>
                  </a:ext>
                </a:extLst>
              </p:cNvPr>
              <p:cNvSpPr/>
              <p:nvPr/>
            </p:nvSpPr>
            <p:spPr>
              <a:xfrm>
                <a:off x="8690369" y="4870730"/>
                <a:ext cx="28356" cy="28397"/>
              </a:xfrm>
              <a:custGeom>
                <a:avLst/>
                <a:gdLst>
                  <a:gd name="connsiteX0" fmla="*/ 14274 w 28356"/>
                  <a:gd name="connsiteY0" fmla="*/ 28522 h 28397"/>
                  <a:gd name="connsiteX1" fmla="*/ 24300 w 28356"/>
                  <a:gd name="connsiteY1" fmla="*/ 24364 h 28397"/>
                  <a:gd name="connsiteX2" fmla="*/ 28453 w 28356"/>
                  <a:gd name="connsiteY2" fmla="*/ 14323 h 28397"/>
                  <a:gd name="connsiteX3" fmla="*/ 24300 w 28356"/>
                  <a:gd name="connsiteY3" fmla="*/ 4283 h 28397"/>
                  <a:gd name="connsiteX4" fmla="*/ 14274 w 28356"/>
                  <a:gd name="connsiteY4" fmla="*/ 124 h 28397"/>
                  <a:gd name="connsiteX5" fmla="*/ 4249 w 28356"/>
                  <a:gd name="connsiteY5" fmla="*/ 4283 h 28397"/>
                  <a:gd name="connsiteX6" fmla="*/ 96 w 28356"/>
                  <a:gd name="connsiteY6" fmla="*/ 14323 h 28397"/>
                  <a:gd name="connsiteX7" fmla="*/ 4249 w 28356"/>
                  <a:gd name="connsiteY7" fmla="*/ 24364 h 28397"/>
                  <a:gd name="connsiteX8" fmla="*/ 1427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22"/>
                    </a:moveTo>
                    <a:cubicBezTo>
                      <a:pt x="18035" y="28522"/>
                      <a:pt x="21641" y="27026"/>
                      <a:pt x="24300" y="24364"/>
                    </a:cubicBezTo>
                    <a:cubicBezTo>
                      <a:pt x="26959" y="21701"/>
                      <a:pt x="28453" y="18089"/>
                      <a:pt x="28453" y="14323"/>
                    </a:cubicBezTo>
                    <a:cubicBezTo>
                      <a:pt x="28453" y="10558"/>
                      <a:pt x="26959" y="6946"/>
                      <a:pt x="24300" y="4283"/>
                    </a:cubicBezTo>
                    <a:cubicBezTo>
                      <a:pt x="21641" y="1620"/>
                      <a:pt x="18035" y="124"/>
                      <a:pt x="14274" y="124"/>
                    </a:cubicBezTo>
                    <a:cubicBezTo>
                      <a:pt x="10514" y="124"/>
                      <a:pt x="6908" y="1620"/>
                      <a:pt x="4249" y="4283"/>
                    </a:cubicBezTo>
                    <a:cubicBezTo>
                      <a:pt x="1590" y="6946"/>
                      <a:pt x="96" y="10558"/>
                      <a:pt x="96" y="14323"/>
                    </a:cubicBezTo>
                    <a:cubicBezTo>
                      <a:pt x="96" y="18089"/>
                      <a:pt x="1590" y="21701"/>
                      <a:pt x="4249" y="24364"/>
                    </a:cubicBezTo>
                    <a:cubicBezTo>
                      <a:pt x="6908" y="27026"/>
                      <a:pt x="10514" y="28522"/>
                      <a:pt x="1427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4" name="Freeform: Shape 783">
                <a:extLst>
                  <a:ext uri="{FF2B5EF4-FFF2-40B4-BE49-F238E27FC236}">
                    <a16:creationId xmlns:a16="http://schemas.microsoft.com/office/drawing/2014/main" id="{16B4FA68-4882-CE1A-0A2B-FF0B277C2B24}"/>
                  </a:ext>
                </a:extLst>
              </p:cNvPr>
              <p:cNvSpPr/>
              <p:nvPr/>
            </p:nvSpPr>
            <p:spPr>
              <a:xfrm>
                <a:off x="8682610" y="4870285"/>
                <a:ext cx="28356" cy="28397"/>
              </a:xfrm>
              <a:custGeom>
                <a:avLst/>
                <a:gdLst>
                  <a:gd name="connsiteX0" fmla="*/ 14274 w 28356"/>
                  <a:gd name="connsiteY0" fmla="*/ 28522 h 28397"/>
                  <a:gd name="connsiteX1" fmla="*/ 24299 w 28356"/>
                  <a:gd name="connsiteY1" fmla="*/ 24364 h 28397"/>
                  <a:gd name="connsiteX2" fmla="*/ 28452 w 28356"/>
                  <a:gd name="connsiteY2" fmla="*/ 14323 h 28397"/>
                  <a:gd name="connsiteX3" fmla="*/ 24299 w 28356"/>
                  <a:gd name="connsiteY3" fmla="*/ 4283 h 28397"/>
                  <a:gd name="connsiteX4" fmla="*/ 14274 w 28356"/>
                  <a:gd name="connsiteY4" fmla="*/ 124 h 28397"/>
                  <a:gd name="connsiteX5" fmla="*/ 4248 w 28356"/>
                  <a:gd name="connsiteY5" fmla="*/ 4283 h 28397"/>
                  <a:gd name="connsiteX6" fmla="*/ 95 w 28356"/>
                  <a:gd name="connsiteY6" fmla="*/ 14323 h 28397"/>
                  <a:gd name="connsiteX7" fmla="*/ 4248 w 28356"/>
                  <a:gd name="connsiteY7" fmla="*/ 24364 h 28397"/>
                  <a:gd name="connsiteX8" fmla="*/ 1427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22"/>
                    </a:moveTo>
                    <a:cubicBezTo>
                      <a:pt x="18034" y="28522"/>
                      <a:pt x="21641" y="27026"/>
                      <a:pt x="24299" y="24364"/>
                    </a:cubicBezTo>
                    <a:cubicBezTo>
                      <a:pt x="26958" y="21701"/>
                      <a:pt x="28452" y="18089"/>
                      <a:pt x="28452" y="14323"/>
                    </a:cubicBezTo>
                    <a:cubicBezTo>
                      <a:pt x="28452" y="10558"/>
                      <a:pt x="26958" y="6946"/>
                      <a:pt x="24299" y="4283"/>
                    </a:cubicBezTo>
                    <a:cubicBezTo>
                      <a:pt x="21641" y="1620"/>
                      <a:pt x="18034" y="124"/>
                      <a:pt x="14274" y="124"/>
                    </a:cubicBezTo>
                    <a:cubicBezTo>
                      <a:pt x="10514" y="124"/>
                      <a:pt x="6907" y="1620"/>
                      <a:pt x="4248" y="4283"/>
                    </a:cubicBezTo>
                    <a:cubicBezTo>
                      <a:pt x="1589" y="6946"/>
                      <a:pt x="95" y="10558"/>
                      <a:pt x="95" y="14323"/>
                    </a:cubicBezTo>
                    <a:cubicBezTo>
                      <a:pt x="95" y="18089"/>
                      <a:pt x="1589" y="21701"/>
                      <a:pt x="4248" y="24364"/>
                    </a:cubicBezTo>
                    <a:cubicBezTo>
                      <a:pt x="6907" y="27026"/>
                      <a:pt x="10514" y="28522"/>
                      <a:pt x="1427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5" name="Freeform: Shape 784">
                <a:extLst>
                  <a:ext uri="{FF2B5EF4-FFF2-40B4-BE49-F238E27FC236}">
                    <a16:creationId xmlns:a16="http://schemas.microsoft.com/office/drawing/2014/main" id="{6B29B39E-A729-9AF8-2E63-E6F50F43E1F2}"/>
                  </a:ext>
                </a:extLst>
              </p:cNvPr>
              <p:cNvSpPr/>
              <p:nvPr/>
            </p:nvSpPr>
            <p:spPr>
              <a:xfrm>
                <a:off x="8674851" y="4867631"/>
                <a:ext cx="28356" cy="28397"/>
              </a:xfrm>
              <a:custGeom>
                <a:avLst/>
                <a:gdLst>
                  <a:gd name="connsiteX0" fmla="*/ 14273 w 28356"/>
                  <a:gd name="connsiteY0" fmla="*/ 28522 h 28397"/>
                  <a:gd name="connsiteX1" fmla="*/ 24299 w 28356"/>
                  <a:gd name="connsiteY1" fmla="*/ 24363 h 28397"/>
                  <a:gd name="connsiteX2" fmla="*/ 28451 w 28356"/>
                  <a:gd name="connsiteY2" fmla="*/ 14323 h 28397"/>
                  <a:gd name="connsiteX3" fmla="*/ 24299 w 28356"/>
                  <a:gd name="connsiteY3" fmla="*/ 4283 h 28397"/>
                  <a:gd name="connsiteX4" fmla="*/ 14273 w 28356"/>
                  <a:gd name="connsiteY4" fmla="*/ 124 h 28397"/>
                  <a:gd name="connsiteX5" fmla="*/ 4248 w 28356"/>
                  <a:gd name="connsiteY5" fmla="*/ 4283 h 28397"/>
                  <a:gd name="connsiteX6" fmla="*/ 95 w 28356"/>
                  <a:gd name="connsiteY6" fmla="*/ 14323 h 28397"/>
                  <a:gd name="connsiteX7" fmla="*/ 4248 w 28356"/>
                  <a:gd name="connsiteY7" fmla="*/ 24363 h 28397"/>
                  <a:gd name="connsiteX8" fmla="*/ 1427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22"/>
                    </a:moveTo>
                    <a:cubicBezTo>
                      <a:pt x="18033" y="28522"/>
                      <a:pt x="21640" y="27026"/>
                      <a:pt x="24299" y="24363"/>
                    </a:cubicBezTo>
                    <a:cubicBezTo>
                      <a:pt x="26958" y="21701"/>
                      <a:pt x="28451" y="18089"/>
                      <a:pt x="28451" y="14323"/>
                    </a:cubicBezTo>
                    <a:cubicBezTo>
                      <a:pt x="28451" y="10558"/>
                      <a:pt x="26958" y="6946"/>
                      <a:pt x="24299" y="4283"/>
                    </a:cubicBezTo>
                    <a:cubicBezTo>
                      <a:pt x="21640" y="1620"/>
                      <a:pt x="18033" y="124"/>
                      <a:pt x="14273" y="124"/>
                    </a:cubicBezTo>
                    <a:cubicBezTo>
                      <a:pt x="10513" y="124"/>
                      <a:pt x="6906" y="1620"/>
                      <a:pt x="4248" y="4283"/>
                    </a:cubicBezTo>
                    <a:cubicBezTo>
                      <a:pt x="1589" y="6946"/>
                      <a:pt x="95" y="10558"/>
                      <a:pt x="95" y="14323"/>
                    </a:cubicBezTo>
                    <a:cubicBezTo>
                      <a:pt x="95" y="18089"/>
                      <a:pt x="1589" y="21701"/>
                      <a:pt x="4248" y="24363"/>
                    </a:cubicBezTo>
                    <a:cubicBezTo>
                      <a:pt x="6906" y="27026"/>
                      <a:pt x="10513" y="28522"/>
                      <a:pt x="1427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6" name="Freeform: Shape 785">
                <a:extLst>
                  <a:ext uri="{FF2B5EF4-FFF2-40B4-BE49-F238E27FC236}">
                    <a16:creationId xmlns:a16="http://schemas.microsoft.com/office/drawing/2014/main" id="{B01FA7B6-469A-5580-5E63-F7C194C8CF76}"/>
                  </a:ext>
                </a:extLst>
              </p:cNvPr>
              <p:cNvSpPr/>
              <p:nvPr/>
            </p:nvSpPr>
            <p:spPr>
              <a:xfrm>
                <a:off x="8667093" y="4869752"/>
                <a:ext cx="28356" cy="28397"/>
              </a:xfrm>
              <a:custGeom>
                <a:avLst/>
                <a:gdLst>
                  <a:gd name="connsiteX0" fmla="*/ 14273 w 28356"/>
                  <a:gd name="connsiteY0" fmla="*/ 28522 h 28397"/>
                  <a:gd name="connsiteX1" fmla="*/ 24298 w 28356"/>
                  <a:gd name="connsiteY1" fmla="*/ 24364 h 28397"/>
                  <a:gd name="connsiteX2" fmla="*/ 28451 w 28356"/>
                  <a:gd name="connsiteY2" fmla="*/ 14323 h 28397"/>
                  <a:gd name="connsiteX3" fmla="*/ 24298 w 28356"/>
                  <a:gd name="connsiteY3" fmla="*/ 4283 h 28397"/>
                  <a:gd name="connsiteX4" fmla="*/ 14273 w 28356"/>
                  <a:gd name="connsiteY4" fmla="*/ 124 h 28397"/>
                  <a:gd name="connsiteX5" fmla="*/ 4247 w 28356"/>
                  <a:gd name="connsiteY5" fmla="*/ 4283 h 28397"/>
                  <a:gd name="connsiteX6" fmla="*/ 94 w 28356"/>
                  <a:gd name="connsiteY6" fmla="*/ 14323 h 28397"/>
                  <a:gd name="connsiteX7" fmla="*/ 4247 w 28356"/>
                  <a:gd name="connsiteY7" fmla="*/ 24364 h 28397"/>
                  <a:gd name="connsiteX8" fmla="*/ 1427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22"/>
                    </a:moveTo>
                    <a:cubicBezTo>
                      <a:pt x="18033" y="28522"/>
                      <a:pt x="21639" y="27026"/>
                      <a:pt x="24298" y="24364"/>
                    </a:cubicBezTo>
                    <a:cubicBezTo>
                      <a:pt x="26957" y="21701"/>
                      <a:pt x="28451" y="18089"/>
                      <a:pt x="28451" y="14323"/>
                    </a:cubicBezTo>
                    <a:cubicBezTo>
                      <a:pt x="28451" y="10558"/>
                      <a:pt x="26957" y="6946"/>
                      <a:pt x="24298" y="4283"/>
                    </a:cubicBezTo>
                    <a:cubicBezTo>
                      <a:pt x="21639" y="1620"/>
                      <a:pt x="18033" y="124"/>
                      <a:pt x="14273" y="124"/>
                    </a:cubicBezTo>
                    <a:cubicBezTo>
                      <a:pt x="10512" y="124"/>
                      <a:pt x="6906" y="1620"/>
                      <a:pt x="4247" y="4283"/>
                    </a:cubicBezTo>
                    <a:cubicBezTo>
                      <a:pt x="1588" y="6946"/>
                      <a:pt x="94" y="10558"/>
                      <a:pt x="94" y="14323"/>
                    </a:cubicBezTo>
                    <a:cubicBezTo>
                      <a:pt x="94" y="18089"/>
                      <a:pt x="1588" y="21701"/>
                      <a:pt x="4247" y="24364"/>
                    </a:cubicBezTo>
                    <a:cubicBezTo>
                      <a:pt x="6906" y="27026"/>
                      <a:pt x="10512" y="28522"/>
                      <a:pt x="1427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7" name="Freeform: Shape 786">
                <a:extLst>
                  <a:ext uri="{FF2B5EF4-FFF2-40B4-BE49-F238E27FC236}">
                    <a16:creationId xmlns:a16="http://schemas.microsoft.com/office/drawing/2014/main" id="{67A43AEA-6804-CB88-2C7A-4E4C8EB4B777}"/>
                  </a:ext>
                </a:extLst>
              </p:cNvPr>
              <p:cNvSpPr/>
              <p:nvPr/>
            </p:nvSpPr>
            <p:spPr>
              <a:xfrm>
                <a:off x="8659334" y="4867720"/>
                <a:ext cx="28356" cy="28397"/>
              </a:xfrm>
              <a:custGeom>
                <a:avLst/>
                <a:gdLst>
                  <a:gd name="connsiteX0" fmla="*/ 14272 w 28356"/>
                  <a:gd name="connsiteY0" fmla="*/ 28522 h 28397"/>
                  <a:gd name="connsiteX1" fmla="*/ 24298 w 28356"/>
                  <a:gd name="connsiteY1" fmla="*/ 24363 h 28397"/>
                  <a:gd name="connsiteX2" fmla="*/ 28450 w 28356"/>
                  <a:gd name="connsiteY2" fmla="*/ 14323 h 28397"/>
                  <a:gd name="connsiteX3" fmla="*/ 24298 w 28356"/>
                  <a:gd name="connsiteY3" fmla="*/ 4283 h 28397"/>
                  <a:gd name="connsiteX4" fmla="*/ 14272 w 28356"/>
                  <a:gd name="connsiteY4" fmla="*/ 124 h 28397"/>
                  <a:gd name="connsiteX5" fmla="*/ 4246 w 28356"/>
                  <a:gd name="connsiteY5" fmla="*/ 4283 h 28397"/>
                  <a:gd name="connsiteX6" fmla="*/ 94 w 28356"/>
                  <a:gd name="connsiteY6" fmla="*/ 14323 h 28397"/>
                  <a:gd name="connsiteX7" fmla="*/ 4246 w 28356"/>
                  <a:gd name="connsiteY7" fmla="*/ 24363 h 28397"/>
                  <a:gd name="connsiteX8" fmla="*/ 1427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2" y="28522"/>
                    </a:moveTo>
                    <a:cubicBezTo>
                      <a:pt x="18032" y="28522"/>
                      <a:pt x="21639" y="27026"/>
                      <a:pt x="24298" y="24363"/>
                    </a:cubicBezTo>
                    <a:cubicBezTo>
                      <a:pt x="26956" y="21701"/>
                      <a:pt x="28450" y="18089"/>
                      <a:pt x="28450" y="14323"/>
                    </a:cubicBezTo>
                    <a:cubicBezTo>
                      <a:pt x="28450" y="10558"/>
                      <a:pt x="26956" y="6946"/>
                      <a:pt x="24298" y="4283"/>
                    </a:cubicBezTo>
                    <a:cubicBezTo>
                      <a:pt x="21639" y="1620"/>
                      <a:pt x="18032" y="124"/>
                      <a:pt x="14272" y="124"/>
                    </a:cubicBezTo>
                    <a:cubicBezTo>
                      <a:pt x="10512" y="124"/>
                      <a:pt x="6905" y="1620"/>
                      <a:pt x="4246" y="4283"/>
                    </a:cubicBezTo>
                    <a:cubicBezTo>
                      <a:pt x="1587" y="6946"/>
                      <a:pt x="94" y="10558"/>
                      <a:pt x="94" y="14323"/>
                    </a:cubicBezTo>
                    <a:cubicBezTo>
                      <a:pt x="94" y="18089"/>
                      <a:pt x="1587" y="21701"/>
                      <a:pt x="4246" y="24363"/>
                    </a:cubicBezTo>
                    <a:cubicBezTo>
                      <a:pt x="6905" y="27026"/>
                      <a:pt x="10512" y="28522"/>
                      <a:pt x="1427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8" name="Freeform: Shape 787">
                <a:extLst>
                  <a:ext uri="{FF2B5EF4-FFF2-40B4-BE49-F238E27FC236}">
                    <a16:creationId xmlns:a16="http://schemas.microsoft.com/office/drawing/2014/main" id="{C76A9D0A-67EF-79DA-C11B-6EB5C7E9F5C0}"/>
                  </a:ext>
                </a:extLst>
              </p:cNvPr>
              <p:cNvSpPr/>
              <p:nvPr/>
            </p:nvSpPr>
            <p:spPr>
              <a:xfrm>
                <a:off x="8651576" y="4868292"/>
                <a:ext cx="28356" cy="28397"/>
              </a:xfrm>
              <a:custGeom>
                <a:avLst/>
                <a:gdLst>
                  <a:gd name="connsiteX0" fmla="*/ 14271 w 28356"/>
                  <a:gd name="connsiteY0" fmla="*/ 28522 h 28397"/>
                  <a:gd name="connsiteX1" fmla="*/ 24297 w 28356"/>
                  <a:gd name="connsiteY1" fmla="*/ 24363 h 28397"/>
                  <a:gd name="connsiteX2" fmla="*/ 28450 w 28356"/>
                  <a:gd name="connsiteY2" fmla="*/ 14323 h 28397"/>
                  <a:gd name="connsiteX3" fmla="*/ 24297 w 28356"/>
                  <a:gd name="connsiteY3" fmla="*/ 4283 h 28397"/>
                  <a:gd name="connsiteX4" fmla="*/ 14271 w 28356"/>
                  <a:gd name="connsiteY4" fmla="*/ 124 h 28397"/>
                  <a:gd name="connsiteX5" fmla="*/ 4246 w 28356"/>
                  <a:gd name="connsiteY5" fmla="*/ 4283 h 28397"/>
                  <a:gd name="connsiteX6" fmla="*/ 93 w 28356"/>
                  <a:gd name="connsiteY6" fmla="*/ 14323 h 28397"/>
                  <a:gd name="connsiteX7" fmla="*/ 4246 w 28356"/>
                  <a:gd name="connsiteY7" fmla="*/ 24363 h 28397"/>
                  <a:gd name="connsiteX8" fmla="*/ 1427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22"/>
                    </a:moveTo>
                    <a:cubicBezTo>
                      <a:pt x="18031" y="28522"/>
                      <a:pt x="21638" y="27026"/>
                      <a:pt x="24297" y="24363"/>
                    </a:cubicBezTo>
                    <a:cubicBezTo>
                      <a:pt x="26956" y="21701"/>
                      <a:pt x="28450" y="18089"/>
                      <a:pt x="28450" y="14323"/>
                    </a:cubicBezTo>
                    <a:cubicBezTo>
                      <a:pt x="28450" y="10558"/>
                      <a:pt x="26956" y="6946"/>
                      <a:pt x="24297" y="4283"/>
                    </a:cubicBezTo>
                    <a:cubicBezTo>
                      <a:pt x="21638" y="1620"/>
                      <a:pt x="18031" y="124"/>
                      <a:pt x="14271" y="124"/>
                    </a:cubicBezTo>
                    <a:cubicBezTo>
                      <a:pt x="10511" y="124"/>
                      <a:pt x="6905" y="1620"/>
                      <a:pt x="4246" y="4283"/>
                    </a:cubicBezTo>
                    <a:cubicBezTo>
                      <a:pt x="1587" y="6946"/>
                      <a:pt x="93" y="10558"/>
                      <a:pt x="93" y="14323"/>
                    </a:cubicBezTo>
                    <a:cubicBezTo>
                      <a:pt x="93" y="18089"/>
                      <a:pt x="1587" y="21701"/>
                      <a:pt x="4246" y="24363"/>
                    </a:cubicBezTo>
                    <a:cubicBezTo>
                      <a:pt x="6905" y="27026"/>
                      <a:pt x="10511" y="28522"/>
                      <a:pt x="1427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89" name="Freeform: Shape 788">
                <a:extLst>
                  <a:ext uri="{FF2B5EF4-FFF2-40B4-BE49-F238E27FC236}">
                    <a16:creationId xmlns:a16="http://schemas.microsoft.com/office/drawing/2014/main" id="{B7C9721A-18EC-FC3A-034C-E5A773568927}"/>
                  </a:ext>
                </a:extLst>
              </p:cNvPr>
              <p:cNvSpPr/>
              <p:nvPr/>
            </p:nvSpPr>
            <p:spPr>
              <a:xfrm>
                <a:off x="8643817" y="4867631"/>
                <a:ext cx="28356" cy="28397"/>
              </a:xfrm>
              <a:custGeom>
                <a:avLst/>
                <a:gdLst>
                  <a:gd name="connsiteX0" fmla="*/ 14271 w 28356"/>
                  <a:gd name="connsiteY0" fmla="*/ 28522 h 28397"/>
                  <a:gd name="connsiteX1" fmla="*/ 24296 w 28356"/>
                  <a:gd name="connsiteY1" fmla="*/ 24363 h 28397"/>
                  <a:gd name="connsiteX2" fmla="*/ 28449 w 28356"/>
                  <a:gd name="connsiteY2" fmla="*/ 14323 h 28397"/>
                  <a:gd name="connsiteX3" fmla="*/ 24296 w 28356"/>
                  <a:gd name="connsiteY3" fmla="*/ 4283 h 28397"/>
                  <a:gd name="connsiteX4" fmla="*/ 14271 w 28356"/>
                  <a:gd name="connsiteY4" fmla="*/ 124 h 28397"/>
                  <a:gd name="connsiteX5" fmla="*/ 4245 w 28356"/>
                  <a:gd name="connsiteY5" fmla="*/ 4283 h 28397"/>
                  <a:gd name="connsiteX6" fmla="*/ 92 w 28356"/>
                  <a:gd name="connsiteY6" fmla="*/ 14323 h 28397"/>
                  <a:gd name="connsiteX7" fmla="*/ 4245 w 28356"/>
                  <a:gd name="connsiteY7" fmla="*/ 24363 h 28397"/>
                  <a:gd name="connsiteX8" fmla="*/ 1427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22"/>
                    </a:moveTo>
                    <a:cubicBezTo>
                      <a:pt x="18031" y="28522"/>
                      <a:pt x="21638" y="27026"/>
                      <a:pt x="24296" y="24363"/>
                    </a:cubicBezTo>
                    <a:cubicBezTo>
                      <a:pt x="26955" y="21701"/>
                      <a:pt x="28449" y="18089"/>
                      <a:pt x="28449" y="14323"/>
                    </a:cubicBezTo>
                    <a:cubicBezTo>
                      <a:pt x="28449" y="10558"/>
                      <a:pt x="26955" y="6946"/>
                      <a:pt x="24296" y="4283"/>
                    </a:cubicBezTo>
                    <a:cubicBezTo>
                      <a:pt x="21638" y="1620"/>
                      <a:pt x="18031" y="124"/>
                      <a:pt x="14271" y="124"/>
                    </a:cubicBezTo>
                    <a:cubicBezTo>
                      <a:pt x="10511" y="124"/>
                      <a:pt x="6904" y="1620"/>
                      <a:pt x="4245" y="4283"/>
                    </a:cubicBezTo>
                    <a:cubicBezTo>
                      <a:pt x="1586" y="6946"/>
                      <a:pt x="92" y="10558"/>
                      <a:pt x="92" y="14323"/>
                    </a:cubicBezTo>
                    <a:cubicBezTo>
                      <a:pt x="92" y="18089"/>
                      <a:pt x="1586" y="21701"/>
                      <a:pt x="4245" y="24363"/>
                    </a:cubicBezTo>
                    <a:cubicBezTo>
                      <a:pt x="6904" y="27026"/>
                      <a:pt x="10511" y="28522"/>
                      <a:pt x="1427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0" name="Freeform: Shape 789">
                <a:extLst>
                  <a:ext uri="{FF2B5EF4-FFF2-40B4-BE49-F238E27FC236}">
                    <a16:creationId xmlns:a16="http://schemas.microsoft.com/office/drawing/2014/main" id="{15912130-3364-8DBD-CCF7-8B7BB8520608}"/>
                  </a:ext>
                </a:extLst>
              </p:cNvPr>
              <p:cNvSpPr/>
              <p:nvPr/>
            </p:nvSpPr>
            <p:spPr>
              <a:xfrm>
                <a:off x="8636059" y="4870209"/>
                <a:ext cx="28356" cy="28397"/>
              </a:xfrm>
              <a:custGeom>
                <a:avLst/>
                <a:gdLst>
                  <a:gd name="connsiteX0" fmla="*/ 14270 w 28356"/>
                  <a:gd name="connsiteY0" fmla="*/ 28522 h 28397"/>
                  <a:gd name="connsiteX1" fmla="*/ 24296 w 28356"/>
                  <a:gd name="connsiteY1" fmla="*/ 24364 h 28397"/>
                  <a:gd name="connsiteX2" fmla="*/ 28448 w 28356"/>
                  <a:gd name="connsiteY2" fmla="*/ 14323 h 28397"/>
                  <a:gd name="connsiteX3" fmla="*/ 24296 w 28356"/>
                  <a:gd name="connsiteY3" fmla="*/ 4283 h 28397"/>
                  <a:gd name="connsiteX4" fmla="*/ 14270 w 28356"/>
                  <a:gd name="connsiteY4" fmla="*/ 124 h 28397"/>
                  <a:gd name="connsiteX5" fmla="*/ 4244 w 28356"/>
                  <a:gd name="connsiteY5" fmla="*/ 4283 h 28397"/>
                  <a:gd name="connsiteX6" fmla="*/ 92 w 28356"/>
                  <a:gd name="connsiteY6" fmla="*/ 14323 h 28397"/>
                  <a:gd name="connsiteX7" fmla="*/ 4244 w 28356"/>
                  <a:gd name="connsiteY7" fmla="*/ 24364 h 28397"/>
                  <a:gd name="connsiteX8" fmla="*/ 1427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0" y="28522"/>
                    </a:moveTo>
                    <a:cubicBezTo>
                      <a:pt x="18030" y="28522"/>
                      <a:pt x="21637" y="27026"/>
                      <a:pt x="24296" y="24364"/>
                    </a:cubicBezTo>
                    <a:cubicBezTo>
                      <a:pt x="26955" y="21701"/>
                      <a:pt x="28448" y="18089"/>
                      <a:pt x="28448" y="14323"/>
                    </a:cubicBezTo>
                    <a:cubicBezTo>
                      <a:pt x="28448" y="10558"/>
                      <a:pt x="26955" y="6946"/>
                      <a:pt x="24296" y="4283"/>
                    </a:cubicBezTo>
                    <a:cubicBezTo>
                      <a:pt x="21637" y="1620"/>
                      <a:pt x="18030" y="124"/>
                      <a:pt x="14270" y="124"/>
                    </a:cubicBezTo>
                    <a:cubicBezTo>
                      <a:pt x="10510" y="124"/>
                      <a:pt x="6903" y="1620"/>
                      <a:pt x="4244" y="4283"/>
                    </a:cubicBezTo>
                    <a:cubicBezTo>
                      <a:pt x="1586" y="6946"/>
                      <a:pt x="92" y="10558"/>
                      <a:pt x="92" y="14323"/>
                    </a:cubicBezTo>
                    <a:cubicBezTo>
                      <a:pt x="92" y="18089"/>
                      <a:pt x="1586" y="21701"/>
                      <a:pt x="4244" y="24364"/>
                    </a:cubicBezTo>
                    <a:cubicBezTo>
                      <a:pt x="6903" y="27026"/>
                      <a:pt x="10510" y="28522"/>
                      <a:pt x="1427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1" name="Freeform: Shape 790">
                <a:extLst>
                  <a:ext uri="{FF2B5EF4-FFF2-40B4-BE49-F238E27FC236}">
                    <a16:creationId xmlns:a16="http://schemas.microsoft.com/office/drawing/2014/main" id="{D3C3BF5F-AB2D-E3B0-8340-22C335FC34CC}"/>
                  </a:ext>
                </a:extLst>
              </p:cNvPr>
              <p:cNvSpPr/>
              <p:nvPr/>
            </p:nvSpPr>
            <p:spPr>
              <a:xfrm>
                <a:off x="8628301" y="4874616"/>
                <a:ext cx="28356" cy="28397"/>
              </a:xfrm>
              <a:custGeom>
                <a:avLst/>
                <a:gdLst>
                  <a:gd name="connsiteX0" fmla="*/ 14269 w 28356"/>
                  <a:gd name="connsiteY0" fmla="*/ 28523 h 28397"/>
                  <a:gd name="connsiteX1" fmla="*/ 24295 w 28356"/>
                  <a:gd name="connsiteY1" fmla="*/ 24364 h 28397"/>
                  <a:gd name="connsiteX2" fmla="*/ 28448 w 28356"/>
                  <a:gd name="connsiteY2" fmla="*/ 14324 h 28397"/>
                  <a:gd name="connsiteX3" fmla="*/ 24295 w 28356"/>
                  <a:gd name="connsiteY3" fmla="*/ 4283 h 28397"/>
                  <a:gd name="connsiteX4" fmla="*/ 14269 w 28356"/>
                  <a:gd name="connsiteY4" fmla="*/ 125 h 28397"/>
                  <a:gd name="connsiteX5" fmla="*/ 4244 w 28356"/>
                  <a:gd name="connsiteY5" fmla="*/ 4283 h 28397"/>
                  <a:gd name="connsiteX6" fmla="*/ 91 w 28356"/>
                  <a:gd name="connsiteY6" fmla="*/ 14324 h 28397"/>
                  <a:gd name="connsiteX7" fmla="*/ 4244 w 28356"/>
                  <a:gd name="connsiteY7" fmla="*/ 24364 h 28397"/>
                  <a:gd name="connsiteX8" fmla="*/ 1426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23"/>
                    </a:moveTo>
                    <a:cubicBezTo>
                      <a:pt x="18030" y="28523"/>
                      <a:pt x="21636" y="27027"/>
                      <a:pt x="24295" y="24364"/>
                    </a:cubicBezTo>
                    <a:cubicBezTo>
                      <a:pt x="26954" y="21701"/>
                      <a:pt x="28448" y="18089"/>
                      <a:pt x="28448" y="14324"/>
                    </a:cubicBezTo>
                    <a:cubicBezTo>
                      <a:pt x="28448" y="10558"/>
                      <a:pt x="26954" y="6946"/>
                      <a:pt x="24295" y="4283"/>
                    </a:cubicBezTo>
                    <a:cubicBezTo>
                      <a:pt x="21636" y="1621"/>
                      <a:pt x="18030" y="125"/>
                      <a:pt x="14269" y="125"/>
                    </a:cubicBezTo>
                    <a:cubicBezTo>
                      <a:pt x="10509" y="125"/>
                      <a:pt x="6903" y="1621"/>
                      <a:pt x="4244" y="4283"/>
                    </a:cubicBezTo>
                    <a:cubicBezTo>
                      <a:pt x="1585" y="6946"/>
                      <a:pt x="91" y="10558"/>
                      <a:pt x="91" y="14324"/>
                    </a:cubicBezTo>
                    <a:cubicBezTo>
                      <a:pt x="91" y="18089"/>
                      <a:pt x="1585" y="21701"/>
                      <a:pt x="4244" y="24364"/>
                    </a:cubicBezTo>
                    <a:cubicBezTo>
                      <a:pt x="6903" y="27027"/>
                      <a:pt x="10509" y="28523"/>
                      <a:pt x="1426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2" name="Freeform: Shape 791">
                <a:extLst>
                  <a:ext uri="{FF2B5EF4-FFF2-40B4-BE49-F238E27FC236}">
                    <a16:creationId xmlns:a16="http://schemas.microsoft.com/office/drawing/2014/main" id="{439071DB-1C5A-18A3-9E62-2CA6D8B1B8C4}"/>
                  </a:ext>
                </a:extLst>
              </p:cNvPr>
              <p:cNvSpPr/>
              <p:nvPr/>
            </p:nvSpPr>
            <p:spPr>
              <a:xfrm>
                <a:off x="8620543" y="4869193"/>
                <a:ext cx="28356" cy="28397"/>
              </a:xfrm>
              <a:custGeom>
                <a:avLst/>
                <a:gdLst>
                  <a:gd name="connsiteX0" fmla="*/ 14269 w 28356"/>
                  <a:gd name="connsiteY0" fmla="*/ 28522 h 28397"/>
                  <a:gd name="connsiteX1" fmla="*/ 24294 w 28356"/>
                  <a:gd name="connsiteY1" fmla="*/ 24364 h 28397"/>
                  <a:gd name="connsiteX2" fmla="*/ 28447 w 28356"/>
                  <a:gd name="connsiteY2" fmla="*/ 14323 h 28397"/>
                  <a:gd name="connsiteX3" fmla="*/ 24294 w 28356"/>
                  <a:gd name="connsiteY3" fmla="*/ 4283 h 28397"/>
                  <a:gd name="connsiteX4" fmla="*/ 14269 w 28356"/>
                  <a:gd name="connsiteY4" fmla="*/ 124 h 28397"/>
                  <a:gd name="connsiteX5" fmla="*/ 4243 w 28356"/>
                  <a:gd name="connsiteY5" fmla="*/ 4283 h 28397"/>
                  <a:gd name="connsiteX6" fmla="*/ 91 w 28356"/>
                  <a:gd name="connsiteY6" fmla="*/ 14323 h 28397"/>
                  <a:gd name="connsiteX7" fmla="*/ 4243 w 28356"/>
                  <a:gd name="connsiteY7" fmla="*/ 24364 h 28397"/>
                  <a:gd name="connsiteX8" fmla="*/ 1426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22"/>
                    </a:moveTo>
                    <a:cubicBezTo>
                      <a:pt x="18029" y="28522"/>
                      <a:pt x="21636" y="27026"/>
                      <a:pt x="24294" y="24364"/>
                    </a:cubicBezTo>
                    <a:cubicBezTo>
                      <a:pt x="26953" y="21701"/>
                      <a:pt x="28447" y="18089"/>
                      <a:pt x="28447" y="14323"/>
                    </a:cubicBezTo>
                    <a:cubicBezTo>
                      <a:pt x="28447" y="10558"/>
                      <a:pt x="26953" y="6946"/>
                      <a:pt x="24294" y="4283"/>
                    </a:cubicBezTo>
                    <a:cubicBezTo>
                      <a:pt x="21636" y="1620"/>
                      <a:pt x="18029" y="124"/>
                      <a:pt x="14269" y="124"/>
                    </a:cubicBezTo>
                    <a:cubicBezTo>
                      <a:pt x="10509" y="124"/>
                      <a:pt x="6902" y="1620"/>
                      <a:pt x="4243" y="4283"/>
                    </a:cubicBezTo>
                    <a:cubicBezTo>
                      <a:pt x="1584" y="6946"/>
                      <a:pt x="91" y="10558"/>
                      <a:pt x="91" y="14323"/>
                    </a:cubicBezTo>
                    <a:cubicBezTo>
                      <a:pt x="91" y="18089"/>
                      <a:pt x="1584" y="21701"/>
                      <a:pt x="4243" y="24364"/>
                    </a:cubicBezTo>
                    <a:cubicBezTo>
                      <a:pt x="6902" y="27026"/>
                      <a:pt x="10509" y="28522"/>
                      <a:pt x="1426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3" name="Freeform: Shape 792">
                <a:extLst>
                  <a:ext uri="{FF2B5EF4-FFF2-40B4-BE49-F238E27FC236}">
                    <a16:creationId xmlns:a16="http://schemas.microsoft.com/office/drawing/2014/main" id="{076991DF-8F3B-CD48-B2C9-A8138EA44866}"/>
                  </a:ext>
                </a:extLst>
              </p:cNvPr>
              <p:cNvSpPr/>
              <p:nvPr/>
            </p:nvSpPr>
            <p:spPr>
              <a:xfrm>
                <a:off x="8612784" y="4869650"/>
                <a:ext cx="28356" cy="28397"/>
              </a:xfrm>
              <a:custGeom>
                <a:avLst/>
                <a:gdLst>
                  <a:gd name="connsiteX0" fmla="*/ 14268 w 28356"/>
                  <a:gd name="connsiteY0" fmla="*/ 28522 h 28397"/>
                  <a:gd name="connsiteX1" fmla="*/ 24294 w 28356"/>
                  <a:gd name="connsiteY1" fmla="*/ 24364 h 28397"/>
                  <a:gd name="connsiteX2" fmla="*/ 28447 w 28356"/>
                  <a:gd name="connsiteY2" fmla="*/ 14323 h 28397"/>
                  <a:gd name="connsiteX3" fmla="*/ 24294 w 28356"/>
                  <a:gd name="connsiteY3" fmla="*/ 4283 h 28397"/>
                  <a:gd name="connsiteX4" fmla="*/ 14268 w 28356"/>
                  <a:gd name="connsiteY4" fmla="*/ 124 h 28397"/>
                  <a:gd name="connsiteX5" fmla="*/ 4243 w 28356"/>
                  <a:gd name="connsiteY5" fmla="*/ 4283 h 28397"/>
                  <a:gd name="connsiteX6" fmla="*/ 90 w 28356"/>
                  <a:gd name="connsiteY6" fmla="*/ 14323 h 28397"/>
                  <a:gd name="connsiteX7" fmla="*/ 4243 w 28356"/>
                  <a:gd name="connsiteY7" fmla="*/ 24364 h 28397"/>
                  <a:gd name="connsiteX8" fmla="*/ 1426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22"/>
                    </a:moveTo>
                    <a:cubicBezTo>
                      <a:pt x="18028" y="28522"/>
                      <a:pt x="21635" y="27026"/>
                      <a:pt x="24294" y="24364"/>
                    </a:cubicBezTo>
                    <a:cubicBezTo>
                      <a:pt x="26953" y="21701"/>
                      <a:pt x="28447" y="18089"/>
                      <a:pt x="28447" y="14323"/>
                    </a:cubicBezTo>
                    <a:cubicBezTo>
                      <a:pt x="28447" y="10558"/>
                      <a:pt x="26953" y="6946"/>
                      <a:pt x="24294" y="4283"/>
                    </a:cubicBezTo>
                    <a:cubicBezTo>
                      <a:pt x="21635" y="1620"/>
                      <a:pt x="18028" y="124"/>
                      <a:pt x="14268" y="124"/>
                    </a:cubicBezTo>
                    <a:cubicBezTo>
                      <a:pt x="10508" y="124"/>
                      <a:pt x="6901" y="1620"/>
                      <a:pt x="4243" y="4283"/>
                    </a:cubicBezTo>
                    <a:cubicBezTo>
                      <a:pt x="1584" y="6946"/>
                      <a:pt x="90" y="10558"/>
                      <a:pt x="90" y="14323"/>
                    </a:cubicBezTo>
                    <a:cubicBezTo>
                      <a:pt x="90" y="18089"/>
                      <a:pt x="1584" y="21701"/>
                      <a:pt x="4243" y="24364"/>
                    </a:cubicBezTo>
                    <a:cubicBezTo>
                      <a:pt x="6901" y="27026"/>
                      <a:pt x="10508" y="28522"/>
                      <a:pt x="1426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4" name="Freeform: Shape 793">
                <a:extLst>
                  <a:ext uri="{FF2B5EF4-FFF2-40B4-BE49-F238E27FC236}">
                    <a16:creationId xmlns:a16="http://schemas.microsoft.com/office/drawing/2014/main" id="{493D6830-AD9B-BFD9-A4DF-8A339544AA59}"/>
                  </a:ext>
                </a:extLst>
              </p:cNvPr>
              <p:cNvSpPr/>
              <p:nvPr/>
            </p:nvSpPr>
            <p:spPr>
              <a:xfrm>
                <a:off x="8605026" y="4872610"/>
                <a:ext cx="28356" cy="28397"/>
              </a:xfrm>
              <a:custGeom>
                <a:avLst/>
                <a:gdLst>
                  <a:gd name="connsiteX0" fmla="*/ 14268 w 28356"/>
                  <a:gd name="connsiteY0" fmla="*/ 28523 h 28397"/>
                  <a:gd name="connsiteX1" fmla="*/ 24293 w 28356"/>
                  <a:gd name="connsiteY1" fmla="*/ 24364 h 28397"/>
                  <a:gd name="connsiteX2" fmla="*/ 28446 w 28356"/>
                  <a:gd name="connsiteY2" fmla="*/ 14324 h 28397"/>
                  <a:gd name="connsiteX3" fmla="*/ 24293 w 28356"/>
                  <a:gd name="connsiteY3" fmla="*/ 4283 h 28397"/>
                  <a:gd name="connsiteX4" fmla="*/ 14268 w 28356"/>
                  <a:gd name="connsiteY4" fmla="*/ 125 h 28397"/>
                  <a:gd name="connsiteX5" fmla="*/ 4242 w 28356"/>
                  <a:gd name="connsiteY5" fmla="*/ 4283 h 28397"/>
                  <a:gd name="connsiteX6" fmla="*/ 89 w 28356"/>
                  <a:gd name="connsiteY6" fmla="*/ 14324 h 28397"/>
                  <a:gd name="connsiteX7" fmla="*/ 4242 w 28356"/>
                  <a:gd name="connsiteY7" fmla="*/ 24364 h 28397"/>
                  <a:gd name="connsiteX8" fmla="*/ 1426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23"/>
                    </a:moveTo>
                    <a:cubicBezTo>
                      <a:pt x="18028" y="28523"/>
                      <a:pt x="21634" y="27026"/>
                      <a:pt x="24293" y="24364"/>
                    </a:cubicBezTo>
                    <a:cubicBezTo>
                      <a:pt x="26952" y="21701"/>
                      <a:pt x="28446" y="18089"/>
                      <a:pt x="28446" y="14324"/>
                    </a:cubicBezTo>
                    <a:cubicBezTo>
                      <a:pt x="28446" y="10558"/>
                      <a:pt x="26952" y="6946"/>
                      <a:pt x="24293" y="4283"/>
                    </a:cubicBezTo>
                    <a:cubicBezTo>
                      <a:pt x="21634" y="1621"/>
                      <a:pt x="18028" y="125"/>
                      <a:pt x="14268" y="125"/>
                    </a:cubicBezTo>
                    <a:cubicBezTo>
                      <a:pt x="10507" y="125"/>
                      <a:pt x="6901" y="1621"/>
                      <a:pt x="4242" y="4283"/>
                    </a:cubicBezTo>
                    <a:cubicBezTo>
                      <a:pt x="1583" y="6946"/>
                      <a:pt x="89" y="10558"/>
                      <a:pt x="89" y="14324"/>
                    </a:cubicBezTo>
                    <a:cubicBezTo>
                      <a:pt x="89" y="18089"/>
                      <a:pt x="1583" y="21701"/>
                      <a:pt x="4242" y="24364"/>
                    </a:cubicBezTo>
                    <a:cubicBezTo>
                      <a:pt x="6901" y="27026"/>
                      <a:pt x="10507" y="28523"/>
                      <a:pt x="1426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5" name="Freeform: Shape 794">
                <a:extLst>
                  <a:ext uri="{FF2B5EF4-FFF2-40B4-BE49-F238E27FC236}">
                    <a16:creationId xmlns:a16="http://schemas.microsoft.com/office/drawing/2014/main" id="{2EED76B4-CF8A-9BB8-C371-0580AA87101D}"/>
                  </a:ext>
                </a:extLst>
              </p:cNvPr>
              <p:cNvSpPr/>
              <p:nvPr/>
            </p:nvSpPr>
            <p:spPr>
              <a:xfrm>
                <a:off x="8597267" y="4870044"/>
                <a:ext cx="28356" cy="28397"/>
              </a:xfrm>
              <a:custGeom>
                <a:avLst/>
                <a:gdLst>
                  <a:gd name="connsiteX0" fmla="*/ 14267 w 28356"/>
                  <a:gd name="connsiteY0" fmla="*/ 28522 h 28397"/>
                  <a:gd name="connsiteX1" fmla="*/ 24293 w 28356"/>
                  <a:gd name="connsiteY1" fmla="*/ 24364 h 28397"/>
                  <a:gd name="connsiteX2" fmla="*/ 28445 w 28356"/>
                  <a:gd name="connsiteY2" fmla="*/ 14323 h 28397"/>
                  <a:gd name="connsiteX3" fmla="*/ 24293 w 28356"/>
                  <a:gd name="connsiteY3" fmla="*/ 4283 h 28397"/>
                  <a:gd name="connsiteX4" fmla="*/ 14267 w 28356"/>
                  <a:gd name="connsiteY4" fmla="*/ 124 h 28397"/>
                  <a:gd name="connsiteX5" fmla="*/ 4241 w 28356"/>
                  <a:gd name="connsiteY5" fmla="*/ 4283 h 28397"/>
                  <a:gd name="connsiteX6" fmla="*/ 89 w 28356"/>
                  <a:gd name="connsiteY6" fmla="*/ 14323 h 28397"/>
                  <a:gd name="connsiteX7" fmla="*/ 4241 w 28356"/>
                  <a:gd name="connsiteY7" fmla="*/ 24364 h 28397"/>
                  <a:gd name="connsiteX8" fmla="*/ 1426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7" y="28522"/>
                    </a:moveTo>
                    <a:cubicBezTo>
                      <a:pt x="18027" y="28522"/>
                      <a:pt x="21634" y="27026"/>
                      <a:pt x="24293" y="24364"/>
                    </a:cubicBezTo>
                    <a:cubicBezTo>
                      <a:pt x="26951" y="21701"/>
                      <a:pt x="28445" y="18089"/>
                      <a:pt x="28445" y="14323"/>
                    </a:cubicBezTo>
                    <a:cubicBezTo>
                      <a:pt x="28445" y="10558"/>
                      <a:pt x="26951" y="6946"/>
                      <a:pt x="24293" y="4283"/>
                    </a:cubicBezTo>
                    <a:cubicBezTo>
                      <a:pt x="21634" y="1620"/>
                      <a:pt x="18027" y="124"/>
                      <a:pt x="14267" y="124"/>
                    </a:cubicBezTo>
                    <a:cubicBezTo>
                      <a:pt x="10507" y="124"/>
                      <a:pt x="6900" y="1620"/>
                      <a:pt x="4241" y="4283"/>
                    </a:cubicBezTo>
                    <a:cubicBezTo>
                      <a:pt x="1583" y="6946"/>
                      <a:pt x="89" y="10558"/>
                      <a:pt x="89" y="14323"/>
                    </a:cubicBezTo>
                    <a:cubicBezTo>
                      <a:pt x="89" y="18089"/>
                      <a:pt x="1583" y="21701"/>
                      <a:pt x="4241" y="24364"/>
                    </a:cubicBezTo>
                    <a:cubicBezTo>
                      <a:pt x="6900" y="27026"/>
                      <a:pt x="10507" y="28522"/>
                      <a:pt x="1426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6" name="Freeform: Shape 795">
                <a:extLst>
                  <a:ext uri="{FF2B5EF4-FFF2-40B4-BE49-F238E27FC236}">
                    <a16:creationId xmlns:a16="http://schemas.microsoft.com/office/drawing/2014/main" id="{392D615B-BC2D-690C-F3CC-FF97633C91DF}"/>
                  </a:ext>
                </a:extLst>
              </p:cNvPr>
              <p:cNvSpPr/>
              <p:nvPr/>
            </p:nvSpPr>
            <p:spPr>
              <a:xfrm>
                <a:off x="8589508" y="4872457"/>
                <a:ext cx="28356" cy="28397"/>
              </a:xfrm>
              <a:custGeom>
                <a:avLst/>
                <a:gdLst>
                  <a:gd name="connsiteX0" fmla="*/ 14266 w 28356"/>
                  <a:gd name="connsiteY0" fmla="*/ 28523 h 28397"/>
                  <a:gd name="connsiteX1" fmla="*/ 24292 w 28356"/>
                  <a:gd name="connsiteY1" fmla="*/ 24364 h 28397"/>
                  <a:gd name="connsiteX2" fmla="*/ 28445 w 28356"/>
                  <a:gd name="connsiteY2" fmla="*/ 14324 h 28397"/>
                  <a:gd name="connsiteX3" fmla="*/ 24292 w 28356"/>
                  <a:gd name="connsiteY3" fmla="*/ 4283 h 28397"/>
                  <a:gd name="connsiteX4" fmla="*/ 14266 w 28356"/>
                  <a:gd name="connsiteY4" fmla="*/ 125 h 28397"/>
                  <a:gd name="connsiteX5" fmla="*/ 4241 w 28356"/>
                  <a:gd name="connsiteY5" fmla="*/ 4283 h 28397"/>
                  <a:gd name="connsiteX6" fmla="*/ 88 w 28356"/>
                  <a:gd name="connsiteY6" fmla="*/ 14324 h 28397"/>
                  <a:gd name="connsiteX7" fmla="*/ 4241 w 28356"/>
                  <a:gd name="connsiteY7" fmla="*/ 24364 h 28397"/>
                  <a:gd name="connsiteX8" fmla="*/ 1426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3"/>
                    </a:moveTo>
                    <a:cubicBezTo>
                      <a:pt x="18027" y="28523"/>
                      <a:pt x="21633" y="27026"/>
                      <a:pt x="24292" y="24364"/>
                    </a:cubicBezTo>
                    <a:cubicBezTo>
                      <a:pt x="26951" y="21701"/>
                      <a:pt x="28445" y="18089"/>
                      <a:pt x="28445" y="14324"/>
                    </a:cubicBezTo>
                    <a:cubicBezTo>
                      <a:pt x="28445" y="10558"/>
                      <a:pt x="26951" y="6946"/>
                      <a:pt x="24292" y="4283"/>
                    </a:cubicBezTo>
                    <a:cubicBezTo>
                      <a:pt x="21633" y="1621"/>
                      <a:pt x="18027" y="125"/>
                      <a:pt x="14266" y="125"/>
                    </a:cubicBezTo>
                    <a:cubicBezTo>
                      <a:pt x="10506" y="125"/>
                      <a:pt x="6900" y="1621"/>
                      <a:pt x="4241" y="4283"/>
                    </a:cubicBezTo>
                    <a:cubicBezTo>
                      <a:pt x="1582" y="6946"/>
                      <a:pt x="88" y="10558"/>
                      <a:pt x="88" y="14324"/>
                    </a:cubicBezTo>
                    <a:cubicBezTo>
                      <a:pt x="88" y="18089"/>
                      <a:pt x="1582" y="21701"/>
                      <a:pt x="4241" y="24364"/>
                    </a:cubicBezTo>
                    <a:cubicBezTo>
                      <a:pt x="6900" y="27026"/>
                      <a:pt x="10506" y="28523"/>
                      <a:pt x="1426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7" name="Freeform: Shape 796">
                <a:extLst>
                  <a:ext uri="{FF2B5EF4-FFF2-40B4-BE49-F238E27FC236}">
                    <a16:creationId xmlns:a16="http://schemas.microsoft.com/office/drawing/2014/main" id="{17F68EEA-8FEC-9C40-B207-D7FDC32DE847}"/>
                  </a:ext>
                </a:extLst>
              </p:cNvPr>
              <p:cNvSpPr/>
              <p:nvPr/>
            </p:nvSpPr>
            <p:spPr>
              <a:xfrm>
                <a:off x="8581750" y="4865879"/>
                <a:ext cx="28356" cy="28397"/>
              </a:xfrm>
              <a:custGeom>
                <a:avLst/>
                <a:gdLst>
                  <a:gd name="connsiteX0" fmla="*/ 14266 w 28356"/>
                  <a:gd name="connsiteY0" fmla="*/ 28522 h 28397"/>
                  <a:gd name="connsiteX1" fmla="*/ 24291 w 28356"/>
                  <a:gd name="connsiteY1" fmla="*/ 24363 h 28397"/>
                  <a:gd name="connsiteX2" fmla="*/ 28444 w 28356"/>
                  <a:gd name="connsiteY2" fmla="*/ 14323 h 28397"/>
                  <a:gd name="connsiteX3" fmla="*/ 24291 w 28356"/>
                  <a:gd name="connsiteY3" fmla="*/ 4283 h 28397"/>
                  <a:gd name="connsiteX4" fmla="*/ 14266 w 28356"/>
                  <a:gd name="connsiteY4" fmla="*/ 124 h 28397"/>
                  <a:gd name="connsiteX5" fmla="*/ 4240 w 28356"/>
                  <a:gd name="connsiteY5" fmla="*/ 4283 h 28397"/>
                  <a:gd name="connsiteX6" fmla="*/ 87 w 28356"/>
                  <a:gd name="connsiteY6" fmla="*/ 14323 h 28397"/>
                  <a:gd name="connsiteX7" fmla="*/ 4240 w 28356"/>
                  <a:gd name="connsiteY7" fmla="*/ 24363 h 28397"/>
                  <a:gd name="connsiteX8" fmla="*/ 1426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2"/>
                    </a:moveTo>
                    <a:cubicBezTo>
                      <a:pt x="18026" y="28522"/>
                      <a:pt x="21633" y="27026"/>
                      <a:pt x="24291" y="24363"/>
                    </a:cubicBezTo>
                    <a:cubicBezTo>
                      <a:pt x="26950" y="21701"/>
                      <a:pt x="28444" y="18089"/>
                      <a:pt x="28444" y="14323"/>
                    </a:cubicBezTo>
                    <a:cubicBezTo>
                      <a:pt x="28444" y="10557"/>
                      <a:pt x="26950" y="6945"/>
                      <a:pt x="24291" y="4283"/>
                    </a:cubicBezTo>
                    <a:cubicBezTo>
                      <a:pt x="21633" y="1620"/>
                      <a:pt x="18026" y="124"/>
                      <a:pt x="14266" y="124"/>
                    </a:cubicBezTo>
                    <a:cubicBezTo>
                      <a:pt x="10506" y="124"/>
                      <a:pt x="6899" y="1620"/>
                      <a:pt x="4240" y="4283"/>
                    </a:cubicBezTo>
                    <a:cubicBezTo>
                      <a:pt x="1581" y="6945"/>
                      <a:pt x="87" y="10557"/>
                      <a:pt x="87" y="14323"/>
                    </a:cubicBezTo>
                    <a:cubicBezTo>
                      <a:pt x="87" y="18089"/>
                      <a:pt x="1581" y="21701"/>
                      <a:pt x="4240" y="24363"/>
                    </a:cubicBezTo>
                    <a:cubicBezTo>
                      <a:pt x="6899" y="27026"/>
                      <a:pt x="10506" y="28522"/>
                      <a:pt x="1426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8" name="Freeform: Shape 797">
                <a:extLst>
                  <a:ext uri="{FF2B5EF4-FFF2-40B4-BE49-F238E27FC236}">
                    <a16:creationId xmlns:a16="http://schemas.microsoft.com/office/drawing/2014/main" id="{D8185109-5D6A-5741-74BD-8185903A6E50}"/>
                  </a:ext>
                </a:extLst>
              </p:cNvPr>
              <p:cNvSpPr/>
              <p:nvPr/>
            </p:nvSpPr>
            <p:spPr>
              <a:xfrm>
                <a:off x="8573993" y="4868800"/>
                <a:ext cx="28356" cy="28397"/>
              </a:xfrm>
              <a:custGeom>
                <a:avLst/>
                <a:gdLst>
                  <a:gd name="connsiteX0" fmla="*/ 14265 w 28356"/>
                  <a:gd name="connsiteY0" fmla="*/ 28522 h 28397"/>
                  <a:gd name="connsiteX1" fmla="*/ 24291 w 28356"/>
                  <a:gd name="connsiteY1" fmla="*/ 24363 h 28397"/>
                  <a:gd name="connsiteX2" fmla="*/ 28444 w 28356"/>
                  <a:gd name="connsiteY2" fmla="*/ 14323 h 28397"/>
                  <a:gd name="connsiteX3" fmla="*/ 24291 w 28356"/>
                  <a:gd name="connsiteY3" fmla="*/ 4283 h 28397"/>
                  <a:gd name="connsiteX4" fmla="*/ 14265 w 28356"/>
                  <a:gd name="connsiteY4" fmla="*/ 124 h 28397"/>
                  <a:gd name="connsiteX5" fmla="*/ 4240 w 28356"/>
                  <a:gd name="connsiteY5" fmla="*/ 4283 h 28397"/>
                  <a:gd name="connsiteX6" fmla="*/ 87 w 28356"/>
                  <a:gd name="connsiteY6" fmla="*/ 14323 h 28397"/>
                  <a:gd name="connsiteX7" fmla="*/ 4240 w 28356"/>
                  <a:gd name="connsiteY7" fmla="*/ 24363 h 28397"/>
                  <a:gd name="connsiteX8" fmla="*/ 1426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22"/>
                    </a:moveTo>
                    <a:cubicBezTo>
                      <a:pt x="18025" y="28522"/>
                      <a:pt x="21632" y="27026"/>
                      <a:pt x="24291" y="24363"/>
                    </a:cubicBezTo>
                    <a:cubicBezTo>
                      <a:pt x="26950" y="21701"/>
                      <a:pt x="28444" y="18089"/>
                      <a:pt x="28444" y="14323"/>
                    </a:cubicBezTo>
                    <a:cubicBezTo>
                      <a:pt x="28444" y="10558"/>
                      <a:pt x="26950" y="6946"/>
                      <a:pt x="24291" y="4283"/>
                    </a:cubicBezTo>
                    <a:cubicBezTo>
                      <a:pt x="21632" y="1620"/>
                      <a:pt x="18025" y="124"/>
                      <a:pt x="14265" y="124"/>
                    </a:cubicBezTo>
                    <a:cubicBezTo>
                      <a:pt x="10505" y="124"/>
                      <a:pt x="6898" y="1620"/>
                      <a:pt x="4240" y="4283"/>
                    </a:cubicBezTo>
                    <a:cubicBezTo>
                      <a:pt x="1581" y="6946"/>
                      <a:pt x="87" y="10558"/>
                      <a:pt x="87" y="14323"/>
                    </a:cubicBezTo>
                    <a:cubicBezTo>
                      <a:pt x="87" y="18089"/>
                      <a:pt x="1581" y="21701"/>
                      <a:pt x="4240" y="24363"/>
                    </a:cubicBezTo>
                    <a:cubicBezTo>
                      <a:pt x="6898" y="27026"/>
                      <a:pt x="10505" y="28522"/>
                      <a:pt x="1426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799" name="Freeform: Shape 798">
                <a:extLst>
                  <a:ext uri="{FF2B5EF4-FFF2-40B4-BE49-F238E27FC236}">
                    <a16:creationId xmlns:a16="http://schemas.microsoft.com/office/drawing/2014/main" id="{5D8E5F6A-4D95-55BE-C6CF-2AFBDA9796D3}"/>
                  </a:ext>
                </a:extLst>
              </p:cNvPr>
              <p:cNvSpPr/>
              <p:nvPr/>
            </p:nvSpPr>
            <p:spPr>
              <a:xfrm>
                <a:off x="8566234" y="4868838"/>
                <a:ext cx="28356" cy="28397"/>
              </a:xfrm>
              <a:custGeom>
                <a:avLst/>
                <a:gdLst>
                  <a:gd name="connsiteX0" fmla="*/ 14265 w 28356"/>
                  <a:gd name="connsiteY0" fmla="*/ 28522 h 28397"/>
                  <a:gd name="connsiteX1" fmla="*/ 24290 w 28356"/>
                  <a:gd name="connsiteY1" fmla="*/ 24363 h 28397"/>
                  <a:gd name="connsiteX2" fmla="*/ 28443 w 28356"/>
                  <a:gd name="connsiteY2" fmla="*/ 14323 h 28397"/>
                  <a:gd name="connsiteX3" fmla="*/ 24290 w 28356"/>
                  <a:gd name="connsiteY3" fmla="*/ 4283 h 28397"/>
                  <a:gd name="connsiteX4" fmla="*/ 14265 w 28356"/>
                  <a:gd name="connsiteY4" fmla="*/ 124 h 28397"/>
                  <a:gd name="connsiteX5" fmla="*/ 4239 w 28356"/>
                  <a:gd name="connsiteY5" fmla="*/ 4283 h 28397"/>
                  <a:gd name="connsiteX6" fmla="*/ 86 w 28356"/>
                  <a:gd name="connsiteY6" fmla="*/ 14323 h 28397"/>
                  <a:gd name="connsiteX7" fmla="*/ 4239 w 28356"/>
                  <a:gd name="connsiteY7" fmla="*/ 24363 h 28397"/>
                  <a:gd name="connsiteX8" fmla="*/ 1426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22"/>
                    </a:moveTo>
                    <a:cubicBezTo>
                      <a:pt x="18025" y="28522"/>
                      <a:pt x="21631" y="27026"/>
                      <a:pt x="24290" y="24363"/>
                    </a:cubicBezTo>
                    <a:cubicBezTo>
                      <a:pt x="26949" y="21701"/>
                      <a:pt x="28443" y="18089"/>
                      <a:pt x="28443" y="14323"/>
                    </a:cubicBezTo>
                    <a:cubicBezTo>
                      <a:pt x="28443" y="10558"/>
                      <a:pt x="26949" y="6946"/>
                      <a:pt x="24290" y="4283"/>
                    </a:cubicBezTo>
                    <a:cubicBezTo>
                      <a:pt x="21631" y="1620"/>
                      <a:pt x="18025" y="124"/>
                      <a:pt x="14265" y="124"/>
                    </a:cubicBezTo>
                    <a:cubicBezTo>
                      <a:pt x="10504" y="124"/>
                      <a:pt x="6898" y="1620"/>
                      <a:pt x="4239" y="4283"/>
                    </a:cubicBezTo>
                    <a:cubicBezTo>
                      <a:pt x="1580" y="6946"/>
                      <a:pt x="86" y="10558"/>
                      <a:pt x="86" y="14323"/>
                    </a:cubicBezTo>
                    <a:cubicBezTo>
                      <a:pt x="86" y="18089"/>
                      <a:pt x="1580" y="21701"/>
                      <a:pt x="4239" y="24363"/>
                    </a:cubicBezTo>
                    <a:cubicBezTo>
                      <a:pt x="6898" y="27026"/>
                      <a:pt x="10504" y="28522"/>
                      <a:pt x="1426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0" name="Freeform: Shape 799">
                <a:extLst>
                  <a:ext uri="{FF2B5EF4-FFF2-40B4-BE49-F238E27FC236}">
                    <a16:creationId xmlns:a16="http://schemas.microsoft.com/office/drawing/2014/main" id="{DE2A4D36-7558-8BF7-5969-48354E52B30D}"/>
                  </a:ext>
                </a:extLst>
              </p:cNvPr>
              <p:cNvSpPr/>
              <p:nvPr/>
            </p:nvSpPr>
            <p:spPr>
              <a:xfrm>
                <a:off x="8558475" y="4879125"/>
                <a:ext cx="28356" cy="28397"/>
              </a:xfrm>
              <a:custGeom>
                <a:avLst/>
                <a:gdLst>
                  <a:gd name="connsiteX0" fmla="*/ 14264 w 28356"/>
                  <a:gd name="connsiteY0" fmla="*/ 28523 h 28397"/>
                  <a:gd name="connsiteX1" fmla="*/ 24290 w 28356"/>
                  <a:gd name="connsiteY1" fmla="*/ 24364 h 28397"/>
                  <a:gd name="connsiteX2" fmla="*/ 28442 w 28356"/>
                  <a:gd name="connsiteY2" fmla="*/ 14324 h 28397"/>
                  <a:gd name="connsiteX3" fmla="*/ 24290 w 28356"/>
                  <a:gd name="connsiteY3" fmla="*/ 4284 h 28397"/>
                  <a:gd name="connsiteX4" fmla="*/ 14264 w 28356"/>
                  <a:gd name="connsiteY4" fmla="*/ 125 h 28397"/>
                  <a:gd name="connsiteX5" fmla="*/ 4238 w 28356"/>
                  <a:gd name="connsiteY5" fmla="*/ 4284 h 28397"/>
                  <a:gd name="connsiteX6" fmla="*/ 86 w 28356"/>
                  <a:gd name="connsiteY6" fmla="*/ 14324 h 28397"/>
                  <a:gd name="connsiteX7" fmla="*/ 4238 w 28356"/>
                  <a:gd name="connsiteY7" fmla="*/ 24364 h 28397"/>
                  <a:gd name="connsiteX8" fmla="*/ 1426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4" y="28523"/>
                    </a:moveTo>
                    <a:cubicBezTo>
                      <a:pt x="18024" y="28523"/>
                      <a:pt x="21631" y="27027"/>
                      <a:pt x="24290" y="24364"/>
                    </a:cubicBezTo>
                    <a:cubicBezTo>
                      <a:pt x="26948" y="21702"/>
                      <a:pt x="28442" y="18090"/>
                      <a:pt x="28442" y="14324"/>
                    </a:cubicBezTo>
                    <a:cubicBezTo>
                      <a:pt x="28442" y="10558"/>
                      <a:pt x="26948" y="6947"/>
                      <a:pt x="24290" y="4284"/>
                    </a:cubicBezTo>
                    <a:cubicBezTo>
                      <a:pt x="21631" y="1621"/>
                      <a:pt x="18024" y="125"/>
                      <a:pt x="14264" y="125"/>
                    </a:cubicBezTo>
                    <a:cubicBezTo>
                      <a:pt x="10504" y="125"/>
                      <a:pt x="6897" y="1621"/>
                      <a:pt x="4238" y="4284"/>
                    </a:cubicBezTo>
                    <a:cubicBezTo>
                      <a:pt x="1580" y="6947"/>
                      <a:pt x="86" y="10558"/>
                      <a:pt x="86" y="14324"/>
                    </a:cubicBezTo>
                    <a:cubicBezTo>
                      <a:pt x="86" y="18090"/>
                      <a:pt x="1580" y="21702"/>
                      <a:pt x="4238" y="24364"/>
                    </a:cubicBezTo>
                    <a:cubicBezTo>
                      <a:pt x="6897" y="27027"/>
                      <a:pt x="10504" y="28523"/>
                      <a:pt x="1426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1" name="Freeform: Shape 800">
                <a:extLst>
                  <a:ext uri="{FF2B5EF4-FFF2-40B4-BE49-F238E27FC236}">
                    <a16:creationId xmlns:a16="http://schemas.microsoft.com/office/drawing/2014/main" id="{BBE42628-1356-C2FA-4CE4-A49E4D0E2776}"/>
                  </a:ext>
                </a:extLst>
              </p:cNvPr>
              <p:cNvSpPr/>
              <p:nvPr/>
            </p:nvSpPr>
            <p:spPr>
              <a:xfrm>
                <a:off x="8550717" y="4880865"/>
                <a:ext cx="28356" cy="28397"/>
              </a:xfrm>
              <a:custGeom>
                <a:avLst/>
                <a:gdLst>
                  <a:gd name="connsiteX0" fmla="*/ 14263 w 28356"/>
                  <a:gd name="connsiteY0" fmla="*/ 28523 h 28397"/>
                  <a:gd name="connsiteX1" fmla="*/ 24289 w 28356"/>
                  <a:gd name="connsiteY1" fmla="*/ 24364 h 28397"/>
                  <a:gd name="connsiteX2" fmla="*/ 28442 w 28356"/>
                  <a:gd name="connsiteY2" fmla="*/ 14324 h 28397"/>
                  <a:gd name="connsiteX3" fmla="*/ 24289 w 28356"/>
                  <a:gd name="connsiteY3" fmla="*/ 4284 h 28397"/>
                  <a:gd name="connsiteX4" fmla="*/ 14263 w 28356"/>
                  <a:gd name="connsiteY4" fmla="*/ 125 h 28397"/>
                  <a:gd name="connsiteX5" fmla="*/ 4238 w 28356"/>
                  <a:gd name="connsiteY5" fmla="*/ 4284 h 28397"/>
                  <a:gd name="connsiteX6" fmla="*/ 85 w 28356"/>
                  <a:gd name="connsiteY6" fmla="*/ 14324 h 28397"/>
                  <a:gd name="connsiteX7" fmla="*/ 4238 w 28356"/>
                  <a:gd name="connsiteY7" fmla="*/ 24364 h 28397"/>
                  <a:gd name="connsiteX8" fmla="*/ 1426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23"/>
                    </a:moveTo>
                    <a:cubicBezTo>
                      <a:pt x="18024" y="28523"/>
                      <a:pt x="21630" y="27027"/>
                      <a:pt x="24289" y="24364"/>
                    </a:cubicBezTo>
                    <a:cubicBezTo>
                      <a:pt x="26948" y="21702"/>
                      <a:pt x="28442" y="18090"/>
                      <a:pt x="28442" y="14324"/>
                    </a:cubicBezTo>
                    <a:cubicBezTo>
                      <a:pt x="28442" y="10559"/>
                      <a:pt x="26948" y="6947"/>
                      <a:pt x="24289" y="4284"/>
                    </a:cubicBezTo>
                    <a:cubicBezTo>
                      <a:pt x="21630" y="1621"/>
                      <a:pt x="18024" y="125"/>
                      <a:pt x="14263" y="125"/>
                    </a:cubicBezTo>
                    <a:cubicBezTo>
                      <a:pt x="10503" y="125"/>
                      <a:pt x="6897" y="1621"/>
                      <a:pt x="4238" y="4284"/>
                    </a:cubicBezTo>
                    <a:cubicBezTo>
                      <a:pt x="1579" y="6947"/>
                      <a:pt x="85" y="10559"/>
                      <a:pt x="85" y="14324"/>
                    </a:cubicBezTo>
                    <a:cubicBezTo>
                      <a:pt x="85" y="18090"/>
                      <a:pt x="1579" y="21702"/>
                      <a:pt x="4238" y="24364"/>
                    </a:cubicBezTo>
                    <a:cubicBezTo>
                      <a:pt x="6897" y="27027"/>
                      <a:pt x="10503" y="28523"/>
                      <a:pt x="1426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2" name="Freeform: Shape 801">
                <a:extLst>
                  <a:ext uri="{FF2B5EF4-FFF2-40B4-BE49-F238E27FC236}">
                    <a16:creationId xmlns:a16="http://schemas.microsoft.com/office/drawing/2014/main" id="{04A489A9-BF18-98BD-EFB9-E8A816D93567}"/>
                  </a:ext>
                </a:extLst>
              </p:cNvPr>
              <p:cNvSpPr/>
              <p:nvPr/>
            </p:nvSpPr>
            <p:spPr>
              <a:xfrm>
                <a:off x="8542958" y="4872000"/>
                <a:ext cx="28356" cy="28397"/>
              </a:xfrm>
              <a:custGeom>
                <a:avLst/>
                <a:gdLst>
                  <a:gd name="connsiteX0" fmla="*/ 14263 w 28356"/>
                  <a:gd name="connsiteY0" fmla="*/ 28522 h 28397"/>
                  <a:gd name="connsiteX1" fmla="*/ 24288 w 28356"/>
                  <a:gd name="connsiteY1" fmla="*/ 24364 h 28397"/>
                  <a:gd name="connsiteX2" fmla="*/ 28441 w 28356"/>
                  <a:gd name="connsiteY2" fmla="*/ 14324 h 28397"/>
                  <a:gd name="connsiteX3" fmla="*/ 24288 w 28356"/>
                  <a:gd name="connsiteY3" fmla="*/ 4283 h 28397"/>
                  <a:gd name="connsiteX4" fmla="*/ 14263 w 28356"/>
                  <a:gd name="connsiteY4" fmla="*/ 125 h 28397"/>
                  <a:gd name="connsiteX5" fmla="*/ 4237 w 28356"/>
                  <a:gd name="connsiteY5" fmla="*/ 4283 h 28397"/>
                  <a:gd name="connsiteX6" fmla="*/ 84 w 28356"/>
                  <a:gd name="connsiteY6" fmla="*/ 14324 h 28397"/>
                  <a:gd name="connsiteX7" fmla="*/ 4237 w 28356"/>
                  <a:gd name="connsiteY7" fmla="*/ 24364 h 28397"/>
                  <a:gd name="connsiteX8" fmla="*/ 1426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22"/>
                    </a:moveTo>
                    <a:cubicBezTo>
                      <a:pt x="18023" y="28522"/>
                      <a:pt x="21630" y="27026"/>
                      <a:pt x="24288" y="24364"/>
                    </a:cubicBezTo>
                    <a:cubicBezTo>
                      <a:pt x="26947" y="21701"/>
                      <a:pt x="28441" y="18089"/>
                      <a:pt x="28441" y="14324"/>
                    </a:cubicBezTo>
                    <a:cubicBezTo>
                      <a:pt x="28441" y="10558"/>
                      <a:pt x="26947" y="6946"/>
                      <a:pt x="24288" y="4283"/>
                    </a:cubicBezTo>
                    <a:cubicBezTo>
                      <a:pt x="21630" y="1621"/>
                      <a:pt x="18023" y="125"/>
                      <a:pt x="14263" y="125"/>
                    </a:cubicBezTo>
                    <a:cubicBezTo>
                      <a:pt x="10503" y="125"/>
                      <a:pt x="6896" y="1621"/>
                      <a:pt x="4237" y="4283"/>
                    </a:cubicBezTo>
                    <a:cubicBezTo>
                      <a:pt x="1578" y="6946"/>
                      <a:pt x="84" y="10558"/>
                      <a:pt x="84" y="14324"/>
                    </a:cubicBezTo>
                    <a:cubicBezTo>
                      <a:pt x="84" y="18089"/>
                      <a:pt x="1578" y="21701"/>
                      <a:pt x="4237" y="24364"/>
                    </a:cubicBezTo>
                    <a:cubicBezTo>
                      <a:pt x="6896" y="27026"/>
                      <a:pt x="10503" y="28522"/>
                      <a:pt x="1426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3" name="Freeform: Shape 802">
                <a:extLst>
                  <a:ext uri="{FF2B5EF4-FFF2-40B4-BE49-F238E27FC236}">
                    <a16:creationId xmlns:a16="http://schemas.microsoft.com/office/drawing/2014/main" id="{7FCA449A-7DB4-2322-153B-407EC796CEB6}"/>
                  </a:ext>
                </a:extLst>
              </p:cNvPr>
              <p:cNvSpPr/>
              <p:nvPr/>
            </p:nvSpPr>
            <p:spPr>
              <a:xfrm>
                <a:off x="8535200" y="4872267"/>
                <a:ext cx="28356" cy="28397"/>
              </a:xfrm>
              <a:custGeom>
                <a:avLst/>
                <a:gdLst>
                  <a:gd name="connsiteX0" fmla="*/ 14262 w 28356"/>
                  <a:gd name="connsiteY0" fmla="*/ 28523 h 28397"/>
                  <a:gd name="connsiteX1" fmla="*/ 24288 w 28356"/>
                  <a:gd name="connsiteY1" fmla="*/ 24364 h 28397"/>
                  <a:gd name="connsiteX2" fmla="*/ 28440 w 28356"/>
                  <a:gd name="connsiteY2" fmla="*/ 14324 h 28397"/>
                  <a:gd name="connsiteX3" fmla="*/ 24288 w 28356"/>
                  <a:gd name="connsiteY3" fmla="*/ 4283 h 28397"/>
                  <a:gd name="connsiteX4" fmla="*/ 14262 w 28356"/>
                  <a:gd name="connsiteY4" fmla="*/ 125 h 28397"/>
                  <a:gd name="connsiteX5" fmla="*/ 4237 w 28356"/>
                  <a:gd name="connsiteY5" fmla="*/ 4283 h 28397"/>
                  <a:gd name="connsiteX6" fmla="*/ 84 w 28356"/>
                  <a:gd name="connsiteY6" fmla="*/ 14324 h 28397"/>
                  <a:gd name="connsiteX7" fmla="*/ 4237 w 28356"/>
                  <a:gd name="connsiteY7" fmla="*/ 24364 h 28397"/>
                  <a:gd name="connsiteX8" fmla="*/ 1426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3"/>
                    </a:moveTo>
                    <a:cubicBezTo>
                      <a:pt x="18022" y="28523"/>
                      <a:pt x="21629" y="27026"/>
                      <a:pt x="24288" y="24364"/>
                    </a:cubicBezTo>
                    <a:cubicBezTo>
                      <a:pt x="26947" y="21701"/>
                      <a:pt x="28440" y="18089"/>
                      <a:pt x="28440" y="14324"/>
                    </a:cubicBezTo>
                    <a:cubicBezTo>
                      <a:pt x="28440" y="10558"/>
                      <a:pt x="26947" y="6946"/>
                      <a:pt x="24288" y="4283"/>
                    </a:cubicBezTo>
                    <a:cubicBezTo>
                      <a:pt x="21629" y="1621"/>
                      <a:pt x="18022" y="125"/>
                      <a:pt x="14262" y="125"/>
                    </a:cubicBezTo>
                    <a:cubicBezTo>
                      <a:pt x="10502" y="125"/>
                      <a:pt x="6895" y="1621"/>
                      <a:pt x="4237" y="4283"/>
                    </a:cubicBezTo>
                    <a:cubicBezTo>
                      <a:pt x="1578" y="6946"/>
                      <a:pt x="84" y="10558"/>
                      <a:pt x="84" y="14324"/>
                    </a:cubicBezTo>
                    <a:cubicBezTo>
                      <a:pt x="84" y="18089"/>
                      <a:pt x="1578" y="21701"/>
                      <a:pt x="4237" y="24364"/>
                    </a:cubicBezTo>
                    <a:cubicBezTo>
                      <a:pt x="6895" y="27026"/>
                      <a:pt x="10502" y="28523"/>
                      <a:pt x="1426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4" name="Freeform: Shape 803">
                <a:extLst>
                  <a:ext uri="{FF2B5EF4-FFF2-40B4-BE49-F238E27FC236}">
                    <a16:creationId xmlns:a16="http://schemas.microsoft.com/office/drawing/2014/main" id="{17D453B8-D908-6EE6-75FC-84D50DA03109}"/>
                  </a:ext>
                </a:extLst>
              </p:cNvPr>
              <p:cNvSpPr/>
              <p:nvPr/>
            </p:nvSpPr>
            <p:spPr>
              <a:xfrm>
                <a:off x="8527441" y="4865574"/>
                <a:ext cx="28356" cy="28397"/>
              </a:xfrm>
              <a:custGeom>
                <a:avLst/>
                <a:gdLst>
                  <a:gd name="connsiteX0" fmla="*/ 14262 w 28356"/>
                  <a:gd name="connsiteY0" fmla="*/ 28522 h 28397"/>
                  <a:gd name="connsiteX1" fmla="*/ 24287 w 28356"/>
                  <a:gd name="connsiteY1" fmla="*/ 24363 h 28397"/>
                  <a:gd name="connsiteX2" fmla="*/ 28440 w 28356"/>
                  <a:gd name="connsiteY2" fmla="*/ 14323 h 28397"/>
                  <a:gd name="connsiteX3" fmla="*/ 24287 w 28356"/>
                  <a:gd name="connsiteY3" fmla="*/ 4283 h 28397"/>
                  <a:gd name="connsiteX4" fmla="*/ 14262 w 28356"/>
                  <a:gd name="connsiteY4" fmla="*/ 124 h 28397"/>
                  <a:gd name="connsiteX5" fmla="*/ 4236 w 28356"/>
                  <a:gd name="connsiteY5" fmla="*/ 4283 h 28397"/>
                  <a:gd name="connsiteX6" fmla="*/ 83 w 28356"/>
                  <a:gd name="connsiteY6" fmla="*/ 14323 h 28397"/>
                  <a:gd name="connsiteX7" fmla="*/ 4236 w 28356"/>
                  <a:gd name="connsiteY7" fmla="*/ 24363 h 28397"/>
                  <a:gd name="connsiteX8" fmla="*/ 1426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2"/>
                    </a:moveTo>
                    <a:cubicBezTo>
                      <a:pt x="18022" y="28522"/>
                      <a:pt x="21628" y="27026"/>
                      <a:pt x="24287" y="24363"/>
                    </a:cubicBezTo>
                    <a:cubicBezTo>
                      <a:pt x="26946" y="21701"/>
                      <a:pt x="28440" y="18089"/>
                      <a:pt x="28440" y="14323"/>
                    </a:cubicBezTo>
                    <a:cubicBezTo>
                      <a:pt x="28440" y="10557"/>
                      <a:pt x="26946" y="6945"/>
                      <a:pt x="24287" y="4283"/>
                    </a:cubicBezTo>
                    <a:cubicBezTo>
                      <a:pt x="21628" y="1620"/>
                      <a:pt x="18022" y="124"/>
                      <a:pt x="14262" y="124"/>
                    </a:cubicBezTo>
                    <a:cubicBezTo>
                      <a:pt x="10501" y="124"/>
                      <a:pt x="6895" y="1620"/>
                      <a:pt x="4236" y="4283"/>
                    </a:cubicBezTo>
                    <a:cubicBezTo>
                      <a:pt x="1577" y="6945"/>
                      <a:pt x="83" y="10557"/>
                      <a:pt x="83" y="14323"/>
                    </a:cubicBezTo>
                    <a:cubicBezTo>
                      <a:pt x="83" y="18089"/>
                      <a:pt x="1577" y="21701"/>
                      <a:pt x="4236" y="24363"/>
                    </a:cubicBezTo>
                    <a:cubicBezTo>
                      <a:pt x="6895" y="27026"/>
                      <a:pt x="10501" y="28522"/>
                      <a:pt x="1426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5" name="Freeform: Shape 804">
                <a:extLst>
                  <a:ext uri="{FF2B5EF4-FFF2-40B4-BE49-F238E27FC236}">
                    <a16:creationId xmlns:a16="http://schemas.microsoft.com/office/drawing/2014/main" id="{7C5A1DB6-5159-D290-73EE-51AAEACC86A2}"/>
                  </a:ext>
                </a:extLst>
              </p:cNvPr>
              <p:cNvSpPr/>
              <p:nvPr/>
            </p:nvSpPr>
            <p:spPr>
              <a:xfrm>
                <a:off x="8519684" y="4883595"/>
                <a:ext cx="28356" cy="28397"/>
              </a:xfrm>
              <a:custGeom>
                <a:avLst/>
                <a:gdLst>
                  <a:gd name="connsiteX0" fmla="*/ 14261 w 28356"/>
                  <a:gd name="connsiteY0" fmla="*/ 28523 h 28397"/>
                  <a:gd name="connsiteX1" fmla="*/ 24287 w 28356"/>
                  <a:gd name="connsiteY1" fmla="*/ 24365 h 28397"/>
                  <a:gd name="connsiteX2" fmla="*/ 28439 w 28356"/>
                  <a:gd name="connsiteY2" fmla="*/ 14324 h 28397"/>
                  <a:gd name="connsiteX3" fmla="*/ 24287 w 28356"/>
                  <a:gd name="connsiteY3" fmla="*/ 4284 h 28397"/>
                  <a:gd name="connsiteX4" fmla="*/ 14261 w 28356"/>
                  <a:gd name="connsiteY4" fmla="*/ 125 h 28397"/>
                  <a:gd name="connsiteX5" fmla="*/ 4235 w 28356"/>
                  <a:gd name="connsiteY5" fmla="*/ 4284 h 28397"/>
                  <a:gd name="connsiteX6" fmla="*/ 83 w 28356"/>
                  <a:gd name="connsiteY6" fmla="*/ 14324 h 28397"/>
                  <a:gd name="connsiteX7" fmla="*/ 4235 w 28356"/>
                  <a:gd name="connsiteY7" fmla="*/ 24365 h 28397"/>
                  <a:gd name="connsiteX8" fmla="*/ 1426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1" y="28523"/>
                    </a:moveTo>
                    <a:cubicBezTo>
                      <a:pt x="18021" y="28523"/>
                      <a:pt x="21628" y="27027"/>
                      <a:pt x="24287" y="24365"/>
                    </a:cubicBezTo>
                    <a:cubicBezTo>
                      <a:pt x="26945" y="21702"/>
                      <a:pt x="28439" y="18090"/>
                      <a:pt x="28439" y="14324"/>
                    </a:cubicBezTo>
                    <a:cubicBezTo>
                      <a:pt x="28439" y="10559"/>
                      <a:pt x="26945" y="6947"/>
                      <a:pt x="24287" y="4284"/>
                    </a:cubicBezTo>
                    <a:cubicBezTo>
                      <a:pt x="21628" y="1622"/>
                      <a:pt x="18021" y="125"/>
                      <a:pt x="14261" y="125"/>
                    </a:cubicBezTo>
                    <a:cubicBezTo>
                      <a:pt x="10501" y="125"/>
                      <a:pt x="6894" y="1622"/>
                      <a:pt x="4235" y="4284"/>
                    </a:cubicBezTo>
                    <a:cubicBezTo>
                      <a:pt x="1576" y="6947"/>
                      <a:pt x="83" y="10559"/>
                      <a:pt x="83" y="14324"/>
                    </a:cubicBezTo>
                    <a:cubicBezTo>
                      <a:pt x="83" y="18090"/>
                      <a:pt x="1576" y="21702"/>
                      <a:pt x="4235" y="24365"/>
                    </a:cubicBezTo>
                    <a:cubicBezTo>
                      <a:pt x="6894" y="27027"/>
                      <a:pt x="10501" y="28523"/>
                      <a:pt x="1426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6" name="Freeform: Shape 805">
                <a:extLst>
                  <a:ext uri="{FF2B5EF4-FFF2-40B4-BE49-F238E27FC236}">
                    <a16:creationId xmlns:a16="http://schemas.microsoft.com/office/drawing/2014/main" id="{213F1FC5-6C4B-4BC7-6AA4-333457BA9061}"/>
                  </a:ext>
                </a:extLst>
              </p:cNvPr>
              <p:cNvSpPr/>
              <p:nvPr/>
            </p:nvSpPr>
            <p:spPr>
              <a:xfrm>
                <a:off x="8511925" y="4868787"/>
                <a:ext cx="28356" cy="28397"/>
              </a:xfrm>
              <a:custGeom>
                <a:avLst/>
                <a:gdLst>
                  <a:gd name="connsiteX0" fmla="*/ 14260 w 28356"/>
                  <a:gd name="connsiteY0" fmla="*/ 28522 h 28397"/>
                  <a:gd name="connsiteX1" fmla="*/ 24286 w 28356"/>
                  <a:gd name="connsiteY1" fmla="*/ 24363 h 28397"/>
                  <a:gd name="connsiteX2" fmla="*/ 28439 w 28356"/>
                  <a:gd name="connsiteY2" fmla="*/ 14323 h 28397"/>
                  <a:gd name="connsiteX3" fmla="*/ 24286 w 28356"/>
                  <a:gd name="connsiteY3" fmla="*/ 4283 h 28397"/>
                  <a:gd name="connsiteX4" fmla="*/ 14260 w 28356"/>
                  <a:gd name="connsiteY4" fmla="*/ 124 h 28397"/>
                  <a:gd name="connsiteX5" fmla="*/ 4235 w 28356"/>
                  <a:gd name="connsiteY5" fmla="*/ 4283 h 28397"/>
                  <a:gd name="connsiteX6" fmla="*/ 82 w 28356"/>
                  <a:gd name="connsiteY6" fmla="*/ 14323 h 28397"/>
                  <a:gd name="connsiteX7" fmla="*/ 4235 w 28356"/>
                  <a:gd name="connsiteY7" fmla="*/ 24363 h 28397"/>
                  <a:gd name="connsiteX8" fmla="*/ 1426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22"/>
                    </a:moveTo>
                    <a:cubicBezTo>
                      <a:pt x="18020" y="28522"/>
                      <a:pt x="21627" y="27026"/>
                      <a:pt x="24286" y="24363"/>
                    </a:cubicBezTo>
                    <a:cubicBezTo>
                      <a:pt x="26945" y="21701"/>
                      <a:pt x="28439" y="18089"/>
                      <a:pt x="28439" y="14323"/>
                    </a:cubicBezTo>
                    <a:cubicBezTo>
                      <a:pt x="28439" y="10558"/>
                      <a:pt x="26945" y="6946"/>
                      <a:pt x="24286" y="4283"/>
                    </a:cubicBezTo>
                    <a:cubicBezTo>
                      <a:pt x="21627" y="1620"/>
                      <a:pt x="18020" y="124"/>
                      <a:pt x="14260" y="124"/>
                    </a:cubicBezTo>
                    <a:cubicBezTo>
                      <a:pt x="10500" y="124"/>
                      <a:pt x="6893" y="1620"/>
                      <a:pt x="4235" y="4283"/>
                    </a:cubicBezTo>
                    <a:cubicBezTo>
                      <a:pt x="1576" y="6946"/>
                      <a:pt x="82" y="10558"/>
                      <a:pt x="82" y="14323"/>
                    </a:cubicBezTo>
                    <a:cubicBezTo>
                      <a:pt x="82" y="18089"/>
                      <a:pt x="1576" y="21701"/>
                      <a:pt x="4235" y="24363"/>
                    </a:cubicBezTo>
                    <a:cubicBezTo>
                      <a:pt x="6893" y="27026"/>
                      <a:pt x="10500" y="28522"/>
                      <a:pt x="1426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7" name="Freeform: Shape 806">
                <a:extLst>
                  <a:ext uri="{FF2B5EF4-FFF2-40B4-BE49-F238E27FC236}">
                    <a16:creationId xmlns:a16="http://schemas.microsoft.com/office/drawing/2014/main" id="{18CD04F3-3D23-ADEB-D41B-843C28D12E6F}"/>
                  </a:ext>
                </a:extLst>
              </p:cNvPr>
              <p:cNvSpPr/>
              <p:nvPr/>
            </p:nvSpPr>
            <p:spPr>
              <a:xfrm>
                <a:off x="8504167" y="4882795"/>
                <a:ext cx="28356" cy="28397"/>
              </a:xfrm>
              <a:custGeom>
                <a:avLst/>
                <a:gdLst>
                  <a:gd name="connsiteX0" fmla="*/ 14260 w 28356"/>
                  <a:gd name="connsiteY0" fmla="*/ 28523 h 28397"/>
                  <a:gd name="connsiteX1" fmla="*/ 24285 w 28356"/>
                  <a:gd name="connsiteY1" fmla="*/ 24365 h 28397"/>
                  <a:gd name="connsiteX2" fmla="*/ 28438 w 28356"/>
                  <a:gd name="connsiteY2" fmla="*/ 14324 h 28397"/>
                  <a:gd name="connsiteX3" fmla="*/ 24285 w 28356"/>
                  <a:gd name="connsiteY3" fmla="*/ 4284 h 28397"/>
                  <a:gd name="connsiteX4" fmla="*/ 14260 w 28356"/>
                  <a:gd name="connsiteY4" fmla="*/ 125 h 28397"/>
                  <a:gd name="connsiteX5" fmla="*/ 4234 w 28356"/>
                  <a:gd name="connsiteY5" fmla="*/ 4284 h 28397"/>
                  <a:gd name="connsiteX6" fmla="*/ 81 w 28356"/>
                  <a:gd name="connsiteY6" fmla="*/ 14324 h 28397"/>
                  <a:gd name="connsiteX7" fmla="*/ 4234 w 28356"/>
                  <a:gd name="connsiteY7" fmla="*/ 24365 h 28397"/>
                  <a:gd name="connsiteX8" fmla="*/ 14260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23"/>
                    </a:moveTo>
                    <a:cubicBezTo>
                      <a:pt x="18020" y="28523"/>
                      <a:pt x="21626" y="27027"/>
                      <a:pt x="24285" y="24365"/>
                    </a:cubicBezTo>
                    <a:cubicBezTo>
                      <a:pt x="26944" y="21702"/>
                      <a:pt x="28438" y="18090"/>
                      <a:pt x="28438" y="14324"/>
                    </a:cubicBezTo>
                    <a:cubicBezTo>
                      <a:pt x="28438" y="10559"/>
                      <a:pt x="26944" y="6947"/>
                      <a:pt x="24285" y="4284"/>
                    </a:cubicBezTo>
                    <a:cubicBezTo>
                      <a:pt x="21626" y="1621"/>
                      <a:pt x="18020" y="125"/>
                      <a:pt x="14260" y="125"/>
                    </a:cubicBezTo>
                    <a:cubicBezTo>
                      <a:pt x="10500" y="125"/>
                      <a:pt x="6893" y="1621"/>
                      <a:pt x="4234" y="4284"/>
                    </a:cubicBezTo>
                    <a:cubicBezTo>
                      <a:pt x="1575" y="6947"/>
                      <a:pt x="81" y="10559"/>
                      <a:pt x="81" y="14324"/>
                    </a:cubicBezTo>
                    <a:cubicBezTo>
                      <a:pt x="81" y="18090"/>
                      <a:pt x="1575" y="21702"/>
                      <a:pt x="4234" y="24365"/>
                    </a:cubicBezTo>
                    <a:cubicBezTo>
                      <a:pt x="6893" y="27027"/>
                      <a:pt x="10500" y="28523"/>
                      <a:pt x="14260"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8" name="Freeform: Shape 807">
                <a:extLst>
                  <a:ext uri="{FF2B5EF4-FFF2-40B4-BE49-F238E27FC236}">
                    <a16:creationId xmlns:a16="http://schemas.microsoft.com/office/drawing/2014/main" id="{C6E5CDE6-4F4E-142C-8285-4BC283894E12}"/>
                  </a:ext>
                </a:extLst>
              </p:cNvPr>
              <p:cNvSpPr/>
              <p:nvPr/>
            </p:nvSpPr>
            <p:spPr>
              <a:xfrm>
                <a:off x="8496408" y="4867466"/>
                <a:ext cx="28356" cy="28397"/>
              </a:xfrm>
              <a:custGeom>
                <a:avLst/>
                <a:gdLst>
                  <a:gd name="connsiteX0" fmla="*/ 14259 w 28356"/>
                  <a:gd name="connsiteY0" fmla="*/ 28522 h 28397"/>
                  <a:gd name="connsiteX1" fmla="*/ 24285 w 28356"/>
                  <a:gd name="connsiteY1" fmla="*/ 24363 h 28397"/>
                  <a:gd name="connsiteX2" fmla="*/ 28437 w 28356"/>
                  <a:gd name="connsiteY2" fmla="*/ 14323 h 28397"/>
                  <a:gd name="connsiteX3" fmla="*/ 24285 w 28356"/>
                  <a:gd name="connsiteY3" fmla="*/ 4283 h 28397"/>
                  <a:gd name="connsiteX4" fmla="*/ 14259 w 28356"/>
                  <a:gd name="connsiteY4" fmla="*/ 124 h 28397"/>
                  <a:gd name="connsiteX5" fmla="*/ 4233 w 28356"/>
                  <a:gd name="connsiteY5" fmla="*/ 4283 h 28397"/>
                  <a:gd name="connsiteX6" fmla="*/ 81 w 28356"/>
                  <a:gd name="connsiteY6" fmla="*/ 14323 h 28397"/>
                  <a:gd name="connsiteX7" fmla="*/ 4233 w 28356"/>
                  <a:gd name="connsiteY7" fmla="*/ 24363 h 28397"/>
                  <a:gd name="connsiteX8" fmla="*/ 1425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9" y="28522"/>
                    </a:moveTo>
                    <a:cubicBezTo>
                      <a:pt x="18019" y="28522"/>
                      <a:pt x="21626" y="27026"/>
                      <a:pt x="24285" y="24363"/>
                    </a:cubicBezTo>
                    <a:cubicBezTo>
                      <a:pt x="26944" y="21701"/>
                      <a:pt x="28437" y="18089"/>
                      <a:pt x="28437" y="14323"/>
                    </a:cubicBezTo>
                    <a:cubicBezTo>
                      <a:pt x="28437" y="10558"/>
                      <a:pt x="26944" y="6946"/>
                      <a:pt x="24285" y="4283"/>
                    </a:cubicBezTo>
                    <a:cubicBezTo>
                      <a:pt x="21626" y="1620"/>
                      <a:pt x="18019" y="124"/>
                      <a:pt x="14259" y="124"/>
                    </a:cubicBezTo>
                    <a:cubicBezTo>
                      <a:pt x="10499" y="124"/>
                      <a:pt x="6892" y="1620"/>
                      <a:pt x="4233" y="4283"/>
                    </a:cubicBezTo>
                    <a:cubicBezTo>
                      <a:pt x="1575" y="6946"/>
                      <a:pt x="81" y="10558"/>
                      <a:pt x="81" y="14323"/>
                    </a:cubicBezTo>
                    <a:cubicBezTo>
                      <a:pt x="81" y="18089"/>
                      <a:pt x="1575" y="21701"/>
                      <a:pt x="4233" y="24363"/>
                    </a:cubicBezTo>
                    <a:cubicBezTo>
                      <a:pt x="6892" y="27026"/>
                      <a:pt x="10499" y="28522"/>
                      <a:pt x="1425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09" name="Freeform: Shape 808">
                <a:extLst>
                  <a:ext uri="{FF2B5EF4-FFF2-40B4-BE49-F238E27FC236}">
                    <a16:creationId xmlns:a16="http://schemas.microsoft.com/office/drawing/2014/main" id="{44C7DC00-4D6D-6097-EFEB-C58F6E7EF273}"/>
                  </a:ext>
                </a:extLst>
              </p:cNvPr>
              <p:cNvSpPr/>
              <p:nvPr/>
            </p:nvSpPr>
            <p:spPr>
              <a:xfrm>
                <a:off x="8488650" y="4873816"/>
                <a:ext cx="28356" cy="28397"/>
              </a:xfrm>
              <a:custGeom>
                <a:avLst/>
                <a:gdLst>
                  <a:gd name="connsiteX0" fmla="*/ 14258 w 28356"/>
                  <a:gd name="connsiteY0" fmla="*/ 28523 h 28397"/>
                  <a:gd name="connsiteX1" fmla="*/ 24284 w 28356"/>
                  <a:gd name="connsiteY1" fmla="*/ 24364 h 28397"/>
                  <a:gd name="connsiteX2" fmla="*/ 28437 w 28356"/>
                  <a:gd name="connsiteY2" fmla="*/ 14324 h 28397"/>
                  <a:gd name="connsiteX3" fmla="*/ 24284 w 28356"/>
                  <a:gd name="connsiteY3" fmla="*/ 4283 h 28397"/>
                  <a:gd name="connsiteX4" fmla="*/ 14258 w 28356"/>
                  <a:gd name="connsiteY4" fmla="*/ 125 h 28397"/>
                  <a:gd name="connsiteX5" fmla="*/ 4233 w 28356"/>
                  <a:gd name="connsiteY5" fmla="*/ 4283 h 28397"/>
                  <a:gd name="connsiteX6" fmla="*/ 80 w 28356"/>
                  <a:gd name="connsiteY6" fmla="*/ 14324 h 28397"/>
                  <a:gd name="connsiteX7" fmla="*/ 4233 w 28356"/>
                  <a:gd name="connsiteY7" fmla="*/ 24364 h 28397"/>
                  <a:gd name="connsiteX8" fmla="*/ 1425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23"/>
                    </a:moveTo>
                    <a:cubicBezTo>
                      <a:pt x="18019" y="28523"/>
                      <a:pt x="21625" y="27027"/>
                      <a:pt x="24284" y="24364"/>
                    </a:cubicBezTo>
                    <a:cubicBezTo>
                      <a:pt x="26943" y="21701"/>
                      <a:pt x="28437" y="18089"/>
                      <a:pt x="28437" y="14324"/>
                    </a:cubicBezTo>
                    <a:cubicBezTo>
                      <a:pt x="28437" y="10558"/>
                      <a:pt x="26943" y="6946"/>
                      <a:pt x="24284" y="4283"/>
                    </a:cubicBezTo>
                    <a:cubicBezTo>
                      <a:pt x="21625" y="1621"/>
                      <a:pt x="18019" y="125"/>
                      <a:pt x="14258" y="125"/>
                    </a:cubicBezTo>
                    <a:cubicBezTo>
                      <a:pt x="10498" y="125"/>
                      <a:pt x="6892" y="1621"/>
                      <a:pt x="4233" y="4283"/>
                    </a:cubicBezTo>
                    <a:cubicBezTo>
                      <a:pt x="1574" y="6946"/>
                      <a:pt x="80" y="10558"/>
                      <a:pt x="80" y="14324"/>
                    </a:cubicBezTo>
                    <a:cubicBezTo>
                      <a:pt x="80" y="18089"/>
                      <a:pt x="1574" y="21701"/>
                      <a:pt x="4233" y="24364"/>
                    </a:cubicBezTo>
                    <a:cubicBezTo>
                      <a:pt x="6892" y="27027"/>
                      <a:pt x="10498" y="28523"/>
                      <a:pt x="1425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0" name="Freeform: Shape 809">
                <a:extLst>
                  <a:ext uri="{FF2B5EF4-FFF2-40B4-BE49-F238E27FC236}">
                    <a16:creationId xmlns:a16="http://schemas.microsoft.com/office/drawing/2014/main" id="{5852C56E-D17E-B986-1D68-E3E137D9422A}"/>
                  </a:ext>
                </a:extLst>
              </p:cNvPr>
              <p:cNvSpPr/>
              <p:nvPr/>
            </p:nvSpPr>
            <p:spPr>
              <a:xfrm>
                <a:off x="8480891" y="4881931"/>
                <a:ext cx="28356" cy="28397"/>
              </a:xfrm>
              <a:custGeom>
                <a:avLst/>
                <a:gdLst>
                  <a:gd name="connsiteX0" fmla="*/ 14258 w 28356"/>
                  <a:gd name="connsiteY0" fmla="*/ 28523 h 28397"/>
                  <a:gd name="connsiteX1" fmla="*/ 24283 w 28356"/>
                  <a:gd name="connsiteY1" fmla="*/ 24365 h 28397"/>
                  <a:gd name="connsiteX2" fmla="*/ 28436 w 28356"/>
                  <a:gd name="connsiteY2" fmla="*/ 14324 h 28397"/>
                  <a:gd name="connsiteX3" fmla="*/ 24283 w 28356"/>
                  <a:gd name="connsiteY3" fmla="*/ 4284 h 28397"/>
                  <a:gd name="connsiteX4" fmla="*/ 14258 w 28356"/>
                  <a:gd name="connsiteY4" fmla="*/ 125 h 28397"/>
                  <a:gd name="connsiteX5" fmla="*/ 4232 w 28356"/>
                  <a:gd name="connsiteY5" fmla="*/ 4284 h 28397"/>
                  <a:gd name="connsiteX6" fmla="*/ 80 w 28356"/>
                  <a:gd name="connsiteY6" fmla="*/ 14324 h 28397"/>
                  <a:gd name="connsiteX7" fmla="*/ 4232 w 28356"/>
                  <a:gd name="connsiteY7" fmla="*/ 24365 h 28397"/>
                  <a:gd name="connsiteX8" fmla="*/ 1425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23"/>
                    </a:moveTo>
                    <a:cubicBezTo>
                      <a:pt x="18018" y="28523"/>
                      <a:pt x="21625" y="27027"/>
                      <a:pt x="24283" y="24365"/>
                    </a:cubicBezTo>
                    <a:cubicBezTo>
                      <a:pt x="26942" y="21702"/>
                      <a:pt x="28436" y="18090"/>
                      <a:pt x="28436" y="14324"/>
                    </a:cubicBezTo>
                    <a:cubicBezTo>
                      <a:pt x="28436" y="10559"/>
                      <a:pt x="26942" y="6947"/>
                      <a:pt x="24283" y="4284"/>
                    </a:cubicBezTo>
                    <a:cubicBezTo>
                      <a:pt x="21625" y="1621"/>
                      <a:pt x="18018" y="125"/>
                      <a:pt x="14258" y="125"/>
                    </a:cubicBezTo>
                    <a:cubicBezTo>
                      <a:pt x="10498" y="125"/>
                      <a:pt x="6891" y="1621"/>
                      <a:pt x="4232" y="4284"/>
                    </a:cubicBezTo>
                    <a:cubicBezTo>
                      <a:pt x="1573" y="6947"/>
                      <a:pt x="80" y="10559"/>
                      <a:pt x="80" y="14324"/>
                    </a:cubicBezTo>
                    <a:cubicBezTo>
                      <a:pt x="80" y="18090"/>
                      <a:pt x="1573" y="21702"/>
                      <a:pt x="4232" y="24365"/>
                    </a:cubicBezTo>
                    <a:cubicBezTo>
                      <a:pt x="6891" y="27027"/>
                      <a:pt x="10498" y="28523"/>
                      <a:pt x="1425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1" name="Freeform: Shape 810">
                <a:extLst>
                  <a:ext uri="{FF2B5EF4-FFF2-40B4-BE49-F238E27FC236}">
                    <a16:creationId xmlns:a16="http://schemas.microsoft.com/office/drawing/2014/main" id="{442EAD8F-485D-2777-0DCA-BA72CD09DBD1}"/>
                  </a:ext>
                </a:extLst>
              </p:cNvPr>
              <p:cNvSpPr/>
              <p:nvPr/>
            </p:nvSpPr>
            <p:spPr>
              <a:xfrm>
                <a:off x="8473133" y="4885525"/>
                <a:ext cx="28356" cy="28397"/>
              </a:xfrm>
              <a:custGeom>
                <a:avLst/>
                <a:gdLst>
                  <a:gd name="connsiteX0" fmla="*/ 14257 w 28356"/>
                  <a:gd name="connsiteY0" fmla="*/ 28524 h 28397"/>
                  <a:gd name="connsiteX1" fmla="*/ 24283 w 28356"/>
                  <a:gd name="connsiteY1" fmla="*/ 24365 h 28397"/>
                  <a:gd name="connsiteX2" fmla="*/ 28436 w 28356"/>
                  <a:gd name="connsiteY2" fmla="*/ 14325 h 28397"/>
                  <a:gd name="connsiteX3" fmla="*/ 24283 w 28356"/>
                  <a:gd name="connsiteY3" fmla="*/ 4284 h 28397"/>
                  <a:gd name="connsiteX4" fmla="*/ 14257 w 28356"/>
                  <a:gd name="connsiteY4" fmla="*/ 126 h 28397"/>
                  <a:gd name="connsiteX5" fmla="*/ 4232 w 28356"/>
                  <a:gd name="connsiteY5" fmla="*/ 4284 h 28397"/>
                  <a:gd name="connsiteX6" fmla="*/ 79 w 28356"/>
                  <a:gd name="connsiteY6" fmla="*/ 14325 h 28397"/>
                  <a:gd name="connsiteX7" fmla="*/ 4232 w 28356"/>
                  <a:gd name="connsiteY7" fmla="*/ 24365 h 28397"/>
                  <a:gd name="connsiteX8" fmla="*/ 14257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524"/>
                    </a:moveTo>
                    <a:cubicBezTo>
                      <a:pt x="18017" y="28524"/>
                      <a:pt x="21624" y="27027"/>
                      <a:pt x="24283" y="24365"/>
                    </a:cubicBezTo>
                    <a:cubicBezTo>
                      <a:pt x="26942" y="21702"/>
                      <a:pt x="28436" y="18090"/>
                      <a:pt x="28436" y="14325"/>
                    </a:cubicBezTo>
                    <a:cubicBezTo>
                      <a:pt x="28436" y="10559"/>
                      <a:pt x="26942" y="6947"/>
                      <a:pt x="24283" y="4284"/>
                    </a:cubicBezTo>
                    <a:cubicBezTo>
                      <a:pt x="21624" y="1622"/>
                      <a:pt x="18017" y="126"/>
                      <a:pt x="14257" y="126"/>
                    </a:cubicBezTo>
                    <a:cubicBezTo>
                      <a:pt x="10497" y="126"/>
                      <a:pt x="6890" y="1622"/>
                      <a:pt x="4232" y="4284"/>
                    </a:cubicBezTo>
                    <a:cubicBezTo>
                      <a:pt x="1573" y="6947"/>
                      <a:pt x="79" y="10559"/>
                      <a:pt x="79" y="14325"/>
                    </a:cubicBezTo>
                    <a:cubicBezTo>
                      <a:pt x="79" y="18090"/>
                      <a:pt x="1573" y="21702"/>
                      <a:pt x="4232" y="24365"/>
                    </a:cubicBezTo>
                    <a:cubicBezTo>
                      <a:pt x="6890" y="27027"/>
                      <a:pt x="10497" y="28524"/>
                      <a:pt x="14257"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2" name="Freeform: Shape 811">
                <a:extLst>
                  <a:ext uri="{FF2B5EF4-FFF2-40B4-BE49-F238E27FC236}">
                    <a16:creationId xmlns:a16="http://schemas.microsoft.com/office/drawing/2014/main" id="{6353D991-CB47-D703-98BD-B3151E7328F0}"/>
                  </a:ext>
                </a:extLst>
              </p:cNvPr>
              <p:cNvSpPr/>
              <p:nvPr/>
            </p:nvSpPr>
            <p:spPr>
              <a:xfrm>
                <a:off x="8465375" y="4883443"/>
                <a:ext cx="28356" cy="28397"/>
              </a:xfrm>
              <a:custGeom>
                <a:avLst/>
                <a:gdLst>
                  <a:gd name="connsiteX0" fmla="*/ 14257 w 28356"/>
                  <a:gd name="connsiteY0" fmla="*/ 28523 h 28397"/>
                  <a:gd name="connsiteX1" fmla="*/ 24282 w 28356"/>
                  <a:gd name="connsiteY1" fmla="*/ 24365 h 28397"/>
                  <a:gd name="connsiteX2" fmla="*/ 28435 w 28356"/>
                  <a:gd name="connsiteY2" fmla="*/ 14324 h 28397"/>
                  <a:gd name="connsiteX3" fmla="*/ 24282 w 28356"/>
                  <a:gd name="connsiteY3" fmla="*/ 4284 h 28397"/>
                  <a:gd name="connsiteX4" fmla="*/ 14257 w 28356"/>
                  <a:gd name="connsiteY4" fmla="*/ 125 h 28397"/>
                  <a:gd name="connsiteX5" fmla="*/ 4231 w 28356"/>
                  <a:gd name="connsiteY5" fmla="*/ 4284 h 28397"/>
                  <a:gd name="connsiteX6" fmla="*/ 78 w 28356"/>
                  <a:gd name="connsiteY6" fmla="*/ 14324 h 28397"/>
                  <a:gd name="connsiteX7" fmla="*/ 4231 w 28356"/>
                  <a:gd name="connsiteY7" fmla="*/ 24365 h 28397"/>
                  <a:gd name="connsiteX8" fmla="*/ 1425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523"/>
                    </a:moveTo>
                    <a:cubicBezTo>
                      <a:pt x="18017" y="28523"/>
                      <a:pt x="21623" y="27027"/>
                      <a:pt x="24282" y="24365"/>
                    </a:cubicBezTo>
                    <a:cubicBezTo>
                      <a:pt x="26941" y="21702"/>
                      <a:pt x="28435" y="18090"/>
                      <a:pt x="28435" y="14324"/>
                    </a:cubicBezTo>
                    <a:cubicBezTo>
                      <a:pt x="28435" y="10559"/>
                      <a:pt x="26941" y="6947"/>
                      <a:pt x="24282" y="4284"/>
                    </a:cubicBezTo>
                    <a:cubicBezTo>
                      <a:pt x="21623" y="1621"/>
                      <a:pt x="18017" y="125"/>
                      <a:pt x="14257" y="125"/>
                    </a:cubicBezTo>
                    <a:cubicBezTo>
                      <a:pt x="10496" y="125"/>
                      <a:pt x="6890" y="1621"/>
                      <a:pt x="4231" y="4284"/>
                    </a:cubicBezTo>
                    <a:cubicBezTo>
                      <a:pt x="1572" y="6947"/>
                      <a:pt x="78" y="10559"/>
                      <a:pt x="78" y="14324"/>
                    </a:cubicBezTo>
                    <a:cubicBezTo>
                      <a:pt x="78" y="18090"/>
                      <a:pt x="1572" y="21702"/>
                      <a:pt x="4231" y="24365"/>
                    </a:cubicBezTo>
                    <a:cubicBezTo>
                      <a:pt x="6890" y="27027"/>
                      <a:pt x="10496" y="28523"/>
                      <a:pt x="1425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3" name="Freeform: Shape 812">
                <a:extLst>
                  <a:ext uri="{FF2B5EF4-FFF2-40B4-BE49-F238E27FC236}">
                    <a16:creationId xmlns:a16="http://schemas.microsoft.com/office/drawing/2014/main" id="{4F11ABC8-B49D-6720-1C8B-A09BA417A032}"/>
                  </a:ext>
                </a:extLst>
              </p:cNvPr>
              <p:cNvSpPr/>
              <p:nvPr/>
            </p:nvSpPr>
            <p:spPr>
              <a:xfrm>
                <a:off x="8457617" y="4879760"/>
                <a:ext cx="28356" cy="28397"/>
              </a:xfrm>
              <a:custGeom>
                <a:avLst/>
                <a:gdLst>
                  <a:gd name="connsiteX0" fmla="*/ 14256 w 28356"/>
                  <a:gd name="connsiteY0" fmla="*/ 28523 h 28397"/>
                  <a:gd name="connsiteX1" fmla="*/ 24282 w 28356"/>
                  <a:gd name="connsiteY1" fmla="*/ 24364 h 28397"/>
                  <a:gd name="connsiteX2" fmla="*/ 28434 w 28356"/>
                  <a:gd name="connsiteY2" fmla="*/ 14324 h 28397"/>
                  <a:gd name="connsiteX3" fmla="*/ 24282 w 28356"/>
                  <a:gd name="connsiteY3" fmla="*/ 4284 h 28397"/>
                  <a:gd name="connsiteX4" fmla="*/ 14256 w 28356"/>
                  <a:gd name="connsiteY4" fmla="*/ 125 h 28397"/>
                  <a:gd name="connsiteX5" fmla="*/ 4230 w 28356"/>
                  <a:gd name="connsiteY5" fmla="*/ 4284 h 28397"/>
                  <a:gd name="connsiteX6" fmla="*/ 78 w 28356"/>
                  <a:gd name="connsiteY6" fmla="*/ 14324 h 28397"/>
                  <a:gd name="connsiteX7" fmla="*/ 4230 w 28356"/>
                  <a:gd name="connsiteY7" fmla="*/ 24364 h 28397"/>
                  <a:gd name="connsiteX8" fmla="*/ 1425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6" y="28523"/>
                    </a:moveTo>
                    <a:cubicBezTo>
                      <a:pt x="18016" y="28523"/>
                      <a:pt x="21623" y="27027"/>
                      <a:pt x="24282" y="24364"/>
                    </a:cubicBezTo>
                    <a:cubicBezTo>
                      <a:pt x="26940" y="21702"/>
                      <a:pt x="28434" y="18090"/>
                      <a:pt x="28434" y="14324"/>
                    </a:cubicBezTo>
                    <a:cubicBezTo>
                      <a:pt x="28434" y="10558"/>
                      <a:pt x="26940" y="6947"/>
                      <a:pt x="24282" y="4284"/>
                    </a:cubicBezTo>
                    <a:cubicBezTo>
                      <a:pt x="21623" y="1621"/>
                      <a:pt x="18016" y="125"/>
                      <a:pt x="14256" y="125"/>
                    </a:cubicBezTo>
                    <a:cubicBezTo>
                      <a:pt x="10496" y="125"/>
                      <a:pt x="6889" y="1621"/>
                      <a:pt x="4230" y="4284"/>
                    </a:cubicBezTo>
                    <a:cubicBezTo>
                      <a:pt x="1572" y="6947"/>
                      <a:pt x="78" y="10558"/>
                      <a:pt x="78" y="14324"/>
                    </a:cubicBezTo>
                    <a:cubicBezTo>
                      <a:pt x="78" y="18090"/>
                      <a:pt x="1572" y="21702"/>
                      <a:pt x="4230" y="24364"/>
                    </a:cubicBezTo>
                    <a:cubicBezTo>
                      <a:pt x="6889" y="27027"/>
                      <a:pt x="10496" y="28523"/>
                      <a:pt x="1425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4" name="Freeform: Shape 813">
                <a:extLst>
                  <a:ext uri="{FF2B5EF4-FFF2-40B4-BE49-F238E27FC236}">
                    <a16:creationId xmlns:a16="http://schemas.microsoft.com/office/drawing/2014/main" id="{6DB388DB-1CF5-3E76-DB1B-8010E068A806}"/>
                  </a:ext>
                </a:extLst>
              </p:cNvPr>
              <p:cNvSpPr/>
              <p:nvPr/>
            </p:nvSpPr>
            <p:spPr>
              <a:xfrm>
                <a:off x="8449858" y="4870908"/>
                <a:ext cx="28356" cy="28397"/>
              </a:xfrm>
              <a:custGeom>
                <a:avLst/>
                <a:gdLst>
                  <a:gd name="connsiteX0" fmla="*/ 14255 w 28356"/>
                  <a:gd name="connsiteY0" fmla="*/ 28522 h 28397"/>
                  <a:gd name="connsiteX1" fmla="*/ 24281 w 28356"/>
                  <a:gd name="connsiteY1" fmla="*/ 24364 h 28397"/>
                  <a:gd name="connsiteX2" fmla="*/ 28434 w 28356"/>
                  <a:gd name="connsiteY2" fmla="*/ 14323 h 28397"/>
                  <a:gd name="connsiteX3" fmla="*/ 24281 w 28356"/>
                  <a:gd name="connsiteY3" fmla="*/ 4283 h 28397"/>
                  <a:gd name="connsiteX4" fmla="*/ 14255 w 28356"/>
                  <a:gd name="connsiteY4" fmla="*/ 124 h 28397"/>
                  <a:gd name="connsiteX5" fmla="*/ 4230 w 28356"/>
                  <a:gd name="connsiteY5" fmla="*/ 4283 h 28397"/>
                  <a:gd name="connsiteX6" fmla="*/ 77 w 28356"/>
                  <a:gd name="connsiteY6" fmla="*/ 14323 h 28397"/>
                  <a:gd name="connsiteX7" fmla="*/ 4230 w 28356"/>
                  <a:gd name="connsiteY7" fmla="*/ 24364 h 28397"/>
                  <a:gd name="connsiteX8" fmla="*/ 1425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22"/>
                    </a:moveTo>
                    <a:cubicBezTo>
                      <a:pt x="18016" y="28522"/>
                      <a:pt x="21622" y="27026"/>
                      <a:pt x="24281" y="24364"/>
                    </a:cubicBezTo>
                    <a:cubicBezTo>
                      <a:pt x="26940" y="21701"/>
                      <a:pt x="28434" y="18089"/>
                      <a:pt x="28434" y="14323"/>
                    </a:cubicBezTo>
                    <a:cubicBezTo>
                      <a:pt x="28434" y="10558"/>
                      <a:pt x="26940" y="6946"/>
                      <a:pt x="24281" y="4283"/>
                    </a:cubicBezTo>
                    <a:cubicBezTo>
                      <a:pt x="21622" y="1621"/>
                      <a:pt x="18016" y="124"/>
                      <a:pt x="14255" y="124"/>
                    </a:cubicBezTo>
                    <a:cubicBezTo>
                      <a:pt x="10495" y="124"/>
                      <a:pt x="6889" y="1621"/>
                      <a:pt x="4230" y="4283"/>
                    </a:cubicBezTo>
                    <a:cubicBezTo>
                      <a:pt x="1571" y="6946"/>
                      <a:pt x="77" y="10558"/>
                      <a:pt x="77" y="14323"/>
                    </a:cubicBezTo>
                    <a:cubicBezTo>
                      <a:pt x="77" y="18089"/>
                      <a:pt x="1571" y="21701"/>
                      <a:pt x="4230" y="24364"/>
                    </a:cubicBezTo>
                    <a:cubicBezTo>
                      <a:pt x="6889" y="27026"/>
                      <a:pt x="10495" y="28522"/>
                      <a:pt x="1425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5" name="Freeform: Shape 814">
                <a:extLst>
                  <a:ext uri="{FF2B5EF4-FFF2-40B4-BE49-F238E27FC236}">
                    <a16:creationId xmlns:a16="http://schemas.microsoft.com/office/drawing/2014/main" id="{159EBF98-F1AF-EF0F-D158-F4FAB9F6FF6D}"/>
                  </a:ext>
                </a:extLst>
              </p:cNvPr>
              <p:cNvSpPr/>
              <p:nvPr/>
            </p:nvSpPr>
            <p:spPr>
              <a:xfrm>
                <a:off x="8442100" y="4875899"/>
                <a:ext cx="28356" cy="28397"/>
              </a:xfrm>
              <a:custGeom>
                <a:avLst/>
                <a:gdLst>
                  <a:gd name="connsiteX0" fmla="*/ 14255 w 28356"/>
                  <a:gd name="connsiteY0" fmla="*/ 28523 h 28397"/>
                  <a:gd name="connsiteX1" fmla="*/ 24280 w 28356"/>
                  <a:gd name="connsiteY1" fmla="*/ 24364 h 28397"/>
                  <a:gd name="connsiteX2" fmla="*/ 28433 w 28356"/>
                  <a:gd name="connsiteY2" fmla="*/ 14324 h 28397"/>
                  <a:gd name="connsiteX3" fmla="*/ 24280 w 28356"/>
                  <a:gd name="connsiteY3" fmla="*/ 4284 h 28397"/>
                  <a:gd name="connsiteX4" fmla="*/ 14255 w 28356"/>
                  <a:gd name="connsiteY4" fmla="*/ 125 h 28397"/>
                  <a:gd name="connsiteX5" fmla="*/ 4229 w 28356"/>
                  <a:gd name="connsiteY5" fmla="*/ 4284 h 28397"/>
                  <a:gd name="connsiteX6" fmla="*/ 76 w 28356"/>
                  <a:gd name="connsiteY6" fmla="*/ 14324 h 28397"/>
                  <a:gd name="connsiteX7" fmla="*/ 4229 w 28356"/>
                  <a:gd name="connsiteY7" fmla="*/ 24364 h 28397"/>
                  <a:gd name="connsiteX8" fmla="*/ 1425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23"/>
                    </a:moveTo>
                    <a:cubicBezTo>
                      <a:pt x="18015" y="28523"/>
                      <a:pt x="21622" y="27027"/>
                      <a:pt x="24280" y="24364"/>
                    </a:cubicBezTo>
                    <a:cubicBezTo>
                      <a:pt x="26939" y="21701"/>
                      <a:pt x="28433" y="18089"/>
                      <a:pt x="28433" y="14324"/>
                    </a:cubicBezTo>
                    <a:cubicBezTo>
                      <a:pt x="28433" y="10558"/>
                      <a:pt x="26939" y="6946"/>
                      <a:pt x="24280" y="4284"/>
                    </a:cubicBezTo>
                    <a:cubicBezTo>
                      <a:pt x="21622" y="1621"/>
                      <a:pt x="18015" y="125"/>
                      <a:pt x="14255" y="125"/>
                    </a:cubicBezTo>
                    <a:cubicBezTo>
                      <a:pt x="10495" y="125"/>
                      <a:pt x="6888" y="1621"/>
                      <a:pt x="4229" y="4284"/>
                    </a:cubicBezTo>
                    <a:cubicBezTo>
                      <a:pt x="1570" y="6946"/>
                      <a:pt x="76" y="10558"/>
                      <a:pt x="76" y="14324"/>
                    </a:cubicBezTo>
                    <a:cubicBezTo>
                      <a:pt x="76" y="18089"/>
                      <a:pt x="1570" y="21701"/>
                      <a:pt x="4229" y="24364"/>
                    </a:cubicBezTo>
                    <a:cubicBezTo>
                      <a:pt x="6888" y="27027"/>
                      <a:pt x="10495" y="28523"/>
                      <a:pt x="1425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6" name="Freeform: Shape 815">
                <a:extLst>
                  <a:ext uri="{FF2B5EF4-FFF2-40B4-BE49-F238E27FC236}">
                    <a16:creationId xmlns:a16="http://schemas.microsoft.com/office/drawing/2014/main" id="{F9BB0D28-20A0-A07E-FBAF-8887F2D8C972}"/>
                  </a:ext>
                </a:extLst>
              </p:cNvPr>
              <p:cNvSpPr/>
              <p:nvPr/>
            </p:nvSpPr>
            <p:spPr>
              <a:xfrm>
                <a:off x="8434341" y="4869625"/>
                <a:ext cx="28356" cy="28397"/>
              </a:xfrm>
              <a:custGeom>
                <a:avLst/>
                <a:gdLst>
                  <a:gd name="connsiteX0" fmla="*/ 14254 w 28356"/>
                  <a:gd name="connsiteY0" fmla="*/ 28522 h 28397"/>
                  <a:gd name="connsiteX1" fmla="*/ 24280 w 28356"/>
                  <a:gd name="connsiteY1" fmla="*/ 24364 h 28397"/>
                  <a:gd name="connsiteX2" fmla="*/ 28433 w 28356"/>
                  <a:gd name="connsiteY2" fmla="*/ 14323 h 28397"/>
                  <a:gd name="connsiteX3" fmla="*/ 24280 w 28356"/>
                  <a:gd name="connsiteY3" fmla="*/ 4283 h 28397"/>
                  <a:gd name="connsiteX4" fmla="*/ 14254 w 28356"/>
                  <a:gd name="connsiteY4" fmla="*/ 124 h 28397"/>
                  <a:gd name="connsiteX5" fmla="*/ 4229 w 28356"/>
                  <a:gd name="connsiteY5" fmla="*/ 4283 h 28397"/>
                  <a:gd name="connsiteX6" fmla="*/ 76 w 28356"/>
                  <a:gd name="connsiteY6" fmla="*/ 14323 h 28397"/>
                  <a:gd name="connsiteX7" fmla="*/ 4229 w 28356"/>
                  <a:gd name="connsiteY7" fmla="*/ 24364 h 28397"/>
                  <a:gd name="connsiteX8" fmla="*/ 1425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22"/>
                    </a:moveTo>
                    <a:cubicBezTo>
                      <a:pt x="18014" y="28522"/>
                      <a:pt x="21621" y="27026"/>
                      <a:pt x="24280" y="24364"/>
                    </a:cubicBezTo>
                    <a:cubicBezTo>
                      <a:pt x="26939" y="21701"/>
                      <a:pt x="28433" y="18089"/>
                      <a:pt x="28433" y="14323"/>
                    </a:cubicBezTo>
                    <a:cubicBezTo>
                      <a:pt x="28433" y="10558"/>
                      <a:pt x="26939" y="6946"/>
                      <a:pt x="24280" y="4283"/>
                    </a:cubicBezTo>
                    <a:cubicBezTo>
                      <a:pt x="21621" y="1620"/>
                      <a:pt x="18014" y="124"/>
                      <a:pt x="14254" y="124"/>
                    </a:cubicBezTo>
                    <a:cubicBezTo>
                      <a:pt x="10494" y="124"/>
                      <a:pt x="6887" y="1620"/>
                      <a:pt x="4229" y="4283"/>
                    </a:cubicBezTo>
                    <a:cubicBezTo>
                      <a:pt x="1570" y="6946"/>
                      <a:pt x="76" y="10558"/>
                      <a:pt x="76" y="14323"/>
                    </a:cubicBezTo>
                    <a:cubicBezTo>
                      <a:pt x="76" y="18089"/>
                      <a:pt x="1570" y="21701"/>
                      <a:pt x="4229" y="24364"/>
                    </a:cubicBezTo>
                    <a:cubicBezTo>
                      <a:pt x="6887" y="27026"/>
                      <a:pt x="10494" y="28522"/>
                      <a:pt x="1425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7" name="Freeform: Shape 816">
                <a:extLst>
                  <a:ext uri="{FF2B5EF4-FFF2-40B4-BE49-F238E27FC236}">
                    <a16:creationId xmlns:a16="http://schemas.microsoft.com/office/drawing/2014/main" id="{8885B31A-A970-9ED6-902F-18DEDB94FAC0}"/>
                  </a:ext>
                </a:extLst>
              </p:cNvPr>
              <p:cNvSpPr/>
              <p:nvPr/>
            </p:nvSpPr>
            <p:spPr>
              <a:xfrm>
                <a:off x="8426582" y="4870412"/>
                <a:ext cx="28356" cy="28397"/>
              </a:xfrm>
              <a:custGeom>
                <a:avLst/>
                <a:gdLst>
                  <a:gd name="connsiteX0" fmla="*/ 14254 w 28356"/>
                  <a:gd name="connsiteY0" fmla="*/ 28522 h 28397"/>
                  <a:gd name="connsiteX1" fmla="*/ 24279 w 28356"/>
                  <a:gd name="connsiteY1" fmla="*/ 24364 h 28397"/>
                  <a:gd name="connsiteX2" fmla="*/ 28432 w 28356"/>
                  <a:gd name="connsiteY2" fmla="*/ 14323 h 28397"/>
                  <a:gd name="connsiteX3" fmla="*/ 24279 w 28356"/>
                  <a:gd name="connsiteY3" fmla="*/ 4283 h 28397"/>
                  <a:gd name="connsiteX4" fmla="*/ 14254 w 28356"/>
                  <a:gd name="connsiteY4" fmla="*/ 124 h 28397"/>
                  <a:gd name="connsiteX5" fmla="*/ 4228 w 28356"/>
                  <a:gd name="connsiteY5" fmla="*/ 4283 h 28397"/>
                  <a:gd name="connsiteX6" fmla="*/ 75 w 28356"/>
                  <a:gd name="connsiteY6" fmla="*/ 14323 h 28397"/>
                  <a:gd name="connsiteX7" fmla="*/ 4228 w 28356"/>
                  <a:gd name="connsiteY7" fmla="*/ 24364 h 28397"/>
                  <a:gd name="connsiteX8" fmla="*/ 1425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22"/>
                    </a:moveTo>
                    <a:cubicBezTo>
                      <a:pt x="18014" y="28522"/>
                      <a:pt x="21620" y="27026"/>
                      <a:pt x="24279" y="24364"/>
                    </a:cubicBezTo>
                    <a:cubicBezTo>
                      <a:pt x="26938" y="21701"/>
                      <a:pt x="28432" y="18089"/>
                      <a:pt x="28432" y="14323"/>
                    </a:cubicBezTo>
                    <a:cubicBezTo>
                      <a:pt x="28432" y="10558"/>
                      <a:pt x="26938" y="6946"/>
                      <a:pt x="24279" y="4283"/>
                    </a:cubicBezTo>
                    <a:cubicBezTo>
                      <a:pt x="21620" y="1620"/>
                      <a:pt x="18014" y="124"/>
                      <a:pt x="14254" y="124"/>
                    </a:cubicBezTo>
                    <a:cubicBezTo>
                      <a:pt x="10493" y="124"/>
                      <a:pt x="6887" y="1620"/>
                      <a:pt x="4228" y="4283"/>
                    </a:cubicBezTo>
                    <a:cubicBezTo>
                      <a:pt x="1569" y="6946"/>
                      <a:pt x="75" y="10558"/>
                      <a:pt x="75" y="14323"/>
                    </a:cubicBezTo>
                    <a:cubicBezTo>
                      <a:pt x="75" y="18089"/>
                      <a:pt x="1569" y="21701"/>
                      <a:pt x="4228" y="24364"/>
                    </a:cubicBezTo>
                    <a:cubicBezTo>
                      <a:pt x="6887" y="27026"/>
                      <a:pt x="10493" y="28522"/>
                      <a:pt x="1425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8" name="Freeform: Shape 817">
                <a:extLst>
                  <a:ext uri="{FF2B5EF4-FFF2-40B4-BE49-F238E27FC236}">
                    <a16:creationId xmlns:a16="http://schemas.microsoft.com/office/drawing/2014/main" id="{93B2A2C2-360D-548D-C949-CCE159A7229E}"/>
                  </a:ext>
                </a:extLst>
              </p:cNvPr>
              <p:cNvSpPr/>
              <p:nvPr/>
            </p:nvSpPr>
            <p:spPr>
              <a:xfrm>
                <a:off x="8418824" y="4886313"/>
                <a:ext cx="28356" cy="28397"/>
              </a:xfrm>
              <a:custGeom>
                <a:avLst/>
                <a:gdLst>
                  <a:gd name="connsiteX0" fmla="*/ 14253 w 28356"/>
                  <a:gd name="connsiteY0" fmla="*/ 28524 h 28397"/>
                  <a:gd name="connsiteX1" fmla="*/ 24279 w 28356"/>
                  <a:gd name="connsiteY1" fmla="*/ 24365 h 28397"/>
                  <a:gd name="connsiteX2" fmla="*/ 28431 w 28356"/>
                  <a:gd name="connsiteY2" fmla="*/ 14325 h 28397"/>
                  <a:gd name="connsiteX3" fmla="*/ 24279 w 28356"/>
                  <a:gd name="connsiteY3" fmla="*/ 4284 h 28397"/>
                  <a:gd name="connsiteX4" fmla="*/ 14253 w 28356"/>
                  <a:gd name="connsiteY4" fmla="*/ 126 h 28397"/>
                  <a:gd name="connsiteX5" fmla="*/ 4227 w 28356"/>
                  <a:gd name="connsiteY5" fmla="*/ 4284 h 28397"/>
                  <a:gd name="connsiteX6" fmla="*/ 75 w 28356"/>
                  <a:gd name="connsiteY6" fmla="*/ 14325 h 28397"/>
                  <a:gd name="connsiteX7" fmla="*/ 4227 w 28356"/>
                  <a:gd name="connsiteY7" fmla="*/ 24365 h 28397"/>
                  <a:gd name="connsiteX8" fmla="*/ 14253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3" y="28524"/>
                    </a:moveTo>
                    <a:cubicBezTo>
                      <a:pt x="18013" y="28524"/>
                      <a:pt x="21620" y="27028"/>
                      <a:pt x="24279" y="24365"/>
                    </a:cubicBezTo>
                    <a:cubicBezTo>
                      <a:pt x="26937" y="21702"/>
                      <a:pt x="28431" y="18090"/>
                      <a:pt x="28431" y="14325"/>
                    </a:cubicBezTo>
                    <a:cubicBezTo>
                      <a:pt x="28431" y="10559"/>
                      <a:pt x="26937" y="6947"/>
                      <a:pt x="24279" y="4284"/>
                    </a:cubicBezTo>
                    <a:cubicBezTo>
                      <a:pt x="21620" y="1622"/>
                      <a:pt x="18013" y="126"/>
                      <a:pt x="14253" y="126"/>
                    </a:cubicBezTo>
                    <a:cubicBezTo>
                      <a:pt x="10493" y="126"/>
                      <a:pt x="6886" y="1622"/>
                      <a:pt x="4227" y="4284"/>
                    </a:cubicBezTo>
                    <a:cubicBezTo>
                      <a:pt x="1568" y="6947"/>
                      <a:pt x="75" y="10559"/>
                      <a:pt x="75" y="14325"/>
                    </a:cubicBezTo>
                    <a:cubicBezTo>
                      <a:pt x="75" y="18090"/>
                      <a:pt x="1568" y="21702"/>
                      <a:pt x="4227" y="24365"/>
                    </a:cubicBezTo>
                    <a:cubicBezTo>
                      <a:pt x="6886" y="27028"/>
                      <a:pt x="10493" y="28524"/>
                      <a:pt x="14253"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19" name="Freeform: Shape 818">
                <a:extLst>
                  <a:ext uri="{FF2B5EF4-FFF2-40B4-BE49-F238E27FC236}">
                    <a16:creationId xmlns:a16="http://schemas.microsoft.com/office/drawing/2014/main" id="{BA6B41D6-5301-85B4-6179-16FE88C2149F}"/>
                  </a:ext>
                </a:extLst>
              </p:cNvPr>
              <p:cNvSpPr/>
              <p:nvPr/>
            </p:nvSpPr>
            <p:spPr>
              <a:xfrm>
                <a:off x="8411065" y="4889793"/>
                <a:ext cx="28356" cy="28397"/>
              </a:xfrm>
              <a:custGeom>
                <a:avLst/>
                <a:gdLst>
                  <a:gd name="connsiteX0" fmla="*/ 14252 w 28356"/>
                  <a:gd name="connsiteY0" fmla="*/ 28524 h 28397"/>
                  <a:gd name="connsiteX1" fmla="*/ 24278 w 28356"/>
                  <a:gd name="connsiteY1" fmla="*/ 24365 h 28397"/>
                  <a:gd name="connsiteX2" fmla="*/ 28431 w 28356"/>
                  <a:gd name="connsiteY2" fmla="*/ 14325 h 28397"/>
                  <a:gd name="connsiteX3" fmla="*/ 24278 w 28356"/>
                  <a:gd name="connsiteY3" fmla="*/ 4285 h 28397"/>
                  <a:gd name="connsiteX4" fmla="*/ 14252 w 28356"/>
                  <a:gd name="connsiteY4" fmla="*/ 126 h 28397"/>
                  <a:gd name="connsiteX5" fmla="*/ 4227 w 28356"/>
                  <a:gd name="connsiteY5" fmla="*/ 4285 h 28397"/>
                  <a:gd name="connsiteX6" fmla="*/ 74 w 28356"/>
                  <a:gd name="connsiteY6" fmla="*/ 14325 h 28397"/>
                  <a:gd name="connsiteX7" fmla="*/ 4227 w 28356"/>
                  <a:gd name="connsiteY7" fmla="*/ 24365 h 28397"/>
                  <a:gd name="connsiteX8" fmla="*/ 14252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24"/>
                    </a:moveTo>
                    <a:cubicBezTo>
                      <a:pt x="18012" y="28524"/>
                      <a:pt x="21619" y="27028"/>
                      <a:pt x="24278" y="24365"/>
                    </a:cubicBezTo>
                    <a:cubicBezTo>
                      <a:pt x="26937" y="21702"/>
                      <a:pt x="28431" y="18091"/>
                      <a:pt x="28431" y="14325"/>
                    </a:cubicBezTo>
                    <a:cubicBezTo>
                      <a:pt x="28431" y="10559"/>
                      <a:pt x="26937" y="6947"/>
                      <a:pt x="24278" y="4285"/>
                    </a:cubicBezTo>
                    <a:cubicBezTo>
                      <a:pt x="21619" y="1622"/>
                      <a:pt x="18012" y="126"/>
                      <a:pt x="14252" y="126"/>
                    </a:cubicBezTo>
                    <a:cubicBezTo>
                      <a:pt x="10492" y="126"/>
                      <a:pt x="6886" y="1622"/>
                      <a:pt x="4227" y="4285"/>
                    </a:cubicBezTo>
                    <a:cubicBezTo>
                      <a:pt x="1568" y="6947"/>
                      <a:pt x="74" y="10559"/>
                      <a:pt x="74" y="14325"/>
                    </a:cubicBezTo>
                    <a:cubicBezTo>
                      <a:pt x="74" y="18091"/>
                      <a:pt x="1568" y="21702"/>
                      <a:pt x="4227" y="24365"/>
                    </a:cubicBezTo>
                    <a:cubicBezTo>
                      <a:pt x="6886" y="27028"/>
                      <a:pt x="10492" y="28524"/>
                      <a:pt x="14252"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0" name="Freeform: Shape 819">
                <a:extLst>
                  <a:ext uri="{FF2B5EF4-FFF2-40B4-BE49-F238E27FC236}">
                    <a16:creationId xmlns:a16="http://schemas.microsoft.com/office/drawing/2014/main" id="{D0E9F023-0771-DAFE-BBF0-FB00986D69B1}"/>
                  </a:ext>
                </a:extLst>
              </p:cNvPr>
              <p:cNvSpPr/>
              <p:nvPr/>
            </p:nvSpPr>
            <p:spPr>
              <a:xfrm>
                <a:off x="8403308" y="4878312"/>
                <a:ext cx="28356" cy="28397"/>
              </a:xfrm>
              <a:custGeom>
                <a:avLst/>
                <a:gdLst>
                  <a:gd name="connsiteX0" fmla="*/ 14252 w 28356"/>
                  <a:gd name="connsiteY0" fmla="*/ 28523 h 28397"/>
                  <a:gd name="connsiteX1" fmla="*/ 24277 w 28356"/>
                  <a:gd name="connsiteY1" fmla="*/ 24364 h 28397"/>
                  <a:gd name="connsiteX2" fmla="*/ 28430 w 28356"/>
                  <a:gd name="connsiteY2" fmla="*/ 14324 h 28397"/>
                  <a:gd name="connsiteX3" fmla="*/ 24277 w 28356"/>
                  <a:gd name="connsiteY3" fmla="*/ 4284 h 28397"/>
                  <a:gd name="connsiteX4" fmla="*/ 14252 w 28356"/>
                  <a:gd name="connsiteY4" fmla="*/ 125 h 28397"/>
                  <a:gd name="connsiteX5" fmla="*/ 4226 w 28356"/>
                  <a:gd name="connsiteY5" fmla="*/ 4284 h 28397"/>
                  <a:gd name="connsiteX6" fmla="*/ 73 w 28356"/>
                  <a:gd name="connsiteY6" fmla="*/ 14324 h 28397"/>
                  <a:gd name="connsiteX7" fmla="*/ 4226 w 28356"/>
                  <a:gd name="connsiteY7" fmla="*/ 24364 h 28397"/>
                  <a:gd name="connsiteX8" fmla="*/ 1425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23"/>
                    </a:moveTo>
                    <a:cubicBezTo>
                      <a:pt x="18012" y="28523"/>
                      <a:pt x="21619" y="27027"/>
                      <a:pt x="24277" y="24364"/>
                    </a:cubicBezTo>
                    <a:cubicBezTo>
                      <a:pt x="26936" y="21702"/>
                      <a:pt x="28430" y="18090"/>
                      <a:pt x="28430" y="14324"/>
                    </a:cubicBezTo>
                    <a:cubicBezTo>
                      <a:pt x="28430" y="10558"/>
                      <a:pt x="26936" y="6946"/>
                      <a:pt x="24277" y="4284"/>
                    </a:cubicBezTo>
                    <a:cubicBezTo>
                      <a:pt x="21619" y="1621"/>
                      <a:pt x="18012" y="125"/>
                      <a:pt x="14252" y="125"/>
                    </a:cubicBezTo>
                    <a:cubicBezTo>
                      <a:pt x="10492" y="125"/>
                      <a:pt x="6885" y="1621"/>
                      <a:pt x="4226" y="4284"/>
                    </a:cubicBezTo>
                    <a:cubicBezTo>
                      <a:pt x="1567" y="6946"/>
                      <a:pt x="73" y="10558"/>
                      <a:pt x="73" y="14324"/>
                    </a:cubicBezTo>
                    <a:cubicBezTo>
                      <a:pt x="73" y="18090"/>
                      <a:pt x="1567" y="21702"/>
                      <a:pt x="4226" y="24364"/>
                    </a:cubicBezTo>
                    <a:cubicBezTo>
                      <a:pt x="6885" y="27027"/>
                      <a:pt x="10492" y="28523"/>
                      <a:pt x="1425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1" name="Freeform: Shape 820">
                <a:extLst>
                  <a:ext uri="{FF2B5EF4-FFF2-40B4-BE49-F238E27FC236}">
                    <a16:creationId xmlns:a16="http://schemas.microsoft.com/office/drawing/2014/main" id="{285A938B-9ACA-BB8A-337D-4DC12A3EA58C}"/>
                  </a:ext>
                </a:extLst>
              </p:cNvPr>
              <p:cNvSpPr/>
              <p:nvPr/>
            </p:nvSpPr>
            <p:spPr>
              <a:xfrm>
                <a:off x="8395549" y="4870273"/>
                <a:ext cx="28356" cy="28397"/>
              </a:xfrm>
              <a:custGeom>
                <a:avLst/>
                <a:gdLst>
                  <a:gd name="connsiteX0" fmla="*/ 14251 w 28356"/>
                  <a:gd name="connsiteY0" fmla="*/ 28522 h 28397"/>
                  <a:gd name="connsiteX1" fmla="*/ 24277 w 28356"/>
                  <a:gd name="connsiteY1" fmla="*/ 24364 h 28397"/>
                  <a:gd name="connsiteX2" fmla="*/ 28429 w 28356"/>
                  <a:gd name="connsiteY2" fmla="*/ 14323 h 28397"/>
                  <a:gd name="connsiteX3" fmla="*/ 24277 w 28356"/>
                  <a:gd name="connsiteY3" fmla="*/ 4283 h 28397"/>
                  <a:gd name="connsiteX4" fmla="*/ 14251 w 28356"/>
                  <a:gd name="connsiteY4" fmla="*/ 124 h 28397"/>
                  <a:gd name="connsiteX5" fmla="*/ 4225 w 28356"/>
                  <a:gd name="connsiteY5" fmla="*/ 4283 h 28397"/>
                  <a:gd name="connsiteX6" fmla="*/ 73 w 28356"/>
                  <a:gd name="connsiteY6" fmla="*/ 14323 h 28397"/>
                  <a:gd name="connsiteX7" fmla="*/ 4225 w 28356"/>
                  <a:gd name="connsiteY7" fmla="*/ 24364 h 28397"/>
                  <a:gd name="connsiteX8" fmla="*/ 1425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22"/>
                    </a:moveTo>
                    <a:cubicBezTo>
                      <a:pt x="18011" y="28522"/>
                      <a:pt x="21618" y="27026"/>
                      <a:pt x="24277" y="24364"/>
                    </a:cubicBezTo>
                    <a:cubicBezTo>
                      <a:pt x="26936" y="21701"/>
                      <a:pt x="28429" y="18089"/>
                      <a:pt x="28429" y="14323"/>
                    </a:cubicBezTo>
                    <a:cubicBezTo>
                      <a:pt x="28429" y="10558"/>
                      <a:pt x="26936" y="6946"/>
                      <a:pt x="24277" y="4283"/>
                    </a:cubicBezTo>
                    <a:cubicBezTo>
                      <a:pt x="21618" y="1620"/>
                      <a:pt x="18011" y="124"/>
                      <a:pt x="14251" y="124"/>
                    </a:cubicBezTo>
                    <a:cubicBezTo>
                      <a:pt x="10491" y="124"/>
                      <a:pt x="6884" y="1620"/>
                      <a:pt x="4225" y="4283"/>
                    </a:cubicBezTo>
                    <a:cubicBezTo>
                      <a:pt x="1567" y="6946"/>
                      <a:pt x="73" y="10558"/>
                      <a:pt x="73" y="14323"/>
                    </a:cubicBezTo>
                    <a:cubicBezTo>
                      <a:pt x="73" y="18089"/>
                      <a:pt x="1567" y="21701"/>
                      <a:pt x="4225" y="24364"/>
                    </a:cubicBezTo>
                    <a:cubicBezTo>
                      <a:pt x="6884" y="27026"/>
                      <a:pt x="10491" y="28522"/>
                      <a:pt x="1425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2" name="Freeform: Shape 821">
                <a:extLst>
                  <a:ext uri="{FF2B5EF4-FFF2-40B4-BE49-F238E27FC236}">
                    <a16:creationId xmlns:a16="http://schemas.microsoft.com/office/drawing/2014/main" id="{632BFCE3-B2A5-A01D-28E5-36799AE2CDB6}"/>
                  </a:ext>
                </a:extLst>
              </p:cNvPr>
              <p:cNvSpPr/>
              <p:nvPr/>
            </p:nvSpPr>
            <p:spPr>
              <a:xfrm>
                <a:off x="8387791" y="4890339"/>
                <a:ext cx="28356" cy="28397"/>
              </a:xfrm>
              <a:custGeom>
                <a:avLst/>
                <a:gdLst>
                  <a:gd name="connsiteX0" fmla="*/ 14251 w 28356"/>
                  <a:gd name="connsiteY0" fmla="*/ 28524 h 28397"/>
                  <a:gd name="connsiteX1" fmla="*/ 24276 w 28356"/>
                  <a:gd name="connsiteY1" fmla="*/ 24365 h 28397"/>
                  <a:gd name="connsiteX2" fmla="*/ 28429 w 28356"/>
                  <a:gd name="connsiteY2" fmla="*/ 14325 h 28397"/>
                  <a:gd name="connsiteX3" fmla="*/ 24276 w 28356"/>
                  <a:gd name="connsiteY3" fmla="*/ 4285 h 28397"/>
                  <a:gd name="connsiteX4" fmla="*/ 14251 w 28356"/>
                  <a:gd name="connsiteY4" fmla="*/ 126 h 28397"/>
                  <a:gd name="connsiteX5" fmla="*/ 4225 w 28356"/>
                  <a:gd name="connsiteY5" fmla="*/ 4285 h 28397"/>
                  <a:gd name="connsiteX6" fmla="*/ 72 w 28356"/>
                  <a:gd name="connsiteY6" fmla="*/ 14325 h 28397"/>
                  <a:gd name="connsiteX7" fmla="*/ 4225 w 28356"/>
                  <a:gd name="connsiteY7" fmla="*/ 24365 h 28397"/>
                  <a:gd name="connsiteX8" fmla="*/ 14251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24"/>
                    </a:moveTo>
                    <a:cubicBezTo>
                      <a:pt x="18011" y="28524"/>
                      <a:pt x="21617" y="27028"/>
                      <a:pt x="24276" y="24365"/>
                    </a:cubicBezTo>
                    <a:cubicBezTo>
                      <a:pt x="26935" y="21702"/>
                      <a:pt x="28429" y="18091"/>
                      <a:pt x="28429" y="14325"/>
                    </a:cubicBezTo>
                    <a:cubicBezTo>
                      <a:pt x="28429" y="10559"/>
                      <a:pt x="26935" y="6947"/>
                      <a:pt x="24276" y="4285"/>
                    </a:cubicBezTo>
                    <a:cubicBezTo>
                      <a:pt x="21617" y="1622"/>
                      <a:pt x="18011" y="126"/>
                      <a:pt x="14251" y="126"/>
                    </a:cubicBezTo>
                    <a:cubicBezTo>
                      <a:pt x="10490" y="126"/>
                      <a:pt x="6884" y="1622"/>
                      <a:pt x="4225" y="4285"/>
                    </a:cubicBezTo>
                    <a:cubicBezTo>
                      <a:pt x="1566" y="6947"/>
                      <a:pt x="72" y="10559"/>
                      <a:pt x="72" y="14325"/>
                    </a:cubicBezTo>
                    <a:cubicBezTo>
                      <a:pt x="72" y="18091"/>
                      <a:pt x="1566" y="21702"/>
                      <a:pt x="4225" y="24365"/>
                    </a:cubicBezTo>
                    <a:cubicBezTo>
                      <a:pt x="6884" y="27028"/>
                      <a:pt x="10490" y="28524"/>
                      <a:pt x="14251"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3" name="Freeform: Shape 822">
                <a:extLst>
                  <a:ext uri="{FF2B5EF4-FFF2-40B4-BE49-F238E27FC236}">
                    <a16:creationId xmlns:a16="http://schemas.microsoft.com/office/drawing/2014/main" id="{352B311E-9651-D976-CAF0-6BAE9A77B3C4}"/>
                  </a:ext>
                </a:extLst>
              </p:cNvPr>
              <p:cNvSpPr/>
              <p:nvPr/>
            </p:nvSpPr>
            <p:spPr>
              <a:xfrm>
                <a:off x="8380032" y="4868673"/>
                <a:ext cx="28356" cy="28397"/>
              </a:xfrm>
              <a:custGeom>
                <a:avLst/>
                <a:gdLst>
                  <a:gd name="connsiteX0" fmla="*/ 14250 w 28356"/>
                  <a:gd name="connsiteY0" fmla="*/ 28522 h 28397"/>
                  <a:gd name="connsiteX1" fmla="*/ 24276 w 28356"/>
                  <a:gd name="connsiteY1" fmla="*/ 24363 h 28397"/>
                  <a:gd name="connsiteX2" fmla="*/ 28428 w 28356"/>
                  <a:gd name="connsiteY2" fmla="*/ 14323 h 28397"/>
                  <a:gd name="connsiteX3" fmla="*/ 24276 w 28356"/>
                  <a:gd name="connsiteY3" fmla="*/ 4283 h 28397"/>
                  <a:gd name="connsiteX4" fmla="*/ 14250 w 28356"/>
                  <a:gd name="connsiteY4" fmla="*/ 124 h 28397"/>
                  <a:gd name="connsiteX5" fmla="*/ 4224 w 28356"/>
                  <a:gd name="connsiteY5" fmla="*/ 4283 h 28397"/>
                  <a:gd name="connsiteX6" fmla="*/ 72 w 28356"/>
                  <a:gd name="connsiteY6" fmla="*/ 14323 h 28397"/>
                  <a:gd name="connsiteX7" fmla="*/ 4224 w 28356"/>
                  <a:gd name="connsiteY7" fmla="*/ 24363 h 28397"/>
                  <a:gd name="connsiteX8" fmla="*/ 1425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0" y="28522"/>
                    </a:moveTo>
                    <a:cubicBezTo>
                      <a:pt x="18010" y="28522"/>
                      <a:pt x="21617" y="27026"/>
                      <a:pt x="24276" y="24363"/>
                    </a:cubicBezTo>
                    <a:cubicBezTo>
                      <a:pt x="26934" y="21701"/>
                      <a:pt x="28428" y="18089"/>
                      <a:pt x="28428" y="14323"/>
                    </a:cubicBezTo>
                    <a:cubicBezTo>
                      <a:pt x="28428" y="10558"/>
                      <a:pt x="26934" y="6946"/>
                      <a:pt x="24276" y="4283"/>
                    </a:cubicBezTo>
                    <a:cubicBezTo>
                      <a:pt x="21617" y="1620"/>
                      <a:pt x="18010" y="124"/>
                      <a:pt x="14250" y="124"/>
                    </a:cubicBezTo>
                    <a:cubicBezTo>
                      <a:pt x="10490" y="124"/>
                      <a:pt x="6883" y="1620"/>
                      <a:pt x="4224" y="4283"/>
                    </a:cubicBezTo>
                    <a:cubicBezTo>
                      <a:pt x="1565" y="6946"/>
                      <a:pt x="72" y="10558"/>
                      <a:pt x="72" y="14323"/>
                    </a:cubicBezTo>
                    <a:cubicBezTo>
                      <a:pt x="72" y="18089"/>
                      <a:pt x="1565" y="21701"/>
                      <a:pt x="4224" y="24363"/>
                    </a:cubicBezTo>
                    <a:cubicBezTo>
                      <a:pt x="6883" y="27026"/>
                      <a:pt x="10490" y="28522"/>
                      <a:pt x="1425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4" name="Freeform: Shape 823">
                <a:extLst>
                  <a:ext uri="{FF2B5EF4-FFF2-40B4-BE49-F238E27FC236}">
                    <a16:creationId xmlns:a16="http://schemas.microsoft.com/office/drawing/2014/main" id="{3B2E4DFE-6510-193E-9DEF-3C581967A727}"/>
                  </a:ext>
                </a:extLst>
              </p:cNvPr>
              <p:cNvSpPr/>
              <p:nvPr/>
            </p:nvSpPr>
            <p:spPr>
              <a:xfrm>
                <a:off x="8372274" y="4886668"/>
                <a:ext cx="28356" cy="28397"/>
              </a:xfrm>
              <a:custGeom>
                <a:avLst/>
                <a:gdLst>
                  <a:gd name="connsiteX0" fmla="*/ 14249 w 28356"/>
                  <a:gd name="connsiteY0" fmla="*/ 28524 h 28397"/>
                  <a:gd name="connsiteX1" fmla="*/ 24275 w 28356"/>
                  <a:gd name="connsiteY1" fmla="*/ 24365 h 28397"/>
                  <a:gd name="connsiteX2" fmla="*/ 28428 w 28356"/>
                  <a:gd name="connsiteY2" fmla="*/ 14325 h 28397"/>
                  <a:gd name="connsiteX3" fmla="*/ 24275 w 28356"/>
                  <a:gd name="connsiteY3" fmla="*/ 4284 h 28397"/>
                  <a:gd name="connsiteX4" fmla="*/ 14249 w 28356"/>
                  <a:gd name="connsiteY4" fmla="*/ 126 h 28397"/>
                  <a:gd name="connsiteX5" fmla="*/ 4224 w 28356"/>
                  <a:gd name="connsiteY5" fmla="*/ 4284 h 28397"/>
                  <a:gd name="connsiteX6" fmla="*/ 71 w 28356"/>
                  <a:gd name="connsiteY6" fmla="*/ 14325 h 28397"/>
                  <a:gd name="connsiteX7" fmla="*/ 4224 w 28356"/>
                  <a:gd name="connsiteY7" fmla="*/ 24365 h 28397"/>
                  <a:gd name="connsiteX8" fmla="*/ 1424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24"/>
                    </a:moveTo>
                    <a:cubicBezTo>
                      <a:pt x="18009" y="28524"/>
                      <a:pt x="21616" y="27028"/>
                      <a:pt x="24275" y="24365"/>
                    </a:cubicBezTo>
                    <a:cubicBezTo>
                      <a:pt x="26934" y="21702"/>
                      <a:pt x="28428" y="18090"/>
                      <a:pt x="28428" y="14325"/>
                    </a:cubicBezTo>
                    <a:cubicBezTo>
                      <a:pt x="28428" y="10559"/>
                      <a:pt x="26934" y="6947"/>
                      <a:pt x="24275" y="4284"/>
                    </a:cubicBezTo>
                    <a:cubicBezTo>
                      <a:pt x="21616" y="1622"/>
                      <a:pt x="18009" y="126"/>
                      <a:pt x="14249" y="126"/>
                    </a:cubicBezTo>
                    <a:cubicBezTo>
                      <a:pt x="10489" y="126"/>
                      <a:pt x="6882" y="1622"/>
                      <a:pt x="4224" y="4284"/>
                    </a:cubicBezTo>
                    <a:cubicBezTo>
                      <a:pt x="1565" y="6947"/>
                      <a:pt x="71" y="10559"/>
                      <a:pt x="71" y="14325"/>
                    </a:cubicBezTo>
                    <a:cubicBezTo>
                      <a:pt x="71" y="18090"/>
                      <a:pt x="1565" y="21702"/>
                      <a:pt x="4224" y="24365"/>
                    </a:cubicBezTo>
                    <a:cubicBezTo>
                      <a:pt x="6882" y="27028"/>
                      <a:pt x="10489" y="28524"/>
                      <a:pt x="14249"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5" name="Freeform: Shape 824">
                <a:extLst>
                  <a:ext uri="{FF2B5EF4-FFF2-40B4-BE49-F238E27FC236}">
                    <a16:creationId xmlns:a16="http://schemas.microsoft.com/office/drawing/2014/main" id="{46D197D5-2096-9B3A-02B4-A64132465596}"/>
                  </a:ext>
                </a:extLst>
              </p:cNvPr>
              <p:cNvSpPr/>
              <p:nvPr/>
            </p:nvSpPr>
            <p:spPr>
              <a:xfrm>
                <a:off x="8364515" y="4871873"/>
                <a:ext cx="28356" cy="28397"/>
              </a:xfrm>
              <a:custGeom>
                <a:avLst/>
                <a:gdLst>
                  <a:gd name="connsiteX0" fmla="*/ 14249 w 28356"/>
                  <a:gd name="connsiteY0" fmla="*/ 28522 h 28397"/>
                  <a:gd name="connsiteX1" fmla="*/ 24274 w 28356"/>
                  <a:gd name="connsiteY1" fmla="*/ 24364 h 28397"/>
                  <a:gd name="connsiteX2" fmla="*/ 28427 w 28356"/>
                  <a:gd name="connsiteY2" fmla="*/ 14324 h 28397"/>
                  <a:gd name="connsiteX3" fmla="*/ 24274 w 28356"/>
                  <a:gd name="connsiteY3" fmla="*/ 4283 h 28397"/>
                  <a:gd name="connsiteX4" fmla="*/ 14249 w 28356"/>
                  <a:gd name="connsiteY4" fmla="*/ 125 h 28397"/>
                  <a:gd name="connsiteX5" fmla="*/ 4223 w 28356"/>
                  <a:gd name="connsiteY5" fmla="*/ 4283 h 28397"/>
                  <a:gd name="connsiteX6" fmla="*/ 70 w 28356"/>
                  <a:gd name="connsiteY6" fmla="*/ 14324 h 28397"/>
                  <a:gd name="connsiteX7" fmla="*/ 4223 w 28356"/>
                  <a:gd name="connsiteY7" fmla="*/ 24364 h 28397"/>
                  <a:gd name="connsiteX8" fmla="*/ 14249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22"/>
                    </a:moveTo>
                    <a:cubicBezTo>
                      <a:pt x="18009" y="28522"/>
                      <a:pt x="21615" y="27026"/>
                      <a:pt x="24274" y="24364"/>
                    </a:cubicBezTo>
                    <a:cubicBezTo>
                      <a:pt x="26933" y="21701"/>
                      <a:pt x="28427" y="18089"/>
                      <a:pt x="28427" y="14324"/>
                    </a:cubicBezTo>
                    <a:cubicBezTo>
                      <a:pt x="28427" y="10558"/>
                      <a:pt x="26933" y="6946"/>
                      <a:pt x="24274" y="4283"/>
                    </a:cubicBezTo>
                    <a:cubicBezTo>
                      <a:pt x="21615" y="1621"/>
                      <a:pt x="18009" y="125"/>
                      <a:pt x="14249" y="125"/>
                    </a:cubicBezTo>
                    <a:cubicBezTo>
                      <a:pt x="10489" y="125"/>
                      <a:pt x="6882" y="1621"/>
                      <a:pt x="4223" y="4283"/>
                    </a:cubicBezTo>
                    <a:cubicBezTo>
                      <a:pt x="1564" y="6946"/>
                      <a:pt x="70" y="10558"/>
                      <a:pt x="70" y="14324"/>
                    </a:cubicBezTo>
                    <a:cubicBezTo>
                      <a:pt x="70" y="18089"/>
                      <a:pt x="1564" y="21701"/>
                      <a:pt x="4223" y="24364"/>
                    </a:cubicBezTo>
                    <a:cubicBezTo>
                      <a:pt x="6882" y="27026"/>
                      <a:pt x="10489" y="28522"/>
                      <a:pt x="14249"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6" name="Freeform: Shape 825">
                <a:extLst>
                  <a:ext uri="{FF2B5EF4-FFF2-40B4-BE49-F238E27FC236}">
                    <a16:creationId xmlns:a16="http://schemas.microsoft.com/office/drawing/2014/main" id="{42159795-FD87-6A34-565E-A046FB019D44}"/>
                  </a:ext>
                </a:extLst>
              </p:cNvPr>
              <p:cNvSpPr/>
              <p:nvPr/>
            </p:nvSpPr>
            <p:spPr>
              <a:xfrm>
                <a:off x="8356757" y="4871263"/>
                <a:ext cx="28356" cy="28397"/>
              </a:xfrm>
              <a:custGeom>
                <a:avLst/>
                <a:gdLst>
                  <a:gd name="connsiteX0" fmla="*/ 14248 w 28356"/>
                  <a:gd name="connsiteY0" fmla="*/ 28522 h 28397"/>
                  <a:gd name="connsiteX1" fmla="*/ 24274 w 28356"/>
                  <a:gd name="connsiteY1" fmla="*/ 24364 h 28397"/>
                  <a:gd name="connsiteX2" fmla="*/ 28426 w 28356"/>
                  <a:gd name="connsiteY2" fmla="*/ 14323 h 28397"/>
                  <a:gd name="connsiteX3" fmla="*/ 24274 w 28356"/>
                  <a:gd name="connsiteY3" fmla="*/ 4283 h 28397"/>
                  <a:gd name="connsiteX4" fmla="*/ 14248 w 28356"/>
                  <a:gd name="connsiteY4" fmla="*/ 124 h 28397"/>
                  <a:gd name="connsiteX5" fmla="*/ 4222 w 28356"/>
                  <a:gd name="connsiteY5" fmla="*/ 4283 h 28397"/>
                  <a:gd name="connsiteX6" fmla="*/ 70 w 28356"/>
                  <a:gd name="connsiteY6" fmla="*/ 14323 h 28397"/>
                  <a:gd name="connsiteX7" fmla="*/ 4222 w 28356"/>
                  <a:gd name="connsiteY7" fmla="*/ 24364 h 28397"/>
                  <a:gd name="connsiteX8" fmla="*/ 1424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8" y="28522"/>
                    </a:moveTo>
                    <a:cubicBezTo>
                      <a:pt x="18008" y="28522"/>
                      <a:pt x="21615" y="27026"/>
                      <a:pt x="24274" y="24364"/>
                    </a:cubicBezTo>
                    <a:cubicBezTo>
                      <a:pt x="26933" y="21701"/>
                      <a:pt x="28426" y="18089"/>
                      <a:pt x="28426" y="14323"/>
                    </a:cubicBezTo>
                    <a:cubicBezTo>
                      <a:pt x="28426" y="10558"/>
                      <a:pt x="26933" y="6946"/>
                      <a:pt x="24274" y="4283"/>
                    </a:cubicBezTo>
                    <a:cubicBezTo>
                      <a:pt x="21615" y="1621"/>
                      <a:pt x="18008" y="124"/>
                      <a:pt x="14248" y="124"/>
                    </a:cubicBezTo>
                    <a:cubicBezTo>
                      <a:pt x="10488" y="124"/>
                      <a:pt x="6881" y="1621"/>
                      <a:pt x="4222" y="4283"/>
                    </a:cubicBezTo>
                    <a:cubicBezTo>
                      <a:pt x="1564" y="6946"/>
                      <a:pt x="70" y="10558"/>
                      <a:pt x="70" y="14323"/>
                    </a:cubicBezTo>
                    <a:cubicBezTo>
                      <a:pt x="70" y="18089"/>
                      <a:pt x="1564" y="21701"/>
                      <a:pt x="4222" y="24364"/>
                    </a:cubicBezTo>
                    <a:cubicBezTo>
                      <a:pt x="6881" y="27026"/>
                      <a:pt x="10488" y="28522"/>
                      <a:pt x="1424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7" name="Freeform: Shape 826">
                <a:extLst>
                  <a:ext uri="{FF2B5EF4-FFF2-40B4-BE49-F238E27FC236}">
                    <a16:creationId xmlns:a16="http://schemas.microsoft.com/office/drawing/2014/main" id="{3FE485C3-20C6-4863-22F9-41A1DF1B90DE}"/>
                  </a:ext>
                </a:extLst>
              </p:cNvPr>
              <p:cNvSpPr/>
              <p:nvPr/>
            </p:nvSpPr>
            <p:spPr>
              <a:xfrm>
                <a:off x="8348999" y="4870158"/>
                <a:ext cx="28356" cy="28397"/>
              </a:xfrm>
              <a:custGeom>
                <a:avLst/>
                <a:gdLst>
                  <a:gd name="connsiteX0" fmla="*/ 14247 w 28356"/>
                  <a:gd name="connsiteY0" fmla="*/ 28522 h 28397"/>
                  <a:gd name="connsiteX1" fmla="*/ 24273 w 28356"/>
                  <a:gd name="connsiteY1" fmla="*/ 24364 h 28397"/>
                  <a:gd name="connsiteX2" fmla="*/ 28426 w 28356"/>
                  <a:gd name="connsiteY2" fmla="*/ 14323 h 28397"/>
                  <a:gd name="connsiteX3" fmla="*/ 24273 w 28356"/>
                  <a:gd name="connsiteY3" fmla="*/ 4283 h 28397"/>
                  <a:gd name="connsiteX4" fmla="*/ 14247 w 28356"/>
                  <a:gd name="connsiteY4" fmla="*/ 124 h 28397"/>
                  <a:gd name="connsiteX5" fmla="*/ 4222 w 28356"/>
                  <a:gd name="connsiteY5" fmla="*/ 4283 h 28397"/>
                  <a:gd name="connsiteX6" fmla="*/ 69 w 28356"/>
                  <a:gd name="connsiteY6" fmla="*/ 14323 h 28397"/>
                  <a:gd name="connsiteX7" fmla="*/ 4222 w 28356"/>
                  <a:gd name="connsiteY7" fmla="*/ 24364 h 28397"/>
                  <a:gd name="connsiteX8" fmla="*/ 1424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22"/>
                    </a:moveTo>
                    <a:cubicBezTo>
                      <a:pt x="18008" y="28522"/>
                      <a:pt x="21614" y="27026"/>
                      <a:pt x="24273" y="24364"/>
                    </a:cubicBezTo>
                    <a:cubicBezTo>
                      <a:pt x="26932" y="21701"/>
                      <a:pt x="28426" y="18089"/>
                      <a:pt x="28426" y="14323"/>
                    </a:cubicBezTo>
                    <a:cubicBezTo>
                      <a:pt x="28426" y="10558"/>
                      <a:pt x="26932" y="6946"/>
                      <a:pt x="24273" y="4283"/>
                    </a:cubicBezTo>
                    <a:cubicBezTo>
                      <a:pt x="21614" y="1620"/>
                      <a:pt x="18008" y="124"/>
                      <a:pt x="14247" y="124"/>
                    </a:cubicBezTo>
                    <a:cubicBezTo>
                      <a:pt x="10487" y="124"/>
                      <a:pt x="6881" y="1620"/>
                      <a:pt x="4222" y="4283"/>
                    </a:cubicBezTo>
                    <a:cubicBezTo>
                      <a:pt x="1563" y="6946"/>
                      <a:pt x="69" y="10558"/>
                      <a:pt x="69" y="14323"/>
                    </a:cubicBezTo>
                    <a:cubicBezTo>
                      <a:pt x="69" y="18089"/>
                      <a:pt x="1563" y="21701"/>
                      <a:pt x="4222" y="24364"/>
                    </a:cubicBezTo>
                    <a:cubicBezTo>
                      <a:pt x="6881" y="27026"/>
                      <a:pt x="10487" y="28522"/>
                      <a:pt x="1424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8" name="Freeform: Shape 827">
                <a:extLst>
                  <a:ext uri="{FF2B5EF4-FFF2-40B4-BE49-F238E27FC236}">
                    <a16:creationId xmlns:a16="http://schemas.microsoft.com/office/drawing/2014/main" id="{B8B56506-D55A-F3B0-F926-B8CBB08F9F6A}"/>
                  </a:ext>
                </a:extLst>
              </p:cNvPr>
              <p:cNvSpPr/>
              <p:nvPr/>
            </p:nvSpPr>
            <p:spPr>
              <a:xfrm>
                <a:off x="8341241" y="4879683"/>
                <a:ext cx="28356" cy="28397"/>
              </a:xfrm>
              <a:custGeom>
                <a:avLst/>
                <a:gdLst>
                  <a:gd name="connsiteX0" fmla="*/ 14247 w 28356"/>
                  <a:gd name="connsiteY0" fmla="*/ 28523 h 28397"/>
                  <a:gd name="connsiteX1" fmla="*/ 24272 w 28356"/>
                  <a:gd name="connsiteY1" fmla="*/ 24364 h 28397"/>
                  <a:gd name="connsiteX2" fmla="*/ 28425 w 28356"/>
                  <a:gd name="connsiteY2" fmla="*/ 14324 h 28397"/>
                  <a:gd name="connsiteX3" fmla="*/ 24272 w 28356"/>
                  <a:gd name="connsiteY3" fmla="*/ 4284 h 28397"/>
                  <a:gd name="connsiteX4" fmla="*/ 14247 w 28356"/>
                  <a:gd name="connsiteY4" fmla="*/ 125 h 28397"/>
                  <a:gd name="connsiteX5" fmla="*/ 4221 w 28356"/>
                  <a:gd name="connsiteY5" fmla="*/ 4284 h 28397"/>
                  <a:gd name="connsiteX6" fmla="*/ 68 w 28356"/>
                  <a:gd name="connsiteY6" fmla="*/ 14324 h 28397"/>
                  <a:gd name="connsiteX7" fmla="*/ 4221 w 28356"/>
                  <a:gd name="connsiteY7" fmla="*/ 24364 h 28397"/>
                  <a:gd name="connsiteX8" fmla="*/ 1424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23"/>
                    </a:moveTo>
                    <a:cubicBezTo>
                      <a:pt x="18007" y="28523"/>
                      <a:pt x="21614" y="27027"/>
                      <a:pt x="24272" y="24364"/>
                    </a:cubicBezTo>
                    <a:cubicBezTo>
                      <a:pt x="26931" y="21702"/>
                      <a:pt x="28425" y="18090"/>
                      <a:pt x="28425" y="14324"/>
                    </a:cubicBezTo>
                    <a:cubicBezTo>
                      <a:pt x="28425" y="10558"/>
                      <a:pt x="26931" y="6947"/>
                      <a:pt x="24272" y="4284"/>
                    </a:cubicBezTo>
                    <a:cubicBezTo>
                      <a:pt x="21614" y="1621"/>
                      <a:pt x="18007" y="125"/>
                      <a:pt x="14247" y="125"/>
                    </a:cubicBezTo>
                    <a:cubicBezTo>
                      <a:pt x="10487" y="125"/>
                      <a:pt x="6880" y="1621"/>
                      <a:pt x="4221" y="4284"/>
                    </a:cubicBezTo>
                    <a:cubicBezTo>
                      <a:pt x="1562" y="6947"/>
                      <a:pt x="68" y="10558"/>
                      <a:pt x="68" y="14324"/>
                    </a:cubicBezTo>
                    <a:cubicBezTo>
                      <a:pt x="68" y="18090"/>
                      <a:pt x="1562" y="21702"/>
                      <a:pt x="4221" y="24364"/>
                    </a:cubicBezTo>
                    <a:cubicBezTo>
                      <a:pt x="6880" y="27027"/>
                      <a:pt x="10487" y="28523"/>
                      <a:pt x="1424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29" name="Freeform: Shape 828">
                <a:extLst>
                  <a:ext uri="{FF2B5EF4-FFF2-40B4-BE49-F238E27FC236}">
                    <a16:creationId xmlns:a16="http://schemas.microsoft.com/office/drawing/2014/main" id="{424C8160-A7F1-0001-01CE-40831D26EBC0}"/>
                  </a:ext>
                </a:extLst>
              </p:cNvPr>
              <p:cNvSpPr/>
              <p:nvPr/>
            </p:nvSpPr>
            <p:spPr>
              <a:xfrm>
                <a:off x="8333482" y="4871784"/>
                <a:ext cx="28356" cy="28397"/>
              </a:xfrm>
              <a:custGeom>
                <a:avLst/>
                <a:gdLst>
                  <a:gd name="connsiteX0" fmla="*/ 14246 w 28356"/>
                  <a:gd name="connsiteY0" fmla="*/ 28522 h 28397"/>
                  <a:gd name="connsiteX1" fmla="*/ 24272 w 28356"/>
                  <a:gd name="connsiteY1" fmla="*/ 24364 h 28397"/>
                  <a:gd name="connsiteX2" fmla="*/ 28425 w 28356"/>
                  <a:gd name="connsiteY2" fmla="*/ 14323 h 28397"/>
                  <a:gd name="connsiteX3" fmla="*/ 24272 w 28356"/>
                  <a:gd name="connsiteY3" fmla="*/ 4283 h 28397"/>
                  <a:gd name="connsiteX4" fmla="*/ 14246 w 28356"/>
                  <a:gd name="connsiteY4" fmla="*/ 125 h 28397"/>
                  <a:gd name="connsiteX5" fmla="*/ 4221 w 28356"/>
                  <a:gd name="connsiteY5" fmla="*/ 4283 h 28397"/>
                  <a:gd name="connsiteX6" fmla="*/ 68 w 28356"/>
                  <a:gd name="connsiteY6" fmla="*/ 14323 h 28397"/>
                  <a:gd name="connsiteX7" fmla="*/ 4221 w 28356"/>
                  <a:gd name="connsiteY7" fmla="*/ 24364 h 28397"/>
                  <a:gd name="connsiteX8" fmla="*/ 1424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22"/>
                    </a:moveTo>
                    <a:cubicBezTo>
                      <a:pt x="18006" y="28522"/>
                      <a:pt x="21613" y="27026"/>
                      <a:pt x="24272" y="24364"/>
                    </a:cubicBezTo>
                    <a:cubicBezTo>
                      <a:pt x="26931" y="21701"/>
                      <a:pt x="28425" y="18089"/>
                      <a:pt x="28425" y="14323"/>
                    </a:cubicBezTo>
                    <a:cubicBezTo>
                      <a:pt x="28425" y="10558"/>
                      <a:pt x="26931" y="6946"/>
                      <a:pt x="24272" y="4283"/>
                    </a:cubicBezTo>
                    <a:cubicBezTo>
                      <a:pt x="21613" y="1621"/>
                      <a:pt x="18006" y="125"/>
                      <a:pt x="14246" y="125"/>
                    </a:cubicBezTo>
                    <a:cubicBezTo>
                      <a:pt x="10486" y="125"/>
                      <a:pt x="6879" y="1621"/>
                      <a:pt x="4221" y="4283"/>
                    </a:cubicBezTo>
                    <a:cubicBezTo>
                      <a:pt x="1562" y="6946"/>
                      <a:pt x="68" y="10558"/>
                      <a:pt x="68" y="14323"/>
                    </a:cubicBezTo>
                    <a:cubicBezTo>
                      <a:pt x="68" y="18089"/>
                      <a:pt x="1562" y="21701"/>
                      <a:pt x="4221" y="24364"/>
                    </a:cubicBezTo>
                    <a:cubicBezTo>
                      <a:pt x="6879" y="27026"/>
                      <a:pt x="10486" y="28522"/>
                      <a:pt x="1424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0" name="Freeform: Shape 829">
                <a:extLst>
                  <a:ext uri="{FF2B5EF4-FFF2-40B4-BE49-F238E27FC236}">
                    <a16:creationId xmlns:a16="http://schemas.microsoft.com/office/drawing/2014/main" id="{4F163597-2C58-97B3-02F2-D6B3D9BB2087}"/>
                  </a:ext>
                </a:extLst>
              </p:cNvPr>
              <p:cNvSpPr/>
              <p:nvPr/>
            </p:nvSpPr>
            <p:spPr>
              <a:xfrm>
                <a:off x="8325724" y="4871619"/>
                <a:ext cx="28356" cy="28397"/>
              </a:xfrm>
              <a:custGeom>
                <a:avLst/>
                <a:gdLst>
                  <a:gd name="connsiteX0" fmla="*/ 14246 w 28356"/>
                  <a:gd name="connsiteY0" fmla="*/ 28522 h 28397"/>
                  <a:gd name="connsiteX1" fmla="*/ 24271 w 28356"/>
                  <a:gd name="connsiteY1" fmla="*/ 24364 h 28397"/>
                  <a:gd name="connsiteX2" fmla="*/ 28424 w 28356"/>
                  <a:gd name="connsiteY2" fmla="*/ 14323 h 28397"/>
                  <a:gd name="connsiteX3" fmla="*/ 24271 w 28356"/>
                  <a:gd name="connsiteY3" fmla="*/ 4283 h 28397"/>
                  <a:gd name="connsiteX4" fmla="*/ 14246 w 28356"/>
                  <a:gd name="connsiteY4" fmla="*/ 125 h 28397"/>
                  <a:gd name="connsiteX5" fmla="*/ 4220 w 28356"/>
                  <a:gd name="connsiteY5" fmla="*/ 4283 h 28397"/>
                  <a:gd name="connsiteX6" fmla="*/ 67 w 28356"/>
                  <a:gd name="connsiteY6" fmla="*/ 14323 h 28397"/>
                  <a:gd name="connsiteX7" fmla="*/ 4220 w 28356"/>
                  <a:gd name="connsiteY7" fmla="*/ 24364 h 28397"/>
                  <a:gd name="connsiteX8" fmla="*/ 1424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22"/>
                    </a:moveTo>
                    <a:cubicBezTo>
                      <a:pt x="18006" y="28522"/>
                      <a:pt x="21612" y="27026"/>
                      <a:pt x="24271" y="24364"/>
                    </a:cubicBezTo>
                    <a:cubicBezTo>
                      <a:pt x="26930" y="21701"/>
                      <a:pt x="28424" y="18089"/>
                      <a:pt x="28424" y="14323"/>
                    </a:cubicBezTo>
                    <a:cubicBezTo>
                      <a:pt x="28424" y="10558"/>
                      <a:pt x="26930" y="6946"/>
                      <a:pt x="24271" y="4283"/>
                    </a:cubicBezTo>
                    <a:cubicBezTo>
                      <a:pt x="21612" y="1621"/>
                      <a:pt x="18006" y="125"/>
                      <a:pt x="14246" y="125"/>
                    </a:cubicBezTo>
                    <a:cubicBezTo>
                      <a:pt x="10485" y="125"/>
                      <a:pt x="6879" y="1621"/>
                      <a:pt x="4220" y="4283"/>
                    </a:cubicBezTo>
                    <a:cubicBezTo>
                      <a:pt x="1561" y="6946"/>
                      <a:pt x="67" y="10558"/>
                      <a:pt x="67" y="14323"/>
                    </a:cubicBezTo>
                    <a:cubicBezTo>
                      <a:pt x="67" y="18089"/>
                      <a:pt x="1561" y="21701"/>
                      <a:pt x="4220" y="24364"/>
                    </a:cubicBezTo>
                    <a:cubicBezTo>
                      <a:pt x="6879" y="27026"/>
                      <a:pt x="10485" y="28522"/>
                      <a:pt x="1424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1" name="Freeform: Shape 830">
                <a:extLst>
                  <a:ext uri="{FF2B5EF4-FFF2-40B4-BE49-F238E27FC236}">
                    <a16:creationId xmlns:a16="http://schemas.microsoft.com/office/drawing/2014/main" id="{71925628-3C8A-3D42-C56B-7A07B330D8BD}"/>
                  </a:ext>
                </a:extLst>
              </p:cNvPr>
              <p:cNvSpPr/>
              <p:nvPr/>
            </p:nvSpPr>
            <p:spPr>
              <a:xfrm>
                <a:off x="8317965" y="4867644"/>
                <a:ext cx="28356" cy="28397"/>
              </a:xfrm>
              <a:custGeom>
                <a:avLst/>
                <a:gdLst>
                  <a:gd name="connsiteX0" fmla="*/ 14245 w 28356"/>
                  <a:gd name="connsiteY0" fmla="*/ 28522 h 28397"/>
                  <a:gd name="connsiteX1" fmla="*/ 24271 w 28356"/>
                  <a:gd name="connsiteY1" fmla="*/ 24363 h 28397"/>
                  <a:gd name="connsiteX2" fmla="*/ 28423 w 28356"/>
                  <a:gd name="connsiteY2" fmla="*/ 14323 h 28397"/>
                  <a:gd name="connsiteX3" fmla="*/ 24271 w 28356"/>
                  <a:gd name="connsiteY3" fmla="*/ 4283 h 28397"/>
                  <a:gd name="connsiteX4" fmla="*/ 14245 w 28356"/>
                  <a:gd name="connsiteY4" fmla="*/ 124 h 28397"/>
                  <a:gd name="connsiteX5" fmla="*/ 4219 w 28356"/>
                  <a:gd name="connsiteY5" fmla="*/ 4283 h 28397"/>
                  <a:gd name="connsiteX6" fmla="*/ 67 w 28356"/>
                  <a:gd name="connsiteY6" fmla="*/ 14323 h 28397"/>
                  <a:gd name="connsiteX7" fmla="*/ 4219 w 28356"/>
                  <a:gd name="connsiteY7" fmla="*/ 24363 h 28397"/>
                  <a:gd name="connsiteX8" fmla="*/ 1424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5" y="28522"/>
                    </a:moveTo>
                    <a:cubicBezTo>
                      <a:pt x="18005" y="28522"/>
                      <a:pt x="21612" y="27026"/>
                      <a:pt x="24271" y="24363"/>
                    </a:cubicBezTo>
                    <a:cubicBezTo>
                      <a:pt x="26929" y="21701"/>
                      <a:pt x="28423" y="18089"/>
                      <a:pt x="28423" y="14323"/>
                    </a:cubicBezTo>
                    <a:cubicBezTo>
                      <a:pt x="28423" y="10558"/>
                      <a:pt x="26929" y="6946"/>
                      <a:pt x="24271" y="4283"/>
                    </a:cubicBezTo>
                    <a:cubicBezTo>
                      <a:pt x="21612" y="1620"/>
                      <a:pt x="18005" y="124"/>
                      <a:pt x="14245" y="124"/>
                    </a:cubicBezTo>
                    <a:cubicBezTo>
                      <a:pt x="10485" y="124"/>
                      <a:pt x="6878" y="1620"/>
                      <a:pt x="4219" y="4283"/>
                    </a:cubicBezTo>
                    <a:cubicBezTo>
                      <a:pt x="1561" y="6946"/>
                      <a:pt x="67" y="10558"/>
                      <a:pt x="67" y="14323"/>
                    </a:cubicBezTo>
                    <a:cubicBezTo>
                      <a:pt x="67" y="18089"/>
                      <a:pt x="1561" y="21701"/>
                      <a:pt x="4219" y="24363"/>
                    </a:cubicBezTo>
                    <a:cubicBezTo>
                      <a:pt x="6878" y="27026"/>
                      <a:pt x="10485" y="28522"/>
                      <a:pt x="1424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2" name="Freeform: Shape 831">
                <a:extLst>
                  <a:ext uri="{FF2B5EF4-FFF2-40B4-BE49-F238E27FC236}">
                    <a16:creationId xmlns:a16="http://schemas.microsoft.com/office/drawing/2014/main" id="{A1065B0F-1F89-534A-0840-4C4EBA2126F4}"/>
                  </a:ext>
                </a:extLst>
              </p:cNvPr>
              <p:cNvSpPr/>
              <p:nvPr/>
            </p:nvSpPr>
            <p:spPr>
              <a:xfrm>
                <a:off x="8310206" y="4873118"/>
                <a:ext cx="28356" cy="28397"/>
              </a:xfrm>
              <a:custGeom>
                <a:avLst/>
                <a:gdLst>
                  <a:gd name="connsiteX0" fmla="*/ 14244 w 28356"/>
                  <a:gd name="connsiteY0" fmla="*/ 28523 h 28397"/>
                  <a:gd name="connsiteX1" fmla="*/ 24270 w 28356"/>
                  <a:gd name="connsiteY1" fmla="*/ 24364 h 28397"/>
                  <a:gd name="connsiteX2" fmla="*/ 28423 w 28356"/>
                  <a:gd name="connsiteY2" fmla="*/ 14324 h 28397"/>
                  <a:gd name="connsiteX3" fmla="*/ 24270 w 28356"/>
                  <a:gd name="connsiteY3" fmla="*/ 4283 h 28397"/>
                  <a:gd name="connsiteX4" fmla="*/ 14244 w 28356"/>
                  <a:gd name="connsiteY4" fmla="*/ 125 h 28397"/>
                  <a:gd name="connsiteX5" fmla="*/ 4219 w 28356"/>
                  <a:gd name="connsiteY5" fmla="*/ 4283 h 28397"/>
                  <a:gd name="connsiteX6" fmla="*/ 66 w 28356"/>
                  <a:gd name="connsiteY6" fmla="*/ 14324 h 28397"/>
                  <a:gd name="connsiteX7" fmla="*/ 4219 w 28356"/>
                  <a:gd name="connsiteY7" fmla="*/ 24364 h 28397"/>
                  <a:gd name="connsiteX8" fmla="*/ 1424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3"/>
                    </a:moveTo>
                    <a:cubicBezTo>
                      <a:pt x="18005" y="28523"/>
                      <a:pt x="21611" y="27027"/>
                      <a:pt x="24270" y="24364"/>
                    </a:cubicBezTo>
                    <a:cubicBezTo>
                      <a:pt x="26929" y="21701"/>
                      <a:pt x="28423" y="18089"/>
                      <a:pt x="28423" y="14324"/>
                    </a:cubicBezTo>
                    <a:cubicBezTo>
                      <a:pt x="28423" y="10558"/>
                      <a:pt x="26929" y="6946"/>
                      <a:pt x="24270" y="4283"/>
                    </a:cubicBezTo>
                    <a:cubicBezTo>
                      <a:pt x="21611" y="1621"/>
                      <a:pt x="18005" y="125"/>
                      <a:pt x="14244" y="125"/>
                    </a:cubicBezTo>
                    <a:cubicBezTo>
                      <a:pt x="10484" y="125"/>
                      <a:pt x="6878" y="1621"/>
                      <a:pt x="4219" y="4283"/>
                    </a:cubicBezTo>
                    <a:cubicBezTo>
                      <a:pt x="1560" y="6946"/>
                      <a:pt x="66" y="10558"/>
                      <a:pt x="66" y="14324"/>
                    </a:cubicBezTo>
                    <a:cubicBezTo>
                      <a:pt x="66" y="18089"/>
                      <a:pt x="1560" y="21701"/>
                      <a:pt x="4219" y="24364"/>
                    </a:cubicBezTo>
                    <a:cubicBezTo>
                      <a:pt x="6878" y="27027"/>
                      <a:pt x="10484" y="28523"/>
                      <a:pt x="1424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3" name="Freeform: Shape 832">
                <a:extLst>
                  <a:ext uri="{FF2B5EF4-FFF2-40B4-BE49-F238E27FC236}">
                    <a16:creationId xmlns:a16="http://schemas.microsoft.com/office/drawing/2014/main" id="{0D7F4E7C-0EFC-DACB-B17F-662DAE408E0F}"/>
                  </a:ext>
                </a:extLst>
              </p:cNvPr>
              <p:cNvSpPr/>
              <p:nvPr/>
            </p:nvSpPr>
            <p:spPr>
              <a:xfrm>
                <a:off x="8302448" y="4877067"/>
                <a:ext cx="28356" cy="28397"/>
              </a:xfrm>
              <a:custGeom>
                <a:avLst/>
                <a:gdLst>
                  <a:gd name="connsiteX0" fmla="*/ 14244 w 28356"/>
                  <a:gd name="connsiteY0" fmla="*/ 28523 h 28397"/>
                  <a:gd name="connsiteX1" fmla="*/ 24269 w 28356"/>
                  <a:gd name="connsiteY1" fmla="*/ 24364 h 28397"/>
                  <a:gd name="connsiteX2" fmla="*/ 28422 w 28356"/>
                  <a:gd name="connsiteY2" fmla="*/ 14324 h 28397"/>
                  <a:gd name="connsiteX3" fmla="*/ 24269 w 28356"/>
                  <a:gd name="connsiteY3" fmla="*/ 4284 h 28397"/>
                  <a:gd name="connsiteX4" fmla="*/ 14244 w 28356"/>
                  <a:gd name="connsiteY4" fmla="*/ 125 h 28397"/>
                  <a:gd name="connsiteX5" fmla="*/ 4218 w 28356"/>
                  <a:gd name="connsiteY5" fmla="*/ 4284 h 28397"/>
                  <a:gd name="connsiteX6" fmla="*/ 65 w 28356"/>
                  <a:gd name="connsiteY6" fmla="*/ 14324 h 28397"/>
                  <a:gd name="connsiteX7" fmla="*/ 4218 w 28356"/>
                  <a:gd name="connsiteY7" fmla="*/ 24364 h 28397"/>
                  <a:gd name="connsiteX8" fmla="*/ 1424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3"/>
                    </a:moveTo>
                    <a:cubicBezTo>
                      <a:pt x="18004" y="28523"/>
                      <a:pt x="21611" y="27027"/>
                      <a:pt x="24269" y="24364"/>
                    </a:cubicBezTo>
                    <a:cubicBezTo>
                      <a:pt x="26928" y="21701"/>
                      <a:pt x="28422" y="18090"/>
                      <a:pt x="28422" y="14324"/>
                    </a:cubicBezTo>
                    <a:cubicBezTo>
                      <a:pt x="28422" y="10558"/>
                      <a:pt x="26928" y="6946"/>
                      <a:pt x="24269" y="4284"/>
                    </a:cubicBezTo>
                    <a:cubicBezTo>
                      <a:pt x="21611" y="1621"/>
                      <a:pt x="18004" y="125"/>
                      <a:pt x="14244" y="125"/>
                    </a:cubicBezTo>
                    <a:cubicBezTo>
                      <a:pt x="10484" y="125"/>
                      <a:pt x="6877" y="1621"/>
                      <a:pt x="4218" y="4284"/>
                    </a:cubicBezTo>
                    <a:cubicBezTo>
                      <a:pt x="1559" y="6946"/>
                      <a:pt x="65" y="10558"/>
                      <a:pt x="65" y="14324"/>
                    </a:cubicBezTo>
                    <a:cubicBezTo>
                      <a:pt x="65" y="18090"/>
                      <a:pt x="1559" y="21701"/>
                      <a:pt x="4218" y="24364"/>
                    </a:cubicBezTo>
                    <a:cubicBezTo>
                      <a:pt x="6877" y="27027"/>
                      <a:pt x="10484" y="28523"/>
                      <a:pt x="1424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4" name="Freeform: Shape 833">
                <a:extLst>
                  <a:ext uri="{FF2B5EF4-FFF2-40B4-BE49-F238E27FC236}">
                    <a16:creationId xmlns:a16="http://schemas.microsoft.com/office/drawing/2014/main" id="{58DD7422-7261-0CE3-9231-EDF6A4987EEF}"/>
                  </a:ext>
                </a:extLst>
              </p:cNvPr>
              <p:cNvSpPr/>
              <p:nvPr/>
            </p:nvSpPr>
            <p:spPr>
              <a:xfrm>
                <a:off x="8294691" y="4875785"/>
                <a:ext cx="28356" cy="28397"/>
              </a:xfrm>
              <a:custGeom>
                <a:avLst/>
                <a:gdLst>
                  <a:gd name="connsiteX0" fmla="*/ 14243 w 28356"/>
                  <a:gd name="connsiteY0" fmla="*/ 28523 h 28397"/>
                  <a:gd name="connsiteX1" fmla="*/ 24269 w 28356"/>
                  <a:gd name="connsiteY1" fmla="*/ 24364 h 28397"/>
                  <a:gd name="connsiteX2" fmla="*/ 28422 w 28356"/>
                  <a:gd name="connsiteY2" fmla="*/ 14324 h 28397"/>
                  <a:gd name="connsiteX3" fmla="*/ 24269 w 28356"/>
                  <a:gd name="connsiteY3" fmla="*/ 4284 h 28397"/>
                  <a:gd name="connsiteX4" fmla="*/ 14243 w 28356"/>
                  <a:gd name="connsiteY4" fmla="*/ 125 h 28397"/>
                  <a:gd name="connsiteX5" fmla="*/ 4218 w 28356"/>
                  <a:gd name="connsiteY5" fmla="*/ 4284 h 28397"/>
                  <a:gd name="connsiteX6" fmla="*/ 65 w 28356"/>
                  <a:gd name="connsiteY6" fmla="*/ 14324 h 28397"/>
                  <a:gd name="connsiteX7" fmla="*/ 4218 w 28356"/>
                  <a:gd name="connsiteY7" fmla="*/ 24364 h 28397"/>
                  <a:gd name="connsiteX8" fmla="*/ 1424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23"/>
                    </a:moveTo>
                    <a:cubicBezTo>
                      <a:pt x="18003" y="28523"/>
                      <a:pt x="21610" y="27027"/>
                      <a:pt x="24269" y="24364"/>
                    </a:cubicBezTo>
                    <a:cubicBezTo>
                      <a:pt x="26928" y="21701"/>
                      <a:pt x="28422" y="18089"/>
                      <a:pt x="28422" y="14324"/>
                    </a:cubicBezTo>
                    <a:cubicBezTo>
                      <a:pt x="28422" y="10558"/>
                      <a:pt x="26928" y="6946"/>
                      <a:pt x="24269" y="4284"/>
                    </a:cubicBezTo>
                    <a:cubicBezTo>
                      <a:pt x="21610" y="1621"/>
                      <a:pt x="18003" y="125"/>
                      <a:pt x="14243" y="125"/>
                    </a:cubicBezTo>
                    <a:cubicBezTo>
                      <a:pt x="10483" y="125"/>
                      <a:pt x="6876" y="1621"/>
                      <a:pt x="4218" y="4284"/>
                    </a:cubicBezTo>
                    <a:cubicBezTo>
                      <a:pt x="1559" y="6946"/>
                      <a:pt x="65" y="10558"/>
                      <a:pt x="65" y="14324"/>
                    </a:cubicBezTo>
                    <a:cubicBezTo>
                      <a:pt x="65" y="18089"/>
                      <a:pt x="1559" y="21701"/>
                      <a:pt x="4218" y="24364"/>
                    </a:cubicBezTo>
                    <a:cubicBezTo>
                      <a:pt x="6876" y="27027"/>
                      <a:pt x="10483" y="28523"/>
                      <a:pt x="1424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5" name="Freeform: Shape 834">
                <a:extLst>
                  <a:ext uri="{FF2B5EF4-FFF2-40B4-BE49-F238E27FC236}">
                    <a16:creationId xmlns:a16="http://schemas.microsoft.com/office/drawing/2014/main" id="{CEE4D7B1-089B-ACB9-D575-5744481C4A27}"/>
                  </a:ext>
                </a:extLst>
              </p:cNvPr>
              <p:cNvSpPr/>
              <p:nvPr/>
            </p:nvSpPr>
            <p:spPr>
              <a:xfrm>
                <a:off x="8286932" y="4871441"/>
                <a:ext cx="28356" cy="28397"/>
              </a:xfrm>
              <a:custGeom>
                <a:avLst/>
                <a:gdLst>
                  <a:gd name="connsiteX0" fmla="*/ 14243 w 28356"/>
                  <a:gd name="connsiteY0" fmla="*/ 28522 h 28397"/>
                  <a:gd name="connsiteX1" fmla="*/ 24268 w 28356"/>
                  <a:gd name="connsiteY1" fmla="*/ 24364 h 28397"/>
                  <a:gd name="connsiteX2" fmla="*/ 28421 w 28356"/>
                  <a:gd name="connsiteY2" fmla="*/ 14323 h 28397"/>
                  <a:gd name="connsiteX3" fmla="*/ 24268 w 28356"/>
                  <a:gd name="connsiteY3" fmla="*/ 4283 h 28397"/>
                  <a:gd name="connsiteX4" fmla="*/ 14243 w 28356"/>
                  <a:gd name="connsiteY4" fmla="*/ 124 h 28397"/>
                  <a:gd name="connsiteX5" fmla="*/ 4217 w 28356"/>
                  <a:gd name="connsiteY5" fmla="*/ 4283 h 28397"/>
                  <a:gd name="connsiteX6" fmla="*/ 64 w 28356"/>
                  <a:gd name="connsiteY6" fmla="*/ 14323 h 28397"/>
                  <a:gd name="connsiteX7" fmla="*/ 4217 w 28356"/>
                  <a:gd name="connsiteY7" fmla="*/ 24364 h 28397"/>
                  <a:gd name="connsiteX8" fmla="*/ 1424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22"/>
                    </a:moveTo>
                    <a:cubicBezTo>
                      <a:pt x="18003" y="28522"/>
                      <a:pt x="21609" y="27026"/>
                      <a:pt x="24268" y="24364"/>
                    </a:cubicBezTo>
                    <a:cubicBezTo>
                      <a:pt x="26927" y="21701"/>
                      <a:pt x="28421" y="18089"/>
                      <a:pt x="28421" y="14323"/>
                    </a:cubicBezTo>
                    <a:cubicBezTo>
                      <a:pt x="28421" y="10558"/>
                      <a:pt x="26927" y="6946"/>
                      <a:pt x="24268" y="4283"/>
                    </a:cubicBezTo>
                    <a:cubicBezTo>
                      <a:pt x="21609" y="1621"/>
                      <a:pt x="18003" y="124"/>
                      <a:pt x="14243" y="124"/>
                    </a:cubicBezTo>
                    <a:cubicBezTo>
                      <a:pt x="10482" y="124"/>
                      <a:pt x="6876" y="1621"/>
                      <a:pt x="4217" y="4283"/>
                    </a:cubicBezTo>
                    <a:cubicBezTo>
                      <a:pt x="1558" y="6946"/>
                      <a:pt x="64" y="10558"/>
                      <a:pt x="64" y="14323"/>
                    </a:cubicBezTo>
                    <a:cubicBezTo>
                      <a:pt x="64" y="18089"/>
                      <a:pt x="1558" y="21701"/>
                      <a:pt x="4217" y="24364"/>
                    </a:cubicBezTo>
                    <a:cubicBezTo>
                      <a:pt x="6876" y="27026"/>
                      <a:pt x="10482" y="28522"/>
                      <a:pt x="1424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6" name="Freeform: Shape 835">
                <a:extLst>
                  <a:ext uri="{FF2B5EF4-FFF2-40B4-BE49-F238E27FC236}">
                    <a16:creationId xmlns:a16="http://schemas.microsoft.com/office/drawing/2014/main" id="{B348F48A-D558-8951-BE6B-74BB75F4A275}"/>
                  </a:ext>
                </a:extLst>
              </p:cNvPr>
              <p:cNvSpPr/>
              <p:nvPr/>
            </p:nvSpPr>
            <p:spPr>
              <a:xfrm>
                <a:off x="8279173" y="4871848"/>
                <a:ext cx="28356" cy="28397"/>
              </a:xfrm>
              <a:custGeom>
                <a:avLst/>
                <a:gdLst>
                  <a:gd name="connsiteX0" fmla="*/ 14242 w 28356"/>
                  <a:gd name="connsiteY0" fmla="*/ 28522 h 28397"/>
                  <a:gd name="connsiteX1" fmla="*/ 24268 w 28356"/>
                  <a:gd name="connsiteY1" fmla="*/ 24364 h 28397"/>
                  <a:gd name="connsiteX2" fmla="*/ 28420 w 28356"/>
                  <a:gd name="connsiteY2" fmla="*/ 14324 h 28397"/>
                  <a:gd name="connsiteX3" fmla="*/ 24268 w 28356"/>
                  <a:gd name="connsiteY3" fmla="*/ 4283 h 28397"/>
                  <a:gd name="connsiteX4" fmla="*/ 14242 w 28356"/>
                  <a:gd name="connsiteY4" fmla="*/ 125 h 28397"/>
                  <a:gd name="connsiteX5" fmla="*/ 4216 w 28356"/>
                  <a:gd name="connsiteY5" fmla="*/ 4283 h 28397"/>
                  <a:gd name="connsiteX6" fmla="*/ 64 w 28356"/>
                  <a:gd name="connsiteY6" fmla="*/ 14324 h 28397"/>
                  <a:gd name="connsiteX7" fmla="*/ 4216 w 28356"/>
                  <a:gd name="connsiteY7" fmla="*/ 24364 h 28397"/>
                  <a:gd name="connsiteX8" fmla="*/ 1424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2" y="28522"/>
                    </a:moveTo>
                    <a:cubicBezTo>
                      <a:pt x="18002" y="28522"/>
                      <a:pt x="21609" y="27026"/>
                      <a:pt x="24268" y="24364"/>
                    </a:cubicBezTo>
                    <a:cubicBezTo>
                      <a:pt x="26926" y="21701"/>
                      <a:pt x="28420" y="18089"/>
                      <a:pt x="28420" y="14324"/>
                    </a:cubicBezTo>
                    <a:cubicBezTo>
                      <a:pt x="28420" y="10558"/>
                      <a:pt x="26926" y="6946"/>
                      <a:pt x="24268" y="4283"/>
                    </a:cubicBezTo>
                    <a:cubicBezTo>
                      <a:pt x="21609" y="1621"/>
                      <a:pt x="18002" y="125"/>
                      <a:pt x="14242" y="125"/>
                    </a:cubicBezTo>
                    <a:cubicBezTo>
                      <a:pt x="10482" y="125"/>
                      <a:pt x="6875" y="1621"/>
                      <a:pt x="4216" y="4283"/>
                    </a:cubicBezTo>
                    <a:cubicBezTo>
                      <a:pt x="1557" y="6946"/>
                      <a:pt x="64" y="10558"/>
                      <a:pt x="64" y="14324"/>
                    </a:cubicBezTo>
                    <a:cubicBezTo>
                      <a:pt x="64" y="18089"/>
                      <a:pt x="1557" y="21701"/>
                      <a:pt x="4216" y="24364"/>
                    </a:cubicBezTo>
                    <a:cubicBezTo>
                      <a:pt x="6875" y="27026"/>
                      <a:pt x="10482" y="28522"/>
                      <a:pt x="1424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7" name="Freeform: Shape 836">
                <a:extLst>
                  <a:ext uri="{FF2B5EF4-FFF2-40B4-BE49-F238E27FC236}">
                    <a16:creationId xmlns:a16="http://schemas.microsoft.com/office/drawing/2014/main" id="{B16C0E86-C7DD-A4C7-007A-B1DFF410F0D9}"/>
                  </a:ext>
                </a:extLst>
              </p:cNvPr>
              <p:cNvSpPr/>
              <p:nvPr/>
            </p:nvSpPr>
            <p:spPr>
              <a:xfrm>
                <a:off x="8271415" y="4873372"/>
                <a:ext cx="28356" cy="28397"/>
              </a:xfrm>
              <a:custGeom>
                <a:avLst/>
                <a:gdLst>
                  <a:gd name="connsiteX0" fmla="*/ 14241 w 28356"/>
                  <a:gd name="connsiteY0" fmla="*/ 28523 h 28397"/>
                  <a:gd name="connsiteX1" fmla="*/ 24267 w 28356"/>
                  <a:gd name="connsiteY1" fmla="*/ 24364 h 28397"/>
                  <a:gd name="connsiteX2" fmla="*/ 28420 w 28356"/>
                  <a:gd name="connsiteY2" fmla="*/ 14324 h 28397"/>
                  <a:gd name="connsiteX3" fmla="*/ 24267 w 28356"/>
                  <a:gd name="connsiteY3" fmla="*/ 4283 h 28397"/>
                  <a:gd name="connsiteX4" fmla="*/ 14241 w 28356"/>
                  <a:gd name="connsiteY4" fmla="*/ 125 h 28397"/>
                  <a:gd name="connsiteX5" fmla="*/ 4216 w 28356"/>
                  <a:gd name="connsiteY5" fmla="*/ 4283 h 28397"/>
                  <a:gd name="connsiteX6" fmla="*/ 63 w 28356"/>
                  <a:gd name="connsiteY6" fmla="*/ 14324 h 28397"/>
                  <a:gd name="connsiteX7" fmla="*/ 4216 w 28356"/>
                  <a:gd name="connsiteY7" fmla="*/ 24364 h 28397"/>
                  <a:gd name="connsiteX8" fmla="*/ 1424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3"/>
                    </a:moveTo>
                    <a:cubicBezTo>
                      <a:pt x="18001" y="28523"/>
                      <a:pt x="21608" y="27027"/>
                      <a:pt x="24267" y="24364"/>
                    </a:cubicBezTo>
                    <a:cubicBezTo>
                      <a:pt x="26926" y="21701"/>
                      <a:pt x="28420" y="18089"/>
                      <a:pt x="28420" y="14324"/>
                    </a:cubicBezTo>
                    <a:cubicBezTo>
                      <a:pt x="28420" y="10558"/>
                      <a:pt x="26926" y="6946"/>
                      <a:pt x="24267" y="4283"/>
                    </a:cubicBezTo>
                    <a:cubicBezTo>
                      <a:pt x="21608" y="1621"/>
                      <a:pt x="18001" y="125"/>
                      <a:pt x="14241" y="125"/>
                    </a:cubicBezTo>
                    <a:cubicBezTo>
                      <a:pt x="10481" y="125"/>
                      <a:pt x="6875" y="1621"/>
                      <a:pt x="4216" y="4283"/>
                    </a:cubicBezTo>
                    <a:cubicBezTo>
                      <a:pt x="1557" y="6946"/>
                      <a:pt x="63" y="10558"/>
                      <a:pt x="63" y="14324"/>
                    </a:cubicBezTo>
                    <a:cubicBezTo>
                      <a:pt x="63" y="18089"/>
                      <a:pt x="1557" y="21701"/>
                      <a:pt x="4216" y="24364"/>
                    </a:cubicBezTo>
                    <a:cubicBezTo>
                      <a:pt x="6875" y="27027"/>
                      <a:pt x="10481" y="28523"/>
                      <a:pt x="1424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8" name="Freeform: Shape 837">
                <a:extLst>
                  <a:ext uri="{FF2B5EF4-FFF2-40B4-BE49-F238E27FC236}">
                    <a16:creationId xmlns:a16="http://schemas.microsoft.com/office/drawing/2014/main" id="{1A83372A-76C9-E33D-5C44-837EA6E0F37C}"/>
                  </a:ext>
                </a:extLst>
              </p:cNvPr>
              <p:cNvSpPr/>
              <p:nvPr/>
            </p:nvSpPr>
            <p:spPr>
              <a:xfrm>
                <a:off x="8263656" y="4869498"/>
                <a:ext cx="28356" cy="28397"/>
              </a:xfrm>
              <a:custGeom>
                <a:avLst/>
                <a:gdLst>
                  <a:gd name="connsiteX0" fmla="*/ 14241 w 28356"/>
                  <a:gd name="connsiteY0" fmla="*/ 28522 h 28397"/>
                  <a:gd name="connsiteX1" fmla="*/ 24266 w 28356"/>
                  <a:gd name="connsiteY1" fmla="*/ 24364 h 28397"/>
                  <a:gd name="connsiteX2" fmla="*/ 28419 w 28356"/>
                  <a:gd name="connsiteY2" fmla="*/ 14323 h 28397"/>
                  <a:gd name="connsiteX3" fmla="*/ 24266 w 28356"/>
                  <a:gd name="connsiteY3" fmla="*/ 4283 h 28397"/>
                  <a:gd name="connsiteX4" fmla="*/ 14241 w 28356"/>
                  <a:gd name="connsiteY4" fmla="*/ 124 h 28397"/>
                  <a:gd name="connsiteX5" fmla="*/ 4215 w 28356"/>
                  <a:gd name="connsiteY5" fmla="*/ 4283 h 28397"/>
                  <a:gd name="connsiteX6" fmla="*/ 62 w 28356"/>
                  <a:gd name="connsiteY6" fmla="*/ 14323 h 28397"/>
                  <a:gd name="connsiteX7" fmla="*/ 4215 w 28356"/>
                  <a:gd name="connsiteY7" fmla="*/ 24364 h 28397"/>
                  <a:gd name="connsiteX8" fmla="*/ 1424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2"/>
                    </a:moveTo>
                    <a:cubicBezTo>
                      <a:pt x="18001" y="28522"/>
                      <a:pt x="21608" y="27026"/>
                      <a:pt x="24266" y="24364"/>
                    </a:cubicBezTo>
                    <a:cubicBezTo>
                      <a:pt x="26925" y="21701"/>
                      <a:pt x="28419" y="18089"/>
                      <a:pt x="28419" y="14323"/>
                    </a:cubicBezTo>
                    <a:cubicBezTo>
                      <a:pt x="28419" y="10558"/>
                      <a:pt x="26925" y="6946"/>
                      <a:pt x="24266" y="4283"/>
                    </a:cubicBezTo>
                    <a:cubicBezTo>
                      <a:pt x="21608" y="1620"/>
                      <a:pt x="18001" y="124"/>
                      <a:pt x="14241" y="124"/>
                    </a:cubicBezTo>
                    <a:cubicBezTo>
                      <a:pt x="10481" y="124"/>
                      <a:pt x="6874" y="1620"/>
                      <a:pt x="4215" y="4283"/>
                    </a:cubicBezTo>
                    <a:cubicBezTo>
                      <a:pt x="1556" y="6946"/>
                      <a:pt x="62" y="10558"/>
                      <a:pt x="62" y="14323"/>
                    </a:cubicBezTo>
                    <a:cubicBezTo>
                      <a:pt x="62" y="18089"/>
                      <a:pt x="1556" y="21701"/>
                      <a:pt x="4215" y="24364"/>
                    </a:cubicBezTo>
                    <a:cubicBezTo>
                      <a:pt x="6874" y="27026"/>
                      <a:pt x="10481" y="28522"/>
                      <a:pt x="1424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39" name="Freeform: Shape 838">
                <a:extLst>
                  <a:ext uri="{FF2B5EF4-FFF2-40B4-BE49-F238E27FC236}">
                    <a16:creationId xmlns:a16="http://schemas.microsoft.com/office/drawing/2014/main" id="{0C6BFD92-C298-F2AA-87F5-F379567A3BC4}"/>
                  </a:ext>
                </a:extLst>
              </p:cNvPr>
              <p:cNvSpPr/>
              <p:nvPr/>
            </p:nvSpPr>
            <p:spPr>
              <a:xfrm>
                <a:off x="8255898" y="4874476"/>
                <a:ext cx="28356" cy="28397"/>
              </a:xfrm>
              <a:custGeom>
                <a:avLst/>
                <a:gdLst>
                  <a:gd name="connsiteX0" fmla="*/ 14240 w 28356"/>
                  <a:gd name="connsiteY0" fmla="*/ 28523 h 28397"/>
                  <a:gd name="connsiteX1" fmla="*/ 24266 w 28356"/>
                  <a:gd name="connsiteY1" fmla="*/ 24364 h 28397"/>
                  <a:gd name="connsiteX2" fmla="*/ 28418 w 28356"/>
                  <a:gd name="connsiteY2" fmla="*/ 14324 h 28397"/>
                  <a:gd name="connsiteX3" fmla="*/ 24266 w 28356"/>
                  <a:gd name="connsiteY3" fmla="*/ 4283 h 28397"/>
                  <a:gd name="connsiteX4" fmla="*/ 14240 w 28356"/>
                  <a:gd name="connsiteY4" fmla="*/ 125 h 28397"/>
                  <a:gd name="connsiteX5" fmla="*/ 4214 w 28356"/>
                  <a:gd name="connsiteY5" fmla="*/ 4283 h 28397"/>
                  <a:gd name="connsiteX6" fmla="*/ 62 w 28356"/>
                  <a:gd name="connsiteY6" fmla="*/ 14324 h 28397"/>
                  <a:gd name="connsiteX7" fmla="*/ 4214 w 28356"/>
                  <a:gd name="connsiteY7" fmla="*/ 24364 h 28397"/>
                  <a:gd name="connsiteX8" fmla="*/ 14240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523"/>
                    </a:moveTo>
                    <a:cubicBezTo>
                      <a:pt x="18000" y="28523"/>
                      <a:pt x="21607" y="27027"/>
                      <a:pt x="24266" y="24364"/>
                    </a:cubicBezTo>
                    <a:cubicBezTo>
                      <a:pt x="26925" y="21701"/>
                      <a:pt x="28418" y="18089"/>
                      <a:pt x="28418" y="14324"/>
                    </a:cubicBezTo>
                    <a:cubicBezTo>
                      <a:pt x="28418" y="10558"/>
                      <a:pt x="26925" y="6946"/>
                      <a:pt x="24266" y="4283"/>
                    </a:cubicBezTo>
                    <a:cubicBezTo>
                      <a:pt x="21607" y="1621"/>
                      <a:pt x="18000" y="125"/>
                      <a:pt x="14240" y="125"/>
                    </a:cubicBezTo>
                    <a:cubicBezTo>
                      <a:pt x="10480" y="125"/>
                      <a:pt x="6873" y="1621"/>
                      <a:pt x="4214" y="4283"/>
                    </a:cubicBezTo>
                    <a:cubicBezTo>
                      <a:pt x="1556" y="6946"/>
                      <a:pt x="62" y="10558"/>
                      <a:pt x="62" y="14324"/>
                    </a:cubicBezTo>
                    <a:cubicBezTo>
                      <a:pt x="62" y="18089"/>
                      <a:pt x="1556" y="21701"/>
                      <a:pt x="4214" y="24364"/>
                    </a:cubicBezTo>
                    <a:cubicBezTo>
                      <a:pt x="6873" y="27027"/>
                      <a:pt x="10480" y="28523"/>
                      <a:pt x="14240"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0" name="Freeform: Shape 839">
                <a:extLst>
                  <a:ext uri="{FF2B5EF4-FFF2-40B4-BE49-F238E27FC236}">
                    <a16:creationId xmlns:a16="http://schemas.microsoft.com/office/drawing/2014/main" id="{05FBFB06-662E-6EE5-8F77-78C162A65C1E}"/>
                  </a:ext>
                </a:extLst>
              </p:cNvPr>
              <p:cNvSpPr/>
              <p:nvPr/>
            </p:nvSpPr>
            <p:spPr>
              <a:xfrm>
                <a:off x="8248139" y="4877601"/>
                <a:ext cx="28356" cy="28397"/>
              </a:xfrm>
              <a:custGeom>
                <a:avLst/>
                <a:gdLst>
                  <a:gd name="connsiteX0" fmla="*/ 14239 w 28356"/>
                  <a:gd name="connsiteY0" fmla="*/ 28523 h 28397"/>
                  <a:gd name="connsiteX1" fmla="*/ 24265 w 28356"/>
                  <a:gd name="connsiteY1" fmla="*/ 24364 h 28397"/>
                  <a:gd name="connsiteX2" fmla="*/ 28418 w 28356"/>
                  <a:gd name="connsiteY2" fmla="*/ 14324 h 28397"/>
                  <a:gd name="connsiteX3" fmla="*/ 24265 w 28356"/>
                  <a:gd name="connsiteY3" fmla="*/ 4284 h 28397"/>
                  <a:gd name="connsiteX4" fmla="*/ 14239 w 28356"/>
                  <a:gd name="connsiteY4" fmla="*/ 125 h 28397"/>
                  <a:gd name="connsiteX5" fmla="*/ 4214 w 28356"/>
                  <a:gd name="connsiteY5" fmla="*/ 4284 h 28397"/>
                  <a:gd name="connsiteX6" fmla="*/ 61 w 28356"/>
                  <a:gd name="connsiteY6" fmla="*/ 14324 h 28397"/>
                  <a:gd name="connsiteX7" fmla="*/ 4214 w 28356"/>
                  <a:gd name="connsiteY7" fmla="*/ 24364 h 28397"/>
                  <a:gd name="connsiteX8" fmla="*/ 1423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23"/>
                    </a:moveTo>
                    <a:cubicBezTo>
                      <a:pt x="18000" y="28523"/>
                      <a:pt x="21606" y="27027"/>
                      <a:pt x="24265" y="24364"/>
                    </a:cubicBezTo>
                    <a:cubicBezTo>
                      <a:pt x="26924" y="21701"/>
                      <a:pt x="28418" y="18090"/>
                      <a:pt x="28418" y="14324"/>
                    </a:cubicBezTo>
                    <a:cubicBezTo>
                      <a:pt x="28418" y="10558"/>
                      <a:pt x="26924" y="6946"/>
                      <a:pt x="24265" y="4284"/>
                    </a:cubicBezTo>
                    <a:cubicBezTo>
                      <a:pt x="21606" y="1621"/>
                      <a:pt x="18000" y="125"/>
                      <a:pt x="14239" y="125"/>
                    </a:cubicBezTo>
                    <a:cubicBezTo>
                      <a:pt x="10479" y="125"/>
                      <a:pt x="6873" y="1621"/>
                      <a:pt x="4214" y="4284"/>
                    </a:cubicBezTo>
                    <a:cubicBezTo>
                      <a:pt x="1555" y="6946"/>
                      <a:pt x="61" y="10558"/>
                      <a:pt x="61" y="14324"/>
                    </a:cubicBezTo>
                    <a:cubicBezTo>
                      <a:pt x="61" y="18090"/>
                      <a:pt x="1555" y="21701"/>
                      <a:pt x="4214" y="24364"/>
                    </a:cubicBezTo>
                    <a:cubicBezTo>
                      <a:pt x="6873" y="27027"/>
                      <a:pt x="10479" y="28523"/>
                      <a:pt x="1423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1" name="Freeform: Shape 840">
                <a:extLst>
                  <a:ext uri="{FF2B5EF4-FFF2-40B4-BE49-F238E27FC236}">
                    <a16:creationId xmlns:a16="http://schemas.microsoft.com/office/drawing/2014/main" id="{24AFD5DE-6E16-67FC-ACDD-9AAAA337FA81}"/>
                  </a:ext>
                </a:extLst>
              </p:cNvPr>
              <p:cNvSpPr/>
              <p:nvPr/>
            </p:nvSpPr>
            <p:spPr>
              <a:xfrm>
                <a:off x="8240382" y="4888573"/>
                <a:ext cx="28356" cy="28397"/>
              </a:xfrm>
              <a:custGeom>
                <a:avLst/>
                <a:gdLst>
                  <a:gd name="connsiteX0" fmla="*/ 14239 w 28356"/>
                  <a:gd name="connsiteY0" fmla="*/ 28524 h 28397"/>
                  <a:gd name="connsiteX1" fmla="*/ 24265 w 28356"/>
                  <a:gd name="connsiteY1" fmla="*/ 24365 h 28397"/>
                  <a:gd name="connsiteX2" fmla="*/ 28417 w 28356"/>
                  <a:gd name="connsiteY2" fmla="*/ 14325 h 28397"/>
                  <a:gd name="connsiteX3" fmla="*/ 24265 w 28356"/>
                  <a:gd name="connsiteY3" fmla="*/ 4285 h 28397"/>
                  <a:gd name="connsiteX4" fmla="*/ 14239 w 28356"/>
                  <a:gd name="connsiteY4" fmla="*/ 126 h 28397"/>
                  <a:gd name="connsiteX5" fmla="*/ 4213 w 28356"/>
                  <a:gd name="connsiteY5" fmla="*/ 4285 h 28397"/>
                  <a:gd name="connsiteX6" fmla="*/ 61 w 28356"/>
                  <a:gd name="connsiteY6" fmla="*/ 14325 h 28397"/>
                  <a:gd name="connsiteX7" fmla="*/ 4213 w 28356"/>
                  <a:gd name="connsiteY7" fmla="*/ 24365 h 28397"/>
                  <a:gd name="connsiteX8" fmla="*/ 1423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24"/>
                    </a:moveTo>
                    <a:cubicBezTo>
                      <a:pt x="17999" y="28524"/>
                      <a:pt x="21606" y="27028"/>
                      <a:pt x="24265" y="24365"/>
                    </a:cubicBezTo>
                    <a:cubicBezTo>
                      <a:pt x="26923" y="21702"/>
                      <a:pt x="28417" y="18090"/>
                      <a:pt x="28417" y="14325"/>
                    </a:cubicBezTo>
                    <a:cubicBezTo>
                      <a:pt x="28417" y="10559"/>
                      <a:pt x="26923" y="6947"/>
                      <a:pt x="24265" y="4285"/>
                    </a:cubicBezTo>
                    <a:cubicBezTo>
                      <a:pt x="21606" y="1622"/>
                      <a:pt x="17999" y="126"/>
                      <a:pt x="14239" y="126"/>
                    </a:cubicBezTo>
                    <a:cubicBezTo>
                      <a:pt x="10479" y="126"/>
                      <a:pt x="6872" y="1622"/>
                      <a:pt x="4213" y="4285"/>
                    </a:cubicBezTo>
                    <a:cubicBezTo>
                      <a:pt x="1554" y="6947"/>
                      <a:pt x="61" y="10559"/>
                      <a:pt x="61" y="14325"/>
                    </a:cubicBezTo>
                    <a:cubicBezTo>
                      <a:pt x="61" y="18090"/>
                      <a:pt x="1554" y="21702"/>
                      <a:pt x="4213" y="24365"/>
                    </a:cubicBezTo>
                    <a:cubicBezTo>
                      <a:pt x="6872" y="27028"/>
                      <a:pt x="10479" y="28524"/>
                      <a:pt x="14239"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2" name="Freeform: Shape 841">
                <a:extLst>
                  <a:ext uri="{FF2B5EF4-FFF2-40B4-BE49-F238E27FC236}">
                    <a16:creationId xmlns:a16="http://schemas.microsoft.com/office/drawing/2014/main" id="{D8141AC0-7C7A-EC94-2956-A63DFCD4C510}"/>
                  </a:ext>
                </a:extLst>
              </p:cNvPr>
              <p:cNvSpPr/>
              <p:nvPr/>
            </p:nvSpPr>
            <p:spPr>
              <a:xfrm>
                <a:off x="8232623" y="4868063"/>
                <a:ext cx="28356" cy="28397"/>
              </a:xfrm>
              <a:custGeom>
                <a:avLst/>
                <a:gdLst>
                  <a:gd name="connsiteX0" fmla="*/ 14238 w 28356"/>
                  <a:gd name="connsiteY0" fmla="*/ 28522 h 28397"/>
                  <a:gd name="connsiteX1" fmla="*/ 24264 w 28356"/>
                  <a:gd name="connsiteY1" fmla="*/ 24363 h 28397"/>
                  <a:gd name="connsiteX2" fmla="*/ 28417 w 28356"/>
                  <a:gd name="connsiteY2" fmla="*/ 14323 h 28397"/>
                  <a:gd name="connsiteX3" fmla="*/ 24264 w 28356"/>
                  <a:gd name="connsiteY3" fmla="*/ 4283 h 28397"/>
                  <a:gd name="connsiteX4" fmla="*/ 14238 w 28356"/>
                  <a:gd name="connsiteY4" fmla="*/ 124 h 28397"/>
                  <a:gd name="connsiteX5" fmla="*/ 4213 w 28356"/>
                  <a:gd name="connsiteY5" fmla="*/ 4283 h 28397"/>
                  <a:gd name="connsiteX6" fmla="*/ 60 w 28356"/>
                  <a:gd name="connsiteY6" fmla="*/ 14323 h 28397"/>
                  <a:gd name="connsiteX7" fmla="*/ 4213 w 28356"/>
                  <a:gd name="connsiteY7" fmla="*/ 24363 h 28397"/>
                  <a:gd name="connsiteX8" fmla="*/ 1423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22"/>
                    </a:moveTo>
                    <a:cubicBezTo>
                      <a:pt x="17998" y="28522"/>
                      <a:pt x="21605" y="27026"/>
                      <a:pt x="24264" y="24363"/>
                    </a:cubicBezTo>
                    <a:cubicBezTo>
                      <a:pt x="26923" y="21701"/>
                      <a:pt x="28417" y="18089"/>
                      <a:pt x="28417" y="14323"/>
                    </a:cubicBezTo>
                    <a:cubicBezTo>
                      <a:pt x="28417" y="10558"/>
                      <a:pt x="26923" y="6946"/>
                      <a:pt x="24264" y="4283"/>
                    </a:cubicBezTo>
                    <a:cubicBezTo>
                      <a:pt x="21605" y="1620"/>
                      <a:pt x="17998" y="124"/>
                      <a:pt x="14238" y="124"/>
                    </a:cubicBezTo>
                    <a:cubicBezTo>
                      <a:pt x="10478" y="124"/>
                      <a:pt x="6871" y="1620"/>
                      <a:pt x="4213" y="4283"/>
                    </a:cubicBezTo>
                    <a:cubicBezTo>
                      <a:pt x="1554" y="6946"/>
                      <a:pt x="60" y="10558"/>
                      <a:pt x="60" y="14323"/>
                    </a:cubicBezTo>
                    <a:cubicBezTo>
                      <a:pt x="60" y="18089"/>
                      <a:pt x="1554" y="21701"/>
                      <a:pt x="4213" y="24363"/>
                    </a:cubicBezTo>
                    <a:cubicBezTo>
                      <a:pt x="6871" y="27026"/>
                      <a:pt x="10478" y="28522"/>
                      <a:pt x="1423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3" name="Freeform: Shape 842">
                <a:extLst>
                  <a:ext uri="{FF2B5EF4-FFF2-40B4-BE49-F238E27FC236}">
                    <a16:creationId xmlns:a16="http://schemas.microsoft.com/office/drawing/2014/main" id="{F0C2C8B3-B532-57C1-7D1D-3C75D76E2187}"/>
                  </a:ext>
                </a:extLst>
              </p:cNvPr>
              <p:cNvSpPr/>
              <p:nvPr/>
            </p:nvSpPr>
            <p:spPr>
              <a:xfrm>
                <a:off x="8224865" y="4870298"/>
                <a:ext cx="28356" cy="28397"/>
              </a:xfrm>
              <a:custGeom>
                <a:avLst/>
                <a:gdLst>
                  <a:gd name="connsiteX0" fmla="*/ 14238 w 28356"/>
                  <a:gd name="connsiteY0" fmla="*/ 28522 h 28397"/>
                  <a:gd name="connsiteX1" fmla="*/ 24263 w 28356"/>
                  <a:gd name="connsiteY1" fmla="*/ 24364 h 28397"/>
                  <a:gd name="connsiteX2" fmla="*/ 28416 w 28356"/>
                  <a:gd name="connsiteY2" fmla="*/ 14323 h 28397"/>
                  <a:gd name="connsiteX3" fmla="*/ 24263 w 28356"/>
                  <a:gd name="connsiteY3" fmla="*/ 4283 h 28397"/>
                  <a:gd name="connsiteX4" fmla="*/ 14238 w 28356"/>
                  <a:gd name="connsiteY4" fmla="*/ 124 h 28397"/>
                  <a:gd name="connsiteX5" fmla="*/ 4212 w 28356"/>
                  <a:gd name="connsiteY5" fmla="*/ 4283 h 28397"/>
                  <a:gd name="connsiteX6" fmla="*/ 59 w 28356"/>
                  <a:gd name="connsiteY6" fmla="*/ 14323 h 28397"/>
                  <a:gd name="connsiteX7" fmla="*/ 4212 w 28356"/>
                  <a:gd name="connsiteY7" fmla="*/ 24364 h 28397"/>
                  <a:gd name="connsiteX8" fmla="*/ 14238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22"/>
                    </a:moveTo>
                    <a:cubicBezTo>
                      <a:pt x="17998" y="28522"/>
                      <a:pt x="21604" y="27026"/>
                      <a:pt x="24263" y="24364"/>
                    </a:cubicBezTo>
                    <a:cubicBezTo>
                      <a:pt x="26922" y="21701"/>
                      <a:pt x="28416" y="18089"/>
                      <a:pt x="28416" y="14323"/>
                    </a:cubicBezTo>
                    <a:cubicBezTo>
                      <a:pt x="28416" y="10558"/>
                      <a:pt x="26922" y="6946"/>
                      <a:pt x="24263" y="4283"/>
                    </a:cubicBezTo>
                    <a:cubicBezTo>
                      <a:pt x="21604" y="1620"/>
                      <a:pt x="17998" y="124"/>
                      <a:pt x="14238" y="124"/>
                    </a:cubicBezTo>
                    <a:cubicBezTo>
                      <a:pt x="10478" y="124"/>
                      <a:pt x="6871" y="1620"/>
                      <a:pt x="4212" y="4283"/>
                    </a:cubicBezTo>
                    <a:cubicBezTo>
                      <a:pt x="1553" y="6946"/>
                      <a:pt x="59" y="10558"/>
                      <a:pt x="59" y="14323"/>
                    </a:cubicBezTo>
                    <a:cubicBezTo>
                      <a:pt x="59" y="18089"/>
                      <a:pt x="1553" y="21701"/>
                      <a:pt x="4212" y="24364"/>
                    </a:cubicBezTo>
                    <a:cubicBezTo>
                      <a:pt x="6871" y="27026"/>
                      <a:pt x="10478" y="28522"/>
                      <a:pt x="14238"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4" name="Freeform: Shape 843">
                <a:extLst>
                  <a:ext uri="{FF2B5EF4-FFF2-40B4-BE49-F238E27FC236}">
                    <a16:creationId xmlns:a16="http://schemas.microsoft.com/office/drawing/2014/main" id="{57330A51-20CC-2DC3-8D75-5BD3CF988B7D}"/>
                  </a:ext>
                </a:extLst>
              </p:cNvPr>
              <p:cNvSpPr/>
              <p:nvPr/>
            </p:nvSpPr>
            <p:spPr>
              <a:xfrm>
                <a:off x="8217106" y="4885767"/>
                <a:ext cx="28356" cy="28397"/>
              </a:xfrm>
              <a:custGeom>
                <a:avLst/>
                <a:gdLst>
                  <a:gd name="connsiteX0" fmla="*/ 14237 w 28356"/>
                  <a:gd name="connsiteY0" fmla="*/ 28524 h 28397"/>
                  <a:gd name="connsiteX1" fmla="*/ 24263 w 28356"/>
                  <a:gd name="connsiteY1" fmla="*/ 24365 h 28397"/>
                  <a:gd name="connsiteX2" fmla="*/ 28415 w 28356"/>
                  <a:gd name="connsiteY2" fmla="*/ 14325 h 28397"/>
                  <a:gd name="connsiteX3" fmla="*/ 24263 w 28356"/>
                  <a:gd name="connsiteY3" fmla="*/ 4284 h 28397"/>
                  <a:gd name="connsiteX4" fmla="*/ 14237 w 28356"/>
                  <a:gd name="connsiteY4" fmla="*/ 126 h 28397"/>
                  <a:gd name="connsiteX5" fmla="*/ 4211 w 28356"/>
                  <a:gd name="connsiteY5" fmla="*/ 4284 h 28397"/>
                  <a:gd name="connsiteX6" fmla="*/ 59 w 28356"/>
                  <a:gd name="connsiteY6" fmla="*/ 14325 h 28397"/>
                  <a:gd name="connsiteX7" fmla="*/ 4211 w 28356"/>
                  <a:gd name="connsiteY7" fmla="*/ 24365 h 28397"/>
                  <a:gd name="connsiteX8" fmla="*/ 14237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7" y="28524"/>
                    </a:moveTo>
                    <a:cubicBezTo>
                      <a:pt x="17997" y="28524"/>
                      <a:pt x="21604" y="27028"/>
                      <a:pt x="24263" y="24365"/>
                    </a:cubicBezTo>
                    <a:cubicBezTo>
                      <a:pt x="26922" y="21702"/>
                      <a:pt x="28415" y="18090"/>
                      <a:pt x="28415" y="14325"/>
                    </a:cubicBezTo>
                    <a:cubicBezTo>
                      <a:pt x="28415" y="10559"/>
                      <a:pt x="26922" y="6947"/>
                      <a:pt x="24263" y="4284"/>
                    </a:cubicBezTo>
                    <a:cubicBezTo>
                      <a:pt x="21604" y="1622"/>
                      <a:pt x="17997" y="126"/>
                      <a:pt x="14237" y="126"/>
                    </a:cubicBezTo>
                    <a:cubicBezTo>
                      <a:pt x="10477" y="126"/>
                      <a:pt x="6870" y="1622"/>
                      <a:pt x="4211" y="4284"/>
                    </a:cubicBezTo>
                    <a:cubicBezTo>
                      <a:pt x="1553" y="6947"/>
                      <a:pt x="59" y="10559"/>
                      <a:pt x="59" y="14325"/>
                    </a:cubicBezTo>
                    <a:cubicBezTo>
                      <a:pt x="59" y="18090"/>
                      <a:pt x="1553" y="21702"/>
                      <a:pt x="4211" y="24365"/>
                    </a:cubicBezTo>
                    <a:cubicBezTo>
                      <a:pt x="6870" y="27028"/>
                      <a:pt x="10477" y="28524"/>
                      <a:pt x="14237"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5" name="Freeform: Shape 844">
                <a:extLst>
                  <a:ext uri="{FF2B5EF4-FFF2-40B4-BE49-F238E27FC236}">
                    <a16:creationId xmlns:a16="http://schemas.microsoft.com/office/drawing/2014/main" id="{394BE5E8-B382-2F5D-C21C-90FD83D251D9}"/>
                  </a:ext>
                </a:extLst>
              </p:cNvPr>
              <p:cNvSpPr/>
              <p:nvPr/>
            </p:nvSpPr>
            <p:spPr>
              <a:xfrm>
                <a:off x="8209348" y="4870349"/>
                <a:ext cx="28356" cy="28397"/>
              </a:xfrm>
              <a:custGeom>
                <a:avLst/>
                <a:gdLst>
                  <a:gd name="connsiteX0" fmla="*/ 14236 w 28356"/>
                  <a:gd name="connsiteY0" fmla="*/ 28522 h 28397"/>
                  <a:gd name="connsiteX1" fmla="*/ 24262 w 28356"/>
                  <a:gd name="connsiteY1" fmla="*/ 24364 h 28397"/>
                  <a:gd name="connsiteX2" fmla="*/ 28415 w 28356"/>
                  <a:gd name="connsiteY2" fmla="*/ 14323 h 28397"/>
                  <a:gd name="connsiteX3" fmla="*/ 24262 w 28356"/>
                  <a:gd name="connsiteY3" fmla="*/ 4283 h 28397"/>
                  <a:gd name="connsiteX4" fmla="*/ 14236 w 28356"/>
                  <a:gd name="connsiteY4" fmla="*/ 124 h 28397"/>
                  <a:gd name="connsiteX5" fmla="*/ 4211 w 28356"/>
                  <a:gd name="connsiteY5" fmla="*/ 4283 h 28397"/>
                  <a:gd name="connsiteX6" fmla="*/ 58 w 28356"/>
                  <a:gd name="connsiteY6" fmla="*/ 14323 h 28397"/>
                  <a:gd name="connsiteX7" fmla="*/ 4211 w 28356"/>
                  <a:gd name="connsiteY7" fmla="*/ 24364 h 28397"/>
                  <a:gd name="connsiteX8" fmla="*/ 1423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22"/>
                    </a:moveTo>
                    <a:cubicBezTo>
                      <a:pt x="17997" y="28522"/>
                      <a:pt x="21603" y="27026"/>
                      <a:pt x="24262" y="24364"/>
                    </a:cubicBezTo>
                    <a:cubicBezTo>
                      <a:pt x="26921" y="21701"/>
                      <a:pt x="28415" y="18089"/>
                      <a:pt x="28415" y="14323"/>
                    </a:cubicBezTo>
                    <a:cubicBezTo>
                      <a:pt x="28415" y="10558"/>
                      <a:pt x="26921" y="6946"/>
                      <a:pt x="24262" y="4283"/>
                    </a:cubicBezTo>
                    <a:cubicBezTo>
                      <a:pt x="21603" y="1620"/>
                      <a:pt x="17997" y="124"/>
                      <a:pt x="14236" y="124"/>
                    </a:cubicBezTo>
                    <a:cubicBezTo>
                      <a:pt x="10476" y="124"/>
                      <a:pt x="6870" y="1620"/>
                      <a:pt x="4211" y="4283"/>
                    </a:cubicBezTo>
                    <a:cubicBezTo>
                      <a:pt x="1552" y="6946"/>
                      <a:pt x="58" y="10558"/>
                      <a:pt x="58" y="14323"/>
                    </a:cubicBezTo>
                    <a:cubicBezTo>
                      <a:pt x="58" y="18089"/>
                      <a:pt x="1552" y="21701"/>
                      <a:pt x="4211" y="24364"/>
                    </a:cubicBezTo>
                    <a:cubicBezTo>
                      <a:pt x="6870" y="27026"/>
                      <a:pt x="10476" y="28522"/>
                      <a:pt x="1423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6" name="Freeform: Shape 845">
                <a:extLst>
                  <a:ext uri="{FF2B5EF4-FFF2-40B4-BE49-F238E27FC236}">
                    <a16:creationId xmlns:a16="http://schemas.microsoft.com/office/drawing/2014/main" id="{43E905E0-823F-D262-80FD-8B974063275B}"/>
                  </a:ext>
                </a:extLst>
              </p:cNvPr>
              <p:cNvSpPr/>
              <p:nvPr/>
            </p:nvSpPr>
            <p:spPr>
              <a:xfrm>
                <a:off x="8201589" y="4868850"/>
                <a:ext cx="28356" cy="28397"/>
              </a:xfrm>
              <a:custGeom>
                <a:avLst/>
                <a:gdLst>
                  <a:gd name="connsiteX0" fmla="*/ 14236 w 28356"/>
                  <a:gd name="connsiteY0" fmla="*/ 28522 h 28397"/>
                  <a:gd name="connsiteX1" fmla="*/ 24261 w 28356"/>
                  <a:gd name="connsiteY1" fmla="*/ 24363 h 28397"/>
                  <a:gd name="connsiteX2" fmla="*/ 28414 w 28356"/>
                  <a:gd name="connsiteY2" fmla="*/ 14323 h 28397"/>
                  <a:gd name="connsiteX3" fmla="*/ 24261 w 28356"/>
                  <a:gd name="connsiteY3" fmla="*/ 4283 h 28397"/>
                  <a:gd name="connsiteX4" fmla="*/ 14236 w 28356"/>
                  <a:gd name="connsiteY4" fmla="*/ 124 h 28397"/>
                  <a:gd name="connsiteX5" fmla="*/ 4210 w 28356"/>
                  <a:gd name="connsiteY5" fmla="*/ 4283 h 28397"/>
                  <a:gd name="connsiteX6" fmla="*/ 57 w 28356"/>
                  <a:gd name="connsiteY6" fmla="*/ 14323 h 28397"/>
                  <a:gd name="connsiteX7" fmla="*/ 4210 w 28356"/>
                  <a:gd name="connsiteY7" fmla="*/ 24363 h 28397"/>
                  <a:gd name="connsiteX8" fmla="*/ 14236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22"/>
                    </a:moveTo>
                    <a:cubicBezTo>
                      <a:pt x="17996" y="28522"/>
                      <a:pt x="21603" y="27026"/>
                      <a:pt x="24261" y="24363"/>
                    </a:cubicBezTo>
                    <a:cubicBezTo>
                      <a:pt x="26920" y="21701"/>
                      <a:pt x="28414" y="18089"/>
                      <a:pt x="28414" y="14323"/>
                    </a:cubicBezTo>
                    <a:cubicBezTo>
                      <a:pt x="28414" y="10558"/>
                      <a:pt x="26920" y="6946"/>
                      <a:pt x="24261" y="4283"/>
                    </a:cubicBezTo>
                    <a:cubicBezTo>
                      <a:pt x="21603" y="1620"/>
                      <a:pt x="17996" y="124"/>
                      <a:pt x="14236" y="124"/>
                    </a:cubicBezTo>
                    <a:cubicBezTo>
                      <a:pt x="10476" y="124"/>
                      <a:pt x="6869" y="1620"/>
                      <a:pt x="4210" y="4283"/>
                    </a:cubicBezTo>
                    <a:cubicBezTo>
                      <a:pt x="1551" y="6946"/>
                      <a:pt x="57" y="10558"/>
                      <a:pt x="57" y="14323"/>
                    </a:cubicBezTo>
                    <a:cubicBezTo>
                      <a:pt x="57" y="18089"/>
                      <a:pt x="1551" y="21701"/>
                      <a:pt x="4210" y="24363"/>
                    </a:cubicBezTo>
                    <a:cubicBezTo>
                      <a:pt x="6869" y="27026"/>
                      <a:pt x="10476" y="28522"/>
                      <a:pt x="14236"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7" name="Freeform: Shape 846">
                <a:extLst>
                  <a:ext uri="{FF2B5EF4-FFF2-40B4-BE49-F238E27FC236}">
                    <a16:creationId xmlns:a16="http://schemas.microsoft.com/office/drawing/2014/main" id="{BFCF3128-7E01-D992-BB47-9CB0FFB0D410}"/>
                  </a:ext>
                </a:extLst>
              </p:cNvPr>
              <p:cNvSpPr/>
              <p:nvPr/>
            </p:nvSpPr>
            <p:spPr>
              <a:xfrm>
                <a:off x="8193830" y="4874146"/>
                <a:ext cx="28356" cy="28397"/>
              </a:xfrm>
              <a:custGeom>
                <a:avLst/>
                <a:gdLst>
                  <a:gd name="connsiteX0" fmla="*/ 14235 w 28356"/>
                  <a:gd name="connsiteY0" fmla="*/ 28523 h 28397"/>
                  <a:gd name="connsiteX1" fmla="*/ 24261 w 28356"/>
                  <a:gd name="connsiteY1" fmla="*/ 24364 h 28397"/>
                  <a:gd name="connsiteX2" fmla="*/ 28414 w 28356"/>
                  <a:gd name="connsiteY2" fmla="*/ 14324 h 28397"/>
                  <a:gd name="connsiteX3" fmla="*/ 24261 w 28356"/>
                  <a:gd name="connsiteY3" fmla="*/ 4283 h 28397"/>
                  <a:gd name="connsiteX4" fmla="*/ 14235 w 28356"/>
                  <a:gd name="connsiteY4" fmla="*/ 125 h 28397"/>
                  <a:gd name="connsiteX5" fmla="*/ 4210 w 28356"/>
                  <a:gd name="connsiteY5" fmla="*/ 4283 h 28397"/>
                  <a:gd name="connsiteX6" fmla="*/ 57 w 28356"/>
                  <a:gd name="connsiteY6" fmla="*/ 14324 h 28397"/>
                  <a:gd name="connsiteX7" fmla="*/ 4210 w 28356"/>
                  <a:gd name="connsiteY7" fmla="*/ 24364 h 28397"/>
                  <a:gd name="connsiteX8" fmla="*/ 1423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23"/>
                    </a:moveTo>
                    <a:cubicBezTo>
                      <a:pt x="17995" y="28523"/>
                      <a:pt x="21602" y="27027"/>
                      <a:pt x="24261" y="24364"/>
                    </a:cubicBezTo>
                    <a:cubicBezTo>
                      <a:pt x="26920" y="21701"/>
                      <a:pt x="28414" y="18089"/>
                      <a:pt x="28414" y="14324"/>
                    </a:cubicBezTo>
                    <a:cubicBezTo>
                      <a:pt x="28414" y="10558"/>
                      <a:pt x="26920" y="6946"/>
                      <a:pt x="24261" y="4283"/>
                    </a:cubicBezTo>
                    <a:cubicBezTo>
                      <a:pt x="21602" y="1621"/>
                      <a:pt x="17995" y="125"/>
                      <a:pt x="14235" y="125"/>
                    </a:cubicBezTo>
                    <a:cubicBezTo>
                      <a:pt x="10475" y="125"/>
                      <a:pt x="6868" y="1621"/>
                      <a:pt x="4210" y="4283"/>
                    </a:cubicBezTo>
                    <a:cubicBezTo>
                      <a:pt x="1551" y="6946"/>
                      <a:pt x="57" y="10558"/>
                      <a:pt x="57" y="14324"/>
                    </a:cubicBezTo>
                    <a:cubicBezTo>
                      <a:pt x="57" y="18089"/>
                      <a:pt x="1551" y="21701"/>
                      <a:pt x="4210" y="24364"/>
                    </a:cubicBezTo>
                    <a:cubicBezTo>
                      <a:pt x="6868" y="27027"/>
                      <a:pt x="10475" y="28523"/>
                      <a:pt x="1423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8" name="Freeform: Shape 847">
                <a:extLst>
                  <a:ext uri="{FF2B5EF4-FFF2-40B4-BE49-F238E27FC236}">
                    <a16:creationId xmlns:a16="http://schemas.microsoft.com/office/drawing/2014/main" id="{3AF30164-C370-B7CA-EA06-B8210862ADD1}"/>
                  </a:ext>
                </a:extLst>
              </p:cNvPr>
              <p:cNvSpPr/>
              <p:nvPr/>
            </p:nvSpPr>
            <p:spPr>
              <a:xfrm>
                <a:off x="8186072" y="4870400"/>
                <a:ext cx="28356" cy="28397"/>
              </a:xfrm>
              <a:custGeom>
                <a:avLst/>
                <a:gdLst>
                  <a:gd name="connsiteX0" fmla="*/ 14235 w 28356"/>
                  <a:gd name="connsiteY0" fmla="*/ 28522 h 28397"/>
                  <a:gd name="connsiteX1" fmla="*/ 24260 w 28356"/>
                  <a:gd name="connsiteY1" fmla="*/ 24364 h 28397"/>
                  <a:gd name="connsiteX2" fmla="*/ 28413 w 28356"/>
                  <a:gd name="connsiteY2" fmla="*/ 14323 h 28397"/>
                  <a:gd name="connsiteX3" fmla="*/ 24260 w 28356"/>
                  <a:gd name="connsiteY3" fmla="*/ 4283 h 28397"/>
                  <a:gd name="connsiteX4" fmla="*/ 14235 w 28356"/>
                  <a:gd name="connsiteY4" fmla="*/ 124 h 28397"/>
                  <a:gd name="connsiteX5" fmla="*/ 4209 w 28356"/>
                  <a:gd name="connsiteY5" fmla="*/ 4283 h 28397"/>
                  <a:gd name="connsiteX6" fmla="*/ 56 w 28356"/>
                  <a:gd name="connsiteY6" fmla="*/ 14323 h 28397"/>
                  <a:gd name="connsiteX7" fmla="*/ 4209 w 28356"/>
                  <a:gd name="connsiteY7" fmla="*/ 24364 h 28397"/>
                  <a:gd name="connsiteX8" fmla="*/ 1423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22"/>
                    </a:moveTo>
                    <a:cubicBezTo>
                      <a:pt x="17995" y="28522"/>
                      <a:pt x="21601" y="27026"/>
                      <a:pt x="24260" y="24364"/>
                    </a:cubicBezTo>
                    <a:cubicBezTo>
                      <a:pt x="26919" y="21701"/>
                      <a:pt x="28413" y="18089"/>
                      <a:pt x="28413" y="14323"/>
                    </a:cubicBezTo>
                    <a:cubicBezTo>
                      <a:pt x="28413" y="10558"/>
                      <a:pt x="26919" y="6946"/>
                      <a:pt x="24260" y="4283"/>
                    </a:cubicBezTo>
                    <a:cubicBezTo>
                      <a:pt x="21601" y="1620"/>
                      <a:pt x="17995" y="124"/>
                      <a:pt x="14235" y="124"/>
                    </a:cubicBezTo>
                    <a:cubicBezTo>
                      <a:pt x="10474" y="124"/>
                      <a:pt x="6868" y="1620"/>
                      <a:pt x="4209" y="4283"/>
                    </a:cubicBezTo>
                    <a:cubicBezTo>
                      <a:pt x="1550" y="6946"/>
                      <a:pt x="56" y="10558"/>
                      <a:pt x="56" y="14323"/>
                    </a:cubicBezTo>
                    <a:cubicBezTo>
                      <a:pt x="56" y="18089"/>
                      <a:pt x="1550" y="21701"/>
                      <a:pt x="4209" y="24364"/>
                    </a:cubicBezTo>
                    <a:cubicBezTo>
                      <a:pt x="6868" y="27026"/>
                      <a:pt x="10474" y="28522"/>
                      <a:pt x="14235"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49" name="Freeform: Shape 848">
                <a:extLst>
                  <a:ext uri="{FF2B5EF4-FFF2-40B4-BE49-F238E27FC236}">
                    <a16:creationId xmlns:a16="http://schemas.microsoft.com/office/drawing/2014/main" id="{8608FC41-C3A0-C77D-4249-48CA7A1DAD59}"/>
                  </a:ext>
                </a:extLst>
              </p:cNvPr>
              <p:cNvSpPr/>
              <p:nvPr/>
            </p:nvSpPr>
            <p:spPr>
              <a:xfrm>
                <a:off x="8178315" y="4894441"/>
                <a:ext cx="28356" cy="28397"/>
              </a:xfrm>
              <a:custGeom>
                <a:avLst/>
                <a:gdLst>
                  <a:gd name="connsiteX0" fmla="*/ 14234 w 28356"/>
                  <a:gd name="connsiteY0" fmla="*/ 28524 h 28397"/>
                  <a:gd name="connsiteX1" fmla="*/ 24260 w 28356"/>
                  <a:gd name="connsiteY1" fmla="*/ 24366 h 28397"/>
                  <a:gd name="connsiteX2" fmla="*/ 28412 w 28356"/>
                  <a:gd name="connsiteY2" fmla="*/ 14325 h 28397"/>
                  <a:gd name="connsiteX3" fmla="*/ 24260 w 28356"/>
                  <a:gd name="connsiteY3" fmla="*/ 4285 h 28397"/>
                  <a:gd name="connsiteX4" fmla="*/ 14234 w 28356"/>
                  <a:gd name="connsiteY4" fmla="*/ 126 h 28397"/>
                  <a:gd name="connsiteX5" fmla="*/ 4208 w 28356"/>
                  <a:gd name="connsiteY5" fmla="*/ 4285 h 28397"/>
                  <a:gd name="connsiteX6" fmla="*/ 56 w 28356"/>
                  <a:gd name="connsiteY6" fmla="*/ 14325 h 28397"/>
                  <a:gd name="connsiteX7" fmla="*/ 4208 w 28356"/>
                  <a:gd name="connsiteY7" fmla="*/ 24366 h 28397"/>
                  <a:gd name="connsiteX8" fmla="*/ 14234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4" y="28524"/>
                    </a:moveTo>
                    <a:cubicBezTo>
                      <a:pt x="17994" y="28524"/>
                      <a:pt x="21601" y="27028"/>
                      <a:pt x="24260" y="24366"/>
                    </a:cubicBezTo>
                    <a:cubicBezTo>
                      <a:pt x="26918" y="21703"/>
                      <a:pt x="28412" y="18091"/>
                      <a:pt x="28412" y="14325"/>
                    </a:cubicBezTo>
                    <a:cubicBezTo>
                      <a:pt x="28412" y="10560"/>
                      <a:pt x="26918" y="6948"/>
                      <a:pt x="24260" y="4285"/>
                    </a:cubicBezTo>
                    <a:cubicBezTo>
                      <a:pt x="21601" y="1622"/>
                      <a:pt x="17994" y="126"/>
                      <a:pt x="14234" y="126"/>
                    </a:cubicBezTo>
                    <a:cubicBezTo>
                      <a:pt x="10474" y="126"/>
                      <a:pt x="6867" y="1622"/>
                      <a:pt x="4208" y="4285"/>
                    </a:cubicBezTo>
                    <a:cubicBezTo>
                      <a:pt x="1550" y="6948"/>
                      <a:pt x="56" y="10560"/>
                      <a:pt x="56" y="14325"/>
                    </a:cubicBezTo>
                    <a:cubicBezTo>
                      <a:pt x="56" y="18091"/>
                      <a:pt x="1550" y="21703"/>
                      <a:pt x="4208" y="24366"/>
                    </a:cubicBezTo>
                    <a:cubicBezTo>
                      <a:pt x="6867" y="27028"/>
                      <a:pt x="10474" y="28524"/>
                      <a:pt x="14234"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0" name="Freeform: Shape 849">
                <a:extLst>
                  <a:ext uri="{FF2B5EF4-FFF2-40B4-BE49-F238E27FC236}">
                    <a16:creationId xmlns:a16="http://schemas.microsoft.com/office/drawing/2014/main" id="{1CEC7336-EE7E-9E89-D8C3-E4BC01FF8406}"/>
                  </a:ext>
                </a:extLst>
              </p:cNvPr>
              <p:cNvSpPr/>
              <p:nvPr/>
            </p:nvSpPr>
            <p:spPr>
              <a:xfrm>
                <a:off x="8170556" y="4871771"/>
                <a:ext cx="28356" cy="28397"/>
              </a:xfrm>
              <a:custGeom>
                <a:avLst/>
                <a:gdLst>
                  <a:gd name="connsiteX0" fmla="*/ 14233 w 28356"/>
                  <a:gd name="connsiteY0" fmla="*/ 28522 h 28397"/>
                  <a:gd name="connsiteX1" fmla="*/ 24259 w 28356"/>
                  <a:gd name="connsiteY1" fmla="*/ 24364 h 28397"/>
                  <a:gd name="connsiteX2" fmla="*/ 28412 w 28356"/>
                  <a:gd name="connsiteY2" fmla="*/ 14323 h 28397"/>
                  <a:gd name="connsiteX3" fmla="*/ 24259 w 28356"/>
                  <a:gd name="connsiteY3" fmla="*/ 4283 h 28397"/>
                  <a:gd name="connsiteX4" fmla="*/ 14233 w 28356"/>
                  <a:gd name="connsiteY4" fmla="*/ 125 h 28397"/>
                  <a:gd name="connsiteX5" fmla="*/ 4208 w 28356"/>
                  <a:gd name="connsiteY5" fmla="*/ 4283 h 28397"/>
                  <a:gd name="connsiteX6" fmla="*/ 55 w 28356"/>
                  <a:gd name="connsiteY6" fmla="*/ 14323 h 28397"/>
                  <a:gd name="connsiteX7" fmla="*/ 4208 w 28356"/>
                  <a:gd name="connsiteY7" fmla="*/ 24364 h 28397"/>
                  <a:gd name="connsiteX8" fmla="*/ 1423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2"/>
                    </a:moveTo>
                    <a:cubicBezTo>
                      <a:pt x="17994" y="28522"/>
                      <a:pt x="21600" y="27026"/>
                      <a:pt x="24259" y="24364"/>
                    </a:cubicBezTo>
                    <a:cubicBezTo>
                      <a:pt x="26918" y="21701"/>
                      <a:pt x="28412" y="18089"/>
                      <a:pt x="28412" y="14323"/>
                    </a:cubicBezTo>
                    <a:cubicBezTo>
                      <a:pt x="28412" y="10558"/>
                      <a:pt x="26918" y="6946"/>
                      <a:pt x="24259" y="4283"/>
                    </a:cubicBezTo>
                    <a:cubicBezTo>
                      <a:pt x="21600" y="1621"/>
                      <a:pt x="17994" y="125"/>
                      <a:pt x="14233" y="125"/>
                    </a:cubicBezTo>
                    <a:cubicBezTo>
                      <a:pt x="10473" y="125"/>
                      <a:pt x="6867" y="1621"/>
                      <a:pt x="4208" y="4283"/>
                    </a:cubicBezTo>
                    <a:cubicBezTo>
                      <a:pt x="1549" y="6946"/>
                      <a:pt x="55" y="10558"/>
                      <a:pt x="55" y="14323"/>
                    </a:cubicBezTo>
                    <a:cubicBezTo>
                      <a:pt x="55" y="18089"/>
                      <a:pt x="1549" y="21701"/>
                      <a:pt x="4208" y="24364"/>
                    </a:cubicBezTo>
                    <a:cubicBezTo>
                      <a:pt x="6867" y="27026"/>
                      <a:pt x="10473" y="28522"/>
                      <a:pt x="1423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1" name="Freeform: Shape 850">
                <a:extLst>
                  <a:ext uri="{FF2B5EF4-FFF2-40B4-BE49-F238E27FC236}">
                    <a16:creationId xmlns:a16="http://schemas.microsoft.com/office/drawing/2014/main" id="{212FD9AF-25FB-24BF-7A3F-C2A2E314ACD6}"/>
                  </a:ext>
                </a:extLst>
              </p:cNvPr>
              <p:cNvSpPr/>
              <p:nvPr/>
            </p:nvSpPr>
            <p:spPr>
              <a:xfrm>
                <a:off x="8162797" y="4881436"/>
                <a:ext cx="28356" cy="28397"/>
              </a:xfrm>
              <a:custGeom>
                <a:avLst/>
                <a:gdLst>
                  <a:gd name="connsiteX0" fmla="*/ 14233 w 28356"/>
                  <a:gd name="connsiteY0" fmla="*/ 28523 h 28397"/>
                  <a:gd name="connsiteX1" fmla="*/ 24258 w 28356"/>
                  <a:gd name="connsiteY1" fmla="*/ 24364 h 28397"/>
                  <a:gd name="connsiteX2" fmla="*/ 28411 w 28356"/>
                  <a:gd name="connsiteY2" fmla="*/ 14324 h 28397"/>
                  <a:gd name="connsiteX3" fmla="*/ 24258 w 28356"/>
                  <a:gd name="connsiteY3" fmla="*/ 4284 h 28397"/>
                  <a:gd name="connsiteX4" fmla="*/ 14233 w 28356"/>
                  <a:gd name="connsiteY4" fmla="*/ 125 h 28397"/>
                  <a:gd name="connsiteX5" fmla="*/ 4207 w 28356"/>
                  <a:gd name="connsiteY5" fmla="*/ 4284 h 28397"/>
                  <a:gd name="connsiteX6" fmla="*/ 54 w 28356"/>
                  <a:gd name="connsiteY6" fmla="*/ 14324 h 28397"/>
                  <a:gd name="connsiteX7" fmla="*/ 4207 w 28356"/>
                  <a:gd name="connsiteY7" fmla="*/ 24364 h 28397"/>
                  <a:gd name="connsiteX8" fmla="*/ 1423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3"/>
                    </a:moveTo>
                    <a:cubicBezTo>
                      <a:pt x="17993" y="28523"/>
                      <a:pt x="21600" y="27027"/>
                      <a:pt x="24258" y="24364"/>
                    </a:cubicBezTo>
                    <a:cubicBezTo>
                      <a:pt x="26917" y="21702"/>
                      <a:pt x="28411" y="18090"/>
                      <a:pt x="28411" y="14324"/>
                    </a:cubicBezTo>
                    <a:cubicBezTo>
                      <a:pt x="28411" y="10559"/>
                      <a:pt x="26917" y="6947"/>
                      <a:pt x="24258" y="4284"/>
                    </a:cubicBezTo>
                    <a:cubicBezTo>
                      <a:pt x="21600" y="1621"/>
                      <a:pt x="17993" y="125"/>
                      <a:pt x="14233" y="125"/>
                    </a:cubicBezTo>
                    <a:cubicBezTo>
                      <a:pt x="10473" y="125"/>
                      <a:pt x="6866" y="1621"/>
                      <a:pt x="4207" y="4284"/>
                    </a:cubicBezTo>
                    <a:cubicBezTo>
                      <a:pt x="1548" y="6947"/>
                      <a:pt x="54" y="10559"/>
                      <a:pt x="54" y="14324"/>
                    </a:cubicBezTo>
                    <a:cubicBezTo>
                      <a:pt x="54" y="18090"/>
                      <a:pt x="1548" y="21702"/>
                      <a:pt x="4207" y="24364"/>
                    </a:cubicBezTo>
                    <a:cubicBezTo>
                      <a:pt x="6866" y="27027"/>
                      <a:pt x="10473" y="28523"/>
                      <a:pt x="1423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2" name="Freeform: Shape 851">
                <a:extLst>
                  <a:ext uri="{FF2B5EF4-FFF2-40B4-BE49-F238E27FC236}">
                    <a16:creationId xmlns:a16="http://schemas.microsoft.com/office/drawing/2014/main" id="{289CF037-0C9A-DD2E-8B10-E92600D24F5B}"/>
                  </a:ext>
                </a:extLst>
              </p:cNvPr>
              <p:cNvSpPr/>
              <p:nvPr/>
            </p:nvSpPr>
            <p:spPr>
              <a:xfrm>
                <a:off x="8155039" y="4873143"/>
                <a:ext cx="28356" cy="28397"/>
              </a:xfrm>
              <a:custGeom>
                <a:avLst/>
                <a:gdLst>
                  <a:gd name="connsiteX0" fmla="*/ 14232 w 28356"/>
                  <a:gd name="connsiteY0" fmla="*/ 28523 h 28397"/>
                  <a:gd name="connsiteX1" fmla="*/ 24258 w 28356"/>
                  <a:gd name="connsiteY1" fmla="*/ 24364 h 28397"/>
                  <a:gd name="connsiteX2" fmla="*/ 28410 w 28356"/>
                  <a:gd name="connsiteY2" fmla="*/ 14324 h 28397"/>
                  <a:gd name="connsiteX3" fmla="*/ 24258 w 28356"/>
                  <a:gd name="connsiteY3" fmla="*/ 4283 h 28397"/>
                  <a:gd name="connsiteX4" fmla="*/ 14232 w 28356"/>
                  <a:gd name="connsiteY4" fmla="*/ 125 h 28397"/>
                  <a:gd name="connsiteX5" fmla="*/ 4207 w 28356"/>
                  <a:gd name="connsiteY5" fmla="*/ 4283 h 28397"/>
                  <a:gd name="connsiteX6" fmla="*/ 54 w 28356"/>
                  <a:gd name="connsiteY6" fmla="*/ 14324 h 28397"/>
                  <a:gd name="connsiteX7" fmla="*/ 4207 w 28356"/>
                  <a:gd name="connsiteY7" fmla="*/ 24364 h 28397"/>
                  <a:gd name="connsiteX8" fmla="*/ 1423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23"/>
                    </a:moveTo>
                    <a:cubicBezTo>
                      <a:pt x="17992" y="28523"/>
                      <a:pt x="21599" y="27027"/>
                      <a:pt x="24258" y="24364"/>
                    </a:cubicBezTo>
                    <a:cubicBezTo>
                      <a:pt x="26917" y="21701"/>
                      <a:pt x="28410" y="18089"/>
                      <a:pt x="28410" y="14324"/>
                    </a:cubicBezTo>
                    <a:cubicBezTo>
                      <a:pt x="28410" y="10558"/>
                      <a:pt x="26917" y="6946"/>
                      <a:pt x="24258" y="4283"/>
                    </a:cubicBezTo>
                    <a:cubicBezTo>
                      <a:pt x="21599" y="1621"/>
                      <a:pt x="17992" y="125"/>
                      <a:pt x="14232" y="125"/>
                    </a:cubicBezTo>
                    <a:cubicBezTo>
                      <a:pt x="10472" y="125"/>
                      <a:pt x="6865" y="1621"/>
                      <a:pt x="4207" y="4283"/>
                    </a:cubicBezTo>
                    <a:cubicBezTo>
                      <a:pt x="1548" y="6946"/>
                      <a:pt x="54" y="10558"/>
                      <a:pt x="54" y="14324"/>
                    </a:cubicBezTo>
                    <a:cubicBezTo>
                      <a:pt x="54" y="18089"/>
                      <a:pt x="1548" y="21701"/>
                      <a:pt x="4207" y="24364"/>
                    </a:cubicBezTo>
                    <a:cubicBezTo>
                      <a:pt x="6865" y="27027"/>
                      <a:pt x="10472" y="28523"/>
                      <a:pt x="1423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3" name="Freeform: Shape 852">
                <a:extLst>
                  <a:ext uri="{FF2B5EF4-FFF2-40B4-BE49-F238E27FC236}">
                    <a16:creationId xmlns:a16="http://schemas.microsoft.com/office/drawing/2014/main" id="{C62021D8-7883-1F61-9B79-3863ED46F7DF}"/>
                  </a:ext>
                </a:extLst>
              </p:cNvPr>
              <p:cNvSpPr/>
              <p:nvPr/>
            </p:nvSpPr>
            <p:spPr>
              <a:xfrm>
                <a:off x="8147280" y="4881195"/>
                <a:ext cx="28356" cy="28397"/>
              </a:xfrm>
              <a:custGeom>
                <a:avLst/>
                <a:gdLst>
                  <a:gd name="connsiteX0" fmla="*/ 14232 w 28356"/>
                  <a:gd name="connsiteY0" fmla="*/ 28523 h 28397"/>
                  <a:gd name="connsiteX1" fmla="*/ 24257 w 28356"/>
                  <a:gd name="connsiteY1" fmla="*/ 24364 h 28397"/>
                  <a:gd name="connsiteX2" fmla="*/ 28410 w 28356"/>
                  <a:gd name="connsiteY2" fmla="*/ 14324 h 28397"/>
                  <a:gd name="connsiteX3" fmla="*/ 24257 w 28356"/>
                  <a:gd name="connsiteY3" fmla="*/ 4284 h 28397"/>
                  <a:gd name="connsiteX4" fmla="*/ 14232 w 28356"/>
                  <a:gd name="connsiteY4" fmla="*/ 125 h 28397"/>
                  <a:gd name="connsiteX5" fmla="*/ 4206 w 28356"/>
                  <a:gd name="connsiteY5" fmla="*/ 4284 h 28397"/>
                  <a:gd name="connsiteX6" fmla="*/ 53 w 28356"/>
                  <a:gd name="connsiteY6" fmla="*/ 14324 h 28397"/>
                  <a:gd name="connsiteX7" fmla="*/ 4206 w 28356"/>
                  <a:gd name="connsiteY7" fmla="*/ 24364 h 28397"/>
                  <a:gd name="connsiteX8" fmla="*/ 14232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23"/>
                    </a:moveTo>
                    <a:cubicBezTo>
                      <a:pt x="17992" y="28523"/>
                      <a:pt x="21598" y="27027"/>
                      <a:pt x="24257" y="24364"/>
                    </a:cubicBezTo>
                    <a:cubicBezTo>
                      <a:pt x="26916" y="21702"/>
                      <a:pt x="28410" y="18090"/>
                      <a:pt x="28410" y="14324"/>
                    </a:cubicBezTo>
                    <a:cubicBezTo>
                      <a:pt x="28410" y="10559"/>
                      <a:pt x="26916" y="6947"/>
                      <a:pt x="24257" y="4284"/>
                    </a:cubicBezTo>
                    <a:cubicBezTo>
                      <a:pt x="21598" y="1621"/>
                      <a:pt x="17992" y="125"/>
                      <a:pt x="14232" y="125"/>
                    </a:cubicBezTo>
                    <a:cubicBezTo>
                      <a:pt x="10471" y="125"/>
                      <a:pt x="6865" y="1621"/>
                      <a:pt x="4206" y="4284"/>
                    </a:cubicBezTo>
                    <a:cubicBezTo>
                      <a:pt x="1547" y="6947"/>
                      <a:pt x="53" y="10559"/>
                      <a:pt x="53" y="14324"/>
                    </a:cubicBezTo>
                    <a:cubicBezTo>
                      <a:pt x="53" y="18090"/>
                      <a:pt x="1547" y="21702"/>
                      <a:pt x="4206" y="24364"/>
                    </a:cubicBezTo>
                    <a:cubicBezTo>
                      <a:pt x="6865" y="27027"/>
                      <a:pt x="10471" y="28523"/>
                      <a:pt x="14232"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4" name="Freeform: Shape 853">
                <a:extLst>
                  <a:ext uri="{FF2B5EF4-FFF2-40B4-BE49-F238E27FC236}">
                    <a16:creationId xmlns:a16="http://schemas.microsoft.com/office/drawing/2014/main" id="{902A3D84-00D9-B9C0-58D1-266233CAA279}"/>
                  </a:ext>
                </a:extLst>
              </p:cNvPr>
              <p:cNvSpPr/>
              <p:nvPr/>
            </p:nvSpPr>
            <p:spPr>
              <a:xfrm>
                <a:off x="8139522" y="4874349"/>
                <a:ext cx="28356" cy="28397"/>
              </a:xfrm>
              <a:custGeom>
                <a:avLst/>
                <a:gdLst>
                  <a:gd name="connsiteX0" fmla="*/ 14231 w 28356"/>
                  <a:gd name="connsiteY0" fmla="*/ 28523 h 28397"/>
                  <a:gd name="connsiteX1" fmla="*/ 24257 w 28356"/>
                  <a:gd name="connsiteY1" fmla="*/ 24364 h 28397"/>
                  <a:gd name="connsiteX2" fmla="*/ 28409 w 28356"/>
                  <a:gd name="connsiteY2" fmla="*/ 14324 h 28397"/>
                  <a:gd name="connsiteX3" fmla="*/ 24257 w 28356"/>
                  <a:gd name="connsiteY3" fmla="*/ 4283 h 28397"/>
                  <a:gd name="connsiteX4" fmla="*/ 14231 w 28356"/>
                  <a:gd name="connsiteY4" fmla="*/ 125 h 28397"/>
                  <a:gd name="connsiteX5" fmla="*/ 4205 w 28356"/>
                  <a:gd name="connsiteY5" fmla="*/ 4283 h 28397"/>
                  <a:gd name="connsiteX6" fmla="*/ 53 w 28356"/>
                  <a:gd name="connsiteY6" fmla="*/ 14324 h 28397"/>
                  <a:gd name="connsiteX7" fmla="*/ 4205 w 28356"/>
                  <a:gd name="connsiteY7" fmla="*/ 24364 h 28397"/>
                  <a:gd name="connsiteX8" fmla="*/ 1423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1" y="28523"/>
                    </a:moveTo>
                    <a:cubicBezTo>
                      <a:pt x="17991" y="28523"/>
                      <a:pt x="21598" y="27027"/>
                      <a:pt x="24257" y="24364"/>
                    </a:cubicBezTo>
                    <a:cubicBezTo>
                      <a:pt x="26915" y="21701"/>
                      <a:pt x="28409" y="18089"/>
                      <a:pt x="28409" y="14324"/>
                    </a:cubicBezTo>
                    <a:cubicBezTo>
                      <a:pt x="28409" y="10558"/>
                      <a:pt x="26915" y="6946"/>
                      <a:pt x="24257" y="4283"/>
                    </a:cubicBezTo>
                    <a:cubicBezTo>
                      <a:pt x="21598" y="1621"/>
                      <a:pt x="17991" y="125"/>
                      <a:pt x="14231" y="125"/>
                    </a:cubicBezTo>
                    <a:cubicBezTo>
                      <a:pt x="10471" y="125"/>
                      <a:pt x="6864" y="1621"/>
                      <a:pt x="4205" y="4283"/>
                    </a:cubicBezTo>
                    <a:cubicBezTo>
                      <a:pt x="1546" y="6946"/>
                      <a:pt x="53" y="10558"/>
                      <a:pt x="53" y="14324"/>
                    </a:cubicBezTo>
                    <a:cubicBezTo>
                      <a:pt x="53" y="18089"/>
                      <a:pt x="1546" y="21701"/>
                      <a:pt x="4205" y="24364"/>
                    </a:cubicBezTo>
                    <a:cubicBezTo>
                      <a:pt x="6864" y="27027"/>
                      <a:pt x="10471" y="28523"/>
                      <a:pt x="1423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5" name="Freeform: Shape 854">
                <a:extLst>
                  <a:ext uri="{FF2B5EF4-FFF2-40B4-BE49-F238E27FC236}">
                    <a16:creationId xmlns:a16="http://schemas.microsoft.com/office/drawing/2014/main" id="{693774D7-8B8F-2625-3100-83983ED3B0DF}"/>
                  </a:ext>
                </a:extLst>
              </p:cNvPr>
              <p:cNvSpPr/>
              <p:nvPr/>
            </p:nvSpPr>
            <p:spPr>
              <a:xfrm>
                <a:off x="8131763" y="4871606"/>
                <a:ext cx="28356" cy="28397"/>
              </a:xfrm>
              <a:custGeom>
                <a:avLst/>
                <a:gdLst>
                  <a:gd name="connsiteX0" fmla="*/ 14230 w 28356"/>
                  <a:gd name="connsiteY0" fmla="*/ 28522 h 28397"/>
                  <a:gd name="connsiteX1" fmla="*/ 24256 w 28356"/>
                  <a:gd name="connsiteY1" fmla="*/ 24364 h 28397"/>
                  <a:gd name="connsiteX2" fmla="*/ 28409 w 28356"/>
                  <a:gd name="connsiteY2" fmla="*/ 14323 h 28397"/>
                  <a:gd name="connsiteX3" fmla="*/ 24256 w 28356"/>
                  <a:gd name="connsiteY3" fmla="*/ 4283 h 28397"/>
                  <a:gd name="connsiteX4" fmla="*/ 14230 w 28356"/>
                  <a:gd name="connsiteY4" fmla="*/ 125 h 28397"/>
                  <a:gd name="connsiteX5" fmla="*/ 4205 w 28356"/>
                  <a:gd name="connsiteY5" fmla="*/ 4283 h 28397"/>
                  <a:gd name="connsiteX6" fmla="*/ 52 w 28356"/>
                  <a:gd name="connsiteY6" fmla="*/ 14323 h 28397"/>
                  <a:gd name="connsiteX7" fmla="*/ 4205 w 28356"/>
                  <a:gd name="connsiteY7" fmla="*/ 24364 h 28397"/>
                  <a:gd name="connsiteX8" fmla="*/ 1423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22"/>
                    </a:moveTo>
                    <a:cubicBezTo>
                      <a:pt x="17990" y="28522"/>
                      <a:pt x="21597" y="27026"/>
                      <a:pt x="24256" y="24364"/>
                    </a:cubicBezTo>
                    <a:cubicBezTo>
                      <a:pt x="26915" y="21701"/>
                      <a:pt x="28409" y="18089"/>
                      <a:pt x="28409" y="14323"/>
                    </a:cubicBezTo>
                    <a:cubicBezTo>
                      <a:pt x="28409" y="10558"/>
                      <a:pt x="26915" y="6946"/>
                      <a:pt x="24256" y="4283"/>
                    </a:cubicBezTo>
                    <a:cubicBezTo>
                      <a:pt x="21597" y="1621"/>
                      <a:pt x="17990" y="125"/>
                      <a:pt x="14230" y="125"/>
                    </a:cubicBezTo>
                    <a:cubicBezTo>
                      <a:pt x="10470" y="125"/>
                      <a:pt x="6864" y="1621"/>
                      <a:pt x="4205" y="4283"/>
                    </a:cubicBezTo>
                    <a:cubicBezTo>
                      <a:pt x="1546" y="6946"/>
                      <a:pt x="52" y="10558"/>
                      <a:pt x="52" y="14323"/>
                    </a:cubicBezTo>
                    <a:cubicBezTo>
                      <a:pt x="52" y="18089"/>
                      <a:pt x="1546" y="21701"/>
                      <a:pt x="4205" y="24364"/>
                    </a:cubicBezTo>
                    <a:cubicBezTo>
                      <a:pt x="6864" y="27026"/>
                      <a:pt x="10470" y="28522"/>
                      <a:pt x="1423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6" name="Freeform: Shape 855">
                <a:extLst>
                  <a:ext uri="{FF2B5EF4-FFF2-40B4-BE49-F238E27FC236}">
                    <a16:creationId xmlns:a16="http://schemas.microsoft.com/office/drawing/2014/main" id="{76716F16-2CBA-B92E-4109-1C3DC41A4EBD}"/>
                  </a:ext>
                </a:extLst>
              </p:cNvPr>
              <p:cNvSpPr/>
              <p:nvPr/>
            </p:nvSpPr>
            <p:spPr>
              <a:xfrm>
                <a:off x="8124006" y="4869269"/>
                <a:ext cx="28356" cy="28397"/>
              </a:xfrm>
              <a:custGeom>
                <a:avLst/>
                <a:gdLst>
                  <a:gd name="connsiteX0" fmla="*/ 14230 w 28356"/>
                  <a:gd name="connsiteY0" fmla="*/ 28522 h 28397"/>
                  <a:gd name="connsiteX1" fmla="*/ 24255 w 28356"/>
                  <a:gd name="connsiteY1" fmla="*/ 24364 h 28397"/>
                  <a:gd name="connsiteX2" fmla="*/ 28408 w 28356"/>
                  <a:gd name="connsiteY2" fmla="*/ 14323 h 28397"/>
                  <a:gd name="connsiteX3" fmla="*/ 24255 w 28356"/>
                  <a:gd name="connsiteY3" fmla="*/ 4283 h 28397"/>
                  <a:gd name="connsiteX4" fmla="*/ 14230 w 28356"/>
                  <a:gd name="connsiteY4" fmla="*/ 124 h 28397"/>
                  <a:gd name="connsiteX5" fmla="*/ 4204 w 28356"/>
                  <a:gd name="connsiteY5" fmla="*/ 4283 h 28397"/>
                  <a:gd name="connsiteX6" fmla="*/ 51 w 28356"/>
                  <a:gd name="connsiteY6" fmla="*/ 14323 h 28397"/>
                  <a:gd name="connsiteX7" fmla="*/ 4204 w 28356"/>
                  <a:gd name="connsiteY7" fmla="*/ 24364 h 28397"/>
                  <a:gd name="connsiteX8" fmla="*/ 1423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22"/>
                    </a:moveTo>
                    <a:cubicBezTo>
                      <a:pt x="17990" y="28522"/>
                      <a:pt x="21597" y="27026"/>
                      <a:pt x="24255" y="24364"/>
                    </a:cubicBezTo>
                    <a:cubicBezTo>
                      <a:pt x="26914" y="21701"/>
                      <a:pt x="28408" y="18089"/>
                      <a:pt x="28408" y="14323"/>
                    </a:cubicBezTo>
                    <a:cubicBezTo>
                      <a:pt x="28408" y="10558"/>
                      <a:pt x="26914" y="6946"/>
                      <a:pt x="24255" y="4283"/>
                    </a:cubicBezTo>
                    <a:cubicBezTo>
                      <a:pt x="21597" y="1620"/>
                      <a:pt x="17990" y="124"/>
                      <a:pt x="14230" y="124"/>
                    </a:cubicBezTo>
                    <a:cubicBezTo>
                      <a:pt x="10470" y="124"/>
                      <a:pt x="6863" y="1620"/>
                      <a:pt x="4204" y="4283"/>
                    </a:cubicBezTo>
                    <a:cubicBezTo>
                      <a:pt x="1545" y="6946"/>
                      <a:pt x="51" y="10558"/>
                      <a:pt x="51" y="14323"/>
                    </a:cubicBezTo>
                    <a:cubicBezTo>
                      <a:pt x="51" y="18089"/>
                      <a:pt x="1545" y="21701"/>
                      <a:pt x="4204" y="24364"/>
                    </a:cubicBezTo>
                    <a:cubicBezTo>
                      <a:pt x="6863" y="27026"/>
                      <a:pt x="10470" y="28522"/>
                      <a:pt x="1423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7" name="Freeform: Shape 856">
                <a:extLst>
                  <a:ext uri="{FF2B5EF4-FFF2-40B4-BE49-F238E27FC236}">
                    <a16:creationId xmlns:a16="http://schemas.microsoft.com/office/drawing/2014/main" id="{580B54DA-3B13-830A-C541-34E4ABE5FB38}"/>
                  </a:ext>
                </a:extLst>
              </p:cNvPr>
              <p:cNvSpPr/>
              <p:nvPr/>
            </p:nvSpPr>
            <p:spPr>
              <a:xfrm>
                <a:off x="8116247" y="4898695"/>
                <a:ext cx="28356" cy="28397"/>
              </a:xfrm>
              <a:custGeom>
                <a:avLst/>
                <a:gdLst>
                  <a:gd name="connsiteX0" fmla="*/ 14229 w 28356"/>
                  <a:gd name="connsiteY0" fmla="*/ 28525 h 28397"/>
                  <a:gd name="connsiteX1" fmla="*/ 24255 w 28356"/>
                  <a:gd name="connsiteY1" fmla="*/ 24366 h 28397"/>
                  <a:gd name="connsiteX2" fmla="*/ 28407 w 28356"/>
                  <a:gd name="connsiteY2" fmla="*/ 14326 h 28397"/>
                  <a:gd name="connsiteX3" fmla="*/ 24255 w 28356"/>
                  <a:gd name="connsiteY3" fmla="*/ 4285 h 28397"/>
                  <a:gd name="connsiteX4" fmla="*/ 14229 w 28356"/>
                  <a:gd name="connsiteY4" fmla="*/ 127 h 28397"/>
                  <a:gd name="connsiteX5" fmla="*/ 4203 w 28356"/>
                  <a:gd name="connsiteY5" fmla="*/ 4285 h 28397"/>
                  <a:gd name="connsiteX6" fmla="*/ 51 w 28356"/>
                  <a:gd name="connsiteY6" fmla="*/ 14326 h 28397"/>
                  <a:gd name="connsiteX7" fmla="*/ 4203 w 28356"/>
                  <a:gd name="connsiteY7" fmla="*/ 24366 h 28397"/>
                  <a:gd name="connsiteX8" fmla="*/ 14229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9" y="28525"/>
                    </a:moveTo>
                    <a:cubicBezTo>
                      <a:pt x="17989" y="28525"/>
                      <a:pt x="21596" y="27029"/>
                      <a:pt x="24255" y="24366"/>
                    </a:cubicBezTo>
                    <a:cubicBezTo>
                      <a:pt x="26914" y="21703"/>
                      <a:pt x="28407" y="18091"/>
                      <a:pt x="28407" y="14326"/>
                    </a:cubicBezTo>
                    <a:cubicBezTo>
                      <a:pt x="28407" y="10560"/>
                      <a:pt x="26914" y="6948"/>
                      <a:pt x="24255" y="4285"/>
                    </a:cubicBezTo>
                    <a:cubicBezTo>
                      <a:pt x="21596" y="1623"/>
                      <a:pt x="17989" y="127"/>
                      <a:pt x="14229" y="127"/>
                    </a:cubicBezTo>
                    <a:cubicBezTo>
                      <a:pt x="10469" y="127"/>
                      <a:pt x="6862" y="1623"/>
                      <a:pt x="4203" y="4285"/>
                    </a:cubicBezTo>
                    <a:cubicBezTo>
                      <a:pt x="1545" y="6948"/>
                      <a:pt x="51" y="10560"/>
                      <a:pt x="51" y="14326"/>
                    </a:cubicBezTo>
                    <a:cubicBezTo>
                      <a:pt x="51" y="18091"/>
                      <a:pt x="1545" y="21703"/>
                      <a:pt x="4203" y="24366"/>
                    </a:cubicBezTo>
                    <a:cubicBezTo>
                      <a:pt x="6862" y="27029"/>
                      <a:pt x="10469" y="28525"/>
                      <a:pt x="14229"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8" name="Freeform: Shape 857">
                <a:extLst>
                  <a:ext uri="{FF2B5EF4-FFF2-40B4-BE49-F238E27FC236}">
                    <a16:creationId xmlns:a16="http://schemas.microsoft.com/office/drawing/2014/main" id="{0ED6B06A-76C4-2D56-CA34-72CCBD911622}"/>
                  </a:ext>
                </a:extLst>
              </p:cNvPr>
              <p:cNvSpPr/>
              <p:nvPr/>
            </p:nvSpPr>
            <p:spPr>
              <a:xfrm>
                <a:off x="8108489" y="4872241"/>
                <a:ext cx="28356" cy="28397"/>
              </a:xfrm>
              <a:custGeom>
                <a:avLst/>
                <a:gdLst>
                  <a:gd name="connsiteX0" fmla="*/ 14228 w 28356"/>
                  <a:gd name="connsiteY0" fmla="*/ 28523 h 28397"/>
                  <a:gd name="connsiteX1" fmla="*/ 24254 w 28356"/>
                  <a:gd name="connsiteY1" fmla="*/ 24364 h 28397"/>
                  <a:gd name="connsiteX2" fmla="*/ 28407 w 28356"/>
                  <a:gd name="connsiteY2" fmla="*/ 14324 h 28397"/>
                  <a:gd name="connsiteX3" fmla="*/ 24254 w 28356"/>
                  <a:gd name="connsiteY3" fmla="*/ 4283 h 28397"/>
                  <a:gd name="connsiteX4" fmla="*/ 14228 w 28356"/>
                  <a:gd name="connsiteY4" fmla="*/ 125 h 28397"/>
                  <a:gd name="connsiteX5" fmla="*/ 4203 w 28356"/>
                  <a:gd name="connsiteY5" fmla="*/ 4283 h 28397"/>
                  <a:gd name="connsiteX6" fmla="*/ 50 w 28356"/>
                  <a:gd name="connsiteY6" fmla="*/ 14324 h 28397"/>
                  <a:gd name="connsiteX7" fmla="*/ 4203 w 28356"/>
                  <a:gd name="connsiteY7" fmla="*/ 24364 h 28397"/>
                  <a:gd name="connsiteX8" fmla="*/ 1422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3"/>
                    </a:moveTo>
                    <a:cubicBezTo>
                      <a:pt x="17989" y="28523"/>
                      <a:pt x="21595" y="27026"/>
                      <a:pt x="24254" y="24364"/>
                    </a:cubicBezTo>
                    <a:cubicBezTo>
                      <a:pt x="26913" y="21701"/>
                      <a:pt x="28407" y="18089"/>
                      <a:pt x="28407" y="14324"/>
                    </a:cubicBezTo>
                    <a:cubicBezTo>
                      <a:pt x="28407" y="10558"/>
                      <a:pt x="26913" y="6946"/>
                      <a:pt x="24254" y="4283"/>
                    </a:cubicBezTo>
                    <a:cubicBezTo>
                      <a:pt x="21595" y="1621"/>
                      <a:pt x="17989" y="125"/>
                      <a:pt x="14228" y="125"/>
                    </a:cubicBezTo>
                    <a:cubicBezTo>
                      <a:pt x="10468" y="125"/>
                      <a:pt x="6862" y="1621"/>
                      <a:pt x="4203" y="4283"/>
                    </a:cubicBezTo>
                    <a:cubicBezTo>
                      <a:pt x="1544" y="6946"/>
                      <a:pt x="50" y="10558"/>
                      <a:pt x="50" y="14324"/>
                    </a:cubicBezTo>
                    <a:cubicBezTo>
                      <a:pt x="50" y="18089"/>
                      <a:pt x="1544" y="21701"/>
                      <a:pt x="4203" y="24364"/>
                    </a:cubicBezTo>
                    <a:cubicBezTo>
                      <a:pt x="6862" y="27026"/>
                      <a:pt x="10468" y="28523"/>
                      <a:pt x="1422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59" name="Freeform: Shape 858">
                <a:extLst>
                  <a:ext uri="{FF2B5EF4-FFF2-40B4-BE49-F238E27FC236}">
                    <a16:creationId xmlns:a16="http://schemas.microsoft.com/office/drawing/2014/main" id="{EC7EB59F-C64B-98A3-D67E-8CDF9467F3E3}"/>
                  </a:ext>
                </a:extLst>
              </p:cNvPr>
              <p:cNvSpPr/>
              <p:nvPr/>
            </p:nvSpPr>
            <p:spPr>
              <a:xfrm>
                <a:off x="8100730" y="4877207"/>
                <a:ext cx="28356" cy="28397"/>
              </a:xfrm>
              <a:custGeom>
                <a:avLst/>
                <a:gdLst>
                  <a:gd name="connsiteX0" fmla="*/ 14228 w 28356"/>
                  <a:gd name="connsiteY0" fmla="*/ 28523 h 28397"/>
                  <a:gd name="connsiteX1" fmla="*/ 24254 w 28356"/>
                  <a:gd name="connsiteY1" fmla="*/ 24364 h 28397"/>
                  <a:gd name="connsiteX2" fmla="*/ 28406 w 28356"/>
                  <a:gd name="connsiteY2" fmla="*/ 14324 h 28397"/>
                  <a:gd name="connsiteX3" fmla="*/ 24254 w 28356"/>
                  <a:gd name="connsiteY3" fmla="*/ 4284 h 28397"/>
                  <a:gd name="connsiteX4" fmla="*/ 14228 w 28356"/>
                  <a:gd name="connsiteY4" fmla="*/ 125 h 28397"/>
                  <a:gd name="connsiteX5" fmla="*/ 4202 w 28356"/>
                  <a:gd name="connsiteY5" fmla="*/ 4284 h 28397"/>
                  <a:gd name="connsiteX6" fmla="*/ 50 w 28356"/>
                  <a:gd name="connsiteY6" fmla="*/ 14324 h 28397"/>
                  <a:gd name="connsiteX7" fmla="*/ 4202 w 28356"/>
                  <a:gd name="connsiteY7" fmla="*/ 24364 h 28397"/>
                  <a:gd name="connsiteX8" fmla="*/ 1422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3"/>
                    </a:moveTo>
                    <a:cubicBezTo>
                      <a:pt x="17988" y="28523"/>
                      <a:pt x="21595" y="27027"/>
                      <a:pt x="24254" y="24364"/>
                    </a:cubicBezTo>
                    <a:cubicBezTo>
                      <a:pt x="26912" y="21701"/>
                      <a:pt x="28406" y="18090"/>
                      <a:pt x="28406" y="14324"/>
                    </a:cubicBezTo>
                    <a:cubicBezTo>
                      <a:pt x="28406" y="10558"/>
                      <a:pt x="26912" y="6946"/>
                      <a:pt x="24254" y="4284"/>
                    </a:cubicBezTo>
                    <a:cubicBezTo>
                      <a:pt x="21595" y="1621"/>
                      <a:pt x="17988" y="125"/>
                      <a:pt x="14228" y="125"/>
                    </a:cubicBezTo>
                    <a:cubicBezTo>
                      <a:pt x="10468" y="125"/>
                      <a:pt x="6861" y="1621"/>
                      <a:pt x="4202" y="4284"/>
                    </a:cubicBezTo>
                    <a:cubicBezTo>
                      <a:pt x="1543" y="6946"/>
                      <a:pt x="50" y="10558"/>
                      <a:pt x="50" y="14324"/>
                    </a:cubicBezTo>
                    <a:cubicBezTo>
                      <a:pt x="50" y="18090"/>
                      <a:pt x="1543" y="21701"/>
                      <a:pt x="4202" y="24364"/>
                    </a:cubicBezTo>
                    <a:cubicBezTo>
                      <a:pt x="6861" y="27027"/>
                      <a:pt x="10468" y="28523"/>
                      <a:pt x="1422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0" name="Freeform: Shape 859">
                <a:extLst>
                  <a:ext uri="{FF2B5EF4-FFF2-40B4-BE49-F238E27FC236}">
                    <a16:creationId xmlns:a16="http://schemas.microsoft.com/office/drawing/2014/main" id="{E788D179-EC1F-1EBD-FB09-FBE104A68838}"/>
                  </a:ext>
                </a:extLst>
              </p:cNvPr>
              <p:cNvSpPr/>
              <p:nvPr/>
            </p:nvSpPr>
            <p:spPr>
              <a:xfrm>
                <a:off x="8092972" y="4872343"/>
                <a:ext cx="28356" cy="28397"/>
              </a:xfrm>
              <a:custGeom>
                <a:avLst/>
                <a:gdLst>
                  <a:gd name="connsiteX0" fmla="*/ 14227 w 28356"/>
                  <a:gd name="connsiteY0" fmla="*/ 28523 h 28397"/>
                  <a:gd name="connsiteX1" fmla="*/ 24253 w 28356"/>
                  <a:gd name="connsiteY1" fmla="*/ 24364 h 28397"/>
                  <a:gd name="connsiteX2" fmla="*/ 28406 w 28356"/>
                  <a:gd name="connsiteY2" fmla="*/ 14324 h 28397"/>
                  <a:gd name="connsiteX3" fmla="*/ 24253 w 28356"/>
                  <a:gd name="connsiteY3" fmla="*/ 4283 h 28397"/>
                  <a:gd name="connsiteX4" fmla="*/ 14227 w 28356"/>
                  <a:gd name="connsiteY4" fmla="*/ 125 h 28397"/>
                  <a:gd name="connsiteX5" fmla="*/ 4202 w 28356"/>
                  <a:gd name="connsiteY5" fmla="*/ 4283 h 28397"/>
                  <a:gd name="connsiteX6" fmla="*/ 49 w 28356"/>
                  <a:gd name="connsiteY6" fmla="*/ 14324 h 28397"/>
                  <a:gd name="connsiteX7" fmla="*/ 4202 w 28356"/>
                  <a:gd name="connsiteY7" fmla="*/ 24364 h 28397"/>
                  <a:gd name="connsiteX8" fmla="*/ 1422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23"/>
                    </a:moveTo>
                    <a:cubicBezTo>
                      <a:pt x="17987" y="28523"/>
                      <a:pt x="21594" y="27026"/>
                      <a:pt x="24253" y="24364"/>
                    </a:cubicBezTo>
                    <a:cubicBezTo>
                      <a:pt x="26912" y="21701"/>
                      <a:pt x="28406" y="18089"/>
                      <a:pt x="28406" y="14324"/>
                    </a:cubicBezTo>
                    <a:cubicBezTo>
                      <a:pt x="28406" y="10558"/>
                      <a:pt x="26912" y="6946"/>
                      <a:pt x="24253" y="4283"/>
                    </a:cubicBezTo>
                    <a:cubicBezTo>
                      <a:pt x="21594" y="1621"/>
                      <a:pt x="17987" y="125"/>
                      <a:pt x="14227" y="125"/>
                    </a:cubicBezTo>
                    <a:cubicBezTo>
                      <a:pt x="10467" y="125"/>
                      <a:pt x="6860" y="1621"/>
                      <a:pt x="4202" y="4283"/>
                    </a:cubicBezTo>
                    <a:cubicBezTo>
                      <a:pt x="1543" y="6946"/>
                      <a:pt x="49" y="10558"/>
                      <a:pt x="49" y="14324"/>
                    </a:cubicBezTo>
                    <a:cubicBezTo>
                      <a:pt x="49" y="18089"/>
                      <a:pt x="1543" y="21701"/>
                      <a:pt x="4202" y="24364"/>
                    </a:cubicBezTo>
                    <a:cubicBezTo>
                      <a:pt x="6860" y="27026"/>
                      <a:pt x="10467" y="28523"/>
                      <a:pt x="1422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1" name="Freeform: Shape 860">
                <a:extLst>
                  <a:ext uri="{FF2B5EF4-FFF2-40B4-BE49-F238E27FC236}">
                    <a16:creationId xmlns:a16="http://schemas.microsoft.com/office/drawing/2014/main" id="{85C120D9-48E1-7E01-01B0-85DAFA393845}"/>
                  </a:ext>
                </a:extLst>
              </p:cNvPr>
              <p:cNvSpPr/>
              <p:nvPr/>
            </p:nvSpPr>
            <p:spPr>
              <a:xfrm>
                <a:off x="8085213" y="4872356"/>
                <a:ext cx="28356" cy="28397"/>
              </a:xfrm>
              <a:custGeom>
                <a:avLst/>
                <a:gdLst>
                  <a:gd name="connsiteX0" fmla="*/ 14227 w 28356"/>
                  <a:gd name="connsiteY0" fmla="*/ 28523 h 28397"/>
                  <a:gd name="connsiteX1" fmla="*/ 24252 w 28356"/>
                  <a:gd name="connsiteY1" fmla="*/ 24364 h 28397"/>
                  <a:gd name="connsiteX2" fmla="*/ 28405 w 28356"/>
                  <a:gd name="connsiteY2" fmla="*/ 14324 h 28397"/>
                  <a:gd name="connsiteX3" fmla="*/ 24252 w 28356"/>
                  <a:gd name="connsiteY3" fmla="*/ 4283 h 28397"/>
                  <a:gd name="connsiteX4" fmla="*/ 14227 w 28356"/>
                  <a:gd name="connsiteY4" fmla="*/ 125 h 28397"/>
                  <a:gd name="connsiteX5" fmla="*/ 4201 w 28356"/>
                  <a:gd name="connsiteY5" fmla="*/ 4283 h 28397"/>
                  <a:gd name="connsiteX6" fmla="*/ 48 w 28356"/>
                  <a:gd name="connsiteY6" fmla="*/ 14324 h 28397"/>
                  <a:gd name="connsiteX7" fmla="*/ 4201 w 28356"/>
                  <a:gd name="connsiteY7" fmla="*/ 24364 h 28397"/>
                  <a:gd name="connsiteX8" fmla="*/ 1422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23"/>
                    </a:moveTo>
                    <a:cubicBezTo>
                      <a:pt x="17987" y="28523"/>
                      <a:pt x="21593" y="27026"/>
                      <a:pt x="24252" y="24364"/>
                    </a:cubicBezTo>
                    <a:cubicBezTo>
                      <a:pt x="26911" y="21701"/>
                      <a:pt x="28405" y="18089"/>
                      <a:pt x="28405" y="14324"/>
                    </a:cubicBezTo>
                    <a:cubicBezTo>
                      <a:pt x="28405" y="10558"/>
                      <a:pt x="26911" y="6946"/>
                      <a:pt x="24252" y="4283"/>
                    </a:cubicBezTo>
                    <a:cubicBezTo>
                      <a:pt x="21593" y="1621"/>
                      <a:pt x="17987" y="125"/>
                      <a:pt x="14227" y="125"/>
                    </a:cubicBezTo>
                    <a:cubicBezTo>
                      <a:pt x="10466" y="125"/>
                      <a:pt x="6860" y="1621"/>
                      <a:pt x="4201" y="4283"/>
                    </a:cubicBezTo>
                    <a:cubicBezTo>
                      <a:pt x="1542" y="6946"/>
                      <a:pt x="48" y="10558"/>
                      <a:pt x="48" y="14324"/>
                    </a:cubicBezTo>
                    <a:cubicBezTo>
                      <a:pt x="48" y="18089"/>
                      <a:pt x="1542" y="21701"/>
                      <a:pt x="4201" y="24364"/>
                    </a:cubicBezTo>
                    <a:cubicBezTo>
                      <a:pt x="6860" y="27026"/>
                      <a:pt x="10466" y="28523"/>
                      <a:pt x="1422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2" name="Freeform: Shape 861">
                <a:extLst>
                  <a:ext uri="{FF2B5EF4-FFF2-40B4-BE49-F238E27FC236}">
                    <a16:creationId xmlns:a16="http://schemas.microsoft.com/office/drawing/2014/main" id="{8573AD4C-026F-64A6-98B2-277C47CC14B8}"/>
                  </a:ext>
                </a:extLst>
              </p:cNvPr>
              <p:cNvSpPr/>
              <p:nvPr/>
            </p:nvSpPr>
            <p:spPr>
              <a:xfrm>
                <a:off x="8077455" y="4879353"/>
                <a:ext cx="28356" cy="28397"/>
              </a:xfrm>
              <a:custGeom>
                <a:avLst/>
                <a:gdLst>
                  <a:gd name="connsiteX0" fmla="*/ 14226 w 28356"/>
                  <a:gd name="connsiteY0" fmla="*/ 28523 h 28397"/>
                  <a:gd name="connsiteX1" fmla="*/ 24252 w 28356"/>
                  <a:gd name="connsiteY1" fmla="*/ 24364 h 28397"/>
                  <a:gd name="connsiteX2" fmla="*/ 28404 w 28356"/>
                  <a:gd name="connsiteY2" fmla="*/ 14324 h 28397"/>
                  <a:gd name="connsiteX3" fmla="*/ 24252 w 28356"/>
                  <a:gd name="connsiteY3" fmla="*/ 4284 h 28397"/>
                  <a:gd name="connsiteX4" fmla="*/ 14226 w 28356"/>
                  <a:gd name="connsiteY4" fmla="*/ 125 h 28397"/>
                  <a:gd name="connsiteX5" fmla="*/ 4200 w 28356"/>
                  <a:gd name="connsiteY5" fmla="*/ 4284 h 28397"/>
                  <a:gd name="connsiteX6" fmla="*/ 48 w 28356"/>
                  <a:gd name="connsiteY6" fmla="*/ 14324 h 28397"/>
                  <a:gd name="connsiteX7" fmla="*/ 4200 w 28356"/>
                  <a:gd name="connsiteY7" fmla="*/ 24364 h 28397"/>
                  <a:gd name="connsiteX8" fmla="*/ 1422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6" y="28523"/>
                    </a:moveTo>
                    <a:cubicBezTo>
                      <a:pt x="17986" y="28523"/>
                      <a:pt x="21593" y="27027"/>
                      <a:pt x="24252" y="24364"/>
                    </a:cubicBezTo>
                    <a:cubicBezTo>
                      <a:pt x="26910" y="21702"/>
                      <a:pt x="28404" y="18090"/>
                      <a:pt x="28404" y="14324"/>
                    </a:cubicBezTo>
                    <a:cubicBezTo>
                      <a:pt x="28404" y="10558"/>
                      <a:pt x="26910" y="6947"/>
                      <a:pt x="24252" y="4284"/>
                    </a:cubicBezTo>
                    <a:cubicBezTo>
                      <a:pt x="21593" y="1621"/>
                      <a:pt x="17986" y="125"/>
                      <a:pt x="14226" y="125"/>
                    </a:cubicBezTo>
                    <a:cubicBezTo>
                      <a:pt x="10466" y="125"/>
                      <a:pt x="6859" y="1621"/>
                      <a:pt x="4200" y="4284"/>
                    </a:cubicBezTo>
                    <a:cubicBezTo>
                      <a:pt x="1542" y="6947"/>
                      <a:pt x="48" y="10558"/>
                      <a:pt x="48" y="14324"/>
                    </a:cubicBezTo>
                    <a:cubicBezTo>
                      <a:pt x="48" y="18090"/>
                      <a:pt x="1542" y="21702"/>
                      <a:pt x="4200" y="24364"/>
                    </a:cubicBezTo>
                    <a:cubicBezTo>
                      <a:pt x="6859" y="27027"/>
                      <a:pt x="10466" y="28523"/>
                      <a:pt x="1422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3" name="Freeform: Shape 862">
                <a:extLst>
                  <a:ext uri="{FF2B5EF4-FFF2-40B4-BE49-F238E27FC236}">
                    <a16:creationId xmlns:a16="http://schemas.microsoft.com/office/drawing/2014/main" id="{BC6B16AB-3BDF-F913-397C-093D7F2CFFCF}"/>
                  </a:ext>
                </a:extLst>
              </p:cNvPr>
              <p:cNvSpPr/>
              <p:nvPr/>
            </p:nvSpPr>
            <p:spPr>
              <a:xfrm>
                <a:off x="8069697" y="4875048"/>
                <a:ext cx="28356" cy="28397"/>
              </a:xfrm>
              <a:custGeom>
                <a:avLst/>
                <a:gdLst>
                  <a:gd name="connsiteX0" fmla="*/ 14225 w 28356"/>
                  <a:gd name="connsiteY0" fmla="*/ 28523 h 28397"/>
                  <a:gd name="connsiteX1" fmla="*/ 24251 w 28356"/>
                  <a:gd name="connsiteY1" fmla="*/ 24364 h 28397"/>
                  <a:gd name="connsiteX2" fmla="*/ 28404 w 28356"/>
                  <a:gd name="connsiteY2" fmla="*/ 14324 h 28397"/>
                  <a:gd name="connsiteX3" fmla="*/ 24251 w 28356"/>
                  <a:gd name="connsiteY3" fmla="*/ 4284 h 28397"/>
                  <a:gd name="connsiteX4" fmla="*/ 14225 w 28356"/>
                  <a:gd name="connsiteY4" fmla="*/ 125 h 28397"/>
                  <a:gd name="connsiteX5" fmla="*/ 4200 w 28356"/>
                  <a:gd name="connsiteY5" fmla="*/ 4284 h 28397"/>
                  <a:gd name="connsiteX6" fmla="*/ 47 w 28356"/>
                  <a:gd name="connsiteY6" fmla="*/ 14324 h 28397"/>
                  <a:gd name="connsiteX7" fmla="*/ 4200 w 28356"/>
                  <a:gd name="connsiteY7" fmla="*/ 24364 h 28397"/>
                  <a:gd name="connsiteX8" fmla="*/ 1422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23"/>
                    </a:moveTo>
                    <a:cubicBezTo>
                      <a:pt x="17986" y="28523"/>
                      <a:pt x="21592" y="27027"/>
                      <a:pt x="24251" y="24364"/>
                    </a:cubicBezTo>
                    <a:cubicBezTo>
                      <a:pt x="26910" y="21701"/>
                      <a:pt x="28404" y="18089"/>
                      <a:pt x="28404" y="14324"/>
                    </a:cubicBezTo>
                    <a:cubicBezTo>
                      <a:pt x="28404" y="10558"/>
                      <a:pt x="26910" y="6946"/>
                      <a:pt x="24251" y="4284"/>
                    </a:cubicBezTo>
                    <a:cubicBezTo>
                      <a:pt x="21592" y="1621"/>
                      <a:pt x="17986" y="125"/>
                      <a:pt x="14225" y="125"/>
                    </a:cubicBezTo>
                    <a:cubicBezTo>
                      <a:pt x="10465" y="125"/>
                      <a:pt x="6859" y="1621"/>
                      <a:pt x="4200" y="4284"/>
                    </a:cubicBezTo>
                    <a:cubicBezTo>
                      <a:pt x="1541" y="6946"/>
                      <a:pt x="47" y="10558"/>
                      <a:pt x="47" y="14324"/>
                    </a:cubicBezTo>
                    <a:cubicBezTo>
                      <a:pt x="47" y="18089"/>
                      <a:pt x="1541" y="21701"/>
                      <a:pt x="4200" y="24364"/>
                    </a:cubicBezTo>
                    <a:cubicBezTo>
                      <a:pt x="6859" y="27027"/>
                      <a:pt x="10465" y="28523"/>
                      <a:pt x="1422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4" name="Freeform: Shape 863">
                <a:extLst>
                  <a:ext uri="{FF2B5EF4-FFF2-40B4-BE49-F238E27FC236}">
                    <a16:creationId xmlns:a16="http://schemas.microsoft.com/office/drawing/2014/main" id="{889A26F2-49DD-B018-0066-E889CE8CC380}"/>
                  </a:ext>
                </a:extLst>
              </p:cNvPr>
              <p:cNvSpPr/>
              <p:nvPr/>
            </p:nvSpPr>
            <p:spPr>
              <a:xfrm>
                <a:off x="8061939" y="4878464"/>
                <a:ext cx="28356" cy="28397"/>
              </a:xfrm>
              <a:custGeom>
                <a:avLst/>
                <a:gdLst>
                  <a:gd name="connsiteX0" fmla="*/ 14225 w 28356"/>
                  <a:gd name="connsiteY0" fmla="*/ 28523 h 28397"/>
                  <a:gd name="connsiteX1" fmla="*/ 24250 w 28356"/>
                  <a:gd name="connsiteY1" fmla="*/ 24364 h 28397"/>
                  <a:gd name="connsiteX2" fmla="*/ 28403 w 28356"/>
                  <a:gd name="connsiteY2" fmla="*/ 14324 h 28397"/>
                  <a:gd name="connsiteX3" fmla="*/ 24250 w 28356"/>
                  <a:gd name="connsiteY3" fmla="*/ 4284 h 28397"/>
                  <a:gd name="connsiteX4" fmla="*/ 14225 w 28356"/>
                  <a:gd name="connsiteY4" fmla="*/ 125 h 28397"/>
                  <a:gd name="connsiteX5" fmla="*/ 4199 w 28356"/>
                  <a:gd name="connsiteY5" fmla="*/ 4284 h 28397"/>
                  <a:gd name="connsiteX6" fmla="*/ 46 w 28356"/>
                  <a:gd name="connsiteY6" fmla="*/ 14324 h 28397"/>
                  <a:gd name="connsiteX7" fmla="*/ 4199 w 28356"/>
                  <a:gd name="connsiteY7" fmla="*/ 24364 h 28397"/>
                  <a:gd name="connsiteX8" fmla="*/ 1422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23"/>
                    </a:moveTo>
                    <a:cubicBezTo>
                      <a:pt x="17985" y="28523"/>
                      <a:pt x="21592" y="27027"/>
                      <a:pt x="24250" y="24364"/>
                    </a:cubicBezTo>
                    <a:cubicBezTo>
                      <a:pt x="26909" y="21702"/>
                      <a:pt x="28403" y="18090"/>
                      <a:pt x="28403" y="14324"/>
                    </a:cubicBezTo>
                    <a:cubicBezTo>
                      <a:pt x="28403" y="10558"/>
                      <a:pt x="26909" y="6946"/>
                      <a:pt x="24250" y="4284"/>
                    </a:cubicBezTo>
                    <a:cubicBezTo>
                      <a:pt x="21592" y="1621"/>
                      <a:pt x="17985" y="125"/>
                      <a:pt x="14225" y="125"/>
                    </a:cubicBezTo>
                    <a:cubicBezTo>
                      <a:pt x="10465" y="125"/>
                      <a:pt x="6858" y="1621"/>
                      <a:pt x="4199" y="4284"/>
                    </a:cubicBezTo>
                    <a:cubicBezTo>
                      <a:pt x="1540" y="6946"/>
                      <a:pt x="46" y="10558"/>
                      <a:pt x="46" y="14324"/>
                    </a:cubicBezTo>
                    <a:cubicBezTo>
                      <a:pt x="46" y="18090"/>
                      <a:pt x="1540" y="21702"/>
                      <a:pt x="4199" y="24364"/>
                    </a:cubicBezTo>
                    <a:cubicBezTo>
                      <a:pt x="6858" y="27027"/>
                      <a:pt x="10465" y="28523"/>
                      <a:pt x="14225"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5" name="Freeform: Shape 864">
                <a:extLst>
                  <a:ext uri="{FF2B5EF4-FFF2-40B4-BE49-F238E27FC236}">
                    <a16:creationId xmlns:a16="http://schemas.microsoft.com/office/drawing/2014/main" id="{BC7D6514-0F17-67F7-6E2C-7C27491080AF}"/>
                  </a:ext>
                </a:extLst>
              </p:cNvPr>
              <p:cNvSpPr/>
              <p:nvPr/>
            </p:nvSpPr>
            <p:spPr>
              <a:xfrm>
                <a:off x="8054180" y="4877232"/>
                <a:ext cx="28356" cy="28397"/>
              </a:xfrm>
              <a:custGeom>
                <a:avLst/>
                <a:gdLst>
                  <a:gd name="connsiteX0" fmla="*/ 14224 w 28356"/>
                  <a:gd name="connsiteY0" fmla="*/ 28523 h 28397"/>
                  <a:gd name="connsiteX1" fmla="*/ 24250 w 28356"/>
                  <a:gd name="connsiteY1" fmla="*/ 24364 h 28397"/>
                  <a:gd name="connsiteX2" fmla="*/ 28403 w 28356"/>
                  <a:gd name="connsiteY2" fmla="*/ 14324 h 28397"/>
                  <a:gd name="connsiteX3" fmla="*/ 24250 w 28356"/>
                  <a:gd name="connsiteY3" fmla="*/ 4284 h 28397"/>
                  <a:gd name="connsiteX4" fmla="*/ 14224 w 28356"/>
                  <a:gd name="connsiteY4" fmla="*/ 125 h 28397"/>
                  <a:gd name="connsiteX5" fmla="*/ 4199 w 28356"/>
                  <a:gd name="connsiteY5" fmla="*/ 4284 h 28397"/>
                  <a:gd name="connsiteX6" fmla="*/ 46 w 28356"/>
                  <a:gd name="connsiteY6" fmla="*/ 14324 h 28397"/>
                  <a:gd name="connsiteX7" fmla="*/ 4199 w 28356"/>
                  <a:gd name="connsiteY7" fmla="*/ 24364 h 28397"/>
                  <a:gd name="connsiteX8" fmla="*/ 1422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23"/>
                    </a:moveTo>
                    <a:cubicBezTo>
                      <a:pt x="17984" y="28523"/>
                      <a:pt x="21591" y="27027"/>
                      <a:pt x="24250" y="24364"/>
                    </a:cubicBezTo>
                    <a:cubicBezTo>
                      <a:pt x="26909" y="21701"/>
                      <a:pt x="28403" y="18090"/>
                      <a:pt x="28403" y="14324"/>
                    </a:cubicBezTo>
                    <a:cubicBezTo>
                      <a:pt x="28403" y="10558"/>
                      <a:pt x="26909" y="6946"/>
                      <a:pt x="24250" y="4284"/>
                    </a:cubicBezTo>
                    <a:cubicBezTo>
                      <a:pt x="21591" y="1621"/>
                      <a:pt x="17984" y="125"/>
                      <a:pt x="14224" y="125"/>
                    </a:cubicBezTo>
                    <a:cubicBezTo>
                      <a:pt x="10464" y="125"/>
                      <a:pt x="6857" y="1621"/>
                      <a:pt x="4199" y="4284"/>
                    </a:cubicBezTo>
                    <a:cubicBezTo>
                      <a:pt x="1540" y="6946"/>
                      <a:pt x="46" y="10558"/>
                      <a:pt x="46" y="14324"/>
                    </a:cubicBezTo>
                    <a:cubicBezTo>
                      <a:pt x="46" y="18090"/>
                      <a:pt x="1540" y="21701"/>
                      <a:pt x="4199" y="24364"/>
                    </a:cubicBezTo>
                    <a:cubicBezTo>
                      <a:pt x="6857" y="27027"/>
                      <a:pt x="10464" y="28523"/>
                      <a:pt x="14224"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6" name="Freeform: Shape 865">
                <a:extLst>
                  <a:ext uri="{FF2B5EF4-FFF2-40B4-BE49-F238E27FC236}">
                    <a16:creationId xmlns:a16="http://schemas.microsoft.com/office/drawing/2014/main" id="{FAC91DCD-5434-0D9C-11EC-E662C3305CFA}"/>
                  </a:ext>
                </a:extLst>
              </p:cNvPr>
              <p:cNvSpPr/>
              <p:nvPr/>
            </p:nvSpPr>
            <p:spPr>
              <a:xfrm>
                <a:off x="8046422" y="4870743"/>
                <a:ext cx="28356" cy="28397"/>
              </a:xfrm>
              <a:custGeom>
                <a:avLst/>
                <a:gdLst>
                  <a:gd name="connsiteX0" fmla="*/ 14224 w 28356"/>
                  <a:gd name="connsiteY0" fmla="*/ 28522 h 28397"/>
                  <a:gd name="connsiteX1" fmla="*/ 24249 w 28356"/>
                  <a:gd name="connsiteY1" fmla="*/ 24364 h 28397"/>
                  <a:gd name="connsiteX2" fmla="*/ 28402 w 28356"/>
                  <a:gd name="connsiteY2" fmla="*/ 14323 h 28397"/>
                  <a:gd name="connsiteX3" fmla="*/ 24249 w 28356"/>
                  <a:gd name="connsiteY3" fmla="*/ 4283 h 28397"/>
                  <a:gd name="connsiteX4" fmla="*/ 14224 w 28356"/>
                  <a:gd name="connsiteY4" fmla="*/ 124 h 28397"/>
                  <a:gd name="connsiteX5" fmla="*/ 4198 w 28356"/>
                  <a:gd name="connsiteY5" fmla="*/ 4283 h 28397"/>
                  <a:gd name="connsiteX6" fmla="*/ 45 w 28356"/>
                  <a:gd name="connsiteY6" fmla="*/ 14323 h 28397"/>
                  <a:gd name="connsiteX7" fmla="*/ 4198 w 28356"/>
                  <a:gd name="connsiteY7" fmla="*/ 24364 h 28397"/>
                  <a:gd name="connsiteX8" fmla="*/ 1422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22"/>
                    </a:moveTo>
                    <a:cubicBezTo>
                      <a:pt x="17984" y="28522"/>
                      <a:pt x="21590" y="27026"/>
                      <a:pt x="24249" y="24364"/>
                    </a:cubicBezTo>
                    <a:cubicBezTo>
                      <a:pt x="26908" y="21701"/>
                      <a:pt x="28402" y="18089"/>
                      <a:pt x="28402" y="14323"/>
                    </a:cubicBezTo>
                    <a:cubicBezTo>
                      <a:pt x="28402" y="10558"/>
                      <a:pt x="26908" y="6946"/>
                      <a:pt x="24249" y="4283"/>
                    </a:cubicBezTo>
                    <a:cubicBezTo>
                      <a:pt x="21590" y="1620"/>
                      <a:pt x="17984" y="124"/>
                      <a:pt x="14224" y="124"/>
                    </a:cubicBezTo>
                    <a:cubicBezTo>
                      <a:pt x="10463" y="124"/>
                      <a:pt x="6857" y="1620"/>
                      <a:pt x="4198" y="4283"/>
                    </a:cubicBezTo>
                    <a:cubicBezTo>
                      <a:pt x="1539" y="6946"/>
                      <a:pt x="45" y="10558"/>
                      <a:pt x="45" y="14323"/>
                    </a:cubicBezTo>
                    <a:cubicBezTo>
                      <a:pt x="45" y="18089"/>
                      <a:pt x="1539" y="21701"/>
                      <a:pt x="4198" y="24364"/>
                    </a:cubicBezTo>
                    <a:cubicBezTo>
                      <a:pt x="6857" y="27026"/>
                      <a:pt x="10463" y="28522"/>
                      <a:pt x="1422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7" name="Freeform: Shape 866">
                <a:extLst>
                  <a:ext uri="{FF2B5EF4-FFF2-40B4-BE49-F238E27FC236}">
                    <a16:creationId xmlns:a16="http://schemas.microsoft.com/office/drawing/2014/main" id="{140D98D4-34A6-EC03-7F88-E1E8884E7AA0}"/>
                  </a:ext>
                </a:extLst>
              </p:cNvPr>
              <p:cNvSpPr/>
              <p:nvPr/>
            </p:nvSpPr>
            <p:spPr>
              <a:xfrm>
                <a:off x="8038663" y="4871289"/>
                <a:ext cx="28356" cy="28397"/>
              </a:xfrm>
              <a:custGeom>
                <a:avLst/>
                <a:gdLst>
                  <a:gd name="connsiteX0" fmla="*/ 14223 w 28356"/>
                  <a:gd name="connsiteY0" fmla="*/ 28522 h 28397"/>
                  <a:gd name="connsiteX1" fmla="*/ 24249 w 28356"/>
                  <a:gd name="connsiteY1" fmla="*/ 24364 h 28397"/>
                  <a:gd name="connsiteX2" fmla="*/ 28401 w 28356"/>
                  <a:gd name="connsiteY2" fmla="*/ 14323 h 28397"/>
                  <a:gd name="connsiteX3" fmla="*/ 24249 w 28356"/>
                  <a:gd name="connsiteY3" fmla="*/ 4283 h 28397"/>
                  <a:gd name="connsiteX4" fmla="*/ 14223 w 28356"/>
                  <a:gd name="connsiteY4" fmla="*/ 124 h 28397"/>
                  <a:gd name="connsiteX5" fmla="*/ 4197 w 28356"/>
                  <a:gd name="connsiteY5" fmla="*/ 4283 h 28397"/>
                  <a:gd name="connsiteX6" fmla="*/ 45 w 28356"/>
                  <a:gd name="connsiteY6" fmla="*/ 14323 h 28397"/>
                  <a:gd name="connsiteX7" fmla="*/ 4197 w 28356"/>
                  <a:gd name="connsiteY7" fmla="*/ 24364 h 28397"/>
                  <a:gd name="connsiteX8" fmla="*/ 14223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3" y="28522"/>
                    </a:moveTo>
                    <a:cubicBezTo>
                      <a:pt x="17983" y="28522"/>
                      <a:pt x="21590" y="27026"/>
                      <a:pt x="24249" y="24364"/>
                    </a:cubicBezTo>
                    <a:cubicBezTo>
                      <a:pt x="26907" y="21701"/>
                      <a:pt x="28401" y="18089"/>
                      <a:pt x="28401" y="14323"/>
                    </a:cubicBezTo>
                    <a:cubicBezTo>
                      <a:pt x="28401" y="10558"/>
                      <a:pt x="26907" y="6946"/>
                      <a:pt x="24249" y="4283"/>
                    </a:cubicBezTo>
                    <a:cubicBezTo>
                      <a:pt x="21590" y="1621"/>
                      <a:pt x="17983" y="124"/>
                      <a:pt x="14223" y="124"/>
                    </a:cubicBezTo>
                    <a:cubicBezTo>
                      <a:pt x="10463" y="124"/>
                      <a:pt x="6856" y="1621"/>
                      <a:pt x="4197" y="4283"/>
                    </a:cubicBezTo>
                    <a:cubicBezTo>
                      <a:pt x="1539" y="6946"/>
                      <a:pt x="45" y="10558"/>
                      <a:pt x="45" y="14323"/>
                    </a:cubicBezTo>
                    <a:cubicBezTo>
                      <a:pt x="45" y="18089"/>
                      <a:pt x="1539" y="21701"/>
                      <a:pt x="4197" y="24364"/>
                    </a:cubicBezTo>
                    <a:cubicBezTo>
                      <a:pt x="6856" y="27026"/>
                      <a:pt x="10463" y="28522"/>
                      <a:pt x="14223"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8" name="Freeform: Shape 867">
                <a:extLst>
                  <a:ext uri="{FF2B5EF4-FFF2-40B4-BE49-F238E27FC236}">
                    <a16:creationId xmlns:a16="http://schemas.microsoft.com/office/drawing/2014/main" id="{6F37B448-A00E-0E3A-62B7-B3608B7931C3}"/>
                  </a:ext>
                </a:extLst>
              </p:cNvPr>
              <p:cNvSpPr/>
              <p:nvPr/>
            </p:nvSpPr>
            <p:spPr>
              <a:xfrm>
                <a:off x="8030904" y="4892079"/>
                <a:ext cx="28356" cy="28397"/>
              </a:xfrm>
              <a:custGeom>
                <a:avLst/>
                <a:gdLst>
                  <a:gd name="connsiteX0" fmla="*/ 14222 w 28356"/>
                  <a:gd name="connsiteY0" fmla="*/ 28524 h 28397"/>
                  <a:gd name="connsiteX1" fmla="*/ 24248 w 28356"/>
                  <a:gd name="connsiteY1" fmla="*/ 24365 h 28397"/>
                  <a:gd name="connsiteX2" fmla="*/ 28401 w 28356"/>
                  <a:gd name="connsiteY2" fmla="*/ 14325 h 28397"/>
                  <a:gd name="connsiteX3" fmla="*/ 24248 w 28356"/>
                  <a:gd name="connsiteY3" fmla="*/ 4285 h 28397"/>
                  <a:gd name="connsiteX4" fmla="*/ 14222 w 28356"/>
                  <a:gd name="connsiteY4" fmla="*/ 126 h 28397"/>
                  <a:gd name="connsiteX5" fmla="*/ 4197 w 28356"/>
                  <a:gd name="connsiteY5" fmla="*/ 4285 h 28397"/>
                  <a:gd name="connsiteX6" fmla="*/ 44 w 28356"/>
                  <a:gd name="connsiteY6" fmla="*/ 14325 h 28397"/>
                  <a:gd name="connsiteX7" fmla="*/ 4197 w 28356"/>
                  <a:gd name="connsiteY7" fmla="*/ 24365 h 28397"/>
                  <a:gd name="connsiteX8" fmla="*/ 14222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24"/>
                    </a:moveTo>
                    <a:cubicBezTo>
                      <a:pt x="17983" y="28524"/>
                      <a:pt x="21589" y="27028"/>
                      <a:pt x="24248" y="24365"/>
                    </a:cubicBezTo>
                    <a:cubicBezTo>
                      <a:pt x="26907" y="21703"/>
                      <a:pt x="28401" y="18091"/>
                      <a:pt x="28401" y="14325"/>
                    </a:cubicBezTo>
                    <a:cubicBezTo>
                      <a:pt x="28401" y="10559"/>
                      <a:pt x="26907" y="6948"/>
                      <a:pt x="24248" y="4285"/>
                    </a:cubicBezTo>
                    <a:cubicBezTo>
                      <a:pt x="21589" y="1622"/>
                      <a:pt x="17983" y="126"/>
                      <a:pt x="14222" y="126"/>
                    </a:cubicBezTo>
                    <a:cubicBezTo>
                      <a:pt x="10462" y="126"/>
                      <a:pt x="6856" y="1622"/>
                      <a:pt x="4197" y="4285"/>
                    </a:cubicBezTo>
                    <a:cubicBezTo>
                      <a:pt x="1538" y="6948"/>
                      <a:pt x="44" y="10559"/>
                      <a:pt x="44" y="14325"/>
                    </a:cubicBezTo>
                    <a:cubicBezTo>
                      <a:pt x="44" y="18091"/>
                      <a:pt x="1538" y="21703"/>
                      <a:pt x="4197" y="24365"/>
                    </a:cubicBezTo>
                    <a:cubicBezTo>
                      <a:pt x="6856" y="27028"/>
                      <a:pt x="10462" y="28524"/>
                      <a:pt x="14222"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69" name="Freeform: Shape 868">
                <a:extLst>
                  <a:ext uri="{FF2B5EF4-FFF2-40B4-BE49-F238E27FC236}">
                    <a16:creationId xmlns:a16="http://schemas.microsoft.com/office/drawing/2014/main" id="{B1A43AFF-4BA4-2046-1372-79CB73040038}"/>
                  </a:ext>
                </a:extLst>
              </p:cNvPr>
              <p:cNvSpPr/>
              <p:nvPr/>
            </p:nvSpPr>
            <p:spPr>
              <a:xfrm>
                <a:off x="8023146" y="4871822"/>
                <a:ext cx="28356" cy="28397"/>
              </a:xfrm>
              <a:custGeom>
                <a:avLst/>
                <a:gdLst>
                  <a:gd name="connsiteX0" fmla="*/ 14222 w 28356"/>
                  <a:gd name="connsiteY0" fmla="*/ 28522 h 28397"/>
                  <a:gd name="connsiteX1" fmla="*/ 24247 w 28356"/>
                  <a:gd name="connsiteY1" fmla="*/ 24364 h 28397"/>
                  <a:gd name="connsiteX2" fmla="*/ 28400 w 28356"/>
                  <a:gd name="connsiteY2" fmla="*/ 14323 h 28397"/>
                  <a:gd name="connsiteX3" fmla="*/ 24247 w 28356"/>
                  <a:gd name="connsiteY3" fmla="*/ 4283 h 28397"/>
                  <a:gd name="connsiteX4" fmla="*/ 14222 w 28356"/>
                  <a:gd name="connsiteY4" fmla="*/ 125 h 28397"/>
                  <a:gd name="connsiteX5" fmla="*/ 4196 w 28356"/>
                  <a:gd name="connsiteY5" fmla="*/ 4283 h 28397"/>
                  <a:gd name="connsiteX6" fmla="*/ 43 w 28356"/>
                  <a:gd name="connsiteY6" fmla="*/ 14323 h 28397"/>
                  <a:gd name="connsiteX7" fmla="*/ 4196 w 28356"/>
                  <a:gd name="connsiteY7" fmla="*/ 24364 h 28397"/>
                  <a:gd name="connsiteX8" fmla="*/ 1422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22"/>
                    </a:moveTo>
                    <a:cubicBezTo>
                      <a:pt x="17982" y="28522"/>
                      <a:pt x="21589" y="27026"/>
                      <a:pt x="24247" y="24364"/>
                    </a:cubicBezTo>
                    <a:cubicBezTo>
                      <a:pt x="26906" y="21701"/>
                      <a:pt x="28400" y="18089"/>
                      <a:pt x="28400" y="14323"/>
                    </a:cubicBezTo>
                    <a:cubicBezTo>
                      <a:pt x="28400" y="10558"/>
                      <a:pt x="26906" y="6946"/>
                      <a:pt x="24247" y="4283"/>
                    </a:cubicBezTo>
                    <a:cubicBezTo>
                      <a:pt x="21589" y="1621"/>
                      <a:pt x="17982" y="125"/>
                      <a:pt x="14222" y="125"/>
                    </a:cubicBezTo>
                    <a:cubicBezTo>
                      <a:pt x="10462" y="125"/>
                      <a:pt x="6855" y="1621"/>
                      <a:pt x="4196" y="4283"/>
                    </a:cubicBezTo>
                    <a:cubicBezTo>
                      <a:pt x="1537" y="6946"/>
                      <a:pt x="43" y="10558"/>
                      <a:pt x="43" y="14323"/>
                    </a:cubicBezTo>
                    <a:cubicBezTo>
                      <a:pt x="43" y="18089"/>
                      <a:pt x="1537" y="21701"/>
                      <a:pt x="4196" y="24364"/>
                    </a:cubicBezTo>
                    <a:cubicBezTo>
                      <a:pt x="6855" y="27026"/>
                      <a:pt x="10462" y="28522"/>
                      <a:pt x="14222"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0" name="Freeform: Shape 869">
                <a:extLst>
                  <a:ext uri="{FF2B5EF4-FFF2-40B4-BE49-F238E27FC236}">
                    <a16:creationId xmlns:a16="http://schemas.microsoft.com/office/drawing/2014/main" id="{D4237E93-362F-CC41-E97E-39CCD8001CC7}"/>
                  </a:ext>
                </a:extLst>
              </p:cNvPr>
              <p:cNvSpPr/>
              <p:nvPr/>
            </p:nvSpPr>
            <p:spPr>
              <a:xfrm>
                <a:off x="8015389" y="4869181"/>
                <a:ext cx="28356" cy="28397"/>
              </a:xfrm>
              <a:custGeom>
                <a:avLst/>
                <a:gdLst>
                  <a:gd name="connsiteX0" fmla="*/ 14221 w 28356"/>
                  <a:gd name="connsiteY0" fmla="*/ 28522 h 28397"/>
                  <a:gd name="connsiteX1" fmla="*/ 24247 w 28356"/>
                  <a:gd name="connsiteY1" fmla="*/ 24364 h 28397"/>
                  <a:gd name="connsiteX2" fmla="*/ 28399 w 28356"/>
                  <a:gd name="connsiteY2" fmla="*/ 14323 h 28397"/>
                  <a:gd name="connsiteX3" fmla="*/ 24247 w 28356"/>
                  <a:gd name="connsiteY3" fmla="*/ 4283 h 28397"/>
                  <a:gd name="connsiteX4" fmla="*/ 14221 w 28356"/>
                  <a:gd name="connsiteY4" fmla="*/ 124 h 28397"/>
                  <a:gd name="connsiteX5" fmla="*/ 4196 w 28356"/>
                  <a:gd name="connsiteY5" fmla="*/ 4283 h 28397"/>
                  <a:gd name="connsiteX6" fmla="*/ 43 w 28356"/>
                  <a:gd name="connsiteY6" fmla="*/ 14323 h 28397"/>
                  <a:gd name="connsiteX7" fmla="*/ 4196 w 28356"/>
                  <a:gd name="connsiteY7" fmla="*/ 24364 h 28397"/>
                  <a:gd name="connsiteX8" fmla="*/ 1422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22"/>
                    </a:moveTo>
                    <a:cubicBezTo>
                      <a:pt x="17981" y="28522"/>
                      <a:pt x="21588" y="27026"/>
                      <a:pt x="24247" y="24364"/>
                    </a:cubicBezTo>
                    <a:cubicBezTo>
                      <a:pt x="26906" y="21701"/>
                      <a:pt x="28399" y="18089"/>
                      <a:pt x="28399" y="14323"/>
                    </a:cubicBezTo>
                    <a:cubicBezTo>
                      <a:pt x="28399" y="10558"/>
                      <a:pt x="26906" y="6946"/>
                      <a:pt x="24247" y="4283"/>
                    </a:cubicBezTo>
                    <a:cubicBezTo>
                      <a:pt x="21588" y="1620"/>
                      <a:pt x="17981" y="124"/>
                      <a:pt x="14221" y="124"/>
                    </a:cubicBezTo>
                    <a:cubicBezTo>
                      <a:pt x="10461" y="124"/>
                      <a:pt x="6854" y="1620"/>
                      <a:pt x="4196" y="4283"/>
                    </a:cubicBezTo>
                    <a:cubicBezTo>
                      <a:pt x="1537" y="6946"/>
                      <a:pt x="43" y="10558"/>
                      <a:pt x="43" y="14323"/>
                    </a:cubicBezTo>
                    <a:cubicBezTo>
                      <a:pt x="43" y="18089"/>
                      <a:pt x="1537" y="21701"/>
                      <a:pt x="4196" y="24364"/>
                    </a:cubicBezTo>
                    <a:cubicBezTo>
                      <a:pt x="6854" y="27026"/>
                      <a:pt x="10461" y="28522"/>
                      <a:pt x="1422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1" name="Freeform: Shape 870">
                <a:extLst>
                  <a:ext uri="{FF2B5EF4-FFF2-40B4-BE49-F238E27FC236}">
                    <a16:creationId xmlns:a16="http://schemas.microsoft.com/office/drawing/2014/main" id="{279EA8B2-73CC-7778-563E-EE05961318D2}"/>
                  </a:ext>
                </a:extLst>
              </p:cNvPr>
              <p:cNvSpPr/>
              <p:nvPr/>
            </p:nvSpPr>
            <p:spPr>
              <a:xfrm>
                <a:off x="8007630" y="4871009"/>
                <a:ext cx="28356" cy="28397"/>
              </a:xfrm>
              <a:custGeom>
                <a:avLst/>
                <a:gdLst>
                  <a:gd name="connsiteX0" fmla="*/ 14221 w 28356"/>
                  <a:gd name="connsiteY0" fmla="*/ 28522 h 28397"/>
                  <a:gd name="connsiteX1" fmla="*/ 24246 w 28356"/>
                  <a:gd name="connsiteY1" fmla="*/ 24364 h 28397"/>
                  <a:gd name="connsiteX2" fmla="*/ 28399 w 28356"/>
                  <a:gd name="connsiteY2" fmla="*/ 14323 h 28397"/>
                  <a:gd name="connsiteX3" fmla="*/ 24246 w 28356"/>
                  <a:gd name="connsiteY3" fmla="*/ 4283 h 28397"/>
                  <a:gd name="connsiteX4" fmla="*/ 14221 w 28356"/>
                  <a:gd name="connsiteY4" fmla="*/ 124 h 28397"/>
                  <a:gd name="connsiteX5" fmla="*/ 4195 w 28356"/>
                  <a:gd name="connsiteY5" fmla="*/ 4283 h 28397"/>
                  <a:gd name="connsiteX6" fmla="*/ 42 w 28356"/>
                  <a:gd name="connsiteY6" fmla="*/ 14323 h 28397"/>
                  <a:gd name="connsiteX7" fmla="*/ 4195 w 28356"/>
                  <a:gd name="connsiteY7" fmla="*/ 24364 h 28397"/>
                  <a:gd name="connsiteX8" fmla="*/ 14221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22"/>
                    </a:moveTo>
                    <a:cubicBezTo>
                      <a:pt x="17981" y="28522"/>
                      <a:pt x="21587" y="27026"/>
                      <a:pt x="24246" y="24364"/>
                    </a:cubicBezTo>
                    <a:cubicBezTo>
                      <a:pt x="26905" y="21701"/>
                      <a:pt x="28399" y="18089"/>
                      <a:pt x="28399" y="14323"/>
                    </a:cubicBezTo>
                    <a:cubicBezTo>
                      <a:pt x="28399" y="10558"/>
                      <a:pt x="26905" y="6946"/>
                      <a:pt x="24246" y="4283"/>
                    </a:cubicBezTo>
                    <a:cubicBezTo>
                      <a:pt x="21587" y="1621"/>
                      <a:pt x="17981" y="124"/>
                      <a:pt x="14221" y="124"/>
                    </a:cubicBezTo>
                    <a:cubicBezTo>
                      <a:pt x="10460" y="124"/>
                      <a:pt x="6854" y="1621"/>
                      <a:pt x="4195" y="4283"/>
                    </a:cubicBezTo>
                    <a:cubicBezTo>
                      <a:pt x="1536" y="6946"/>
                      <a:pt x="42" y="10558"/>
                      <a:pt x="42" y="14323"/>
                    </a:cubicBezTo>
                    <a:cubicBezTo>
                      <a:pt x="42" y="18089"/>
                      <a:pt x="1536" y="21701"/>
                      <a:pt x="4195" y="24364"/>
                    </a:cubicBezTo>
                    <a:cubicBezTo>
                      <a:pt x="6854" y="27026"/>
                      <a:pt x="10460" y="28522"/>
                      <a:pt x="14221"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2" name="Freeform: Shape 871">
                <a:extLst>
                  <a:ext uri="{FF2B5EF4-FFF2-40B4-BE49-F238E27FC236}">
                    <a16:creationId xmlns:a16="http://schemas.microsoft.com/office/drawing/2014/main" id="{E12C3A6A-FBC7-0977-254D-25B591BFB40A}"/>
                  </a:ext>
                </a:extLst>
              </p:cNvPr>
              <p:cNvSpPr/>
              <p:nvPr/>
            </p:nvSpPr>
            <p:spPr>
              <a:xfrm>
                <a:off x="7999871" y="4868571"/>
                <a:ext cx="28356" cy="28397"/>
              </a:xfrm>
              <a:custGeom>
                <a:avLst/>
                <a:gdLst>
                  <a:gd name="connsiteX0" fmla="*/ 14220 w 28356"/>
                  <a:gd name="connsiteY0" fmla="*/ 28522 h 28397"/>
                  <a:gd name="connsiteX1" fmla="*/ 24246 w 28356"/>
                  <a:gd name="connsiteY1" fmla="*/ 24363 h 28397"/>
                  <a:gd name="connsiteX2" fmla="*/ 28398 w 28356"/>
                  <a:gd name="connsiteY2" fmla="*/ 14323 h 28397"/>
                  <a:gd name="connsiteX3" fmla="*/ 24246 w 28356"/>
                  <a:gd name="connsiteY3" fmla="*/ 4283 h 28397"/>
                  <a:gd name="connsiteX4" fmla="*/ 14220 w 28356"/>
                  <a:gd name="connsiteY4" fmla="*/ 124 h 28397"/>
                  <a:gd name="connsiteX5" fmla="*/ 4194 w 28356"/>
                  <a:gd name="connsiteY5" fmla="*/ 4283 h 28397"/>
                  <a:gd name="connsiteX6" fmla="*/ 42 w 28356"/>
                  <a:gd name="connsiteY6" fmla="*/ 14323 h 28397"/>
                  <a:gd name="connsiteX7" fmla="*/ 4194 w 28356"/>
                  <a:gd name="connsiteY7" fmla="*/ 24363 h 28397"/>
                  <a:gd name="connsiteX8" fmla="*/ 14220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0" y="28522"/>
                    </a:moveTo>
                    <a:cubicBezTo>
                      <a:pt x="17980" y="28522"/>
                      <a:pt x="21587" y="27026"/>
                      <a:pt x="24246" y="24363"/>
                    </a:cubicBezTo>
                    <a:cubicBezTo>
                      <a:pt x="26904" y="21701"/>
                      <a:pt x="28398" y="18089"/>
                      <a:pt x="28398" y="14323"/>
                    </a:cubicBezTo>
                    <a:cubicBezTo>
                      <a:pt x="28398" y="10558"/>
                      <a:pt x="26904" y="6946"/>
                      <a:pt x="24246" y="4283"/>
                    </a:cubicBezTo>
                    <a:cubicBezTo>
                      <a:pt x="21587" y="1620"/>
                      <a:pt x="17980" y="124"/>
                      <a:pt x="14220" y="124"/>
                    </a:cubicBezTo>
                    <a:cubicBezTo>
                      <a:pt x="10460" y="124"/>
                      <a:pt x="6853" y="1620"/>
                      <a:pt x="4194" y="4283"/>
                    </a:cubicBezTo>
                    <a:cubicBezTo>
                      <a:pt x="1535" y="6946"/>
                      <a:pt x="42" y="10558"/>
                      <a:pt x="42" y="14323"/>
                    </a:cubicBezTo>
                    <a:cubicBezTo>
                      <a:pt x="42" y="18089"/>
                      <a:pt x="1535" y="21701"/>
                      <a:pt x="4194" y="24363"/>
                    </a:cubicBezTo>
                    <a:cubicBezTo>
                      <a:pt x="6853" y="27026"/>
                      <a:pt x="10460" y="28522"/>
                      <a:pt x="14220"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3" name="Freeform: Shape 872">
                <a:extLst>
                  <a:ext uri="{FF2B5EF4-FFF2-40B4-BE49-F238E27FC236}">
                    <a16:creationId xmlns:a16="http://schemas.microsoft.com/office/drawing/2014/main" id="{545DE8EA-30FB-D153-B674-E84B357485FA}"/>
                  </a:ext>
                </a:extLst>
              </p:cNvPr>
              <p:cNvSpPr/>
              <p:nvPr/>
            </p:nvSpPr>
            <p:spPr>
              <a:xfrm>
                <a:off x="7992113" y="4903217"/>
                <a:ext cx="28356" cy="28397"/>
              </a:xfrm>
              <a:custGeom>
                <a:avLst/>
                <a:gdLst>
                  <a:gd name="connsiteX0" fmla="*/ 14219 w 28356"/>
                  <a:gd name="connsiteY0" fmla="*/ 28525 h 28397"/>
                  <a:gd name="connsiteX1" fmla="*/ 24245 w 28356"/>
                  <a:gd name="connsiteY1" fmla="*/ 24366 h 28397"/>
                  <a:gd name="connsiteX2" fmla="*/ 28398 w 28356"/>
                  <a:gd name="connsiteY2" fmla="*/ 14326 h 28397"/>
                  <a:gd name="connsiteX3" fmla="*/ 24245 w 28356"/>
                  <a:gd name="connsiteY3" fmla="*/ 4286 h 28397"/>
                  <a:gd name="connsiteX4" fmla="*/ 14219 w 28356"/>
                  <a:gd name="connsiteY4" fmla="*/ 127 h 28397"/>
                  <a:gd name="connsiteX5" fmla="*/ 4194 w 28356"/>
                  <a:gd name="connsiteY5" fmla="*/ 4286 h 28397"/>
                  <a:gd name="connsiteX6" fmla="*/ 41 w 28356"/>
                  <a:gd name="connsiteY6" fmla="*/ 14326 h 28397"/>
                  <a:gd name="connsiteX7" fmla="*/ 4194 w 28356"/>
                  <a:gd name="connsiteY7" fmla="*/ 24366 h 28397"/>
                  <a:gd name="connsiteX8" fmla="*/ 14219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25"/>
                    </a:moveTo>
                    <a:cubicBezTo>
                      <a:pt x="17979" y="28525"/>
                      <a:pt x="21586" y="27029"/>
                      <a:pt x="24245" y="24366"/>
                    </a:cubicBezTo>
                    <a:cubicBezTo>
                      <a:pt x="26904" y="21704"/>
                      <a:pt x="28398" y="18092"/>
                      <a:pt x="28398" y="14326"/>
                    </a:cubicBezTo>
                    <a:cubicBezTo>
                      <a:pt x="28398" y="10560"/>
                      <a:pt x="26904" y="6948"/>
                      <a:pt x="24245" y="4286"/>
                    </a:cubicBezTo>
                    <a:cubicBezTo>
                      <a:pt x="21586" y="1623"/>
                      <a:pt x="17979" y="127"/>
                      <a:pt x="14219" y="127"/>
                    </a:cubicBezTo>
                    <a:cubicBezTo>
                      <a:pt x="10459" y="127"/>
                      <a:pt x="6852" y="1623"/>
                      <a:pt x="4194" y="4286"/>
                    </a:cubicBezTo>
                    <a:cubicBezTo>
                      <a:pt x="1535" y="6948"/>
                      <a:pt x="41" y="10560"/>
                      <a:pt x="41" y="14326"/>
                    </a:cubicBezTo>
                    <a:cubicBezTo>
                      <a:pt x="41" y="18092"/>
                      <a:pt x="1535" y="21704"/>
                      <a:pt x="4194" y="24366"/>
                    </a:cubicBezTo>
                    <a:cubicBezTo>
                      <a:pt x="6852" y="27029"/>
                      <a:pt x="10459" y="28525"/>
                      <a:pt x="14219" y="28525"/>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4" name="Freeform: Shape 873">
                <a:extLst>
                  <a:ext uri="{FF2B5EF4-FFF2-40B4-BE49-F238E27FC236}">
                    <a16:creationId xmlns:a16="http://schemas.microsoft.com/office/drawing/2014/main" id="{EBCB1417-E325-541E-28BA-1DFAA6D34A59}"/>
                  </a:ext>
                </a:extLst>
              </p:cNvPr>
              <p:cNvSpPr/>
              <p:nvPr/>
            </p:nvSpPr>
            <p:spPr>
              <a:xfrm>
                <a:off x="7984354" y="4875594"/>
                <a:ext cx="28356" cy="28397"/>
              </a:xfrm>
              <a:custGeom>
                <a:avLst/>
                <a:gdLst>
                  <a:gd name="connsiteX0" fmla="*/ 14219 w 28356"/>
                  <a:gd name="connsiteY0" fmla="*/ 28523 h 28397"/>
                  <a:gd name="connsiteX1" fmla="*/ 24244 w 28356"/>
                  <a:gd name="connsiteY1" fmla="*/ 24364 h 28397"/>
                  <a:gd name="connsiteX2" fmla="*/ 28397 w 28356"/>
                  <a:gd name="connsiteY2" fmla="*/ 14324 h 28397"/>
                  <a:gd name="connsiteX3" fmla="*/ 24244 w 28356"/>
                  <a:gd name="connsiteY3" fmla="*/ 4284 h 28397"/>
                  <a:gd name="connsiteX4" fmla="*/ 14219 w 28356"/>
                  <a:gd name="connsiteY4" fmla="*/ 125 h 28397"/>
                  <a:gd name="connsiteX5" fmla="*/ 4193 w 28356"/>
                  <a:gd name="connsiteY5" fmla="*/ 4284 h 28397"/>
                  <a:gd name="connsiteX6" fmla="*/ 40 w 28356"/>
                  <a:gd name="connsiteY6" fmla="*/ 14324 h 28397"/>
                  <a:gd name="connsiteX7" fmla="*/ 4193 w 28356"/>
                  <a:gd name="connsiteY7" fmla="*/ 24364 h 28397"/>
                  <a:gd name="connsiteX8" fmla="*/ 1421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23"/>
                    </a:moveTo>
                    <a:cubicBezTo>
                      <a:pt x="17979" y="28523"/>
                      <a:pt x="21586" y="27027"/>
                      <a:pt x="24244" y="24364"/>
                    </a:cubicBezTo>
                    <a:cubicBezTo>
                      <a:pt x="26903" y="21701"/>
                      <a:pt x="28397" y="18089"/>
                      <a:pt x="28397" y="14324"/>
                    </a:cubicBezTo>
                    <a:cubicBezTo>
                      <a:pt x="28397" y="10558"/>
                      <a:pt x="26903" y="6946"/>
                      <a:pt x="24244" y="4284"/>
                    </a:cubicBezTo>
                    <a:cubicBezTo>
                      <a:pt x="21586" y="1621"/>
                      <a:pt x="17979" y="125"/>
                      <a:pt x="14219" y="125"/>
                    </a:cubicBezTo>
                    <a:cubicBezTo>
                      <a:pt x="10459" y="125"/>
                      <a:pt x="6852" y="1621"/>
                      <a:pt x="4193" y="4284"/>
                    </a:cubicBezTo>
                    <a:cubicBezTo>
                      <a:pt x="1534" y="6946"/>
                      <a:pt x="40" y="10558"/>
                      <a:pt x="40" y="14324"/>
                    </a:cubicBezTo>
                    <a:cubicBezTo>
                      <a:pt x="40" y="18089"/>
                      <a:pt x="1534" y="21701"/>
                      <a:pt x="4193" y="24364"/>
                    </a:cubicBezTo>
                    <a:cubicBezTo>
                      <a:pt x="6852" y="27027"/>
                      <a:pt x="10459" y="28523"/>
                      <a:pt x="14219"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5" name="Freeform: Shape 874">
                <a:extLst>
                  <a:ext uri="{FF2B5EF4-FFF2-40B4-BE49-F238E27FC236}">
                    <a16:creationId xmlns:a16="http://schemas.microsoft.com/office/drawing/2014/main" id="{6C51E5B5-5A43-B15D-B0AD-FF83244C2DF7}"/>
                  </a:ext>
                </a:extLst>
              </p:cNvPr>
              <p:cNvSpPr/>
              <p:nvPr/>
            </p:nvSpPr>
            <p:spPr>
              <a:xfrm>
                <a:off x="7976596" y="4879112"/>
                <a:ext cx="28356" cy="28397"/>
              </a:xfrm>
              <a:custGeom>
                <a:avLst/>
                <a:gdLst>
                  <a:gd name="connsiteX0" fmla="*/ 14218 w 28356"/>
                  <a:gd name="connsiteY0" fmla="*/ 28523 h 28397"/>
                  <a:gd name="connsiteX1" fmla="*/ 24244 w 28356"/>
                  <a:gd name="connsiteY1" fmla="*/ 24364 h 28397"/>
                  <a:gd name="connsiteX2" fmla="*/ 28396 w 28356"/>
                  <a:gd name="connsiteY2" fmla="*/ 14324 h 28397"/>
                  <a:gd name="connsiteX3" fmla="*/ 24244 w 28356"/>
                  <a:gd name="connsiteY3" fmla="*/ 4284 h 28397"/>
                  <a:gd name="connsiteX4" fmla="*/ 14218 w 28356"/>
                  <a:gd name="connsiteY4" fmla="*/ 125 h 28397"/>
                  <a:gd name="connsiteX5" fmla="*/ 4192 w 28356"/>
                  <a:gd name="connsiteY5" fmla="*/ 4284 h 28397"/>
                  <a:gd name="connsiteX6" fmla="*/ 40 w 28356"/>
                  <a:gd name="connsiteY6" fmla="*/ 14324 h 28397"/>
                  <a:gd name="connsiteX7" fmla="*/ 4192 w 28356"/>
                  <a:gd name="connsiteY7" fmla="*/ 24364 h 28397"/>
                  <a:gd name="connsiteX8" fmla="*/ 14218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8" y="28523"/>
                    </a:moveTo>
                    <a:cubicBezTo>
                      <a:pt x="17978" y="28523"/>
                      <a:pt x="21585" y="27027"/>
                      <a:pt x="24244" y="24364"/>
                    </a:cubicBezTo>
                    <a:cubicBezTo>
                      <a:pt x="26903" y="21702"/>
                      <a:pt x="28396" y="18090"/>
                      <a:pt x="28396" y="14324"/>
                    </a:cubicBezTo>
                    <a:cubicBezTo>
                      <a:pt x="28396" y="10558"/>
                      <a:pt x="26903" y="6947"/>
                      <a:pt x="24244" y="4284"/>
                    </a:cubicBezTo>
                    <a:cubicBezTo>
                      <a:pt x="21585" y="1621"/>
                      <a:pt x="17978" y="125"/>
                      <a:pt x="14218" y="125"/>
                    </a:cubicBezTo>
                    <a:cubicBezTo>
                      <a:pt x="10458" y="125"/>
                      <a:pt x="6851" y="1621"/>
                      <a:pt x="4192" y="4284"/>
                    </a:cubicBezTo>
                    <a:cubicBezTo>
                      <a:pt x="1534" y="6947"/>
                      <a:pt x="40" y="10558"/>
                      <a:pt x="40" y="14324"/>
                    </a:cubicBezTo>
                    <a:cubicBezTo>
                      <a:pt x="40" y="18090"/>
                      <a:pt x="1534" y="21702"/>
                      <a:pt x="4192" y="24364"/>
                    </a:cubicBezTo>
                    <a:cubicBezTo>
                      <a:pt x="6851" y="27027"/>
                      <a:pt x="10458" y="28523"/>
                      <a:pt x="14218"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6" name="Freeform: Shape 875">
                <a:extLst>
                  <a:ext uri="{FF2B5EF4-FFF2-40B4-BE49-F238E27FC236}">
                    <a16:creationId xmlns:a16="http://schemas.microsoft.com/office/drawing/2014/main" id="{4C3D6AE8-9168-D3E1-6E90-820FB81B9425}"/>
                  </a:ext>
                </a:extLst>
              </p:cNvPr>
              <p:cNvSpPr/>
              <p:nvPr/>
            </p:nvSpPr>
            <p:spPr>
              <a:xfrm>
                <a:off x="7968837" y="4870781"/>
                <a:ext cx="28356" cy="28397"/>
              </a:xfrm>
              <a:custGeom>
                <a:avLst/>
                <a:gdLst>
                  <a:gd name="connsiteX0" fmla="*/ 14217 w 28356"/>
                  <a:gd name="connsiteY0" fmla="*/ 28522 h 28397"/>
                  <a:gd name="connsiteX1" fmla="*/ 24243 w 28356"/>
                  <a:gd name="connsiteY1" fmla="*/ 24364 h 28397"/>
                  <a:gd name="connsiteX2" fmla="*/ 28396 w 28356"/>
                  <a:gd name="connsiteY2" fmla="*/ 14323 h 28397"/>
                  <a:gd name="connsiteX3" fmla="*/ 24243 w 28356"/>
                  <a:gd name="connsiteY3" fmla="*/ 4283 h 28397"/>
                  <a:gd name="connsiteX4" fmla="*/ 14217 w 28356"/>
                  <a:gd name="connsiteY4" fmla="*/ 124 h 28397"/>
                  <a:gd name="connsiteX5" fmla="*/ 4192 w 28356"/>
                  <a:gd name="connsiteY5" fmla="*/ 4283 h 28397"/>
                  <a:gd name="connsiteX6" fmla="*/ 39 w 28356"/>
                  <a:gd name="connsiteY6" fmla="*/ 14323 h 28397"/>
                  <a:gd name="connsiteX7" fmla="*/ 4192 w 28356"/>
                  <a:gd name="connsiteY7" fmla="*/ 24364 h 28397"/>
                  <a:gd name="connsiteX8" fmla="*/ 1421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22"/>
                    </a:moveTo>
                    <a:cubicBezTo>
                      <a:pt x="17978" y="28522"/>
                      <a:pt x="21584" y="27026"/>
                      <a:pt x="24243" y="24364"/>
                    </a:cubicBezTo>
                    <a:cubicBezTo>
                      <a:pt x="26902" y="21701"/>
                      <a:pt x="28396" y="18089"/>
                      <a:pt x="28396" y="14323"/>
                    </a:cubicBezTo>
                    <a:cubicBezTo>
                      <a:pt x="28396" y="10558"/>
                      <a:pt x="26902" y="6946"/>
                      <a:pt x="24243" y="4283"/>
                    </a:cubicBezTo>
                    <a:cubicBezTo>
                      <a:pt x="21584" y="1620"/>
                      <a:pt x="17978" y="124"/>
                      <a:pt x="14217" y="124"/>
                    </a:cubicBezTo>
                    <a:cubicBezTo>
                      <a:pt x="10457" y="124"/>
                      <a:pt x="6851" y="1620"/>
                      <a:pt x="4192" y="4283"/>
                    </a:cubicBezTo>
                    <a:cubicBezTo>
                      <a:pt x="1533" y="6946"/>
                      <a:pt x="39" y="10558"/>
                      <a:pt x="39" y="14323"/>
                    </a:cubicBezTo>
                    <a:cubicBezTo>
                      <a:pt x="39" y="18089"/>
                      <a:pt x="1533" y="21701"/>
                      <a:pt x="4192" y="24364"/>
                    </a:cubicBezTo>
                    <a:cubicBezTo>
                      <a:pt x="6851" y="27026"/>
                      <a:pt x="10457" y="28522"/>
                      <a:pt x="14217"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7" name="Freeform: Shape 876">
                <a:extLst>
                  <a:ext uri="{FF2B5EF4-FFF2-40B4-BE49-F238E27FC236}">
                    <a16:creationId xmlns:a16="http://schemas.microsoft.com/office/drawing/2014/main" id="{CE1827C0-374D-6446-AEF3-0732229CD9D4}"/>
                  </a:ext>
                </a:extLst>
              </p:cNvPr>
              <p:cNvSpPr/>
              <p:nvPr/>
            </p:nvSpPr>
            <p:spPr>
              <a:xfrm>
                <a:off x="7961079" y="4884548"/>
                <a:ext cx="28356" cy="28397"/>
              </a:xfrm>
              <a:custGeom>
                <a:avLst/>
                <a:gdLst>
                  <a:gd name="connsiteX0" fmla="*/ 14217 w 28356"/>
                  <a:gd name="connsiteY0" fmla="*/ 28523 h 28397"/>
                  <a:gd name="connsiteX1" fmla="*/ 24242 w 28356"/>
                  <a:gd name="connsiteY1" fmla="*/ 24365 h 28397"/>
                  <a:gd name="connsiteX2" fmla="*/ 28395 w 28356"/>
                  <a:gd name="connsiteY2" fmla="*/ 14325 h 28397"/>
                  <a:gd name="connsiteX3" fmla="*/ 24242 w 28356"/>
                  <a:gd name="connsiteY3" fmla="*/ 4284 h 28397"/>
                  <a:gd name="connsiteX4" fmla="*/ 14217 w 28356"/>
                  <a:gd name="connsiteY4" fmla="*/ 126 h 28397"/>
                  <a:gd name="connsiteX5" fmla="*/ 4191 w 28356"/>
                  <a:gd name="connsiteY5" fmla="*/ 4284 h 28397"/>
                  <a:gd name="connsiteX6" fmla="*/ 39 w 28356"/>
                  <a:gd name="connsiteY6" fmla="*/ 14325 h 28397"/>
                  <a:gd name="connsiteX7" fmla="*/ 4191 w 28356"/>
                  <a:gd name="connsiteY7" fmla="*/ 24365 h 28397"/>
                  <a:gd name="connsiteX8" fmla="*/ 1421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23"/>
                    </a:moveTo>
                    <a:cubicBezTo>
                      <a:pt x="17977" y="28523"/>
                      <a:pt x="21584" y="27027"/>
                      <a:pt x="24242" y="24365"/>
                    </a:cubicBezTo>
                    <a:cubicBezTo>
                      <a:pt x="26901" y="21702"/>
                      <a:pt x="28395" y="18090"/>
                      <a:pt x="28395" y="14325"/>
                    </a:cubicBezTo>
                    <a:cubicBezTo>
                      <a:pt x="28395" y="10559"/>
                      <a:pt x="26901" y="6947"/>
                      <a:pt x="24242" y="4284"/>
                    </a:cubicBezTo>
                    <a:cubicBezTo>
                      <a:pt x="21584" y="1622"/>
                      <a:pt x="17977" y="126"/>
                      <a:pt x="14217" y="126"/>
                    </a:cubicBezTo>
                    <a:cubicBezTo>
                      <a:pt x="10457" y="126"/>
                      <a:pt x="6850" y="1622"/>
                      <a:pt x="4191" y="4284"/>
                    </a:cubicBezTo>
                    <a:cubicBezTo>
                      <a:pt x="1532" y="6947"/>
                      <a:pt x="39" y="10559"/>
                      <a:pt x="39" y="14325"/>
                    </a:cubicBezTo>
                    <a:cubicBezTo>
                      <a:pt x="39" y="18090"/>
                      <a:pt x="1532" y="21702"/>
                      <a:pt x="4191" y="24365"/>
                    </a:cubicBezTo>
                    <a:cubicBezTo>
                      <a:pt x="6850" y="27027"/>
                      <a:pt x="10457" y="28523"/>
                      <a:pt x="14217"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8" name="Freeform: Shape 877">
                <a:extLst>
                  <a:ext uri="{FF2B5EF4-FFF2-40B4-BE49-F238E27FC236}">
                    <a16:creationId xmlns:a16="http://schemas.microsoft.com/office/drawing/2014/main" id="{7FB9E054-94CC-FCC7-3AD8-A68873B0CF6D}"/>
                  </a:ext>
                </a:extLst>
              </p:cNvPr>
              <p:cNvSpPr/>
              <p:nvPr/>
            </p:nvSpPr>
            <p:spPr>
              <a:xfrm>
                <a:off x="7953321" y="4874159"/>
                <a:ext cx="28356" cy="28397"/>
              </a:xfrm>
              <a:custGeom>
                <a:avLst/>
                <a:gdLst>
                  <a:gd name="connsiteX0" fmla="*/ 14216 w 28356"/>
                  <a:gd name="connsiteY0" fmla="*/ 28523 h 28397"/>
                  <a:gd name="connsiteX1" fmla="*/ 24242 w 28356"/>
                  <a:gd name="connsiteY1" fmla="*/ 24364 h 28397"/>
                  <a:gd name="connsiteX2" fmla="*/ 28395 w 28356"/>
                  <a:gd name="connsiteY2" fmla="*/ 14324 h 28397"/>
                  <a:gd name="connsiteX3" fmla="*/ 24242 w 28356"/>
                  <a:gd name="connsiteY3" fmla="*/ 4283 h 28397"/>
                  <a:gd name="connsiteX4" fmla="*/ 14216 w 28356"/>
                  <a:gd name="connsiteY4" fmla="*/ 125 h 28397"/>
                  <a:gd name="connsiteX5" fmla="*/ 4191 w 28356"/>
                  <a:gd name="connsiteY5" fmla="*/ 4283 h 28397"/>
                  <a:gd name="connsiteX6" fmla="*/ 38 w 28356"/>
                  <a:gd name="connsiteY6" fmla="*/ 14324 h 28397"/>
                  <a:gd name="connsiteX7" fmla="*/ 4191 w 28356"/>
                  <a:gd name="connsiteY7" fmla="*/ 24364 h 28397"/>
                  <a:gd name="connsiteX8" fmla="*/ 1421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23"/>
                    </a:moveTo>
                    <a:cubicBezTo>
                      <a:pt x="17976" y="28523"/>
                      <a:pt x="21583" y="27027"/>
                      <a:pt x="24242" y="24364"/>
                    </a:cubicBezTo>
                    <a:cubicBezTo>
                      <a:pt x="26901" y="21701"/>
                      <a:pt x="28395" y="18089"/>
                      <a:pt x="28395" y="14324"/>
                    </a:cubicBezTo>
                    <a:cubicBezTo>
                      <a:pt x="28395" y="10558"/>
                      <a:pt x="26901" y="6946"/>
                      <a:pt x="24242" y="4283"/>
                    </a:cubicBezTo>
                    <a:cubicBezTo>
                      <a:pt x="21583" y="1621"/>
                      <a:pt x="17976" y="125"/>
                      <a:pt x="14216" y="125"/>
                    </a:cubicBezTo>
                    <a:cubicBezTo>
                      <a:pt x="10456" y="125"/>
                      <a:pt x="6849" y="1621"/>
                      <a:pt x="4191" y="4283"/>
                    </a:cubicBezTo>
                    <a:cubicBezTo>
                      <a:pt x="1532" y="6946"/>
                      <a:pt x="38" y="10558"/>
                      <a:pt x="38" y="14324"/>
                    </a:cubicBezTo>
                    <a:cubicBezTo>
                      <a:pt x="38" y="18089"/>
                      <a:pt x="1532" y="21701"/>
                      <a:pt x="4191" y="24364"/>
                    </a:cubicBezTo>
                    <a:cubicBezTo>
                      <a:pt x="6849" y="27027"/>
                      <a:pt x="10456" y="28523"/>
                      <a:pt x="1421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79" name="Freeform: Shape 878">
                <a:extLst>
                  <a:ext uri="{FF2B5EF4-FFF2-40B4-BE49-F238E27FC236}">
                    <a16:creationId xmlns:a16="http://schemas.microsoft.com/office/drawing/2014/main" id="{FA2AACE2-8FE2-F43E-088A-2596A903CE4E}"/>
                  </a:ext>
                </a:extLst>
              </p:cNvPr>
              <p:cNvSpPr/>
              <p:nvPr/>
            </p:nvSpPr>
            <p:spPr>
              <a:xfrm>
                <a:off x="7945563" y="4880699"/>
                <a:ext cx="28356" cy="28397"/>
              </a:xfrm>
              <a:custGeom>
                <a:avLst/>
                <a:gdLst>
                  <a:gd name="connsiteX0" fmla="*/ 14216 w 28356"/>
                  <a:gd name="connsiteY0" fmla="*/ 28523 h 28397"/>
                  <a:gd name="connsiteX1" fmla="*/ 24241 w 28356"/>
                  <a:gd name="connsiteY1" fmla="*/ 24364 h 28397"/>
                  <a:gd name="connsiteX2" fmla="*/ 28394 w 28356"/>
                  <a:gd name="connsiteY2" fmla="*/ 14324 h 28397"/>
                  <a:gd name="connsiteX3" fmla="*/ 24241 w 28356"/>
                  <a:gd name="connsiteY3" fmla="*/ 4284 h 28397"/>
                  <a:gd name="connsiteX4" fmla="*/ 14216 w 28356"/>
                  <a:gd name="connsiteY4" fmla="*/ 125 h 28397"/>
                  <a:gd name="connsiteX5" fmla="*/ 4190 w 28356"/>
                  <a:gd name="connsiteY5" fmla="*/ 4284 h 28397"/>
                  <a:gd name="connsiteX6" fmla="*/ 37 w 28356"/>
                  <a:gd name="connsiteY6" fmla="*/ 14324 h 28397"/>
                  <a:gd name="connsiteX7" fmla="*/ 4190 w 28356"/>
                  <a:gd name="connsiteY7" fmla="*/ 24364 h 28397"/>
                  <a:gd name="connsiteX8" fmla="*/ 14216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23"/>
                    </a:moveTo>
                    <a:cubicBezTo>
                      <a:pt x="17976" y="28523"/>
                      <a:pt x="21582" y="27027"/>
                      <a:pt x="24241" y="24364"/>
                    </a:cubicBezTo>
                    <a:cubicBezTo>
                      <a:pt x="26900" y="21702"/>
                      <a:pt x="28394" y="18090"/>
                      <a:pt x="28394" y="14324"/>
                    </a:cubicBezTo>
                    <a:cubicBezTo>
                      <a:pt x="28394" y="10559"/>
                      <a:pt x="26900" y="6947"/>
                      <a:pt x="24241" y="4284"/>
                    </a:cubicBezTo>
                    <a:cubicBezTo>
                      <a:pt x="21582" y="1621"/>
                      <a:pt x="17976" y="125"/>
                      <a:pt x="14216" y="125"/>
                    </a:cubicBezTo>
                    <a:cubicBezTo>
                      <a:pt x="10455" y="125"/>
                      <a:pt x="6849" y="1621"/>
                      <a:pt x="4190" y="4284"/>
                    </a:cubicBezTo>
                    <a:cubicBezTo>
                      <a:pt x="1531" y="6947"/>
                      <a:pt x="37" y="10559"/>
                      <a:pt x="37" y="14324"/>
                    </a:cubicBezTo>
                    <a:cubicBezTo>
                      <a:pt x="37" y="18090"/>
                      <a:pt x="1531" y="21702"/>
                      <a:pt x="4190" y="24364"/>
                    </a:cubicBezTo>
                    <a:cubicBezTo>
                      <a:pt x="6849" y="27027"/>
                      <a:pt x="10455" y="28523"/>
                      <a:pt x="14216"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0" name="Freeform: Shape 879">
                <a:extLst>
                  <a:ext uri="{FF2B5EF4-FFF2-40B4-BE49-F238E27FC236}">
                    <a16:creationId xmlns:a16="http://schemas.microsoft.com/office/drawing/2014/main" id="{21190C08-61D1-733C-25A8-4304CB0B924B}"/>
                  </a:ext>
                </a:extLst>
              </p:cNvPr>
              <p:cNvSpPr/>
              <p:nvPr/>
            </p:nvSpPr>
            <p:spPr>
              <a:xfrm>
                <a:off x="7937804" y="4897425"/>
                <a:ext cx="28356" cy="28397"/>
              </a:xfrm>
              <a:custGeom>
                <a:avLst/>
                <a:gdLst>
                  <a:gd name="connsiteX0" fmla="*/ 14215 w 28356"/>
                  <a:gd name="connsiteY0" fmla="*/ 28524 h 28397"/>
                  <a:gd name="connsiteX1" fmla="*/ 24241 w 28356"/>
                  <a:gd name="connsiteY1" fmla="*/ 24366 h 28397"/>
                  <a:gd name="connsiteX2" fmla="*/ 28393 w 28356"/>
                  <a:gd name="connsiteY2" fmla="*/ 14326 h 28397"/>
                  <a:gd name="connsiteX3" fmla="*/ 24241 w 28356"/>
                  <a:gd name="connsiteY3" fmla="*/ 4285 h 28397"/>
                  <a:gd name="connsiteX4" fmla="*/ 14215 w 28356"/>
                  <a:gd name="connsiteY4" fmla="*/ 127 h 28397"/>
                  <a:gd name="connsiteX5" fmla="*/ 4189 w 28356"/>
                  <a:gd name="connsiteY5" fmla="*/ 4285 h 28397"/>
                  <a:gd name="connsiteX6" fmla="*/ 37 w 28356"/>
                  <a:gd name="connsiteY6" fmla="*/ 14326 h 28397"/>
                  <a:gd name="connsiteX7" fmla="*/ 4189 w 28356"/>
                  <a:gd name="connsiteY7" fmla="*/ 24366 h 28397"/>
                  <a:gd name="connsiteX8" fmla="*/ 14215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5" y="28524"/>
                    </a:moveTo>
                    <a:cubicBezTo>
                      <a:pt x="17975" y="28524"/>
                      <a:pt x="21582" y="27028"/>
                      <a:pt x="24241" y="24366"/>
                    </a:cubicBezTo>
                    <a:cubicBezTo>
                      <a:pt x="26899" y="21703"/>
                      <a:pt x="28393" y="18091"/>
                      <a:pt x="28393" y="14326"/>
                    </a:cubicBezTo>
                    <a:cubicBezTo>
                      <a:pt x="28393" y="10560"/>
                      <a:pt x="26899" y="6948"/>
                      <a:pt x="24241" y="4285"/>
                    </a:cubicBezTo>
                    <a:cubicBezTo>
                      <a:pt x="21582" y="1623"/>
                      <a:pt x="17975" y="127"/>
                      <a:pt x="14215" y="127"/>
                    </a:cubicBezTo>
                    <a:cubicBezTo>
                      <a:pt x="10455" y="127"/>
                      <a:pt x="6848" y="1623"/>
                      <a:pt x="4189" y="4285"/>
                    </a:cubicBezTo>
                    <a:cubicBezTo>
                      <a:pt x="1531" y="6948"/>
                      <a:pt x="37" y="10560"/>
                      <a:pt x="37" y="14326"/>
                    </a:cubicBezTo>
                    <a:cubicBezTo>
                      <a:pt x="37" y="18091"/>
                      <a:pt x="1531" y="21703"/>
                      <a:pt x="4189" y="24366"/>
                    </a:cubicBezTo>
                    <a:cubicBezTo>
                      <a:pt x="6848" y="27028"/>
                      <a:pt x="10455" y="28524"/>
                      <a:pt x="14215"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1" name="Freeform: Shape 880">
                <a:extLst>
                  <a:ext uri="{FF2B5EF4-FFF2-40B4-BE49-F238E27FC236}">
                    <a16:creationId xmlns:a16="http://schemas.microsoft.com/office/drawing/2014/main" id="{4C89331F-89BB-EAB7-64DB-CA5A872E9FB2}"/>
                  </a:ext>
                </a:extLst>
              </p:cNvPr>
              <p:cNvSpPr/>
              <p:nvPr/>
            </p:nvSpPr>
            <p:spPr>
              <a:xfrm>
                <a:off x="7930046" y="4871695"/>
                <a:ext cx="28356" cy="28397"/>
              </a:xfrm>
              <a:custGeom>
                <a:avLst/>
                <a:gdLst>
                  <a:gd name="connsiteX0" fmla="*/ 14214 w 28356"/>
                  <a:gd name="connsiteY0" fmla="*/ 28522 h 28397"/>
                  <a:gd name="connsiteX1" fmla="*/ 24240 w 28356"/>
                  <a:gd name="connsiteY1" fmla="*/ 24364 h 28397"/>
                  <a:gd name="connsiteX2" fmla="*/ 28393 w 28356"/>
                  <a:gd name="connsiteY2" fmla="*/ 14323 h 28397"/>
                  <a:gd name="connsiteX3" fmla="*/ 24240 w 28356"/>
                  <a:gd name="connsiteY3" fmla="*/ 4283 h 28397"/>
                  <a:gd name="connsiteX4" fmla="*/ 14214 w 28356"/>
                  <a:gd name="connsiteY4" fmla="*/ 125 h 28397"/>
                  <a:gd name="connsiteX5" fmla="*/ 4189 w 28356"/>
                  <a:gd name="connsiteY5" fmla="*/ 4283 h 28397"/>
                  <a:gd name="connsiteX6" fmla="*/ 36 w 28356"/>
                  <a:gd name="connsiteY6" fmla="*/ 14323 h 28397"/>
                  <a:gd name="connsiteX7" fmla="*/ 4189 w 28356"/>
                  <a:gd name="connsiteY7" fmla="*/ 24364 h 28397"/>
                  <a:gd name="connsiteX8" fmla="*/ 1421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22"/>
                    </a:moveTo>
                    <a:cubicBezTo>
                      <a:pt x="17975" y="28522"/>
                      <a:pt x="21581" y="27026"/>
                      <a:pt x="24240" y="24364"/>
                    </a:cubicBezTo>
                    <a:cubicBezTo>
                      <a:pt x="26899" y="21701"/>
                      <a:pt x="28393" y="18089"/>
                      <a:pt x="28393" y="14323"/>
                    </a:cubicBezTo>
                    <a:cubicBezTo>
                      <a:pt x="28393" y="10558"/>
                      <a:pt x="26899" y="6946"/>
                      <a:pt x="24240" y="4283"/>
                    </a:cubicBezTo>
                    <a:cubicBezTo>
                      <a:pt x="21581" y="1621"/>
                      <a:pt x="17975" y="125"/>
                      <a:pt x="14214" y="125"/>
                    </a:cubicBezTo>
                    <a:cubicBezTo>
                      <a:pt x="10454" y="125"/>
                      <a:pt x="6848" y="1621"/>
                      <a:pt x="4189" y="4283"/>
                    </a:cubicBezTo>
                    <a:cubicBezTo>
                      <a:pt x="1530" y="6946"/>
                      <a:pt x="36" y="10558"/>
                      <a:pt x="36" y="14323"/>
                    </a:cubicBezTo>
                    <a:cubicBezTo>
                      <a:pt x="36" y="18089"/>
                      <a:pt x="1530" y="21701"/>
                      <a:pt x="4189" y="24364"/>
                    </a:cubicBezTo>
                    <a:cubicBezTo>
                      <a:pt x="6848" y="27026"/>
                      <a:pt x="10454" y="28522"/>
                      <a:pt x="1421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2" name="Freeform: Shape 881">
                <a:extLst>
                  <a:ext uri="{FF2B5EF4-FFF2-40B4-BE49-F238E27FC236}">
                    <a16:creationId xmlns:a16="http://schemas.microsoft.com/office/drawing/2014/main" id="{7E99F0E4-F8A7-F150-FFCF-B6B9C1DF0E77}"/>
                  </a:ext>
                </a:extLst>
              </p:cNvPr>
              <p:cNvSpPr/>
              <p:nvPr/>
            </p:nvSpPr>
            <p:spPr>
              <a:xfrm>
                <a:off x="7922287" y="4871975"/>
                <a:ext cx="28356" cy="28397"/>
              </a:xfrm>
              <a:custGeom>
                <a:avLst/>
                <a:gdLst>
                  <a:gd name="connsiteX0" fmla="*/ 14214 w 28356"/>
                  <a:gd name="connsiteY0" fmla="*/ 28522 h 28397"/>
                  <a:gd name="connsiteX1" fmla="*/ 24239 w 28356"/>
                  <a:gd name="connsiteY1" fmla="*/ 24364 h 28397"/>
                  <a:gd name="connsiteX2" fmla="*/ 28392 w 28356"/>
                  <a:gd name="connsiteY2" fmla="*/ 14324 h 28397"/>
                  <a:gd name="connsiteX3" fmla="*/ 24239 w 28356"/>
                  <a:gd name="connsiteY3" fmla="*/ 4283 h 28397"/>
                  <a:gd name="connsiteX4" fmla="*/ 14214 w 28356"/>
                  <a:gd name="connsiteY4" fmla="*/ 125 h 28397"/>
                  <a:gd name="connsiteX5" fmla="*/ 4188 w 28356"/>
                  <a:gd name="connsiteY5" fmla="*/ 4283 h 28397"/>
                  <a:gd name="connsiteX6" fmla="*/ 35 w 28356"/>
                  <a:gd name="connsiteY6" fmla="*/ 14324 h 28397"/>
                  <a:gd name="connsiteX7" fmla="*/ 4188 w 28356"/>
                  <a:gd name="connsiteY7" fmla="*/ 24364 h 28397"/>
                  <a:gd name="connsiteX8" fmla="*/ 14214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22"/>
                    </a:moveTo>
                    <a:cubicBezTo>
                      <a:pt x="17974" y="28522"/>
                      <a:pt x="21581" y="27026"/>
                      <a:pt x="24239" y="24364"/>
                    </a:cubicBezTo>
                    <a:cubicBezTo>
                      <a:pt x="26898" y="21701"/>
                      <a:pt x="28392" y="18089"/>
                      <a:pt x="28392" y="14324"/>
                    </a:cubicBezTo>
                    <a:cubicBezTo>
                      <a:pt x="28392" y="10558"/>
                      <a:pt x="26898" y="6946"/>
                      <a:pt x="24239" y="4283"/>
                    </a:cubicBezTo>
                    <a:cubicBezTo>
                      <a:pt x="21581" y="1621"/>
                      <a:pt x="17974" y="125"/>
                      <a:pt x="14214" y="125"/>
                    </a:cubicBezTo>
                    <a:cubicBezTo>
                      <a:pt x="10454" y="125"/>
                      <a:pt x="6847" y="1621"/>
                      <a:pt x="4188" y="4283"/>
                    </a:cubicBezTo>
                    <a:cubicBezTo>
                      <a:pt x="1529" y="6946"/>
                      <a:pt x="35" y="10558"/>
                      <a:pt x="35" y="14324"/>
                    </a:cubicBezTo>
                    <a:cubicBezTo>
                      <a:pt x="35" y="18089"/>
                      <a:pt x="1529" y="21701"/>
                      <a:pt x="4188" y="24364"/>
                    </a:cubicBezTo>
                    <a:cubicBezTo>
                      <a:pt x="6847" y="27026"/>
                      <a:pt x="10454" y="28522"/>
                      <a:pt x="14214" y="28522"/>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3" name="Freeform: Shape 882">
                <a:extLst>
                  <a:ext uri="{FF2B5EF4-FFF2-40B4-BE49-F238E27FC236}">
                    <a16:creationId xmlns:a16="http://schemas.microsoft.com/office/drawing/2014/main" id="{324F0E8A-7082-C35C-D400-C5F2A0E3052B}"/>
                  </a:ext>
                </a:extLst>
              </p:cNvPr>
              <p:cNvSpPr/>
              <p:nvPr/>
            </p:nvSpPr>
            <p:spPr>
              <a:xfrm>
                <a:off x="7914528" y="4880128"/>
                <a:ext cx="28356" cy="28397"/>
              </a:xfrm>
              <a:custGeom>
                <a:avLst/>
                <a:gdLst>
                  <a:gd name="connsiteX0" fmla="*/ 14213 w 28356"/>
                  <a:gd name="connsiteY0" fmla="*/ 28523 h 28397"/>
                  <a:gd name="connsiteX1" fmla="*/ 24239 w 28356"/>
                  <a:gd name="connsiteY1" fmla="*/ 24364 h 28397"/>
                  <a:gd name="connsiteX2" fmla="*/ 28392 w 28356"/>
                  <a:gd name="connsiteY2" fmla="*/ 14324 h 28397"/>
                  <a:gd name="connsiteX3" fmla="*/ 24239 w 28356"/>
                  <a:gd name="connsiteY3" fmla="*/ 4284 h 28397"/>
                  <a:gd name="connsiteX4" fmla="*/ 14213 w 28356"/>
                  <a:gd name="connsiteY4" fmla="*/ 125 h 28397"/>
                  <a:gd name="connsiteX5" fmla="*/ 4188 w 28356"/>
                  <a:gd name="connsiteY5" fmla="*/ 4284 h 28397"/>
                  <a:gd name="connsiteX6" fmla="*/ 35 w 28356"/>
                  <a:gd name="connsiteY6" fmla="*/ 14324 h 28397"/>
                  <a:gd name="connsiteX7" fmla="*/ 4188 w 28356"/>
                  <a:gd name="connsiteY7" fmla="*/ 24364 h 28397"/>
                  <a:gd name="connsiteX8" fmla="*/ 1421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23"/>
                    </a:moveTo>
                    <a:cubicBezTo>
                      <a:pt x="17973" y="28523"/>
                      <a:pt x="21580" y="27027"/>
                      <a:pt x="24239" y="24364"/>
                    </a:cubicBezTo>
                    <a:cubicBezTo>
                      <a:pt x="26898" y="21702"/>
                      <a:pt x="28392" y="18090"/>
                      <a:pt x="28392" y="14324"/>
                    </a:cubicBezTo>
                    <a:cubicBezTo>
                      <a:pt x="28392" y="10559"/>
                      <a:pt x="26898" y="6947"/>
                      <a:pt x="24239" y="4284"/>
                    </a:cubicBezTo>
                    <a:cubicBezTo>
                      <a:pt x="21580" y="1621"/>
                      <a:pt x="17973" y="125"/>
                      <a:pt x="14213" y="125"/>
                    </a:cubicBezTo>
                    <a:cubicBezTo>
                      <a:pt x="10453" y="125"/>
                      <a:pt x="6846" y="1621"/>
                      <a:pt x="4188" y="4284"/>
                    </a:cubicBezTo>
                    <a:cubicBezTo>
                      <a:pt x="1529" y="6947"/>
                      <a:pt x="35" y="10559"/>
                      <a:pt x="35" y="14324"/>
                    </a:cubicBezTo>
                    <a:cubicBezTo>
                      <a:pt x="35" y="18090"/>
                      <a:pt x="1529" y="21702"/>
                      <a:pt x="4188" y="24364"/>
                    </a:cubicBezTo>
                    <a:cubicBezTo>
                      <a:pt x="6846" y="27027"/>
                      <a:pt x="10453" y="28523"/>
                      <a:pt x="1421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4" name="Freeform: Shape 883">
                <a:extLst>
                  <a:ext uri="{FF2B5EF4-FFF2-40B4-BE49-F238E27FC236}">
                    <a16:creationId xmlns:a16="http://schemas.microsoft.com/office/drawing/2014/main" id="{2A0DD6A1-C7A5-9ED6-2506-94278F58A4A8}"/>
                  </a:ext>
                </a:extLst>
              </p:cNvPr>
              <p:cNvSpPr/>
              <p:nvPr/>
            </p:nvSpPr>
            <p:spPr>
              <a:xfrm>
                <a:off x="7906770" y="4876623"/>
                <a:ext cx="28356" cy="28397"/>
              </a:xfrm>
              <a:custGeom>
                <a:avLst/>
                <a:gdLst>
                  <a:gd name="connsiteX0" fmla="*/ 14213 w 28356"/>
                  <a:gd name="connsiteY0" fmla="*/ 28523 h 28397"/>
                  <a:gd name="connsiteX1" fmla="*/ 24238 w 28356"/>
                  <a:gd name="connsiteY1" fmla="*/ 24364 h 28397"/>
                  <a:gd name="connsiteX2" fmla="*/ 28391 w 28356"/>
                  <a:gd name="connsiteY2" fmla="*/ 14324 h 28397"/>
                  <a:gd name="connsiteX3" fmla="*/ 24238 w 28356"/>
                  <a:gd name="connsiteY3" fmla="*/ 4284 h 28397"/>
                  <a:gd name="connsiteX4" fmla="*/ 14213 w 28356"/>
                  <a:gd name="connsiteY4" fmla="*/ 125 h 28397"/>
                  <a:gd name="connsiteX5" fmla="*/ 4187 w 28356"/>
                  <a:gd name="connsiteY5" fmla="*/ 4284 h 28397"/>
                  <a:gd name="connsiteX6" fmla="*/ 34 w 28356"/>
                  <a:gd name="connsiteY6" fmla="*/ 14324 h 28397"/>
                  <a:gd name="connsiteX7" fmla="*/ 4187 w 28356"/>
                  <a:gd name="connsiteY7" fmla="*/ 24364 h 28397"/>
                  <a:gd name="connsiteX8" fmla="*/ 1421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23"/>
                    </a:moveTo>
                    <a:cubicBezTo>
                      <a:pt x="17973" y="28523"/>
                      <a:pt x="21579" y="27027"/>
                      <a:pt x="24238" y="24364"/>
                    </a:cubicBezTo>
                    <a:cubicBezTo>
                      <a:pt x="26897" y="21701"/>
                      <a:pt x="28391" y="18090"/>
                      <a:pt x="28391" y="14324"/>
                    </a:cubicBezTo>
                    <a:cubicBezTo>
                      <a:pt x="28391" y="10558"/>
                      <a:pt x="26897" y="6946"/>
                      <a:pt x="24238" y="4284"/>
                    </a:cubicBezTo>
                    <a:cubicBezTo>
                      <a:pt x="21579" y="1621"/>
                      <a:pt x="17973" y="125"/>
                      <a:pt x="14213" y="125"/>
                    </a:cubicBezTo>
                    <a:cubicBezTo>
                      <a:pt x="10452" y="125"/>
                      <a:pt x="6846" y="1621"/>
                      <a:pt x="4187" y="4284"/>
                    </a:cubicBezTo>
                    <a:cubicBezTo>
                      <a:pt x="1528" y="6946"/>
                      <a:pt x="34" y="10558"/>
                      <a:pt x="34" y="14324"/>
                    </a:cubicBezTo>
                    <a:cubicBezTo>
                      <a:pt x="34" y="18090"/>
                      <a:pt x="1528" y="21701"/>
                      <a:pt x="4187" y="24364"/>
                    </a:cubicBezTo>
                    <a:cubicBezTo>
                      <a:pt x="6846" y="27027"/>
                      <a:pt x="10452" y="28523"/>
                      <a:pt x="14213"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5" name="Freeform: Shape 884">
                <a:extLst>
                  <a:ext uri="{FF2B5EF4-FFF2-40B4-BE49-F238E27FC236}">
                    <a16:creationId xmlns:a16="http://schemas.microsoft.com/office/drawing/2014/main" id="{EB642CA1-AEC1-62CE-6A9A-37EA76530261}"/>
                  </a:ext>
                </a:extLst>
              </p:cNvPr>
              <p:cNvSpPr/>
              <p:nvPr/>
            </p:nvSpPr>
            <p:spPr>
              <a:xfrm>
                <a:off x="7899013" y="4895914"/>
                <a:ext cx="28356" cy="28397"/>
              </a:xfrm>
              <a:custGeom>
                <a:avLst/>
                <a:gdLst>
                  <a:gd name="connsiteX0" fmla="*/ 14212 w 28356"/>
                  <a:gd name="connsiteY0" fmla="*/ 28524 h 28397"/>
                  <a:gd name="connsiteX1" fmla="*/ 24238 w 28356"/>
                  <a:gd name="connsiteY1" fmla="*/ 24366 h 28397"/>
                  <a:gd name="connsiteX2" fmla="*/ 28390 w 28356"/>
                  <a:gd name="connsiteY2" fmla="*/ 14325 h 28397"/>
                  <a:gd name="connsiteX3" fmla="*/ 24238 w 28356"/>
                  <a:gd name="connsiteY3" fmla="*/ 4285 h 28397"/>
                  <a:gd name="connsiteX4" fmla="*/ 14212 w 28356"/>
                  <a:gd name="connsiteY4" fmla="*/ 126 h 28397"/>
                  <a:gd name="connsiteX5" fmla="*/ 4186 w 28356"/>
                  <a:gd name="connsiteY5" fmla="*/ 4285 h 28397"/>
                  <a:gd name="connsiteX6" fmla="*/ 34 w 28356"/>
                  <a:gd name="connsiteY6" fmla="*/ 14325 h 28397"/>
                  <a:gd name="connsiteX7" fmla="*/ 4186 w 28356"/>
                  <a:gd name="connsiteY7" fmla="*/ 24366 h 28397"/>
                  <a:gd name="connsiteX8" fmla="*/ 14212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2" y="28524"/>
                    </a:moveTo>
                    <a:cubicBezTo>
                      <a:pt x="17972" y="28524"/>
                      <a:pt x="21579" y="27028"/>
                      <a:pt x="24238" y="24366"/>
                    </a:cubicBezTo>
                    <a:cubicBezTo>
                      <a:pt x="26896" y="21703"/>
                      <a:pt x="28390" y="18091"/>
                      <a:pt x="28390" y="14325"/>
                    </a:cubicBezTo>
                    <a:cubicBezTo>
                      <a:pt x="28390" y="10560"/>
                      <a:pt x="26896" y="6948"/>
                      <a:pt x="24238" y="4285"/>
                    </a:cubicBezTo>
                    <a:cubicBezTo>
                      <a:pt x="21579" y="1622"/>
                      <a:pt x="17972" y="126"/>
                      <a:pt x="14212" y="126"/>
                    </a:cubicBezTo>
                    <a:cubicBezTo>
                      <a:pt x="10452" y="126"/>
                      <a:pt x="6845" y="1622"/>
                      <a:pt x="4186" y="4285"/>
                    </a:cubicBezTo>
                    <a:cubicBezTo>
                      <a:pt x="1528" y="6948"/>
                      <a:pt x="34" y="10560"/>
                      <a:pt x="34" y="14325"/>
                    </a:cubicBezTo>
                    <a:cubicBezTo>
                      <a:pt x="34" y="18091"/>
                      <a:pt x="1528" y="21703"/>
                      <a:pt x="4186" y="24366"/>
                    </a:cubicBezTo>
                    <a:cubicBezTo>
                      <a:pt x="6845" y="27028"/>
                      <a:pt x="10452" y="28524"/>
                      <a:pt x="14212" y="28524"/>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886" name="Freeform: Shape 885">
                <a:extLst>
                  <a:ext uri="{FF2B5EF4-FFF2-40B4-BE49-F238E27FC236}">
                    <a16:creationId xmlns:a16="http://schemas.microsoft.com/office/drawing/2014/main" id="{E9C89A94-5695-ACB6-BDF0-AC04392CE61A}"/>
                  </a:ext>
                </a:extLst>
              </p:cNvPr>
              <p:cNvSpPr/>
              <p:nvPr/>
            </p:nvSpPr>
            <p:spPr>
              <a:xfrm>
                <a:off x="7891254" y="4873016"/>
                <a:ext cx="28356" cy="28397"/>
              </a:xfrm>
              <a:custGeom>
                <a:avLst/>
                <a:gdLst>
                  <a:gd name="connsiteX0" fmla="*/ 14211 w 28356"/>
                  <a:gd name="connsiteY0" fmla="*/ 28523 h 28397"/>
                  <a:gd name="connsiteX1" fmla="*/ 24237 w 28356"/>
                  <a:gd name="connsiteY1" fmla="*/ 24364 h 28397"/>
                  <a:gd name="connsiteX2" fmla="*/ 28390 w 28356"/>
                  <a:gd name="connsiteY2" fmla="*/ 14324 h 28397"/>
                  <a:gd name="connsiteX3" fmla="*/ 24237 w 28356"/>
                  <a:gd name="connsiteY3" fmla="*/ 4283 h 28397"/>
                  <a:gd name="connsiteX4" fmla="*/ 14211 w 28356"/>
                  <a:gd name="connsiteY4" fmla="*/ 125 h 28397"/>
                  <a:gd name="connsiteX5" fmla="*/ 4186 w 28356"/>
                  <a:gd name="connsiteY5" fmla="*/ 4283 h 28397"/>
                  <a:gd name="connsiteX6" fmla="*/ 33 w 28356"/>
                  <a:gd name="connsiteY6" fmla="*/ 14324 h 28397"/>
                  <a:gd name="connsiteX7" fmla="*/ 4186 w 28356"/>
                  <a:gd name="connsiteY7" fmla="*/ 24364 h 28397"/>
                  <a:gd name="connsiteX8" fmla="*/ 1421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1" y="28523"/>
                    </a:moveTo>
                    <a:cubicBezTo>
                      <a:pt x="17972" y="28523"/>
                      <a:pt x="21578" y="27027"/>
                      <a:pt x="24237" y="24364"/>
                    </a:cubicBezTo>
                    <a:cubicBezTo>
                      <a:pt x="26896" y="21701"/>
                      <a:pt x="28390" y="18089"/>
                      <a:pt x="28390" y="14324"/>
                    </a:cubicBezTo>
                    <a:cubicBezTo>
                      <a:pt x="28390" y="10558"/>
                      <a:pt x="26896" y="6946"/>
                      <a:pt x="24237" y="4283"/>
                    </a:cubicBezTo>
                    <a:cubicBezTo>
                      <a:pt x="21578" y="1621"/>
                      <a:pt x="17972" y="125"/>
                      <a:pt x="14211" y="125"/>
                    </a:cubicBezTo>
                    <a:cubicBezTo>
                      <a:pt x="10451" y="125"/>
                      <a:pt x="6845" y="1621"/>
                      <a:pt x="4186" y="4283"/>
                    </a:cubicBezTo>
                    <a:cubicBezTo>
                      <a:pt x="1527" y="6946"/>
                      <a:pt x="33" y="10558"/>
                      <a:pt x="33" y="14324"/>
                    </a:cubicBezTo>
                    <a:cubicBezTo>
                      <a:pt x="33" y="18089"/>
                      <a:pt x="1527" y="21701"/>
                      <a:pt x="4186" y="24364"/>
                    </a:cubicBezTo>
                    <a:cubicBezTo>
                      <a:pt x="6845" y="27027"/>
                      <a:pt x="10451" y="28523"/>
                      <a:pt x="14211" y="28523"/>
                    </a:cubicBezTo>
                    <a:close/>
                  </a:path>
                </a:pathLst>
              </a:custGeom>
              <a:solidFill>
                <a:srgbClr val="31A354"/>
              </a:solidFill>
              <a:ln w="12682" cap="flat">
                <a:solidFill>
                  <a:srgbClr val="31A354"/>
                </a:solidFill>
                <a:prstDash val="solid"/>
                <a:round/>
              </a:ln>
            </p:spPr>
            <p:txBody>
              <a:bodyPr rtlCol="0" anchor="ctr"/>
              <a:lstStyle/>
              <a:p>
                <a:endParaRPr lang="en-US" sz="3200"/>
              </a:p>
            </p:txBody>
          </p:sp>
        </p:grpSp>
        <p:grpSp>
          <p:nvGrpSpPr>
            <p:cNvPr id="335" name="Graphic 1996">
              <a:extLst>
                <a:ext uri="{FF2B5EF4-FFF2-40B4-BE49-F238E27FC236}">
                  <a16:creationId xmlns:a16="http://schemas.microsoft.com/office/drawing/2014/main" id="{A5171C0F-4711-DEB3-7E98-1E524B61A52B}"/>
                </a:ext>
              </a:extLst>
            </p:cNvPr>
            <p:cNvGrpSpPr/>
            <p:nvPr/>
          </p:nvGrpSpPr>
          <p:grpSpPr>
            <a:xfrm>
              <a:off x="4584092" y="4473709"/>
              <a:ext cx="1767350" cy="1693495"/>
              <a:chOff x="7891254" y="3534944"/>
              <a:chExt cx="1572279" cy="1506576"/>
            </a:xfrm>
          </p:grpSpPr>
          <p:sp>
            <p:nvSpPr>
              <p:cNvPr id="487" name="Freeform: Shape 486">
                <a:extLst>
                  <a:ext uri="{FF2B5EF4-FFF2-40B4-BE49-F238E27FC236}">
                    <a16:creationId xmlns:a16="http://schemas.microsoft.com/office/drawing/2014/main" id="{4E8168AD-6704-9307-84E3-93A9A4A02C76}"/>
                  </a:ext>
                </a:extLst>
              </p:cNvPr>
              <p:cNvSpPr/>
              <p:nvPr/>
            </p:nvSpPr>
            <p:spPr>
              <a:xfrm>
                <a:off x="9435177" y="4283951"/>
                <a:ext cx="28356" cy="28397"/>
              </a:xfrm>
              <a:custGeom>
                <a:avLst/>
                <a:gdLst>
                  <a:gd name="connsiteX0" fmla="*/ 14333 w 28356"/>
                  <a:gd name="connsiteY0" fmla="*/ 28476 h 28397"/>
                  <a:gd name="connsiteX1" fmla="*/ 24359 w 28356"/>
                  <a:gd name="connsiteY1" fmla="*/ 24317 h 28397"/>
                  <a:gd name="connsiteX2" fmla="*/ 28511 w 28356"/>
                  <a:gd name="connsiteY2" fmla="*/ 14277 h 28397"/>
                  <a:gd name="connsiteX3" fmla="*/ 24359 w 28356"/>
                  <a:gd name="connsiteY3" fmla="*/ 4237 h 28397"/>
                  <a:gd name="connsiteX4" fmla="*/ 14333 w 28356"/>
                  <a:gd name="connsiteY4" fmla="*/ 78 h 28397"/>
                  <a:gd name="connsiteX5" fmla="*/ 4307 w 28356"/>
                  <a:gd name="connsiteY5" fmla="*/ 4237 h 28397"/>
                  <a:gd name="connsiteX6" fmla="*/ 155 w 28356"/>
                  <a:gd name="connsiteY6" fmla="*/ 14277 h 28397"/>
                  <a:gd name="connsiteX7" fmla="*/ 4307 w 28356"/>
                  <a:gd name="connsiteY7" fmla="*/ 24317 h 28397"/>
                  <a:gd name="connsiteX8" fmla="*/ 14333 w 28356"/>
                  <a:gd name="connsiteY8" fmla="*/ 2847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3" y="28476"/>
                    </a:moveTo>
                    <a:cubicBezTo>
                      <a:pt x="18093" y="28476"/>
                      <a:pt x="21700" y="26980"/>
                      <a:pt x="24359" y="24317"/>
                    </a:cubicBezTo>
                    <a:cubicBezTo>
                      <a:pt x="27018" y="21655"/>
                      <a:pt x="28511" y="18043"/>
                      <a:pt x="28511" y="14277"/>
                    </a:cubicBezTo>
                    <a:cubicBezTo>
                      <a:pt x="28511" y="10512"/>
                      <a:pt x="27018" y="6900"/>
                      <a:pt x="24359" y="4237"/>
                    </a:cubicBezTo>
                    <a:cubicBezTo>
                      <a:pt x="21700" y="1574"/>
                      <a:pt x="18093" y="78"/>
                      <a:pt x="14333" y="78"/>
                    </a:cubicBezTo>
                    <a:cubicBezTo>
                      <a:pt x="10573" y="78"/>
                      <a:pt x="6966" y="1574"/>
                      <a:pt x="4307" y="4237"/>
                    </a:cubicBezTo>
                    <a:cubicBezTo>
                      <a:pt x="1649" y="6900"/>
                      <a:pt x="155" y="10512"/>
                      <a:pt x="155" y="14277"/>
                    </a:cubicBezTo>
                    <a:cubicBezTo>
                      <a:pt x="155" y="18043"/>
                      <a:pt x="1649" y="21655"/>
                      <a:pt x="4307" y="24317"/>
                    </a:cubicBezTo>
                    <a:cubicBezTo>
                      <a:pt x="6966" y="26980"/>
                      <a:pt x="10573" y="28476"/>
                      <a:pt x="14333" y="2847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88" name="Freeform: Shape 487">
                <a:extLst>
                  <a:ext uri="{FF2B5EF4-FFF2-40B4-BE49-F238E27FC236}">
                    <a16:creationId xmlns:a16="http://schemas.microsoft.com/office/drawing/2014/main" id="{FBC6C464-A5C1-33D2-A943-BBDFA0E3D863}"/>
                  </a:ext>
                </a:extLst>
              </p:cNvPr>
              <p:cNvSpPr/>
              <p:nvPr/>
            </p:nvSpPr>
            <p:spPr>
              <a:xfrm>
                <a:off x="9427416" y="3824456"/>
                <a:ext cx="28356" cy="28397"/>
              </a:xfrm>
              <a:custGeom>
                <a:avLst/>
                <a:gdLst>
                  <a:gd name="connsiteX0" fmla="*/ 14332 w 28356"/>
                  <a:gd name="connsiteY0" fmla="*/ 28440 h 28397"/>
                  <a:gd name="connsiteX1" fmla="*/ 24358 w 28356"/>
                  <a:gd name="connsiteY1" fmla="*/ 24281 h 28397"/>
                  <a:gd name="connsiteX2" fmla="*/ 28511 w 28356"/>
                  <a:gd name="connsiteY2" fmla="*/ 14241 h 28397"/>
                  <a:gd name="connsiteX3" fmla="*/ 24358 w 28356"/>
                  <a:gd name="connsiteY3" fmla="*/ 4201 h 28397"/>
                  <a:gd name="connsiteX4" fmla="*/ 14332 w 28356"/>
                  <a:gd name="connsiteY4" fmla="*/ 42 h 28397"/>
                  <a:gd name="connsiteX5" fmla="*/ 4307 w 28356"/>
                  <a:gd name="connsiteY5" fmla="*/ 4201 h 28397"/>
                  <a:gd name="connsiteX6" fmla="*/ 154 w 28356"/>
                  <a:gd name="connsiteY6" fmla="*/ 14241 h 28397"/>
                  <a:gd name="connsiteX7" fmla="*/ 4307 w 28356"/>
                  <a:gd name="connsiteY7" fmla="*/ 24281 h 28397"/>
                  <a:gd name="connsiteX8" fmla="*/ 14332 w 28356"/>
                  <a:gd name="connsiteY8" fmla="*/ 2844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440"/>
                    </a:moveTo>
                    <a:cubicBezTo>
                      <a:pt x="18093" y="28440"/>
                      <a:pt x="21699" y="26944"/>
                      <a:pt x="24358" y="24281"/>
                    </a:cubicBezTo>
                    <a:cubicBezTo>
                      <a:pt x="27017" y="21619"/>
                      <a:pt x="28511" y="18007"/>
                      <a:pt x="28511" y="14241"/>
                    </a:cubicBezTo>
                    <a:cubicBezTo>
                      <a:pt x="28511" y="10475"/>
                      <a:pt x="27017" y="6863"/>
                      <a:pt x="24358" y="4201"/>
                    </a:cubicBezTo>
                    <a:cubicBezTo>
                      <a:pt x="21699" y="1538"/>
                      <a:pt x="18093" y="42"/>
                      <a:pt x="14332" y="42"/>
                    </a:cubicBezTo>
                    <a:cubicBezTo>
                      <a:pt x="10572" y="42"/>
                      <a:pt x="6966" y="1538"/>
                      <a:pt x="4307" y="4201"/>
                    </a:cubicBezTo>
                    <a:cubicBezTo>
                      <a:pt x="1648" y="6863"/>
                      <a:pt x="154" y="10475"/>
                      <a:pt x="154" y="14241"/>
                    </a:cubicBezTo>
                    <a:cubicBezTo>
                      <a:pt x="154" y="18007"/>
                      <a:pt x="1648" y="21619"/>
                      <a:pt x="4307" y="24281"/>
                    </a:cubicBezTo>
                    <a:cubicBezTo>
                      <a:pt x="6966" y="26944"/>
                      <a:pt x="10572" y="28440"/>
                      <a:pt x="14332" y="2844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89" name="Freeform: Shape 488">
                <a:extLst>
                  <a:ext uri="{FF2B5EF4-FFF2-40B4-BE49-F238E27FC236}">
                    <a16:creationId xmlns:a16="http://schemas.microsoft.com/office/drawing/2014/main" id="{E2D43456-05A4-A621-36D4-A7E8C2829E83}"/>
                  </a:ext>
                </a:extLst>
              </p:cNvPr>
              <p:cNvSpPr/>
              <p:nvPr/>
            </p:nvSpPr>
            <p:spPr>
              <a:xfrm>
                <a:off x="9419655" y="4689831"/>
                <a:ext cx="28356" cy="28397"/>
              </a:xfrm>
              <a:custGeom>
                <a:avLst/>
                <a:gdLst>
                  <a:gd name="connsiteX0" fmla="*/ 14332 w 28356"/>
                  <a:gd name="connsiteY0" fmla="*/ 28508 h 28397"/>
                  <a:gd name="connsiteX1" fmla="*/ 24358 w 28356"/>
                  <a:gd name="connsiteY1" fmla="*/ 24349 h 28397"/>
                  <a:gd name="connsiteX2" fmla="*/ 28510 w 28356"/>
                  <a:gd name="connsiteY2" fmla="*/ 14309 h 28397"/>
                  <a:gd name="connsiteX3" fmla="*/ 24358 w 28356"/>
                  <a:gd name="connsiteY3" fmla="*/ 4269 h 28397"/>
                  <a:gd name="connsiteX4" fmla="*/ 14332 w 28356"/>
                  <a:gd name="connsiteY4" fmla="*/ 110 h 28397"/>
                  <a:gd name="connsiteX5" fmla="*/ 4306 w 28356"/>
                  <a:gd name="connsiteY5" fmla="*/ 4269 h 28397"/>
                  <a:gd name="connsiteX6" fmla="*/ 154 w 28356"/>
                  <a:gd name="connsiteY6" fmla="*/ 14309 h 28397"/>
                  <a:gd name="connsiteX7" fmla="*/ 4306 w 28356"/>
                  <a:gd name="connsiteY7" fmla="*/ 24349 h 28397"/>
                  <a:gd name="connsiteX8" fmla="*/ 14332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2" y="28508"/>
                    </a:moveTo>
                    <a:cubicBezTo>
                      <a:pt x="18092" y="28508"/>
                      <a:pt x="21699" y="27012"/>
                      <a:pt x="24358" y="24349"/>
                    </a:cubicBezTo>
                    <a:cubicBezTo>
                      <a:pt x="27016" y="21687"/>
                      <a:pt x="28510" y="18075"/>
                      <a:pt x="28510" y="14309"/>
                    </a:cubicBezTo>
                    <a:cubicBezTo>
                      <a:pt x="28510" y="10544"/>
                      <a:pt x="27016" y="6932"/>
                      <a:pt x="24358" y="4269"/>
                    </a:cubicBezTo>
                    <a:cubicBezTo>
                      <a:pt x="21699" y="1606"/>
                      <a:pt x="18092" y="110"/>
                      <a:pt x="14332" y="110"/>
                    </a:cubicBezTo>
                    <a:cubicBezTo>
                      <a:pt x="10572" y="110"/>
                      <a:pt x="6965" y="1606"/>
                      <a:pt x="4306" y="4269"/>
                    </a:cubicBezTo>
                    <a:cubicBezTo>
                      <a:pt x="1647" y="6932"/>
                      <a:pt x="154" y="10544"/>
                      <a:pt x="154" y="14309"/>
                    </a:cubicBezTo>
                    <a:cubicBezTo>
                      <a:pt x="154" y="18075"/>
                      <a:pt x="1647" y="21687"/>
                      <a:pt x="4306" y="24349"/>
                    </a:cubicBezTo>
                    <a:cubicBezTo>
                      <a:pt x="6965" y="27012"/>
                      <a:pt x="10572" y="28508"/>
                      <a:pt x="14332" y="2850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0" name="Freeform: Shape 489">
                <a:extLst>
                  <a:ext uri="{FF2B5EF4-FFF2-40B4-BE49-F238E27FC236}">
                    <a16:creationId xmlns:a16="http://schemas.microsoft.com/office/drawing/2014/main" id="{1A82B41A-A4D0-50DF-20FA-6D2BD958DF19}"/>
                  </a:ext>
                </a:extLst>
              </p:cNvPr>
              <p:cNvSpPr/>
              <p:nvPr/>
            </p:nvSpPr>
            <p:spPr>
              <a:xfrm>
                <a:off x="9411894" y="3534944"/>
                <a:ext cx="28356" cy="28397"/>
              </a:xfrm>
              <a:custGeom>
                <a:avLst/>
                <a:gdLst>
                  <a:gd name="connsiteX0" fmla="*/ 14331 w 28356"/>
                  <a:gd name="connsiteY0" fmla="*/ 28417 h 28397"/>
                  <a:gd name="connsiteX1" fmla="*/ 24357 w 28356"/>
                  <a:gd name="connsiteY1" fmla="*/ 24258 h 28397"/>
                  <a:gd name="connsiteX2" fmla="*/ 28510 w 28356"/>
                  <a:gd name="connsiteY2" fmla="*/ 14218 h 28397"/>
                  <a:gd name="connsiteX3" fmla="*/ 24357 w 28356"/>
                  <a:gd name="connsiteY3" fmla="*/ 4178 h 28397"/>
                  <a:gd name="connsiteX4" fmla="*/ 14331 w 28356"/>
                  <a:gd name="connsiteY4" fmla="*/ 19 h 28397"/>
                  <a:gd name="connsiteX5" fmla="*/ 4306 w 28356"/>
                  <a:gd name="connsiteY5" fmla="*/ 4178 h 28397"/>
                  <a:gd name="connsiteX6" fmla="*/ 153 w 28356"/>
                  <a:gd name="connsiteY6" fmla="*/ 14218 h 28397"/>
                  <a:gd name="connsiteX7" fmla="*/ 4306 w 28356"/>
                  <a:gd name="connsiteY7" fmla="*/ 24258 h 28397"/>
                  <a:gd name="connsiteX8" fmla="*/ 14331 w 28356"/>
                  <a:gd name="connsiteY8" fmla="*/ 284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417"/>
                    </a:moveTo>
                    <a:cubicBezTo>
                      <a:pt x="18091" y="28417"/>
                      <a:pt x="21698" y="26921"/>
                      <a:pt x="24357" y="24258"/>
                    </a:cubicBezTo>
                    <a:cubicBezTo>
                      <a:pt x="27016" y="21596"/>
                      <a:pt x="28510" y="17984"/>
                      <a:pt x="28510" y="14218"/>
                    </a:cubicBezTo>
                    <a:cubicBezTo>
                      <a:pt x="28510" y="10453"/>
                      <a:pt x="27016" y="6841"/>
                      <a:pt x="24357" y="4178"/>
                    </a:cubicBezTo>
                    <a:cubicBezTo>
                      <a:pt x="21698" y="1515"/>
                      <a:pt x="18091" y="19"/>
                      <a:pt x="14331" y="19"/>
                    </a:cubicBezTo>
                    <a:cubicBezTo>
                      <a:pt x="10571" y="19"/>
                      <a:pt x="6964" y="1515"/>
                      <a:pt x="4306" y="4178"/>
                    </a:cubicBezTo>
                    <a:cubicBezTo>
                      <a:pt x="1647" y="6841"/>
                      <a:pt x="153" y="10453"/>
                      <a:pt x="153" y="14218"/>
                    </a:cubicBezTo>
                    <a:cubicBezTo>
                      <a:pt x="153" y="17984"/>
                      <a:pt x="1647" y="21596"/>
                      <a:pt x="4306" y="24258"/>
                    </a:cubicBezTo>
                    <a:cubicBezTo>
                      <a:pt x="6964" y="26921"/>
                      <a:pt x="10571" y="28417"/>
                      <a:pt x="14331" y="284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1" name="Freeform: Shape 490">
                <a:extLst>
                  <a:ext uri="{FF2B5EF4-FFF2-40B4-BE49-F238E27FC236}">
                    <a16:creationId xmlns:a16="http://schemas.microsoft.com/office/drawing/2014/main" id="{31F3E7BB-B49F-D5D7-8758-EB731A3433FC}"/>
                  </a:ext>
                </a:extLst>
              </p:cNvPr>
              <p:cNvSpPr/>
              <p:nvPr/>
            </p:nvSpPr>
            <p:spPr>
              <a:xfrm>
                <a:off x="9404145" y="4812132"/>
                <a:ext cx="28356" cy="28397"/>
              </a:xfrm>
              <a:custGeom>
                <a:avLst/>
                <a:gdLst>
                  <a:gd name="connsiteX0" fmla="*/ 14331 w 28356"/>
                  <a:gd name="connsiteY0" fmla="*/ 28518 h 28397"/>
                  <a:gd name="connsiteX1" fmla="*/ 24356 w 28356"/>
                  <a:gd name="connsiteY1" fmla="*/ 24359 h 28397"/>
                  <a:gd name="connsiteX2" fmla="*/ 28509 w 28356"/>
                  <a:gd name="connsiteY2" fmla="*/ 14319 h 28397"/>
                  <a:gd name="connsiteX3" fmla="*/ 24356 w 28356"/>
                  <a:gd name="connsiteY3" fmla="*/ 4279 h 28397"/>
                  <a:gd name="connsiteX4" fmla="*/ 14331 w 28356"/>
                  <a:gd name="connsiteY4" fmla="*/ 120 h 28397"/>
                  <a:gd name="connsiteX5" fmla="*/ 4305 w 28356"/>
                  <a:gd name="connsiteY5" fmla="*/ 4279 h 28397"/>
                  <a:gd name="connsiteX6" fmla="*/ 152 w 28356"/>
                  <a:gd name="connsiteY6" fmla="*/ 14319 h 28397"/>
                  <a:gd name="connsiteX7" fmla="*/ 4305 w 28356"/>
                  <a:gd name="connsiteY7" fmla="*/ 24359 h 28397"/>
                  <a:gd name="connsiteX8" fmla="*/ 14331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1" y="28518"/>
                    </a:moveTo>
                    <a:cubicBezTo>
                      <a:pt x="18091" y="28518"/>
                      <a:pt x="21697" y="27022"/>
                      <a:pt x="24356" y="24359"/>
                    </a:cubicBezTo>
                    <a:cubicBezTo>
                      <a:pt x="27015" y="21696"/>
                      <a:pt x="28509" y="18084"/>
                      <a:pt x="28509" y="14319"/>
                    </a:cubicBezTo>
                    <a:cubicBezTo>
                      <a:pt x="28509" y="10553"/>
                      <a:pt x="27015" y="6941"/>
                      <a:pt x="24356" y="4279"/>
                    </a:cubicBezTo>
                    <a:cubicBezTo>
                      <a:pt x="21697" y="1616"/>
                      <a:pt x="18091" y="120"/>
                      <a:pt x="14331" y="120"/>
                    </a:cubicBezTo>
                    <a:cubicBezTo>
                      <a:pt x="10571" y="120"/>
                      <a:pt x="6964" y="1616"/>
                      <a:pt x="4305" y="4279"/>
                    </a:cubicBezTo>
                    <a:cubicBezTo>
                      <a:pt x="1646" y="6941"/>
                      <a:pt x="152" y="10553"/>
                      <a:pt x="152" y="14319"/>
                    </a:cubicBezTo>
                    <a:cubicBezTo>
                      <a:pt x="152" y="18084"/>
                      <a:pt x="1646" y="21696"/>
                      <a:pt x="4305" y="24359"/>
                    </a:cubicBezTo>
                    <a:cubicBezTo>
                      <a:pt x="6964" y="27022"/>
                      <a:pt x="10571" y="28518"/>
                      <a:pt x="14331"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2" name="Freeform: Shape 491">
                <a:extLst>
                  <a:ext uri="{FF2B5EF4-FFF2-40B4-BE49-F238E27FC236}">
                    <a16:creationId xmlns:a16="http://schemas.microsoft.com/office/drawing/2014/main" id="{965D5E57-7848-F4A3-463E-A274AB6A24D1}"/>
                  </a:ext>
                </a:extLst>
              </p:cNvPr>
              <p:cNvSpPr/>
              <p:nvPr/>
            </p:nvSpPr>
            <p:spPr>
              <a:xfrm>
                <a:off x="9396384" y="3651559"/>
                <a:ext cx="28356" cy="28397"/>
              </a:xfrm>
              <a:custGeom>
                <a:avLst/>
                <a:gdLst>
                  <a:gd name="connsiteX0" fmla="*/ 14330 w 28356"/>
                  <a:gd name="connsiteY0" fmla="*/ 28426 h 28397"/>
                  <a:gd name="connsiteX1" fmla="*/ 24356 w 28356"/>
                  <a:gd name="connsiteY1" fmla="*/ 24268 h 28397"/>
                  <a:gd name="connsiteX2" fmla="*/ 28508 w 28356"/>
                  <a:gd name="connsiteY2" fmla="*/ 14227 h 28397"/>
                  <a:gd name="connsiteX3" fmla="*/ 24356 w 28356"/>
                  <a:gd name="connsiteY3" fmla="*/ 4187 h 28397"/>
                  <a:gd name="connsiteX4" fmla="*/ 14330 w 28356"/>
                  <a:gd name="connsiteY4" fmla="*/ 28 h 28397"/>
                  <a:gd name="connsiteX5" fmla="*/ 4304 w 28356"/>
                  <a:gd name="connsiteY5" fmla="*/ 4187 h 28397"/>
                  <a:gd name="connsiteX6" fmla="*/ 152 w 28356"/>
                  <a:gd name="connsiteY6" fmla="*/ 14227 h 28397"/>
                  <a:gd name="connsiteX7" fmla="*/ 4304 w 28356"/>
                  <a:gd name="connsiteY7" fmla="*/ 24268 h 28397"/>
                  <a:gd name="connsiteX8" fmla="*/ 14330 w 28356"/>
                  <a:gd name="connsiteY8" fmla="*/ 284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30" y="28426"/>
                    </a:moveTo>
                    <a:cubicBezTo>
                      <a:pt x="18090" y="28426"/>
                      <a:pt x="21697" y="26930"/>
                      <a:pt x="24356" y="24268"/>
                    </a:cubicBezTo>
                    <a:cubicBezTo>
                      <a:pt x="27014" y="21605"/>
                      <a:pt x="28508" y="17993"/>
                      <a:pt x="28508" y="14227"/>
                    </a:cubicBezTo>
                    <a:cubicBezTo>
                      <a:pt x="28508" y="10462"/>
                      <a:pt x="27014" y="6850"/>
                      <a:pt x="24356" y="4187"/>
                    </a:cubicBezTo>
                    <a:cubicBezTo>
                      <a:pt x="21697" y="1524"/>
                      <a:pt x="18090" y="28"/>
                      <a:pt x="14330" y="28"/>
                    </a:cubicBezTo>
                    <a:cubicBezTo>
                      <a:pt x="10570" y="28"/>
                      <a:pt x="6963" y="1524"/>
                      <a:pt x="4304" y="4187"/>
                    </a:cubicBezTo>
                    <a:cubicBezTo>
                      <a:pt x="1646" y="6850"/>
                      <a:pt x="152" y="10462"/>
                      <a:pt x="152" y="14227"/>
                    </a:cubicBezTo>
                    <a:cubicBezTo>
                      <a:pt x="152" y="17993"/>
                      <a:pt x="1646" y="21605"/>
                      <a:pt x="4304" y="24268"/>
                    </a:cubicBezTo>
                    <a:cubicBezTo>
                      <a:pt x="6963" y="26930"/>
                      <a:pt x="10570" y="28426"/>
                      <a:pt x="14330" y="284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3" name="Freeform: Shape 492">
                <a:extLst>
                  <a:ext uri="{FF2B5EF4-FFF2-40B4-BE49-F238E27FC236}">
                    <a16:creationId xmlns:a16="http://schemas.microsoft.com/office/drawing/2014/main" id="{C75BE7A4-C7A3-AF14-7A68-92A6343708A4}"/>
                  </a:ext>
                </a:extLst>
              </p:cNvPr>
              <p:cNvSpPr/>
              <p:nvPr/>
            </p:nvSpPr>
            <p:spPr>
              <a:xfrm>
                <a:off x="9388623" y="3900752"/>
                <a:ext cx="28356" cy="28397"/>
              </a:xfrm>
              <a:custGeom>
                <a:avLst/>
                <a:gdLst>
                  <a:gd name="connsiteX0" fmla="*/ 14329 w 28356"/>
                  <a:gd name="connsiteY0" fmla="*/ 28446 h 28397"/>
                  <a:gd name="connsiteX1" fmla="*/ 24355 w 28356"/>
                  <a:gd name="connsiteY1" fmla="*/ 24287 h 28397"/>
                  <a:gd name="connsiteX2" fmla="*/ 28508 w 28356"/>
                  <a:gd name="connsiteY2" fmla="*/ 14247 h 28397"/>
                  <a:gd name="connsiteX3" fmla="*/ 24355 w 28356"/>
                  <a:gd name="connsiteY3" fmla="*/ 4207 h 28397"/>
                  <a:gd name="connsiteX4" fmla="*/ 14329 w 28356"/>
                  <a:gd name="connsiteY4" fmla="*/ 48 h 28397"/>
                  <a:gd name="connsiteX5" fmla="*/ 4304 w 28356"/>
                  <a:gd name="connsiteY5" fmla="*/ 4207 h 28397"/>
                  <a:gd name="connsiteX6" fmla="*/ 151 w 28356"/>
                  <a:gd name="connsiteY6" fmla="*/ 14247 h 28397"/>
                  <a:gd name="connsiteX7" fmla="*/ 4304 w 28356"/>
                  <a:gd name="connsiteY7" fmla="*/ 24287 h 28397"/>
                  <a:gd name="connsiteX8" fmla="*/ 14329 w 28356"/>
                  <a:gd name="connsiteY8" fmla="*/ 2844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446"/>
                    </a:moveTo>
                    <a:cubicBezTo>
                      <a:pt x="18090" y="28446"/>
                      <a:pt x="21696" y="26950"/>
                      <a:pt x="24355" y="24287"/>
                    </a:cubicBezTo>
                    <a:cubicBezTo>
                      <a:pt x="27014" y="21625"/>
                      <a:pt x="28508" y="18013"/>
                      <a:pt x="28508" y="14247"/>
                    </a:cubicBezTo>
                    <a:cubicBezTo>
                      <a:pt x="28508" y="10481"/>
                      <a:pt x="27014" y="6870"/>
                      <a:pt x="24355" y="4207"/>
                    </a:cubicBezTo>
                    <a:cubicBezTo>
                      <a:pt x="21696" y="1544"/>
                      <a:pt x="18090" y="48"/>
                      <a:pt x="14329" y="48"/>
                    </a:cubicBezTo>
                    <a:cubicBezTo>
                      <a:pt x="10569" y="48"/>
                      <a:pt x="6963" y="1544"/>
                      <a:pt x="4304" y="4207"/>
                    </a:cubicBezTo>
                    <a:cubicBezTo>
                      <a:pt x="1645" y="6870"/>
                      <a:pt x="151" y="10481"/>
                      <a:pt x="151" y="14247"/>
                    </a:cubicBezTo>
                    <a:cubicBezTo>
                      <a:pt x="151" y="18013"/>
                      <a:pt x="1645" y="21625"/>
                      <a:pt x="4304" y="24287"/>
                    </a:cubicBezTo>
                    <a:cubicBezTo>
                      <a:pt x="6963" y="26950"/>
                      <a:pt x="10569" y="28446"/>
                      <a:pt x="14329" y="2844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4" name="Freeform: Shape 493">
                <a:extLst>
                  <a:ext uri="{FF2B5EF4-FFF2-40B4-BE49-F238E27FC236}">
                    <a16:creationId xmlns:a16="http://schemas.microsoft.com/office/drawing/2014/main" id="{11FF42FE-5DE5-81FE-53B4-68CBBB16B931}"/>
                  </a:ext>
                </a:extLst>
              </p:cNvPr>
              <p:cNvSpPr/>
              <p:nvPr/>
            </p:nvSpPr>
            <p:spPr>
              <a:xfrm>
                <a:off x="9380862" y="4890491"/>
                <a:ext cx="28356" cy="28397"/>
              </a:xfrm>
              <a:custGeom>
                <a:avLst/>
                <a:gdLst>
                  <a:gd name="connsiteX0" fmla="*/ 14329 w 28356"/>
                  <a:gd name="connsiteY0" fmla="*/ 28524 h 28397"/>
                  <a:gd name="connsiteX1" fmla="*/ 24354 w 28356"/>
                  <a:gd name="connsiteY1" fmla="*/ 24365 h 28397"/>
                  <a:gd name="connsiteX2" fmla="*/ 28507 w 28356"/>
                  <a:gd name="connsiteY2" fmla="*/ 14325 h 28397"/>
                  <a:gd name="connsiteX3" fmla="*/ 24354 w 28356"/>
                  <a:gd name="connsiteY3" fmla="*/ 4285 h 28397"/>
                  <a:gd name="connsiteX4" fmla="*/ 14329 w 28356"/>
                  <a:gd name="connsiteY4" fmla="*/ 126 h 28397"/>
                  <a:gd name="connsiteX5" fmla="*/ 4303 w 28356"/>
                  <a:gd name="connsiteY5" fmla="*/ 4285 h 28397"/>
                  <a:gd name="connsiteX6" fmla="*/ 150 w 28356"/>
                  <a:gd name="connsiteY6" fmla="*/ 14325 h 28397"/>
                  <a:gd name="connsiteX7" fmla="*/ 4303 w 28356"/>
                  <a:gd name="connsiteY7" fmla="*/ 24365 h 28397"/>
                  <a:gd name="connsiteX8" fmla="*/ 1432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9" y="28524"/>
                    </a:moveTo>
                    <a:cubicBezTo>
                      <a:pt x="18089" y="28524"/>
                      <a:pt x="21696" y="27028"/>
                      <a:pt x="24354" y="24365"/>
                    </a:cubicBezTo>
                    <a:cubicBezTo>
                      <a:pt x="27013" y="21703"/>
                      <a:pt x="28507" y="18091"/>
                      <a:pt x="28507" y="14325"/>
                    </a:cubicBezTo>
                    <a:cubicBezTo>
                      <a:pt x="28507" y="10559"/>
                      <a:pt x="27013" y="6947"/>
                      <a:pt x="24354" y="4285"/>
                    </a:cubicBezTo>
                    <a:cubicBezTo>
                      <a:pt x="21696" y="1622"/>
                      <a:pt x="18089" y="126"/>
                      <a:pt x="14329" y="126"/>
                    </a:cubicBezTo>
                    <a:cubicBezTo>
                      <a:pt x="10569" y="126"/>
                      <a:pt x="6962" y="1622"/>
                      <a:pt x="4303" y="4285"/>
                    </a:cubicBezTo>
                    <a:cubicBezTo>
                      <a:pt x="1644" y="6947"/>
                      <a:pt x="150" y="10559"/>
                      <a:pt x="150" y="14325"/>
                    </a:cubicBezTo>
                    <a:cubicBezTo>
                      <a:pt x="150" y="18091"/>
                      <a:pt x="1644" y="21703"/>
                      <a:pt x="4303" y="24365"/>
                    </a:cubicBezTo>
                    <a:cubicBezTo>
                      <a:pt x="6962" y="27028"/>
                      <a:pt x="10569" y="28524"/>
                      <a:pt x="14329"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5" name="Freeform: Shape 494">
                <a:extLst>
                  <a:ext uri="{FF2B5EF4-FFF2-40B4-BE49-F238E27FC236}">
                    <a16:creationId xmlns:a16="http://schemas.microsoft.com/office/drawing/2014/main" id="{FAF38832-26D7-7220-B8C6-497C15F596C9}"/>
                  </a:ext>
                </a:extLst>
              </p:cNvPr>
              <p:cNvSpPr/>
              <p:nvPr/>
            </p:nvSpPr>
            <p:spPr>
              <a:xfrm>
                <a:off x="9373101" y="3688609"/>
                <a:ext cx="28356" cy="28397"/>
              </a:xfrm>
              <a:custGeom>
                <a:avLst/>
                <a:gdLst>
                  <a:gd name="connsiteX0" fmla="*/ 14328 w 28356"/>
                  <a:gd name="connsiteY0" fmla="*/ 28429 h 28397"/>
                  <a:gd name="connsiteX1" fmla="*/ 24354 w 28356"/>
                  <a:gd name="connsiteY1" fmla="*/ 24271 h 28397"/>
                  <a:gd name="connsiteX2" fmla="*/ 28507 w 28356"/>
                  <a:gd name="connsiteY2" fmla="*/ 14230 h 28397"/>
                  <a:gd name="connsiteX3" fmla="*/ 24354 w 28356"/>
                  <a:gd name="connsiteY3" fmla="*/ 4190 h 28397"/>
                  <a:gd name="connsiteX4" fmla="*/ 14328 w 28356"/>
                  <a:gd name="connsiteY4" fmla="*/ 31 h 28397"/>
                  <a:gd name="connsiteX5" fmla="*/ 4303 w 28356"/>
                  <a:gd name="connsiteY5" fmla="*/ 4190 h 28397"/>
                  <a:gd name="connsiteX6" fmla="*/ 150 w 28356"/>
                  <a:gd name="connsiteY6" fmla="*/ 14230 h 28397"/>
                  <a:gd name="connsiteX7" fmla="*/ 4303 w 28356"/>
                  <a:gd name="connsiteY7" fmla="*/ 24271 h 28397"/>
                  <a:gd name="connsiteX8" fmla="*/ 14328 w 28356"/>
                  <a:gd name="connsiteY8" fmla="*/ 284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429"/>
                    </a:moveTo>
                    <a:cubicBezTo>
                      <a:pt x="18088" y="28429"/>
                      <a:pt x="21695" y="26933"/>
                      <a:pt x="24354" y="24271"/>
                    </a:cubicBezTo>
                    <a:cubicBezTo>
                      <a:pt x="27013" y="21608"/>
                      <a:pt x="28507" y="17996"/>
                      <a:pt x="28507" y="14230"/>
                    </a:cubicBezTo>
                    <a:cubicBezTo>
                      <a:pt x="28507" y="10465"/>
                      <a:pt x="27013" y="6853"/>
                      <a:pt x="24354" y="4190"/>
                    </a:cubicBezTo>
                    <a:cubicBezTo>
                      <a:pt x="21695" y="1527"/>
                      <a:pt x="18088" y="31"/>
                      <a:pt x="14328" y="31"/>
                    </a:cubicBezTo>
                    <a:cubicBezTo>
                      <a:pt x="10568" y="31"/>
                      <a:pt x="6961" y="1527"/>
                      <a:pt x="4303" y="4190"/>
                    </a:cubicBezTo>
                    <a:cubicBezTo>
                      <a:pt x="1644" y="6853"/>
                      <a:pt x="150" y="10465"/>
                      <a:pt x="150" y="14230"/>
                    </a:cubicBezTo>
                    <a:cubicBezTo>
                      <a:pt x="150" y="17996"/>
                      <a:pt x="1644" y="21608"/>
                      <a:pt x="4303" y="24271"/>
                    </a:cubicBezTo>
                    <a:cubicBezTo>
                      <a:pt x="6961" y="26933"/>
                      <a:pt x="10568" y="28429"/>
                      <a:pt x="14328" y="284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6" name="Freeform: Shape 495">
                <a:extLst>
                  <a:ext uri="{FF2B5EF4-FFF2-40B4-BE49-F238E27FC236}">
                    <a16:creationId xmlns:a16="http://schemas.microsoft.com/office/drawing/2014/main" id="{537E9A30-D9C1-9945-6F3B-E5382BA905D4}"/>
                  </a:ext>
                </a:extLst>
              </p:cNvPr>
              <p:cNvSpPr/>
              <p:nvPr/>
            </p:nvSpPr>
            <p:spPr>
              <a:xfrm>
                <a:off x="9365352" y="4083932"/>
                <a:ext cx="28356" cy="28397"/>
              </a:xfrm>
              <a:custGeom>
                <a:avLst/>
                <a:gdLst>
                  <a:gd name="connsiteX0" fmla="*/ 14328 w 28356"/>
                  <a:gd name="connsiteY0" fmla="*/ 28460 h 28397"/>
                  <a:gd name="connsiteX1" fmla="*/ 24353 w 28356"/>
                  <a:gd name="connsiteY1" fmla="*/ 24302 h 28397"/>
                  <a:gd name="connsiteX2" fmla="*/ 28506 w 28356"/>
                  <a:gd name="connsiteY2" fmla="*/ 14261 h 28397"/>
                  <a:gd name="connsiteX3" fmla="*/ 24353 w 28356"/>
                  <a:gd name="connsiteY3" fmla="*/ 4221 h 28397"/>
                  <a:gd name="connsiteX4" fmla="*/ 14328 w 28356"/>
                  <a:gd name="connsiteY4" fmla="*/ 62 h 28397"/>
                  <a:gd name="connsiteX5" fmla="*/ 4302 w 28356"/>
                  <a:gd name="connsiteY5" fmla="*/ 4221 h 28397"/>
                  <a:gd name="connsiteX6" fmla="*/ 149 w 28356"/>
                  <a:gd name="connsiteY6" fmla="*/ 14261 h 28397"/>
                  <a:gd name="connsiteX7" fmla="*/ 4302 w 28356"/>
                  <a:gd name="connsiteY7" fmla="*/ 24302 h 28397"/>
                  <a:gd name="connsiteX8" fmla="*/ 14328 w 28356"/>
                  <a:gd name="connsiteY8" fmla="*/ 2846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8" y="28460"/>
                    </a:moveTo>
                    <a:cubicBezTo>
                      <a:pt x="18088" y="28460"/>
                      <a:pt x="21694" y="26964"/>
                      <a:pt x="24353" y="24302"/>
                    </a:cubicBezTo>
                    <a:cubicBezTo>
                      <a:pt x="27012" y="21639"/>
                      <a:pt x="28506" y="18027"/>
                      <a:pt x="28506" y="14261"/>
                    </a:cubicBezTo>
                    <a:cubicBezTo>
                      <a:pt x="28506" y="10496"/>
                      <a:pt x="27012" y="6884"/>
                      <a:pt x="24353" y="4221"/>
                    </a:cubicBezTo>
                    <a:cubicBezTo>
                      <a:pt x="21694" y="1559"/>
                      <a:pt x="18088" y="62"/>
                      <a:pt x="14328" y="62"/>
                    </a:cubicBezTo>
                    <a:cubicBezTo>
                      <a:pt x="10567" y="62"/>
                      <a:pt x="6961" y="1559"/>
                      <a:pt x="4302" y="4221"/>
                    </a:cubicBezTo>
                    <a:cubicBezTo>
                      <a:pt x="1643" y="6884"/>
                      <a:pt x="149" y="10496"/>
                      <a:pt x="149" y="14261"/>
                    </a:cubicBezTo>
                    <a:cubicBezTo>
                      <a:pt x="149" y="18027"/>
                      <a:pt x="1643" y="21639"/>
                      <a:pt x="4302" y="24302"/>
                    </a:cubicBezTo>
                    <a:cubicBezTo>
                      <a:pt x="6961" y="26964"/>
                      <a:pt x="10567" y="28460"/>
                      <a:pt x="14328" y="2846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7" name="Freeform: Shape 496">
                <a:extLst>
                  <a:ext uri="{FF2B5EF4-FFF2-40B4-BE49-F238E27FC236}">
                    <a16:creationId xmlns:a16="http://schemas.microsoft.com/office/drawing/2014/main" id="{A825F8E9-5DFB-17CC-B502-D99997EA708B}"/>
                  </a:ext>
                </a:extLst>
              </p:cNvPr>
              <p:cNvSpPr/>
              <p:nvPr/>
            </p:nvSpPr>
            <p:spPr>
              <a:xfrm>
                <a:off x="9357591" y="4455219"/>
                <a:ext cx="28356" cy="28397"/>
              </a:xfrm>
              <a:custGeom>
                <a:avLst/>
                <a:gdLst>
                  <a:gd name="connsiteX0" fmla="*/ 14327 w 28356"/>
                  <a:gd name="connsiteY0" fmla="*/ 28490 h 28397"/>
                  <a:gd name="connsiteX1" fmla="*/ 24353 w 28356"/>
                  <a:gd name="connsiteY1" fmla="*/ 24331 h 28397"/>
                  <a:gd name="connsiteX2" fmla="*/ 28505 w 28356"/>
                  <a:gd name="connsiteY2" fmla="*/ 14291 h 28397"/>
                  <a:gd name="connsiteX3" fmla="*/ 24353 w 28356"/>
                  <a:gd name="connsiteY3" fmla="*/ 4250 h 28397"/>
                  <a:gd name="connsiteX4" fmla="*/ 14327 w 28356"/>
                  <a:gd name="connsiteY4" fmla="*/ 92 h 28397"/>
                  <a:gd name="connsiteX5" fmla="*/ 4301 w 28356"/>
                  <a:gd name="connsiteY5" fmla="*/ 4250 h 28397"/>
                  <a:gd name="connsiteX6" fmla="*/ 149 w 28356"/>
                  <a:gd name="connsiteY6" fmla="*/ 14291 h 28397"/>
                  <a:gd name="connsiteX7" fmla="*/ 4301 w 28356"/>
                  <a:gd name="connsiteY7" fmla="*/ 24331 h 28397"/>
                  <a:gd name="connsiteX8" fmla="*/ 14327 w 28356"/>
                  <a:gd name="connsiteY8" fmla="*/ 2849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7" y="28490"/>
                    </a:moveTo>
                    <a:cubicBezTo>
                      <a:pt x="18087" y="28490"/>
                      <a:pt x="21694" y="26994"/>
                      <a:pt x="24353" y="24331"/>
                    </a:cubicBezTo>
                    <a:cubicBezTo>
                      <a:pt x="27011" y="21668"/>
                      <a:pt x="28505" y="18056"/>
                      <a:pt x="28505" y="14291"/>
                    </a:cubicBezTo>
                    <a:cubicBezTo>
                      <a:pt x="28505" y="10525"/>
                      <a:pt x="27011" y="6913"/>
                      <a:pt x="24353" y="4250"/>
                    </a:cubicBezTo>
                    <a:cubicBezTo>
                      <a:pt x="21694" y="1588"/>
                      <a:pt x="18087" y="92"/>
                      <a:pt x="14327" y="92"/>
                    </a:cubicBezTo>
                    <a:cubicBezTo>
                      <a:pt x="10567" y="92"/>
                      <a:pt x="6960" y="1588"/>
                      <a:pt x="4301" y="4250"/>
                    </a:cubicBezTo>
                    <a:cubicBezTo>
                      <a:pt x="1643" y="6913"/>
                      <a:pt x="149" y="10525"/>
                      <a:pt x="149" y="14291"/>
                    </a:cubicBezTo>
                    <a:cubicBezTo>
                      <a:pt x="149" y="18056"/>
                      <a:pt x="1643" y="21668"/>
                      <a:pt x="4301" y="24331"/>
                    </a:cubicBezTo>
                    <a:cubicBezTo>
                      <a:pt x="6960" y="26994"/>
                      <a:pt x="10567" y="28490"/>
                      <a:pt x="14327" y="2849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8" name="Freeform: Shape 497">
                <a:extLst>
                  <a:ext uri="{FF2B5EF4-FFF2-40B4-BE49-F238E27FC236}">
                    <a16:creationId xmlns:a16="http://schemas.microsoft.com/office/drawing/2014/main" id="{A2CA4DFF-0319-BA9C-E066-61229E9C5AA0}"/>
                  </a:ext>
                </a:extLst>
              </p:cNvPr>
              <p:cNvSpPr/>
              <p:nvPr/>
            </p:nvSpPr>
            <p:spPr>
              <a:xfrm>
                <a:off x="9349830" y="4355537"/>
                <a:ext cx="28356" cy="28397"/>
              </a:xfrm>
              <a:custGeom>
                <a:avLst/>
                <a:gdLst>
                  <a:gd name="connsiteX0" fmla="*/ 14326 w 28356"/>
                  <a:gd name="connsiteY0" fmla="*/ 28482 h 28397"/>
                  <a:gd name="connsiteX1" fmla="*/ 24352 w 28356"/>
                  <a:gd name="connsiteY1" fmla="*/ 24323 h 28397"/>
                  <a:gd name="connsiteX2" fmla="*/ 28505 w 28356"/>
                  <a:gd name="connsiteY2" fmla="*/ 14283 h 28397"/>
                  <a:gd name="connsiteX3" fmla="*/ 24352 w 28356"/>
                  <a:gd name="connsiteY3" fmla="*/ 4243 h 28397"/>
                  <a:gd name="connsiteX4" fmla="*/ 14326 w 28356"/>
                  <a:gd name="connsiteY4" fmla="*/ 84 h 28397"/>
                  <a:gd name="connsiteX5" fmla="*/ 4301 w 28356"/>
                  <a:gd name="connsiteY5" fmla="*/ 4243 h 28397"/>
                  <a:gd name="connsiteX6" fmla="*/ 148 w 28356"/>
                  <a:gd name="connsiteY6" fmla="*/ 14283 h 28397"/>
                  <a:gd name="connsiteX7" fmla="*/ 4301 w 28356"/>
                  <a:gd name="connsiteY7" fmla="*/ 24323 h 28397"/>
                  <a:gd name="connsiteX8" fmla="*/ 14326 w 28356"/>
                  <a:gd name="connsiteY8" fmla="*/ 2848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482"/>
                    </a:moveTo>
                    <a:cubicBezTo>
                      <a:pt x="18087" y="28482"/>
                      <a:pt x="21693" y="26986"/>
                      <a:pt x="24352" y="24323"/>
                    </a:cubicBezTo>
                    <a:cubicBezTo>
                      <a:pt x="27011" y="21660"/>
                      <a:pt x="28505" y="18048"/>
                      <a:pt x="28505" y="14283"/>
                    </a:cubicBezTo>
                    <a:cubicBezTo>
                      <a:pt x="28505" y="10517"/>
                      <a:pt x="27011" y="6905"/>
                      <a:pt x="24352" y="4243"/>
                    </a:cubicBezTo>
                    <a:cubicBezTo>
                      <a:pt x="21693" y="1580"/>
                      <a:pt x="18087" y="84"/>
                      <a:pt x="14326" y="84"/>
                    </a:cubicBezTo>
                    <a:cubicBezTo>
                      <a:pt x="10566" y="84"/>
                      <a:pt x="6960" y="1580"/>
                      <a:pt x="4301" y="4243"/>
                    </a:cubicBezTo>
                    <a:cubicBezTo>
                      <a:pt x="1642" y="6905"/>
                      <a:pt x="148" y="10517"/>
                      <a:pt x="148" y="14283"/>
                    </a:cubicBezTo>
                    <a:cubicBezTo>
                      <a:pt x="148" y="18048"/>
                      <a:pt x="1642" y="21660"/>
                      <a:pt x="4301" y="24323"/>
                    </a:cubicBezTo>
                    <a:cubicBezTo>
                      <a:pt x="6960" y="26986"/>
                      <a:pt x="10566" y="28482"/>
                      <a:pt x="14326" y="2848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99" name="Freeform: Shape 498">
                <a:extLst>
                  <a:ext uri="{FF2B5EF4-FFF2-40B4-BE49-F238E27FC236}">
                    <a16:creationId xmlns:a16="http://schemas.microsoft.com/office/drawing/2014/main" id="{878C69C2-6B2E-192D-2866-43FC10CC7AFD}"/>
                  </a:ext>
                </a:extLst>
              </p:cNvPr>
              <p:cNvSpPr/>
              <p:nvPr/>
            </p:nvSpPr>
            <p:spPr>
              <a:xfrm>
                <a:off x="9342069" y="4442170"/>
                <a:ext cx="28356" cy="28397"/>
              </a:xfrm>
              <a:custGeom>
                <a:avLst/>
                <a:gdLst>
                  <a:gd name="connsiteX0" fmla="*/ 14326 w 28356"/>
                  <a:gd name="connsiteY0" fmla="*/ 28489 h 28397"/>
                  <a:gd name="connsiteX1" fmla="*/ 24351 w 28356"/>
                  <a:gd name="connsiteY1" fmla="*/ 24330 h 28397"/>
                  <a:gd name="connsiteX2" fmla="*/ 28504 w 28356"/>
                  <a:gd name="connsiteY2" fmla="*/ 14290 h 28397"/>
                  <a:gd name="connsiteX3" fmla="*/ 24351 w 28356"/>
                  <a:gd name="connsiteY3" fmla="*/ 4249 h 28397"/>
                  <a:gd name="connsiteX4" fmla="*/ 14326 w 28356"/>
                  <a:gd name="connsiteY4" fmla="*/ 91 h 28397"/>
                  <a:gd name="connsiteX5" fmla="*/ 4300 w 28356"/>
                  <a:gd name="connsiteY5" fmla="*/ 4249 h 28397"/>
                  <a:gd name="connsiteX6" fmla="*/ 147 w 28356"/>
                  <a:gd name="connsiteY6" fmla="*/ 14290 h 28397"/>
                  <a:gd name="connsiteX7" fmla="*/ 4300 w 28356"/>
                  <a:gd name="connsiteY7" fmla="*/ 24330 h 28397"/>
                  <a:gd name="connsiteX8" fmla="*/ 14326 w 28356"/>
                  <a:gd name="connsiteY8" fmla="*/ 2848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6" y="28489"/>
                    </a:moveTo>
                    <a:cubicBezTo>
                      <a:pt x="18086" y="28489"/>
                      <a:pt x="21693" y="26993"/>
                      <a:pt x="24351" y="24330"/>
                    </a:cubicBezTo>
                    <a:cubicBezTo>
                      <a:pt x="27010" y="21667"/>
                      <a:pt x="28504" y="18055"/>
                      <a:pt x="28504" y="14290"/>
                    </a:cubicBezTo>
                    <a:cubicBezTo>
                      <a:pt x="28504" y="10524"/>
                      <a:pt x="27010" y="6912"/>
                      <a:pt x="24351" y="4249"/>
                    </a:cubicBezTo>
                    <a:cubicBezTo>
                      <a:pt x="21693" y="1587"/>
                      <a:pt x="18086" y="91"/>
                      <a:pt x="14326" y="91"/>
                    </a:cubicBezTo>
                    <a:cubicBezTo>
                      <a:pt x="10566" y="91"/>
                      <a:pt x="6959" y="1587"/>
                      <a:pt x="4300" y="4249"/>
                    </a:cubicBezTo>
                    <a:cubicBezTo>
                      <a:pt x="1641" y="6912"/>
                      <a:pt x="147" y="10524"/>
                      <a:pt x="147" y="14290"/>
                    </a:cubicBezTo>
                    <a:cubicBezTo>
                      <a:pt x="147" y="18055"/>
                      <a:pt x="1641" y="21667"/>
                      <a:pt x="4300" y="24330"/>
                    </a:cubicBezTo>
                    <a:cubicBezTo>
                      <a:pt x="6959" y="26993"/>
                      <a:pt x="10566" y="28489"/>
                      <a:pt x="14326" y="2848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0" name="Freeform: Shape 499">
                <a:extLst>
                  <a:ext uri="{FF2B5EF4-FFF2-40B4-BE49-F238E27FC236}">
                    <a16:creationId xmlns:a16="http://schemas.microsoft.com/office/drawing/2014/main" id="{CEDB51B2-5D9E-4B61-ACD2-9DD38E6C80D4}"/>
                  </a:ext>
                </a:extLst>
              </p:cNvPr>
              <p:cNvSpPr/>
              <p:nvPr/>
            </p:nvSpPr>
            <p:spPr>
              <a:xfrm>
                <a:off x="9334321" y="4869358"/>
                <a:ext cx="28356" cy="28397"/>
              </a:xfrm>
              <a:custGeom>
                <a:avLst/>
                <a:gdLst>
                  <a:gd name="connsiteX0" fmla="*/ 14325 w 28356"/>
                  <a:gd name="connsiteY0" fmla="*/ 28522 h 28397"/>
                  <a:gd name="connsiteX1" fmla="*/ 24351 w 28356"/>
                  <a:gd name="connsiteY1" fmla="*/ 24364 h 28397"/>
                  <a:gd name="connsiteX2" fmla="*/ 28503 w 28356"/>
                  <a:gd name="connsiteY2" fmla="*/ 14323 h 28397"/>
                  <a:gd name="connsiteX3" fmla="*/ 24351 w 28356"/>
                  <a:gd name="connsiteY3" fmla="*/ 4283 h 28397"/>
                  <a:gd name="connsiteX4" fmla="*/ 14325 w 28356"/>
                  <a:gd name="connsiteY4" fmla="*/ 124 h 28397"/>
                  <a:gd name="connsiteX5" fmla="*/ 4300 w 28356"/>
                  <a:gd name="connsiteY5" fmla="*/ 4283 h 28397"/>
                  <a:gd name="connsiteX6" fmla="*/ 147 w 28356"/>
                  <a:gd name="connsiteY6" fmla="*/ 14323 h 28397"/>
                  <a:gd name="connsiteX7" fmla="*/ 4300 w 28356"/>
                  <a:gd name="connsiteY7" fmla="*/ 24364 h 28397"/>
                  <a:gd name="connsiteX8" fmla="*/ 14325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522"/>
                    </a:moveTo>
                    <a:cubicBezTo>
                      <a:pt x="18085" y="28522"/>
                      <a:pt x="21692" y="27026"/>
                      <a:pt x="24351" y="24364"/>
                    </a:cubicBezTo>
                    <a:cubicBezTo>
                      <a:pt x="27010" y="21701"/>
                      <a:pt x="28503" y="18089"/>
                      <a:pt x="28503" y="14323"/>
                    </a:cubicBezTo>
                    <a:cubicBezTo>
                      <a:pt x="28503" y="10558"/>
                      <a:pt x="27010" y="6946"/>
                      <a:pt x="24351" y="4283"/>
                    </a:cubicBezTo>
                    <a:cubicBezTo>
                      <a:pt x="21692" y="1620"/>
                      <a:pt x="18085" y="124"/>
                      <a:pt x="14325" y="124"/>
                    </a:cubicBezTo>
                    <a:cubicBezTo>
                      <a:pt x="10565" y="124"/>
                      <a:pt x="6958" y="1620"/>
                      <a:pt x="4300" y="4283"/>
                    </a:cubicBezTo>
                    <a:cubicBezTo>
                      <a:pt x="1641" y="6946"/>
                      <a:pt x="147" y="10558"/>
                      <a:pt x="147" y="14323"/>
                    </a:cubicBezTo>
                    <a:cubicBezTo>
                      <a:pt x="147" y="18089"/>
                      <a:pt x="1641" y="21701"/>
                      <a:pt x="4300" y="24364"/>
                    </a:cubicBezTo>
                    <a:cubicBezTo>
                      <a:pt x="6958" y="27026"/>
                      <a:pt x="10565" y="28522"/>
                      <a:pt x="14325" y="2852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1" name="Freeform: Shape 500">
                <a:extLst>
                  <a:ext uri="{FF2B5EF4-FFF2-40B4-BE49-F238E27FC236}">
                    <a16:creationId xmlns:a16="http://schemas.microsoft.com/office/drawing/2014/main" id="{0AB15952-044B-49CA-16A8-97DC1FA601D0}"/>
                  </a:ext>
                </a:extLst>
              </p:cNvPr>
              <p:cNvSpPr/>
              <p:nvPr/>
            </p:nvSpPr>
            <p:spPr>
              <a:xfrm>
                <a:off x="9326560" y="3761969"/>
                <a:ext cx="28356" cy="28397"/>
              </a:xfrm>
              <a:custGeom>
                <a:avLst/>
                <a:gdLst>
                  <a:gd name="connsiteX0" fmla="*/ 14325 w 28356"/>
                  <a:gd name="connsiteY0" fmla="*/ 28435 h 28397"/>
                  <a:gd name="connsiteX1" fmla="*/ 24350 w 28356"/>
                  <a:gd name="connsiteY1" fmla="*/ 24276 h 28397"/>
                  <a:gd name="connsiteX2" fmla="*/ 28503 w 28356"/>
                  <a:gd name="connsiteY2" fmla="*/ 14236 h 28397"/>
                  <a:gd name="connsiteX3" fmla="*/ 24350 w 28356"/>
                  <a:gd name="connsiteY3" fmla="*/ 4196 h 28397"/>
                  <a:gd name="connsiteX4" fmla="*/ 14325 w 28356"/>
                  <a:gd name="connsiteY4" fmla="*/ 37 h 28397"/>
                  <a:gd name="connsiteX5" fmla="*/ 4299 w 28356"/>
                  <a:gd name="connsiteY5" fmla="*/ 4196 h 28397"/>
                  <a:gd name="connsiteX6" fmla="*/ 146 w 28356"/>
                  <a:gd name="connsiteY6" fmla="*/ 14236 h 28397"/>
                  <a:gd name="connsiteX7" fmla="*/ 4299 w 28356"/>
                  <a:gd name="connsiteY7" fmla="*/ 24276 h 28397"/>
                  <a:gd name="connsiteX8" fmla="*/ 14325 w 28356"/>
                  <a:gd name="connsiteY8" fmla="*/ 2843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5" y="28435"/>
                    </a:moveTo>
                    <a:cubicBezTo>
                      <a:pt x="18085" y="28435"/>
                      <a:pt x="21691" y="26939"/>
                      <a:pt x="24350" y="24276"/>
                    </a:cubicBezTo>
                    <a:cubicBezTo>
                      <a:pt x="27009" y="21614"/>
                      <a:pt x="28503" y="18002"/>
                      <a:pt x="28503" y="14236"/>
                    </a:cubicBezTo>
                    <a:cubicBezTo>
                      <a:pt x="28503" y="10470"/>
                      <a:pt x="27009" y="6859"/>
                      <a:pt x="24350" y="4196"/>
                    </a:cubicBezTo>
                    <a:cubicBezTo>
                      <a:pt x="21691" y="1533"/>
                      <a:pt x="18085" y="37"/>
                      <a:pt x="14325" y="37"/>
                    </a:cubicBezTo>
                    <a:cubicBezTo>
                      <a:pt x="10564" y="37"/>
                      <a:pt x="6958" y="1533"/>
                      <a:pt x="4299" y="4196"/>
                    </a:cubicBezTo>
                    <a:cubicBezTo>
                      <a:pt x="1640" y="6859"/>
                      <a:pt x="146" y="10470"/>
                      <a:pt x="146" y="14236"/>
                    </a:cubicBezTo>
                    <a:cubicBezTo>
                      <a:pt x="146" y="18002"/>
                      <a:pt x="1640" y="21614"/>
                      <a:pt x="4299" y="24276"/>
                    </a:cubicBezTo>
                    <a:cubicBezTo>
                      <a:pt x="6958" y="26939"/>
                      <a:pt x="10564" y="28435"/>
                      <a:pt x="14325" y="2843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2" name="Freeform: Shape 501">
                <a:extLst>
                  <a:ext uri="{FF2B5EF4-FFF2-40B4-BE49-F238E27FC236}">
                    <a16:creationId xmlns:a16="http://schemas.microsoft.com/office/drawing/2014/main" id="{7A090C80-6768-C5DF-B259-2A7E7475CB15}"/>
                  </a:ext>
                </a:extLst>
              </p:cNvPr>
              <p:cNvSpPr/>
              <p:nvPr/>
            </p:nvSpPr>
            <p:spPr>
              <a:xfrm>
                <a:off x="9318799" y="4746702"/>
                <a:ext cx="28356" cy="28397"/>
              </a:xfrm>
              <a:custGeom>
                <a:avLst/>
                <a:gdLst>
                  <a:gd name="connsiteX0" fmla="*/ 14324 w 28356"/>
                  <a:gd name="connsiteY0" fmla="*/ 28513 h 28397"/>
                  <a:gd name="connsiteX1" fmla="*/ 24350 w 28356"/>
                  <a:gd name="connsiteY1" fmla="*/ 24354 h 28397"/>
                  <a:gd name="connsiteX2" fmla="*/ 28502 w 28356"/>
                  <a:gd name="connsiteY2" fmla="*/ 14314 h 28397"/>
                  <a:gd name="connsiteX3" fmla="*/ 24350 w 28356"/>
                  <a:gd name="connsiteY3" fmla="*/ 4273 h 28397"/>
                  <a:gd name="connsiteX4" fmla="*/ 14324 w 28356"/>
                  <a:gd name="connsiteY4" fmla="*/ 115 h 28397"/>
                  <a:gd name="connsiteX5" fmla="*/ 4298 w 28356"/>
                  <a:gd name="connsiteY5" fmla="*/ 4273 h 28397"/>
                  <a:gd name="connsiteX6" fmla="*/ 146 w 28356"/>
                  <a:gd name="connsiteY6" fmla="*/ 14314 h 28397"/>
                  <a:gd name="connsiteX7" fmla="*/ 4298 w 28356"/>
                  <a:gd name="connsiteY7" fmla="*/ 24354 h 28397"/>
                  <a:gd name="connsiteX8" fmla="*/ 14324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4" y="28513"/>
                    </a:moveTo>
                    <a:cubicBezTo>
                      <a:pt x="18084" y="28513"/>
                      <a:pt x="21691" y="27017"/>
                      <a:pt x="24350" y="24354"/>
                    </a:cubicBezTo>
                    <a:cubicBezTo>
                      <a:pt x="27008" y="21691"/>
                      <a:pt x="28502" y="18079"/>
                      <a:pt x="28502" y="14314"/>
                    </a:cubicBezTo>
                    <a:cubicBezTo>
                      <a:pt x="28502" y="10548"/>
                      <a:pt x="27008" y="6936"/>
                      <a:pt x="24350" y="4273"/>
                    </a:cubicBezTo>
                    <a:cubicBezTo>
                      <a:pt x="21691" y="1611"/>
                      <a:pt x="18084" y="115"/>
                      <a:pt x="14324" y="115"/>
                    </a:cubicBezTo>
                    <a:cubicBezTo>
                      <a:pt x="10564" y="115"/>
                      <a:pt x="6957" y="1611"/>
                      <a:pt x="4298" y="4273"/>
                    </a:cubicBezTo>
                    <a:cubicBezTo>
                      <a:pt x="1639" y="6936"/>
                      <a:pt x="146" y="10548"/>
                      <a:pt x="146" y="14314"/>
                    </a:cubicBezTo>
                    <a:cubicBezTo>
                      <a:pt x="146" y="18079"/>
                      <a:pt x="1639" y="21691"/>
                      <a:pt x="4298" y="24354"/>
                    </a:cubicBezTo>
                    <a:cubicBezTo>
                      <a:pt x="6957" y="27017"/>
                      <a:pt x="10564" y="28513"/>
                      <a:pt x="14324"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3" name="Freeform: Shape 502">
                <a:extLst>
                  <a:ext uri="{FF2B5EF4-FFF2-40B4-BE49-F238E27FC236}">
                    <a16:creationId xmlns:a16="http://schemas.microsoft.com/office/drawing/2014/main" id="{009728C2-81CE-675B-6F7B-788C1E4C3A9F}"/>
                  </a:ext>
                </a:extLst>
              </p:cNvPr>
              <p:cNvSpPr/>
              <p:nvPr/>
            </p:nvSpPr>
            <p:spPr>
              <a:xfrm>
                <a:off x="9311037" y="4873765"/>
                <a:ext cx="28356" cy="28397"/>
              </a:xfrm>
              <a:custGeom>
                <a:avLst/>
                <a:gdLst>
                  <a:gd name="connsiteX0" fmla="*/ 14323 w 28356"/>
                  <a:gd name="connsiteY0" fmla="*/ 28523 h 28397"/>
                  <a:gd name="connsiteX1" fmla="*/ 24349 w 28356"/>
                  <a:gd name="connsiteY1" fmla="*/ 24364 h 28397"/>
                  <a:gd name="connsiteX2" fmla="*/ 28502 w 28356"/>
                  <a:gd name="connsiteY2" fmla="*/ 14324 h 28397"/>
                  <a:gd name="connsiteX3" fmla="*/ 24349 w 28356"/>
                  <a:gd name="connsiteY3" fmla="*/ 4283 h 28397"/>
                  <a:gd name="connsiteX4" fmla="*/ 14323 w 28356"/>
                  <a:gd name="connsiteY4" fmla="*/ 125 h 28397"/>
                  <a:gd name="connsiteX5" fmla="*/ 4298 w 28356"/>
                  <a:gd name="connsiteY5" fmla="*/ 4283 h 28397"/>
                  <a:gd name="connsiteX6" fmla="*/ 145 w 28356"/>
                  <a:gd name="connsiteY6" fmla="*/ 14324 h 28397"/>
                  <a:gd name="connsiteX7" fmla="*/ 4298 w 28356"/>
                  <a:gd name="connsiteY7" fmla="*/ 24364 h 28397"/>
                  <a:gd name="connsiteX8" fmla="*/ 1432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523"/>
                    </a:moveTo>
                    <a:cubicBezTo>
                      <a:pt x="18083" y="28523"/>
                      <a:pt x="21690" y="27027"/>
                      <a:pt x="24349" y="24364"/>
                    </a:cubicBezTo>
                    <a:cubicBezTo>
                      <a:pt x="27008" y="21701"/>
                      <a:pt x="28502" y="18089"/>
                      <a:pt x="28502" y="14324"/>
                    </a:cubicBezTo>
                    <a:cubicBezTo>
                      <a:pt x="28502" y="10558"/>
                      <a:pt x="27008" y="6946"/>
                      <a:pt x="24349" y="4283"/>
                    </a:cubicBezTo>
                    <a:cubicBezTo>
                      <a:pt x="21690" y="1621"/>
                      <a:pt x="18083" y="125"/>
                      <a:pt x="14323" y="125"/>
                    </a:cubicBezTo>
                    <a:cubicBezTo>
                      <a:pt x="10563" y="125"/>
                      <a:pt x="6957" y="1621"/>
                      <a:pt x="4298" y="4283"/>
                    </a:cubicBezTo>
                    <a:cubicBezTo>
                      <a:pt x="1639" y="6946"/>
                      <a:pt x="145" y="10558"/>
                      <a:pt x="145" y="14324"/>
                    </a:cubicBezTo>
                    <a:cubicBezTo>
                      <a:pt x="145" y="18089"/>
                      <a:pt x="1639" y="21701"/>
                      <a:pt x="4298" y="24364"/>
                    </a:cubicBezTo>
                    <a:cubicBezTo>
                      <a:pt x="6957" y="27027"/>
                      <a:pt x="10563" y="28523"/>
                      <a:pt x="1432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4" name="Freeform: Shape 503">
                <a:extLst>
                  <a:ext uri="{FF2B5EF4-FFF2-40B4-BE49-F238E27FC236}">
                    <a16:creationId xmlns:a16="http://schemas.microsoft.com/office/drawing/2014/main" id="{8F68C691-DB69-0F49-3DEA-47C688D7F138}"/>
                  </a:ext>
                </a:extLst>
              </p:cNvPr>
              <p:cNvSpPr/>
              <p:nvPr/>
            </p:nvSpPr>
            <p:spPr>
              <a:xfrm>
                <a:off x="9303276" y="4085116"/>
                <a:ext cx="28356" cy="28397"/>
              </a:xfrm>
              <a:custGeom>
                <a:avLst/>
                <a:gdLst>
                  <a:gd name="connsiteX0" fmla="*/ 14323 w 28356"/>
                  <a:gd name="connsiteY0" fmla="*/ 28461 h 28397"/>
                  <a:gd name="connsiteX1" fmla="*/ 24348 w 28356"/>
                  <a:gd name="connsiteY1" fmla="*/ 24302 h 28397"/>
                  <a:gd name="connsiteX2" fmla="*/ 28501 w 28356"/>
                  <a:gd name="connsiteY2" fmla="*/ 14262 h 28397"/>
                  <a:gd name="connsiteX3" fmla="*/ 24348 w 28356"/>
                  <a:gd name="connsiteY3" fmla="*/ 4221 h 28397"/>
                  <a:gd name="connsiteX4" fmla="*/ 14323 w 28356"/>
                  <a:gd name="connsiteY4" fmla="*/ 63 h 28397"/>
                  <a:gd name="connsiteX5" fmla="*/ 4297 w 28356"/>
                  <a:gd name="connsiteY5" fmla="*/ 4221 h 28397"/>
                  <a:gd name="connsiteX6" fmla="*/ 144 w 28356"/>
                  <a:gd name="connsiteY6" fmla="*/ 14262 h 28397"/>
                  <a:gd name="connsiteX7" fmla="*/ 4297 w 28356"/>
                  <a:gd name="connsiteY7" fmla="*/ 24302 h 28397"/>
                  <a:gd name="connsiteX8" fmla="*/ 14323 w 28356"/>
                  <a:gd name="connsiteY8" fmla="*/ 2846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3" y="28461"/>
                    </a:moveTo>
                    <a:cubicBezTo>
                      <a:pt x="18083" y="28461"/>
                      <a:pt x="21690" y="26964"/>
                      <a:pt x="24348" y="24302"/>
                    </a:cubicBezTo>
                    <a:cubicBezTo>
                      <a:pt x="27007" y="21639"/>
                      <a:pt x="28501" y="18027"/>
                      <a:pt x="28501" y="14262"/>
                    </a:cubicBezTo>
                    <a:cubicBezTo>
                      <a:pt x="28501" y="10496"/>
                      <a:pt x="27007" y="6884"/>
                      <a:pt x="24348" y="4221"/>
                    </a:cubicBezTo>
                    <a:cubicBezTo>
                      <a:pt x="21690" y="1559"/>
                      <a:pt x="18083" y="63"/>
                      <a:pt x="14323" y="63"/>
                    </a:cubicBezTo>
                    <a:cubicBezTo>
                      <a:pt x="10563" y="63"/>
                      <a:pt x="6956" y="1559"/>
                      <a:pt x="4297" y="4221"/>
                    </a:cubicBezTo>
                    <a:cubicBezTo>
                      <a:pt x="1638" y="6884"/>
                      <a:pt x="144" y="10496"/>
                      <a:pt x="144" y="14262"/>
                    </a:cubicBezTo>
                    <a:cubicBezTo>
                      <a:pt x="144" y="18027"/>
                      <a:pt x="1638" y="21639"/>
                      <a:pt x="4297" y="24302"/>
                    </a:cubicBezTo>
                    <a:cubicBezTo>
                      <a:pt x="6956" y="26964"/>
                      <a:pt x="10563" y="28461"/>
                      <a:pt x="14323" y="2846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5" name="Freeform: Shape 504">
                <a:extLst>
                  <a:ext uri="{FF2B5EF4-FFF2-40B4-BE49-F238E27FC236}">
                    <a16:creationId xmlns:a16="http://schemas.microsoft.com/office/drawing/2014/main" id="{F44A7752-68C8-9314-33E4-50E7E4DEC79B}"/>
                  </a:ext>
                </a:extLst>
              </p:cNvPr>
              <p:cNvSpPr/>
              <p:nvPr/>
            </p:nvSpPr>
            <p:spPr>
              <a:xfrm>
                <a:off x="9295528" y="4657256"/>
                <a:ext cx="28356" cy="28397"/>
              </a:xfrm>
              <a:custGeom>
                <a:avLst/>
                <a:gdLst>
                  <a:gd name="connsiteX0" fmla="*/ 14322 w 28356"/>
                  <a:gd name="connsiteY0" fmla="*/ 28506 h 28397"/>
                  <a:gd name="connsiteX1" fmla="*/ 24348 w 28356"/>
                  <a:gd name="connsiteY1" fmla="*/ 24347 h 28397"/>
                  <a:gd name="connsiteX2" fmla="*/ 28500 w 28356"/>
                  <a:gd name="connsiteY2" fmla="*/ 14307 h 28397"/>
                  <a:gd name="connsiteX3" fmla="*/ 24348 w 28356"/>
                  <a:gd name="connsiteY3" fmla="*/ 4266 h 28397"/>
                  <a:gd name="connsiteX4" fmla="*/ 14322 w 28356"/>
                  <a:gd name="connsiteY4" fmla="*/ 108 h 28397"/>
                  <a:gd name="connsiteX5" fmla="*/ 4296 w 28356"/>
                  <a:gd name="connsiteY5" fmla="*/ 4266 h 28397"/>
                  <a:gd name="connsiteX6" fmla="*/ 144 w 28356"/>
                  <a:gd name="connsiteY6" fmla="*/ 14307 h 28397"/>
                  <a:gd name="connsiteX7" fmla="*/ 4296 w 28356"/>
                  <a:gd name="connsiteY7" fmla="*/ 24347 h 28397"/>
                  <a:gd name="connsiteX8" fmla="*/ 14322 w 28356"/>
                  <a:gd name="connsiteY8" fmla="*/ 2850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2" y="28506"/>
                    </a:moveTo>
                    <a:cubicBezTo>
                      <a:pt x="18082" y="28506"/>
                      <a:pt x="21689" y="27010"/>
                      <a:pt x="24348" y="24347"/>
                    </a:cubicBezTo>
                    <a:cubicBezTo>
                      <a:pt x="27007" y="21684"/>
                      <a:pt x="28500" y="18072"/>
                      <a:pt x="28500" y="14307"/>
                    </a:cubicBezTo>
                    <a:cubicBezTo>
                      <a:pt x="28500" y="10541"/>
                      <a:pt x="27007" y="6929"/>
                      <a:pt x="24348" y="4266"/>
                    </a:cubicBezTo>
                    <a:cubicBezTo>
                      <a:pt x="21689" y="1604"/>
                      <a:pt x="18082" y="108"/>
                      <a:pt x="14322" y="108"/>
                    </a:cubicBezTo>
                    <a:cubicBezTo>
                      <a:pt x="10562" y="108"/>
                      <a:pt x="6955" y="1604"/>
                      <a:pt x="4296" y="4266"/>
                    </a:cubicBezTo>
                    <a:cubicBezTo>
                      <a:pt x="1638" y="6929"/>
                      <a:pt x="144" y="10541"/>
                      <a:pt x="144" y="14307"/>
                    </a:cubicBezTo>
                    <a:cubicBezTo>
                      <a:pt x="144" y="18072"/>
                      <a:pt x="1638" y="21684"/>
                      <a:pt x="4296" y="24347"/>
                    </a:cubicBezTo>
                    <a:cubicBezTo>
                      <a:pt x="6955" y="27010"/>
                      <a:pt x="10562" y="28506"/>
                      <a:pt x="14322" y="2850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6" name="Freeform: Shape 505">
                <a:extLst>
                  <a:ext uri="{FF2B5EF4-FFF2-40B4-BE49-F238E27FC236}">
                    <a16:creationId xmlns:a16="http://schemas.microsoft.com/office/drawing/2014/main" id="{4A2D2503-8825-AE28-BA2E-DAD49C3104A0}"/>
                  </a:ext>
                </a:extLst>
              </p:cNvPr>
              <p:cNvSpPr/>
              <p:nvPr/>
            </p:nvSpPr>
            <p:spPr>
              <a:xfrm>
                <a:off x="9287767" y="4893984"/>
                <a:ext cx="28356" cy="28397"/>
              </a:xfrm>
              <a:custGeom>
                <a:avLst/>
                <a:gdLst>
                  <a:gd name="connsiteX0" fmla="*/ 14321 w 28356"/>
                  <a:gd name="connsiteY0" fmla="*/ 28524 h 28397"/>
                  <a:gd name="connsiteX1" fmla="*/ 24347 w 28356"/>
                  <a:gd name="connsiteY1" fmla="*/ 24365 h 28397"/>
                  <a:gd name="connsiteX2" fmla="*/ 28500 w 28356"/>
                  <a:gd name="connsiteY2" fmla="*/ 14325 h 28397"/>
                  <a:gd name="connsiteX3" fmla="*/ 24347 w 28356"/>
                  <a:gd name="connsiteY3" fmla="*/ 4285 h 28397"/>
                  <a:gd name="connsiteX4" fmla="*/ 14321 w 28356"/>
                  <a:gd name="connsiteY4" fmla="*/ 126 h 28397"/>
                  <a:gd name="connsiteX5" fmla="*/ 4296 w 28356"/>
                  <a:gd name="connsiteY5" fmla="*/ 4285 h 28397"/>
                  <a:gd name="connsiteX6" fmla="*/ 143 w 28356"/>
                  <a:gd name="connsiteY6" fmla="*/ 14325 h 28397"/>
                  <a:gd name="connsiteX7" fmla="*/ 4296 w 28356"/>
                  <a:gd name="connsiteY7" fmla="*/ 24365 h 28397"/>
                  <a:gd name="connsiteX8" fmla="*/ 14321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524"/>
                    </a:moveTo>
                    <a:cubicBezTo>
                      <a:pt x="18082" y="28524"/>
                      <a:pt x="21688" y="27028"/>
                      <a:pt x="24347" y="24365"/>
                    </a:cubicBezTo>
                    <a:cubicBezTo>
                      <a:pt x="27006" y="21703"/>
                      <a:pt x="28500" y="18091"/>
                      <a:pt x="28500" y="14325"/>
                    </a:cubicBezTo>
                    <a:cubicBezTo>
                      <a:pt x="28500" y="10560"/>
                      <a:pt x="27006" y="6948"/>
                      <a:pt x="24347" y="4285"/>
                    </a:cubicBezTo>
                    <a:cubicBezTo>
                      <a:pt x="21688" y="1622"/>
                      <a:pt x="18082" y="126"/>
                      <a:pt x="14321" y="126"/>
                    </a:cubicBezTo>
                    <a:cubicBezTo>
                      <a:pt x="10561" y="126"/>
                      <a:pt x="6955" y="1622"/>
                      <a:pt x="4296" y="4285"/>
                    </a:cubicBezTo>
                    <a:cubicBezTo>
                      <a:pt x="1637" y="6948"/>
                      <a:pt x="143" y="10560"/>
                      <a:pt x="143" y="14325"/>
                    </a:cubicBezTo>
                    <a:cubicBezTo>
                      <a:pt x="143" y="18091"/>
                      <a:pt x="1637" y="21703"/>
                      <a:pt x="4296" y="24365"/>
                    </a:cubicBezTo>
                    <a:cubicBezTo>
                      <a:pt x="6955" y="27028"/>
                      <a:pt x="10561" y="28524"/>
                      <a:pt x="14321"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7" name="Freeform: Shape 506">
                <a:extLst>
                  <a:ext uri="{FF2B5EF4-FFF2-40B4-BE49-F238E27FC236}">
                    <a16:creationId xmlns:a16="http://schemas.microsoft.com/office/drawing/2014/main" id="{82FCB1BE-99FF-DCB6-9FC9-4B621D5A932C}"/>
                  </a:ext>
                </a:extLst>
              </p:cNvPr>
              <p:cNvSpPr/>
              <p:nvPr/>
            </p:nvSpPr>
            <p:spPr>
              <a:xfrm>
                <a:off x="9280006" y="4454818"/>
                <a:ext cx="28356" cy="28397"/>
              </a:xfrm>
              <a:custGeom>
                <a:avLst/>
                <a:gdLst>
                  <a:gd name="connsiteX0" fmla="*/ 14321 w 28356"/>
                  <a:gd name="connsiteY0" fmla="*/ 28490 h 28397"/>
                  <a:gd name="connsiteX1" fmla="*/ 24346 w 28356"/>
                  <a:gd name="connsiteY1" fmla="*/ 24331 h 28397"/>
                  <a:gd name="connsiteX2" fmla="*/ 28499 w 28356"/>
                  <a:gd name="connsiteY2" fmla="*/ 14291 h 28397"/>
                  <a:gd name="connsiteX3" fmla="*/ 24346 w 28356"/>
                  <a:gd name="connsiteY3" fmla="*/ 4250 h 28397"/>
                  <a:gd name="connsiteX4" fmla="*/ 14321 w 28356"/>
                  <a:gd name="connsiteY4" fmla="*/ 92 h 28397"/>
                  <a:gd name="connsiteX5" fmla="*/ 4295 w 28356"/>
                  <a:gd name="connsiteY5" fmla="*/ 4250 h 28397"/>
                  <a:gd name="connsiteX6" fmla="*/ 143 w 28356"/>
                  <a:gd name="connsiteY6" fmla="*/ 14291 h 28397"/>
                  <a:gd name="connsiteX7" fmla="*/ 4295 w 28356"/>
                  <a:gd name="connsiteY7" fmla="*/ 24331 h 28397"/>
                  <a:gd name="connsiteX8" fmla="*/ 14321 w 28356"/>
                  <a:gd name="connsiteY8" fmla="*/ 2849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1" y="28490"/>
                    </a:moveTo>
                    <a:cubicBezTo>
                      <a:pt x="18081" y="28490"/>
                      <a:pt x="21688" y="26994"/>
                      <a:pt x="24346" y="24331"/>
                    </a:cubicBezTo>
                    <a:cubicBezTo>
                      <a:pt x="27005" y="21668"/>
                      <a:pt x="28499" y="18056"/>
                      <a:pt x="28499" y="14291"/>
                    </a:cubicBezTo>
                    <a:cubicBezTo>
                      <a:pt x="28499" y="10525"/>
                      <a:pt x="27005" y="6913"/>
                      <a:pt x="24346" y="4250"/>
                    </a:cubicBezTo>
                    <a:cubicBezTo>
                      <a:pt x="21688" y="1588"/>
                      <a:pt x="18081" y="92"/>
                      <a:pt x="14321" y="92"/>
                    </a:cubicBezTo>
                    <a:cubicBezTo>
                      <a:pt x="10561" y="92"/>
                      <a:pt x="6954" y="1588"/>
                      <a:pt x="4295" y="4250"/>
                    </a:cubicBezTo>
                    <a:cubicBezTo>
                      <a:pt x="1636" y="6913"/>
                      <a:pt x="143" y="10525"/>
                      <a:pt x="143" y="14291"/>
                    </a:cubicBezTo>
                    <a:cubicBezTo>
                      <a:pt x="143" y="18056"/>
                      <a:pt x="1636" y="21668"/>
                      <a:pt x="4295" y="24331"/>
                    </a:cubicBezTo>
                    <a:cubicBezTo>
                      <a:pt x="6954" y="26994"/>
                      <a:pt x="10561" y="28490"/>
                      <a:pt x="14321" y="2849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8" name="Freeform: Shape 507">
                <a:extLst>
                  <a:ext uri="{FF2B5EF4-FFF2-40B4-BE49-F238E27FC236}">
                    <a16:creationId xmlns:a16="http://schemas.microsoft.com/office/drawing/2014/main" id="{2BF9302C-B9FC-2017-C40B-1B8207594142}"/>
                  </a:ext>
                </a:extLst>
              </p:cNvPr>
              <p:cNvSpPr/>
              <p:nvPr/>
            </p:nvSpPr>
            <p:spPr>
              <a:xfrm>
                <a:off x="9272245" y="4847197"/>
                <a:ext cx="28356" cy="28397"/>
              </a:xfrm>
              <a:custGeom>
                <a:avLst/>
                <a:gdLst>
                  <a:gd name="connsiteX0" fmla="*/ 14320 w 28356"/>
                  <a:gd name="connsiteY0" fmla="*/ 28521 h 28397"/>
                  <a:gd name="connsiteX1" fmla="*/ 24346 w 28356"/>
                  <a:gd name="connsiteY1" fmla="*/ 24362 h 28397"/>
                  <a:gd name="connsiteX2" fmla="*/ 28499 w 28356"/>
                  <a:gd name="connsiteY2" fmla="*/ 14322 h 28397"/>
                  <a:gd name="connsiteX3" fmla="*/ 24346 w 28356"/>
                  <a:gd name="connsiteY3" fmla="*/ 4281 h 28397"/>
                  <a:gd name="connsiteX4" fmla="*/ 14320 w 28356"/>
                  <a:gd name="connsiteY4" fmla="*/ 123 h 28397"/>
                  <a:gd name="connsiteX5" fmla="*/ 4295 w 28356"/>
                  <a:gd name="connsiteY5" fmla="*/ 4281 h 28397"/>
                  <a:gd name="connsiteX6" fmla="*/ 142 w 28356"/>
                  <a:gd name="connsiteY6" fmla="*/ 14322 h 28397"/>
                  <a:gd name="connsiteX7" fmla="*/ 4295 w 28356"/>
                  <a:gd name="connsiteY7" fmla="*/ 24362 h 28397"/>
                  <a:gd name="connsiteX8" fmla="*/ 14320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21"/>
                    </a:moveTo>
                    <a:cubicBezTo>
                      <a:pt x="18080" y="28521"/>
                      <a:pt x="21687" y="27024"/>
                      <a:pt x="24346" y="24362"/>
                    </a:cubicBezTo>
                    <a:cubicBezTo>
                      <a:pt x="27005" y="21699"/>
                      <a:pt x="28499" y="18087"/>
                      <a:pt x="28499" y="14322"/>
                    </a:cubicBezTo>
                    <a:cubicBezTo>
                      <a:pt x="28499" y="10556"/>
                      <a:pt x="27005" y="6944"/>
                      <a:pt x="24346" y="4281"/>
                    </a:cubicBezTo>
                    <a:cubicBezTo>
                      <a:pt x="21687" y="1619"/>
                      <a:pt x="18080" y="123"/>
                      <a:pt x="14320" y="123"/>
                    </a:cubicBezTo>
                    <a:cubicBezTo>
                      <a:pt x="10560" y="123"/>
                      <a:pt x="6953" y="1619"/>
                      <a:pt x="4295" y="4281"/>
                    </a:cubicBezTo>
                    <a:cubicBezTo>
                      <a:pt x="1636" y="6944"/>
                      <a:pt x="142" y="10556"/>
                      <a:pt x="142" y="14322"/>
                    </a:cubicBezTo>
                    <a:cubicBezTo>
                      <a:pt x="142" y="18087"/>
                      <a:pt x="1636" y="21699"/>
                      <a:pt x="4295" y="24362"/>
                    </a:cubicBezTo>
                    <a:cubicBezTo>
                      <a:pt x="6953" y="27024"/>
                      <a:pt x="10560" y="28521"/>
                      <a:pt x="14320"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09" name="Freeform: Shape 508">
                <a:extLst>
                  <a:ext uri="{FF2B5EF4-FFF2-40B4-BE49-F238E27FC236}">
                    <a16:creationId xmlns:a16="http://schemas.microsoft.com/office/drawing/2014/main" id="{FFC0FF4E-D428-E2BA-2410-9DACA27712D8}"/>
                  </a:ext>
                </a:extLst>
              </p:cNvPr>
              <p:cNvSpPr/>
              <p:nvPr/>
            </p:nvSpPr>
            <p:spPr>
              <a:xfrm>
                <a:off x="9264483" y="4810468"/>
                <a:ext cx="28356" cy="28397"/>
              </a:xfrm>
              <a:custGeom>
                <a:avLst/>
                <a:gdLst>
                  <a:gd name="connsiteX0" fmla="*/ 14320 w 28356"/>
                  <a:gd name="connsiteY0" fmla="*/ 28518 h 28397"/>
                  <a:gd name="connsiteX1" fmla="*/ 24345 w 28356"/>
                  <a:gd name="connsiteY1" fmla="*/ 24359 h 28397"/>
                  <a:gd name="connsiteX2" fmla="*/ 28498 w 28356"/>
                  <a:gd name="connsiteY2" fmla="*/ 14319 h 28397"/>
                  <a:gd name="connsiteX3" fmla="*/ 24345 w 28356"/>
                  <a:gd name="connsiteY3" fmla="*/ 4278 h 28397"/>
                  <a:gd name="connsiteX4" fmla="*/ 14320 w 28356"/>
                  <a:gd name="connsiteY4" fmla="*/ 120 h 28397"/>
                  <a:gd name="connsiteX5" fmla="*/ 4294 w 28356"/>
                  <a:gd name="connsiteY5" fmla="*/ 4278 h 28397"/>
                  <a:gd name="connsiteX6" fmla="*/ 141 w 28356"/>
                  <a:gd name="connsiteY6" fmla="*/ 14319 h 28397"/>
                  <a:gd name="connsiteX7" fmla="*/ 4294 w 28356"/>
                  <a:gd name="connsiteY7" fmla="*/ 24359 h 28397"/>
                  <a:gd name="connsiteX8" fmla="*/ 14320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20" y="28518"/>
                    </a:moveTo>
                    <a:cubicBezTo>
                      <a:pt x="18080" y="28518"/>
                      <a:pt x="21686" y="27022"/>
                      <a:pt x="24345" y="24359"/>
                    </a:cubicBezTo>
                    <a:cubicBezTo>
                      <a:pt x="27004" y="21696"/>
                      <a:pt x="28498" y="18084"/>
                      <a:pt x="28498" y="14319"/>
                    </a:cubicBezTo>
                    <a:cubicBezTo>
                      <a:pt x="28498" y="10553"/>
                      <a:pt x="27004" y="6941"/>
                      <a:pt x="24345" y="4278"/>
                    </a:cubicBezTo>
                    <a:cubicBezTo>
                      <a:pt x="21686" y="1616"/>
                      <a:pt x="18080" y="120"/>
                      <a:pt x="14320" y="120"/>
                    </a:cubicBezTo>
                    <a:cubicBezTo>
                      <a:pt x="10559" y="120"/>
                      <a:pt x="6953" y="1616"/>
                      <a:pt x="4294" y="4278"/>
                    </a:cubicBezTo>
                    <a:cubicBezTo>
                      <a:pt x="1635" y="6941"/>
                      <a:pt x="141" y="10553"/>
                      <a:pt x="141" y="14319"/>
                    </a:cubicBezTo>
                    <a:cubicBezTo>
                      <a:pt x="141" y="18084"/>
                      <a:pt x="1635" y="21696"/>
                      <a:pt x="4294" y="24359"/>
                    </a:cubicBezTo>
                    <a:cubicBezTo>
                      <a:pt x="6953" y="27022"/>
                      <a:pt x="10559" y="28518"/>
                      <a:pt x="14320"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0" name="Freeform: Shape 509">
                <a:extLst>
                  <a:ext uri="{FF2B5EF4-FFF2-40B4-BE49-F238E27FC236}">
                    <a16:creationId xmlns:a16="http://schemas.microsoft.com/office/drawing/2014/main" id="{B6CC6B2F-8652-0120-4617-4A92E74D0480}"/>
                  </a:ext>
                </a:extLst>
              </p:cNvPr>
              <p:cNvSpPr/>
              <p:nvPr/>
            </p:nvSpPr>
            <p:spPr>
              <a:xfrm>
                <a:off x="9256735" y="3845204"/>
                <a:ext cx="28356" cy="28397"/>
              </a:xfrm>
              <a:custGeom>
                <a:avLst/>
                <a:gdLst>
                  <a:gd name="connsiteX0" fmla="*/ 14319 w 28356"/>
                  <a:gd name="connsiteY0" fmla="*/ 28442 h 28397"/>
                  <a:gd name="connsiteX1" fmla="*/ 24345 w 28356"/>
                  <a:gd name="connsiteY1" fmla="*/ 24283 h 28397"/>
                  <a:gd name="connsiteX2" fmla="*/ 28497 w 28356"/>
                  <a:gd name="connsiteY2" fmla="*/ 14243 h 28397"/>
                  <a:gd name="connsiteX3" fmla="*/ 24345 w 28356"/>
                  <a:gd name="connsiteY3" fmla="*/ 4202 h 28397"/>
                  <a:gd name="connsiteX4" fmla="*/ 14319 w 28356"/>
                  <a:gd name="connsiteY4" fmla="*/ 44 h 28397"/>
                  <a:gd name="connsiteX5" fmla="*/ 4293 w 28356"/>
                  <a:gd name="connsiteY5" fmla="*/ 4202 h 28397"/>
                  <a:gd name="connsiteX6" fmla="*/ 141 w 28356"/>
                  <a:gd name="connsiteY6" fmla="*/ 14243 h 28397"/>
                  <a:gd name="connsiteX7" fmla="*/ 4293 w 28356"/>
                  <a:gd name="connsiteY7" fmla="*/ 24283 h 28397"/>
                  <a:gd name="connsiteX8" fmla="*/ 14319 w 28356"/>
                  <a:gd name="connsiteY8" fmla="*/ 2844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9" y="28442"/>
                    </a:moveTo>
                    <a:cubicBezTo>
                      <a:pt x="18079" y="28442"/>
                      <a:pt x="21686" y="26946"/>
                      <a:pt x="24345" y="24283"/>
                    </a:cubicBezTo>
                    <a:cubicBezTo>
                      <a:pt x="27003" y="21620"/>
                      <a:pt x="28497" y="18008"/>
                      <a:pt x="28497" y="14243"/>
                    </a:cubicBezTo>
                    <a:cubicBezTo>
                      <a:pt x="28497" y="10477"/>
                      <a:pt x="27003" y="6865"/>
                      <a:pt x="24345" y="4202"/>
                    </a:cubicBezTo>
                    <a:cubicBezTo>
                      <a:pt x="21686" y="1540"/>
                      <a:pt x="18079" y="44"/>
                      <a:pt x="14319" y="44"/>
                    </a:cubicBezTo>
                    <a:cubicBezTo>
                      <a:pt x="10559" y="44"/>
                      <a:pt x="6952" y="1540"/>
                      <a:pt x="4293" y="4202"/>
                    </a:cubicBezTo>
                    <a:cubicBezTo>
                      <a:pt x="1635" y="6865"/>
                      <a:pt x="141" y="10477"/>
                      <a:pt x="141" y="14243"/>
                    </a:cubicBezTo>
                    <a:cubicBezTo>
                      <a:pt x="141" y="18008"/>
                      <a:pt x="1635" y="21620"/>
                      <a:pt x="4293" y="24283"/>
                    </a:cubicBezTo>
                    <a:cubicBezTo>
                      <a:pt x="6952" y="26946"/>
                      <a:pt x="10559" y="28442"/>
                      <a:pt x="14319" y="2844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1" name="Freeform: Shape 510">
                <a:extLst>
                  <a:ext uri="{FF2B5EF4-FFF2-40B4-BE49-F238E27FC236}">
                    <a16:creationId xmlns:a16="http://schemas.microsoft.com/office/drawing/2014/main" id="{A375AA23-55AB-7938-684D-5C6989F13BB0}"/>
                  </a:ext>
                </a:extLst>
              </p:cNvPr>
              <p:cNvSpPr/>
              <p:nvPr/>
            </p:nvSpPr>
            <p:spPr>
              <a:xfrm>
                <a:off x="9248974" y="4401456"/>
                <a:ext cx="28356" cy="28397"/>
              </a:xfrm>
              <a:custGeom>
                <a:avLst/>
                <a:gdLst>
                  <a:gd name="connsiteX0" fmla="*/ 14318 w 28356"/>
                  <a:gd name="connsiteY0" fmla="*/ 28485 h 28397"/>
                  <a:gd name="connsiteX1" fmla="*/ 24344 w 28356"/>
                  <a:gd name="connsiteY1" fmla="*/ 24327 h 28397"/>
                  <a:gd name="connsiteX2" fmla="*/ 28497 w 28356"/>
                  <a:gd name="connsiteY2" fmla="*/ 14286 h 28397"/>
                  <a:gd name="connsiteX3" fmla="*/ 24344 w 28356"/>
                  <a:gd name="connsiteY3" fmla="*/ 4246 h 28397"/>
                  <a:gd name="connsiteX4" fmla="*/ 14318 w 28356"/>
                  <a:gd name="connsiteY4" fmla="*/ 87 h 28397"/>
                  <a:gd name="connsiteX5" fmla="*/ 4293 w 28356"/>
                  <a:gd name="connsiteY5" fmla="*/ 4246 h 28397"/>
                  <a:gd name="connsiteX6" fmla="*/ 140 w 28356"/>
                  <a:gd name="connsiteY6" fmla="*/ 14286 h 28397"/>
                  <a:gd name="connsiteX7" fmla="*/ 4293 w 28356"/>
                  <a:gd name="connsiteY7" fmla="*/ 24327 h 28397"/>
                  <a:gd name="connsiteX8" fmla="*/ 14318 w 28356"/>
                  <a:gd name="connsiteY8" fmla="*/ 2848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485"/>
                    </a:moveTo>
                    <a:cubicBezTo>
                      <a:pt x="18079" y="28485"/>
                      <a:pt x="21685" y="26989"/>
                      <a:pt x="24344" y="24327"/>
                    </a:cubicBezTo>
                    <a:cubicBezTo>
                      <a:pt x="27003" y="21664"/>
                      <a:pt x="28497" y="18052"/>
                      <a:pt x="28497" y="14286"/>
                    </a:cubicBezTo>
                    <a:cubicBezTo>
                      <a:pt x="28497" y="10521"/>
                      <a:pt x="27003" y="6909"/>
                      <a:pt x="24344" y="4246"/>
                    </a:cubicBezTo>
                    <a:cubicBezTo>
                      <a:pt x="21685" y="1584"/>
                      <a:pt x="18079" y="87"/>
                      <a:pt x="14318" y="87"/>
                    </a:cubicBezTo>
                    <a:cubicBezTo>
                      <a:pt x="10558" y="87"/>
                      <a:pt x="6952" y="1584"/>
                      <a:pt x="4293" y="4246"/>
                    </a:cubicBezTo>
                    <a:cubicBezTo>
                      <a:pt x="1634" y="6909"/>
                      <a:pt x="140" y="10521"/>
                      <a:pt x="140" y="14286"/>
                    </a:cubicBezTo>
                    <a:cubicBezTo>
                      <a:pt x="140" y="18052"/>
                      <a:pt x="1634" y="21664"/>
                      <a:pt x="4293" y="24327"/>
                    </a:cubicBezTo>
                    <a:cubicBezTo>
                      <a:pt x="6952" y="26989"/>
                      <a:pt x="10558" y="28485"/>
                      <a:pt x="14318" y="2848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2" name="Freeform: Shape 511">
                <a:extLst>
                  <a:ext uri="{FF2B5EF4-FFF2-40B4-BE49-F238E27FC236}">
                    <a16:creationId xmlns:a16="http://schemas.microsoft.com/office/drawing/2014/main" id="{58E7DF40-20AC-0657-DF54-5094528CB651}"/>
                  </a:ext>
                </a:extLst>
              </p:cNvPr>
              <p:cNvSpPr/>
              <p:nvPr/>
            </p:nvSpPr>
            <p:spPr>
              <a:xfrm>
                <a:off x="9241213" y="4624820"/>
                <a:ext cx="28356" cy="28397"/>
              </a:xfrm>
              <a:custGeom>
                <a:avLst/>
                <a:gdLst>
                  <a:gd name="connsiteX0" fmla="*/ 14318 w 28356"/>
                  <a:gd name="connsiteY0" fmla="*/ 28503 h 28397"/>
                  <a:gd name="connsiteX1" fmla="*/ 24343 w 28356"/>
                  <a:gd name="connsiteY1" fmla="*/ 24344 h 28397"/>
                  <a:gd name="connsiteX2" fmla="*/ 28496 w 28356"/>
                  <a:gd name="connsiteY2" fmla="*/ 14304 h 28397"/>
                  <a:gd name="connsiteX3" fmla="*/ 24343 w 28356"/>
                  <a:gd name="connsiteY3" fmla="*/ 4264 h 28397"/>
                  <a:gd name="connsiteX4" fmla="*/ 14318 w 28356"/>
                  <a:gd name="connsiteY4" fmla="*/ 105 h 28397"/>
                  <a:gd name="connsiteX5" fmla="*/ 4292 w 28356"/>
                  <a:gd name="connsiteY5" fmla="*/ 4264 h 28397"/>
                  <a:gd name="connsiteX6" fmla="*/ 139 w 28356"/>
                  <a:gd name="connsiteY6" fmla="*/ 14304 h 28397"/>
                  <a:gd name="connsiteX7" fmla="*/ 4292 w 28356"/>
                  <a:gd name="connsiteY7" fmla="*/ 24344 h 28397"/>
                  <a:gd name="connsiteX8" fmla="*/ 14318 w 28356"/>
                  <a:gd name="connsiteY8" fmla="*/ 2850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8" y="28503"/>
                    </a:moveTo>
                    <a:cubicBezTo>
                      <a:pt x="18078" y="28503"/>
                      <a:pt x="21685" y="27007"/>
                      <a:pt x="24343" y="24344"/>
                    </a:cubicBezTo>
                    <a:cubicBezTo>
                      <a:pt x="27002" y="21682"/>
                      <a:pt x="28496" y="18070"/>
                      <a:pt x="28496" y="14304"/>
                    </a:cubicBezTo>
                    <a:cubicBezTo>
                      <a:pt x="28496" y="10538"/>
                      <a:pt x="27002" y="6927"/>
                      <a:pt x="24343" y="4264"/>
                    </a:cubicBezTo>
                    <a:cubicBezTo>
                      <a:pt x="21685" y="1601"/>
                      <a:pt x="18078" y="105"/>
                      <a:pt x="14318" y="105"/>
                    </a:cubicBezTo>
                    <a:cubicBezTo>
                      <a:pt x="10558" y="105"/>
                      <a:pt x="6951" y="1601"/>
                      <a:pt x="4292" y="4264"/>
                    </a:cubicBezTo>
                    <a:cubicBezTo>
                      <a:pt x="1633" y="6927"/>
                      <a:pt x="139" y="10538"/>
                      <a:pt x="139" y="14304"/>
                    </a:cubicBezTo>
                    <a:cubicBezTo>
                      <a:pt x="139" y="18070"/>
                      <a:pt x="1633" y="21682"/>
                      <a:pt x="4292" y="24344"/>
                    </a:cubicBezTo>
                    <a:cubicBezTo>
                      <a:pt x="6951" y="27007"/>
                      <a:pt x="10558" y="28503"/>
                      <a:pt x="14318" y="2850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3" name="Freeform: Shape 512">
                <a:extLst>
                  <a:ext uri="{FF2B5EF4-FFF2-40B4-BE49-F238E27FC236}">
                    <a16:creationId xmlns:a16="http://schemas.microsoft.com/office/drawing/2014/main" id="{BC5D0CE7-E656-B173-3A1C-C8EC53673D4A}"/>
                  </a:ext>
                </a:extLst>
              </p:cNvPr>
              <p:cNvSpPr/>
              <p:nvPr/>
            </p:nvSpPr>
            <p:spPr>
              <a:xfrm>
                <a:off x="9233452" y="4866666"/>
                <a:ext cx="28356" cy="28397"/>
              </a:xfrm>
              <a:custGeom>
                <a:avLst/>
                <a:gdLst>
                  <a:gd name="connsiteX0" fmla="*/ 14317 w 28356"/>
                  <a:gd name="connsiteY0" fmla="*/ 28522 h 28397"/>
                  <a:gd name="connsiteX1" fmla="*/ 24343 w 28356"/>
                  <a:gd name="connsiteY1" fmla="*/ 24363 h 28397"/>
                  <a:gd name="connsiteX2" fmla="*/ 28496 w 28356"/>
                  <a:gd name="connsiteY2" fmla="*/ 14323 h 28397"/>
                  <a:gd name="connsiteX3" fmla="*/ 24343 w 28356"/>
                  <a:gd name="connsiteY3" fmla="*/ 4283 h 28397"/>
                  <a:gd name="connsiteX4" fmla="*/ 14317 w 28356"/>
                  <a:gd name="connsiteY4" fmla="*/ 124 h 28397"/>
                  <a:gd name="connsiteX5" fmla="*/ 4292 w 28356"/>
                  <a:gd name="connsiteY5" fmla="*/ 4283 h 28397"/>
                  <a:gd name="connsiteX6" fmla="*/ 139 w 28356"/>
                  <a:gd name="connsiteY6" fmla="*/ 14323 h 28397"/>
                  <a:gd name="connsiteX7" fmla="*/ 4292 w 28356"/>
                  <a:gd name="connsiteY7" fmla="*/ 24363 h 28397"/>
                  <a:gd name="connsiteX8" fmla="*/ 14317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2"/>
                    </a:moveTo>
                    <a:cubicBezTo>
                      <a:pt x="18077" y="28522"/>
                      <a:pt x="21684" y="27026"/>
                      <a:pt x="24343" y="24363"/>
                    </a:cubicBezTo>
                    <a:cubicBezTo>
                      <a:pt x="27002" y="21701"/>
                      <a:pt x="28496" y="18089"/>
                      <a:pt x="28496" y="14323"/>
                    </a:cubicBezTo>
                    <a:cubicBezTo>
                      <a:pt x="28496" y="10557"/>
                      <a:pt x="27002" y="6946"/>
                      <a:pt x="24343" y="4283"/>
                    </a:cubicBezTo>
                    <a:cubicBezTo>
                      <a:pt x="21684" y="1620"/>
                      <a:pt x="18077" y="124"/>
                      <a:pt x="14317" y="124"/>
                    </a:cubicBezTo>
                    <a:cubicBezTo>
                      <a:pt x="10557" y="124"/>
                      <a:pt x="6950" y="1620"/>
                      <a:pt x="4292" y="4283"/>
                    </a:cubicBezTo>
                    <a:cubicBezTo>
                      <a:pt x="1633" y="6946"/>
                      <a:pt x="139" y="10557"/>
                      <a:pt x="139" y="14323"/>
                    </a:cubicBezTo>
                    <a:cubicBezTo>
                      <a:pt x="139" y="18089"/>
                      <a:pt x="1633" y="21701"/>
                      <a:pt x="4292" y="24363"/>
                    </a:cubicBezTo>
                    <a:cubicBezTo>
                      <a:pt x="6950" y="27026"/>
                      <a:pt x="10557" y="28522"/>
                      <a:pt x="14317" y="2852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4" name="Freeform: Shape 513">
                <a:extLst>
                  <a:ext uri="{FF2B5EF4-FFF2-40B4-BE49-F238E27FC236}">
                    <a16:creationId xmlns:a16="http://schemas.microsoft.com/office/drawing/2014/main" id="{1C3CB118-AE2C-4226-0DCE-219F9947EADE}"/>
                  </a:ext>
                </a:extLst>
              </p:cNvPr>
              <p:cNvSpPr/>
              <p:nvPr/>
            </p:nvSpPr>
            <p:spPr>
              <a:xfrm>
                <a:off x="9225691" y="4923092"/>
                <a:ext cx="28356" cy="28397"/>
              </a:xfrm>
              <a:custGeom>
                <a:avLst/>
                <a:gdLst>
                  <a:gd name="connsiteX0" fmla="*/ 14317 w 28356"/>
                  <a:gd name="connsiteY0" fmla="*/ 28527 h 28397"/>
                  <a:gd name="connsiteX1" fmla="*/ 24342 w 28356"/>
                  <a:gd name="connsiteY1" fmla="*/ 24368 h 28397"/>
                  <a:gd name="connsiteX2" fmla="*/ 28495 w 28356"/>
                  <a:gd name="connsiteY2" fmla="*/ 14328 h 28397"/>
                  <a:gd name="connsiteX3" fmla="*/ 24342 w 28356"/>
                  <a:gd name="connsiteY3" fmla="*/ 4287 h 28397"/>
                  <a:gd name="connsiteX4" fmla="*/ 14317 w 28356"/>
                  <a:gd name="connsiteY4" fmla="*/ 129 h 28397"/>
                  <a:gd name="connsiteX5" fmla="*/ 4291 w 28356"/>
                  <a:gd name="connsiteY5" fmla="*/ 4287 h 28397"/>
                  <a:gd name="connsiteX6" fmla="*/ 138 w 28356"/>
                  <a:gd name="connsiteY6" fmla="*/ 14328 h 28397"/>
                  <a:gd name="connsiteX7" fmla="*/ 4291 w 28356"/>
                  <a:gd name="connsiteY7" fmla="*/ 24368 h 28397"/>
                  <a:gd name="connsiteX8" fmla="*/ 14317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7" y="28527"/>
                    </a:moveTo>
                    <a:cubicBezTo>
                      <a:pt x="18077" y="28527"/>
                      <a:pt x="21683" y="27030"/>
                      <a:pt x="24342" y="24368"/>
                    </a:cubicBezTo>
                    <a:cubicBezTo>
                      <a:pt x="27001" y="21705"/>
                      <a:pt x="28495" y="18093"/>
                      <a:pt x="28495" y="14328"/>
                    </a:cubicBezTo>
                    <a:cubicBezTo>
                      <a:pt x="28495" y="10562"/>
                      <a:pt x="27001" y="6950"/>
                      <a:pt x="24342" y="4287"/>
                    </a:cubicBezTo>
                    <a:cubicBezTo>
                      <a:pt x="21683" y="1625"/>
                      <a:pt x="18077" y="129"/>
                      <a:pt x="14317" y="129"/>
                    </a:cubicBezTo>
                    <a:cubicBezTo>
                      <a:pt x="10556" y="129"/>
                      <a:pt x="6950" y="1625"/>
                      <a:pt x="4291" y="4287"/>
                    </a:cubicBezTo>
                    <a:cubicBezTo>
                      <a:pt x="1632" y="6950"/>
                      <a:pt x="138" y="10562"/>
                      <a:pt x="138" y="14328"/>
                    </a:cubicBezTo>
                    <a:cubicBezTo>
                      <a:pt x="138" y="18093"/>
                      <a:pt x="1632" y="21705"/>
                      <a:pt x="4291" y="24368"/>
                    </a:cubicBezTo>
                    <a:cubicBezTo>
                      <a:pt x="6950" y="27030"/>
                      <a:pt x="10556" y="28527"/>
                      <a:pt x="14317"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5" name="Freeform: Shape 514">
                <a:extLst>
                  <a:ext uri="{FF2B5EF4-FFF2-40B4-BE49-F238E27FC236}">
                    <a16:creationId xmlns:a16="http://schemas.microsoft.com/office/drawing/2014/main" id="{22581D08-44E1-0F76-0C76-B741375414CB}"/>
                  </a:ext>
                </a:extLst>
              </p:cNvPr>
              <p:cNvSpPr/>
              <p:nvPr/>
            </p:nvSpPr>
            <p:spPr>
              <a:xfrm>
                <a:off x="9217942" y="4582224"/>
                <a:ext cx="28356" cy="28397"/>
              </a:xfrm>
              <a:custGeom>
                <a:avLst/>
                <a:gdLst>
                  <a:gd name="connsiteX0" fmla="*/ 14316 w 28356"/>
                  <a:gd name="connsiteY0" fmla="*/ 28500 h 28397"/>
                  <a:gd name="connsiteX1" fmla="*/ 24342 w 28356"/>
                  <a:gd name="connsiteY1" fmla="*/ 24341 h 28397"/>
                  <a:gd name="connsiteX2" fmla="*/ 28494 w 28356"/>
                  <a:gd name="connsiteY2" fmla="*/ 14301 h 28397"/>
                  <a:gd name="connsiteX3" fmla="*/ 24342 w 28356"/>
                  <a:gd name="connsiteY3" fmla="*/ 4260 h 28397"/>
                  <a:gd name="connsiteX4" fmla="*/ 14316 w 28356"/>
                  <a:gd name="connsiteY4" fmla="*/ 102 h 28397"/>
                  <a:gd name="connsiteX5" fmla="*/ 4290 w 28356"/>
                  <a:gd name="connsiteY5" fmla="*/ 4260 h 28397"/>
                  <a:gd name="connsiteX6" fmla="*/ 138 w 28356"/>
                  <a:gd name="connsiteY6" fmla="*/ 14301 h 28397"/>
                  <a:gd name="connsiteX7" fmla="*/ 4290 w 28356"/>
                  <a:gd name="connsiteY7" fmla="*/ 24341 h 28397"/>
                  <a:gd name="connsiteX8" fmla="*/ 14316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6" y="28500"/>
                    </a:moveTo>
                    <a:cubicBezTo>
                      <a:pt x="18076" y="28500"/>
                      <a:pt x="21683" y="27004"/>
                      <a:pt x="24342" y="24341"/>
                    </a:cubicBezTo>
                    <a:cubicBezTo>
                      <a:pt x="27000" y="21678"/>
                      <a:pt x="28494" y="18066"/>
                      <a:pt x="28494" y="14301"/>
                    </a:cubicBezTo>
                    <a:cubicBezTo>
                      <a:pt x="28494" y="10535"/>
                      <a:pt x="27000" y="6923"/>
                      <a:pt x="24342" y="4260"/>
                    </a:cubicBezTo>
                    <a:cubicBezTo>
                      <a:pt x="21683" y="1598"/>
                      <a:pt x="18076" y="102"/>
                      <a:pt x="14316" y="102"/>
                    </a:cubicBezTo>
                    <a:cubicBezTo>
                      <a:pt x="10556" y="102"/>
                      <a:pt x="6949" y="1598"/>
                      <a:pt x="4290" y="4260"/>
                    </a:cubicBezTo>
                    <a:cubicBezTo>
                      <a:pt x="1632" y="6923"/>
                      <a:pt x="138" y="10535"/>
                      <a:pt x="138" y="14301"/>
                    </a:cubicBezTo>
                    <a:cubicBezTo>
                      <a:pt x="138" y="18066"/>
                      <a:pt x="1632" y="21678"/>
                      <a:pt x="4290" y="24341"/>
                    </a:cubicBezTo>
                    <a:cubicBezTo>
                      <a:pt x="6949" y="27004"/>
                      <a:pt x="10556" y="28500"/>
                      <a:pt x="14316" y="2850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6" name="Freeform: Shape 515">
                <a:extLst>
                  <a:ext uri="{FF2B5EF4-FFF2-40B4-BE49-F238E27FC236}">
                    <a16:creationId xmlns:a16="http://schemas.microsoft.com/office/drawing/2014/main" id="{E5575E45-CFE5-26DE-D3EA-39C70D40928E}"/>
                  </a:ext>
                </a:extLst>
              </p:cNvPr>
              <p:cNvSpPr/>
              <p:nvPr/>
            </p:nvSpPr>
            <p:spPr>
              <a:xfrm>
                <a:off x="9210181" y="4344272"/>
                <a:ext cx="28356" cy="28397"/>
              </a:xfrm>
              <a:custGeom>
                <a:avLst/>
                <a:gdLst>
                  <a:gd name="connsiteX0" fmla="*/ 14315 w 28356"/>
                  <a:gd name="connsiteY0" fmla="*/ 28481 h 28397"/>
                  <a:gd name="connsiteX1" fmla="*/ 24341 w 28356"/>
                  <a:gd name="connsiteY1" fmla="*/ 24322 h 28397"/>
                  <a:gd name="connsiteX2" fmla="*/ 28494 w 28356"/>
                  <a:gd name="connsiteY2" fmla="*/ 14282 h 28397"/>
                  <a:gd name="connsiteX3" fmla="*/ 24341 w 28356"/>
                  <a:gd name="connsiteY3" fmla="*/ 4242 h 28397"/>
                  <a:gd name="connsiteX4" fmla="*/ 14315 w 28356"/>
                  <a:gd name="connsiteY4" fmla="*/ 83 h 28397"/>
                  <a:gd name="connsiteX5" fmla="*/ 4290 w 28356"/>
                  <a:gd name="connsiteY5" fmla="*/ 4242 h 28397"/>
                  <a:gd name="connsiteX6" fmla="*/ 137 w 28356"/>
                  <a:gd name="connsiteY6" fmla="*/ 14282 h 28397"/>
                  <a:gd name="connsiteX7" fmla="*/ 4290 w 28356"/>
                  <a:gd name="connsiteY7" fmla="*/ 24322 h 28397"/>
                  <a:gd name="connsiteX8" fmla="*/ 14315 w 28356"/>
                  <a:gd name="connsiteY8" fmla="*/ 2848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481"/>
                    </a:moveTo>
                    <a:cubicBezTo>
                      <a:pt x="18076" y="28481"/>
                      <a:pt x="21682" y="26985"/>
                      <a:pt x="24341" y="24322"/>
                    </a:cubicBezTo>
                    <a:cubicBezTo>
                      <a:pt x="27000" y="21659"/>
                      <a:pt x="28494" y="18048"/>
                      <a:pt x="28494" y="14282"/>
                    </a:cubicBezTo>
                    <a:cubicBezTo>
                      <a:pt x="28494" y="10516"/>
                      <a:pt x="27000" y="6904"/>
                      <a:pt x="24341" y="4242"/>
                    </a:cubicBezTo>
                    <a:cubicBezTo>
                      <a:pt x="21682" y="1579"/>
                      <a:pt x="18076" y="83"/>
                      <a:pt x="14315" y="83"/>
                    </a:cubicBezTo>
                    <a:cubicBezTo>
                      <a:pt x="10555" y="83"/>
                      <a:pt x="6949" y="1579"/>
                      <a:pt x="4290" y="4242"/>
                    </a:cubicBezTo>
                    <a:cubicBezTo>
                      <a:pt x="1631" y="6904"/>
                      <a:pt x="137" y="10516"/>
                      <a:pt x="137" y="14282"/>
                    </a:cubicBezTo>
                    <a:cubicBezTo>
                      <a:pt x="137" y="18048"/>
                      <a:pt x="1631" y="21659"/>
                      <a:pt x="4290" y="24322"/>
                    </a:cubicBezTo>
                    <a:cubicBezTo>
                      <a:pt x="6949" y="26985"/>
                      <a:pt x="10555" y="28481"/>
                      <a:pt x="14315" y="2848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7" name="Freeform: Shape 516">
                <a:extLst>
                  <a:ext uri="{FF2B5EF4-FFF2-40B4-BE49-F238E27FC236}">
                    <a16:creationId xmlns:a16="http://schemas.microsoft.com/office/drawing/2014/main" id="{4C448344-F479-F43A-43C6-B02D5040339D}"/>
                  </a:ext>
                </a:extLst>
              </p:cNvPr>
              <p:cNvSpPr/>
              <p:nvPr/>
            </p:nvSpPr>
            <p:spPr>
              <a:xfrm>
                <a:off x="9202420" y="4376376"/>
                <a:ext cx="28356" cy="28397"/>
              </a:xfrm>
              <a:custGeom>
                <a:avLst/>
                <a:gdLst>
                  <a:gd name="connsiteX0" fmla="*/ 14315 w 28356"/>
                  <a:gd name="connsiteY0" fmla="*/ 28483 h 28397"/>
                  <a:gd name="connsiteX1" fmla="*/ 24340 w 28356"/>
                  <a:gd name="connsiteY1" fmla="*/ 24325 h 28397"/>
                  <a:gd name="connsiteX2" fmla="*/ 28493 w 28356"/>
                  <a:gd name="connsiteY2" fmla="*/ 14284 h 28397"/>
                  <a:gd name="connsiteX3" fmla="*/ 24340 w 28356"/>
                  <a:gd name="connsiteY3" fmla="*/ 4244 h 28397"/>
                  <a:gd name="connsiteX4" fmla="*/ 14315 w 28356"/>
                  <a:gd name="connsiteY4" fmla="*/ 86 h 28397"/>
                  <a:gd name="connsiteX5" fmla="*/ 4289 w 28356"/>
                  <a:gd name="connsiteY5" fmla="*/ 4244 h 28397"/>
                  <a:gd name="connsiteX6" fmla="*/ 136 w 28356"/>
                  <a:gd name="connsiteY6" fmla="*/ 14284 h 28397"/>
                  <a:gd name="connsiteX7" fmla="*/ 4289 w 28356"/>
                  <a:gd name="connsiteY7" fmla="*/ 24325 h 28397"/>
                  <a:gd name="connsiteX8" fmla="*/ 14315 w 28356"/>
                  <a:gd name="connsiteY8" fmla="*/ 2848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5" y="28483"/>
                    </a:moveTo>
                    <a:cubicBezTo>
                      <a:pt x="18075" y="28483"/>
                      <a:pt x="21682" y="26987"/>
                      <a:pt x="24340" y="24325"/>
                    </a:cubicBezTo>
                    <a:cubicBezTo>
                      <a:pt x="26999" y="21662"/>
                      <a:pt x="28493" y="18050"/>
                      <a:pt x="28493" y="14284"/>
                    </a:cubicBezTo>
                    <a:cubicBezTo>
                      <a:pt x="28493" y="10519"/>
                      <a:pt x="26999" y="6907"/>
                      <a:pt x="24340" y="4244"/>
                    </a:cubicBezTo>
                    <a:cubicBezTo>
                      <a:pt x="21682" y="1582"/>
                      <a:pt x="18075" y="86"/>
                      <a:pt x="14315" y="86"/>
                    </a:cubicBezTo>
                    <a:cubicBezTo>
                      <a:pt x="10555" y="86"/>
                      <a:pt x="6948" y="1582"/>
                      <a:pt x="4289" y="4244"/>
                    </a:cubicBezTo>
                    <a:cubicBezTo>
                      <a:pt x="1630" y="6907"/>
                      <a:pt x="136" y="10519"/>
                      <a:pt x="136" y="14284"/>
                    </a:cubicBezTo>
                    <a:cubicBezTo>
                      <a:pt x="136" y="18050"/>
                      <a:pt x="1630" y="21662"/>
                      <a:pt x="4289" y="24325"/>
                    </a:cubicBezTo>
                    <a:cubicBezTo>
                      <a:pt x="6948" y="26987"/>
                      <a:pt x="10555" y="28483"/>
                      <a:pt x="14315" y="2848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8" name="Freeform: Shape 517">
                <a:extLst>
                  <a:ext uri="{FF2B5EF4-FFF2-40B4-BE49-F238E27FC236}">
                    <a16:creationId xmlns:a16="http://schemas.microsoft.com/office/drawing/2014/main" id="{27B8A9CE-8A5D-D336-F3A5-B83465966B95}"/>
                  </a:ext>
                </a:extLst>
              </p:cNvPr>
              <p:cNvSpPr/>
              <p:nvPr/>
            </p:nvSpPr>
            <p:spPr>
              <a:xfrm>
                <a:off x="9194659" y="4753318"/>
                <a:ext cx="28356" cy="28397"/>
              </a:xfrm>
              <a:custGeom>
                <a:avLst/>
                <a:gdLst>
                  <a:gd name="connsiteX0" fmla="*/ 14314 w 28356"/>
                  <a:gd name="connsiteY0" fmla="*/ 28513 h 28397"/>
                  <a:gd name="connsiteX1" fmla="*/ 24340 w 28356"/>
                  <a:gd name="connsiteY1" fmla="*/ 24354 h 28397"/>
                  <a:gd name="connsiteX2" fmla="*/ 28492 w 28356"/>
                  <a:gd name="connsiteY2" fmla="*/ 14314 h 28397"/>
                  <a:gd name="connsiteX3" fmla="*/ 24340 w 28356"/>
                  <a:gd name="connsiteY3" fmla="*/ 4274 h 28397"/>
                  <a:gd name="connsiteX4" fmla="*/ 14314 w 28356"/>
                  <a:gd name="connsiteY4" fmla="*/ 115 h 28397"/>
                  <a:gd name="connsiteX5" fmla="*/ 4289 w 28356"/>
                  <a:gd name="connsiteY5" fmla="*/ 4274 h 28397"/>
                  <a:gd name="connsiteX6" fmla="*/ 136 w 28356"/>
                  <a:gd name="connsiteY6" fmla="*/ 14314 h 28397"/>
                  <a:gd name="connsiteX7" fmla="*/ 4289 w 28356"/>
                  <a:gd name="connsiteY7" fmla="*/ 24354 h 28397"/>
                  <a:gd name="connsiteX8" fmla="*/ 14314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513"/>
                    </a:moveTo>
                    <a:cubicBezTo>
                      <a:pt x="18074" y="28513"/>
                      <a:pt x="21681" y="27017"/>
                      <a:pt x="24340" y="24354"/>
                    </a:cubicBezTo>
                    <a:cubicBezTo>
                      <a:pt x="26999" y="21692"/>
                      <a:pt x="28492" y="18080"/>
                      <a:pt x="28492" y="14314"/>
                    </a:cubicBezTo>
                    <a:cubicBezTo>
                      <a:pt x="28492" y="10549"/>
                      <a:pt x="26999" y="6937"/>
                      <a:pt x="24340" y="4274"/>
                    </a:cubicBezTo>
                    <a:cubicBezTo>
                      <a:pt x="21681" y="1611"/>
                      <a:pt x="18074" y="115"/>
                      <a:pt x="14314" y="115"/>
                    </a:cubicBezTo>
                    <a:cubicBezTo>
                      <a:pt x="10554" y="115"/>
                      <a:pt x="6947" y="1611"/>
                      <a:pt x="4289" y="4274"/>
                    </a:cubicBezTo>
                    <a:cubicBezTo>
                      <a:pt x="1630" y="6937"/>
                      <a:pt x="136" y="10549"/>
                      <a:pt x="136" y="14314"/>
                    </a:cubicBezTo>
                    <a:cubicBezTo>
                      <a:pt x="136" y="18080"/>
                      <a:pt x="1630" y="21692"/>
                      <a:pt x="4289" y="24354"/>
                    </a:cubicBezTo>
                    <a:cubicBezTo>
                      <a:pt x="6947" y="27017"/>
                      <a:pt x="10554" y="28513"/>
                      <a:pt x="14314"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19" name="Freeform: Shape 518">
                <a:extLst>
                  <a:ext uri="{FF2B5EF4-FFF2-40B4-BE49-F238E27FC236}">
                    <a16:creationId xmlns:a16="http://schemas.microsoft.com/office/drawing/2014/main" id="{7912FFDE-B7CA-FD7B-A97F-DA1AFDCEDA42}"/>
                  </a:ext>
                </a:extLst>
              </p:cNvPr>
              <p:cNvSpPr/>
              <p:nvPr/>
            </p:nvSpPr>
            <p:spPr>
              <a:xfrm>
                <a:off x="9186911" y="4189454"/>
                <a:ext cx="28356" cy="28397"/>
              </a:xfrm>
              <a:custGeom>
                <a:avLst/>
                <a:gdLst>
                  <a:gd name="connsiteX0" fmla="*/ 14314 w 28356"/>
                  <a:gd name="connsiteY0" fmla="*/ 28469 h 28397"/>
                  <a:gd name="connsiteX1" fmla="*/ 24339 w 28356"/>
                  <a:gd name="connsiteY1" fmla="*/ 24310 h 28397"/>
                  <a:gd name="connsiteX2" fmla="*/ 28492 w 28356"/>
                  <a:gd name="connsiteY2" fmla="*/ 14270 h 28397"/>
                  <a:gd name="connsiteX3" fmla="*/ 24339 w 28356"/>
                  <a:gd name="connsiteY3" fmla="*/ 4230 h 28397"/>
                  <a:gd name="connsiteX4" fmla="*/ 14314 w 28356"/>
                  <a:gd name="connsiteY4" fmla="*/ 71 h 28397"/>
                  <a:gd name="connsiteX5" fmla="*/ 4288 w 28356"/>
                  <a:gd name="connsiteY5" fmla="*/ 4230 h 28397"/>
                  <a:gd name="connsiteX6" fmla="*/ 135 w 28356"/>
                  <a:gd name="connsiteY6" fmla="*/ 14270 h 28397"/>
                  <a:gd name="connsiteX7" fmla="*/ 4288 w 28356"/>
                  <a:gd name="connsiteY7" fmla="*/ 24310 h 28397"/>
                  <a:gd name="connsiteX8" fmla="*/ 14314 w 28356"/>
                  <a:gd name="connsiteY8" fmla="*/ 2846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4" y="28469"/>
                    </a:moveTo>
                    <a:cubicBezTo>
                      <a:pt x="18074" y="28469"/>
                      <a:pt x="21680" y="26973"/>
                      <a:pt x="24339" y="24310"/>
                    </a:cubicBezTo>
                    <a:cubicBezTo>
                      <a:pt x="26998" y="21647"/>
                      <a:pt x="28492" y="18035"/>
                      <a:pt x="28492" y="14270"/>
                    </a:cubicBezTo>
                    <a:cubicBezTo>
                      <a:pt x="28492" y="10504"/>
                      <a:pt x="26998" y="6892"/>
                      <a:pt x="24339" y="4230"/>
                    </a:cubicBezTo>
                    <a:cubicBezTo>
                      <a:pt x="21680" y="1567"/>
                      <a:pt x="18074" y="71"/>
                      <a:pt x="14314" y="71"/>
                    </a:cubicBezTo>
                    <a:cubicBezTo>
                      <a:pt x="10553" y="71"/>
                      <a:pt x="6947" y="1567"/>
                      <a:pt x="4288" y="4230"/>
                    </a:cubicBezTo>
                    <a:cubicBezTo>
                      <a:pt x="1629" y="6892"/>
                      <a:pt x="135" y="10504"/>
                      <a:pt x="135" y="14270"/>
                    </a:cubicBezTo>
                    <a:cubicBezTo>
                      <a:pt x="135" y="18035"/>
                      <a:pt x="1629" y="21647"/>
                      <a:pt x="4288" y="24310"/>
                    </a:cubicBezTo>
                    <a:cubicBezTo>
                      <a:pt x="6947" y="26973"/>
                      <a:pt x="10553" y="28469"/>
                      <a:pt x="14314" y="2846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0" name="Freeform: Shape 519">
                <a:extLst>
                  <a:ext uri="{FF2B5EF4-FFF2-40B4-BE49-F238E27FC236}">
                    <a16:creationId xmlns:a16="http://schemas.microsoft.com/office/drawing/2014/main" id="{CCE2F74A-3C73-BA2F-59C4-E56226609DE6}"/>
                  </a:ext>
                </a:extLst>
              </p:cNvPr>
              <p:cNvSpPr/>
              <p:nvPr/>
            </p:nvSpPr>
            <p:spPr>
              <a:xfrm>
                <a:off x="9179149" y="4854271"/>
                <a:ext cx="28356" cy="28397"/>
              </a:xfrm>
              <a:custGeom>
                <a:avLst/>
                <a:gdLst>
                  <a:gd name="connsiteX0" fmla="*/ 14313 w 28356"/>
                  <a:gd name="connsiteY0" fmla="*/ 28521 h 28397"/>
                  <a:gd name="connsiteX1" fmla="*/ 24339 w 28356"/>
                  <a:gd name="connsiteY1" fmla="*/ 24362 h 28397"/>
                  <a:gd name="connsiteX2" fmla="*/ 28491 w 28356"/>
                  <a:gd name="connsiteY2" fmla="*/ 14322 h 28397"/>
                  <a:gd name="connsiteX3" fmla="*/ 24339 w 28356"/>
                  <a:gd name="connsiteY3" fmla="*/ 4282 h 28397"/>
                  <a:gd name="connsiteX4" fmla="*/ 14313 w 28356"/>
                  <a:gd name="connsiteY4" fmla="*/ 123 h 28397"/>
                  <a:gd name="connsiteX5" fmla="*/ 4287 w 28356"/>
                  <a:gd name="connsiteY5" fmla="*/ 4282 h 28397"/>
                  <a:gd name="connsiteX6" fmla="*/ 135 w 28356"/>
                  <a:gd name="connsiteY6" fmla="*/ 14322 h 28397"/>
                  <a:gd name="connsiteX7" fmla="*/ 4287 w 28356"/>
                  <a:gd name="connsiteY7" fmla="*/ 24362 h 28397"/>
                  <a:gd name="connsiteX8" fmla="*/ 14313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3" y="28521"/>
                    </a:moveTo>
                    <a:cubicBezTo>
                      <a:pt x="18073" y="28521"/>
                      <a:pt x="21680" y="27025"/>
                      <a:pt x="24339" y="24362"/>
                    </a:cubicBezTo>
                    <a:cubicBezTo>
                      <a:pt x="26997" y="21700"/>
                      <a:pt x="28491" y="18088"/>
                      <a:pt x="28491" y="14322"/>
                    </a:cubicBezTo>
                    <a:cubicBezTo>
                      <a:pt x="28491" y="10556"/>
                      <a:pt x="26997" y="6945"/>
                      <a:pt x="24339" y="4282"/>
                    </a:cubicBezTo>
                    <a:cubicBezTo>
                      <a:pt x="21680" y="1619"/>
                      <a:pt x="18073" y="123"/>
                      <a:pt x="14313" y="123"/>
                    </a:cubicBezTo>
                    <a:cubicBezTo>
                      <a:pt x="10553" y="123"/>
                      <a:pt x="6946" y="1619"/>
                      <a:pt x="4287" y="4282"/>
                    </a:cubicBezTo>
                    <a:cubicBezTo>
                      <a:pt x="1628" y="6945"/>
                      <a:pt x="135" y="10556"/>
                      <a:pt x="135" y="14322"/>
                    </a:cubicBezTo>
                    <a:cubicBezTo>
                      <a:pt x="135" y="18088"/>
                      <a:pt x="1628" y="21700"/>
                      <a:pt x="4287" y="24362"/>
                    </a:cubicBezTo>
                    <a:cubicBezTo>
                      <a:pt x="6946" y="27025"/>
                      <a:pt x="10553" y="28521"/>
                      <a:pt x="14313"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1" name="Freeform: Shape 520">
                <a:extLst>
                  <a:ext uri="{FF2B5EF4-FFF2-40B4-BE49-F238E27FC236}">
                    <a16:creationId xmlns:a16="http://schemas.microsoft.com/office/drawing/2014/main" id="{6D0E0DBE-014C-4F9C-CE88-D9D1F23D552B}"/>
                  </a:ext>
                </a:extLst>
              </p:cNvPr>
              <p:cNvSpPr/>
              <p:nvPr/>
            </p:nvSpPr>
            <p:spPr>
              <a:xfrm>
                <a:off x="9171388" y="4656621"/>
                <a:ext cx="28356" cy="28397"/>
              </a:xfrm>
              <a:custGeom>
                <a:avLst/>
                <a:gdLst>
                  <a:gd name="connsiteX0" fmla="*/ 14312 w 28356"/>
                  <a:gd name="connsiteY0" fmla="*/ 28506 h 28397"/>
                  <a:gd name="connsiteX1" fmla="*/ 24338 w 28356"/>
                  <a:gd name="connsiteY1" fmla="*/ 24347 h 28397"/>
                  <a:gd name="connsiteX2" fmla="*/ 28491 w 28356"/>
                  <a:gd name="connsiteY2" fmla="*/ 14307 h 28397"/>
                  <a:gd name="connsiteX3" fmla="*/ 24338 w 28356"/>
                  <a:gd name="connsiteY3" fmla="*/ 4266 h 28397"/>
                  <a:gd name="connsiteX4" fmla="*/ 14312 w 28356"/>
                  <a:gd name="connsiteY4" fmla="*/ 108 h 28397"/>
                  <a:gd name="connsiteX5" fmla="*/ 4287 w 28356"/>
                  <a:gd name="connsiteY5" fmla="*/ 4266 h 28397"/>
                  <a:gd name="connsiteX6" fmla="*/ 134 w 28356"/>
                  <a:gd name="connsiteY6" fmla="*/ 14307 h 28397"/>
                  <a:gd name="connsiteX7" fmla="*/ 4287 w 28356"/>
                  <a:gd name="connsiteY7" fmla="*/ 24347 h 28397"/>
                  <a:gd name="connsiteX8" fmla="*/ 14312 w 28356"/>
                  <a:gd name="connsiteY8" fmla="*/ 2850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06"/>
                    </a:moveTo>
                    <a:cubicBezTo>
                      <a:pt x="18072" y="28506"/>
                      <a:pt x="21679" y="27009"/>
                      <a:pt x="24338" y="24347"/>
                    </a:cubicBezTo>
                    <a:cubicBezTo>
                      <a:pt x="26997" y="21684"/>
                      <a:pt x="28491" y="18072"/>
                      <a:pt x="28491" y="14307"/>
                    </a:cubicBezTo>
                    <a:cubicBezTo>
                      <a:pt x="28491" y="10541"/>
                      <a:pt x="26997" y="6929"/>
                      <a:pt x="24338" y="4266"/>
                    </a:cubicBezTo>
                    <a:cubicBezTo>
                      <a:pt x="21679" y="1604"/>
                      <a:pt x="18072" y="108"/>
                      <a:pt x="14312" y="108"/>
                    </a:cubicBezTo>
                    <a:cubicBezTo>
                      <a:pt x="10552" y="108"/>
                      <a:pt x="6945" y="1604"/>
                      <a:pt x="4287" y="4266"/>
                    </a:cubicBezTo>
                    <a:cubicBezTo>
                      <a:pt x="1628" y="6929"/>
                      <a:pt x="134" y="10541"/>
                      <a:pt x="134" y="14307"/>
                    </a:cubicBezTo>
                    <a:cubicBezTo>
                      <a:pt x="134" y="18072"/>
                      <a:pt x="1628" y="21684"/>
                      <a:pt x="4287" y="24347"/>
                    </a:cubicBezTo>
                    <a:cubicBezTo>
                      <a:pt x="6945" y="27009"/>
                      <a:pt x="10552" y="28506"/>
                      <a:pt x="14312" y="2850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2" name="Freeform: Shape 521">
                <a:extLst>
                  <a:ext uri="{FF2B5EF4-FFF2-40B4-BE49-F238E27FC236}">
                    <a16:creationId xmlns:a16="http://schemas.microsoft.com/office/drawing/2014/main" id="{66467686-BCAB-07E3-CB6C-777030644255}"/>
                  </a:ext>
                </a:extLst>
              </p:cNvPr>
              <p:cNvSpPr/>
              <p:nvPr/>
            </p:nvSpPr>
            <p:spPr>
              <a:xfrm>
                <a:off x="9163627" y="4720921"/>
                <a:ext cx="28356" cy="28397"/>
              </a:xfrm>
              <a:custGeom>
                <a:avLst/>
                <a:gdLst>
                  <a:gd name="connsiteX0" fmla="*/ 14312 w 28356"/>
                  <a:gd name="connsiteY0" fmla="*/ 28511 h 28397"/>
                  <a:gd name="connsiteX1" fmla="*/ 24337 w 28356"/>
                  <a:gd name="connsiteY1" fmla="*/ 24352 h 28397"/>
                  <a:gd name="connsiteX2" fmla="*/ 28490 w 28356"/>
                  <a:gd name="connsiteY2" fmla="*/ 14312 h 28397"/>
                  <a:gd name="connsiteX3" fmla="*/ 24337 w 28356"/>
                  <a:gd name="connsiteY3" fmla="*/ 4271 h 28397"/>
                  <a:gd name="connsiteX4" fmla="*/ 14312 w 28356"/>
                  <a:gd name="connsiteY4" fmla="*/ 113 h 28397"/>
                  <a:gd name="connsiteX5" fmla="*/ 4286 w 28356"/>
                  <a:gd name="connsiteY5" fmla="*/ 4271 h 28397"/>
                  <a:gd name="connsiteX6" fmla="*/ 133 w 28356"/>
                  <a:gd name="connsiteY6" fmla="*/ 14312 h 28397"/>
                  <a:gd name="connsiteX7" fmla="*/ 4286 w 28356"/>
                  <a:gd name="connsiteY7" fmla="*/ 24352 h 28397"/>
                  <a:gd name="connsiteX8" fmla="*/ 14312 w 28356"/>
                  <a:gd name="connsiteY8" fmla="*/ 2851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2" y="28511"/>
                    </a:moveTo>
                    <a:cubicBezTo>
                      <a:pt x="18072" y="28511"/>
                      <a:pt x="21678" y="27015"/>
                      <a:pt x="24337" y="24352"/>
                    </a:cubicBezTo>
                    <a:cubicBezTo>
                      <a:pt x="26996" y="21689"/>
                      <a:pt x="28490" y="18077"/>
                      <a:pt x="28490" y="14312"/>
                    </a:cubicBezTo>
                    <a:cubicBezTo>
                      <a:pt x="28490" y="10546"/>
                      <a:pt x="26996" y="6934"/>
                      <a:pt x="24337" y="4271"/>
                    </a:cubicBezTo>
                    <a:cubicBezTo>
                      <a:pt x="21678" y="1609"/>
                      <a:pt x="18072" y="113"/>
                      <a:pt x="14312" y="113"/>
                    </a:cubicBezTo>
                    <a:cubicBezTo>
                      <a:pt x="10552" y="113"/>
                      <a:pt x="6945" y="1609"/>
                      <a:pt x="4286" y="4271"/>
                    </a:cubicBezTo>
                    <a:cubicBezTo>
                      <a:pt x="1627" y="6934"/>
                      <a:pt x="133" y="10546"/>
                      <a:pt x="133" y="14312"/>
                    </a:cubicBezTo>
                    <a:cubicBezTo>
                      <a:pt x="133" y="18077"/>
                      <a:pt x="1627" y="21689"/>
                      <a:pt x="4286" y="24352"/>
                    </a:cubicBezTo>
                    <a:cubicBezTo>
                      <a:pt x="6945" y="27015"/>
                      <a:pt x="10552" y="28511"/>
                      <a:pt x="14312" y="2851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3" name="Freeform: Shape 522">
                <a:extLst>
                  <a:ext uri="{FF2B5EF4-FFF2-40B4-BE49-F238E27FC236}">
                    <a16:creationId xmlns:a16="http://schemas.microsoft.com/office/drawing/2014/main" id="{2BC1EE0B-0EAD-558F-5F73-75576CD9B6C6}"/>
                  </a:ext>
                </a:extLst>
              </p:cNvPr>
              <p:cNvSpPr/>
              <p:nvPr/>
            </p:nvSpPr>
            <p:spPr>
              <a:xfrm>
                <a:off x="9155866" y="3950315"/>
                <a:ext cx="28356" cy="28397"/>
              </a:xfrm>
              <a:custGeom>
                <a:avLst/>
                <a:gdLst>
                  <a:gd name="connsiteX0" fmla="*/ 14311 w 28356"/>
                  <a:gd name="connsiteY0" fmla="*/ 28450 h 28397"/>
                  <a:gd name="connsiteX1" fmla="*/ 24337 w 28356"/>
                  <a:gd name="connsiteY1" fmla="*/ 24291 h 28397"/>
                  <a:gd name="connsiteX2" fmla="*/ 28489 w 28356"/>
                  <a:gd name="connsiteY2" fmla="*/ 14251 h 28397"/>
                  <a:gd name="connsiteX3" fmla="*/ 24337 w 28356"/>
                  <a:gd name="connsiteY3" fmla="*/ 4211 h 28397"/>
                  <a:gd name="connsiteX4" fmla="*/ 14311 w 28356"/>
                  <a:gd name="connsiteY4" fmla="*/ 52 h 28397"/>
                  <a:gd name="connsiteX5" fmla="*/ 4285 w 28356"/>
                  <a:gd name="connsiteY5" fmla="*/ 4211 h 28397"/>
                  <a:gd name="connsiteX6" fmla="*/ 133 w 28356"/>
                  <a:gd name="connsiteY6" fmla="*/ 14251 h 28397"/>
                  <a:gd name="connsiteX7" fmla="*/ 4285 w 28356"/>
                  <a:gd name="connsiteY7" fmla="*/ 24291 h 28397"/>
                  <a:gd name="connsiteX8" fmla="*/ 14311 w 28356"/>
                  <a:gd name="connsiteY8" fmla="*/ 2845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1" y="28450"/>
                    </a:moveTo>
                    <a:cubicBezTo>
                      <a:pt x="18071" y="28450"/>
                      <a:pt x="21678" y="26954"/>
                      <a:pt x="24337" y="24291"/>
                    </a:cubicBezTo>
                    <a:cubicBezTo>
                      <a:pt x="26996" y="21628"/>
                      <a:pt x="28489" y="18017"/>
                      <a:pt x="28489" y="14251"/>
                    </a:cubicBezTo>
                    <a:cubicBezTo>
                      <a:pt x="28489" y="10485"/>
                      <a:pt x="26996" y="6873"/>
                      <a:pt x="24337" y="4211"/>
                    </a:cubicBezTo>
                    <a:cubicBezTo>
                      <a:pt x="21678" y="1548"/>
                      <a:pt x="18071" y="52"/>
                      <a:pt x="14311" y="52"/>
                    </a:cubicBezTo>
                    <a:cubicBezTo>
                      <a:pt x="10551" y="52"/>
                      <a:pt x="6944" y="1548"/>
                      <a:pt x="4285" y="4211"/>
                    </a:cubicBezTo>
                    <a:cubicBezTo>
                      <a:pt x="1627" y="6873"/>
                      <a:pt x="133" y="10485"/>
                      <a:pt x="133" y="14251"/>
                    </a:cubicBezTo>
                    <a:cubicBezTo>
                      <a:pt x="133" y="18017"/>
                      <a:pt x="1627" y="21628"/>
                      <a:pt x="4285" y="24291"/>
                    </a:cubicBezTo>
                    <a:cubicBezTo>
                      <a:pt x="6944" y="26954"/>
                      <a:pt x="10551" y="28450"/>
                      <a:pt x="14311" y="2845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4" name="Freeform: Shape 523">
                <a:extLst>
                  <a:ext uri="{FF2B5EF4-FFF2-40B4-BE49-F238E27FC236}">
                    <a16:creationId xmlns:a16="http://schemas.microsoft.com/office/drawing/2014/main" id="{FDC49815-9CD5-4D30-1D44-53FAACCCC3F2}"/>
                  </a:ext>
                </a:extLst>
              </p:cNvPr>
              <p:cNvSpPr/>
              <p:nvPr/>
            </p:nvSpPr>
            <p:spPr>
              <a:xfrm>
                <a:off x="9148118" y="4711396"/>
                <a:ext cx="28356" cy="28397"/>
              </a:xfrm>
              <a:custGeom>
                <a:avLst/>
                <a:gdLst>
                  <a:gd name="connsiteX0" fmla="*/ 14310 w 28356"/>
                  <a:gd name="connsiteY0" fmla="*/ 28510 h 28397"/>
                  <a:gd name="connsiteX1" fmla="*/ 24336 w 28356"/>
                  <a:gd name="connsiteY1" fmla="*/ 24351 h 28397"/>
                  <a:gd name="connsiteX2" fmla="*/ 28489 w 28356"/>
                  <a:gd name="connsiteY2" fmla="*/ 14311 h 28397"/>
                  <a:gd name="connsiteX3" fmla="*/ 24336 w 28356"/>
                  <a:gd name="connsiteY3" fmla="*/ 4271 h 28397"/>
                  <a:gd name="connsiteX4" fmla="*/ 14310 w 28356"/>
                  <a:gd name="connsiteY4" fmla="*/ 112 h 28397"/>
                  <a:gd name="connsiteX5" fmla="*/ 4285 w 28356"/>
                  <a:gd name="connsiteY5" fmla="*/ 4271 h 28397"/>
                  <a:gd name="connsiteX6" fmla="*/ 132 w 28356"/>
                  <a:gd name="connsiteY6" fmla="*/ 14311 h 28397"/>
                  <a:gd name="connsiteX7" fmla="*/ 4285 w 28356"/>
                  <a:gd name="connsiteY7" fmla="*/ 24351 h 28397"/>
                  <a:gd name="connsiteX8" fmla="*/ 14310 w 28356"/>
                  <a:gd name="connsiteY8" fmla="*/ 2851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10"/>
                    </a:moveTo>
                    <a:cubicBezTo>
                      <a:pt x="18071" y="28510"/>
                      <a:pt x="21677" y="27014"/>
                      <a:pt x="24336" y="24351"/>
                    </a:cubicBezTo>
                    <a:cubicBezTo>
                      <a:pt x="26995" y="21688"/>
                      <a:pt x="28489" y="18076"/>
                      <a:pt x="28489" y="14311"/>
                    </a:cubicBezTo>
                    <a:cubicBezTo>
                      <a:pt x="28489" y="10545"/>
                      <a:pt x="26995" y="6933"/>
                      <a:pt x="24336" y="4271"/>
                    </a:cubicBezTo>
                    <a:cubicBezTo>
                      <a:pt x="21677" y="1608"/>
                      <a:pt x="18071" y="112"/>
                      <a:pt x="14310" y="112"/>
                    </a:cubicBezTo>
                    <a:cubicBezTo>
                      <a:pt x="10550" y="112"/>
                      <a:pt x="6944" y="1608"/>
                      <a:pt x="4285" y="4271"/>
                    </a:cubicBezTo>
                    <a:cubicBezTo>
                      <a:pt x="1626" y="6933"/>
                      <a:pt x="132" y="10545"/>
                      <a:pt x="132" y="14311"/>
                    </a:cubicBezTo>
                    <a:cubicBezTo>
                      <a:pt x="132" y="18076"/>
                      <a:pt x="1626" y="21688"/>
                      <a:pt x="4285" y="24351"/>
                    </a:cubicBezTo>
                    <a:cubicBezTo>
                      <a:pt x="6944" y="27014"/>
                      <a:pt x="10550" y="28510"/>
                      <a:pt x="14310" y="2851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5" name="Freeform: Shape 524">
                <a:extLst>
                  <a:ext uri="{FF2B5EF4-FFF2-40B4-BE49-F238E27FC236}">
                    <a16:creationId xmlns:a16="http://schemas.microsoft.com/office/drawing/2014/main" id="{F7B2E489-32E2-2401-E8F5-6525E65D50ED}"/>
                  </a:ext>
                </a:extLst>
              </p:cNvPr>
              <p:cNvSpPr/>
              <p:nvPr/>
            </p:nvSpPr>
            <p:spPr>
              <a:xfrm>
                <a:off x="9140357" y="4888205"/>
                <a:ext cx="28356" cy="28397"/>
              </a:xfrm>
              <a:custGeom>
                <a:avLst/>
                <a:gdLst>
                  <a:gd name="connsiteX0" fmla="*/ 14310 w 28356"/>
                  <a:gd name="connsiteY0" fmla="*/ 28524 h 28397"/>
                  <a:gd name="connsiteX1" fmla="*/ 24335 w 28356"/>
                  <a:gd name="connsiteY1" fmla="*/ 24365 h 28397"/>
                  <a:gd name="connsiteX2" fmla="*/ 28488 w 28356"/>
                  <a:gd name="connsiteY2" fmla="*/ 14325 h 28397"/>
                  <a:gd name="connsiteX3" fmla="*/ 24335 w 28356"/>
                  <a:gd name="connsiteY3" fmla="*/ 4285 h 28397"/>
                  <a:gd name="connsiteX4" fmla="*/ 14310 w 28356"/>
                  <a:gd name="connsiteY4" fmla="*/ 126 h 28397"/>
                  <a:gd name="connsiteX5" fmla="*/ 4284 w 28356"/>
                  <a:gd name="connsiteY5" fmla="*/ 4285 h 28397"/>
                  <a:gd name="connsiteX6" fmla="*/ 132 w 28356"/>
                  <a:gd name="connsiteY6" fmla="*/ 14325 h 28397"/>
                  <a:gd name="connsiteX7" fmla="*/ 4284 w 28356"/>
                  <a:gd name="connsiteY7" fmla="*/ 24365 h 28397"/>
                  <a:gd name="connsiteX8" fmla="*/ 14310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10" y="28524"/>
                    </a:moveTo>
                    <a:cubicBezTo>
                      <a:pt x="18070" y="28524"/>
                      <a:pt x="21677" y="27028"/>
                      <a:pt x="24335" y="24365"/>
                    </a:cubicBezTo>
                    <a:cubicBezTo>
                      <a:pt x="26994" y="21702"/>
                      <a:pt x="28488" y="18090"/>
                      <a:pt x="28488" y="14325"/>
                    </a:cubicBezTo>
                    <a:cubicBezTo>
                      <a:pt x="28488" y="10559"/>
                      <a:pt x="26994" y="6947"/>
                      <a:pt x="24335" y="4285"/>
                    </a:cubicBezTo>
                    <a:cubicBezTo>
                      <a:pt x="21677" y="1622"/>
                      <a:pt x="18070" y="126"/>
                      <a:pt x="14310" y="126"/>
                    </a:cubicBezTo>
                    <a:cubicBezTo>
                      <a:pt x="10550" y="126"/>
                      <a:pt x="6943" y="1622"/>
                      <a:pt x="4284" y="4285"/>
                    </a:cubicBezTo>
                    <a:cubicBezTo>
                      <a:pt x="1625" y="6947"/>
                      <a:pt x="132" y="10559"/>
                      <a:pt x="132" y="14325"/>
                    </a:cubicBezTo>
                    <a:cubicBezTo>
                      <a:pt x="132" y="18090"/>
                      <a:pt x="1625" y="21702"/>
                      <a:pt x="4284" y="24365"/>
                    </a:cubicBezTo>
                    <a:cubicBezTo>
                      <a:pt x="6943" y="27028"/>
                      <a:pt x="10550" y="28524"/>
                      <a:pt x="14310"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6" name="Freeform: Shape 525">
                <a:extLst>
                  <a:ext uri="{FF2B5EF4-FFF2-40B4-BE49-F238E27FC236}">
                    <a16:creationId xmlns:a16="http://schemas.microsoft.com/office/drawing/2014/main" id="{A653DC8E-7264-605E-371A-CBD1AABF25EB}"/>
                  </a:ext>
                </a:extLst>
              </p:cNvPr>
              <p:cNvSpPr/>
              <p:nvPr/>
            </p:nvSpPr>
            <p:spPr>
              <a:xfrm>
                <a:off x="9132595" y="4945901"/>
                <a:ext cx="28356" cy="28397"/>
              </a:xfrm>
              <a:custGeom>
                <a:avLst/>
                <a:gdLst>
                  <a:gd name="connsiteX0" fmla="*/ 14309 w 28356"/>
                  <a:gd name="connsiteY0" fmla="*/ 28528 h 28397"/>
                  <a:gd name="connsiteX1" fmla="*/ 24335 w 28356"/>
                  <a:gd name="connsiteY1" fmla="*/ 24370 h 28397"/>
                  <a:gd name="connsiteX2" fmla="*/ 28488 w 28356"/>
                  <a:gd name="connsiteY2" fmla="*/ 14329 h 28397"/>
                  <a:gd name="connsiteX3" fmla="*/ 24335 w 28356"/>
                  <a:gd name="connsiteY3" fmla="*/ 4289 h 28397"/>
                  <a:gd name="connsiteX4" fmla="*/ 14309 w 28356"/>
                  <a:gd name="connsiteY4" fmla="*/ 130 h 28397"/>
                  <a:gd name="connsiteX5" fmla="*/ 4284 w 28356"/>
                  <a:gd name="connsiteY5" fmla="*/ 4289 h 28397"/>
                  <a:gd name="connsiteX6" fmla="*/ 131 w 28356"/>
                  <a:gd name="connsiteY6" fmla="*/ 14329 h 28397"/>
                  <a:gd name="connsiteX7" fmla="*/ 4284 w 28356"/>
                  <a:gd name="connsiteY7" fmla="*/ 24370 h 28397"/>
                  <a:gd name="connsiteX8" fmla="*/ 14309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528"/>
                    </a:moveTo>
                    <a:cubicBezTo>
                      <a:pt x="18069" y="28528"/>
                      <a:pt x="21676" y="27032"/>
                      <a:pt x="24335" y="24370"/>
                    </a:cubicBezTo>
                    <a:cubicBezTo>
                      <a:pt x="26994" y="21707"/>
                      <a:pt x="28488" y="18095"/>
                      <a:pt x="28488" y="14329"/>
                    </a:cubicBezTo>
                    <a:cubicBezTo>
                      <a:pt x="28488" y="10564"/>
                      <a:pt x="26994" y="6952"/>
                      <a:pt x="24335" y="4289"/>
                    </a:cubicBezTo>
                    <a:cubicBezTo>
                      <a:pt x="21676" y="1626"/>
                      <a:pt x="18069" y="130"/>
                      <a:pt x="14309" y="130"/>
                    </a:cubicBezTo>
                    <a:cubicBezTo>
                      <a:pt x="10549" y="130"/>
                      <a:pt x="6942" y="1626"/>
                      <a:pt x="4284" y="4289"/>
                    </a:cubicBezTo>
                    <a:cubicBezTo>
                      <a:pt x="1625" y="6952"/>
                      <a:pt x="131" y="10564"/>
                      <a:pt x="131" y="14329"/>
                    </a:cubicBezTo>
                    <a:cubicBezTo>
                      <a:pt x="131" y="18095"/>
                      <a:pt x="1625" y="21707"/>
                      <a:pt x="4284" y="24370"/>
                    </a:cubicBezTo>
                    <a:cubicBezTo>
                      <a:pt x="6942" y="27032"/>
                      <a:pt x="10549" y="28528"/>
                      <a:pt x="14309"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7" name="Freeform: Shape 526">
                <a:extLst>
                  <a:ext uri="{FF2B5EF4-FFF2-40B4-BE49-F238E27FC236}">
                    <a16:creationId xmlns:a16="http://schemas.microsoft.com/office/drawing/2014/main" id="{6D56DC0D-BA97-9BEF-CFC8-401099660730}"/>
                  </a:ext>
                </a:extLst>
              </p:cNvPr>
              <p:cNvSpPr/>
              <p:nvPr/>
            </p:nvSpPr>
            <p:spPr>
              <a:xfrm>
                <a:off x="9124834" y="4232688"/>
                <a:ext cx="28356" cy="28397"/>
              </a:xfrm>
              <a:custGeom>
                <a:avLst/>
                <a:gdLst>
                  <a:gd name="connsiteX0" fmla="*/ 14309 w 28356"/>
                  <a:gd name="connsiteY0" fmla="*/ 28472 h 28397"/>
                  <a:gd name="connsiteX1" fmla="*/ 24334 w 28356"/>
                  <a:gd name="connsiteY1" fmla="*/ 24313 h 28397"/>
                  <a:gd name="connsiteX2" fmla="*/ 28487 w 28356"/>
                  <a:gd name="connsiteY2" fmla="*/ 14273 h 28397"/>
                  <a:gd name="connsiteX3" fmla="*/ 24334 w 28356"/>
                  <a:gd name="connsiteY3" fmla="*/ 4233 h 28397"/>
                  <a:gd name="connsiteX4" fmla="*/ 14309 w 28356"/>
                  <a:gd name="connsiteY4" fmla="*/ 74 h 28397"/>
                  <a:gd name="connsiteX5" fmla="*/ 4283 w 28356"/>
                  <a:gd name="connsiteY5" fmla="*/ 4233 h 28397"/>
                  <a:gd name="connsiteX6" fmla="*/ 130 w 28356"/>
                  <a:gd name="connsiteY6" fmla="*/ 14273 h 28397"/>
                  <a:gd name="connsiteX7" fmla="*/ 4283 w 28356"/>
                  <a:gd name="connsiteY7" fmla="*/ 24313 h 28397"/>
                  <a:gd name="connsiteX8" fmla="*/ 14309 w 28356"/>
                  <a:gd name="connsiteY8" fmla="*/ 2847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9" y="28472"/>
                    </a:moveTo>
                    <a:cubicBezTo>
                      <a:pt x="18069" y="28472"/>
                      <a:pt x="21675" y="26976"/>
                      <a:pt x="24334" y="24313"/>
                    </a:cubicBezTo>
                    <a:cubicBezTo>
                      <a:pt x="26993" y="21651"/>
                      <a:pt x="28487" y="18039"/>
                      <a:pt x="28487" y="14273"/>
                    </a:cubicBezTo>
                    <a:cubicBezTo>
                      <a:pt x="28487" y="10508"/>
                      <a:pt x="26993" y="6896"/>
                      <a:pt x="24334" y="4233"/>
                    </a:cubicBezTo>
                    <a:cubicBezTo>
                      <a:pt x="21675" y="1570"/>
                      <a:pt x="18069" y="74"/>
                      <a:pt x="14309" y="74"/>
                    </a:cubicBezTo>
                    <a:cubicBezTo>
                      <a:pt x="10548" y="74"/>
                      <a:pt x="6942" y="1570"/>
                      <a:pt x="4283" y="4233"/>
                    </a:cubicBezTo>
                    <a:cubicBezTo>
                      <a:pt x="1624" y="6896"/>
                      <a:pt x="130" y="10508"/>
                      <a:pt x="130" y="14273"/>
                    </a:cubicBezTo>
                    <a:cubicBezTo>
                      <a:pt x="130" y="18039"/>
                      <a:pt x="1624" y="21651"/>
                      <a:pt x="4283" y="24313"/>
                    </a:cubicBezTo>
                    <a:cubicBezTo>
                      <a:pt x="6942" y="26976"/>
                      <a:pt x="10548" y="28472"/>
                      <a:pt x="14309" y="2847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8" name="Freeform: Shape 527">
                <a:extLst>
                  <a:ext uri="{FF2B5EF4-FFF2-40B4-BE49-F238E27FC236}">
                    <a16:creationId xmlns:a16="http://schemas.microsoft.com/office/drawing/2014/main" id="{924819E7-935A-7C7C-6808-F4680DA6A15F}"/>
                  </a:ext>
                </a:extLst>
              </p:cNvPr>
              <p:cNvSpPr/>
              <p:nvPr/>
            </p:nvSpPr>
            <p:spPr>
              <a:xfrm>
                <a:off x="9117073" y="4504091"/>
                <a:ext cx="28356" cy="28397"/>
              </a:xfrm>
              <a:custGeom>
                <a:avLst/>
                <a:gdLst>
                  <a:gd name="connsiteX0" fmla="*/ 14308 w 28356"/>
                  <a:gd name="connsiteY0" fmla="*/ 28494 h 28397"/>
                  <a:gd name="connsiteX1" fmla="*/ 24334 w 28356"/>
                  <a:gd name="connsiteY1" fmla="*/ 24335 h 28397"/>
                  <a:gd name="connsiteX2" fmla="*/ 28486 w 28356"/>
                  <a:gd name="connsiteY2" fmla="*/ 14295 h 28397"/>
                  <a:gd name="connsiteX3" fmla="*/ 24334 w 28356"/>
                  <a:gd name="connsiteY3" fmla="*/ 4254 h 28397"/>
                  <a:gd name="connsiteX4" fmla="*/ 14308 w 28356"/>
                  <a:gd name="connsiteY4" fmla="*/ 96 h 28397"/>
                  <a:gd name="connsiteX5" fmla="*/ 4282 w 28356"/>
                  <a:gd name="connsiteY5" fmla="*/ 4254 h 28397"/>
                  <a:gd name="connsiteX6" fmla="*/ 130 w 28356"/>
                  <a:gd name="connsiteY6" fmla="*/ 14295 h 28397"/>
                  <a:gd name="connsiteX7" fmla="*/ 4282 w 28356"/>
                  <a:gd name="connsiteY7" fmla="*/ 24335 h 28397"/>
                  <a:gd name="connsiteX8" fmla="*/ 14308 w 28356"/>
                  <a:gd name="connsiteY8" fmla="*/ 2849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8" y="28494"/>
                    </a:moveTo>
                    <a:cubicBezTo>
                      <a:pt x="18068" y="28494"/>
                      <a:pt x="21675" y="26997"/>
                      <a:pt x="24334" y="24335"/>
                    </a:cubicBezTo>
                    <a:cubicBezTo>
                      <a:pt x="26992" y="21672"/>
                      <a:pt x="28486" y="18060"/>
                      <a:pt x="28486" y="14295"/>
                    </a:cubicBezTo>
                    <a:cubicBezTo>
                      <a:pt x="28486" y="10529"/>
                      <a:pt x="26992" y="6917"/>
                      <a:pt x="24334" y="4254"/>
                    </a:cubicBezTo>
                    <a:cubicBezTo>
                      <a:pt x="21675" y="1592"/>
                      <a:pt x="18068" y="96"/>
                      <a:pt x="14308" y="96"/>
                    </a:cubicBezTo>
                    <a:cubicBezTo>
                      <a:pt x="10548" y="96"/>
                      <a:pt x="6941" y="1592"/>
                      <a:pt x="4282" y="4254"/>
                    </a:cubicBezTo>
                    <a:cubicBezTo>
                      <a:pt x="1624" y="6917"/>
                      <a:pt x="130" y="10529"/>
                      <a:pt x="130" y="14295"/>
                    </a:cubicBezTo>
                    <a:cubicBezTo>
                      <a:pt x="130" y="18060"/>
                      <a:pt x="1624" y="21672"/>
                      <a:pt x="4282" y="24335"/>
                    </a:cubicBezTo>
                    <a:cubicBezTo>
                      <a:pt x="6941" y="26997"/>
                      <a:pt x="10548" y="28494"/>
                      <a:pt x="14308" y="2849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29" name="Freeform: Shape 528">
                <a:extLst>
                  <a:ext uri="{FF2B5EF4-FFF2-40B4-BE49-F238E27FC236}">
                    <a16:creationId xmlns:a16="http://schemas.microsoft.com/office/drawing/2014/main" id="{66FD3136-F33C-B224-41A2-2905FB1CB877}"/>
                  </a:ext>
                </a:extLst>
              </p:cNvPr>
              <p:cNvSpPr/>
              <p:nvPr/>
            </p:nvSpPr>
            <p:spPr>
              <a:xfrm>
                <a:off x="9109325" y="4640263"/>
                <a:ext cx="28356" cy="28397"/>
              </a:xfrm>
              <a:custGeom>
                <a:avLst/>
                <a:gdLst>
                  <a:gd name="connsiteX0" fmla="*/ 14307 w 28356"/>
                  <a:gd name="connsiteY0" fmla="*/ 28504 h 28397"/>
                  <a:gd name="connsiteX1" fmla="*/ 24333 w 28356"/>
                  <a:gd name="connsiteY1" fmla="*/ 24345 h 28397"/>
                  <a:gd name="connsiteX2" fmla="*/ 28486 w 28356"/>
                  <a:gd name="connsiteY2" fmla="*/ 14305 h 28397"/>
                  <a:gd name="connsiteX3" fmla="*/ 24333 w 28356"/>
                  <a:gd name="connsiteY3" fmla="*/ 4265 h 28397"/>
                  <a:gd name="connsiteX4" fmla="*/ 14307 w 28356"/>
                  <a:gd name="connsiteY4" fmla="*/ 106 h 28397"/>
                  <a:gd name="connsiteX5" fmla="*/ 4282 w 28356"/>
                  <a:gd name="connsiteY5" fmla="*/ 4265 h 28397"/>
                  <a:gd name="connsiteX6" fmla="*/ 129 w 28356"/>
                  <a:gd name="connsiteY6" fmla="*/ 14305 h 28397"/>
                  <a:gd name="connsiteX7" fmla="*/ 4282 w 28356"/>
                  <a:gd name="connsiteY7" fmla="*/ 24345 h 28397"/>
                  <a:gd name="connsiteX8" fmla="*/ 14307 w 28356"/>
                  <a:gd name="connsiteY8" fmla="*/ 2850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504"/>
                    </a:moveTo>
                    <a:cubicBezTo>
                      <a:pt x="18068" y="28504"/>
                      <a:pt x="21674" y="27008"/>
                      <a:pt x="24333" y="24345"/>
                    </a:cubicBezTo>
                    <a:cubicBezTo>
                      <a:pt x="26992" y="21683"/>
                      <a:pt x="28486" y="18071"/>
                      <a:pt x="28486" y="14305"/>
                    </a:cubicBezTo>
                    <a:cubicBezTo>
                      <a:pt x="28486" y="10540"/>
                      <a:pt x="26992" y="6928"/>
                      <a:pt x="24333" y="4265"/>
                    </a:cubicBezTo>
                    <a:cubicBezTo>
                      <a:pt x="21674" y="1602"/>
                      <a:pt x="18068" y="106"/>
                      <a:pt x="14307" y="106"/>
                    </a:cubicBezTo>
                    <a:cubicBezTo>
                      <a:pt x="10547" y="106"/>
                      <a:pt x="6941" y="1602"/>
                      <a:pt x="4282" y="4265"/>
                    </a:cubicBezTo>
                    <a:cubicBezTo>
                      <a:pt x="1623" y="6928"/>
                      <a:pt x="129" y="10540"/>
                      <a:pt x="129" y="14305"/>
                    </a:cubicBezTo>
                    <a:cubicBezTo>
                      <a:pt x="129" y="18071"/>
                      <a:pt x="1623" y="21683"/>
                      <a:pt x="4282" y="24345"/>
                    </a:cubicBezTo>
                    <a:cubicBezTo>
                      <a:pt x="6941" y="27008"/>
                      <a:pt x="10547" y="28504"/>
                      <a:pt x="14307" y="2850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0" name="Freeform: Shape 529">
                <a:extLst>
                  <a:ext uri="{FF2B5EF4-FFF2-40B4-BE49-F238E27FC236}">
                    <a16:creationId xmlns:a16="http://schemas.microsoft.com/office/drawing/2014/main" id="{0F9738FB-CA23-DA14-5643-CC63535BA89E}"/>
                  </a:ext>
                </a:extLst>
              </p:cNvPr>
              <p:cNvSpPr/>
              <p:nvPr/>
            </p:nvSpPr>
            <p:spPr>
              <a:xfrm>
                <a:off x="9101564" y="4484670"/>
                <a:ext cx="28356" cy="28397"/>
              </a:xfrm>
              <a:custGeom>
                <a:avLst/>
                <a:gdLst>
                  <a:gd name="connsiteX0" fmla="*/ 14307 w 28356"/>
                  <a:gd name="connsiteY0" fmla="*/ 28492 h 28397"/>
                  <a:gd name="connsiteX1" fmla="*/ 24332 w 28356"/>
                  <a:gd name="connsiteY1" fmla="*/ 24333 h 28397"/>
                  <a:gd name="connsiteX2" fmla="*/ 28485 w 28356"/>
                  <a:gd name="connsiteY2" fmla="*/ 14293 h 28397"/>
                  <a:gd name="connsiteX3" fmla="*/ 24332 w 28356"/>
                  <a:gd name="connsiteY3" fmla="*/ 4253 h 28397"/>
                  <a:gd name="connsiteX4" fmla="*/ 14307 w 28356"/>
                  <a:gd name="connsiteY4" fmla="*/ 94 h 28397"/>
                  <a:gd name="connsiteX5" fmla="*/ 4281 w 28356"/>
                  <a:gd name="connsiteY5" fmla="*/ 4253 h 28397"/>
                  <a:gd name="connsiteX6" fmla="*/ 128 w 28356"/>
                  <a:gd name="connsiteY6" fmla="*/ 14293 h 28397"/>
                  <a:gd name="connsiteX7" fmla="*/ 4281 w 28356"/>
                  <a:gd name="connsiteY7" fmla="*/ 24333 h 28397"/>
                  <a:gd name="connsiteX8" fmla="*/ 14307 w 28356"/>
                  <a:gd name="connsiteY8" fmla="*/ 2849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7" y="28492"/>
                    </a:moveTo>
                    <a:cubicBezTo>
                      <a:pt x="18067" y="28492"/>
                      <a:pt x="21674" y="26996"/>
                      <a:pt x="24332" y="24333"/>
                    </a:cubicBezTo>
                    <a:cubicBezTo>
                      <a:pt x="26991" y="21671"/>
                      <a:pt x="28485" y="18059"/>
                      <a:pt x="28485" y="14293"/>
                    </a:cubicBezTo>
                    <a:cubicBezTo>
                      <a:pt x="28485" y="10527"/>
                      <a:pt x="26991" y="6915"/>
                      <a:pt x="24332" y="4253"/>
                    </a:cubicBezTo>
                    <a:cubicBezTo>
                      <a:pt x="21674" y="1590"/>
                      <a:pt x="18067" y="94"/>
                      <a:pt x="14307" y="94"/>
                    </a:cubicBezTo>
                    <a:cubicBezTo>
                      <a:pt x="10547" y="94"/>
                      <a:pt x="6940" y="1590"/>
                      <a:pt x="4281" y="4253"/>
                    </a:cubicBezTo>
                    <a:cubicBezTo>
                      <a:pt x="1622" y="6915"/>
                      <a:pt x="128" y="10527"/>
                      <a:pt x="128" y="14293"/>
                    </a:cubicBezTo>
                    <a:cubicBezTo>
                      <a:pt x="128" y="18059"/>
                      <a:pt x="1622" y="21671"/>
                      <a:pt x="4281" y="24333"/>
                    </a:cubicBezTo>
                    <a:cubicBezTo>
                      <a:pt x="6940" y="26996"/>
                      <a:pt x="10547" y="28492"/>
                      <a:pt x="14307" y="2849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1" name="Freeform: Shape 530">
                <a:extLst>
                  <a:ext uri="{FF2B5EF4-FFF2-40B4-BE49-F238E27FC236}">
                    <a16:creationId xmlns:a16="http://schemas.microsoft.com/office/drawing/2014/main" id="{C83BB693-52B0-60CA-FFDF-1E107135EA12}"/>
                  </a:ext>
                </a:extLst>
              </p:cNvPr>
              <p:cNvSpPr/>
              <p:nvPr/>
            </p:nvSpPr>
            <p:spPr>
              <a:xfrm>
                <a:off x="9093803" y="4252493"/>
                <a:ext cx="28356" cy="28397"/>
              </a:xfrm>
              <a:custGeom>
                <a:avLst/>
                <a:gdLst>
                  <a:gd name="connsiteX0" fmla="*/ 14306 w 28356"/>
                  <a:gd name="connsiteY0" fmla="*/ 28474 h 28397"/>
                  <a:gd name="connsiteX1" fmla="*/ 24332 w 28356"/>
                  <a:gd name="connsiteY1" fmla="*/ 24315 h 28397"/>
                  <a:gd name="connsiteX2" fmla="*/ 28485 w 28356"/>
                  <a:gd name="connsiteY2" fmla="*/ 14275 h 28397"/>
                  <a:gd name="connsiteX3" fmla="*/ 24332 w 28356"/>
                  <a:gd name="connsiteY3" fmla="*/ 4235 h 28397"/>
                  <a:gd name="connsiteX4" fmla="*/ 14306 w 28356"/>
                  <a:gd name="connsiteY4" fmla="*/ 76 h 28397"/>
                  <a:gd name="connsiteX5" fmla="*/ 4281 w 28356"/>
                  <a:gd name="connsiteY5" fmla="*/ 4235 h 28397"/>
                  <a:gd name="connsiteX6" fmla="*/ 128 w 28356"/>
                  <a:gd name="connsiteY6" fmla="*/ 14275 h 28397"/>
                  <a:gd name="connsiteX7" fmla="*/ 4281 w 28356"/>
                  <a:gd name="connsiteY7" fmla="*/ 24315 h 28397"/>
                  <a:gd name="connsiteX8" fmla="*/ 14306 w 28356"/>
                  <a:gd name="connsiteY8" fmla="*/ 2847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474"/>
                    </a:moveTo>
                    <a:cubicBezTo>
                      <a:pt x="18066" y="28474"/>
                      <a:pt x="21673" y="26978"/>
                      <a:pt x="24332" y="24315"/>
                    </a:cubicBezTo>
                    <a:cubicBezTo>
                      <a:pt x="26991" y="21652"/>
                      <a:pt x="28485" y="18040"/>
                      <a:pt x="28485" y="14275"/>
                    </a:cubicBezTo>
                    <a:cubicBezTo>
                      <a:pt x="28485" y="10509"/>
                      <a:pt x="26991" y="6897"/>
                      <a:pt x="24332" y="4235"/>
                    </a:cubicBezTo>
                    <a:cubicBezTo>
                      <a:pt x="21673" y="1572"/>
                      <a:pt x="18066" y="76"/>
                      <a:pt x="14306" y="76"/>
                    </a:cubicBezTo>
                    <a:cubicBezTo>
                      <a:pt x="10546" y="76"/>
                      <a:pt x="6939" y="1572"/>
                      <a:pt x="4281" y="4235"/>
                    </a:cubicBezTo>
                    <a:cubicBezTo>
                      <a:pt x="1622" y="6897"/>
                      <a:pt x="128" y="10509"/>
                      <a:pt x="128" y="14275"/>
                    </a:cubicBezTo>
                    <a:cubicBezTo>
                      <a:pt x="128" y="18040"/>
                      <a:pt x="1622" y="21652"/>
                      <a:pt x="4281" y="24315"/>
                    </a:cubicBezTo>
                    <a:cubicBezTo>
                      <a:pt x="6939" y="26978"/>
                      <a:pt x="10546" y="28474"/>
                      <a:pt x="14306" y="2847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2" name="Freeform: Shape 531">
                <a:extLst>
                  <a:ext uri="{FF2B5EF4-FFF2-40B4-BE49-F238E27FC236}">
                    <a16:creationId xmlns:a16="http://schemas.microsoft.com/office/drawing/2014/main" id="{5D4190B2-5B64-9DBD-3815-797E45A98511}"/>
                  </a:ext>
                </a:extLst>
              </p:cNvPr>
              <p:cNvSpPr/>
              <p:nvPr/>
            </p:nvSpPr>
            <p:spPr>
              <a:xfrm>
                <a:off x="9086042" y="4288528"/>
                <a:ext cx="28356" cy="28397"/>
              </a:xfrm>
              <a:custGeom>
                <a:avLst/>
                <a:gdLst>
                  <a:gd name="connsiteX0" fmla="*/ 14306 w 28356"/>
                  <a:gd name="connsiteY0" fmla="*/ 28477 h 28397"/>
                  <a:gd name="connsiteX1" fmla="*/ 24331 w 28356"/>
                  <a:gd name="connsiteY1" fmla="*/ 24318 h 28397"/>
                  <a:gd name="connsiteX2" fmla="*/ 28484 w 28356"/>
                  <a:gd name="connsiteY2" fmla="*/ 14278 h 28397"/>
                  <a:gd name="connsiteX3" fmla="*/ 24331 w 28356"/>
                  <a:gd name="connsiteY3" fmla="*/ 4237 h 28397"/>
                  <a:gd name="connsiteX4" fmla="*/ 14306 w 28356"/>
                  <a:gd name="connsiteY4" fmla="*/ 79 h 28397"/>
                  <a:gd name="connsiteX5" fmla="*/ 4280 w 28356"/>
                  <a:gd name="connsiteY5" fmla="*/ 4237 h 28397"/>
                  <a:gd name="connsiteX6" fmla="*/ 127 w 28356"/>
                  <a:gd name="connsiteY6" fmla="*/ 14278 h 28397"/>
                  <a:gd name="connsiteX7" fmla="*/ 4280 w 28356"/>
                  <a:gd name="connsiteY7" fmla="*/ 24318 h 28397"/>
                  <a:gd name="connsiteX8" fmla="*/ 14306 w 28356"/>
                  <a:gd name="connsiteY8" fmla="*/ 2847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6" y="28477"/>
                    </a:moveTo>
                    <a:cubicBezTo>
                      <a:pt x="18066" y="28477"/>
                      <a:pt x="21672" y="26980"/>
                      <a:pt x="24331" y="24318"/>
                    </a:cubicBezTo>
                    <a:cubicBezTo>
                      <a:pt x="26990" y="21655"/>
                      <a:pt x="28484" y="18043"/>
                      <a:pt x="28484" y="14278"/>
                    </a:cubicBezTo>
                    <a:cubicBezTo>
                      <a:pt x="28484" y="10512"/>
                      <a:pt x="26990" y="6900"/>
                      <a:pt x="24331" y="4237"/>
                    </a:cubicBezTo>
                    <a:cubicBezTo>
                      <a:pt x="21672" y="1575"/>
                      <a:pt x="18066" y="79"/>
                      <a:pt x="14306" y="79"/>
                    </a:cubicBezTo>
                    <a:cubicBezTo>
                      <a:pt x="10545" y="79"/>
                      <a:pt x="6939" y="1575"/>
                      <a:pt x="4280" y="4237"/>
                    </a:cubicBezTo>
                    <a:cubicBezTo>
                      <a:pt x="1621" y="6900"/>
                      <a:pt x="127" y="10512"/>
                      <a:pt x="127" y="14278"/>
                    </a:cubicBezTo>
                    <a:cubicBezTo>
                      <a:pt x="127" y="18043"/>
                      <a:pt x="1621" y="21655"/>
                      <a:pt x="4280" y="24318"/>
                    </a:cubicBezTo>
                    <a:cubicBezTo>
                      <a:pt x="6939" y="26980"/>
                      <a:pt x="10545" y="28477"/>
                      <a:pt x="14306" y="2847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3" name="Freeform: Shape 532">
                <a:extLst>
                  <a:ext uri="{FF2B5EF4-FFF2-40B4-BE49-F238E27FC236}">
                    <a16:creationId xmlns:a16="http://schemas.microsoft.com/office/drawing/2014/main" id="{C3AA3E87-8D9F-8E3A-AB3B-AA2EAC59243A}"/>
                  </a:ext>
                </a:extLst>
              </p:cNvPr>
              <p:cNvSpPr/>
              <p:nvPr/>
            </p:nvSpPr>
            <p:spPr>
              <a:xfrm>
                <a:off x="9078293" y="4942739"/>
                <a:ext cx="28356" cy="28397"/>
              </a:xfrm>
              <a:custGeom>
                <a:avLst/>
                <a:gdLst>
                  <a:gd name="connsiteX0" fmla="*/ 14305 w 28356"/>
                  <a:gd name="connsiteY0" fmla="*/ 28528 h 28397"/>
                  <a:gd name="connsiteX1" fmla="*/ 24331 w 28356"/>
                  <a:gd name="connsiteY1" fmla="*/ 24369 h 28397"/>
                  <a:gd name="connsiteX2" fmla="*/ 28483 w 28356"/>
                  <a:gd name="connsiteY2" fmla="*/ 14329 h 28397"/>
                  <a:gd name="connsiteX3" fmla="*/ 24331 w 28356"/>
                  <a:gd name="connsiteY3" fmla="*/ 4289 h 28397"/>
                  <a:gd name="connsiteX4" fmla="*/ 14305 w 28356"/>
                  <a:gd name="connsiteY4" fmla="*/ 130 h 28397"/>
                  <a:gd name="connsiteX5" fmla="*/ 4279 w 28356"/>
                  <a:gd name="connsiteY5" fmla="*/ 4289 h 28397"/>
                  <a:gd name="connsiteX6" fmla="*/ 127 w 28356"/>
                  <a:gd name="connsiteY6" fmla="*/ 14329 h 28397"/>
                  <a:gd name="connsiteX7" fmla="*/ 4279 w 28356"/>
                  <a:gd name="connsiteY7" fmla="*/ 24369 h 28397"/>
                  <a:gd name="connsiteX8" fmla="*/ 14305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5" y="28528"/>
                    </a:moveTo>
                    <a:cubicBezTo>
                      <a:pt x="18065" y="28528"/>
                      <a:pt x="21672" y="27032"/>
                      <a:pt x="24331" y="24369"/>
                    </a:cubicBezTo>
                    <a:cubicBezTo>
                      <a:pt x="26989" y="21707"/>
                      <a:pt x="28483" y="18095"/>
                      <a:pt x="28483" y="14329"/>
                    </a:cubicBezTo>
                    <a:cubicBezTo>
                      <a:pt x="28483" y="10563"/>
                      <a:pt x="26989" y="6952"/>
                      <a:pt x="24331" y="4289"/>
                    </a:cubicBezTo>
                    <a:cubicBezTo>
                      <a:pt x="21672" y="1626"/>
                      <a:pt x="18065" y="130"/>
                      <a:pt x="14305" y="130"/>
                    </a:cubicBezTo>
                    <a:cubicBezTo>
                      <a:pt x="10545" y="130"/>
                      <a:pt x="6938" y="1626"/>
                      <a:pt x="4279" y="4289"/>
                    </a:cubicBezTo>
                    <a:cubicBezTo>
                      <a:pt x="1621" y="6952"/>
                      <a:pt x="127" y="10563"/>
                      <a:pt x="127" y="14329"/>
                    </a:cubicBezTo>
                    <a:cubicBezTo>
                      <a:pt x="127" y="18095"/>
                      <a:pt x="1621" y="21707"/>
                      <a:pt x="4279" y="24369"/>
                    </a:cubicBezTo>
                    <a:cubicBezTo>
                      <a:pt x="6938" y="27032"/>
                      <a:pt x="10545" y="28528"/>
                      <a:pt x="14305"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4" name="Freeform: Shape 533">
                <a:extLst>
                  <a:ext uri="{FF2B5EF4-FFF2-40B4-BE49-F238E27FC236}">
                    <a16:creationId xmlns:a16="http://schemas.microsoft.com/office/drawing/2014/main" id="{18A17D38-ADDA-756A-05C4-9CD2113E983A}"/>
                  </a:ext>
                </a:extLst>
              </p:cNvPr>
              <p:cNvSpPr/>
              <p:nvPr/>
            </p:nvSpPr>
            <p:spPr>
              <a:xfrm>
                <a:off x="9070532" y="4844263"/>
                <a:ext cx="28356" cy="28397"/>
              </a:xfrm>
              <a:custGeom>
                <a:avLst/>
                <a:gdLst>
                  <a:gd name="connsiteX0" fmla="*/ 14304 w 28356"/>
                  <a:gd name="connsiteY0" fmla="*/ 28520 h 28397"/>
                  <a:gd name="connsiteX1" fmla="*/ 24330 w 28356"/>
                  <a:gd name="connsiteY1" fmla="*/ 24362 h 28397"/>
                  <a:gd name="connsiteX2" fmla="*/ 28483 w 28356"/>
                  <a:gd name="connsiteY2" fmla="*/ 14321 h 28397"/>
                  <a:gd name="connsiteX3" fmla="*/ 24330 w 28356"/>
                  <a:gd name="connsiteY3" fmla="*/ 4281 h 28397"/>
                  <a:gd name="connsiteX4" fmla="*/ 14304 w 28356"/>
                  <a:gd name="connsiteY4" fmla="*/ 122 h 28397"/>
                  <a:gd name="connsiteX5" fmla="*/ 4279 w 28356"/>
                  <a:gd name="connsiteY5" fmla="*/ 4281 h 28397"/>
                  <a:gd name="connsiteX6" fmla="*/ 126 w 28356"/>
                  <a:gd name="connsiteY6" fmla="*/ 14321 h 28397"/>
                  <a:gd name="connsiteX7" fmla="*/ 4279 w 28356"/>
                  <a:gd name="connsiteY7" fmla="*/ 24362 h 28397"/>
                  <a:gd name="connsiteX8" fmla="*/ 14304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0"/>
                    </a:moveTo>
                    <a:cubicBezTo>
                      <a:pt x="18065" y="28520"/>
                      <a:pt x="21671" y="27024"/>
                      <a:pt x="24330" y="24362"/>
                    </a:cubicBezTo>
                    <a:cubicBezTo>
                      <a:pt x="26989" y="21699"/>
                      <a:pt x="28483" y="18087"/>
                      <a:pt x="28483" y="14321"/>
                    </a:cubicBezTo>
                    <a:cubicBezTo>
                      <a:pt x="28483" y="10556"/>
                      <a:pt x="26989" y="6944"/>
                      <a:pt x="24330" y="4281"/>
                    </a:cubicBezTo>
                    <a:cubicBezTo>
                      <a:pt x="21671" y="1618"/>
                      <a:pt x="18065" y="122"/>
                      <a:pt x="14304" y="122"/>
                    </a:cubicBezTo>
                    <a:cubicBezTo>
                      <a:pt x="10544" y="122"/>
                      <a:pt x="6938" y="1618"/>
                      <a:pt x="4279" y="4281"/>
                    </a:cubicBezTo>
                    <a:cubicBezTo>
                      <a:pt x="1620" y="6944"/>
                      <a:pt x="126" y="10556"/>
                      <a:pt x="126" y="14321"/>
                    </a:cubicBezTo>
                    <a:cubicBezTo>
                      <a:pt x="126" y="18087"/>
                      <a:pt x="1620" y="21699"/>
                      <a:pt x="4279" y="24362"/>
                    </a:cubicBezTo>
                    <a:cubicBezTo>
                      <a:pt x="6938" y="27024"/>
                      <a:pt x="10544" y="28520"/>
                      <a:pt x="14304" y="2852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5" name="Freeform: Shape 534">
                <a:extLst>
                  <a:ext uri="{FF2B5EF4-FFF2-40B4-BE49-F238E27FC236}">
                    <a16:creationId xmlns:a16="http://schemas.microsoft.com/office/drawing/2014/main" id="{58E75B22-3969-6231-8EA2-B7F4F9191BB5}"/>
                  </a:ext>
                </a:extLst>
              </p:cNvPr>
              <p:cNvSpPr/>
              <p:nvPr/>
            </p:nvSpPr>
            <p:spPr>
              <a:xfrm>
                <a:off x="9062771" y="4951616"/>
                <a:ext cx="28356" cy="28397"/>
              </a:xfrm>
              <a:custGeom>
                <a:avLst/>
                <a:gdLst>
                  <a:gd name="connsiteX0" fmla="*/ 14304 w 28356"/>
                  <a:gd name="connsiteY0" fmla="*/ 28529 h 28397"/>
                  <a:gd name="connsiteX1" fmla="*/ 24329 w 28356"/>
                  <a:gd name="connsiteY1" fmla="*/ 24370 h 28397"/>
                  <a:gd name="connsiteX2" fmla="*/ 28482 w 28356"/>
                  <a:gd name="connsiteY2" fmla="*/ 14330 h 28397"/>
                  <a:gd name="connsiteX3" fmla="*/ 24329 w 28356"/>
                  <a:gd name="connsiteY3" fmla="*/ 4290 h 28397"/>
                  <a:gd name="connsiteX4" fmla="*/ 14304 w 28356"/>
                  <a:gd name="connsiteY4" fmla="*/ 131 h 28397"/>
                  <a:gd name="connsiteX5" fmla="*/ 4278 w 28356"/>
                  <a:gd name="connsiteY5" fmla="*/ 4290 h 28397"/>
                  <a:gd name="connsiteX6" fmla="*/ 125 w 28356"/>
                  <a:gd name="connsiteY6" fmla="*/ 14330 h 28397"/>
                  <a:gd name="connsiteX7" fmla="*/ 4278 w 28356"/>
                  <a:gd name="connsiteY7" fmla="*/ 24370 h 28397"/>
                  <a:gd name="connsiteX8" fmla="*/ 14304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4" y="28529"/>
                    </a:moveTo>
                    <a:cubicBezTo>
                      <a:pt x="18064" y="28529"/>
                      <a:pt x="21671" y="27033"/>
                      <a:pt x="24329" y="24370"/>
                    </a:cubicBezTo>
                    <a:cubicBezTo>
                      <a:pt x="26988" y="21707"/>
                      <a:pt x="28482" y="18095"/>
                      <a:pt x="28482" y="14330"/>
                    </a:cubicBezTo>
                    <a:cubicBezTo>
                      <a:pt x="28482" y="10564"/>
                      <a:pt x="26988" y="6952"/>
                      <a:pt x="24329" y="4290"/>
                    </a:cubicBezTo>
                    <a:cubicBezTo>
                      <a:pt x="21671" y="1627"/>
                      <a:pt x="18064" y="131"/>
                      <a:pt x="14304" y="131"/>
                    </a:cubicBezTo>
                    <a:cubicBezTo>
                      <a:pt x="10544" y="131"/>
                      <a:pt x="6937" y="1627"/>
                      <a:pt x="4278" y="4290"/>
                    </a:cubicBezTo>
                    <a:cubicBezTo>
                      <a:pt x="1619" y="6952"/>
                      <a:pt x="125" y="10564"/>
                      <a:pt x="125" y="14330"/>
                    </a:cubicBezTo>
                    <a:cubicBezTo>
                      <a:pt x="125" y="18095"/>
                      <a:pt x="1619" y="21707"/>
                      <a:pt x="4278" y="24370"/>
                    </a:cubicBezTo>
                    <a:cubicBezTo>
                      <a:pt x="6937" y="27033"/>
                      <a:pt x="10544" y="28529"/>
                      <a:pt x="14304"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6" name="Freeform: Shape 535">
                <a:extLst>
                  <a:ext uri="{FF2B5EF4-FFF2-40B4-BE49-F238E27FC236}">
                    <a16:creationId xmlns:a16="http://schemas.microsoft.com/office/drawing/2014/main" id="{98F43D8B-1D10-17E7-F8BD-758AA1B9E1C8}"/>
                  </a:ext>
                </a:extLst>
              </p:cNvPr>
              <p:cNvSpPr/>
              <p:nvPr/>
            </p:nvSpPr>
            <p:spPr>
              <a:xfrm>
                <a:off x="9055010" y="4363701"/>
                <a:ext cx="28356" cy="28397"/>
              </a:xfrm>
              <a:custGeom>
                <a:avLst/>
                <a:gdLst>
                  <a:gd name="connsiteX0" fmla="*/ 14303 w 28356"/>
                  <a:gd name="connsiteY0" fmla="*/ 28482 h 28397"/>
                  <a:gd name="connsiteX1" fmla="*/ 24329 w 28356"/>
                  <a:gd name="connsiteY1" fmla="*/ 24324 h 28397"/>
                  <a:gd name="connsiteX2" fmla="*/ 28481 w 28356"/>
                  <a:gd name="connsiteY2" fmla="*/ 14283 h 28397"/>
                  <a:gd name="connsiteX3" fmla="*/ 24329 w 28356"/>
                  <a:gd name="connsiteY3" fmla="*/ 4243 h 28397"/>
                  <a:gd name="connsiteX4" fmla="*/ 14303 w 28356"/>
                  <a:gd name="connsiteY4" fmla="*/ 85 h 28397"/>
                  <a:gd name="connsiteX5" fmla="*/ 4277 w 28356"/>
                  <a:gd name="connsiteY5" fmla="*/ 4243 h 28397"/>
                  <a:gd name="connsiteX6" fmla="*/ 125 w 28356"/>
                  <a:gd name="connsiteY6" fmla="*/ 14283 h 28397"/>
                  <a:gd name="connsiteX7" fmla="*/ 4277 w 28356"/>
                  <a:gd name="connsiteY7" fmla="*/ 24324 h 28397"/>
                  <a:gd name="connsiteX8" fmla="*/ 14303 w 28356"/>
                  <a:gd name="connsiteY8" fmla="*/ 2848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482"/>
                    </a:moveTo>
                    <a:cubicBezTo>
                      <a:pt x="18063" y="28482"/>
                      <a:pt x="21670" y="26986"/>
                      <a:pt x="24329" y="24324"/>
                    </a:cubicBezTo>
                    <a:cubicBezTo>
                      <a:pt x="26988" y="21661"/>
                      <a:pt x="28481" y="18049"/>
                      <a:pt x="28481" y="14283"/>
                    </a:cubicBezTo>
                    <a:cubicBezTo>
                      <a:pt x="28481" y="10518"/>
                      <a:pt x="26988" y="6906"/>
                      <a:pt x="24329" y="4243"/>
                    </a:cubicBezTo>
                    <a:cubicBezTo>
                      <a:pt x="21670" y="1581"/>
                      <a:pt x="18063" y="85"/>
                      <a:pt x="14303" y="85"/>
                    </a:cubicBezTo>
                    <a:cubicBezTo>
                      <a:pt x="10543" y="85"/>
                      <a:pt x="6936" y="1581"/>
                      <a:pt x="4277" y="4243"/>
                    </a:cubicBezTo>
                    <a:cubicBezTo>
                      <a:pt x="1619" y="6906"/>
                      <a:pt x="125" y="10518"/>
                      <a:pt x="125" y="14283"/>
                    </a:cubicBezTo>
                    <a:cubicBezTo>
                      <a:pt x="125" y="18049"/>
                      <a:pt x="1619" y="21661"/>
                      <a:pt x="4277" y="24324"/>
                    </a:cubicBezTo>
                    <a:cubicBezTo>
                      <a:pt x="6936" y="26986"/>
                      <a:pt x="10543" y="28482"/>
                      <a:pt x="14303" y="2848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7" name="Freeform: Shape 536">
                <a:extLst>
                  <a:ext uri="{FF2B5EF4-FFF2-40B4-BE49-F238E27FC236}">
                    <a16:creationId xmlns:a16="http://schemas.microsoft.com/office/drawing/2014/main" id="{9D7F7AE0-9ED4-6818-AC3E-20970E9ED958}"/>
                  </a:ext>
                </a:extLst>
              </p:cNvPr>
              <p:cNvSpPr/>
              <p:nvPr/>
            </p:nvSpPr>
            <p:spPr>
              <a:xfrm>
                <a:off x="9047249" y="4113608"/>
                <a:ext cx="28356" cy="28397"/>
              </a:xfrm>
              <a:custGeom>
                <a:avLst/>
                <a:gdLst>
                  <a:gd name="connsiteX0" fmla="*/ 14303 w 28356"/>
                  <a:gd name="connsiteY0" fmla="*/ 28463 h 28397"/>
                  <a:gd name="connsiteX1" fmla="*/ 24328 w 28356"/>
                  <a:gd name="connsiteY1" fmla="*/ 24304 h 28397"/>
                  <a:gd name="connsiteX2" fmla="*/ 28481 w 28356"/>
                  <a:gd name="connsiteY2" fmla="*/ 14264 h 28397"/>
                  <a:gd name="connsiteX3" fmla="*/ 24328 w 28356"/>
                  <a:gd name="connsiteY3" fmla="*/ 4224 h 28397"/>
                  <a:gd name="connsiteX4" fmla="*/ 14303 w 28356"/>
                  <a:gd name="connsiteY4" fmla="*/ 65 h 28397"/>
                  <a:gd name="connsiteX5" fmla="*/ 4277 w 28356"/>
                  <a:gd name="connsiteY5" fmla="*/ 4224 h 28397"/>
                  <a:gd name="connsiteX6" fmla="*/ 124 w 28356"/>
                  <a:gd name="connsiteY6" fmla="*/ 14264 h 28397"/>
                  <a:gd name="connsiteX7" fmla="*/ 4277 w 28356"/>
                  <a:gd name="connsiteY7" fmla="*/ 24304 h 28397"/>
                  <a:gd name="connsiteX8" fmla="*/ 14303 w 28356"/>
                  <a:gd name="connsiteY8" fmla="*/ 2846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3" y="28463"/>
                    </a:moveTo>
                    <a:cubicBezTo>
                      <a:pt x="18063" y="28463"/>
                      <a:pt x="21669" y="26967"/>
                      <a:pt x="24328" y="24304"/>
                    </a:cubicBezTo>
                    <a:cubicBezTo>
                      <a:pt x="26987" y="21641"/>
                      <a:pt x="28481" y="18029"/>
                      <a:pt x="28481" y="14264"/>
                    </a:cubicBezTo>
                    <a:cubicBezTo>
                      <a:pt x="28481" y="10498"/>
                      <a:pt x="26987" y="6886"/>
                      <a:pt x="24328" y="4224"/>
                    </a:cubicBezTo>
                    <a:cubicBezTo>
                      <a:pt x="21669" y="1561"/>
                      <a:pt x="18063" y="65"/>
                      <a:pt x="14303" y="65"/>
                    </a:cubicBezTo>
                    <a:cubicBezTo>
                      <a:pt x="10542" y="65"/>
                      <a:pt x="6936" y="1561"/>
                      <a:pt x="4277" y="4224"/>
                    </a:cubicBezTo>
                    <a:cubicBezTo>
                      <a:pt x="1618" y="6886"/>
                      <a:pt x="124" y="10498"/>
                      <a:pt x="124" y="14264"/>
                    </a:cubicBezTo>
                    <a:cubicBezTo>
                      <a:pt x="124" y="18029"/>
                      <a:pt x="1618" y="21641"/>
                      <a:pt x="4277" y="24304"/>
                    </a:cubicBezTo>
                    <a:cubicBezTo>
                      <a:pt x="6936" y="26967"/>
                      <a:pt x="10542" y="28463"/>
                      <a:pt x="14303" y="2846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8" name="Freeform: Shape 537">
                <a:extLst>
                  <a:ext uri="{FF2B5EF4-FFF2-40B4-BE49-F238E27FC236}">
                    <a16:creationId xmlns:a16="http://schemas.microsoft.com/office/drawing/2014/main" id="{FA4E02A6-D3D3-2429-58F3-E69E6A032542}"/>
                  </a:ext>
                </a:extLst>
              </p:cNvPr>
              <p:cNvSpPr/>
              <p:nvPr/>
            </p:nvSpPr>
            <p:spPr>
              <a:xfrm>
                <a:off x="9039500" y="4856785"/>
                <a:ext cx="28356" cy="28397"/>
              </a:xfrm>
              <a:custGeom>
                <a:avLst/>
                <a:gdLst>
                  <a:gd name="connsiteX0" fmla="*/ 14302 w 28356"/>
                  <a:gd name="connsiteY0" fmla="*/ 28521 h 28397"/>
                  <a:gd name="connsiteX1" fmla="*/ 24328 w 28356"/>
                  <a:gd name="connsiteY1" fmla="*/ 24363 h 28397"/>
                  <a:gd name="connsiteX2" fmla="*/ 28480 w 28356"/>
                  <a:gd name="connsiteY2" fmla="*/ 14322 h 28397"/>
                  <a:gd name="connsiteX3" fmla="*/ 24328 w 28356"/>
                  <a:gd name="connsiteY3" fmla="*/ 4282 h 28397"/>
                  <a:gd name="connsiteX4" fmla="*/ 14302 w 28356"/>
                  <a:gd name="connsiteY4" fmla="*/ 123 h 28397"/>
                  <a:gd name="connsiteX5" fmla="*/ 4276 w 28356"/>
                  <a:gd name="connsiteY5" fmla="*/ 4282 h 28397"/>
                  <a:gd name="connsiteX6" fmla="*/ 124 w 28356"/>
                  <a:gd name="connsiteY6" fmla="*/ 14322 h 28397"/>
                  <a:gd name="connsiteX7" fmla="*/ 4276 w 28356"/>
                  <a:gd name="connsiteY7" fmla="*/ 24363 h 28397"/>
                  <a:gd name="connsiteX8" fmla="*/ 14302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2" y="28521"/>
                    </a:moveTo>
                    <a:cubicBezTo>
                      <a:pt x="18062" y="28521"/>
                      <a:pt x="21669" y="27025"/>
                      <a:pt x="24328" y="24363"/>
                    </a:cubicBezTo>
                    <a:cubicBezTo>
                      <a:pt x="26986" y="21700"/>
                      <a:pt x="28480" y="18088"/>
                      <a:pt x="28480" y="14322"/>
                    </a:cubicBezTo>
                    <a:cubicBezTo>
                      <a:pt x="28480" y="10557"/>
                      <a:pt x="26986" y="6945"/>
                      <a:pt x="24328" y="4282"/>
                    </a:cubicBezTo>
                    <a:cubicBezTo>
                      <a:pt x="21669" y="1619"/>
                      <a:pt x="18062" y="123"/>
                      <a:pt x="14302" y="123"/>
                    </a:cubicBezTo>
                    <a:cubicBezTo>
                      <a:pt x="10542" y="123"/>
                      <a:pt x="6935" y="1619"/>
                      <a:pt x="4276" y="4282"/>
                    </a:cubicBezTo>
                    <a:cubicBezTo>
                      <a:pt x="1617" y="6945"/>
                      <a:pt x="124" y="10557"/>
                      <a:pt x="124" y="14322"/>
                    </a:cubicBezTo>
                    <a:cubicBezTo>
                      <a:pt x="124" y="18088"/>
                      <a:pt x="1617" y="21700"/>
                      <a:pt x="4276" y="24363"/>
                    </a:cubicBezTo>
                    <a:cubicBezTo>
                      <a:pt x="6935" y="27025"/>
                      <a:pt x="10542" y="28521"/>
                      <a:pt x="14302"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39" name="Freeform: Shape 538">
                <a:extLst>
                  <a:ext uri="{FF2B5EF4-FFF2-40B4-BE49-F238E27FC236}">
                    <a16:creationId xmlns:a16="http://schemas.microsoft.com/office/drawing/2014/main" id="{256D6B70-74A5-615A-EAA6-FC2EEC7F8B82}"/>
                  </a:ext>
                </a:extLst>
              </p:cNvPr>
              <p:cNvSpPr/>
              <p:nvPr/>
            </p:nvSpPr>
            <p:spPr>
              <a:xfrm>
                <a:off x="9031739" y="4184916"/>
                <a:ext cx="28356" cy="28397"/>
              </a:xfrm>
              <a:custGeom>
                <a:avLst/>
                <a:gdLst>
                  <a:gd name="connsiteX0" fmla="*/ 14301 w 28356"/>
                  <a:gd name="connsiteY0" fmla="*/ 28468 h 28397"/>
                  <a:gd name="connsiteX1" fmla="*/ 24327 w 28356"/>
                  <a:gd name="connsiteY1" fmla="*/ 24310 h 28397"/>
                  <a:gd name="connsiteX2" fmla="*/ 28480 w 28356"/>
                  <a:gd name="connsiteY2" fmla="*/ 14269 h 28397"/>
                  <a:gd name="connsiteX3" fmla="*/ 24327 w 28356"/>
                  <a:gd name="connsiteY3" fmla="*/ 4229 h 28397"/>
                  <a:gd name="connsiteX4" fmla="*/ 14301 w 28356"/>
                  <a:gd name="connsiteY4" fmla="*/ 70 h 28397"/>
                  <a:gd name="connsiteX5" fmla="*/ 4276 w 28356"/>
                  <a:gd name="connsiteY5" fmla="*/ 4229 h 28397"/>
                  <a:gd name="connsiteX6" fmla="*/ 123 w 28356"/>
                  <a:gd name="connsiteY6" fmla="*/ 14269 h 28397"/>
                  <a:gd name="connsiteX7" fmla="*/ 4276 w 28356"/>
                  <a:gd name="connsiteY7" fmla="*/ 24310 h 28397"/>
                  <a:gd name="connsiteX8" fmla="*/ 14301 w 28356"/>
                  <a:gd name="connsiteY8" fmla="*/ 2846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468"/>
                    </a:moveTo>
                    <a:cubicBezTo>
                      <a:pt x="18061" y="28468"/>
                      <a:pt x="21668" y="26972"/>
                      <a:pt x="24327" y="24310"/>
                    </a:cubicBezTo>
                    <a:cubicBezTo>
                      <a:pt x="26986" y="21647"/>
                      <a:pt x="28480" y="18035"/>
                      <a:pt x="28480" y="14269"/>
                    </a:cubicBezTo>
                    <a:cubicBezTo>
                      <a:pt x="28480" y="10504"/>
                      <a:pt x="26986" y="6892"/>
                      <a:pt x="24327" y="4229"/>
                    </a:cubicBezTo>
                    <a:cubicBezTo>
                      <a:pt x="21668" y="1566"/>
                      <a:pt x="18061" y="70"/>
                      <a:pt x="14301" y="70"/>
                    </a:cubicBezTo>
                    <a:cubicBezTo>
                      <a:pt x="10541" y="70"/>
                      <a:pt x="6934" y="1566"/>
                      <a:pt x="4276" y="4229"/>
                    </a:cubicBezTo>
                    <a:cubicBezTo>
                      <a:pt x="1617" y="6892"/>
                      <a:pt x="123" y="10504"/>
                      <a:pt x="123" y="14269"/>
                    </a:cubicBezTo>
                    <a:cubicBezTo>
                      <a:pt x="123" y="18035"/>
                      <a:pt x="1617" y="21647"/>
                      <a:pt x="4276" y="24310"/>
                    </a:cubicBezTo>
                    <a:cubicBezTo>
                      <a:pt x="6934" y="26972"/>
                      <a:pt x="10541" y="28468"/>
                      <a:pt x="14301" y="2846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0" name="Freeform: Shape 539">
                <a:extLst>
                  <a:ext uri="{FF2B5EF4-FFF2-40B4-BE49-F238E27FC236}">
                    <a16:creationId xmlns:a16="http://schemas.microsoft.com/office/drawing/2014/main" id="{2244DCA8-BFC2-51B3-B1DA-105E76230E8D}"/>
                  </a:ext>
                </a:extLst>
              </p:cNvPr>
              <p:cNvSpPr/>
              <p:nvPr/>
            </p:nvSpPr>
            <p:spPr>
              <a:xfrm>
                <a:off x="9023978" y="4849102"/>
                <a:ext cx="28356" cy="28397"/>
              </a:xfrm>
              <a:custGeom>
                <a:avLst/>
                <a:gdLst>
                  <a:gd name="connsiteX0" fmla="*/ 14301 w 28356"/>
                  <a:gd name="connsiteY0" fmla="*/ 28521 h 28397"/>
                  <a:gd name="connsiteX1" fmla="*/ 24326 w 28356"/>
                  <a:gd name="connsiteY1" fmla="*/ 24362 h 28397"/>
                  <a:gd name="connsiteX2" fmla="*/ 28479 w 28356"/>
                  <a:gd name="connsiteY2" fmla="*/ 14322 h 28397"/>
                  <a:gd name="connsiteX3" fmla="*/ 24326 w 28356"/>
                  <a:gd name="connsiteY3" fmla="*/ 4281 h 28397"/>
                  <a:gd name="connsiteX4" fmla="*/ 14301 w 28356"/>
                  <a:gd name="connsiteY4" fmla="*/ 123 h 28397"/>
                  <a:gd name="connsiteX5" fmla="*/ 4275 w 28356"/>
                  <a:gd name="connsiteY5" fmla="*/ 4281 h 28397"/>
                  <a:gd name="connsiteX6" fmla="*/ 122 w 28356"/>
                  <a:gd name="connsiteY6" fmla="*/ 14322 h 28397"/>
                  <a:gd name="connsiteX7" fmla="*/ 4275 w 28356"/>
                  <a:gd name="connsiteY7" fmla="*/ 24362 h 28397"/>
                  <a:gd name="connsiteX8" fmla="*/ 14301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1" y="28521"/>
                    </a:moveTo>
                    <a:cubicBezTo>
                      <a:pt x="18061" y="28521"/>
                      <a:pt x="21667" y="27025"/>
                      <a:pt x="24326" y="24362"/>
                    </a:cubicBezTo>
                    <a:cubicBezTo>
                      <a:pt x="26985" y="21699"/>
                      <a:pt x="28479" y="18087"/>
                      <a:pt x="28479" y="14322"/>
                    </a:cubicBezTo>
                    <a:cubicBezTo>
                      <a:pt x="28479" y="10556"/>
                      <a:pt x="26985" y="6944"/>
                      <a:pt x="24326" y="4281"/>
                    </a:cubicBezTo>
                    <a:cubicBezTo>
                      <a:pt x="21667" y="1619"/>
                      <a:pt x="18061" y="123"/>
                      <a:pt x="14301" y="123"/>
                    </a:cubicBezTo>
                    <a:cubicBezTo>
                      <a:pt x="10541" y="123"/>
                      <a:pt x="6934" y="1619"/>
                      <a:pt x="4275" y="4281"/>
                    </a:cubicBezTo>
                    <a:cubicBezTo>
                      <a:pt x="1616" y="6944"/>
                      <a:pt x="122" y="10556"/>
                      <a:pt x="122" y="14322"/>
                    </a:cubicBezTo>
                    <a:cubicBezTo>
                      <a:pt x="122" y="18087"/>
                      <a:pt x="1616" y="21699"/>
                      <a:pt x="4275" y="24362"/>
                    </a:cubicBezTo>
                    <a:cubicBezTo>
                      <a:pt x="6934" y="27025"/>
                      <a:pt x="10541" y="28521"/>
                      <a:pt x="14301"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1" name="Freeform: Shape 540">
                <a:extLst>
                  <a:ext uri="{FF2B5EF4-FFF2-40B4-BE49-F238E27FC236}">
                    <a16:creationId xmlns:a16="http://schemas.microsoft.com/office/drawing/2014/main" id="{498ACCB9-F2A5-886F-52AD-CB76C7B096D6}"/>
                  </a:ext>
                </a:extLst>
              </p:cNvPr>
              <p:cNvSpPr/>
              <p:nvPr/>
            </p:nvSpPr>
            <p:spPr>
              <a:xfrm>
                <a:off x="9016217" y="4830928"/>
                <a:ext cx="28356" cy="28397"/>
              </a:xfrm>
              <a:custGeom>
                <a:avLst/>
                <a:gdLst>
                  <a:gd name="connsiteX0" fmla="*/ 14300 w 28356"/>
                  <a:gd name="connsiteY0" fmla="*/ 28519 h 28397"/>
                  <a:gd name="connsiteX1" fmla="*/ 24326 w 28356"/>
                  <a:gd name="connsiteY1" fmla="*/ 24361 h 28397"/>
                  <a:gd name="connsiteX2" fmla="*/ 28478 w 28356"/>
                  <a:gd name="connsiteY2" fmla="*/ 14320 h 28397"/>
                  <a:gd name="connsiteX3" fmla="*/ 24326 w 28356"/>
                  <a:gd name="connsiteY3" fmla="*/ 4280 h 28397"/>
                  <a:gd name="connsiteX4" fmla="*/ 14300 w 28356"/>
                  <a:gd name="connsiteY4" fmla="*/ 121 h 28397"/>
                  <a:gd name="connsiteX5" fmla="*/ 4274 w 28356"/>
                  <a:gd name="connsiteY5" fmla="*/ 4280 h 28397"/>
                  <a:gd name="connsiteX6" fmla="*/ 122 w 28356"/>
                  <a:gd name="connsiteY6" fmla="*/ 14320 h 28397"/>
                  <a:gd name="connsiteX7" fmla="*/ 4274 w 28356"/>
                  <a:gd name="connsiteY7" fmla="*/ 24361 h 28397"/>
                  <a:gd name="connsiteX8" fmla="*/ 14300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300" y="28519"/>
                    </a:moveTo>
                    <a:cubicBezTo>
                      <a:pt x="18060" y="28519"/>
                      <a:pt x="21667" y="27023"/>
                      <a:pt x="24326" y="24361"/>
                    </a:cubicBezTo>
                    <a:cubicBezTo>
                      <a:pt x="26985" y="21698"/>
                      <a:pt x="28478" y="18086"/>
                      <a:pt x="28478" y="14320"/>
                    </a:cubicBezTo>
                    <a:cubicBezTo>
                      <a:pt x="28478" y="10555"/>
                      <a:pt x="26985" y="6943"/>
                      <a:pt x="24326" y="4280"/>
                    </a:cubicBezTo>
                    <a:cubicBezTo>
                      <a:pt x="21667" y="1617"/>
                      <a:pt x="18060" y="121"/>
                      <a:pt x="14300" y="121"/>
                    </a:cubicBezTo>
                    <a:cubicBezTo>
                      <a:pt x="10540" y="121"/>
                      <a:pt x="6933" y="1617"/>
                      <a:pt x="4274" y="4280"/>
                    </a:cubicBezTo>
                    <a:cubicBezTo>
                      <a:pt x="1616" y="6943"/>
                      <a:pt x="122" y="10555"/>
                      <a:pt x="122" y="14320"/>
                    </a:cubicBezTo>
                    <a:cubicBezTo>
                      <a:pt x="122" y="18086"/>
                      <a:pt x="1616" y="21698"/>
                      <a:pt x="4274" y="24361"/>
                    </a:cubicBezTo>
                    <a:cubicBezTo>
                      <a:pt x="6933" y="27023"/>
                      <a:pt x="10540" y="28519"/>
                      <a:pt x="14300" y="2851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2" name="Freeform: Shape 541">
                <a:extLst>
                  <a:ext uri="{FF2B5EF4-FFF2-40B4-BE49-F238E27FC236}">
                    <a16:creationId xmlns:a16="http://schemas.microsoft.com/office/drawing/2014/main" id="{01651982-DBC4-1440-C57A-63EB58FA3F64}"/>
                  </a:ext>
                </a:extLst>
              </p:cNvPr>
              <p:cNvSpPr/>
              <p:nvPr/>
            </p:nvSpPr>
            <p:spPr>
              <a:xfrm>
                <a:off x="9008456" y="4925619"/>
                <a:ext cx="28356" cy="28397"/>
              </a:xfrm>
              <a:custGeom>
                <a:avLst/>
                <a:gdLst>
                  <a:gd name="connsiteX0" fmla="*/ 14299 w 28356"/>
                  <a:gd name="connsiteY0" fmla="*/ 28527 h 28397"/>
                  <a:gd name="connsiteX1" fmla="*/ 24325 w 28356"/>
                  <a:gd name="connsiteY1" fmla="*/ 24368 h 28397"/>
                  <a:gd name="connsiteX2" fmla="*/ 28478 w 28356"/>
                  <a:gd name="connsiteY2" fmla="*/ 14328 h 28397"/>
                  <a:gd name="connsiteX3" fmla="*/ 24325 w 28356"/>
                  <a:gd name="connsiteY3" fmla="*/ 4288 h 28397"/>
                  <a:gd name="connsiteX4" fmla="*/ 14299 w 28356"/>
                  <a:gd name="connsiteY4" fmla="*/ 129 h 28397"/>
                  <a:gd name="connsiteX5" fmla="*/ 4274 w 28356"/>
                  <a:gd name="connsiteY5" fmla="*/ 4288 h 28397"/>
                  <a:gd name="connsiteX6" fmla="*/ 121 w 28356"/>
                  <a:gd name="connsiteY6" fmla="*/ 14328 h 28397"/>
                  <a:gd name="connsiteX7" fmla="*/ 4274 w 28356"/>
                  <a:gd name="connsiteY7" fmla="*/ 24368 h 28397"/>
                  <a:gd name="connsiteX8" fmla="*/ 14299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27"/>
                    </a:moveTo>
                    <a:cubicBezTo>
                      <a:pt x="18060" y="28527"/>
                      <a:pt x="21666" y="27031"/>
                      <a:pt x="24325" y="24368"/>
                    </a:cubicBezTo>
                    <a:cubicBezTo>
                      <a:pt x="26984" y="21705"/>
                      <a:pt x="28478" y="18093"/>
                      <a:pt x="28478" y="14328"/>
                    </a:cubicBezTo>
                    <a:cubicBezTo>
                      <a:pt x="28478" y="10562"/>
                      <a:pt x="26984" y="6950"/>
                      <a:pt x="24325" y="4288"/>
                    </a:cubicBezTo>
                    <a:cubicBezTo>
                      <a:pt x="21666" y="1625"/>
                      <a:pt x="18060" y="129"/>
                      <a:pt x="14299" y="129"/>
                    </a:cubicBezTo>
                    <a:cubicBezTo>
                      <a:pt x="10539" y="129"/>
                      <a:pt x="6933" y="1625"/>
                      <a:pt x="4274" y="4288"/>
                    </a:cubicBezTo>
                    <a:cubicBezTo>
                      <a:pt x="1615" y="6950"/>
                      <a:pt x="121" y="10562"/>
                      <a:pt x="121" y="14328"/>
                    </a:cubicBezTo>
                    <a:cubicBezTo>
                      <a:pt x="121" y="18093"/>
                      <a:pt x="1615" y="21705"/>
                      <a:pt x="4274" y="24368"/>
                    </a:cubicBezTo>
                    <a:cubicBezTo>
                      <a:pt x="6933" y="27031"/>
                      <a:pt x="10539" y="28527"/>
                      <a:pt x="14299"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3" name="Freeform: Shape 542">
                <a:extLst>
                  <a:ext uri="{FF2B5EF4-FFF2-40B4-BE49-F238E27FC236}">
                    <a16:creationId xmlns:a16="http://schemas.microsoft.com/office/drawing/2014/main" id="{40E05082-6DB0-ACBE-8A99-A6C3FF33943D}"/>
                  </a:ext>
                </a:extLst>
              </p:cNvPr>
              <p:cNvSpPr/>
              <p:nvPr/>
            </p:nvSpPr>
            <p:spPr>
              <a:xfrm>
                <a:off x="9000707" y="4964240"/>
                <a:ext cx="28356" cy="28397"/>
              </a:xfrm>
              <a:custGeom>
                <a:avLst/>
                <a:gdLst>
                  <a:gd name="connsiteX0" fmla="*/ 14299 w 28356"/>
                  <a:gd name="connsiteY0" fmla="*/ 28530 h 28397"/>
                  <a:gd name="connsiteX1" fmla="*/ 24324 w 28356"/>
                  <a:gd name="connsiteY1" fmla="*/ 24371 h 28397"/>
                  <a:gd name="connsiteX2" fmla="*/ 28477 w 28356"/>
                  <a:gd name="connsiteY2" fmla="*/ 14331 h 28397"/>
                  <a:gd name="connsiteX3" fmla="*/ 24324 w 28356"/>
                  <a:gd name="connsiteY3" fmla="*/ 4291 h 28397"/>
                  <a:gd name="connsiteX4" fmla="*/ 14299 w 28356"/>
                  <a:gd name="connsiteY4" fmla="*/ 132 h 28397"/>
                  <a:gd name="connsiteX5" fmla="*/ 4273 w 28356"/>
                  <a:gd name="connsiteY5" fmla="*/ 4291 h 28397"/>
                  <a:gd name="connsiteX6" fmla="*/ 120 w 28356"/>
                  <a:gd name="connsiteY6" fmla="*/ 14331 h 28397"/>
                  <a:gd name="connsiteX7" fmla="*/ 4273 w 28356"/>
                  <a:gd name="connsiteY7" fmla="*/ 24371 h 28397"/>
                  <a:gd name="connsiteX8" fmla="*/ 14299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9" y="28530"/>
                    </a:moveTo>
                    <a:cubicBezTo>
                      <a:pt x="18059" y="28530"/>
                      <a:pt x="21666" y="27034"/>
                      <a:pt x="24324" y="24371"/>
                    </a:cubicBezTo>
                    <a:cubicBezTo>
                      <a:pt x="26983" y="21708"/>
                      <a:pt x="28477" y="18096"/>
                      <a:pt x="28477" y="14331"/>
                    </a:cubicBezTo>
                    <a:cubicBezTo>
                      <a:pt x="28477" y="10565"/>
                      <a:pt x="26983" y="6953"/>
                      <a:pt x="24324" y="4291"/>
                    </a:cubicBezTo>
                    <a:cubicBezTo>
                      <a:pt x="21666" y="1628"/>
                      <a:pt x="18059" y="132"/>
                      <a:pt x="14299" y="132"/>
                    </a:cubicBezTo>
                    <a:cubicBezTo>
                      <a:pt x="10539" y="132"/>
                      <a:pt x="6932" y="1628"/>
                      <a:pt x="4273" y="4291"/>
                    </a:cubicBezTo>
                    <a:cubicBezTo>
                      <a:pt x="1614" y="6953"/>
                      <a:pt x="120" y="10565"/>
                      <a:pt x="120" y="14331"/>
                    </a:cubicBezTo>
                    <a:cubicBezTo>
                      <a:pt x="120" y="18096"/>
                      <a:pt x="1614" y="21708"/>
                      <a:pt x="4273" y="24371"/>
                    </a:cubicBezTo>
                    <a:cubicBezTo>
                      <a:pt x="6932" y="27034"/>
                      <a:pt x="10539" y="28530"/>
                      <a:pt x="14299"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4" name="Freeform: Shape 543">
                <a:extLst>
                  <a:ext uri="{FF2B5EF4-FFF2-40B4-BE49-F238E27FC236}">
                    <a16:creationId xmlns:a16="http://schemas.microsoft.com/office/drawing/2014/main" id="{892D3081-5766-B151-94AB-44284890E850}"/>
                  </a:ext>
                </a:extLst>
              </p:cNvPr>
              <p:cNvSpPr/>
              <p:nvPr/>
            </p:nvSpPr>
            <p:spPr>
              <a:xfrm>
                <a:off x="8992946" y="4960379"/>
                <a:ext cx="28356" cy="28397"/>
              </a:xfrm>
              <a:custGeom>
                <a:avLst/>
                <a:gdLst>
                  <a:gd name="connsiteX0" fmla="*/ 14298 w 28356"/>
                  <a:gd name="connsiteY0" fmla="*/ 28529 h 28397"/>
                  <a:gd name="connsiteX1" fmla="*/ 24324 w 28356"/>
                  <a:gd name="connsiteY1" fmla="*/ 24371 h 28397"/>
                  <a:gd name="connsiteX2" fmla="*/ 28477 w 28356"/>
                  <a:gd name="connsiteY2" fmla="*/ 14330 h 28397"/>
                  <a:gd name="connsiteX3" fmla="*/ 24324 w 28356"/>
                  <a:gd name="connsiteY3" fmla="*/ 4290 h 28397"/>
                  <a:gd name="connsiteX4" fmla="*/ 14298 w 28356"/>
                  <a:gd name="connsiteY4" fmla="*/ 131 h 28397"/>
                  <a:gd name="connsiteX5" fmla="*/ 4273 w 28356"/>
                  <a:gd name="connsiteY5" fmla="*/ 4290 h 28397"/>
                  <a:gd name="connsiteX6" fmla="*/ 120 w 28356"/>
                  <a:gd name="connsiteY6" fmla="*/ 14330 h 28397"/>
                  <a:gd name="connsiteX7" fmla="*/ 4273 w 28356"/>
                  <a:gd name="connsiteY7" fmla="*/ 24371 h 28397"/>
                  <a:gd name="connsiteX8" fmla="*/ 14298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529"/>
                    </a:moveTo>
                    <a:cubicBezTo>
                      <a:pt x="18058" y="28529"/>
                      <a:pt x="21665" y="27033"/>
                      <a:pt x="24324" y="24371"/>
                    </a:cubicBezTo>
                    <a:cubicBezTo>
                      <a:pt x="26983" y="21708"/>
                      <a:pt x="28477" y="18096"/>
                      <a:pt x="28477" y="14330"/>
                    </a:cubicBezTo>
                    <a:cubicBezTo>
                      <a:pt x="28477" y="10565"/>
                      <a:pt x="26983" y="6953"/>
                      <a:pt x="24324" y="4290"/>
                    </a:cubicBezTo>
                    <a:cubicBezTo>
                      <a:pt x="21665" y="1628"/>
                      <a:pt x="18058" y="131"/>
                      <a:pt x="14298" y="131"/>
                    </a:cubicBezTo>
                    <a:cubicBezTo>
                      <a:pt x="10538" y="131"/>
                      <a:pt x="6931" y="1628"/>
                      <a:pt x="4273" y="4290"/>
                    </a:cubicBezTo>
                    <a:cubicBezTo>
                      <a:pt x="1614" y="6953"/>
                      <a:pt x="120" y="10565"/>
                      <a:pt x="120" y="14330"/>
                    </a:cubicBezTo>
                    <a:cubicBezTo>
                      <a:pt x="120" y="18096"/>
                      <a:pt x="1614" y="21708"/>
                      <a:pt x="4273" y="24371"/>
                    </a:cubicBezTo>
                    <a:cubicBezTo>
                      <a:pt x="6931" y="27033"/>
                      <a:pt x="10538" y="28529"/>
                      <a:pt x="14298"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5" name="Freeform: Shape 544">
                <a:extLst>
                  <a:ext uri="{FF2B5EF4-FFF2-40B4-BE49-F238E27FC236}">
                    <a16:creationId xmlns:a16="http://schemas.microsoft.com/office/drawing/2014/main" id="{C2366829-BEEA-7B7B-A194-AA6FFF310B4F}"/>
                  </a:ext>
                </a:extLst>
              </p:cNvPr>
              <p:cNvSpPr/>
              <p:nvPr/>
            </p:nvSpPr>
            <p:spPr>
              <a:xfrm>
                <a:off x="8985185" y="4565295"/>
                <a:ext cx="28356" cy="28397"/>
              </a:xfrm>
              <a:custGeom>
                <a:avLst/>
                <a:gdLst>
                  <a:gd name="connsiteX0" fmla="*/ 14298 w 28356"/>
                  <a:gd name="connsiteY0" fmla="*/ 28498 h 28397"/>
                  <a:gd name="connsiteX1" fmla="*/ 24323 w 28356"/>
                  <a:gd name="connsiteY1" fmla="*/ 24340 h 28397"/>
                  <a:gd name="connsiteX2" fmla="*/ 28476 w 28356"/>
                  <a:gd name="connsiteY2" fmla="*/ 14299 h 28397"/>
                  <a:gd name="connsiteX3" fmla="*/ 24323 w 28356"/>
                  <a:gd name="connsiteY3" fmla="*/ 4259 h 28397"/>
                  <a:gd name="connsiteX4" fmla="*/ 14298 w 28356"/>
                  <a:gd name="connsiteY4" fmla="*/ 100 h 28397"/>
                  <a:gd name="connsiteX5" fmla="*/ 4272 w 28356"/>
                  <a:gd name="connsiteY5" fmla="*/ 4259 h 28397"/>
                  <a:gd name="connsiteX6" fmla="*/ 119 w 28356"/>
                  <a:gd name="connsiteY6" fmla="*/ 14299 h 28397"/>
                  <a:gd name="connsiteX7" fmla="*/ 4272 w 28356"/>
                  <a:gd name="connsiteY7" fmla="*/ 24340 h 28397"/>
                  <a:gd name="connsiteX8" fmla="*/ 14298 w 28356"/>
                  <a:gd name="connsiteY8" fmla="*/ 2849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8" y="28498"/>
                    </a:moveTo>
                    <a:cubicBezTo>
                      <a:pt x="18058" y="28498"/>
                      <a:pt x="21664" y="27002"/>
                      <a:pt x="24323" y="24340"/>
                    </a:cubicBezTo>
                    <a:cubicBezTo>
                      <a:pt x="26982" y="21677"/>
                      <a:pt x="28476" y="18065"/>
                      <a:pt x="28476" y="14299"/>
                    </a:cubicBezTo>
                    <a:cubicBezTo>
                      <a:pt x="28476" y="10534"/>
                      <a:pt x="26982" y="6922"/>
                      <a:pt x="24323" y="4259"/>
                    </a:cubicBezTo>
                    <a:cubicBezTo>
                      <a:pt x="21664" y="1596"/>
                      <a:pt x="18058" y="100"/>
                      <a:pt x="14298" y="100"/>
                    </a:cubicBezTo>
                    <a:cubicBezTo>
                      <a:pt x="10537" y="100"/>
                      <a:pt x="6931" y="1596"/>
                      <a:pt x="4272" y="4259"/>
                    </a:cubicBezTo>
                    <a:cubicBezTo>
                      <a:pt x="1613" y="6922"/>
                      <a:pt x="119" y="10534"/>
                      <a:pt x="119" y="14299"/>
                    </a:cubicBezTo>
                    <a:cubicBezTo>
                      <a:pt x="119" y="18065"/>
                      <a:pt x="1613" y="21677"/>
                      <a:pt x="4272" y="24340"/>
                    </a:cubicBezTo>
                    <a:cubicBezTo>
                      <a:pt x="6931" y="27002"/>
                      <a:pt x="10537" y="28498"/>
                      <a:pt x="14298" y="2849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6" name="Freeform: Shape 545">
                <a:extLst>
                  <a:ext uri="{FF2B5EF4-FFF2-40B4-BE49-F238E27FC236}">
                    <a16:creationId xmlns:a16="http://schemas.microsoft.com/office/drawing/2014/main" id="{7C703DEE-A4FC-EED7-E9C4-9C31CFC2E6E7}"/>
                  </a:ext>
                </a:extLst>
              </p:cNvPr>
              <p:cNvSpPr/>
              <p:nvPr/>
            </p:nvSpPr>
            <p:spPr>
              <a:xfrm>
                <a:off x="8977424" y="4066085"/>
                <a:ext cx="28356" cy="28397"/>
              </a:xfrm>
              <a:custGeom>
                <a:avLst/>
                <a:gdLst>
                  <a:gd name="connsiteX0" fmla="*/ 14297 w 28356"/>
                  <a:gd name="connsiteY0" fmla="*/ 28459 h 28397"/>
                  <a:gd name="connsiteX1" fmla="*/ 24323 w 28356"/>
                  <a:gd name="connsiteY1" fmla="*/ 24300 h 28397"/>
                  <a:gd name="connsiteX2" fmla="*/ 28475 w 28356"/>
                  <a:gd name="connsiteY2" fmla="*/ 14260 h 28397"/>
                  <a:gd name="connsiteX3" fmla="*/ 24323 w 28356"/>
                  <a:gd name="connsiteY3" fmla="*/ 4220 h 28397"/>
                  <a:gd name="connsiteX4" fmla="*/ 14297 w 28356"/>
                  <a:gd name="connsiteY4" fmla="*/ 61 h 28397"/>
                  <a:gd name="connsiteX5" fmla="*/ 4271 w 28356"/>
                  <a:gd name="connsiteY5" fmla="*/ 4220 h 28397"/>
                  <a:gd name="connsiteX6" fmla="*/ 119 w 28356"/>
                  <a:gd name="connsiteY6" fmla="*/ 14260 h 28397"/>
                  <a:gd name="connsiteX7" fmla="*/ 4271 w 28356"/>
                  <a:gd name="connsiteY7" fmla="*/ 24300 h 28397"/>
                  <a:gd name="connsiteX8" fmla="*/ 14297 w 28356"/>
                  <a:gd name="connsiteY8" fmla="*/ 2845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7" y="28459"/>
                    </a:moveTo>
                    <a:cubicBezTo>
                      <a:pt x="18057" y="28459"/>
                      <a:pt x="21664" y="26963"/>
                      <a:pt x="24323" y="24300"/>
                    </a:cubicBezTo>
                    <a:cubicBezTo>
                      <a:pt x="26981" y="21638"/>
                      <a:pt x="28475" y="18026"/>
                      <a:pt x="28475" y="14260"/>
                    </a:cubicBezTo>
                    <a:cubicBezTo>
                      <a:pt x="28475" y="10494"/>
                      <a:pt x="26981" y="6883"/>
                      <a:pt x="24323" y="4220"/>
                    </a:cubicBezTo>
                    <a:cubicBezTo>
                      <a:pt x="21664" y="1557"/>
                      <a:pt x="18057" y="61"/>
                      <a:pt x="14297" y="61"/>
                    </a:cubicBezTo>
                    <a:cubicBezTo>
                      <a:pt x="10537" y="61"/>
                      <a:pt x="6930" y="1557"/>
                      <a:pt x="4271" y="4220"/>
                    </a:cubicBezTo>
                    <a:cubicBezTo>
                      <a:pt x="1613" y="6883"/>
                      <a:pt x="119" y="10494"/>
                      <a:pt x="119" y="14260"/>
                    </a:cubicBezTo>
                    <a:cubicBezTo>
                      <a:pt x="119" y="18026"/>
                      <a:pt x="1613" y="21638"/>
                      <a:pt x="4271" y="24300"/>
                    </a:cubicBezTo>
                    <a:cubicBezTo>
                      <a:pt x="6930" y="26963"/>
                      <a:pt x="10537" y="28459"/>
                      <a:pt x="14297" y="2845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7" name="Freeform: Shape 546">
                <a:extLst>
                  <a:ext uri="{FF2B5EF4-FFF2-40B4-BE49-F238E27FC236}">
                    <a16:creationId xmlns:a16="http://schemas.microsoft.com/office/drawing/2014/main" id="{1A4711F7-26EB-0BFD-2D93-3758E074F4EB}"/>
                  </a:ext>
                </a:extLst>
              </p:cNvPr>
              <p:cNvSpPr/>
              <p:nvPr/>
            </p:nvSpPr>
            <p:spPr>
              <a:xfrm>
                <a:off x="8969676" y="4642460"/>
                <a:ext cx="28356" cy="28397"/>
              </a:xfrm>
              <a:custGeom>
                <a:avLst/>
                <a:gdLst>
                  <a:gd name="connsiteX0" fmla="*/ 14296 w 28356"/>
                  <a:gd name="connsiteY0" fmla="*/ 28504 h 28397"/>
                  <a:gd name="connsiteX1" fmla="*/ 24322 w 28356"/>
                  <a:gd name="connsiteY1" fmla="*/ 24346 h 28397"/>
                  <a:gd name="connsiteX2" fmla="*/ 28475 w 28356"/>
                  <a:gd name="connsiteY2" fmla="*/ 14305 h 28397"/>
                  <a:gd name="connsiteX3" fmla="*/ 24322 w 28356"/>
                  <a:gd name="connsiteY3" fmla="*/ 4265 h 28397"/>
                  <a:gd name="connsiteX4" fmla="*/ 14296 w 28356"/>
                  <a:gd name="connsiteY4" fmla="*/ 106 h 28397"/>
                  <a:gd name="connsiteX5" fmla="*/ 4271 w 28356"/>
                  <a:gd name="connsiteY5" fmla="*/ 4265 h 28397"/>
                  <a:gd name="connsiteX6" fmla="*/ 118 w 28356"/>
                  <a:gd name="connsiteY6" fmla="*/ 14305 h 28397"/>
                  <a:gd name="connsiteX7" fmla="*/ 4271 w 28356"/>
                  <a:gd name="connsiteY7" fmla="*/ 24346 h 28397"/>
                  <a:gd name="connsiteX8" fmla="*/ 14296 w 28356"/>
                  <a:gd name="connsiteY8" fmla="*/ 2850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504"/>
                    </a:moveTo>
                    <a:cubicBezTo>
                      <a:pt x="18057" y="28504"/>
                      <a:pt x="21663" y="27008"/>
                      <a:pt x="24322" y="24346"/>
                    </a:cubicBezTo>
                    <a:cubicBezTo>
                      <a:pt x="26981" y="21683"/>
                      <a:pt x="28475" y="18071"/>
                      <a:pt x="28475" y="14305"/>
                    </a:cubicBezTo>
                    <a:cubicBezTo>
                      <a:pt x="28475" y="10540"/>
                      <a:pt x="26981" y="6928"/>
                      <a:pt x="24322" y="4265"/>
                    </a:cubicBezTo>
                    <a:cubicBezTo>
                      <a:pt x="21663" y="1603"/>
                      <a:pt x="18057" y="106"/>
                      <a:pt x="14296" y="106"/>
                    </a:cubicBezTo>
                    <a:cubicBezTo>
                      <a:pt x="10536" y="106"/>
                      <a:pt x="6930" y="1603"/>
                      <a:pt x="4271" y="4265"/>
                    </a:cubicBezTo>
                    <a:cubicBezTo>
                      <a:pt x="1612" y="6928"/>
                      <a:pt x="118" y="10540"/>
                      <a:pt x="118" y="14305"/>
                    </a:cubicBezTo>
                    <a:cubicBezTo>
                      <a:pt x="118" y="18071"/>
                      <a:pt x="1612" y="21683"/>
                      <a:pt x="4271" y="24346"/>
                    </a:cubicBezTo>
                    <a:cubicBezTo>
                      <a:pt x="6930" y="27008"/>
                      <a:pt x="10536" y="28504"/>
                      <a:pt x="14296" y="2850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8" name="Freeform: Shape 547">
                <a:extLst>
                  <a:ext uri="{FF2B5EF4-FFF2-40B4-BE49-F238E27FC236}">
                    <a16:creationId xmlns:a16="http://schemas.microsoft.com/office/drawing/2014/main" id="{76CDA133-01B6-8DC2-F804-39B43F40416E}"/>
                  </a:ext>
                </a:extLst>
              </p:cNvPr>
              <p:cNvSpPr/>
              <p:nvPr/>
            </p:nvSpPr>
            <p:spPr>
              <a:xfrm>
                <a:off x="8961915" y="4438441"/>
                <a:ext cx="28356" cy="28397"/>
              </a:xfrm>
              <a:custGeom>
                <a:avLst/>
                <a:gdLst>
                  <a:gd name="connsiteX0" fmla="*/ 14296 w 28356"/>
                  <a:gd name="connsiteY0" fmla="*/ 28488 h 28397"/>
                  <a:gd name="connsiteX1" fmla="*/ 24321 w 28356"/>
                  <a:gd name="connsiteY1" fmla="*/ 24330 h 28397"/>
                  <a:gd name="connsiteX2" fmla="*/ 28474 w 28356"/>
                  <a:gd name="connsiteY2" fmla="*/ 14289 h 28397"/>
                  <a:gd name="connsiteX3" fmla="*/ 24321 w 28356"/>
                  <a:gd name="connsiteY3" fmla="*/ 4249 h 28397"/>
                  <a:gd name="connsiteX4" fmla="*/ 14296 w 28356"/>
                  <a:gd name="connsiteY4" fmla="*/ 90 h 28397"/>
                  <a:gd name="connsiteX5" fmla="*/ 4270 w 28356"/>
                  <a:gd name="connsiteY5" fmla="*/ 4249 h 28397"/>
                  <a:gd name="connsiteX6" fmla="*/ 117 w 28356"/>
                  <a:gd name="connsiteY6" fmla="*/ 14289 h 28397"/>
                  <a:gd name="connsiteX7" fmla="*/ 4270 w 28356"/>
                  <a:gd name="connsiteY7" fmla="*/ 24330 h 28397"/>
                  <a:gd name="connsiteX8" fmla="*/ 14296 w 28356"/>
                  <a:gd name="connsiteY8" fmla="*/ 2848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6" y="28488"/>
                    </a:moveTo>
                    <a:cubicBezTo>
                      <a:pt x="18056" y="28488"/>
                      <a:pt x="21663" y="26992"/>
                      <a:pt x="24321" y="24330"/>
                    </a:cubicBezTo>
                    <a:cubicBezTo>
                      <a:pt x="26980" y="21667"/>
                      <a:pt x="28474" y="18055"/>
                      <a:pt x="28474" y="14289"/>
                    </a:cubicBezTo>
                    <a:cubicBezTo>
                      <a:pt x="28474" y="10524"/>
                      <a:pt x="26980" y="6912"/>
                      <a:pt x="24321" y="4249"/>
                    </a:cubicBezTo>
                    <a:cubicBezTo>
                      <a:pt x="21663" y="1586"/>
                      <a:pt x="18056" y="90"/>
                      <a:pt x="14296" y="90"/>
                    </a:cubicBezTo>
                    <a:cubicBezTo>
                      <a:pt x="10536" y="90"/>
                      <a:pt x="6929" y="1586"/>
                      <a:pt x="4270" y="4249"/>
                    </a:cubicBezTo>
                    <a:cubicBezTo>
                      <a:pt x="1611" y="6912"/>
                      <a:pt x="117" y="10524"/>
                      <a:pt x="117" y="14289"/>
                    </a:cubicBezTo>
                    <a:cubicBezTo>
                      <a:pt x="117" y="18055"/>
                      <a:pt x="1611" y="21667"/>
                      <a:pt x="4270" y="24330"/>
                    </a:cubicBezTo>
                    <a:cubicBezTo>
                      <a:pt x="6929" y="26992"/>
                      <a:pt x="10536" y="28488"/>
                      <a:pt x="14296" y="2848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49" name="Freeform: Shape 548">
                <a:extLst>
                  <a:ext uri="{FF2B5EF4-FFF2-40B4-BE49-F238E27FC236}">
                    <a16:creationId xmlns:a16="http://schemas.microsoft.com/office/drawing/2014/main" id="{0B262DB9-1BCF-3D9A-A464-0EBD7D8338ED}"/>
                  </a:ext>
                </a:extLst>
              </p:cNvPr>
              <p:cNvSpPr/>
              <p:nvPr/>
            </p:nvSpPr>
            <p:spPr>
              <a:xfrm>
                <a:off x="8954154" y="4282969"/>
                <a:ext cx="28356" cy="28397"/>
              </a:xfrm>
              <a:custGeom>
                <a:avLst/>
                <a:gdLst>
                  <a:gd name="connsiteX0" fmla="*/ 14295 w 28356"/>
                  <a:gd name="connsiteY0" fmla="*/ 28476 h 28397"/>
                  <a:gd name="connsiteX1" fmla="*/ 24321 w 28356"/>
                  <a:gd name="connsiteY1" fmla="*/ 24317 h 28397"/>
                  <a:gd name="connsiteX2" fmla="*/ 28474 w 28356"/>
                  <a:gd name="connsiteY2" fmla="*/ 14277 h 28397"/>
                  <a:gd name="connsiteX3" fmla="*/ 24321 w 28356"/>
                  <a:gd name="connsiteY3" fmla="*/ 4237 h 28397"/>
                  <a:gd name="connsiteX4" fmla="*/ 14295 w 28356"/>
                  <a:gd name="connsiteY4" fmla="*/ 78 h 28397"/>
                  <a:gd name="connsiteX5" fmla="*/ 4270 w 28356"/>
                  <a:gd name="connsiteY5" fmla="*/ 4237 h 28397"/>
                  <a:gd name="connsiteX6" fmla="*/ 117 w 28356"/>
                  <a:gd name="connsiteY6" fmla="*/ 14277 h 28397"/>
                  <a:gd name="connsiteX7" fmla="*/ 4270 w 28356"/>
                  <a:gd name="connsiteY7" fmla="*/ 24317 h 28397"/>
                  <a:gd name="connsiteX8" fmla="*/ 14295 w 28356"/>
                  <a:gd name="connsiteY8" fmla="*/ 2847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476"/>
                    </a:moveTo>
                    <a:cubicBezTo>
                      <a:pt x="18055" y="28476"/>
                      <a:pt x="21662" y="26980"/>
                      <a:pt x="24321" y="24317"/>
                    </a:cubicBezTo>
                    <a:cubicBezTo>
                      <a:pt x="26980" y="21655"/>
                      <a:pt x="28474" y="18043"/>
                      <a:pt x="28474" y="14277"/>
                    </a:cubicBezTo>
                    <a:cubicBezTo>
                      <a:pt x="28474" y="10512"/>
                      <a:pt x="26980" y="6900"/>
                      <a:pt x="24321" y="4237"/>
                    </a:cubicBezTo>
                    <a:cubicBezTo>
                      <a:pt x="21662" y="1574"/>
                      <a:pt x="18055" y="78"/>
                      <a:pt x="14295" y="78"/>
                    </a:cubicBezTo>
                    <a:cubicBezTo>
                      <a:pt x="10535" y="78"/>
                      <a:pt x="6928" y="1574"/>
                      <a:pt x="4270" y="4237"/>
                    </a:cubicBezTo>
                    <a:cubicBezTo>
                      <a:pt x="1611" y="6900"/>
                      <a:pt x="117" y="10512"/>
                      <a:pt x="117" y="14277"/>
                    </a:cubicBezTo>
                    <a:cubicBezTo>
                      <a:pt x="117" y="18043"/>
                      <a:pt x="1611" y="21655"/>
                      <a:pt x="4270" y="24317"/>
                    </a:cubicBezTo>
                    <a:cubicBezTo>
                      <a:pt x="6928" y="26980"/>
                      <a:pt x="10535" y="28476"/>
                      <a:pt x="14295" y="2847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0" name="Freeform: Shape 549">
                <a:extLst>
                  <a:ext uri="{FF2B5EF4-FFF2-40B4-BE49-F238E27FC236}">
                    <a16:creationId xmlns:a16="http://schemas.microsoft.com/office/drawing/2014/main" id="{A342021D-C260-E59B-95BE-003E9E7590EA}"/>
                  </a:ext>
                </a:extLst>
              </p:cNvPr>
              <p:cNvSpPr/>
              <p:nvPr/>
            </p:nvSpPr>
            <p:spPr>
              <a:xfrm>
                <a:off x="8946392" y="4924921"/>
                <a:ext cx="28356" cy="28397"/>
              </a:xfrm>
              <a:custGeom>
                <a:avLst/>
                <a:gdLst>
                  <a:gd name="connsiteX0" fmla="*/ 14295 w 28356"/>
                  <a:gd name="connsiteY0" fmla="*/ 28527 h 28397"/>
                  <a:gd name="connsiteX1" fmla="*/ 24320 w 28356"/>
                  <a:gd name="connsiteY1" fmla="*/ 24368 h 28397"/>
                  <a:gd name="connsiteX2" fmla="*/ 28473 w 28356"/>
                  <a:gd name="connsiteY2" fmla="*/ 14328 h 28397"/>
                  <a:gd name="connsiteX3" fmla="*/ 24320 w 28356"/>
                  <a:gd name="connsiteY3" fmla="*/ 4287 h 28397"/>
                  <a:gd name="connsiteX4" fmla="*/ 14295 w 28356"/>
                  <a:gd name="connsiteY4" fmla="*/ 129 h 28397"/>
                  <a:gd name="connsiteX5" fmla="*/ 4269 w 28356"/>
                  <a:gd name="connsiteY5" fmla="*/ 4287 h 28397"/>
                  <a:gd name="connsiteX6" fmla="*/ 116 w 28356"/>
                  <a:gd name="connsiteY6" fmla="*/ 14328 h 28397"/>
                  <a:gd name="connsiteX7" fmla="*/ 4269 w 28356"/>
                  <a:gd name="connsiteY7" fmla="*/ 24368 h 28397"/>
                  <a:gd name="connsiteX8" fmla="*/ 14295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5" y="28527"/>
                    </a:moveTo>
                    <a:cubicBezTo>
                      <a:pt x="18055" y="28527"/>
                      <a:pt x="21661" y="27031"/>
                      <a:pt x="24320" y="24368"/>
                    </a:cubicBezTo>
                    <a:cubicBezTo>
                      <a:pt x="26979" y="21705"/>
                      <a:pt x="28473" y="18093"/>
                      <a:pt x="28473" y="14328"/>
                    </a:cubicBezTo>
                    <a:cubicBezTo>
                      <a:pt x="28473" y="10562"/>
                      <a:pt x="26979" y="6950"/>
                      <a:pt x="24320" y="4287"/>
                    </a:cubicBezTo>
                    <a:cubicBezTo>
                      <a:pt x="21661" y="1625"/>
                      <a:pt x="18055" y="129"/>
                      <a:pt x="14295" y="129"/>
                    </a:cubicBezTo>
                    <a:cubicBezTo>
                      <a:pt x="10534" y="129"/>
                      <a:pt x="6928" y="1625"/>
                      <a:pt x="4269" y="4287"/>
                    </a:cubicBezTo>
                    <a:cubicBezTo>
                      <a:pt x="1610" y="6950"/>
                      <a:pt x="116" y="10562"/>
                      <a:pt x="116" y="14328"/>
                    </a:cubicBezTo>
                    <a:cubicBezTo>
                      <a:pt x="116" y="18093"/>
                      <a:pt x="1610" y="21705"/>
                      <a:pt x="4269" y="24368"/>
                    </a:cubicBezTo>
                    <a:cubicBezTo>
                      <a:pt x="6928" y="27031"/>
                      <a:pt x="10534" y="28527"/>
                      <a:pt x="14295"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1" name="Freeform: Shape 550">
                <a:extLst>
                  <a:ext uri="{FF2B5EF4-FFF2-40B4-BE49-F238E27FC236}">
                    <a16:creationId xmlns:a16="http://schemas.microsoft.com/office/drawing/2014/main" id="{AF50CAE7-AF44-503E-3671-464793A00867}"/>
                  </a:ext>
                </a:extLst>
              </p:cNvPr>
              <p:cNvSpPr/>
              <p:nvPr/>
            </p:nvSpPr>
            <p:spPr>
              <a:xfrm>
                <a:off x="8938631" y="4921124"/>
                <a:ext cx="28356" cy="28397"/>
              </a:xfrm>
              <a:custGeom>
                <a:avLst/>
                <a:gdLst>
                  <a:gd name="connsiteX0" fmla="*/ 14294 w 28356"/>
                  <a:gd name="connsiteY0" fmla="*/ 28526 h 28397"/>
                  <a:gd name="connsiteX1" fmla="*/ 24320 w 28356"/>
                  <a:gd name="connsiteY1" fmla="*/ 24368 h 28397"/>
                  <a:gd name="connsiteX2" fmla="*/ 28472 w 28356"/>
                  <a:gd name="connsiteY2" fmla="*/ 14327 h 28397"/>
                  <a:gd name="connsiteX3" fmla="*/ 24320 w 28356"/>
                  <a:gd name="connsiteY3" fmla="*/ 4287 h 28397"/>
                  <a:gd name="connsiteX4" fmla="*/ 14294 w 28356"/>
                  <a:gd name="connsiteY4" fmla="*/ 128 h 28397"/>
                  <a:gd name="connsiteX5" fmla="*/ 4268 w 28356"/>
                  <a:gd name="connsiteY5" fmla="*/ 4287 h 28397"/>
                  <a:gd name="connsiteX6" fmla="*/ 116 w 28356"/>
                  <a:gd name="connsiteY6" fmla="*/ 14327 h 28397"/>
                  <a:gd name="connsiteX7" fmla="*/ 4268 w 28356"/>
                  <a:gd name="connsiteY7" fmla="*/ 24368 h 28397"/>
                  <a:gd name="connsiteX8" fmla="*/ 14294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4" y="28526"/>
                    </a:moveTo>
                    <a:cubicBezTo>
                      <a:pt x="18054" y="28526"/>
                      <a:pt x="21661" y="27030"/>
                      <a:pt x="24320" y="24368"/>
                    </a:cubicBezTo>
                    <a:cubicBezTo>
                      <a:pt x="26978" y="21705"/>
                      <a:pt x="28472" y="18093"/>
                      <a:pt x="28472" y="14327"/>
                    </a:cubicBezTo>
                    <a:cubicBezTo>
                      <a:pt x="28472" y="10562"/>
                      <a:pt x="26978" y="6950"/>
                      <a:pt x="24320" y="4287"/>
                    </a:cubicBezTo>
                    <a:cubicBezTo>
                      <a:pt x="21661" y="1624"/>
                      <a:pt x="18054" y="128"/>
                      <a:pt x="14294" y="128"/>
                    </a:cubicBezTo>
                    <a:cubicBezTo>
                      <a:pt x="10534" y="128"/>
                      <a:pt x="6927" y="1624"/>
                      <a:pt x="4268" y="4287"/>
                    </a:cubicBezTo>
                    <a:cubicBezTo>
                      <a:pt x="1609" y="6950"/>
                      <a:pt x="116" y="10562"/>
                      <a:pt x="116" y="14327"/>
                    </a:cubicBezTo>
                    <a:cubicBezTo>
                      <a:pt x="116" y="18093"/>
                      <a:pt x="1609" y="21705"/>
                      <a:pt x="4268" y="24368"/>
                    </a:cubicBezTo>
                    <a:cubicBezTo>
                      <a:pt x="6927" y="27030"/>
                      <a:pt x="10534" y="28526"/>
                      <a:pt x="14294"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2" name="Freeform: Shape 551">
                <a:extLst>
                  <a:ext uri="{FF2B5EF4-FFF2-40B4-BE49-F238E27FC236}">
                    <a16:creationId xmlns:a16="http://schemas.microsoft.com/office/drawing/2014/main" id="{8CB6D5C0-AEFD-AE25-2434-6C64820A0D8B}"/>
                  </a:ext>
                </a:extLst>
              </p:cNvPr>
              <p:cNvSpPr/>
              <p:nvPr/>
            </p:nvSpPr>
            <p:spPr>
              <a:xfrm>
                <a:off x="8930883" y="4408466"/>
                <a:ext cx="28356" cy="28397"/>
              </a:xfrm>
              <a:custGeom>
                <a:avLst/>
                <a:gdLst>
                  <a:gd name="connsiteX0" fmla="*/ 14293 w 28356"/>
                  <a:gd name="connsiteY0" fmla="*/ 28486 h 28397"/>
                  <a:gd name="connsiteX1" fmla="*/ 24319 w 28356"/>
                  <a:gd name="connsiteY1" fmla="*/ 24327 h 28397"/>
                  <a:gd name="connsiteX2" fmla="*/ 28472 w 28356"/>
                  <a:gd name="connsiteY2" fmla="*/ 14287 h 28397"/>
                  <a:gd name="connsiteX3" fmla="*/ 24319 w 28356"/>
                  <a:gd name="connsiteY3" fmla="*/ 4247 h 28397"/>
                  <a:gd name="connsiteX4" fmla="*/ 14293 w 28356"/>
                  <a:gd name="connsiteY4" fmla="*/ 88 h 28397"/>
                  <a:gd name="connsiteX5" fmla="*/ 4268 w 28356"/>
                  <a:gd name="connsiteY5" fmla="*/ 4247 h 28397"/>
                  <a:gd name="connsiteX6" fmla="*/ 115 w 28356"/>
                  <a:gd name="connsiteY6" fmla="*/ 14287 h 28397"/>
                  <a:gd name="connsiteX7" fmla="*/ 4268 w 28356"/>
                  <a:gd name="connsiteY7" fmla="*/ 24327 h 28397"/>
                  <a:gd name="connsiteX8" fmla="*/ 14293 w 28356"/>
                  <a:gd name="connsiteY8" fmla="*/ 2848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486"/>
                    </a:moveTo>
                    <a:cubicBezTo>
                      <a:pt x="18053" y="28486"/>
                      <a:pt x="21660" y="26990"/>
                      <a:pt x="24319" y="24327"/>
                    </a:cubicBezTo>
                    <a:cubicBezTo>
                      <a:pt x="26978" y="21665"/>
                      <a:pt x="28472" y="18053"/>
                      <a:pt x="28472" y="14287"/>
                    </a:cubicBezTo>
                    <a:cubicBezTo>
                      <a:pt x="28472" y="10521"/>
                      <a:pt x="26978" y="6909"/>
                      <a:pt x="24319" y="4247"/>
                    </a:cubicBezTo>
                    <a:cubicBezTo>
                      <a:pt x="21660" y="1584"/>
                      <a:pt x="18053" y="88"/>
                      <a:pt x="14293" y="88"/>
                    </a:cubicBezTo>
                    <a:cubicBezTo>
                      <a:pt x="10533" y="88"/>
                      <a:pt x="6927" y="1584"/>
                      <a:pt x="4268" y="4247"/>
                    </a:cubicBezTo>
                    <a:cubicBezTo>
                      <a:pt x="1609" y="6909"/>
                      <a:pt x="115" y="10521"/>
                      <a:pt x="115" y="14287"/>
                    </a:cubicBezTo>
                    <a:cubicBezTo>
                      <a:pt x="115" y="18053"/>
                      <a:pt x="1609" y="21665"/>
                      <a:pt x="4268" y="24327"/>
                    </a:cubicBezTo>
                    <a:cubicBezTo>
                      <a:pt x="6927" y="26990"/>
                      <a:pt x="10533" y="28486"/>
                      <a:pt x="14293" y="2848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3" name="Freeform: Shape 552">
                <a:extLst>
                  <a:ext uri="{FF2B5EF4-FFF2-40B4-BE49-F238E27FC236}">
                    <a16:creationId xmlns:a16="http://schemas.microsoft.com/office/drawing/2014/main" id="{4953C0AD-941A-9929-0E63-7C09C0917B4D}"/>
                  </a:ext>
                </a:extLst>
              </p:cNvPr>
              <p:cNvSpPr/>
              <p:nvPr/>
            </p:nvSpPr>
            <p:spPr>
              <a:xfrm>
                <a:off x="8923122" y="4957458"/>
                <a:ext cx="28356" cy="28397"/>
              </a:xfrm>
              <a:custGeom>
                <a:avLst/>
                <a:gdLst>
                  <a:gd name="connsiteX0" fmla="*/ 14293 w 28356"/>
                  <a:gd name="connsiteY0" fmla="*/ 28529 h 28397"/>
                  <a:gd name="connsiteX1" fmla="*/ 24318 w 28356"/>
                  <a:gd name="connsiteY1" fmla="*/ 24370 h 28397"/>
                  <a:gd name="connsiteX2" fmla="*/ 28471 w 28356"/>
                  <a:gd name="connsiteY2" fmla="*/ 14330 h 28397"/>
                  <a:gd name="connsiteX3" fmla="*/ 24318 w 28356"/>
                  <a:gd name="connsiteY3" fmla="*/ 4290 h 28397"/>
                  <a:gd name="connsiteX4" fmla="*/ 14293 w 28356"/>
                  <a:gd name="connsiteY4" fmla="*/ 131 h 28397"/>
                  <a:gd name="connsiteX5" fmla="*/ 4267 w 28356"/>
                  <a:gd name="connsiteY5" fmla="*/ 4290 h 28397"/>
                  <a:gd name="connsiteX6" fmla="*/ 114 w 28356"/>
                  <a:gd name="connsiteY6" fmla="*/ 14330 h 28397"/>
                  <a:gd name="connsiteX7" fmla="*/ 4267 w 28356"/>
                  <a:gd name="connsiteY7" fmla="*/ 24370 h 28397"/>
                  <a:gd name="connsiteX8" fmla="*/ 14293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3" y="28529"/>
                    </a:moveTo>
                    <a:cubicBezTo>
                      <a:pt x="18053" y="28529"/>
                      <a:pt x="21660" y="27033"/>
                      <a:pt x="24318" y="24370"/>
                    </a:cubicBezTo>
                    <a:cubicBezTo>
                      <a:pt x="26977" y="21708"/>
                      <a:pt x="28471" y="18096"/>
                      <a:pt x="28471" y="14330"/>
                    </a:cubicBezTo>
                    <a:cubicBezTo>
                      <a:pt x="28471" y="10565"/>
                      <a:pt x="26977" y="6953"/>
                      <a:pt x="24318" y="4290"/>
                    </a:cubicBezTo>
                    <a:cubicBezTo>
                      <a:pt x="21660" y="1627"/>
                      <a:pt x="18053" y="131"/>
                      <a:pt x="14293" y="131"/>
                    </a:cubicBezTo>
                    <a:cubicBezTo>
                      <a:pt x="10533" y="131"/>
                      <a:pt x="6926" y="1627"/>
                      <a:pt x="4267" y="4290"/>
                    </a:cubicBezTo>
                    <a:cubicBezTo>
                      <a:pt x="1608" y="6953"/>
                      <a:pt x="114" y="10565"/>
                      <a:pt x="114" y="14330"/>
                    </a:cubicBezTo>
                    <a:cubicBezTo>
                      <a:pt x="114" y="18096"/>
                      <a:pt x="1608" y="21708"/>
                      <a:pt x="4267" y="24370"/>
                    </a:cubicBezTo>
                    <a:cubicBezTo>
                      <a:pt x="6926" y="27033"/>
                      <a:pt x="10533" y="28529"/>
                      <a:pt x="14293"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4" name="Freeform: Shape 553">
                <a:extLst>
                  <a:ext uri="{FF2B5EF4-FFF2-40B4-BE49-F238E27FC236}">
                    <a16:creationId xmlns:a16="http://schemas.microsoft.com/office/drawing/2014/main" id="{088D6C9A-A2D8-84E0-8B65-A606269BA2E1}"/>
                  </a:ext>
                </a:extLst>
              </p:cNvPr>
              <p:cNvSpPr/>
              <p:nvPr/>
            </p:nvSpPr>
            <p:spPr>
              <a:xfrm>
                <a:off x="8915361" y="4275985"/>
                <a:ext cx="28356" cy="28397"/>
              </a:xfrm>
              <a:custGeom>
                <a:avLst/>
                <a:gdLst>
                  <a:gd name="connsiteX0" fmla="*/ 14292 w 28356"/>
                  <a:gd name="connsiteY0" fmla="*/ 28476 h 28397"/>
                  <a:gd name="connsiteX1" fmla="*/ 24318 w 28356"/>
                  <a:gd name="connsiteY1" fmla="*/ 24317 h 28397"/>
                  <a:gd name="connsiteX2" fmla="*/ 28470 w 28356"/>
                  <a:gd name="connsiteY2" fmla="*/ 14277 h 28397"/>
                  <a:gd name="connsiteX3" fmla="*/ 24318 w 28356"/>
                  <a:gd name="connsiteY3" fmla="*/ 4236 h 28397"/>
                  <a:gd name="connsiteX4" fmla="*/ 14292 w 28356"/>
                  <a:gd name="connsiteY4" fmla="*/ 78 h 28397"/>
                  <a:gd name="connsiteX5" fmla="*/ 4266 w 28356"/>
                  <a:gd name="connsiteY5" fmla="*/ 4236 h 28397"/>
                  <a:gd name="connsiteX6" fmla="*/ 114 w 28356"/>
                  <a:gd name="connsiteY6" fmla="*/ 14277 h 28397"/>
                  <a:gd name="connsiteX7" fmla="*/ 4266 w 28356"/>
                  <a:gd name="connsiteY7" fmla="*/ 24317 h 28397"/>
                  <a:gd name="connsiteX8" fmla="*/ 14292 w 28356"/>
                  <a:gd name="connsiteY8" fmla="*/ 2847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2" y="28476"/>
                    </a:moveTo>
                    <a:cubicBezTo>
                      <a:pt x="18052" y="28476"/>
                      <a:pt x="21659" y="26980"/>
                      <a:pt x="24318" y="24317"/>
                    </a:cubicBezTo>
                    <a:cubicBezTo>
                      <a:pt x="26977" y="21654"/>
                      <a:pt x="28470" y="18042"/>
                      <a:pt x="28470" y="14277"/>
                    </a:cubicBezTo>
                    <a:cubicBezTo>
                      <a:pt x="28470" y="10511"/>
                      <a:pt x="26977" y="6899"/>
                      <a:pt x="24318" y="4236"/>
                    </a:cubicBezTo>
                    <a:cubicBezTo>
                      <a:pt x="21659" y="1574"/>
                      <a:pt x="18052" y="78"/>
                      <a:pt x="14292" y="78"/>
                    </a:cubicBezTo>
                    <a:cubicBezTo>
                      <a:pt x="10532" y="78"/>
                      <a:pt x="6925" y="1574"/>
                      <a:pt x="4266" y="4236"/>
                    </a:cubicBezTo>
                    <a:cubicBezTo>
                      <a:pt x="1608" y="6899"/>
                      <a:pt x="114" y="10511"/>
                      <a:pt x="114" y="14277"/>
                    </a:cubicBezTo>
                    <a:cubicBezTo>
                      <a:pt x="114" y="18042"/>
                      <a:pt x="1608" y="21654"/>
                      <a:pt x="4266" y="24317"/>
                    </a:cubicBezTo>
                    <a:cubicBezTo>
                      <a:pt x="6925" y="26980"/>
                      <a:pt x="10532" y="28476"/>
                      <a:pt x="14292" y="2847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5" name="Freeform: Shape 554">
                <a:extLst>
                  <a:ext uri="{FF2B5EF4-FFF2-40B4-BE49-F238E27FC236}">
                    <a16:creationId xmlns:a16="http://schemas.microsoft.com/office/drawing/2014/main" id="{AD1F25C7-0112-67F1-4CC2-8CC70C0DDC85}"/>
                  </a:ext>
                </a:extLst>
              </p:cNvPr>
              <p:cNvSpPr/>
              <p:nvPr/>
            </p:nvSpPr>
            <p:spPr>
              <a:xfrm>
                <a:off x="8907600" y="4340718"/>
                <a:ext cx="28356" cy="28397"/>
              </a:xfrm>
              <a:custGeom>
                <a:avLst/>
                <a:gdLst>
                  <a:gd name="connsiteX0" fmla="*/ 14291 w 28356"/>
                  <a:gd name="connsiteY0" fmla="*/ 28481 h 28397"/>
                  <a:gd name="connsiteX1" fmla="*/ 24317 w 28356"/>
                  <a:gd name="connsiteY1" fmla="*/ 24322 h 28397"/>
                  <a:gd name="connsiteX2" fmla="*/ 28470 w 28356"/>
                  <a:gd name="connsiteY2" fmla="*/ 14282 h 28397"/>
                  <a:gd name="connsiteX3" fmla="*/ 24317 w 28356"/>
                  <a:gd name="connsiteY3" fmla="*/ 4241 h 28397"/>
                  <a:gd name="connsiteX4" fmla="*/ 14291 w 28356"/>
                  <a:gd name="connsiteY4" fmla="*/ 83 h 28397"/>
                  <a:gd name="connsiteX5" fmla="*/ 4266 w 28356"/>
                  <a:gd name="connsiteY5" fmla="*/ 4241 h 28397"/>
                  <a:gd name="connsiteX6" fmla="*/ 113 w 28356"/>
                  <a:gd name="connsiteY6" fmla="*/ 14282 h 28397"/>
                  <a:gd name="connsiteX7" fmla="*/ 4266 w 28356"/>
                  <a:gd name="connsiteY7" fmla="*/ 24322 h 28397"/>
                  <a:gd name="connsiteX8" fmla="*/ 14291 w 28356"/>
                  <a:gd name="connsiteY8" fmla="*/ 2848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481"/>
                    </a:moveTo>
                    <a:cubicBezTo>
                      <a:pt x="18052" y="28481"/>
                      <a:pt x="21658" y="26985"/>
                      <a:pt x="24317" y="24322"/>
                    </a:cubicBezTo>
                    <a:cubicBezTo>
                      <a:pt x="26976" y="21659"/>
                      <a:pt x="28470" y="18047"/>
                      <a:pt x="28470" y="14282"/>
                    </a:cubicBezTo>
                    <a:cubicBezTo>
                      <a:pt x="28470" y="10516"/>
                      <a:pt x="26976" y="6904"/>
                      <a:pt x="24317" y="4241"/>
                    </a:cubicBezTo>
                    <a:cubicBezTo>
                      <a:pt x="21658" y="1579"/>
                      <a:pt x="18052" y="83"/>
                      <a:pt x="14291" y="83"/>
                    </a:cubicBezTo>
                    <a:cubicBezTo>
                      <a:pt x="10531" y="83"/>
                      <a:pt x="6925" y="1579"/>
                      <a:pt x="4266" y="4241"/>
                    </a:cubicBezTo>
                    <a:cubicBezTo>
                      <a:pt x="1607" y="6904"/>
                      <a:pt x="113" y="10516"/>
                      <a:pt x="113" y="14282"/>
                    </a:cubicBezTo>
                    <a:cubicBezTo>
                      <a:pt x="113" y="18047"/>
                      <a:pt x="1607" y="21659"/>
                      <a:pt x="4266" y="24322"/>
                    </a:cubicBezTo>
                    <a:cubicBezTo>
                      <a:pt x="6925" y="26985"/>
                      <a:pt x="10531" y="28481"/>
                      <a:pt x="14291" y="2848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6" name="Freeform: Shape 555">
                <a:extLst>
                  <a:ext uri="{FF2B5EF4-FFF2-40B4-BE49-F238E27FC236}">
                    <a16:creationId xmlns:a16="http://schemas.microsoft.com/office/drawing/2014/main" id="{23ADFB9E-63ED-6408-D027-AFFD1C124B60}"/>
                  </a:ext>
                </a:extLst>
              </p:cNvPr>
              <p:cNvSpPr/>
              <p:nvPr/>
            </p:nvSpPr>
            <p:spPr>
              <a:xfrm>
                <a:off x="8899838" y="4857700"/>
                <a:ext cx="28356" cy="28397"/>
              </a:xfrm>
              <a:custGeom>
                <a:avLst/>
                <a:gdLst>
                  <a:gd name="connsiteX0" fmla="*/ 14291 w 28356"/>
                  <a:gd name="connsiteY0" fmla="*/ 28521 h 28397"/>
                  <a:gd name="connsiteX1" fmla="*/ 24317 w 28356"/>
                  <a:gd name="connsiteY1" fmla="*/ 24363 h 28397"/>
                  <a:gd name="connsiteX2" fmla="*/ 28469 w 28356"/>
                  <a:gd name="connsiteY2" fmla="*/ 14322 h 28397"/>
                  <a:gd name="connsiteX3" fmla="*/ 24317 w 28356"/>
                  <a:gd name="connsiteY3" fmla="*/ 4282 h 28397"/>
                  <a:gd name="connsiteX4" fmla="*/ 14291 w 28356"/>
                  <a:gd name="connsiteY4" fmla="*/ 123 h 28397"/>
                  <a:gd name="connsiteX5" fmla="*/ 4265 w 28356"/>
                  <a:gd name="connsiteY5" fmla="*/ 4282 h 28397"/>
                  <a:gd name="connsiteX6" fmla="*/ 113 w 28356"/>
                  <a:gd name="connsiteY6" fmla="*/ 14322 h 28397"/>
                  <a:gd name="connsiteX7" fmla="*/ 4265 w 28356"/>
                  <a:gd name="connsiteY7" fmla="*/ 24363 h 28397"/>
                  <a:gd name="connsiteX8" fmla="*/ 14291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1" y="28521"/>
                    </a:moveTo>
                    <a:cubicBezTo>
                      <a:pt x="18051" y="28521"/>
                      <a:pt x="21658" y="27025"/>
                      <a:pt x="24317" y="24363"/>
                    </a:cubicBezTo>
                    <a:cubicBezTo>
                      <a:pt x="26975" y="21700"/>
                      <a:pt x="28469" y="18088"/>
                      <a:pt x="28469" y="14322"/>
                    </a:cubicBezTo>
                    <a:cubicBezTo>
                      <a:pt x="28469" y="10557"/>
                      <a:pt x="26975" y="6945"/>
                      <a:pt x="24317" y="4282"/>
                    </a:cubicBezTo>
                    <a:cubicBezTo>
                      <a:pt x="21658" y="1619"/>
                      <a:pt x="18051" y="123"/>
                      <a:pt x="14291" y="123"/>
                    </a:cubicBezTo>
                    <a:cubicBezTo>
                      <a:pt x="10531" y="123"/>
                      <a:pt x="6924" y="1619"/>
                      <a:pt x="4265" y="4282"/>
                    </a:cubicBezTo>
                    <a:cubicBezTo>
                      <a:pt x="1606" y="6945"/>
                      <a:pt x="113" y="10557"/>
                      <a:pt x="113" y="14322"/>
                    </a:cubicBezTo>
                    <a:cubicBezTo>
                      <a:pt x="113" y="18088"/>
                      <a:pt x="1606" y="21700"/>
                      <a:pt x="4265" y="24363"/>
                    </a:cubicBezTo>
                    <a:cubicBezTo>
                      <a:pt x="6924" y="27025"/>
                      <a:pt x="10531" y="28521"/>
                      <a:pt x="14291"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7" name="Freeform: Shape 556">
                <a:extLst>
                  <a:ext uri="{FF2B5EF4-FFF2-40B4-BE49-F238E27FC236}">
                    <a16:creationId xmlns:a16="http://schemas.microsoft.com/office/drawing/2014/main" id="{26DA9E1B-0946-9558-730A-71E20F78A645}"/>
                  </a:ext>
                </a:extLst>
              </p:cNvPr>
              <p:cNvSpPr/>
              <p:nvPr/>
            </p:nvSpPr>
            <p:spPr>
              <a:xfrm>
                <a:off x="8892090" y="4940148"/>
                <a:ext cx="28356" cy="28397"/>
              </a:xfrm>
              <a:custGeom>
                <a:avLst/>
                <a:gdLst>
                  <a:gd name="connsiteX0" fmla="*/ 14290 w 28356"/>
                  <a:gd name="connsiteY0" fmla="*/ 28528 h 28397"/>
                  <a:gd name="connsiteX1" fmla="*/ 24316 w 28356"/>
                  <a:gd name="connsiteY1" fmla="*/ 24369 h 28397"/>
                  <a:gd name="connsiteX2" fmla="*/ 28469 w 28356"/>
                  <a:gd name="connsiteY2" fmla="*/ 14329 h 28397"/>
                  <a:gd name="connsiteX3" fmla="*/ 24316 w 28356"/>
                  <a:gd name="connsiteY3" fmla="*/ 4289 h 28397"/>
                  <a:gd name="connsiteX4" fmla="*/ 14290 w 28356"/>
                  <a:gd name="connsiteY4" fmla="*/ 130 h 28397"/>
                  <a:gd name="connsiteX5" fmla="*/ 4265 w 28356"/>
                  <a:gd name="connsiteY5" fmla="*/ 4289 h 28397"/>
                  <a:gd name="connsiteX6" fmla="*/ 112 w 28356"/>
                  <a:gd name="connsiteY6" fmla="*/ 14329 h 28397"/>
                  <a:gd name="connsiteX7" fmla="*/ 4265 w 28356"/>
                  <a:gd name="connsiteY7" fmla="*/ 24369 h 28397"/>
                  <a:gd name="connsiteX8" fmla="*/ 14290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28"/>
                    </a:moveTo>
                    <a:cubicBezTo>
                      <a:pt x="18050" y="28528"/>
                      <a:pt x="21657" y="27032"/>
                      <a:pt x="24316" y="24369"/>
                    </a:cubicBezTo>
                    <a:cubicBezTo>
                      <a:pt x="26975" y="21706"/>
                      <a:pt x="28469" y="18095"/>
                      <a:pt x="28469" y="14329"/>
                    </a:cubicBezTo>
                    <a:cubicBezTo>
                      <a:pt x="28469" y="10563"/>
                      <a:pt x="26975" y="6951"/>
                      <a:pt x="24316" y="4289"/>
                    </a:cubicBezTo>
                    <a:cubicBezTo>
                      <a:pt x="21657" y="1626"/>
                      <a:pt x="18050" y="130"/>
                      <a:pt x="14290" y="130"/>
                    </a:cubicBezTo>
                    <a:cubicBezTo>
                      <a:pt x="10530" y="130"/>
                      <a:pt x="6923" y="1626"/>
                      <a:pt x="4265" y="4289"/>
                    </a:cubicBezTo>
                    <a:cubicBezTo>
                      <a:pt x="1606" y="6951"/>
                      <a:pt x="112" y="10563"/>
                      <a:pt x="112" y="14329"/>
                    </a:cubicBezTo>
                    <a:cubicBezTo>
                      <a:pt x="112" y="18095"/>
                      <a:pt x="1606" y="21706"/>
                      <a:pt x="4265" y="24369"/>
                    </a:cubicBezTo>
                    <a:cubicBezTo>
                      <a:pt x="6923" y="27032"/>
                      <a:pt x="10530" y="28528"/>
                      <a:pt x="14290"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8" name="Freeform: Shape 557">
                <a:extLst>
                  <a:ext uri="{FF2B5EF4-FFF2-40B4-BE49-F238E27FC236}">
                    <a16:creationId xmlns:a16="http://schemas.microsoft.com/office/drawing/2014/main" id="{C731F953-0A4F-0718-891B-674EFB0E53D9}"/>
                  </a:ext>
                </a:extLst>
              </p:cNvPr>
              <p:cNvSpPr/>
              <p:nvPr/>
            </p:nvSpPr>
            <p:spPr>
              <a:xfrm>
                <a:off x="8884329" y="4592359"/>
                <a:ext cx="28356" cy="28397"/>
              </a:xfrm>
              <a:custGeom>
                <a:avLst/>
                <a:gdLst>
                  <a:gd name="connsiteX0" fmla="*/ 14290 w 28356"/>
                  <a:gd name="connsiteY0" fmla="*/ 28500 h 28397"/>
                  <a:gd name="connsiteX1" fmla="*/ 24315 w 28356"/>
                  <a:gd name="connsiteY1" fmla="*/ 24342 h 28397"/>
                  <a:gd name="connsiteX2" fmla="*/ 28468 w 28356"/>
                  <a:gd name="connsiteY2" fmla="*/ 14301 h 28397"/>
                  <a:gd name="connsiteX3" fmla="*/ 24315 w 28356"/>
                  <a:gd name="connsiteY3" fmla="*/ 4261 h 28397"/>
                  <a:gd name="connsiteX4" fmla="*/ 14290 w 28356"/>
                  <a:gd name="connsiteY4" fmla="*/ 103 h 28397"/>
                  <a:gd name="connsiteX5" fmla="*/ 4264 w 28356"/>
                  <a:gd name="connsiteY5" fmla="*/ 4261 h 28397"/>
                  <a:gd name="connsiteX6" fmla="*/ 111 w 28356"/>
                  <a:gd name="connsiteY6" fmla="*/ 14301 h 28397"/>
                  <a:gd name="connsiteX7" fmla="*/ 4264 w 28356"/>
                  <a:gd name="connsiteY7" fmla="*/ 24342 h 28397"/>
                  <a:gd name="connsiteX8" fmla="*/ 14290 w 28356"/>
                  <a:gd name="connsiteY8" fmla="*/ 2850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90" y="28500"/>
                    </a:moveTo>
                    <a:cubicBezTo>
                      <a:pt x="18050" y="28500"/>
                      <a:pt x="21656" y="27004"/>
                      <a:pt x="24315" y="24342"/>
                    </a:cubicBezTo>
                    <a:cubicBezTo>
                      <a:pt x="26974" y="21679"/>
                      <a:pt x="28468" y="18067"/>
                      <a:pt x="28468" y="14301"/>
                    </a:cubicBezTo>
                    <a:cubicBezTo>
                      <a:pt x="28468" y="10536"/>
                      <a:pt x="26974" y="6924"/>
                      <a:pt x="24315" y="4261"/>
                    </a:cubicBezTo>
                    <a:cubicBezTo>
                      <a:pt x="21656" y="1599"/>
                      <a:pt x="18050" y="103"/>
                      <a:pt x="14290" y="103"/>
                    </a:cubicBezTo>
                    <a:cubicBezTo>
                      <a:pt x="10530" y="103"/>
                      <a:pt x="6923" y="1599"/>
                      <a:pt x="4264" y="4261"/>
                    </a:cubicBezTo>
                    <a:cubicBezTo>
                      <a:pt x="1605" y="6924"/>
                      <a:pt x="111" y="10536"/>
                      <a:pt x="111" y="14301"/>
                    </a:cubicBezTo>
                    <a:cubicBezTo>
                      <a:pt x="111" y="18067"/>
                      <a:pt x="1605" y="21679"/>
                      <a:pt x="4264" y="24342"/>
                    </a:cubicBezTo>
                    <a:cubicBezTo>
                      <a:pt x="6923" y="27004"/>
                      <a:pt x="10530" y="28500"/>
                      <a:pt x="14290" y="2850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59" name="Freeform: Shape 558">
                <a:extLst>
                  <a:ext uri="{FF2B5EF4-FFF2-40B4-BE49-F238E27FC236}">
                    <a16:creationId xmlns:a16="http://schemas.microsoft.com/office/drawing/2014/main" id="{FB20BF2B-1BD0-D97C-7177-EB8576841318}"/>
                  </a:ext>
                </a:extLst>
              </p:cNvPr>
              <p:cNvSpPr/>
              <p:nvPr/>
            </p:nvSpPr>
            <p:spPr>
              <a:xfrm>
                <a:off x="8876568" y="4181633"/>
                <a:ext cx="28356" cy="28397"/>
              </a:xfrm>
              <a:custGeom>
                <a:avLst/>
                <a:gdLst>
                  <a:gd name="connsiteX0" fmla="*/ 14289 w 28356"/>
                  <a:gd name="connsiteY0" fmla="*/ 28468 h 28397"/>
                  <a:gd name="connsiteX1" fmla="*/ 24315 w 28356"/>
                  <a:gd name="connsiteY1" fmla="*/ 24309 h 28397"/>
                  <a:gd name="connsiteX2" fmla="*/ 28467 w 28356"/>
                  <a:gd name="connsiteY2" fmla="*/ 14269 h 28397"/>
                  <a:gd name="connsiteX3" fmla="*/ 24315 w 28356"/>
                  <a:gd name="connsiteY3" fmla="*/ 4229 h 28397"/>
                  <a:gd name="connsiteX4" fmla="*/ 14289 w 28356"/>
                  <a:gd name="connsiteY4" fmla="*/ 70 h 28397"/>
                  <a:gd name="connsiteX5" fmla="*/ 4263 w 28356"/>
                  <a:gd name="connsiteY5" fmla="*/ 4229 h 28397"/>
                  <a:gd name="connsiteX6" fmla="*/ 111 w 28356"/>
                  <a:gd name="connsiteY6" fmla="*/ 14269 h 28397"/>
                  <a:gd name="connsiteX7" fmla="*/ 4263 w 28356"/>
                  <a:gd name="connsiteY7" fmla="*/ 24309 h 28397"/>
                  <a:gd name="connsiteX8" fmla="*/ 14289 w 28356"/>
                  <a:gd name="connsiteY8" fmla="*/ 2846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9" y="28468"/>
                    </a:moveTo>
                    <a:cubicBezTo>
                      <a:pt x="18049" y="28468"/>
                      <a:pt x="21656" y="26972"/>
                      <a:pt x="24315" y="24309"/>
                    </a:cubicBezTo>
                    <a:cubicBezTo>
                      <a:pt x="26974" y="21647"/>
                      <a:pt x="28467" y="18035"/>
                      <a:pt x="28467" y="14269"/>
                    </a:cubicBezTo>
                    <a:cubicBezTo>
                      <a:pt x="28467" y="10504"/>
                      <a:pt x="26974" y="6892"/>
                      <a:pt x="24315" y="4229"/>
                    </a:cubicBezTo>
                    <a:cubicBezTo>
                      <a:pt x="21656" y="1566"/>
                      <a:pt x="18049" y="70"/>
                      <a:pt x="14289" y="70"/>
                    </a:cubicBezTo>
                    <a:cubicBezTo>
                      <a:pt x="10529" y="70"/>
                      <a:pt x="6922" y="1566"/>
                      <a:pt x="4263" y="4229"/>
                    </a:cubicBezTo>
                    <a:cubicBezTo>
                      <a:pt x="1605" y="6892"/>
                      <a:pt x="111" y="10504"/>
                      <a:pt x="111" y="14269"/>
                    </a:cubicBezTo>
                    <a:cubicBezTo>
                      <a:pt x="111" y="18035"/>
                      <a:pt x="1605" y="21647"/>
                      <a:pt x="4263" y="24309"/>
                    </a:cubicBezTo>
                    <a:cubicBezTo>
                      <a:pt x="6922" y="26972"/>
                      <a:pt x="10529" y="28468"/>
                      <a:pt x="14289" y="2846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0" name="Freeform: Shape 559">
                <a:extLst>
                  <a:ext uri="{FF2B5EF4-FFF2-40B4-BE49-F238E27FC236}">
                    <a16:creationId xmlns:a16="http://schemas.microsoft.com/office/drawing/2014/main" id="{E79FE2F0-D062-6436-19C3-1FAC21D4B654}"/>
                  </a:ext>
                </a:extLst>
              </p:cNvPr>
              <p:cNvSpPr/>
              <p:nvPr/>
            </p:nvSpPr>
            <p:spPr>
              <a:xfrm>
                <a:off x="8868807" y="4850270"/>
                <a:ext cx="28356" cy="28397"/>
              </a:xfrm>
              <a:custGeom>
                <a:avLst/>
                <a:gdLst>
                  <a:gd name="connsiteX0" fmla="*/ 14288 w 28356"/>
                  <a:gd name="connsiteY0" fmla="*/ 28521 h 28397"/>
                  <a:gd name="connsiteX1" fmla="*/ 24314 w 28356"/>
                  <a:gd name="connsiteY1" fmla="*/ 24362 h 28397"/>
                  <a:gd name="connsiteX2" fmla="*/ 28467 w 28356"/>
                  <a:gd name="connsiteY2" fmla="*/ 14322 h 28397"/>
                  <a:gd name="connsiteX3" fmla="*/ 24314 w 28356"/>
                  <a:gd name="connsiteY3" fmla="*/ 4282 h 28397"/>
                  <a:gd name="connsiteX4" fmla="*/ 14288 w 28356"/>
                  <a:gd name="connsiteY4" fmla="*/ 123 h 28397"/>
                  <a:gd name="connsiteX5" fmla="*/ 4263 w 28356"/>
                  <a:gd name="connsiteY5" fmla="*/ 4282 h 28397"/>
                  <a:gd name="connsiteX6" fmla="*/ 110 w 28356"/>
                  <a:gd name="connsiteY6" fmla="*/ 14322 h 28397"/>
                  <a:gd name="connsiteX7" fmla="*/ 4263 w 28356"/>
                  <a:gd name="connsiteY7" fmla="*/ 24362 h 28397"/>
                  <a:gd name="connsiteX8" fmla="*/ 14288 w 28356"/>
                  <a:gd name="connsiteY8" fmla="*/ 2852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21"/>
                    </a:moveTo>
                    <a:cubicBezTo>
                      <a:pt x="18049" y="28521"/>
                      <a:pt x="21655" y="27025"/>
                      <a:pt x="24314" y="24362"/>
                    </a:cubicBezTo>
                    <a:cubicBezTo>
                      <a:pt x="26973" y="21699"/>
                      <a:pt x="28467" y="18087"/>
                      <a:pt x="28467" y="14322"/>
                    </a:cubicBezTo>
                    <a:cubicBezTo>
                      <a:pt x="28467" y="10556"/>
                      <a:pt x="26973" y="6944"/>
                      <a:pt x="24314" y="4282"/>
                    </a:cubicBezTo>
                    <a:cubicBezTo>
                      <a:pt x="21655" y="1619"/>
                      <a:pt x="18049" y="123"/>
                      <a:pt x="14288" y="123"/>
                    </a:cubicBezTo>
                    <a:cubicBezTo>
                      <a:pt x="10528" y="123"/>
                      <a:pt x="6922" y="1619"/>
                      <a:pt x="4263" y="4282"/>
                    </a:cubicBezTo>
                    <a:cubicBezTo>
                      <a:pt x="1604" y="6944"/>
                      <a:pt x="110" y="10556"/>
                      <a:pt x="110" y="14322"/>
                    </a:cubicBezTo>
                    <a:cubicBezTo>
                      <a:pt x="110" y="18087"/>
                      <a:pt x="1604" y="21699"/>
                      <a:pt x="4263" y="24362"/>
                    </a:cubicBezTo>
                    <a:cubicBezTo>
                      <a:pt x="6922" y="27025"/>
                      <a:pt x="10528" y="28521"/>
                      <a:pt x="14288" y="2852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1" name="Freeform: Shape 560">
                <a:extLst>
                  <a:ext uri="{FF2B5EF4-FFF2-40B4-BE49-F238E27FC236}">
                    <a16:creationId xmlns:a16="http://schemas.microsoft.com/office/drawing/2014/main" id="{2271DF92-5382-43F9-EFCA-C1983D2D552C}"/>
                  </a:ext>
                </a:extLst>
              </p:cNvPr>
              <p:cNvSpPr/>
              <p:nvPr/>
            </p:nvSpPr>
            <p:spPr>
              <a:xfrm>
                <a:off x="8861058" y="4741444"/>
                <a:ext cx="28356" cy="28397"/>
              </a:xfrm>
              <a:custGeom>
                <a:avLst/>
                <a:gdLst>
                  <a:gd name="connsiteX0" fmla="*/ 14288 w 28356"/>
                  <a:gd name="connsiteY0" fmla="*/ 28512 h 28397"/>
                  <a:gd name="connsiteX1" fmla="*/ 24313 w 28356"/>
                  <a:gd name="connsiteY1" fmla="*/ 24353 h 28397"/>
                  <a:gd name="connsiteX2" fmla="*/ 28466 w 28356"/>
                  <a:gd name="connsiteY2" fmla="*/ 14313 h 28397"/>
                  <a:gd name="connsiteX3" fmla="*/ 24313 w 28356"/>
                  <a:gd name="connsiteY3" fmla="*/ 4273 h 28397"/>
                  <a:gd name="connsiteX4" fmla="*/ 14288 w 28356"/>
                  <a:gd name="connsiteY4" fmla="*/ 114 h 28397"/>
                  <a:gd name="connsiteX5" fmla="*/ 4262 w 28356"/>
                  <a:gd name="connsiteY5" fmla="*/ 4273 h 28397"/>
                  <a:gd name="connsiteX6" fmla="*/ 109 w 28356"/>
                  <a:gd name="connsiteY6" fmla="*/ 14313 h 28397"/>
                  <a:gd name="connsiteX7" fmla="*/ 4262 w 28356"/>
                  <a:gd name="connsiteY7" fmla="*/ 24353 h 28397"/>
                  <a:gd name="connsiteX8" fmla="*/ 14288 w 28356"/>
                  <a:gd name="connsiteY8" fmla="*/ 2851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8" y="28512"/>
                    </a:moveTo>
                    <a:cubicBezTo>
                      <a:pt x="18048" y="28512"/>
                      <a:pt x="21655" y="27016"/>
                      <a:pt x="24313" y="24353"/>
                    </a:cubicBezTo>
                    <a:cubicBezTo>
                      <a:pt x="26972" y="21691"/>
                      <a:pt x="28466" y="18079"/>
                      <a:pt x="28466" y="14313"/>
                    </a:cubicBezTo>
                    <a:cubicBezTo>
                      <a:pt x="28466" y="10548"/>
                      <a:pt x="26972" y="6936"/>
                      <a:pt x="24313" y="4273"/>
                    </a:cubicBezTo>
                    <a:cubicBezTo>
                      <a:pt x="21655" y="1610"/>
                      <a:pt x="18048" y="114"/>
                      <a:pt x="14288" y="114"/>
                    </a:cubicBezTo>
                    <a:cubicBezTo>
                      <a:pt x="10528" y="114"/>
                      <a:pt x="6921" y="1610"/>
                      <a:pt x="4262" y="4273"/>
                    </a:cubicBezTo>
                    <a:cubicBezTo>
                      <a:pt x="1603" y="6936"/>
                      <a:pt x="109" y="10548"/>
                      <a:pt x="109" y="14313"/>
                    </a:cubicBezTo>
                    <a:cubicBezTo>
                      <a:pt x="109" y="18079"/>
                      <a:pt x="1603" y="21691"/>
                      <a:pt x="4262" y="24353"/>
                    </a:cubicBezTo>
                    <a:cubicBezTo>
                      <a:pt x="6921" y="27016"/>
                      <a:pt x="10528" y="28512"/>
                      <a:pt x="14288" y="2851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2" name="Freeform: Shape 561">
                <a:extLst>
                  <a:ext uri="{FF2B5EF4-FFF2-40B4-BE49-F238E27FC236}">
                    <a16:creationId xmlns:a16="http://schemas.microsoft.com/office/drawing/2014/main" id="{039E8982-0F3B-431C-8AC0-5056EFAEC801}"/>
                  </a:ext>
                </a:extLst>
              </p:cNvPr>
              <p:cNvSpPr/>
              <p:nvPr/>
            </p:nvSpPr>
            <p:spPr>
              <a:xfrm>
                <a:off x="8853297" y="4893018"/>
                <a:ext cx="28356" cy="28397"/>
              </a:xfrm>
              <a:custGeom>
                <a:avLst/>
                <a:gdLst>
                  <a:gd name="connsiteX0" fmla="*/ 14287 w 28356"/>
                  <a:gd name="connsiteY0" fmla="*/ 28524 h 28397"/>
                  <a:gd name="connsiteX1" fmla="*/ 24313 w 28356"/>
                  <a:gd name="connsiteY1" fmla="*/ 24365 h 28397"/>
                  <a:gd name="connsiteX2" fmla="*/ 28466 w 28356"/>
                  <a:gd name="connsiteY2" fmla="*/ 14325 h 28397"/>
                  <a:gd name="connsiteX3" fmla="*/ 24313 w 28356"/>
                  <a:gd name="connsiteY3" fmla="*/ 4285 h 28397"/>
                  <a:gd name="connsiteX4" fmla="*/ 14287 w 28356"/>
                  <a:gd name="connsiteY4" fmla="*/ 126 h 28397"/>
                  <a:gd name="connsiteX5" fmla="*/ 4262 w 28356"/>
                  <a:gd name="connsiteY5" fmla="*/ 4285 h 28397"/>
                  <a:gd name="connsiteX6" fmla="*/ 109 w 28356"/>
                  <a:gd name="connsiteY6" fmla="*/ 14325 h 28397"/>
                  <a:gd name="connsiteX7" fmla="*/ 4262 w 28356"/>
                  <a:gd name="connsiteY7" fmla="*/ 24365 h 28397"/>
                  <a:gd name="connsiteX8" fmla="*/ 14287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24"/>
                    </a:moveTo>
                    <a:cubicBezTo>
                      <a:pt x="18047" y="28524"/>
                      <a:pt x="21654" y="27028"/>
                      <a:pt x="24313" y="24365"/>
                    </a:cubicBezTo>
                    <a:cubicBezTo>
                      <a:pt x="26972" y="21703"/>
                      <a:pt x="28466" y="18091"/>
                      <a:pt x="28466" y="14325"/>
                    </a:cubicBezTo>
                    <a:cubicBezTo>
                      <a:pt x="28466" y="10560"/>
                      <a:pt x="26972" y="6948"/>
                      <a:pt x="24313" y="4285"/>
                    </a:cubicBezTo>
                    <a:cubicBezTo>
                      <a:pt x="21654" y="1622"/>
                      <a:pt x="18047" y="126"/>
                      <a:pt x="14287" y="126"/>
                    </a:cubicBezTo>
                    <a:cubicBezTo>
                      <a:pt x="10527" y="126"/>
                      <a:pt x="6920" y="1622"/>
                      <a:pt x="4262" y="4285"/>
                    </a:cubicBezTo>
                    <a:cubicBezTo>
                      <a:pt x="1603" y="6948"/>
                      <a:pt x="109" y="10560"/>
                      <a:pt x="109" y="14325"/>
                    </a:cubicBezTo>
                    <a:cubicBezTo>
                      <a:pt x="109" y="18091"/>
                      <a:pt x="1603" y="21703"/>
                      <a:pt x="4262" y="24365"/>
                    </a:cubicBezTo>
                    <a:cubicBezTo>
                      <a:pt x="6920" y="27028"/>
                      <a:pt x="10527" y="28524"/>
                      <a:pt x="14287"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3" name="Freeform: Shape 562">
                <a:extLst>
                  <a:ext uri="{FF2B5EF4-FFF2-40B4-BE49-F238E27FC236}">
                    <a16:creationId xmlns:a16="http://schemas.microsoft.com/office/drawing/2014/main" id="{10BAB5CB-9338-ACFC-D5BE-354935A48505}"/>
                  </a:ext>
                </a:extLst>
              </p:cNvPr>
              <p:cNvSpPr/>
              <p:nvPr/>
            </p:nvSpPr>
            <p:spPr>
              <a:xfrm>
                <a:off x="8845536" y="4790275"/>
                <a:ext cx="28356" cy="28397"/>
              </a:xfrm>
              <a:custGeom>
                <a:avLst/>
                <a:gdLst>
                  <a:gd name="connsiteX0" fmla="*/ 14287 w 28356"/>
                  <a:gd name="connsiteY0" fmla="*/ 28516 h 28397"/>
                  <a:gd name="connsiteX1" fmla="*/ 24312 w 28356"/>
                  <a:gd name="connsiteY1" fmla="*/ 24357 h 28397"/>
                  <a:gd name="connsiteX2" fmla="*/ 28465 w 28356"/>
                  <a:gd name="connsiteY2" fmla="*/ 14317 h 28397"/>
                  <a:gd name="connsiteX3" fmla="*/ 24312 w 28356"/>
                  <a:gd name="connsiteY3" fmla="*/ 4277 h 28397"/>
                  <a:gd name="connsiteX4" fmla="*/ 14287 w 28356"/>
                  <a:gd name="connsiteY4" fmla="*/ 118 h 28397"/>
                  <a:gd name="connsiteX5" fmla="*/ 4261 w 28356"/>
                  <a:gd name="connsiteY5" fmla="*/ 4277 h 28397"/>
                  <a:gd name="connsiteX6" fmla="*/ 108 w 28356"/>
                  <a:gd name="connsiteY6" fmla="*/ 14317 h 28397"/>
                  <a:gd name="connsiteX7" fmla="*/ 4261 w 28356"/>
                  <a:gd name="connsiteY7" fmla="*/ 24357 h 28397"/>
                  <a:gd name="connsiteX8" fmla="*/ 14287 w 28356"/>
                  <a:gd name="connsiteY8" fmla="*/ 2851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7" y="28516"/>
                    </a:moveTo>
                    <a:cubicBezTo>
                      <a:pt x="18047" y="28516"/>
                      <a:pt x="21653" y="27020"/>
                      <a:pt x="24312" y="24357"/>
                    </a:cubicBezTo>
                    <a:cubicBezTo>
                      <a:pt x="26971" y="21695"/>
                      <a:pt x="28465" y="18083"/>
                      <a:pt x="28465" y="14317"/>
                    </a:cubicBezTo>
                    <a:cubicBezTo>
                      <a:pt x="28465" y="10551"/>
                      <a:pt x="26971" y="6940"/>
                      <a:pt x="24312" y="4277"/>
                    </a:cubicBezTo>
                    <a:cubicBezTo>
                      <a:pt x="21653" y="1614"/>
                      <a:pt x="18047" y="118"/>
                      <a:pt x="14287" y="118"/>
                    </a:cubicBezTo>
                    <a:cubicBezTo>
                      <a:pt x="10526" y="118"/>
                      <a:pt x="6920" y="1614"/>
                      <a:pt x="4261" y="4277"/>
                    </a:cubicBezTo>
                    <a:cubicBezTo>
                      <a:pt x="1602" y="6940"/>
                      <a:pt x="108" y="10551"/>
                      <a:pt x="108" y="14317"/>
                    </a:cubicBezTo>
                    <a:cubicBezTo>
                      <a:pt x="108" y="18083"/>
                      <a:pt x="1602" y="21695"/>
                      <a:pt x="4261" y="24357"/>
                    </a:cubicBezTo>
                    <a:cubicBezTo>
                      <a:pt x="6920" y="27020"/>
                      <a:pt x="10526" y="28516"/>
                      <a:pt x="14287" y="2851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4" name="Freeform: Shape 563">
                <a:extLst>
                  <a:ext uri="{FF2B5EF4-FFF2-40B4-BE49-F238E27FC236}">
                    <a16:creationId xmlns:a16="http://schemas.microsoft.com/office/drawing/2014/main" id="{3253E7DC-E3BA-E26E-B0E5-A200FEEB10FE}"/>
                  </a:ext>
                </a:extLst>
              </p:cNvPr>
              <p:cNvSpPr/>
              <p:nvPr/>
            </p:nvSpPr>
            <p:spPr>
              <a:xfrm>
                <a:off x="8837775" y="4946574"/>
                <a:ext cx="28356" cy="28397"/>
              </a:xfrm>
              <a:custGeom>
                <a:avLst/>
                <a:gdLst>
                  <a:gd name="connsiteX0" fmla="*/ 14286 w 28356"/>
                  <a:gd name="connsiteY0" fmla="*/ 28528 h 28397"/>
                  <a:gd name="connsiteX1" fmla="*/ 24312 w 28356"/>
                  <a:gd name="connsiteY1" fmla="*/ 24370 h 28397"/>
                  <a:gd name="connsiteX2" fmla="*/ 28464 w 28356"/>
                  <a:gd name="connsiteY2" fmla="*/ 14329 h 28397"/>
                  <a:gd name="connsiteX3" fmla="*/ 24312 w 28356"/>
                  <a:gd name="connsiteY3" fmla="*/ 4289 h 28397"/>
                  <a:gd name="connsiteX4" fmla="*/ 14286 w 28356"/>
                  <a:gd name="connsiteY4" fmla="*/ 130 h 28397"/>
                  <a:gd name="connsiteX5" fmla="*/ 4260 w 28356"/>
                  <a:gd name="connsiteY5" fmla="*/ 4289 h 28397"/>
                  <a:gd name="connsiteX6" fmla="*/ 108 w 28356"/>
                  <a:gd name="connsiteY6" fmla="*/ 14329 h 28397"/>
                  <a:gd name="connsiteX7" fmla="*/ 4260 w 28356"/>
                  <a:gd name="connsiteY7" fmla="*/ 24370 h 28397"/>
                  <a:gd name="connsiteX8" fmla="*/ 14286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6" y="28528"/>
                    </a:moveTo>
                    <a:cubicBezTo>
                      <a:pt x="18046" y="28528"/>
                      <a:pt x="21653" y="27032"/>
                      <a:pt x="24312" y="24370"/>
                    </a:cubicBezTo>
                    <a:cubicBezTo>
                      <a:pt x="26970" y="21707"/>
                      <a:pt x="28464" y="18095"/>
                      <a:pt x="28464" y="14329"/>
                    </a:cubicBezTo>
                    <a:cubicBezTo>
                      <a:pt x="28464" y="10564"/>
                      <a:pt x="26970" y="6952"/>
                      <a:pt x="24312" y="4289"/>
                    </a:cubicBezTo>
                    <a:cubicBezTo>
                      <a:pt x="21653" y="1626"/>
                      <a:pt x="18046" y="130"/>
                      <a:pt x="14286" y="130"/>
                    </a:cubicBezTo>
                    <a:cubicBezTo>
                      <a:pt x="10526" y="130"/>
                      <a:pt x="6919" y="1626"/>
                      <a:pt x="4260" y="4289"/>
                    </a:cubicBezTo>
                    <a:cubicBezTo>
                      <a:pt x="1602" y="6952"/>
                      <a:pt x="108" y="10564"/>
                      <a:pt x="108" y="14329"/>
                    </a:cubicBezTo>
                    <a:cubicBezTo>
                      <a:pt x="108" y="18095"/>
                      <a:pt x="1602" y="21707"/>
                      <a:pt x="4260" y="24370"/>
                    </a:cubicBezTo>
                    <a:cubicBezTo>
                      <a:pt x="6919" y="27032"/>
                      <a:pt x="10526" y="28528"/>
                      <a:pt x="14286"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5" name="Freeform: Shape 564">
                <a:extLst>
                  <a:ext uri="{FF2B5EF4-FFF2-40B4-BE49-F238E27FC236}">
                    <a16:creationId xmlns:a16="http://schemas.microsoft.com/office/drawing/2014/main" id="{8D4A08B9-D053-7D5D-6B86-7EA08DBEEEEE}"/>
                  </a:ext>
                </a:extLst>
              </p:cNvPr>
              <p:cNvSpPr/>
              <p:nvPr/>
            </p:nvSpPr>
            <p:spPr>
              <a:xfrm>
                <a:off x="8830014" y="4968291"/>
                <a:ext cx="28356" cy="28397"/>
              </a:xfrm>
              <a:custGeom>
                <a:avLst/>
                <a:gdLst>
                  <a:gd name="connsiteX0" fmla="*/ 14285 w 28356"/>
                  <a:gd name="connsiteY0" fmla="*/ 28530 h 28397"/>
                  <a:gd name="connsiteX1" fmla="*/ 24311 w 28356"/>
                  <a:gd name="connsiteY1" fmla="*/ 24371 h 28397"/>
                  <a:gd name="connsiteX2" fmla="*/ 28464 w 28356"/>
                  <a:gd name="connsiteY2" fmla="*/ 14331 h 28397"/>
                  <a:gd name="connsiteX3" fmla="*/ 24311 w 28356"/>
                  <a:gd name="connsiteY3" fmla="*/ 4291 h 28397"/>
                  <a:gd name="connsiteX4" fmla="*/ 14285 w 28356"/>
                  <a:gd name="connsiteY4" fmla="*/ 132 h 28397"/>
                  <a:gd name="connsiteX5" fmla="*/ 4260 w 28356"/>
                  <a:gd name="connsiteY5" fmla="*/ 4291 h 28397"/>
                  <a:gd name="connsiteX6" fmla="*/ 107 w 28356"/>
                  <a:gd name="connsiteY6" fmla="*/ 14331 h 28397"/>
                  <a:gd name="connsiteX7" fmla="*/ 4260 w 28356"/>
                  <a:gd name="connsiteY7" fmla="*/ 24371 h 28397"/>
                  <a:gd name="connsiteX8" fmla="*/ 1428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30"/>
                    </a:moveTo>
                    <a:cubicBezTo>
                      <a:pt x="18046" y="28530"/>
                      <a:pt x="21652" y="27034"/>
                      <a:pt x="24311" y="24371"/>
                    </a:cubicBezTo>
                    <a:cubicBezTo>
                      <a:pt x="26970" y="21709"/>
                      <a:pt x="28464" y="18097"/>
                      <a:pt x="28464" y="14331"/>
                    </a:cubicBezTo>
                    <a:cubicBezTo>
                      <a:pt x="28464" y="10565"/>
                      <a:pt x="26970" y="6954"/>
                      <a:pt x="24311" y="4291"/>
                    </a:cubicBezTo>
                    <a:cubicBezTo>
                      <a:pt x="21652" y="1628"/>
                      <a:pt x="18046" y="132"/>
                      <a:pt x="14285" y="132"/>
                    </a:cubicBezTo>
                    <a:cubicBezTo>
                      <a:pt x="10525" y="132"/>
                      <a:pt x="6919" y="1628"/>
                      <a:pt x="4260" y="4291"/>
                    </a:cubicBezTo>
                    <a:cubicBezTo>
                      <a:pt x="1601" y="6954"/>
                      <a:pt x="107" y="10565"/>
                      <a:pt x="107" y="14331"/>
                    </a:cubicBezTo>
                    <a:cubicBezTo>
                      <a:pt x="107" y="18097"/>
                      <a:pt x="1601" y="21709"/>
                      <a:pt x="4260" y="24371"/>
                    </a:cubicBezTo>
                    <a:cubicBezTo>
                      <a:pt x="6919" y="27034"/>
                      <a:pt x="10525" y="28530"/>
                      <a:pt x="14285"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6" name="Freeform: Shape 565">
                <a:extLst>
                  <a:ext uri="{FF2B5EF4-FFF2-40B4-BE49-F238E27FC236}">
                    <a16:creationId xmlns:a16="http://schemas.microsoft.com/office/drawing/2014/main" id="{719A1E82-F8FC-4C29-FA32-1353492A913F}"/>
                  </a:ext>
                </a:extLst>
              </p:cNvPr>
              <p:cNvSpPr/>
              <p:nvPr/>
            </p:nvSpPr>
            <p:spPr>
              <a:xfrm>
                <a:off x="8822265" y="4878655"/>
                <a:ext cx="28356" cy="28397"/>
              </a:xfrm>
              <a:custGeom>
                <a:avLst/>
                <a:gdLst>
                  <a:gd name="connsiteX0" fmla="*/ 14285 w 28356"/>
                  <a:gd name="connsiteY0" fmla="*/ 28523 h 28397"/>
                  <a:gd name="connsiteX1" fmla="*/ 24310 w 28356"/>
                  <a:gd name="connsiteY1" fmla="*/ 24364 h 28397"/>
                  <a:gd name="connsiteX2" fmla="*/ 28463 w 28356"/>
                  <a:gd name="connsiteY2" fmla="*/ 14324 h 28397"/>
                  <a:gd name="connsiteX3" fmla="*/ 24310 w 28356"/>
                  <a:gd name="connsiteY3" fmla="*/ 4284 h 28397"/>
                  <a:gd name="connsiteX4" fmla="*/ 14285 w 28356"/>
                  <a:gd name="connsiteY4" fmla="*/ 125 h 28397"/>
                  <a:gd name="connsiteX5" fmla="*/ 4259 w 28356"/>
                  <a:gd name="connsiteY5" fmla="*/ 4284 h 28397"/>
                  <a:gd name="connsiteX6" fmla="*/ 106 w 28356"/>
                  <a:gd name="connsiteY6" fmla="*/ 14324 h 28397"/>
                  <a:gd name="connsiteX7" fmla="*/ 4259 w 28356"/>
                  <a:gd name="connsiteY7" fmla="*/ 24364 h 28397"/>
                  <a:gd name="connsiteX8" fmla="*/ 14285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5" y="28523"/>
                    </a:moveTo>
                    <a:cubicBezTo>
                      <a:pt x="18045" y="28523"/>
                      <a:pt x="21652" y="27027"/>
                      <a:pt x="24310" y="24364"/>
                    </a:cubicBezTo>
                    <a:cubicBezTo>
                      <a:pt x="26969" y="21702"/>
                      <a:pt x="28463" y="18090"/>
                      <a:pt x="28463" y="14324"/>
                    </a:cubicBezTo>
                    <a:cubicBezTo>
                      <a:pt x="28463" y="10558"/>
                      <a:pt x="26969" y="6947"/>
                      <a:pt x="24310" y="4284"/>
                    </a:cubicBezTo>
                    <a:cubicBezTo>
                      <a:pt x="21652" y="1621"/>
                      <a:pt x="18045" y="125"/>
                      <a:pt x="14285" y="125"/>
                    </a:cubicBezTo>
                    <a:cubicBezTo>
                      <a:pt x="10525" y="125"/>
                      <a:pt x="6918" y="1621"/>
                      <a:pt x="4259" y="4284"/>
                    </a:cubicBezTo>
                    <a:cubicBezTo>
                      <a:pt x="1600" y="6947"/>
                      <a:pt x="106" y="10558"/>
                      <a:pt x="106" y="14324"/>
                    </a:cubicBezTo>
                    <a:cubicBezTo>
                      <a:pt x="106" y="18090"/>
                      <a:pt x="1600" y="21702"/>
                      <a:pt x="4259" y="24364"/>
                    </a:cubicBezTo>
                    <a:cubicBezTo>
                      <a:pt x="6918" y="27027"/>
                      <a:pt x="10525" y="28523"/>
                      <a:pt x="14285"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7" name="Freeform: Shape 566">
                <a:extLst>
                  <a:ext uri="{FF2B5EF4-FFF2-40B4-BE49-F238E27FC236}">
                    <a16:creationId xmlns:a16="http://schemas.microsoft.com/office/drawing/2014/main" id="{0185CE7F-933F-3A3C-C6E2-F16AAA553838}"/>
                  </a:ext>
                </a:extLst>
              </p:cNvPr>
              <p:cNvSpPr/>
              <p:nvPr/>
            </p:nvSpPr>
            <p:spPr>
              <a:xfrm>
                <a:off x="8814504" y="4925010"/>
                <a:ext cx="28356" cy="28397"/>
              </a:xfrm>
              <a:custGeom>
                <a:avLst/>
                <a:gdLst>
                  <a:gd name="connsiteX0" fmla="*/ 14284 w 28356"/>
                  <a:gd name="connsiteY0" fmla="*/ 28527 h 28397"/>
                  <a:gd name="connsiteX1" fmla="*/ 24310 w 28356"/>
                  <a:gd name="connsiteY1" fmla="*/ 24368 h 28397"/>
                  <a:gd name="connsiteX2" fmla="*/ 28463 w 28356"/>
                  <a:gd name="connsiteY2" fmla="*/ 14328 h 28397"/>
                  <a:gd name="connsiteX3" fmla="*/ 24310 w 28356"/>
                  <a:gd name="connsiteY3" fmla="*/ 4287 h 28397"/>
                  <a:gd name="connsiteX4" fmla="*/ 14284 w 28356"/>
                  <a:gd name="connsiteY4" fmla="*/ 129 h 28397"/>
                  <a:gd name="connsiteX5" fmla="*/ 4259 w 28356"/>
                  <a:gd name="connsiteY5" fmla="*/ 4287 h 28397"/>
                  <a:gd name="connsiteX6" fmla="*/ 106 w 28356"/>
                  <a:gd name="connsiteY6" fmla="*/ 14328 h 28397"/>
                  <a:gd name="connsiteX7" fmla="*/ 4259 w 28356"/>
                  <a:gd name="connsiteY7" fmla="*/ 24368 h 28397"/>
                  <a:gd name="connsiteX8" fmla="*/ 14284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27"/>
                    </a:moveTo>
                    <a:cubicBezTo>
                      <a:pt x="18044" y="28527"/>
                      <a:pt x="21651" y="27031"/>
                      <a:pt x="24310" y="24368"/>
                    </a:cubicBezTo>
                    <a:cubicBezTo>
                      <a:pt x="26969" y="21705"/>
                      <a:pt x="28463" y="18093"/>
                      <a:pt x="28463" y="14328"/>
                    </a:cubicBezTo>
                    <a:cubicBezTo>
                      <a:pt x="28463" y="10562"/>
                      <a:pt x="26969" y="6950"/>
                      <a:pt x="24310" y="4287"/>
                    </a:cubicBezTo>
                    <a:cubicBezTo>
                      <a:pt x="21651" y="1625"/>
                      <a:pt x="18044" y="129"/>
                      <a:pt x="14284" y="129"/>
                    </a:cubicBezTo>
                    <a:cubicBezTo>
                      <a:pt x="10524" y="129"/>
                      <a:pt x="6917" y="1625"/>
                      <a:pt x="4259" y="4287"/>
                    </a:cubicBezTo>
                    <a:cubicBezTo>
                      <a:pt x="1600" y="6950"/>
                      <a:pt x="106" y="10562"/>
                      <a:pt x="106" y="14328"/>
                    </a:cubicBezTo>
                    <a:cubicBezTo>
                      <a:pt x="106" y="18093"/>
                      <a:pt x="1600" y="21705"/>
                      <a:pt x="4259" y="24368"/>
                    </a:cubicBezTo>
                    <a:cubicBezTo>
                      <a:pt x="6917" y="27031"/>
                      <a:pt x="10524" y="28527"/>
                      <a:pt x="14284"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8" name="Freeform: Shape 567">
                <a:extLst>
                  <a:ext uri="{FF2B5EF4-FFF2-40B4-BE49-F238E27FC236}">
                    <a16:creationId xmlns:a16="http://schemas.microsoft.com/office/drawing/2014/main" id="{5C6520CE-E065-48DC-C637-C967C1CF7999}"/>
                  </a:ext>
                </a:extLst>
              </p:cNvPr>
              <p:cNvSpPr/>
              <p:nvPr/>
            </p:nvSpPr>
            <p:spPr>
              <a:xfrm>
                <a:off x="8806743" y="4608996"/>
                <a:ext cx="28356" cy="28397"/>
              </a:xfrm>
              <a:custGeom>
                <a:avLst/>
                <a:gdLst>
                  <a:gd name="connsiteX0" fmla="*/ 14284 w 28356"/>
                  <a:gd name="connsiteY0" fmla="*/ 28502 h 28397"/>
                  <a:gd name="connsiteX1" fmla="*/ 24309 w 28356"/>
                  <a:gd name="connsiteY1" fmla="*/ 24343 h 28397"/>
                  <a:gd name="connsiteX2" fmla="*/ 28462 w 28356"/>
                  <a:gd name="connsiteY2" fmla="*/ 14303 h 28397"/>
                  <a:gd name="connsiteX3" fmla="*/ 24309 w 28356"/>
                  <a:gd name="connsiteY3" fmla="*/ 4263 h 28397"/>
                  <a:gd name="connsiteX4" fmla="*/ 14284 w 28356"/>
                  <a:gd name="connsiteY4" fmla="*/ 104 h 28397"/>
                  <a:gd name="connsiteX5" fmla="*/ 4258 w 28356"/>
                  <a:gd name="connsiteY5" fmla="*/ 4263 h 28397"/>
                  <a:gd name="connsiteX6" fmla="*/ 105 w 28356"/>
                  <a:gd name="connsiteY6" fmla="*/ 14303 h 28397"/>
                  <a:gd name="connsiteX7" fmla="*/ 4258 w 28356"/>
                  <a:gd name="connsiteY7" fmla="*/ 24343 h 28397"/>
                  <a:gd name="connsiteX8" fmla="*/ 14284 w 28356"/>
                  <a:gd name="connsiteY8" fmla="*/ 2850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4" y="28502"/>
                    </a:moveTo>
                    <a:cubicBezTo>
                      <a:pt x="18044" y="28502"/>
                      <a:pt x="21650" y="27006"/>
                      <a:pt x="24309" y="24343"/>
                    </a:cubicBezTo>
                    <a:cubicBezTo>
                      <a:pt x="26968" y="21680"/>
                      <a:pt x="28462" y="18068"/>
                      <a:pt x="28462" y="14303"/>
                    </a:cubicBezTo>
                    <a:cubicBezTo>
                      <a:pt x="28462" y="10537"/>
                      <a:pt x="26968" y="6925"/>
                      <a:pt x="24309" y="4263"/>
                    </a:cubicBezTo>
                    <a:cubicBezTo>
                      <a:pt x="21650" y="1600"/>
                      <a:pt x="18044" y="104"/>
                      <a:pt x="14284" y="104"/>
                    </a:cubicBezTo>
                    <a:cubicBezTo>
                      <a:pt x="10523" y="104"/>
                      <a:pt x="6917" y="1600"/>
                      <a:pt x="4258" y="4263"/>
                    </a:cubicBezTo>
                    <a:cubicBezTo>
                      <a:pt x="1599" y="6925"/>
                      <a:pt x="105" y="10537"/>
                      <a:pt x="105" y="14303"/>
                    </a:cubicBezTo>
                    <a:cubicBezTo>
                      <a:pt x="105" y="18068"/>
                      <a:pt x="1599" y="21680"/>
                      <a:pt x="4258" y="24343"/>
                    </a:cubicBezTo>
                    <a:cubicBezTo>
                      <a:pt x="6917" y="27006"/>
                      <a:pt x="10523" y="28502"/>
                      <a:pt x="14284" y="2850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69" name="Freeform: Shape 568">
                <a:extLst>
                  <a:ext uri="{FF2B5EF4-FFF2-40B4-BE49-F238E27FC236}">
                    <a16:creationId xmlns:a16="http://schemas.microsoft.com/office/drawing/2014/main" id="{4B563EC0-7AD3-257E-355E-2602B811FA2D}"/>
                  </a:ext>
                </a:extLst>
              </p:cNvPr>
              <p:cNvSpPr/>
              <p:nvPr/>
            </p:nvSpPr>
            <p:spPr>
              <a:xfrm>
                <a:off x="8798982" y="4835386"/>
                <a:ext cx="28356" cy="28397"/>
              </a:xfrm>
              <a:custGeom>
                <a:avLst/>
                <a:gdLst>
                  <a:gd name="connsiteX0" fmla="*/ 14283 w 28356"/>
                  <a:gd name="connsiteY0" fmla="*/ 28520 h 28397"/>
                  <a:gd name="connsiteX1" fmla="*/ 24309 w 28356"/>
                  <a:gd name="connsiteY1" fmla="*/ 24361 h 28397"/>
                  <a:gd name="connsiteX2" fmla="*/ 28461 w 28356"/>
                  <a:gd name="connsiteY2" fmla="*/ 14321 h 28397"/>
                  <a:gd name="connsiteX3" fmla="*/ 24309 w 28356"/>
                  <a:gd name="connsiteY3" fmla="*/ 4280 h 28397"/>
                  <a:gd name="connsiteX4" fmla="*/ 14283 w 28356"/>
                  <a:gd name="connsiteY4" fmla="*/ 122 h 28397"/>
                  <a:gd name="connsiteX5" fmla="*/ 4257 w 28356"/>
                  <a:gd name="connsiteY5" fmla="*/ 4280 h 28397"/>
                  <a:gd name="connsiteX6" fmla="*/ 105 w 28356"/>
                  <a:gd name="connsiteY6" fmla="*/ 14321 h 28397"/>
                  <a:gd name="connsiteX7" fmla="*/ 4257 w 28356"/>
                  <a:gd name="connsiteY7" fmla="*/ 24361 h 28397"/>
                  <a:gd name="connsiteX8" fmla="*/ 14283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3" y="28520"/>
                    </a:moveTo>
                    <a:cubicBezTo>
                      <a:pt x="18043" y="28520"/>
                      <a:pt x="21650" y="27024"/>
                      <a:pt x="24309" y="24361"/>
                    </a:cubicBezTo>
                    <a:cubicBezTo>
                      <a:pt x="26967" y="21698"/>
                      <a:pt x="28461" y="18086"/>
                      <a:pt x="28461" y="14321"/>
                    </a:cubicBezTo>
                    <a:cubicBezTo>
                      <a:pt x="28461" y="10555"/>
                      <a:pt x="26967" y="6943"/>
                      <a:pt x="24309" y="4280"/>
                    </a:cubicBezTo>
                    <a:cubicBezTo>
                      <a:pt x="21650" y="1618"/>
                      <a:pt x="18043" y="122"/>
                      <a:pt x="14283" y="122"/>
                    </a:cubicBezTo>
                    <a:cubicBezTo>
                      <a:pt x="10523" y="122"/>
                      <a:pt x="6916" y="1618"/>
                      <a:pt x="4257" y="4280"/>
                    </a:cubicBezTo>
                    <a:cubicBezTo>
                      <a:pt x="1598" y="6943"/>
                      <a:pt x="105" y="10555"/>
                      <a:pt x="105" y="14321"/>
                    </a:cubicBezTo>
                    <a:cubicBezTo>
                      <a:pt x="105" y="18086"/>
                      <a:pt x="1598" y="21698"/>
                      <a:pt x="4257" y="24361"/>
                    </a:cubicBezTo>
                    <a:cubicBezTo>
                      <a:pt x="6916" y="27024"/>
                      <a:pt x="10523" y="28520"/>
                      <a:pt x="14283" y="2852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0" name="Freeform: Shape 569">
                <a:extLst>
                  <a:ext uri="{FF2B5EF4-FFF2-40B4-BE49-F238E27FC236}">
                    <a16:creationId xmlns:a16="http://schemas.microsoft.com/office/drawing/2014/main" id="{6558B1CA-2E38-B4DF-19C0-B1F49E7E420D}"/>
                  </a:ext>
                </a:extLst>
              </p:cNvPr>
              <p:cNvSpPr/>
              <p:nvPr/>
            </p:nvSpPr>
            <p:spPr>
              <a:xfrm>
                <a:off x="8791221" y="4299356"/>
                <a:ext cx="28356" cy="28397"/>
              </a:xfrm>
              <a:custGeom>
                <a:avLst/>
                <a:gdLst>
                  <a:gd name="connsiteX0" fmla="*/ 14282 w 28356"/>
                  <a:gd name="connsiteY0" fmla="*/ 28477 h 28397"/>
                  <a:gd name="connsiteX1" fmla="*/ 24308 w 28356"/>
                  <a:gd name="connsiteY1" fmla="*/ 24319 h 28397"/>
                  <a:gd name="connsiteX2" fmla="*/ 28461 w 28356"/>
                  <a:gd name="connsiteY2" fmla="*/ 14278 h 28397"/>
                  <a:gd name="connsiteX3" fmla="*/ 24308 w 28356"/>
                  <a:gd name="connsiteY3" fmla="*/ 4238 h 28397"/>
                  <a:gd name="connsiteX4" fmla="*/ 14282 w 28356"/>
                  <a:gd name="connsiteY4" fmla="*/ 79 h 28397"/>
                  <a:gd name="connsiteX5" fmla="*/ 4257 w 28356"/>
                  <a:gd name="connsiteY5" fmla="*/ 4238 h 28397"/>
                  <a:gd name="connsiteX6" fmla="*/ 104 w 28356"/>
                  <a:gd name="connsiteY6" fmla="*/ 14278 h 28397"/>
                  <a:gd name="connsiteX7" fmla="*/ 4257 w 28356"/>
                  <a:gd name="connsiteY7" fmla="*/ 24319 h 28397"/>
                  <a:gd name="connsiteX8" fmla="*/ 14282 w 28356"/>
                  <a:gd name="connsiteY8" fmla="*/ 2847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477"/>
                    </a:moveTo>
                    <a:cubicBezTo>
                      <a:pt x="18042" y="28477"/>
                      <a:pt x="21649" y="26981"/>
                      <a:pt x="24308" y="24319"/>
                    </a:cubicBezTo>
                    <a:cubicBezTo>
                      <a:pt x="26967" y="21656"/>
                      <a:pt x="28461" y="18044"/>
                      <a:pt x="28461" y="14278"/>
                    </a:cubicBezTo>
                    <a:cubicBezTo>
                      <a:pt x="28461" y="10513"/>
                      <a:pt x="26967" y="6901"/>
                      <a:pt x="24308" y="4238"/>
                    </a:cubicBezTo>
                    <a:cubicBezTo>
                      <a:pt x="21649" y="1576"/>
                      <a:pt x="18042" y="79"/>
                      <a:pt x="14282" y="79"/>
                    </a:cubicBezTo>
                    <a:cubicBezTo>
                      <a:pt x="10522" y="79"/>
                      <a:pt x="6916" y="1576"/>
                      <a:pt x="4257" y="4238"/>
                    </a:cubicBezTo>
                    <a:cubicBezTo>
                      <a:pt x="1598" y="6901"/>
                      <a:pt x="104" y="10513"/>
                      <a:pt x="104" y="14278"/>
                    </a:cubicBezTo>
                    <a:cubicBezTo>
                      <a:pt x="104" y="18044"/>
                      <a:pt x="1598" y="21656"/>
                      <a:pt x="4257" y="24319"/>
                    </a:cubicBezTo>
                    <a:cubicBezTo>
                      <a:pt x="6916" y="26981"/>
                      <a:pt x="10522" y="28477"/>
                      <a:pt x="14282" y="2847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1" name="Freeform: Shape 570">
                <a:extLst>
                  <a:ext uri="{FF2B5EF4-FFF2-40B4-BE49-F238E27FC236}">
                    <a16:creationId xmlns:a16="http://schemas.microsoft.com/office/drawing/2014/main" id="{325A368F-F756-DDDC-E1F8-0AB2C6635725}"/>
                  </a:ext>
                </a:extLst>
              </p:cNvPr>
              <p:cNvSpPr/>
              <p:nvPr/>
            </p:nvSpPr>
            <p:spPr>
              <a:xfrm>
                <a:off x="8783473" y="4400467"/>
                <a:ext cx="28356" cy="28397"/>
              </a:xfrm>
              <a:custGeom>
                <a:avLst/>
                <a:gdLst>
                  <a:gd name="connsiteX0" fmla="*/ 14282 w 28356"/>
                  <a:gd name="connsiteY0" fmla="*/ 28485 h 28397"/>
                  <a:gd name="connsiteX1" fmla="*/ 24307 w 28356"/>
                  <a:gd name="connsiteY1" fmla="*/ 24327 h 28397"/>
                  <a:gd name="connsiteX2" fmla="*/ 28460 w 28356"/>
                  <a:gd name="connsiteY2" fmla="*/ 14286 h 28397"/>
                  <a:gd name="connsiteX3" fmla="*/ 24307 w 28356"/>
                  <a:gd name="connsiteY3" fmla="*/ 4246 h 28397"/>
                  <a:gd name="connsiteX4" fmla="*/ 14282 w 28356"/>
                  <a:gd name="connsiteY4" fmla="*/ 87 h 28397"/>
                  <a:gd name="connsiteX5" fmla="*/ 4256 w 28356"/>
                  <a:gd name="connsiteY5" fmla="*/ 4246 h 28397"/>
                  <a:gd name="connsiteX6" fmla="*/ 103 w 28356"/>
                  <a:gd name="connsiteY6" fmla="*/ 14286 h 28397"/>
                  <a:gd name="connsiteX7" fmla="*/ 4256 w 28356"/>
                  <a:gd name="connsiteY7" fmla="*/ 24327 h 28397"/>
                  <a:gd name="connsiteX8" fmla="*/ 14282 w 28356"/>
                  <a:gd name="connsiteY8" fmla="*/ 2848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2" y="28485"/>
                    </a:moveTo>
                    <a:cubicBezTo>
                      <a:pt x="18042" y="28485"/>
                      <a:pt x="21649" y="26989"/>
                      <a:pt x="24307" y="24327"/>
                    </a:cubicBezTo>
                    <a:cubicBezTo>
                      <a:pt x="26966" y="21664"/>
                      <a:pt x="28460" y="18052"/>
                      <a:pt x="28460" y="14286"/>
                    </a:cubicBezTo>
                    <a:cubicBezTo>
                      <a:pt x="28460" y="10521"/>
                      <a:pt x="26966" y="6909"/>
                      <a:pt x="24307" y="4246"/>
                    </a:cubicBezTo>
                    <a:cubicBezTo>
                      <a:pt x="21649" y="1583"/>
                      <a:pt x="18042" y="87"/>
                      <a:pt x="14282" y="87"/>
                    </a:cubicBezTo>
                    <a:cubicBezTo>
                      <a:pt x="10522" y="87"/>
                      <a:pt x="6915" y="1583"/>
                      <a:pt x="4256" y="4246"/>
                    </a:cubicBezTo>
                    <a:cubicBezTo>
                      <a:pt x="1597" y="6909"/>
                      <a:pt x="103" y="10521"/>
                      <a:pt x="103" y="14286"/>
                    </a:cubicBezTo>
                    <a:cubicBezTo>
                      <a:pt x="103" y="18052"/>
                      <a:pt x="1597" y="21664"/>
                      <a:pt x="4256" y="24327"/>
                    </a:cubicBezTo>
                    <a:cubicBezTo>
                      <a:pt x="6915" y="26989"/>
                      <a:pt x="10522" y="28485"/>
                      <a:pt x="14282" y="2848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2" name="Freeform: Shape 571">
                <a:extLst>
                  <a:ext uri="{FF2B5EF4-FFF2-40B4-BE49-F238E27FC236}">
                    <a16:creationId xmlns:a16="http://schemas.microsoft.com/office/drawing/2014/main" id="{42FCB588-39A5-3848-D3B5-63888027304B}"/>
                  </a:ext>
                </a:extLst>
              </p:cNvPr>
              <p:cNvSpPr/>
              <p:nvPr/>
            </p:nvSpPr>
            <p:spPr>
              <a:xfrm>
                <a:off x="8775712" y="4658970"/>
                <a:ext cx="28356" cy="28397"/>
              </a:xfrm>
              <a:custGeom>
                <a:avLst/>
                <a:gdLst>
                  <a:gd name="connsiteX0" fmla="*/ 14281 w 28356"/>
                  <a:gd name="connsiteY0" fmla="*/ 28506 h 28397"/>
                  <a:gd name="connsiteX1" fmla="*/ 24307 w 28356"/>
                  <a:gd name="connsiteY1" fmla="*/ 24347 h 28397"/>
                  <a:gd name="connsiteX2" fmla="*/ 28459 w 28356"/>
                  <a:gd name="connsiteY2" fmla="*/ 14307 h 28397"/>
                  <a:gd name="connsiteX3" fmla="*/ 24307 w 28356"/>
                  <a:gd name="connsiteY3" fmla="*/ 4267 h 28397"/>
                  <a:gd name="connsiteX4" fmla="*/ 14281 w 28356"/>
                  <a:gd name="connsiteY4" fmla="*/ 108 h 28397"/>
                  <a:gd name="connsiteX5" fmla="*/ 4255 w 28356"/>
                  <a:gd name="connsiteY5" fmla="*/ 4267 h 28397"/>
                  <a:gd name="connsiteX6" fmla="*/ 103 w 28356"/>
                  <a:gd name="connsiteY6" fmla="*/ 14307 h 28397"/>
                  <a:gd name="connsiteX7" fmla="*/ 4255 w 28356"/>
                  <a:gd name="connsiteY7" fmla="*/ 24347 h 28397"/>
                  <a:gd name="connsiteX8" fmla="*/ 14281 w 28356"/>
                  <a:gd name="connsiteY8" fmla="*/ 2850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1" y="28506"/>
                    </a:moveTo>
                    <a:cubicBezTo>
                      <a:pt x="18041" y="28506"/>
                      <a:pt x="21648" y="27010"/>
                      <a:pt x="24307" y="24347"/>
                    </a:cubicBezTo>
                    <a:cubicBezTo>
                      <a:pt x="26966" y="21684"/>
                      <a:pt x="28459" y="18072"/>
                      <a:pt x="28459" y="14307"/>
                    </a:cubicBezTo>
                    <a:cubicBezTo>
                      <a:pt x="28459" y="10541"/>
                      <a:pt x="26966" y="6929"/>
                      <a:pt x="24307" y="4267"/>
                    </a:cubicBezTo>
                    <a:cubicBezTo>
                      <a:pt x="21648" y="1604"/>
                      <a:pt x="18041" y="108"/>
                      <a:pt x="14281" y="108"/>
                    </a:cubicBezTo>
                    <a:cubicBezTo>
                      <a:pt x="10521" y="108"/>
                      <a:pt x="6914" y="1604"/>
                      <a:pt x="4255" y="4267"/>
                    </a:cubicBezTo>
                    <a:cubicBezTo>
                      <a:pt x="1597" y="6929"/>
                      <a:pt x="103" y="10541"/>
                      <a:pt x="103" y="14307"/>
                    </a:cubicBezTo>
                    <a:cubicBezTo>
                      <a:pt x="103" y="18072"/>
                      <a:pt x="1597" y="21684"/>
                      <a:pt x="4255" y="24347"/>
                    </a:cubicBezTo>
                    <a:cubicBezTo>
                      <a:pt x="6914" y="27010"/>
                      <a:pt x="10521" y="28506"/>
                      <a:pt x="14281" y="2850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3" name="Freeform: Shape 572">
                <a:extLst>
                  <a:ext uri="{FF2B5EF4-FFF2-40B4-BE49-F238E27FC236}">
                    <a16:creationId xmlns:a16="http://schemas.microsoft.com/office/drawing/2014/main" id="{D65719F4-88E4-C60B-F06C-FEBDA200741F}"/>
                  </a:ext>
                </a:extLst>
              </p:cNvPr>
              <p:cNvSpPr/>
              <p:nvPr/>
            </p:nvSpPr>
            <p:spPr>
              <a:xfrm>
                <a:off x="8767950" y="4915218"/>
                <a:ext cx="28356" cy="28397"/>
              </a:xfrm>
              <a:custGeom>
                <a:avLst/>
                <a:gdLst>
                  <a:gd name="connsiteX0" fmla="*/ 14280 w 28356"/>
                  <a:gd name="connsiteY0" fmla="*/ 28526 h 28397"/>
                  <a:gd name="connsiteX1" fmla="*/ 24306 w 28356"/>
                  <a:gd name="connsiteY1" fmla="*/ 24367 h 28397"/>
                  <a:gd name="connsiteX2" fmla="*/ 28459 w 28356"/>
                  <a:gd name="connsiteY2" fmla="*/ 14327 h 28397"/>
                  <a:gd name="connsiteX3" fmla="*/ 24306 w 28356"/>
                  <a:gd name="connsiteY3" fmla="*/ 4287 h 28397"/>
                  <a:gd name="connsiteX4" fmla="*/ 14280 w 28356"/>
                  <a:gd name="connsiteY4" fmla="*/ 128 h 28397"/>
                  <a:gd name="connsiteX5" fmla="*/ 4255 w 28356"/>
                  <a:gd name="connsiteY5" fmla="*/ 4287 h 28397"/>
                  <a:gd name="connsiteX6" fmla="*/ 102 w 28356"/>
                  <a:gd name="connsiteY6" fmla="*/ 14327 h 28397"/>
                  <a:gd name="connsiteX7" fmla="*/ 4255 w 28356"/>
                  <a:gd name="connsiteY7" fmla="*/ 24367 h 28397"/>
                  <a:gd name="connsiteX8" fmla="*/ 14280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26"/>
                    </a:moveTo>
                    <a:cubicBezTo>
                      <a:pt x="18041" y="28526"/>
                      <a:pt x="21647" y="27030"/>
                      <a:pt x="24306" y="24367"/>
                    </a:cubicBezTo>
                    <a:cubicBezTo>
                      <a:pt x="26965" y="21704"/>
                      <a:pt x="28459" y="18093"/>
                      <a:pt x="28459" y="14327"/>
                    </a:cubicBezTo>
                    <a:cubicBezTo>
                      <a:pt x="28459" y="10561"/>
                      <a:pt x="26965" y="6949"/>
                      <a:pt x="24306" y="4287"/>
                    </a:cubicBezTo>
                    <a:cubicBezTo>
                      <a:pt x="21647" y="1624"/>
                      <a:pt x="18041" y="128"/>
                      <a:pt x="14280" y="128"/>
                    </a:cubicBezTo>
                    <a:cubicBezTo>
                      <a:pt x="10520" y="128"/>
                      <a:pt x="6914" y="1624"/>
                      <a:pt x="4255" y="4287"/>
                    </a:cubicBezTo>
                    <a:cubicBezTo>
                      <a:pt x="1596" y="6949"/>
                      <a:pt x="102" y="10561"/>
                      <a:pt x="102" y="14327"/>
                    </a:cubicBezTo>
                    <a:cubicBezTo>
                      <a:pt x="102" y="18093"/>
                      <a:pt x="1596" y="21704"/>
                      <a:pt x="4255" y="24367"/>
                    </a:cubicBezTo>
                    <a:cubicBezTo>
                      <a:pt x="6914" y="27030"/>
                      <a:pt x="10520" y="28526"/>
                      <a:pt x="14280"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4" name="Freeform: Shape 573">
                <a:extLst>
                  <a:ext uri="{FF2B5EF4-FFF2-40B4-BE49-F238E27FC236}">
                    <a16:creationId xmlns:a16="http://schemas.microsoft.com/office/drawing/2014/main" id="{0891A78F-2ADA-AE76-E6FF-119A74642958}"/>
                  </a:ext>
                </a:extLst>
              </p:cNvPr>
              <p:cNvSpPr/>
              <p:nvPr/>
            </p:nvSpPr>
            <p:spPr>
              <a:xfrm>
                <a:off x="8760189" y="4905464"/>
                <a:ext cx="28356" cy="28397"/>
              </a:xfrm>
              <a:custGeom>
                <a:avLst/>
                <a:gdLst>
                  <a:gd name="connsiteX0" fmla="*/ 14280 w 28356"/>
                  <a:gd name="connsiteY0" fmla="*/ 28525 h 28397"/>
                  <a:gd name="connsiteX1" fmla="*/ 24306 w 28356"/>
                  <a:gd name="connsiteY1" fmla="*/ 24366 h 28397"/>
                  <a:gd name="connsiteX2" fmla="*/ 28458 w 28356"/>
                  <a:gd name="connsiteY2" fmla="*/ 14326 h 28397"/>
                  <a:gd name="connsiteX3" fmla="*/ 24306 w 28356"/>
                  <a:gd name="connsiteY3" fmla="*/ 4286 h 28397"/>
                  <a:gd name="connsiteX4" fmla="*/ 14280 w 28356"/>
                  <a:gd name="connsiteY4" fmla="*/ 127 h 28397"/>
                  <a:gd name="connsiteX5" fmla="*/ 4254 w 28356"/>
                  <a:gd name="connsiteY5" fmla="*/ 4286 h 28397"/>
                  <a:gd name="connsiteX6" fmla="*/ 102 w 28356"/>
                  <a:gd name="connsiteY6" fmla="*/ 14326 h 28397"/>
                  <a:gd name="connsiteX7" fmla="*/ 4254 w 28356"/>
                  <a:gd name="connsiteY7" fmla="*/ 24366 h 28397"/>
                  <a:gd name="connsiteX8" fmla="*/ 14280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80" y="28525"/>
                    </a:moveTo>
                    <a:cubicBezTo>
                      <a:pt x="18040" y="28525"/>
                      <a:pt x="21647" y="27029"/>
                      <a:pt x="24306" y="24366"/>
                    </a:cubicBezTo>
                    <a:cubicBezTo>
                      <a:pt x="26964" y="21704"/>
                      <a:pt x="28458" y="18092"/>
                      <a:pt x="28458" y="14326"/>
                    </a:cubicBezTo>
                    <a:cubicBezTo>
                      <a:pt x="28458" y="10561"/>
                      <a:pt x="26964" y="6949"/>
                      <a:pt x="24306" y="4286"/>
                    </a:cubicBezTo>
                    <a:cubicBezTo>
                      <a:pt x="21647" y="1623"/>
                      <a:pt x="18040" y="127"/>
                      <a:pt x="14280" y="127"/>
                    </a:cubicBezTo>
                    <a:cubicBezTo>
                      <a:pt x="10520" y="127"/>
                      <a:pt x="6913" y="1623"/>
                      <a:pt x="4254" y="4286"/>
                    </a:cubicBezTo>
                    <a:cubicBezTo>
                      <a:pt x="1595" y="6949"/>
                      <a:pt x="102" y="10561"/>
                      <a:pt x="102" y="14326"/>
                    </a:cubicBezTo>
                    <a:cubicBezTo>
                      <a:pt x="102" y="18092"/>
                      <a:pt x="1595" y="21704"/>
                      <a:pt x="4254" y="24366"/>
                    </a:cubicBezTo>
                    <a:cubicBezTo>
                      <a:pt x="6913" y="27029"/>
                      <a:pt x="10520" y="28525"/>
                      <a:pt x="14280"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5" name="Freeform: Shape 574">
                <a:extLst>
                  <a:ext uri="{FF2B5EF4-FFF2-40B4-BE49-F238E27FC236}">
                    <a16:creationId xmlns:a16="http://schemas.microsoft.com/office/drawing/2014/main" id="{E83ABA6B-AEEE-B48E-1474-38A31ED0AB1D}"/>
                  </a:ext>
                </a:extLst>
              </p:cNvPr>
              <p:cNvSpPr/>
              <p:nvPr/>
            </p:nvSpPr>
            <p:spPr>
              <a:xfrm>
                <a:off x="8752441" y="4946714"/>
                <a:ext cx="28356" cy="28397"/>
              </a:xfrm>
              <a:custGeom>
                <a:avLst/>
                <a:gdLst>
                  <a:gd name="connsiteX0" fmla="*/ 14279 w 28356"/>
                  <a:gd name="connsiteY0" fmla="*/ 28528 h 28397"/>
                  <a:gd name="connsiteX1" fmla="*/ 24305 w 28356"/>
                  <a:gd name="connsiteY1" fmla="*/ 24370 h 28397"/>
                  <a:gd name="connsiteX2" fmla="*/ 28458 w 28356"/>
                  <a:gd name="connsiteY2" fmla="*/ 14329 h 28397"/>
                  <a:gd name="connsiteX3" fmla="*/ 24305 w 28356"/>
                  <a:gd name="connsiteY3" fmla="*/ 4289 h 28397"/>
                  <a:gd name="connsiteX4" fmla="*/ 14279 w 28356"/>
                  <a:gd name="connsiteY4" fmla="*/ 130 h 28397"/>
                  <a:gd name="connsiteX5" fmla="*/ 4254 w 28356"/>
                  <a:gd name="connsiteY5" fmla="*/ 4289 h 28397"/>
                  <a:gd name="connsiteX6" fmla="*/ 101 w 28356"/>
                  <a:gd name="connsiteY6" fmla="*/ 14329 h 28397"/>
                  <a:gd name="connsiteX7" fmla="*/ 4254 w 28356"/>
                  <a:gd name="connsiteY7" fmla="*/ 24370 h 28397"/>
                  <a:gd name="connsiteX8" fmla="*/ 14279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28"/>
                    </a:moveTo>
                    <a:cubicBezTo>
                      <a:pt x="18039" y="28528"/>
                      <a:pt x="21646" y="27032"/>
                      <a:pt x="24305" y="24370"/>
                    </a:cubicBezTo>
                    <a:cubicBezTo>
                      <a:pt x="26964" y="21707"/>
                      <a:pt x="28458" y="18095"/>
                      <a:pt x="28458" y="14329"/>
                    </a:cubicBezTo>
                    <a:cubicBezTo>
                      <a:pt x="28458" y="10564"/>
                      <a:pt x="26964" y="6952"/>
                      <a:pt x="24305" y="4289"/>
                    </a:cubicBezTo>
                    <a:cubicBezTo>
                      <a:pt x="21646" y="1626"/>
                      <a:pt x="18039" y="130"/>
                      <a:pt x="14279" y="130"/>
                    </a:cubicBezTo>
                    <a:cubicBezTo>
                      <a:pt x="10519" y="130"/>
                      <a:pt x="6912" y="1626"/>
                      <a:pt x="4254" y="4289"/>
                    </a:cubicBezTo>
                    <a:cubicBezTo>
                      <a:pt x="1595" y="6952"/>
                      <a:pt x="101" y="10564"/>
                      <a:pt x="101" y="14329"/>
                    </a:cubicBezTo>
                    <a:cubicBezTo>
                      <a:pt x="101" y="18095"/>
                      <a:pt x="1595" y="21707"/>
                      <a:pt x="4254" y="24370"/>
                    </a:cubicBezTo>
                    <a:cubicBezTo>
                      <a:pt x="6912" y="27032"/>
                      <a:pt x="10519" y="28528"/>
                      <a:pt x="14279"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6" name="Freeform: Shape 575">
                <a:extLst>
                  <a:ext uri="{FF2B5EF4-FFF2-40B4-BE49-F238E27FC236}">
                    <a16:creationId xmlns:a16="http://schemas.microsoft.com/office/drawing/2014/main" id="{47CE9C63-F652-9FEA-A983-E008D83DD4DC}"/>
                  </a:ext>
                </a:extLst>
              </p:cNvPr>
              <p:cNvSpPr/>
              <p:nvPr/>
            </p:nvSpPr>
            <p:spPr>
              <a:xfrm>
                <a:off x="8744680" y="4782592"/>
                <a:ext cx="28356" cy="28397"/>
              </a:xfrm>
              <a:custGeom>
                <a:avLst/>
                <a:gdLst>
                  <a:gd name="connsiteX0" fmla="*/ 14279 w 28356"/>
                  <a:gd name="connsiteY0" fmla="*/ 28515 h 28397"/>
                  <a:gd name="connsiteX1" fmla="*/ 24304 w 28356"/>
                  <a:gd name="connsiteY1" fmla="*/ 24357 h 28397"/>
                  <a:gd name="connsiteX2" fmla="*/ 28457 w 28356"/>
                  <a:gd name="connsiteY2" fmla="*/ 14316 h 28397"/>
                  <a:gd name="connsiteX3" fmla="*/ 24304 w 28356"/>
                  <a:gd name="connsiteY3" fmla="*/ 4276 h 28397"/>
                  <a:gd name="connsiteX4" fmla="*/ 14279 w 28356"/>
                  <a:gd name="connsiteY4" fmla="*/ 117 h 28397"/>
                  <a:gd name="connsiteX5" fmla="*/ 4253 w 28356"/>
                  <a:gd name="connsiteY5" fmla="*/ 4276 h 28397"/>
                  <a:gd name="connsiteX6" fmla="*/ 100 w 28356"/>
                  <a:gd name="connsiteY6" fmla="*/ 14316 h 28397"/>
                  <a:gd name="connsiteX7" fmla="*/ 4253 w 28356"/>
                  <a:gd name="connsiteY7" fmla="*/ 24357 h 28397"/>
                  <a:gd name="connsiteX8" fmla="*/ 14279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9" y="28515"/>
                    </a:moveTo>
                    <a:cubicBezTo>
                      <a:pt x="18039" y="28515"/>
                      <a:pt x="21645" y="27019"/>
                      <a:pt x="24304" y="24357"/>
                    </a:cubicBezTo>
                    <a:cubicBezTo>
                      <a:pt x="26963" y="21694"/>
                      <a:pt x="28457" y="18082"/>
                      <a:pt x="28457" y="14316"/>
                    </a:cubicBezTo>
                    <a:cubicBezTo>
                      <a:pt x="28457" y="10551"/>
                      <a:pt x="26963" y="6939"/>
                      <a:pt x="24304" y="4276"/>
                    </a:cubicBezTo>
                    <a:cubicBezTo>
                      <a:pt x="21645" y="1614"/>
                      <a:pt x="18039" y="117"/>
                      <a:pt x="14279" y="117"/>
                    </a:cubicBezTo>
                    <a:cubicBezTo>
                      <a:pt x="10518" y="117"/>
                      <a:pt x="6912" y="1614"/>
                      <a:pt x="4253" y="4276"/>
                    </a:cubicBezTo>
                    <a:cubicBezTo>
                      <a:pt x="1594" y="6939"/>
                      <a:pt x="100" y="10551"/>
                      <a:pt x="100" y="14316"/>
                    </a:cubicBezTo>
                    <a:cubicBezTo>
                      <a:pt x="100" y="18082"/>
                      <a:pt x="1594" y="21694"/>
                      <a:pt x="4253" y="24357"/>
                    </a:cubicBezTo>
                    <a:cubicBezTo>
                      <a:pt x="6912" y="27019"/>
                      <a:pt x="10518" y="28515"/>
                      <a:pt x="14279"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7" name="Freeform: Shape 576">
                <a:extLst>
                  <a:ext uri="{FF2B5EF4-FFF2-40B4-BE49-F238E27FC236}">
                    <a16:creationId xmlns:a16="http://schemas.microsoft.com/office/drawing/2014/main" id="{56F0322F-F348-8FA2-5BCA-30F28B9C6F34}"/>
                  </a:ext>
                </a:extLst>
              </p:cNvPr>
              <p:cNvSpPr/>
              <p:nvPr/>
            </p:nvSpPr>
            <p:spPr>
              <a:xfrm>
                <a:off x="8736919" y="4380656"/>
                <a:ext cx="28356" cy="28397"/>
              </a:xfrm>
              <a:custGeom>
                <a:avLst/>
                <a:gdLst>
                  <a:gd name="connsiteX0" fmla="*/ 14278 w 28356"/>
                  <a:gd name="connsiteY0" fmla="*/ 28484 h 28397"/>
                  <a:gd name="connsiteX1" fmla="*/ 24304 w 28356"/>
                  <a:gd name="connsiteY1" fmla="*/ 24325 h 28397"/>
                  <a:gd name="connsiteX2" fmla="*/ 28456 w 28356"/>
                  <a:gd name="connsiteY2" fmla="*/ 14285 h 28397"/>
                  <a:gd name="connsiteX3" fmla="*/ 24304 w 28356"/>
                  <a:gd name="connsiteY3" fmla="*/ 4245 h 28397"/>
                  <a:gd name="connsiteX4" fmla="*/ 14278 w 28356"/>
                  <a:gd name="connsiteY4" fmla="*/ 86 h 28397"/>
                  <a:gd name="connsiteX5" fmla="*/ 4252 w 28356"/>
                  <a:gd name="connsiteY5" fmla="*/ 4245 h 28397"/>
                  <a:gd name="connsiteX6" fmla="*/ 100 w 28356"/>
                  <a:gd name="connsiteY6" fmla="*/ 14285 h 28397"/>
                  <a:gd name="connsiteX7" fmla="*/ 4252 w 28356"/>
                  <a:gd name="connsiteY7" fmla="*/ 24325 h 28397"/>
                  <a:gd name="connsiteX8" fmla="*/ 14278 w 28356"/>
                  <a:gd name="connsiteY8" fmla="*/ 2848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8" y="28484"/>
                    </a:moveTo>
                    <a:cubicBezTo>
                      <a:pt x="18038" y="28484"/>
                      <a:pt x="21645" y="26988"/>
                      <a:pt x="24304" y="24325"/>
                    </a:cubicBezTo>
                    <a:cubicBezTo>
                      <a:pt x="26962" y="21662"/>
                      <a:pt x="28456" y="18050"/>
                      <a:pt x="28456" y="14285"/>
                    </a:cubicBezTo>
                    <a:cubicBezTo>
                      <a:pt x="28456" y="10519"/>
                      <a:pt x="26962" y="6907"/>
                      <a:pt x="24304" y="4245"/>
                    </a:cubicBezTo>
                    <a:cubicBezTo>
                      <a:pt x="21645" y="1582"/>
                      <a:pt x="18038" y="86"/>
                      <a:pt x="14278" y="86"/>
                    </a:cubicBezTo>
                    <a:cubicBezTo>
                      <a:pt x="10518" y="86"/>
                      <a:pt x="6911" y="1582"/>
                      <a:pt x="4252" y="4245"/>
                    </a:cubicBezTo>
                    <a:cubicBezTo>
                      <a:pt x="1594" y="6907"/>
                      <a:pt x="100" y="10519"/>
                      <a:pt x="100" y="14285"/>
                    </a:cubicBezTo>
                    <a:cubicBezTo>
                      <a:pt x="100" y="18050"/>
                      <a:pt x="1594" y="21662"/>
                      <a:pt x="4252" y="24325"/>
                    </a:cubicBezTo>
                    <a:cubicBezTo>
                      <a:pt x="6911" y="26988"/>
                      <a:pt x="10518" y="28484"/>
                      <a:pt x="14278" y="2848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8" name="Freeform: Shape 577">
                <a:extLst>
                  <a:ext uri="{FF2B5EF4-FFF2-40B4-BE49-F238E27FC236}">
                    <a16:creationId xmlns:a16="http://schemas.microsoft.com/office/drawing/2014/main" id="{2CD19713-5978-6989-06C9-797614DC6BD8}"/>
                  </a:ext>
                </a:extLst>
              </p:cNvPr>
              <p:cNvSpPr/>
              <p:nvPr/>
            </p:nvSpPr>
            <p:spPr>
              <a:xfrm>
                <a:off x="8729160" y="4834789"/>
                <a:ext cx="28356" cy="28397"/>
              </a:xfrm>
              <a:custGeom>
                <a:avLst/>
                <a:gdLst>
                  <a:gd name="connsiteX0" fmla="*/ 14277 w 28356"/>
                  <a:gd name="connsiteY0" fmla="*/ 28520 h 28397"/>
                  <a:gd name="connsiteX1" fmla="*/ 24303 w 28356"/>
                  <a:gd name="connsiteY1" fmla="*/ 24361 h 28397"/>
                  <a:gd name="connsiteX2" fmla="*/ 28456 w 28356"/>
                  <a:gd name="connsiteY2" fmla="*/ 14321 h 28397"/>
                  <a:gd name="connsiteX3" fmla="*/ 24303 w 28356"/>
                  <a:gd name="connsiteY3" fmla="*/ 4280 h 28397"/>
                  <a:gd name="connsiteX4" fmla="*/ 14277 w 28356"/>
                  <a:gd name="connsiteY4" fmla="*/ 122 h 28397"/>
                  <a:gd name="connsiteX5" fmla="*/ 4252 w 28356"/>
                  <a:gd name="connsiteY5" fmla="*/ 4280 h 28397"/>
                  <a:gd name="connsiteX6" fmla="*/ 99 w 28356"/>
                  <a:gd name="connsiteY6" fmla="*/ 14321 h 28397"/>
                  <a:gd name="connsiteX7" fmla="*/ 4252 w 28356"/>
                  <a:gd name="connsiteY7" fmla="*/ 24361 h 28397"/>
                  <a:gd name="connsiteX8" fmla="*/ 14277 w 28356"/>
                  <a:gd name="connsiteY8" fmla="*/ 2852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0"/>
                    </a:moveTo>
                    <a:cubicBezTo>
                      <a:pt x="18038" y="28520"/>
                      <a:pt x="21644" y="27024"/>
                      <a:pt x="24303" y="24361"/>
                    </a:cubicBezTo>
                    <a:cubicBezTo>
                      <a:pt x="26962" y="21698"/>
                      <a:pt x="28456" y="18086"/>
                      <a:pt x="28456" y="14321"/>
                    </a:cubicBezTo>
                    <a:cubicBezTo>
                      <a:pt x="28456" y="10555"/>
                      <a:pt x="26962" y="6943"/>
                      <a:pt x="24303" y="4280"/>
                    </a:cubicBezTo>
                    <a:cubicBezTo>
                      <a:pt x="21644" y="1618"/>
                      <a:pt x="18038" y="122"/>
                      <a:pt x="14277" y="122"/>
                    </a:cubicBezTo>
                    <a:cubicBezTo>
                      <a:pt x="10517" y="122"/>
                      <a:pt x="6911" y="1618"/>
                      <a:pt x="4252" y="4280"/>
                    </a:cubicBezTo>
                    <a:cubicBezTo>
                      <a:pt x="1593" y="6943"/>
                      <a:pt x="99" y="10555"/>
                      <a:pt x="99" y="14321"/>
                    </a:cubicBezTo>
                    <a:cubicBezTo>
                      <a:pt x="99" y="18086"/>
                      <a:pt x="1593" y="21698"/>
                      <a:pt x="4252" y="24361"/>
                    </a:cubicBezTo>
                    <a:cubicBezTo>
                      <a:pt x="6911" y="27024"/>
                      <a:pt x="10517" y="28520"/>
                      <a:pt x="14277" y="2852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79" name="Freeform: Shape 578">
                <a:extLst>
                  <a:ext uri="{FF2B5EF4-FFF2-40B4-BE49-F238E27FC236}">
                    <a16:creationId xmlns:a16="http://schemas.microsoft.com/office/drawing/2014/main" id="{661663D0-37F1-C1CA-B8A2-16C627DC5B18}"/>
                  </a:ext>
                </a:extLst>
              </p:cNvPr>
              <p:cNvSpPr/>
              <p:nvPr/>
            </p:nvSpPr>
            <p:spPr>
              <a:xfrm>
                <a:off x="8721402" y="4926216"/>
                <a:ext cx="28356" cy="28397"/>
              </a:xfrm>
              <a:custGeom>
                <a:avLst/>
                <a:gdLst>
                  <a:gd name="connsiteX0" fmla="*/ 14277 w 28356"/>
                  <a:gd name="connsiteY0" fmla="*/ 28527 h 28397"/>
                  <a:gd name="connsiteX1" fmla="*/ 24302 w 28356"/>
                  <a:gd name="connsiteY1" fmla="*/ 24368 h 28397"/>
                  <a:gd name="connsiteX2" fmla="*/ 28455 w 28356"/>
                  <a:gd name="connsiteY2" fmla="*/ 14328 h 28397"/>
                  <a:gd name="connsiteX3" fmla="*/ 24302 w 28356"/>
                  <a:gd name="connsiteY3" fmla="*/ 4288 h 28397"/>
                  <a:gd name="connsiteX4" fmla="*/ 14277 w 28356"/>
                  <a:gd name="connsiteY4" fmla="*/ 129 h 28397"/>
                  <a:gd name="connsiteX5" fmla="*/ 4251 w 28356"/>
                  <a:gd name="connsiteY5" fmla="*/ 4288 h 28397"/>
                  <a:gd name="connsiteX6" fmla="*/ 98 w 28356"/>
                  <a:gd name="connsiteY6" fmla="*/ 14328 h 28397"/>
                  <a:gd name="connsiteX7" fmla="*/ 4251 w 28356"/>
                  <a:gd name="connsiteY7" fmla="*/ 24368 h 28397"/>
                  <a:gd name="connsiteX8" fmla="*/ 14277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7" y="28527"/>
                    </a:moveTo>
                    <a:cubicBezTo>
                      <a:pt x="18037" y="28527"/>
                      <a:pt x="21644" y="27031"/>
                      <a:pt x="24302" y="24368"/>
                    </a:cubicBezTo>
                    <a:cubicBezTo>
                      <a:pt x="26961" y="21705"/>
                      <a:pt x="28455" y="18093"/>
                      <a:pt x="28455" y="14328"/>
                    </a:cubicBezTo>
                    <a:cubicBezTo>
                      <a:pt x="28455" y="10562"/>
                      <a:pt x="26961" y="6950"/>
                      <a:pt x="24302" y="4288"/>
                    </a:cubicBezTo>
                    <a:cubicBezTo>
                      <a:pt x="21644" y="1625"/>
                      <a:pt x="18037" y="129"/>
                      <a:pt x="14277" y="129"/>
                    </a:cubicBezTo>
                    <a:cubicBezTo>
                      <a:pt x="10517" y="129"/>
                      <a:pt x="6910" y="1625"/>
                      <a:pt x="4251" y="4288"/>
                    </a:cubicBezTo>
                    <a:cubicBezTo>
                      <a:pt x="1592" y="6950"/>
                      <a:pt x="98" y="10562"/>
                      <a:pt x="98" y="14328"/>
                    </a:cubicBezTo>
                    <a:cubicBezTo>
                      <a:pt x="98" y="18093"/>
                      <a:pt x="1592" y="21705"/>
                      <a:pt x="4251" y="24368"/>
                    </a:cubicBezTo>
                    <a:cubicBezTo>
                      <a:pt x="6910" y="27031"/>
                      <a:pt x="10517" y="28527"/>
                      <a:pt x="14277"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0" name="Freeform: Shape 579">
                <a:extLst>
                  <a:ext uri="{FF2B5EF4-FFF2-40B4-BE49-F238E27FC236}">
                    <a16:creationId xmlns:a16="http://schemas.microsoft.com/office/drawing/2014/main" id="{54FE2DC3-87D1-97EC-FA40-F20D36ACAF78}"/>
                  </a:ext>
                </a:extLst>
              </p:cNvPr>
              <p:cNvSpPr/>
              <p:nvPr/>
            </p:nvSpPr>
            <p:spPr>
              <a:xfrm>
                <a:off x="8713643" y="4654500"/>
                <a:ext cx="28356" cy="28397"/>
              </a:xfrm>
              <a:custGeom>
                <a:avLst/>
                <a:gdLst>
                  <a:gd name="connsiteX0" fmla="*/ 14276 w 28356"/>
                  <a:gd name="connsiteY0" fmla="*/ 28505 h 28397"/>
                  <a:gd name="connsiteX1" fmla="*/ 24302 w 28356"/>
                  <a:gd name="connsiteY1" fmla="*/ 24347 h 28397"/>
                  <a:gd name="connsiteX2" fmla="*/ 28455 w 28356"/>
                  <a:gd name="connsiteY2" fmla="*/ 14306 h 28397"/>
                  <a:gd name="connsiteX3" fmla="*/ 24302 w 28356"/>
                  <a:gd name="connsiteY3" fmla="*/ 4266 h 28397"/>
                  <a:gd name="connsiteX4" fmla="*/ 14276 w 28356"/>
                  <a:gd name="connsiteY4" fmla="*/ 107 h 28397"/>
                  <a:gd name="connsiteX5" fmla="*/ 4251 w 28356"/>
                  <a:gd name="connsiteY5" fmla="*/ 4266 h 28397"/>
                  <a:gd name="connsiteX6" fmla="*/ 98 w 28356"/>
                  <a:gd name="connsiteY6" fmla="*/ 14306 h 28397"/>
                  <a:gd name="connsiteX7" fmla="*/ 4251 w 28356"/>
                  <a:gd name="connsiteY7" fmla="*/ 24347 h 28397"/>
                  <a:gd name="connsiteX8" fmla="*/ 14276 w 28356"/>
                  <a:gd name="connsiteY8" fmla="*/ 2850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05"/>
                    </a:moveTo>
                    <a:cubicBezTo>
                      <a:pt x="18036" y="28505"/>
                      <a:pt x="21643" y="27009"/>
                      <a:pt x="24302" y="24347"/>
                    </a:cubicBezTo>
                    <a:cubicBezTo>
                      <a:pt x="26961" y="21684"/>
                      <a:pt x="28455" y="18072"/>
                      <a:pt x="28455" y="14306"/>
                    </a:cubicBezTo>
                    <a:cubicBezTo>
                      <a:pt x="28455" y="10541"/>
                      <a:pt x="26961" y="6929"/>
                      <a:pt x="24302" y="4266"/>
                    </a:cubicBezTo>
                    <a:cubicBezTo>
                      <a:pt x="21643" y="1603"/>
                      <a:pt x="18036" y="107"/>
                      <a:pt x="14276" y="107"/>
                    </a:cubicBezTo>
                    <a:cubicBezTo>
                      <a:pt x="10516" y="107"/>
                      <a:pt x="6909" y="1603"/>
                      <a:pt x="4251" y="4266"/>
                    </a:cubicBezTo>
                    <a:cubicBezTo>
                      <a:pt x="1592" y="6929"/>
                      <a:pt x="98" y="10541"/>
                      <a:pt x="98" y="14306"/>
                    </a:cubicBezTo>
                    <a:cubicBezTo>
                      <a:pt x="98" y="18072"/>
                      <a:pt x="1592" y="21684"/>
                      <a:pt x="4251" y="24347"/>
                    </a:cubicBezTo>
                    <a:cubicBezTo>
                      <a:pt x="6909" y="27009"/>
                      <a:pt x="10516" y="28505"/>
                      <a:pt x="14276" y="2850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1" name="Freeform: Shape 580">
                <a:extLst>
                  <a:ext uri="{FF2B5EF4-FFF2-40B4-BE49-F238E27FC236}">
                    <a16:creationId xmlns:a16="http://schemas.microsoft.com/office/drawing/2014/main" id="{82B27098-4238-DC54-B3E4-D06898013225}"/>
                  </a:ext>
                </a:extLst>
              </p:cNvPr>
              <p:cNvSpPr/>
              <p:nvPr/>
            </p:nvSpPr>
            <p:spPr>
              <a:xfrm>
                <a:off x="8705884" y="4911129"/>
                <a:ext cx="28356" cy="28397"/>
              </a:xfrm>
              <a:custGeom>
                <a:avLst/>
                <a:gdLst>
                  <a:gd name="connsiteX0" fmla="*/ 14276 w 28356"/>
                  <a:gd name="connsiteY0" fmla="*/ 28526 h 28397"/>
                  <a:gd name="connsiteX1" fmla="*/ 24301 w 28356"/>
                  <a:gd name="connsiteY1" fmla="*/ 24367 h 28397"/>
                  <a:gd name="connsiteX2" fmla="*/ 28454 w 28356"/>
                  <a:gd name="connsiteY2" fmla="*/ 14327 h 28397"/>
                  <a:gd name="connsiteX3" fmla="*/ 24301 w 28356"/>
                  <a:gd name="connsiteY3" fmla="*/ 4286 h 28397"/>
                  <a:gd name="connsiteX4" fmla="*/ 14276 w 28356"/>
                  <a:gd name="connsiteY4" fmla="*/ 128 h 28397"/>
                  <a:gd name="connsiteX5" fmla="*/ 4250 w 28356"/>
                  <a:gd name="connsiteY5" fmla="*/ 4286 h 28397"/>
                  <a:gd name="connsiteX6" fmla="*/ 97 w 28356"/>
                  <a:gd name="connsiteY6" fmla="*/ 14327 h 28397"/>
                  <a:gd name="connsiteX7" fmla="*/ 4250 w 28356"/>
                  <a:gd name="connsiteY7" fmla="*/ 24367 h 28397"/>
                  <a:gd name="connsiteX8" fmla="*/ 14276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6" y="28526"/>
                    </a:moveTo>
                    <a:cubicBezTo>
                      <a:pt x="18036" y="28526"/>
                      <a:pt x="21642" y="27030"/>
                      <a:pt x="24301" y="24367"/>
                    </a:cubicBezTo>
                    <a:cubicBezTo>
                      <a:pt x="26960" y="21704"/>
                      <a:pt x="28454" y="18092"/>
                      <a:pt x="28454" y="14327"/>
                    </a:cubicBezTo>
                    <a:cubicBezTo>
                      <a:pt x="28454" y="10561"/>
                      <a:pt x="26960" y="6949"/>
                      <a:pt x="24301" y="4286"/>
                    </a:cubicBezTo>
                    <a:cubicBezTo>
                      <a:pt x="21642" y="1624"/>
                      <a:pt x="18036" y="128"/>
                      <a:pt x="14276" y="128"/>
                    </a:cubicBezTo>
                    <a:cubicBezTo>
                      <a:pt x="10515" y="128"/>
                      <a:pt x="6909" y="1624"/>
                      <a:pt x="4250" y="4286"/>
                    </a:cubicBezTo>
                    <a:cubicBezTo>
                      <a:pt x="1591" y="6949"/>
                      <a:pt x="97" y="10561"/>
                      <a:pt x="97" y="14327"/>
                    </a:cubicBezTo>
                    <a:cubicBezTo>
                      <a:pt x="97" y="18092"/>
                      <a:pt x="1591" y="21704"/>
                      <a:pt x="4250" y="24367"/>
                    </a:cubicBezTo>
                    <a:cubicBezTo>
                      <a:pt x="6909" y="27030"/>
                      <a:pt x="10515" y="28526"/>
                      <a:pt x="14276"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2" name="Freeform: Shape 581">
                <a:extLst>
                  <a:ext uri="{FF2B5EF4-FFF2-40B4-BE49-F238E27FC236}">
                    <a16:creationId xmlns:a16="http://schemas.microsoft.com/office/drawing/2014/main" id="{5B1C4B5E-CECB-7829-012C-ACC34D678A16}"/>
                  </a:ext>
                </a:extLst>
              </p:cNvPr>
              <p:cNvSpPr/>
              <p:nvPr/>
            </p:nvSpPr>
            <p:spPr>
              <a:xfrm>
                <a:off x="8698126" y="4981474"/>
                <a:ext cx="28356" cy="28397"/>
              </a:xfrm>
              <a:custGeom>
                <a:avLst/>
                <a:gdLst>
                  <a:gd name="connsiteX0" fmla="*/ 14275 w 28356"/>
                  <a:gd name="connsiteY0" fmla="*/ 28531 h 28397"/>
                  <a:gd name="connsiteX1" fmla="*/ 24301 w 28356"/>
                  <a:gd name="connsiteY1" fmla="*/ 24372 h 28397"/>
                  <a:gd name="connsiteX2" fmla="*/ 28453 w 28356"/>
                  <a:gd name="connsiteY2" fmla="*/ 14332 h 28397"/>
                  <a:gd name="connsiteX3" fmla="*/ 24301 w 28356"/>
                  <a:gd name="connsiteY3" fmla="*/ 4292 h 28397"/>
                  <a:gd name="connsiteX4" fmla="*/ 14275 w 28356"/>
                  <a:gd name="connsiteY4" fmla="*/ 133 h 28397"/>
                  <a:gd name="connsiteX5" fmla="*/ 4249 w 28356"/>
                  <a:gd name="connsiteY5" fmla="*/ 4292 h 28397"/>
                  <a:gd name="connsiteX6" fmla="*/ 97 w 28356"/>
                  <a:gd name="connsiteY6" fmla="*/ 14332 h 28397"/>
                  <a:gd name="connsiteX7" fmla="*/ 4249 w 28356"/>
                  <a:gd name="connsiteY7" fmla="*/ 24372 h 28397"/>
                  <a:gd name="connsiteX8" fmla="*/ 14275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5" y="28531"/>
                    </a:moveTo>
                    <a:cubicBezTo>
                      <a:pt x="18035" y="28531"/>
                      <a:pt x="21642" y="27035"/>
                      <a:pt x="24301" y="24372"/>
                    </a:cubicBezTo>
                    <a:cubicBezTo>
                      <a:pt x="26959" y="21710"/>
                      <a:pt x="28453" y="18098"/>
                      <a:pt x="28453" y="14332"/>
                    </a:cubicBezTo>
                    <a:cubicBezTo>
                      <a:pt x="28453" y="10567"/>
                      <a:pt x="26959" y="6955"/>
                      <a:pt x="24301" y="4292"/>
                    </a:cubicBezTo>
                    <a:cubicBezTo>
                      <a:pt x="21642" y="1629"/>
                      <a:pt x="18035" y="133"/>
                      <a:pt x="14275" y="133"/>
                    </a:cubicBezTo>
                    <a:cubicBezTo>
                      <a:pt x="10515" y="133"/>
                      <a:pt x="6908" y="1629"/>
                      <a:pt x="4249" y="4292"/>
                    </a:cubicBezTo>
                    <a:cubicBezTo>
                      <a:pt x="1591" y="6955"/>
                      <a:pt x="97" y="10567"/>
                      <a:pt x="97" y="14332"/>
                    </a:cubicBezTo>
                    <a:cubicBezTo>
                      <a:pt x="97" y="18098"/>
                      <a:pt x="1591" y="21710"/>
                      <a:pt x="4249" y="24372"/>
                    </a:cubicBezTo>
                    <a:cubicBezTo>
                      <a:pt x="6908" y="27035"/>
                      <a:pt x="10515" y="28531"/>
                      <a:pt x="14275"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3" name="Freeform: Shape 582">
                <a:extLst>
                  <a:ext uri="{FF2B5EF4-FFF2-40B4-BE49-F238E27FC236}">
                    <a16:creationId xmlns:a16="http://schemas.microsoft.com/office/drawing/2014/main" id="{DCCE5389-0D18-E0D3-3FC9-54AFFE93B62D}"/>
                  </a:ext>
                </a:extLst>
              </p:cNvPr>
              <p:cNvSpPr/>
              <p:nvPr/>
            </p:nvSpPr>
            <p:spPr>
              <a:xfrm>
                <a:off x="8690369" y="4418046"/>
                <a:ext cx="28356" cy="28397"/>
              </a:xfrm>
              <a:custGeom>
                <a:avLst/>
                <a:gdLst>
                  <a:gd name="connsiteX0" fmla="*/ 14274 w 28356"/>
                  <a:gd name="connsiteY0" fmla="*/ 28487 h 28397"/>
                  <a:gd name="connsiteX1" fmla="*/ 24300 w 28356"/>
                  <a:gd name="connsiteY1" fmla="*/ 24328 h 28397"/>
                  <a:gd name="connsiteX2" fmla="*/ 28453 w 28356"/>
                  <a:gd name="connsiteY2" fmla="*/ 14288 h 28397"/>
                  <a:gd name="connsiteX3" fmla="*/ 24300 w 28356"/>
                  <a:gd name="connsiteY3" fmla="*/ 4248 h 28397"/>
                  <a:gd name="connsiteX4" fmla="*/ 14274 w 28356"/>
                  <a:gd name="connsiteY4" fmla="*/ 89 h 28397"/>
                  <a:gd name="connsiteX5" fmla="*/ 4249 w 28356"/>
                  <a:gd name="connsiteY5" fmla="*/ 4248 h 28397"/>
                  <a:gd name="connsiteX6" fmla="*/ 96 w 28356"/>
                  <a:gd name="connsiteY6" fmla="*/ 14288 h 28397"/>
                  <a:gd name="connsiteX7" fmla="*/ 4249 w 28356"/>
                  <a:gd name="connsiteY7" fmla="*/ 24328 h 28397"/>
                  <a:gd name="connsiteX8" fmla="*/ 14274 w 28356"/>
                  <a:gd name="connsiteY8" fmla="*/ 2848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487"/>
                    </a:moveTo>
                    <a:cubicBezTo>
                      <a:pt x="18035" y="28487"/>
                      <a:pt x="21641" y="26991"/>
                      <a:pt x="24300" y="24328"/>
                    </a:cubicBezTo>
                    <a:cubicBezTo>
                      <a:pt x="26959" y="21665"/>
                      <a:pt x="28453" y="18053"/>
                      <a:pt x="28453" y="14288"/>
                    </a:cubicBezTo>
                    <a:cubicBezTo>
                      <a:pt x="28453" y="10522"/>
                      <a:pt x="26959" y="6910"/>
                      <a:pt x="24300" y="4248"/>
                    </a:cubicBezTo>
                    <a:cubicBezTo>
                      <a:pt x="21641" y="1585"/>
                      <a:pt x="18035" y="89"/>
                      <a:pt x="14274" y="89"/>
                    </a:cubicBezTo>
                    <a:cubicBezTo>
                      <a:pt x="10514" y="89"/>
                      <a:pt x="6908" y="1585"/>
                      <a:pt x="4249" y="4248"/>
                    </a:cubicBezTo>
                    <a:cubicBezTo>
                      <a:pt x="1590" y="6910"/>
                      <a:pt x="96" y="10522"/>
                      <a:pt x="96" y="14288"/>
                    </a:cubicBezTo>
                    <a:cubicBezTo>
                      <a:pt x="96" y="18053"/>
                      <a:pt x="1590" y="21665"/>
                      <a:pt x="4249" y="24328"/>
                    </a:cubicBezTo>
                    <a:cubicBezTo>
                      <a:pt x="6908" y="26991"/>
                      <a:pt x="10514" y="28487"/>
                      <a:pt x="14274" y="2848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4" name="Freeform: Shape 583">
                <a:extLst>
                  <a:ext uri="{FF2B5EF4-FFF2-40B4-BE49-F238E27FC236}">
                    <a16:creationId xmlns:a16="http://schemas.microsoft.com/office/drawing/2014/main" id="{677B03DF-EA8D-CB58-1EB3-58CAD3321B29}"/>
                  </a:ext>
                </a:extLst>
              </p:cNvPr>
              <p:cNvSpPr/>
              <p:nvPr/>
            </p:nvSpPr>
            <p:spPr>
              <a:xfrm>
                <a:off x="8682610" y="4916894"/>
                <a:ext cx="28356" cy="28397"/>
              </a:xfrm>
              <a:custGeom>
                <a:avLst/>
                <a:gdLst>
                  <a:gd name="connsiteX0" fmla="*/ 14274 w 28356"/>
                  <a:gd name="connsiteY0" fmla="*/ 28526 h 28397"/>
                  <a:gd name="connsiteX1" fmla="*/ 24299 w 28356"/>
                  <a:gd name="connsiteY1" fmla="*/ 24367 h 28397"/>
                  <a:gd name="connsiteX2" fmla="*/ 28452 w 28356"/>
                  <a:gd name="connsiteY2" fmla="*/ 14327 h 28397"/>
                  <a:gd name="connsiteX3" fmla="*/ 24299 w 28356"/>
                  <a:gd name="connsiteY3" fmla="*/ 4287 h 28397"/>
                  <a:gd name="connsiteX4" fmla="*/ 14274 w 28356"/>
                  <a:gd name="connsiteY4" fmla="*/ 128 h 28397"/>
                  <a:gd name="connsiteX5" fmla="*/ 4248 w 28356"/>
                  <a:gd name="connsiteY5" fmla="*/ 4287 h 28397"/>
                  <a:gd name="connsiteX6" fmla="*/ 95 w 28356"/>
                  <a:gd name="connsiteY6" fmla="*/ 14327 h 28397"/>
                  <a:gd name="connsiteX7" fmla="*/ 4248 w 28356"/>
                  <a:gd name="connsiteY7" fmla="*/ 24367 h 28397"/>
                  <a:gd name="connsiteX8" fmla="*/ 14274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4" y="28526"/>
                    </a:moveTo>
                    <a:cubicBezTo>
                      <a:pt x="18034" y="28526"/>
                      <a:pt x="21641" y="27030"/>
                      <a:pt x="24299" y="24367"/>
                    </a:cubicBezTo>
                    <a:cubicBezTo>
                      <a:pt x="26958" y="21705"/>
                      <a:pt x="28452" y="18093"/>
                      <a:pt x="28452" y="14327"/>
                    </a:cubicBezTo>
                    <a:cubicBezTo>
                      <a:pt x="28452" y="10561"/>
                      <a:pt x="26958" y="6950"/>
                      <a:pt x="24299" y="4287"/>
                    </a:cubicBezTo>
                    <a:cubicBezTo>
                      <a:pt x="21641" y="1624"/>
                      <a:pt x="18034" y="128"/>
                      <a:pt x="14274" y="128"/>
                    </a:cubicBezTo>
                    <a:cubicBezTo>
                      <a:pt x="10514" y="128"/>
                      <a:pt x="6907" y="1624"/>
                      <a:pt x="4248" y="4287"/>
                    </a:cubicBezTo>
                    <a:cubicBezTo>
                      <a:pt x="1589" y="6950"/>
                      <a:pt x="95" y="10561"/>
                      <a:pt x="95" y="14327"/>
                    </a:cubicBezTo>
                    <a:cubicBezTo>
                      <a:pt x="95" y="18093"/>
                      <a:pt x="1589" y="21705"/>
                      <a:pt x="4248" y="24367"/>
                    </a:cubicBezTo>
                    <a:cubicBezTo>
                      <a:pt x="6907" y="27030"/>
                      <a:pt x="10514" y="28526"/>
                      <a:pt x="14274"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5" name="Freeform: Shape 584">
                <a:extLst>
                  <a:ext uri="{FF2B5EF4-FFF2-40B4-BE49-F238E27FC236}">
                    <a16:creationId xmlns:a16="http://schemas.microsoft.com/office/drawing/2014/main" id="{8DE138C8-ABEC-748D-5FF6-69F18BD38E5C}"/>
                  </a:ext>
                </a:extLst>
              </p:cNvPr>
              <p:cNvSpPr/>
              <p:nvPr/>
            </p:nvSpPr>
            <p:spPr>
              <a:xfrm>
                <a:off x="8674851" y="4911294"/>
                <a:ext cx="28356" cy="28397"/>
              </a:xfrm>
              <a:custGeom>
                <a:avLst/>
                <a:gdLst>
                  <a:gd name="connsiteX0" fmla="*/ 14273 w 28356"/>
                  <a:gd name="connsiteY0" fmla="*/ 28526 h 28397"/>
                  <a:gd name="connsiteX1" fmla="*/ 24299 w 28356"/>
                  <a:gd name="connsiteY1" fmla="*/ 24367 h 28397"/>
                  <a:gd name="connsiteX2" fmla="*/ 28451 w 28356"/>
                  <a:gd name="connsiteY2" fmla="*/ 14327 h 28397"/>
                  <a:gd name="connsiteX3" fmla="*/ 24299 w 28356"/>
                  <a:gd name="connsiteY3" fmla="*/ 4286 h 28397"/>
                  <a:gd name="connsiteX4" fmla="*/ 14273 w 28356"/>
                  <a:gd name="connsiteY4" fmla="*/ 128 h 28397"/>
                  <a:gd name="connsiteX5" fmla="*/ 4248 w 28356"/>
                  <a:gd name="connsiteY5" fmla="*/ 4286 h 28397"/>
                  <a:gd name="connsiteX6" fmla="*/ 95 w 28356"/>
                  <a:gd name="connsiteY6" fmla="*/ 14327 h 28397"/>
                  <a:gd name="connsiteX7" fmla="*/ 4248 w 28356"/>
                  <a:gd name="connsiteY7" fmla="*/ 24367 h 28397"/>
                  <a:gd name="connsiteX8" fmla="*/ 14273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26"/>
                    </a:moveTo>
                    <a:cubicBezTo>
                      <a:pt x="18033" y="28526"/>
                      <a:pt x="21640" y="27030"/>
                      <a:pt x="24299" y="24367"/>
                    </a:cubicBezTo>
                    <a:cubicBezTo>
                      <a:pt x="26958" y="21704"/>
                      <a:pt x="28451" y="18092"/>
                      <a:pt x="28451" y="14327"/>
                    </a:cubicBezTo>
                    <a:cubicBezTo>
                      <a:pt x="28451" y="10561"/>
                      <a:pt x="26958" y="6949"/>
                      <a:pt x="24299" y="4286"/>
                    </a:cubicBezTo>
                    <a:cubicBezTo>
                      <a:pt x="21640" y="1624"/>
                      <a:pt x="18033" y="128"/>
                      <a:pt x="14273" y="128"/>
                    </a:cubicBezTo>
                    <a:cubicBezTo>
                      <a:pt x="10513" y="128"/>
                      <a:pt x="6906" y="1624"/>
                      <a:pt x="4248" y="4286"/>
                    </a:cubicBezTo>
                    <a:cubicBezTo>
                      <a:pt x="1589" y="6949"/>
                      <a:pt x="95" y="10561"/>
                      <a:pt x="95" y="14327"/>
                    </a:cubicBezTo>
                    <a:cubicBezTo>
                      <a:pt x="95" y="18092"/>
                      <a:pt x="1589" y="21704"/>
                      <a:pt x="4248" y="24367"/>
                    </a:cubicBezTo>
                    <a:cubicBezTo>
                      <a:pt x="6906" y="27030"/>
                      <a:pt x="10513" y="28526"/>
                      <a:pt x="14273"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6" name="Freeform: Shape 585">
                <a:extLst>
                  <a:ext uri="{FF2B5EF4-FFF2-40B4-BE49-F238E27FC236}">
                    <a16:creationId xmlns:a16="http://schemas.microsoft.com/office/drawing/2014/main" id="{458E076A-D38D-668C-024D-20BEE76648FA}"/>
                  </a:ext>
                </a:extLst>
              </p:cNvPr>
              <p:cNvSpPr/>
              <p:nvPr/>
            </p:nvSpPr>
            <p:spPr>
              <a:xfrm>
                <a:off x="8667093" y="4877055"/>
                <a:ext cx="28356" cy="28397"/>
              </a:xfrm>
              <a:custGeom>
                <a:avLst/>
                <a:gdLst>
                  <a:gd name="connsiteX0" fmla="*/ 14273 w 28356"/>
                  <a:gd name="connsiteY0" fmla="*/ 28523 h 28397"/>
                  <a:gd name="connsiteX1" fmla="*/ 24298 w 28356"/>
                  <a:gd name="connsiteY1" fmla="*/ 24364 h 28397"/>
                  <a:gd name="connsiteX2" fmla="*/ 28451 w 28356"/>
                  <a:gd name="connsiteY2" fmla="*/ 14324 h 28397"/>
                  <a:gd name="connsiteX3" fmla="*/ 24298 w 28356"/>
                  <a:gd name="connsiteY3" fmla="*/ 4284 h 28397"/>
                  <a:gd name="connsiteX4" fmla="*/ 14273 w 28356"/>
                  <a:gd name="connsiteY4" fmla="*/ 125 h 28397"/>
                  <a:gd name="connsiteX5" fmla="*/ 4247 w 28356"/>
                  <a:gd name="connsiteY5" fmla="*/ 4284 h 28397"/>
                  <a:gd name="connsiteX6" fmla="*/ 94 w 28356"/>
                  <a:gd name="connsiteY6" fmla="*/ 14324 h 28397"/>
                  <a:gd name="connsiteX7" fmla="*/ 4247 w 28356"/>
                  <a:gd name="connsiteY7" fmla="*/ 24364 h 28397"/>
                  <a:gd name="connsiteX8" fmla="*/ 1427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3" y="28523"/>
                    </a:moveTo>
                    <a:cubicBezTo>
                      <a:pt x="18033" y="28523"/>
                      <a:pt x="21639" y="27027"/>
                      <a:pt x="24298" y="24364"/>
                    </a:cubicBezTo>
                    <a:cubicBezTo>
                      <a:pt x="26957" y="21701"/>
                      <a:pt x="28451" y="18090"/>
                      <a:pt x="28451" y="14324"/>
                    </a:cubicBezTo>
                    <a:cubicBezTo>
                      <a:pt x="28451" y="10558"/>
                      <a:pt x="26957" y="6946"/>
                      <a:pt x="24298" y="4284"/>
                    </a:cubicBezTo>
                    <a:cubicBezTo>
                      <a:pt x="21639" y="1621"/>
                      <a:pt x="18033" y="125"/>
                      <a:pt x="14273" y="125"/>
                    </a:cubicBezTo>
                    <a:cubicBezTo>
                      <a:pt x="10512" y="125"/>
                      <a:pt x="6906" y="1621"/>
                      <a:pt x="4247" y="4284"/>
                    </a:cubicBezTo>
                    <a:cubicBezTo>
                      <a:pt x="1588" y="6946"/>
                      <a:pt x="94" y="10558"/>
                      <a:pt x="94" y="14324"/>
                    </a:cubicBezTo>
                    <a:cubicBezTo>
                      <a:pt x="94" y="18090"/>
                      <a:pt x="1588" y="21701"/>
                      <a:pt x="4247" y="24364"/>
                    </a:cubicBezTo>
                    <a:cubicBezTo>
                      <a:pt x="6906" y="27027"/>
                      <a:pt x="10512" y="28523"/>
                      <a:pt x="1427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7" name="Freeform: Shape 586">
                <a:extLst>
                  <a:ext uri="{FF2B5EF4-FFF2-40B4-BE49-F238E27FC236}">
                    <a16:creationId xmlns:a16="http://schemas.microsoft.com/office/drawing/2014/main" id="{90A27454-A07C-8E6D-67F5-1F2D42D770DD}"/>
                  </a:ext>
                </a:extLst>
              </p:cNvPr>
              <p:cNvSpPr/>
              <p:nvPr/>
            </p:nvSpPr>
            <p:spPr>
              <a:xfrm>
                <a:off x="8659334" y="4812958"/>
                <a:ext cx="28356" cy="28397"/>
              </a:xfrm>
              <a:custGeom>
                <a:avLst/>
                <a:gdLst>
                  <a:gd name="connsiteX0" fmla="*/ 14272 w 28356"/>
                  <a:gd name="connsiteY0" fmla="*/ 28518 h 28397"/>
                  <a:gd name="connsiteX1" fmla="*/ 24298 w 28356"/>
                  <a:gd name="connsiteY1" fmla="*/ 24359 h 28397"/>
                  <a:gd name="connsiteX2" fmla="*/ 28450 w 28356"/>
                  <a:gd name="connsiteY2" fmla="*/ 14319 h 28397"/>
                  <a:gd name="connsiteX3" fmla="*/ 24298 w 28356"/>
                  <a:gd name="connsiteY3" fmla="*/ 4279 h 28397"/>
                  <a:gd name="connsiteX4" fmla="*/ 14272 w 28356"/>
                  <a:gd name="connsiteY4" fmla="*/ 120 h 28397"/>
                  <a:gd name="connsiteX5" fmla="*/ 4246 w 28356"/>
                  <a:gd name="connsiteY5" fmla="*/ 4279 h 28397"/>
                  <a:gd name="connsiteX6" fmla="*/ 94 w 28356"/>
                  <a:gd name="connsiteY6" fmla="*/ 14319 h 28397"/>
                  <a:gd name="connsiteX7" fmla="*/ 4246 w 28356"/>
                  <a:gd name="connsiteY7" fmla="*/ 24359 h 28397"/>
                  <a:gd name="connsiteX8" fmla="*/ 14272 w 28356"/>
                  <a:gd name="connsiteY8" fmla="*/ 2851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2" y="28518"/>
                    </a:moveTo>
                    <a:cubicBezTo>
                      <a:pt x="18032" y="28518"/>
                      <a:pt x="21639" y="27022"/>
                      <a:pt x="24298" y="24359"/>
                    </a:cubicBezTo>
                    <a:cubicBezTo>
                      <a:pt x="26956" y="21696"/>
                      <a:pt x="28450" y="18084"/>
                      <a:pt x="28450" y="14319"/>
                    </a:cubicBezTo>
                    <a:cubicBezTo>
                      <a:pt x="28450" y="10553"/>
                      <a:pt x="26956" y="6941"/>
                      <a:pt x="24298" y="4279"/>
                    </a:cubicBezTo>
                    <a:cubicBezTo>
                      <a:pt x="21639" y="1616"/>
                      <a:pt x="18032" y="120"/>
                      <a:pt x="14272" y="120"/>
                    </a:cubicBezTo>
                    <a:cubicBezTo>
                      <a:pt x="10512" y="120"/>
                      <a:pt x="6905" y="1616"/>
                      <a:pt x="4246" y="4279"/>
                    </a:cubicBezTo>
                    <a:cubicBezTo>
                      <a:pt x="1587" y="6941"/>
                      <a:pt x="94" y="10553"/>
                      <a:pt x="94" y="14319"/>
                    </a:cubicBezTo>
                    <a:cubicBezTo>
                      <a:pt x="94" y="18084"/>
                      <a:pt x="1587" y="21696"/>
                      <a:pt x="4246" y="24359"/>
                    </a:cubicBezTo>
                    <a:cubicBezTo>
                      <a:pt x="6905" y="27022"/>
                      <a:pt x="10512" y="28518"/>
                      <a:pt x="14272" y="2851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8" name="Freeform: Shape 587">
                <a:extLst>
                  <a:ext uri="{FF2B5EF4-FFF2-40B4-BE49-F238E27FC236}">
                    <a16:creationId xmlns:a16="http://schemas.microsoft.com/office/drawing/2014/main" id="{9624031B-A9F9-FA42-A24B-73AFA5B40088}"/>
                  </a:ext>
                </a:extLst>
              </p:cNvPr>
              <p:cNvSpPr/>
              <p:nvPr/>
            </p:nvSpPr>
            <p:spPr>
              <a:xfrm>
                <a:off x="8651576" y="4771403"/>
                <a:ext cx="28356" cy="28397"/>
              </a:xfrm>
              <a:custGeom>
                <a:avLst/>
                <a:gdLst>
                  <a:gd name="connsiteX0" fmla="*/ 14271 w 28356"/>
                  <a:gd name="connsiteY0" fmla="*/ 28515 h 28397"/>
                  <a:gd name="connsiteX1" fmla="*/ 24297 w 28356"/>
                  <a:gd name="connsiteY1" fmla="*/ 24356 h 28397"/>
                  <a:gd name="connsiteX2" fmla="*/ 28450 w 28356"/>
                  <a:gd name="connsiteY2" fmla="*/ 14316 h 28397"/>
                  <a:gd name="connsiteX3" fmla="*/ 24297 w 28356"/>
                  <a:gd name="connsiteY3" fmla="*/ 4275 h 28397"/>
                  <a:gd name="connsiteX4" fmla="*/ 14271 w 28356"/>
                  <a:gd name="connsiteY4" fmla="*/ 117 h 28397"/>
                  <a:gd name="connsiteX5" fmla="*/ 4246 w 28356"/>
                  <a:gd name="connsiteY5" fmla="*/ 4275 h 28397"/>
                  <a:gd name="connsiteX6" fmla="*/ 93 w 28356"/>
                  <a:gd name="connsiteY6" fmla="*/ 14316 h 28397"/>
                  <a:gd name="connsiteX7" fmla="*/ 4246 w 28356"/>
                  <a:gd name="connsiteY7" fmla="*/ 24356 h 28397"/>
                  <a:gd name="connsiteX8" fmla="*/ 14271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515"/>
                    </a:moveTo>
                    <a:cubicBezTo>
                      <a:pt x="18031" y="28515"/>
                      <a:pt x="21638" y="27019"/>
                      <a:pt x="24297" y="24356"/>
                    </a:cubicBezTo>
                    <a:cubicBezTo>
                      <a:pt x="26956" y="21693"/>
                      <a:pt x="28450" y="18081"/>
                      <a:pt x="28450" y="14316"/>
                    </a:cubicBezTo>
                    <a:cubicBezTo>
                      <a:pt x="28450" y="10550"/>
                      <a:pt x="26956" y="6938"/>
                      <a:pt x="24297" y="4275"/>
                    </a:cubicBezTo>
                    <a:cubicBezTo>
                      <a:pt x="21638" y="1613"/>
                      <a:pt x="18031" y="117"/>
                      <a:pt x="14271" y="117"/>
                    </a:cubicBezTo>
                    <a:cubicBezTo>
                      <a:pt x="10511" y="117"/>
                      <a:pt x="6905" y="1613"/>
                      <a:pt x="4246" y="4275"/>
                    </a:cubicBezTo>
                    <a:cubicBezTo>
                      <a:pt x="1587" y="6938"/>
                      <a:pt x="93" y="10550"/>
                      <a:pt x="93" y="14316"/>
                    </a:cubicBezTo>
                    <a:cubicBezTo>
                      <a:pt x="93" y="18081"/>
                      <a:pt x="1587" y="21693"/>
                      <a:pt x="4246" y="24356"/>
                    </a:cubicBezTo>
                    <a:cubicBezTo>
                      <a:pt x="6905" y="27019"/>
                      <a:pt x="10511" y="28515"/>
                      <a:pt x="14271"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89" name="Freeform: Shape 588">
                <a:extLst>
                  <a:ext uri="{FF2B5EF4-FFF2-40B4-BE49-F238E27FC236}">
                    <a16:creationId xmlns:a16="http://schemas.microsoft.com/office/drawing/2014/main" id="{7CC408F6-C314-CCFC-5B6E-D87361C4345B}"/>
                  </a:ext>
                </a:extLst>
              </p:cNvPr>
              <p:cNvSpPr/>
              <p:nvPr/>
            </p:nvSpPr>
            <p:spPr>
              <a:xfrm>
                <a:off x="8643817" y="4479155"/>
                <a:ext cx="28356" cy="28397"/>
              </a:xfrm>
              <a:custGeom>
                <a:avLst/>
                <a:gdLst>
                  <a:gd name="connsiteX0" fmla="*/ 14271 w 28356"/>
                  <a:gd name="connsiteY0" fmla="*/ 28492 h 28397"/>
                  <a:gd name="connsiteX1" fmla="*/ 24296 w 28356"/>
                  <a:gd name="connsiteY1" fmla="*/ 24333 h 28397"/>
                  <a:gd name="connsiteX2" fmla="*/ 28449 w 28356"/>
                  <a:gd name="connsiteY2" fmla="*/ 14293 h 28397"/>
                  <a:gd name="connsiteX3" fmla="*/ 24296 w 28356"/>
                  <a:gd name="connsiteY3" fmla="*/ 4252 h 28397"/>
                  <a:gd name="connsiteX4" fmla="*/ 14271 w 28356"/>
                  <a:gd name="connsiteY4" fmla="*/ 94 h 28397"/>
                  <a:gd name="connsiteX5" fmla="*/ 4245 w 28356"/>
                  <a:gd name="connsiteY5" fmla="*/ 4252 h 28397"/>
                  <a:gd name="connsiteX6" fmla="*/ 92 w 28356"/>
                  <a:gd name="connsiteY6" fmla="*/ 14293 h 28397"/>
                  <a:gd name="connsiteX7" fmla="*/ 4245 w 28356"/>
                  <a:gd name="connsiteY7" fmla="*/ 24333 h 28397"/>
                  <a:gd name="connsiteX8" fmla="*/ 14271 w 28356"/>
                  <a:gd name="connsiteY8" fmla="*/ 2849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1" y="28492"/>
                    </a:moveTo>
                    <a:cubicBezTo>
                      <a:pt x="18031" y="28492"/>
                      <a:pt x="21638" y="26996"/>
                      <a:pt x="24296" y="24333"/>
                    </a:cubicBezTo>
                    <a:cubicBezTo>
                      <a:pt x="26955" y="21670"/>
                      <a:pt x="28449" y="18058"/>
                      <a:pt x="28449" y="14293"/>
                    </a:cubicBezTo>
                    <a:cubicBezTo>
                      <a:pt x="28449" y="10527"/>
                      <a:pt x="26955" y="6915"/>
                      <a:pt x="24296" y="4252"/>
                    </a:cubicBezTo>
                    <a:cubicBezTo>
                      <a:pt x="21638" y="1590"/>
                      <a:pt x="18031" y="94"/>
                      <a:pt x="14271" y="94"/>
                    </a:cubicBezTo>
                    <a:cubicBezTo>
                      <a:pt x="10511" y="94"/>
                      <a:pt x="6904" y="1590"/>
                      <a:pt x="4245" y="4252"/>
                    </a:cubicBezTo>
                    <a:cubicBezTo>
                      <a:pt x="1586" y="6915"/>
                      <a:pt x="92" y="10527"/>
                      <a:pt x="92" y="14293"/>
                    </a:cubicBezTo>
                    <a:cubicBezTo>
                      <a:pt x="92" y="18058"/>
                      <a:pt x="1586" y="21670"/>
                      <a:pt x="4245" y="24333"/>
                    </a:cubicBezTo>
                    <a:cubicBezTo>
                      <a:pt x="6904" y="26996"/>
                      <a:pt x="10511" y="28492"/>
                      <a:pt x="14271" y="2849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0" name="Freeform: Shape 589">
                <a:extLst>
                  <a:ext uri="{FF2B5EF4-FFF2-40B4-BE49-F238E27FC236}">
                    <a16:creationId xmlns:a16="http://schemas.microsoft.com/office/drawing/2014/main" id="{C230AEA2-441A-876E-43BF-8053752641B0}"/>
                  </a:ext>
                </a:extLst>
              </p:cNvPr>
              <p:cNvSpPr/>
              <p:nvPr/>
            </p:nvSpPr>
            <p:spPr>
              <a:xfrm>
                <a:off x="8636059" y="4612907"/>
                <a:ext cx="28356" cy="28397"/>
              </a:xfrm>
              <a:custGeom>
                <a:avLst/>
                <a:gdLst>
                  <a:gd name="connsiteX0" fmla="*/ 14270 w 28356"/>
                  <a:gd name="connsiteY0" fmla="*/ 28502 h 28397"/>
                  <a:gd name="connsiteX1" fmla="*/ 24296 w 28356"/>
                  <a:gd name="connsiteY1" fmla="*/ 24343 h 28397"/>
                  <a:gd name="connsiteX2" fmla="*/ 28448 w 28356"/>
                  <a:gd name="connsiteY2" fmla="*/ 14303 h 28397"/>
                  <a:gd name="connsiteX3" fmla="*/ 24296 w 28356"/>
                  <a:gd name="connsiteY3" fmla="*/ 4263 h 28397"/>
                  <a:gd name="connsiteX4" fmla="*/ 14270 w 28356"/>
                  <a:gd name="connsiteY4" fmla="*/ 104 h 28397"/>
                  <a:gd name="connsiteX5" fmla="*/ 4244 w 28356"/>
                  <a:gd name="connsiteY5" fmla="*/ 4263 h 28397"/>
                  <a:gd name="connsiteX6" fmla="*/ 92 w 28356"/>
                  <a:gd name="connsiteY6" fmla="*/ 14303 h 28397"/>
                  <a:gd name="connsiteX7" fmla="*/ 4244 w 28356"/>
                  <a:gd name="connsiteY7" fmla="*/ 24343 h 28397"/>
                  <a:gd name="connsiteX8" fmla="*/ 14270 w 28356"/>
                  <a:gd name="connsiteY8" fmla="*/ 2850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70" y="28502"/>
                    </a:moveTo>
                    <a:cubicBezTo>
                      <a:pt x="18030" y="28502"/>
                      <a:pt x="21637" y="27006"/>
                      <a:pt x="24296" y="24343"/>
                    </a:cubicBezTo>
                    <a:cubicBezTo>
                      <a:pt x="26955" y="21681"/>
                      <a:pt x="28448" y="18069"/>
                      <a:pt x="28448" y="14303"/>
                    </a:cubicBezTo>
                    <a:cubicBezTo>
                      <a:pt x="28448" y="10537"/>
                      <a:pt x="26955" y="6926"/>
                      <a:pt x="24296" y="4263"/>
                    </a:cubicBezTo>
                    <a:cubicBezTo>
                      <a:pt x="21637" y="1600"/>
                      <a:pt x="18030" y="104"/>
                      <a:pt x="14270" y="104"/>
                    </a:cubicBezTo>
                    <a:cubicBezTo>
                      <a:pt x="10510" y="104"/>
                      <a:pt x="6903" y="1600"/>
                      <a:pt x="4244" y="4263"/>
                    </a:cubicBezTo>
                    <a:cubicBezTo>
                      <a:pt x="1586" y="6926"/>
                      <a:pt x="92" y="10537"/>
                      <a:pt x="92" y="14303"/>
                    </a:cubicBezTo>
                    <a:cubicBezTo>
                      <a:pt x="92" y="18069"/>
                      <a:pt x="1586" y="21681"/>
                      <a:pt x="4244" y="24343"/>
                    </a:cubicBezTo>
                    <a:cubicBezTo>
                      <a:pt x="6903" y="27006"/>
                      <a:pt x="10510" y="28502"/>
                      <a:pt x="14270" y="2850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1" name="Freeform: Shape 590">
                <a:extLst>
                  <a:ext uri="{FF2B5EF4-FFF2-40B4-BE49-F238E27FC236}">
                    <a16:creationId xmlns:a16="http://schemas.microsoft.com/office/drawing/2014/main" id="{AB3A5A87-001C-23FD-4932-C0F2AB9B7257}"/>
                  </a:ext>
                </a:extLst>
              </p:cNvPr>
              <p:cNvSpPr/>
              <p:nvPr/>
            </p:nvSpPr>
            <p:spPr>
              <a:xfrm>
                <a:off x="8628301" y="4724870"/>
                <a:ext cx="28356" cy="28397"/>
              </a:xfrm>
              <a:custGeom>
                <a:avLst/>
                <a:gdLst>
                  <a:gd name="connsiteX0" fmla="*/ 14269 w 28356"/>
                  <a:gd name="connsiteY0" fmla="*/ 28511 h 28397"/>
                  <a:gd name="connsiteX1" fmla="*/ 24295 w 28356"/>
                  <a:gd name="connsiteY1" fmla="*/ 24352 h 28397"/>
                  <a:gd name="connsiteX2" fmla="*/ 28448 w 28356"/>
                  <a:gd name="connsiteY2" fmla="*/ 14312 h 28397"/>
                  <a:gd name="connsiteX3" fmla="*/ 24295 w 28356"/>
                  <a:gd name="connsiteY3" fmla="*/ 4272 h 28397"/>
                  <a:gd name="connsiteX4" fmla="*/ 14269 w 28356"/>
                  <a:gd name="connsiteY4" fmla="*/ 113 h 28397"/>
                  <a:gd name="connsiteX5" fmla="*/ 4244 w 28356"/>
                  <a:gd name="connsiteY5" fmla="*/ 4272 h 28397"/>
                  <a:gd name="connsiteX6" fmla="*/ 91 w 28356"/>
                  <a:gd name="connsiteY6" fmla="*/ 14312 h 28397"/>
                  <a:gd name="connsiteX7" fmla="*/ 4244 w 28356"/>
                  <a:gd name="connsiteY7" fmla="*/ 24352 h 28397"/>
                  <a:gd name="connsiteX8" fmla="*/ 14269 w 28356"/>
                  <a:gd name="connsiteY8" fmla="*/ 2851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11"/>
                    </a:moveTo>
                    <a:cubicBezTo>
                      <a:pt x="18030" y="28511"/>
                      <a:pt x="21636" y="27015"/>
                      <a:pt x="24295" y="24352"/>
                    </a:cubicBezTo>
                    <a:cubicBezTo>
                      <a:pt x="26954" y="21689"/>
                      <a:pt x="28448" y="18078"/>
                      <a:pt x="28448" y="14312"/>
                    </a:cubicBezTo>
                    <a:cubicBezTo>
                      <a:pt x="28448" y="10546"/>
                      <a:pt x="26954" y="6934"/>
                      <a:pt x="24295" y="4272"/>
                    </a:cubicBezTo>
                    <a:cubicBezTo>
                      <a:pt x="21636" y="1609"/>
                      <a:pt x="18030" y="113"/>
                      <a:pt x="14269" y="113"/>
                    </a:cubicBezTo>
                    <a:cubicBezTo>
                      <a:pt x="10509" y="113"/>
                      <a:pt x="6903" y="1609"/>
                      <a:pt x="4244" y="4272"/>
                    </a:cubicBezTo>
                    <a:cubicBezTo>
                      <a:pt x="1585" y="6934"/>
                      <a:pt x="91" y="10546"/>
                      <a:pt x="91" y="14312"/>
                    </a:cubicBezTo>
                    <a:cubicBezTo>
                      <a:pt x="91" y="18078"/>
                      <a:pt x="1585" y="21689"/>
                      <a:pt x="4244" y="24352"/>
                    </a:cubicBezTo>
                    <a:cubicBezTo>
                      <a:pt x="6903" y="27015"/>
                      <a:pt x="10509" y="28511"/>
                      <a:pt x="14269" y="2851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2" name="Freeform: Shape 591">
                <a:extLst>
                  <a:ext uri="{FF2B5EF4-FFF2-40B4-BE49-F238E27FC236}">
                    <a16:creationId xmlns:a16="http://schemas.microsoft.com/office/drawing/2014/main" id="{31D9D174-633A-DE4F-4F38-93E2409A600F}"/>
                  </a:ext>
                </a:extLst>
              </p:cNvPr>
              <p:cNvSpPr/>
              <p:nvPr/>
            </p:nvSpPr>
            <p:spPr>
              <a:xfrm>
                <a:off x="8620543" y="4616285"/>
                <a:ext cx="28356" cy="28397"/>
              </a:xfrm>
              <a:custGeom>
                <a:avLst/>
                <a:gdLst>
                  <a:gd name="connsiteX0" fmla="*/ 14269 w 28356"/>
                  <a:gd name="connsiteY0" fmla="*/ 28502 h 28397"/>
                  <a:gd name="connsiteX1" fmla="*/ 24294 w 28356"/>
                  <a:gd name="connsiteY1" fmla="*/ 24344 h 28397"/>
                  <a:gd name="connsiteX2" fmla="*/ 28447 w 28356"/>
                  <a:gd name="connsiteY2" fmla="*/ 14303 h 28397"/>
                  <a:gd name="connsiteX3" fmla="*/ 24294 w 28356"/>
                  <a:gd name="connsiteY3" fmla="*/ 4263 h 28397"/>
                  <a:gd name="connsiteX4" fmla="*/ 14269 w 28356"/>
                  <a:gd name="connsiteY4" fmla="*/ 104 h 28397"/>
                  <a:gd name="connsiteX5" fmla="*/ 4243 w 28356"/>
                  <a:gd name="connsiteY5" fmla="*/ 4263 h 28397"/>
                  <a:gd name="connsiteX6" fmla="*/ 91 w 28356"/>
                  <a:gd name="connsiteY6" fmla="*/ 14303 h 28397"/>
                  <a:gd name="connsiteX7" fmla="*/ 4243 w 28356"/>
                  <a:gd name="connsiteY7" fmla="*/ 24344 h 28397"/>
                  <a:gd name="connsiteX8" fmla="*/ 14269 w 28356"/>
                  <a:gd name="connsiteY8" fmla="*/ 2850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9" y="28502"/>
                    </a:moveTo>
                    <a:cubicBezTo>
                      <a:pt x="18029" y="28502"/>
                      <a:pt x="21636" y="27006"/>
                      <a:pt x="24294" y="24344"/>
                    </a:cubicBezTo>
                    <a:cubicBezTo>
                      <a:pt x="26953" y="21681"/>
                      <a:pt x="28447" y="18069"/>
                      <a:pt x="28447" y="14303"/>
                    </a:cubicBezTo>
                    <a:cubicBezTo>
                      <a:pt x="28447" y="10538"/>
                      <a:pt x="26953" y="6926"/>
                      <a:pt x="24294" y="4263"/>
                    </a:cubicBezTo>
                    <a:cubicBezTo>
                      <a:pt x="21636" y="1600"/>
                      <a:pt x="18029" y="104"/>
                      <a:pt x="14269" y="104"/>
                    </a:cubicBezTo>
                    <a:cubicBezTo>
                      <a:pt x="10509" y="104"/>
                      <a:pt x="6902" y="1600"/>
                      <a:pt x="4243" y="4263"/>
                    </a:cubicBezTo>
                    <a:cubicBezTo>
                      <a:pt x="1584" y="6926"/>
                      <a:pt x="91" y="10538"/>
                      <a:pt x="91" y="14303"/>
                    </a:cubicBezTo>
                    <a:cubicBezTo>
                      <a:pt x="91" y="18069"/>
                      <a:pt x="1584" y="21681"/>
                      <a:pt x="4243" y="24344"/>
                    </a:cubicBezTo>
                    <a:cubicBezTo>
                      <a:pt x="6902" y="27006"/>
                      <a:pt x="10509" y="28502"/>
                      <a:pt x="14269" y="2850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3" name="Freeform: Shape 592">
                <a:extLst>
                  <a:ext uri="{FF2B5EF4-FFF2-40B4-BE49-F238E27FC236}">
                    <a16:creationId xmlns:a16="http://schemas.microsoft.com/office/drawing/2014/main" id="{82BAA631-EC86-AABD-F052-AC69AF502F72}"/>
                  </a:ext>
                </a:extLst>
              </p:cNvPr>
              <p:cNvSpPr/>
              <p:nvPr/>
            </p:nvSpPr>
            <p:spPr>
              <a:xfrm>
                <a:off x="8612784" y="4886224"/>
                <a:ext cx="28356" cy="28397"/>
              </a:xfrm>
              <a:custGeom>
                <a:avLst/>
                <a:gdLst>
                  <a:gd name="connsiteX0" fmla="*/ 14268 w 28356"/>
                  <a:gd name="connsiteY0" fmla="*/ 28524 h 28397"/>
                  <a:gd name="connsiteX1" fmla="*/ 24294 w 28356"/>
                  <a:gd name="connsiteY1" fmla="*/ 24365 h 28397"/>
                  <a:gd name="connsiteX2" fmla="*/ 28447 w 28356"/>
                  <a:gd name="connsiteY2" fmla="*/ 14325 h 28397"/>
                  <a:gd name="connsiteX3" fmla="*/ 24294 w 28356"/>
                  <a:gd name="connsiteY3" fmla="*/ 4284 h 28397"/>
                  <a:gd name="connsiteX4" fmla="*/ 14268 w 28356"/>
                  <a:gd name="connsiteY4" fmla="*/ 126 h 28397"/>
                  <a:gd name="connsiteX5" fmla="*/ 4243 w 28356"/>
                  <a:gd name="connsiteY5" fmla="*/ 4284 h 28397"/>
                  <a:gd name="connsiteX6" fmla="*/ 90 w 28356"/>
                  <a:gd name="connsiteY6" fmla="*/ 14325 h 28397"/>
                  <a:gd name="connsiteX7" fmla="*/ 4243 w 28356"/>
                  <a:gd name="connsiteY7" fmla="*/ 24365 h 28397"/>
                  <a:gd name="connsiteX8" fmla="*/ 14268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24"/>
                    </a:moveTo>
                    <a:cubicBezTo>
                      <a:pt x="18028" y="28524"/>
                      <a:pt x="21635" y="27028"/>
                      <a:pt x="24294" y="24365"/>
                    </a:cubicBezTo>
                    <a:cubicBezTo>
                      <a:pt x="26953" y="21702"/>
                      <a:pt x="28447" y="18090"/>
                      <a:pt x="28447" y="14325"/>
                    </a:cubicBezTo>
                    <a:cubicBezTo>
                      <a:pt x="28447" y="10559"/>
                      <a:pt x="26953" y="6947"/>
                      <a:pt x="24294" y="4284"/>
                    </a:cubicBezTo>
                    <a:cubicBezTo>
                      <a:pt x="21635" y="1622"/>
                      <a:pt x="18028" y="126"/>
                      <a:pt x="14268" y="126"/>
                    </a:cubicBezTo>
                    <a:cubicBezTo>
                      <a:pt x="10508" y="126"/>
                      <a:pt x="6901" y="1622"/>
                      <a:pt x="4243" y="4284"/>
                    </a:cubicBezTo>
                    <a:cubicBezTo>
                      <a:pt x="1584" y="6947"/>
                      <a:pt x="90" y="10559"/>
                      <a:pt x="90" y="14325"/>
                    </a:cubicBezTo>
                    <a:cubicBezTo>
                      <a:pt x="90" y="18090"/>
                      <a:pt x="1584" y="21702"/>
                      <a:pt x="4243" y="24365"/>
                    </a:cubicBezTo>
                    <a:cubicBezTo>
                      <a:pt x="6901" y="27028"/>
                      <a:pt x="10508" y="28524"/>
                      <a:pt x="14268"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4" name="Freeform: Shape 593">
                <a:extLst>
                  <a:ext uri="{FF2B5EF4-FFF2-40B4-BE49-F238E27FC236}">
                    <a16:creationId xmlns:a16="http://schemas.microsoft.com/office/drawing/2014/main" id="{A637D3BB-86DB-A552-4518-F23A4BF05AE5}"/>
                  </a:ext>
                </a:extLst>
              </p:cNvPr>
              <p:cNvSpPr/>
              <p:nvPr/>
            </p:nvSpPr>
            <p:spPr>
              <a:xfrm>
                <a:off x="8605026" y="4989018"/>
                <a:ext cx="28356" cy="28397"/>
              </a:xfrm>
              <a:custGeom>
                <a:avLst/>
                <a:gdLst>
                  <a:gd name="connsiteX0" fmla="*/ 14268 w 28356"/>
                  <a:gd name="connsiteY0" fmla="*/ 28532 h 28397"/>
                  <a:gd name="connsiteX1" fmla="*/ 24293 w 28356"/>
                  <a:gd name="connsiteY1" fmla="*/ 24373 h 28397"/>
                  <a:gd name="connsiteX2" fmla="*/ 28446 w 28356"/>
                  <a:gd name="connsiteY2" fmla="*/ 14333 h 28397"/>
                  <a:gd name="connsiteX3" fmla="*/ 24293 w 28356"/>
                  <a:gd name="connsiteY3" fmla="*/ 4293 h 28397"/>
                  <a:gd name="connsiteX4" fmla="*/ 14268 w 28356"/>
                  <a:gd name="connsiteY4" fmla="*/ 134 h 28397"/>
                  <a:gd name="connsiteX5" fmla="*/ 4242 w 28356"/>
                  <a:gd name="connsiteY5" fmla="*/ 4293 h 28397"/>
                  <a:gd name="connsiteX6" fmla="*/ 89 w 28356"/>
                  <a:gd name="connsiteY6" fmla="*/ 14333 h 28397"/>
                  <a:gd name="connsiteX7" fmla="*/ 4242 w 28356"/>
                  <a:gd name="connsiteY7" fmla="*/ 24373 h 28397"/>
                  <a:gd name="connsiteX8" fmla="*/ 14268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8" y="28532"/>
                    </a:moveTo>
                    <a:cubicBezTo>
                      <a:pt x="18028" y="28532"/>
                      <a:pt x="21634" y="27036"/>
                      <a:pt x="24293" y="24373"/>
                    </a:cubicBezTo>
                    <a:cubicBezTo>
                      <a:pt x="26952" y="21710"/>
                      <a:pt x="28446" y="18098"/>
                      <a:pt x="28446" y="14333"/>
                    </a:cubicBezTo>
                    <a:cubicBezTo>
                      <a:pt x="28446" y="10567"/>
                      <a:pt x="26952" y="6955"/>
                      <a:pt x="24293" y="4293"/>
                    </a:cubicBezTo>
                    <a:cubicBezTo>
                      <a:pt x="21634" y="1630"/>
                      <a:pt x="18028" y="134"/>
                      <a:pt x="14268" y="134"/>
                    </a:cubicBezTo>
                    <a:cubicBezTo>
                      <a:pt x="10507" y="134"/>
                      <a:pt x="6901" y="1630"/>
                      <a:pt x="4242" y="4293"/>
                    </a:cubicBezTo>
                    <a:cubicBezTo>
                      <a:pt x="1583" y="6955"/>
                      <a:pt x="89" y="10567"/>
                      <a:pt x="89" y="14333"/>
                    </a:cubicBezTo>
                    <a:cubicBezTo>
                      <a:pt x="89" y="18098"/>
                      <a:pt x="1583" y="21710"/>
                      <a:pt x="4242" y="24373"/>
                    </a:cubicBezTo>
                    <a:cubicBezTo>
                      <a:pt x="6901" y="27036"/>
                      <a:pt x="10507" y="28532"/>
                      <a:pt x="14268"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5" name="Freeform: Shape 594">
                <a:extLst>
                  <a:ext uri="{FF2B5EF4-FFF2-40B4-BE49-F238E27FC236}">
                    <a16:creationId xmlns:a16="http://schemas.microsoft.com/office/drawing/2014/main" id="{3CF2EC9F-DAEC-F24C-7CF7-2EB69C3BF38C}"/>
                  </a:ext>
                </a:extLst>
              </p:cNvPr>
              <p:cNvSpPr/>
              <p:nvPr/>
            </p:nvSpPr>
            <p:spPr>
              <a:xfrm>
                <a:off x="8597267" y="4874946"/>
                <a:ext cx="28356" cy="28397"/>
              </a:xfrm>
              <a:custGeom>
                <a:avLst/>
                <a:gdLst>
                  <a:gd name="connsiteX0" fmla="*/ 14267 w 28356"/>
                  <a:gd name="connsiteY0" fmla="*/ 28523 h 28397"/>
                  <a:gd name="connsiteX1" fmla="*/ 24293 w 28356"/>
                  <a:gd name="connsiteY1" fmla="*/ 24364 h 28397"/>
                  <a:gd name="connsiteX2" fmla="*/ 28445 w 28356"/>
                  <a:gd name="connsiteY2" fmla="*/ 14324 h 28397"/>
                  <a:gd name="connsiteX3" fmla="*/ 24293 w 28356"/>
                  <a:gd name="connsiteY3" fmla="*/ 4284 h 28397"/>
                  <a:gd name="connsiteX4" fmla="*/ 14267 w 28356"/>
                  <a:gd name="connsiteY4" fmla="*/ 125 h 28397"/>
                  <a:gd name="connsiteX5" fmla="*/ 4241 w 28356"/>
                  <a:gd name="connsiteY5" fmla="*/ 4284 h 28397"/>
                  <a:gd name="connsiteX6" fmla="*/ 89 w 28356"/>
                  <a:gd name="connsiteY6" fmla="*/ 14324 h 28397"/>
                  <a:gd name="connsiteX7" fmla="*/ 4241 w 28356"/>
                  <a:gd name="connsiteY7" fmla="*/ 24364 h 28397"/>
                  <a:gd name="connsiteX8" fmla="*/ 1426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7" y="28523"/>
                    </a:moveTo>
                    <a:cubicBezTo>
                      <a:pt x="18027" y="28523"/>
                      <a:pt x="21634" y="27027"/>
                      <a:pt x="24293" y="24364"/>
                    </a:cubicBezTo>
                    <a:cubicBezTo>
                      <a:pt x="26951" y="21701"/>
                      <a:pt x="28445" y="18089"/>
                      <a:pt x="28445" y="14324"/>
                    </a:cubicBezTo>
                    <a:cubicBezTo>
                      <a:pt x="28445" y="10558"/>
                      <a:pt x="26951" y="6946"/>
                      <a:pt x="24293" y="4284"/>
                    </a:cubicBezTo>
                    <a:cubicBezTo>
                      <a:pt x="21634" y="1621"/>
                      <a:pt x="18027" y="125"/>
                      <a:pt x="14267" y="125"/>
                    </a:cubicBezTo>
                    <a:cubicBezTo>
                      <a:pt x="10507" y="125"/>
                      <a:pt x="6900" y="1621"/>
                      <a:pt x="4241" y="4284"/>
                    </a:cubicBezTo>
                    <a:cubicBezTo>
                      <a:pt x="1583" y="6946"/>
                      <a:pt x="89" y="10558"/>
                      <a:pt x="89" y="14324"/>
                    </a:cubicBezTo>
                    <a:cubicBezTo>
                      <a:pt x="89" y="18089"/>
                      <a:pt x="1583" y="21701"/>
                      <a:pt x="4241" y="24364"/>
                    </a:cubicBezTo>
                    <a:cubicBezTo>
                      <a:pt x="6900" y="27027"/>
                      <a:pt x="10507" y="28523"/>
                      <a:pt x="14267"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6" name="Freeform: Shape 595">
                <a:extLst>
                  <a:ext uri="{FF2B5EF4-FFF2-40B4-BE49-F238E27FC236}">
                    <a16:creationId xmlns:a16="http://schemas.microsoft.com/office/drawing/2014/main" id="{EA62B8A5-A0FD-5D4F-4E8F-9C9760E9ADBB}"/>
                  </a:ext>
                </a:extLst>
              </p:cNvPr>
              <p:cNvSpPr/>
              <p:nvPr/>
            </p:nvSpPr>
            <p:spPr>
              <a:xfrm>
                <a:off x="8589508" y="4918495"/>
                <a:ext cx="28356" cy="28397"/>
              </a:xfrm>
              <a:custGeom>
                <a:avLst/>
                <a:gdLst>
                  <a:gd name="connsiteX0" fmla="*/ 14266 w 28356"/>
                  <a:gd name="connsiteY0" fmla="*/ 28526 h 28397"/>
                  <a:gd name="connsiteX1" fmla="*/ 24292 w 28356"/>
                  <a:gd name="connsiteY1" fmla="*/ 24367 h 28397"/>
                  <a:gd name="connsiteX2" fmla="*/ 28445 w 28356"/>
                  <a:gd name="connsiteY2" fmla="*/ 14327 h 28397"/>
                  <a:gd name="connsiteX3" fmla="*/ 24292 w 28356"/>
                  <a:gd name="connsiteY3" fmla="*/ 4287 h 28397"/>
                  <a:gd name="connsiteX4" fmla="*/ 14266 w 28356"/>
                  <a:gd name="connsiteY4" fmla="*/ 128 h 28397"/>
                  <a:gd name="connsiteX5" fmla="*/ 4241 w 28356"/>
                  <a:gd name="connsiteY5" fmla="*/ 4287 h 28397"/>
                  <a:gd name="connsiteX6" fmla="*/ 88 w 28356"/>
                  <a:gd name="connsiteY6" fmla="*/ 14327 h 28397"/>
                  <a:gd name="connsiteX7" fmla="*/ 4241 w 28356"/>
                  <a:gd name="connsiteY7" fmla="*/ 24367 h 28397"/>
                  <a:gd name="connsiteX8" fmla="*/ 14266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6"/>
                    </a:moveTo>
                    <a:cubicBezTo>
                      <a:pt x="18027" y="28526"/>
                      <a:pt x="21633" y="27030"/>
                      <a:pt x="24292" y="24367"/>
                    </a:cubicBezTo>
                    <a:cubicBezTo>
                      <a:pt x="26951" y="21705"/>
                      <a:pt x="28445" y="18093"/>
                      <a:pt x="28445" y="14327"/>
                    </a:cubicBezTo>
                    <a:cubicBezTo>
                      <a:pt x="28445" y="10562"/>
                      <a:pt x="26951" y="6950"/>
                      <a:pt x="24292" y="4287"/>
                    </a:cubicBezTo>
                    <a:cubicBezTo>
                      <a:pt x="21633" y="1624"/>
                      <a:pt x="18027" y="128"/>
                      <a:pt x="14266" y="128"/>
                    </a:cubicBezTo>
                    <a:cubicBezTo>
                      <a:pt x="10506" y="128"/>
                      <a:pt x="6900" y="1624"/>
                      <a:pt x="4241" y="4287"/>
                    </a:cubicBezTo>
                    <a:cubicBezTo>
                      <a:pt x="1582" y="6950"/>
                      <a:pt x="88" y="10562"/>
                      <a:pt x="88" y="14327"/>
                    </a:cubicBezTo>
                    <a:cubicBezTo>
                      <a:pt x="88" y="18093"/>
                      <a:pt x="1582" y="21705"/>
                      <a:pt x="4241" y="24367"/>
                    </a:cubicBezTo>
                    <a:cubicBezTo>
                      <a:pt x="6900" y="27030"/>
                      <a:pt x="10506" y="28526"/>
                      <a:pt x="14266"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7" name="Freeform: Shape 596">
                <a:extLst>
                  <a:ext uri="{FF2B5EF4-FFF2-40B4-BE49-F238E27FC236}">
                    <a16:creationId xmlns:a16="http://schemas.microsoft.com/office/drawing/2014/main" id="{F3332D86-48BF-476A-DB9A-BA70B245E8E5}"/>
                  </a:ext>
                </a:extLst>
              </p:cNvPr>
              <p:cNvSpPr/>
              <p:nvPr/>
            </p:nvSpPr>
            <p:spPr>
              <a:xfrm>
                <a:off x="8581750" y="4958360"/>
                <a:ext cx="28356" cy="28397"/>
              </a:xfrm>
              <a:custGeom>
                <a:avLst/>
                <a:gdLst>
                  <a:gd name="connsiteX0" fmla="*/ 14266 w 28356"/>
                  <a:gd name="connsiteY0" fmla="*/ 28529 h 28397"/>
                  <a:gd name="connsiteX1" fmla="*/ 24291 w 28356"/>
                  <a:gd name="connsiteY1" fmla="*/ 24371 h 28397"/>
                  <a:gd name="connsiteX2" fmla="*/ 28444 w 28356"/>
                  <a:gd name="connsiteY2" fmla="*/ 14330 h 28397"/>
                  <a:gd name="connsiteX3" fmla="*/ 24291 w 28356"/>
                  <a:gd name="connsiteY3" fmla="*/ 4290 h 28397"/>
                  <a:gd name="connsiteX4" fmla="*/ 14266 w 28356"/>
                  <a:gd name="connsiteY4" fmla="*/ 131 h 28397"/>
                  <a:gd name="connsiteX5" fmla="*/ 4240 w 28356"/>
                  <a:gd name="connsiteY5" fmla="*/ 4290 h 28397"/>
                  <a:gd name="connsiteX6" fmla="*/ 87 w 28356"/>
                  <a:gd name="connsiteY6" fmla="*/ 14330 h 28397"/>
                  <a:gd name="connsiteX7" fmla="*/ 4240 w 28356"/>
                  <a:gd name="connsiteY7" fmla="*/ 24371 h 28397"/>
                  <a:gd name="connsiteX8" fmla="*/ 14266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6" y="28529"/>
                    </a:moveTo>
                    <a:cubicBezTo>
                      <a:pt x="18026" y="28529"/>
                      <a:pt x="21633" y="27033"/>
                      <a:pt x="24291" y="24371"/>
                    </a:cubicBezTo>
                    <a:cubicBezTo>
                      <a:pt x="26950" y="21708"/>
                      <a:pt x="28444" y="18096"/>
                      <a:pt x="28444" y="14330"/>
                    </a:cubicBezTo>
                    <a:cubicBezTo>
                      <a:pt x="28444" y="10565"/>
                      <a:pt x="26950" y="6953"/>
                      <a:pt x="24291" y="4290"/>
                    </a:cubicBezTo>
                    <a:cubicBezTo>
                      <a:pt x="21633" y="1627"/>
                      <a:pt x="18026" y="131"/>
                      <a:pt x="14266" y="131"/>
                    </a:cubicBezTo>
                    <a:cubicBezTo>
                      <a:pt x="10506" y="131"/>
                      <a:pt x="6899" y="1627"/>
                      <a:pt x="4240" y="4290"/>
                    </a:cubicBezTo>
                    <a:cubicBezTo>
                      <a:pt x="1581" y="6953"/>
                      <a:pt x="87" y="10565"/>
                      <a:pt x="87" y="14330"/>
                    </a:cubicBezTo>
                    <a:cubicBezTo>
                      <a:pt x="87" y="18096"/>
                      <a:pt x="1581" y="21708"/>
                      <a:pt x="4240" y="24371"/>
                    </a:cubicBezTo>
                    <a:cubicBezTo>
                      <a:pt x="6899" y="27033"/>
                      <a:pt x="10506" y="28529"/>
                      <a:pt x="14266"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8" name="Freeform: Shape 597">
                <a:extLst>
                  <a:ext uri="{FF2B5EF4-FFF2-40B4-BE49-F238E27FC236}">
                    <a16:creationId xmlns:a16="http://schemas.microsoft.com/office/drawing/2014/main" id="{45C2AF43-192E-91F9-0868-2C65A581E74C}"/>
                  </a:ext>
                </a:extLst>
              </p:cNvPr>
              <p:cNvSpPr/>
              <p:nvPr/>
            </p:nvSpPr>
            <p:spPr>
              <a:xfrm>
                <a:off x="8573993" y="4995838"/>
                <a:ext cx="28356" cy="28397"/>
              </a:xfrm>
              <a:custGeom>
                <a:avLst/>
                <a:gdLst>
                  <a:gd name="connsiteX0" fmla="*/ 14265 w 28356"/>
                  <a:gd name="connsiteY0" fmla="*/ 28532 h 28397"/>
                  <a:gd name="connsiteX1" fmla="*/ 24291 w 28356"/>
                  <a:gd name="connsiteY1" fmla="*/ 24373 h 28397"/>
                  <a:gd name="connsiteX2" fmla="*/ 28444 w 28356"/>
                  <a:gd name="connsiteY2" fmla="*/ 14333 h 28397"/>
                  <a:gd name="connsiteX3" fmla="*/ 24291 w 28356"/>
                  <a:gd name="connsiteY3" fmla="*/ 4293 h 28397"/>
                  <a:gd name="connsiteX4" fmla="*/ 14265 w 28356"/>
                  <a:gd name="connsiteY4" fmla="*/ 134 h 28397"/>
                  <a:gd name="connsiteX5" fmla="*/ 4240 w 28356"/>
                  <a:gd name="connsiteY5" fmla="*/ 4293 h 28397"/>
                  <a:gd name="connsiteX6" fmla="*/ 87 w 28356"/>
                  <a:gd name="connsiteY6" fmla="*/ 14333 h 28397"/>
                  <a:gd name="connsiteX7" fmla="*/ 4240 w 28356"/>
                  <a:gd name="connsiteY7" fmla="*/ 24373 h 28397"/>
                  <a:gd name="connsiteX8" fmla="*/ 14265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2"/>
                    </a:moveTo>
                    <a:cubicBezTo>
                      <a:pt x="18025" y="28532"/>
                      <a:pt x="21632" y="27036"/>
                      <a:pt x="24291" y="24373"/>
                    </a:cubicBezTo>
                    <a:cubicBezTo>
                      <a:pt x="26950" y="21711"/>
                      <a:pt x="28444" y="18099"/>
                      <a:pt x="28444" y="14333"/>
                    </a:cubicBezTo>
                    <a:cubicBezTo>
                      <a:pt x="28444" y="10568"/>
                      <a:pt x="26950" y="6956"/>
                      <a:pt x="24291" y="4293"/>
                    </a:cubicBezTo>
                    <a:cubicBezTo>
                      <a:pt x="21632" y="1630"/>
                      <a:pt x="18025" y="134"/>
                      <a:pt x="14265" y="134"/>
                    </a:cubicBezTo>
                    <a:cubicBezTo>
                      <a:pt x="10505" y="134"/>
                      <a:pt x="6898" y="1630"/>
                      <a:pt x="4240" y="4293"/>
                    </a:cubicBezTo>
                    <a:cubicBezTo>
                      <a:pt x="1581" y="6956"/>
                      <a:pt x="87" y="10568"/>
                      <a:pt x="87" y="14333"/>
                    </a:cubicBezTo>
                    <a:cubicBezTo>
                      <a:pt x="87" y="18099"/>
                      <a:pt x="1581" y="21711"/>
                      <a:pt x="4240" y="24373"/>
                    </a:cubicBezTo>
                    <a:cubicBezTo>
                      <a:pt x="6898" y="27036"/>
                      <a:pt x="10505" y="28532"/>
                      <a:pt x="14265"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599" name="Freeform: Shape 598">
                <a:extLst>
                  <a:ext uri="{FF2B5EF4-FFF2-40B4-BE49-F238E27FC236}">
                    <a16:creationId xmlns:a16="http://schemas.microsoft.com/office/drawing/2014/main" id="{B376B673-5B33-6D16-4E1B-660F82BE81D9}"/>
                  </a:ext>
                </a:extLst>
              </p:cNvPr>
              <p:cNvSpPr/>
              <p:nvPr/>
            </p:nvSpPr>
            <p:spPr>
              <a:xfrm>
                <a:off x="8566234" y="4971238"/>
                <a:ext cx="28356" cy="28397"/>
              </a:xfrm>
              <a:custGeom>
                <a:avLst/>
                <a:gdLst>
                  <a:gd name="connsiteX0" fmla="*/ 14265 w 28356"/>
                  <a:gd name="connsiteY0" fmla="*/ 28530 h 28397"/>
                  <a:gd name="connsiteX1" fmla="*/ 24290 w 28356"/>
                  <a:gd name="connsiteY1" fmla="*/ 24372 h 28397"/>
                  <a:gd name="connsiteX2" fmla="*/ 28443 w 28356"/>
                  <a:gd name="connsiteY2" fmla="*/ 14331 h 28397"/>
                  <a:gd name="connsiteX3" fmla="*/ 24290 w 28356"/>
                  <a:gd name="connsiteY3" fmla="*/ 4291 h 28397"/>
                  <a:gd name="connsiteX4" fmla="*/ 14265 w 28356"/>
                  <a:gd name="connsiteY4" fmla="*/ 132 h 28397"/>
                  <a:gd name="connsiteX5" fmla="*/ 4239 w 28356"/>
                  <a:gd name="connsiteY5" fmla="*/ 4291 h 28397"/>
                  <a:gd name="connsiteX6" fmla="*/ 86 w 28356"/>
                  <a:gd name="connsiteY6" fmla="*/ 14331 h 28397"/>
                  <a:gd name="connsiteX7" fmla="*/ 4239 w 28356"/>
                  <a:gd name="connsiteY7" fmla="*/ 24372 h 28397"/>
                  <a:gd name="connsiteX8" fmla="*/ 1426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5" y="28530"/>
                    </a:moveTo>
                    <a:cubicBezTo>
                      <a:pt x="18025" y="28530"/>
                      <a:pt x="21631" y="27034"/>
                      <a:pt x="24290" y="24372"/>
                    </a:cubicBezTo>
                    <a:cubicBezTo>
                      <a:pt x="26949" y="21709"/>
                      <a:pt x="28443" y="18097"/>
                      <a:pt x="28443" y="14331"/>
                    </a:cubicBezTo>
                    <a:cubicBezTo>
                      <a:pt x="28443" y="10566"/>
                      <a:pt x="26949" y="6954"/>
                      <a:pt x="24290" y="4291"/>
                    </a:cubicBezTo>
                    <a:cubicBezTo>
                      <a:pt x="21631" y="1628"/>
                      <a:pt x="18025" y="132"/>
                      <a:pt x="14265" y="132"/>
                    </a:cubicBezTo>
                    <a:cubicBezTo>
                      <a:pt x="10504" y="132"/>
                      <a:pt x="6898" y="1628"/>
                      <a:pt x="4239" y="4291"/>
                    </a:cubicBezTo>
                    <a:cubicBezTo>
                      <a:pt x="1580" y="6954"/>
                      <a:pt x="86" y="10566"/>
                      <a:pt x="86" y="14331"/>
                    </a:cubicBezTo>
                    <a:cubicBezTo>
                      <a:pt x="86" y="18097"/>
                      <a:pt x="1580" y="21709"/>
                      <a:pt x="4239" y="24372"/>
                    </a:cubicBezTo>
                    <a:cubicBezTo>
                      <a:pt x="6898" y="27034"/>
                      <a:pt x="10504" y="28530"/>
                      <a:pt x="14265"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0" name="Freeform: Shape 599">
                <a:extLst>
                  <a:ext uri="{FF2B5EF4-FFF2-40B4-BE49-F238E27FC236}">
                    <a16:creationId xmlns:a16="http://schemas.microsoft.com/office/drawing/2014/main" id="{BD35EEAE-935C-58E4-AE29-E33FF7F770FF}"/>
                  </a:ext>
                </a:extLst>
              </p:cNvPr>
              <p:cNvSpPr/>
              <p:nvPr/>
            </p:nvSpPr>
            <p:spPr>
              <a:xfrm>
                <a:off x="8558475" y="4951896"/>
                <a:ext cx="28356" cy="28397"/>
              </a:xfrm>
              <a:custGeom>
                <a:avLst/>
                <a:gdLst>
                  <a:gd name="connsiteX0" fmla="*/ 14264 w 28356"/>
                  <a:gd name="connsiteY0" fmla="*/ 28529 h 28397"/>
                  <a:gd name="connsiteX1" fmla="*/ 24290 w 28356"/>
                  <a:gd name="connsiteY1" fmla="*/ 24370 h 28397"/>
                  <a:gd name="connsiteX2" fmla="*/ 28442 w 28356"/>
                  <a:gd name="connsiteY2" fmla="*/ 14330 h 28397"/>
                  <a:gd name="connsiteX3" fmla="*/ 24290 w 28356"/>
                  <a:gd name="connsiteY3" fmla="*/ 4290 h 28397"/>
                  <a:gd name="connsiteX4" fmla="*/ 14264 w 28356"/>
                  <a:gd name="connsiteY4" fmla="*/ 131 h 28397"/>
                  <a:gd name="connsiteX5" fmla="*/ 4238 w 28356"/>
                  <a:gd name="connsiteY5" fmla="*/ 4290 h 28397"/>
                  <a:gd name="connsiteX6" fmla="*/ 86 w 28356"/>
                  <a:gd name="connsiteY6" fmla="*/ 14330 h 28397"/>
                  <a:gd name="connsiteX7" fmla="*/ 4238 w 28356"/>
                  <a:gd name="connsiteY7" fmla="*/ 24370 h 28397"/>
                  <a:gd name="connsiteX8" fmla="*/ 14264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4" y="28529"/>
                    </a:moveTo>
                    <a:cubicBezTo>
                      <a:pt x="18024" y="28529"/>
                      <a:pt x="21631" y="27033"/>
                      <a:pt x="24290" y="24370"/>
                    </a:cubicBezTo>
                    <a:cubicBezTo>
                      <a:pt x="26948" y="21707"/>
                      <a:pt x="28442" y="18095"/>
                      <a:pt x="28442" y="14330"/>
                    </a:cubicBezTo>
                    <a:cubicBezTo>
                      <a:pt x="28442" y="10564"/>
                      <a:pt x="26948" y="6952"/>
                      <a:pt x="24290" y="4290"/>
                    </a:cubicBezTo>
                    <a:cubicBezTo>
                      <a:pt x="21631" y="1627"/>
                      <a:pt x="18024" y="131"/>
                      <a:pt x="14264" y="131"/>
                    </a:cubicBezTo>
                    <a:cubicBezTo>
                      <a:pt x="10504" y="131"/>
                      <a:pt x="6897" y="1627"/>
                      <a:pt x="4238" y="4290"/>
                    </a:cubicBezTo>
                    <a:cubicBezTo>
                      <a:pt x="1580" y="6952"/>
                      <a:pt x="86" y="10564"/>
                      <a:pt x="86" y="14330"/>
                    </a:cubicBezTo>
                    <a:cubicBezTo>
                      <a:pt x="86" y="18095"/>
                      <a:pt x="1580" y="21707"/>
                      <a:pt x="4238" y="24370"/>
                    </a:cubicBezTo>
                    <a:cubicBezTo>
                      <a:pt x="6897" y="27033"/>
                      <a:pt x="10504" y="28529"/>
                      <a:pt x="14264"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1" name="Freeform: Shape 600">
                <a:extLst>
                  <a:ext uri="{FF2B5EF4-FFF2-40B4-BE49-F238E27FC236}">
                    <a16:creationId xmlns:a16="http://schemas.microsoft.com/office/drawing/2014/main" id="{4B2CAE0E-F5EC-A177-2F4D-CAE81D4F59C1}"/>
                  </a:ext>
                </a:extLst>
              </p:cNvPr>
              <p:cNvSpPr/>
              <p:nvPr/>
            </p:nvSpPr>
            <p:spPr>
              <a:xfrm>
                <a:off x="8550717" y="4979150"/>
                <a:ext cx="28356" cy="28397"/>
              </a:xfrm>
              <a:custGeom>
                <a:avLst/>
                <a:gdLst>
                  <a:gd name="connsiteX0" fmla="*/ 14263 w 28356"/>
                  <a:gd name="connsiteY0" fmla="*/ 28531 h 28397"/>
                  <a:gd name="connsiteX1" fmla="*/ 24289 w 28356"/>
                  <a:gd name="connsiteY1" fmla="*/ 24372 h 28397"/>
                  <a:gd name="connsiteX2" fmla="*/ 28442 w 28356"/>
                  <a:gd name="connsiteY2" fmla="*/ 14332 h 28397"/>
                  <a:gd name="connsiteX3" fmla="*/ 24289 w 28356"/>
                  <a:gd name="connsiteY3" fmla="*/ 4292 h 28397"/>
                  <a:gd name="connsiteX4" fmla="*/ 14263 w 28356"/>
                  <a:gd name="connsiteY4" fmla="*/ 133 h 28397"/>
                  <a:gd name="connsiteX5" fmla="*/ 4238 w 28356"/>
                  <a:gd name="connsiteY5" fmla="*/ 4292 h 28397"/>
                  <a:gd name="connsiteX6" fmla="*/ 85 w 28356"/>
                  <a:gd name="connsiteY6" fmla="*/ 14332 h 28397"/>
                  <a:gd name="connsiteX7" fmla="*/ 4238 w 28356"/>
                  <a:gd name="connsiteY7" fmla="*/ 24372 h 28397"/>
                  <a:gd name="connsiteX8" fmla="*/ 14263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31"/>
                    </a:moveTo>
                    <a:cubicBezTo>
                      <a:pt x="18024" y="28531"/>
                      <a:pt x="21630" y="27035"/>
                      <a:pt x="24289" y="24372"/>
                    </a:cubicBezTo>
                    <a:cubicBezTo>
                      <a:pt x="26948" y="21709"/>
                      <a:pt x="28442" y="18098"/>
                      <a:pt x="28442" y="14332"/>
                    </a:cubicBezTo>
                    <a:cubicBezTo>
                      <a:pt x="28442" y="10566"/>
                      <a:pt x="26948" y="6954"/>
                      <a:pt x="24289" y="4292"/>
                    </a:cubicBezTo>
                    <a:cubicBezTo>
                      <a:pt x="21630" y="1629"/>
                      <a:pt x="18024" y="133"/>
                      <a:pt x="14263" y="133"/>
                    </a:cubicBezTo>
                    <a:cubicBezTo>
                      <a:pt x="10503" y="133"/>
                      <a:pt x="6897" y="1629"/>
                      <a:pt x="4238" y="4292"/>
                    </a:cubicBezTo>
                    <a:cubicBezTo>
                      <a:pt x="1579" y="6954"/>
                      <a:pt x="85" y="10566"/>
                      <a:pt x="85" y="14332"/>
                    </a:cubicBezTo>
                    <a:cubicBezTo>
                      <a:pt x="85" y="18098"/>
                      <a:pt x="1579" y="21709"/>
                      <a:pt x="4238" y="24372"/>
                    </a:cubicBezTo>
                    <a:cubicBezTo>
                      <a:pt x="6897" y="27035"/>
                      <a:pt x="10503" y="28531"/>
                      <a:pt x="14263"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2" name="Freeform: Shape 601">
                <a:extLst>
                  <a:ext uri="{FF2B5EF4-FFF2-40B4-BE49-F238E27FC236}">
                    <a16:creationId xmlns:a16="http://schemas.microsoft.com/office/drawing/2014/main" id="{2DD4FB44-DB2D-C319-AE0F-876A830402C5}"/>
                  </a:ext>
                </a:extLst>
              </p:cNvPr>
              <p:cNvSpPr/>
              <p:nvPr/>
            </p:nvSpPr>
            <p:spPr>
              <a:xfrm>
                <a:off x="8542958" y="4688383"/>
                <a:ext cx="28356" cy="28397"/>
              </a:xfrm>
              <a:custGeom>
                <a:avLst/>
                <a:gdLst>
                  <a:gd name="connsiteX0" fmla="*/ 14263 w 28356"/>
                  <a:gd name="connsiteY0" fmla="*/ 28508 h 28397"/>
                  <a:gd name="connsiteX1" fmla="*/ 24288 w 28356"/>
                  <a:gd name="connsiteY1" fmla="*/ 24349 h 28397"/>
                  <a:gd name="connsiteX2" fmla="*/ 28441 w 28356"/>
                  <a:gd name="connsiteY2" fmla="*/ 14309 h 28397"/>
                  <a:gd name="connsiteX3" fmla="*/ 24288 w 28356"/>
                  <a:gd name="connsiteY3" fmla="*/ 4269 h 28397"/>
                  <a:gd name="connsiteX4" fmla="*/ 14263 w 28356"/>
                  <a:gd name="connsiteY4" fmla="*/ 110 h 28397"/>
                  <a:gd name="connsiteX5" fmla="*/ 4237 w 28356"/>
                  <a:gd name="connsiteY5" fmla="*/ 4269 h 28397"/>
                  <a:gd name="connsiteX6" fmla="*/ 84 w 28356"/>
                  <a:gd name="connsiteY6" fmla="*/ 14309 h 28397"/>
                  <a:gd name="connsiteX7" fmla="*/ 4237 w 28356"/>
                  <a:gd name="connsiteY7" fmla="*/ 24349 h 28397"/>
                  <a:gd name="connsiteX8" fmla="*/ 14263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3" y="28508"/>
                    </a:moveTo>
                    <a:cubicBezTo>
                      <a:pt x="18023" y="28508"/>
                      <a:pt x="21630" y="27012"/>
                      <a:pt x="24288" y="24349"/>
                    </a:cubicBezTo>
                    <a:cubicBezTo>
                      <a:pt x="26947" y="21687"/>
                      <a:pt x="28441" y="18075"/>
                      <a:pt x="28441" y="14309"/>
                    </a:cubicBezTo>
                    <a:cubicBezTo>
                      <a:pt x="28441" y="10543"/>
                      <a:pt x="26947" y="6932"/>
                      <a:pt x="24288" y="4269"/>
                    </a:cubicBezTo>
                    <a:cubicBezTo>
                      <a:pt x="21630" y="1606"/>
                      <a:pt x="18023" y="110"/>
                      <a:pt x="14263" y="110"/>
                    </a:cubicBezTo>
                    <a:cubicBezTo>
                      <a:pt x="10503" y="110"/>
                      <a:pt x="6896" y="1606"/>
                      <a:pt x="4237" y="4269"/>
                    </a:cubicBezTo>
                    <a:cubicBezTo>
                      <a:pt x="1578" y="6932"/>
                      <a:pt x="84" y="10543"/>
                      <a:pt x="84" y="14309"/>
                    </a:cubicBezTo>
                    <a:cubicBezTo>
                      <a:pt x="84" y="18075"/>
                      <a:pt x="1578" y="21687"/>
                      <a:pt x="4237" y="24349"/>
                    </a:cubicBezTo>
                    <a:cubicBezTo>
                      <a:pt x="6896" y="27012"/>
                      <a:pt x="10503" y="28508"/>
                      <a:pt x="14263" y="2850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3" name="Freeform: Shape 602">
                <a:extLst>
                  <a:ext uri="{FF2B5EF4-FFF2-40B4-BE49-F238E27FC236}">
                    <a16:creationId xmlns:a16="http://schemas.microsoft.com/office/drawing/2014/main" id="{5D0D8550-3472-EA40-3DE8-9E7AA7EB6B11}"/>
                  </a:ext>
                </a:extLst>
              </p:cNvPr>
              <p:cNvSpPr/>
              <p:nvPr/>
            </p:nvSpPr>
            <p:spPr>
              <a:xfrm>
                <a:off x="8535200" y="4869777"/>
                <a:ext cx="28356" cy="28397"/>
              </a:xfrm>
              <a:custGeom>
                <a:avLst/>
                <a:gdLst>
                  <a:gd name="connsiteX0" fmla="*/ 14262 w 28356"/>
                  <a:gd name="connsiteY0" fmla="*/ 28522 h 28397"/>
                  <a:gd name="connsiteX1" fmla="*/ 24288 w 28356"/>
                  <a:gd name="connsiteY1" fmla="*/ 24364 h 28397"/>
                  <a:gd name="connsiteX2" fmla="*/ 28440 w 28356"/>
                  <a:gd name="connsiteY2" fmla="*/ 14323 h 28397"/>
                  <a:gd name="connsiteX3" fmla="*/ 24288 w 28356"/>
                  <a:gd name="connsiteY3" fmla="*/ 4283 h 28397"/>
                  <a:gd name="connsiteX4" fmla="*/ 14262 w 28356"/>
                  <a:gd name="connsiteY4" fmla="*/ 124 h 28397"/>
                  <a:gd name="connsiteX5" fmla="*/ 4237 w 28356"/>
                  <a:gd name="connsiteY5" fmla="*/ 4283 h 28397"/>
                  <a:gd name="connsiteX6" fmla="*/ 84 w 28356"/>
                  <a:gd name="connsiteY6" fmla="*/ 14323 h 28397"/>
                  <a:gd name="connsiteX7" fmla="*/ 4237 w 28356"/>
                  <a:gd name="connsiteY7" fmla="*/ 24364 h 28397"/>
                  <a:gd name="connsiteX8" fmla="*/ 14262 w 28356"/>
                  <a:gd name="connsiteY8" fmla="*/ 2852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2"/>
                    </a:moveTo>
                    <a:cubicBezTo>
                      <a:pt x="18022" y="28522"/>
                      <a:pt x="21629" y="27026"/>
                      <a:pt x="24288" y="24364"/>
                    </a:cubicBezTo>
                    <a:cubicBezTo>
                      <a:pt x="26947" y="21701"/>
                      <a:pt x="28440" y="18089"/>
                      <a:pt x="28440" y="14323"/>
                    </a:cubicBezTo>
                    <a:cubicBezTo>
                      <a:pt x="28440" y="10558"/>
                      <a:pt x="26947" y="6946"/>
                      <a:pt x="24288" y="4283"/>
                    </a:cubicBezTo>
                    <a:cubicBezTo>
                      <a:pt x="21629" y="1620"/>
                      <a:pt x="18022" y="124"/>
                      <a:pt x="14262" y="124"/>
                    </a:cubicBezTo>
                    <a:cubicBezTo>
                      <a:pt x="10502" y="124"/>
                      <a:pt x="6895" y="1620"/>
                      <a:pt x="4237" y="4283"/>
                    </a:cubicBezTo>
                    <a:cubicBezTo>
                      <a:pt x="1578" y="6946"/>
                      <a:pt x="84" y="10558"/>
                      <a:pt x="84" y="14323"/>
                    </a:cubicBezTo>
                    <a:cubicBezTo>
                      <a:pt x="84" y="18089"/>
                      <a:pt x="1578" y="21701"/>
                      <a:pt x="4237" y="24364"/>
                    </a:cubicBezTo>
                    <a:cubicBezTo>
                      <a:pt x="6895" y="27026"/>
                      <a:pt x="10502" y="28522"/>
                      <a:pt x="14262" y="2852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4" name="Freeform: Shape 603">
                <a:extLst>
                  <a:ext uri="{FF2B5EF4-FFF2-40B4-BE49-F238E27FC236}">
                    <a16:creationId xmlns:a16="http://schemas.microsoft.com/office/drawing/2014/main" id="{AA0E4335-7323-A90A-3837-2EF81B506A9D}"/>
                  </a:ext>
                </a:extLst>
              </p:cNvPr>
              <p:cNvSpPr/>
              <p:nvPr/>
            </p:nvSpPr>
            <p:spPr>
              <a:xfrm>
                <a:off x="8527441" y="4909770"/>
                <a:ext cx="28356" cy="28397"/>
              </a:xfrm>
              <a:custGeom>
                <a:avLst/>
                <a:gdLst>
                  <a:gd name="connsiteX0" fmla="*/ 14262 w 28356"/>
                  <a:gd name="connsiteY0" fmla="*/ 28525 h 28397"/>
                  <a:gd name="connsiteX1" fmla="*/ 24287 w 28356"/>
                  <a:gd name="connsiteY1" fmla="*/ 24367 h 28397"/>
                  <a:gd name="connsiteX2" fmla="*/ 28440 w 28356"/>
                  <a:gd name="connsiteY2" fmla="*/ 14326 h 28397"/>
                  <a:gd name="connsiteX3" fmla="*/ 24287 w 28356"/>
                  <a:gd name="connsiteY3" fmla="*/ 4286 h 28397"/>
                  <a:gd name="connsiteX4" fmla="*/ 14262 w 28356"/>
                  <a:gd name="connsiteY4" fmla="*/ 128 h 28397"/>
                  <a:gd name="connsiteX5" fmla="*/ 4236 w 28356"/>
                  <a:gd name="connsiteY5" fmla="*/ 4286 h 28397"/>
                  <a:gd name="connsiteX6" fmla="*/ 83 w 28356"/>
                  <a:gd name="connsiteY6" fmla="*/ 14326 h 28397"/>
                  <a:gd name="connsiteX7" fmla="*/ 4236 w 28356"/>
                  <a:gd name="connsiteY7" fmla="*/ 24367 h 28397"/>
                  <a:gd name="connsiteX8" fmla="*/ 14262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2" y="28525"/>
                    </a:moveTo>
                    <a:cubicBezTo>
                      <a:pt x="18022" y="28525"/>
                      <a:pt x="21628" y="27029"/>
                      <a:pt x="24287" y="24367"/>
                    </a:cubicBezTo>
                    <a:cubicBezTo>
                      <a:pt x="26946" y="21704"/>
                      <a:pt x="28440" y="18092"/>
                      <a:pt x="28440" y="14326"/>
                    </a:cubicBezTo>
                    <a:cubicBezTo>
                      <a:pt x="28440" y="10561"/>
                      <a:pt x="26946" y="6949"/>
                      <a:pt x="24287" y="4286"/>
                    </a:cubicBezTo>
                    <a:cubicBezTo>
                      <a:pt x="21628" y="1624"/>
                      <a:pt x="18022" y="128"/>
                      <a:pt x="14262" y="128"/>
                    </a:cubicBezTo>
                    <a:cubicBezTo>
                      <a:pt x="10501" y="128"/>
                      <a:pt x="6895" y="1624"/>
                      <a:pt x="4236" y="4286"/>
                    </a:cubicBezTo>
                    <a:cubicBezTo>
                      <a:pt x="1577" y="6949"/>
                      <a:pt x="83" y="10561"/>
                      <a:pt x="83" y="14326"/>
                    </a:cubicBezTo>
                    <a:cubicBezTo>
                      <a:pt x="83" y="18092"/>
                      <a:pt x="1577" y="21704"/>
                      <a:pt x="4236" y="24367"/>
                    </a:cubicBezTo>
                    <a:cubicBezTo>
                      <a:pt x="6895" y="27029"/>
                      <a:pt x="10501" y="28525"/>
                      <a:pt x="14262"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5" name="Freeform: Shape 604">
                <a:extLst>
                  <a:ext uri="{FF2B5EF4-FFF2-40B4-BE49-F238E27FC236}">
                    <a16:creationId xmlns:a16="http://schemas.microsoft.com/office/drawing/2014/main" id="{A3BB50DE-C29B-3332-5946-BDCD184E2A42}"/>
                  </a:ext>
                </a:extLst>
              </p:cNvPr>
              <p:cNvSpPr/>
              <p:nvPr/>
            </p:nvSpPr>
            <p:spPr>
              <a:xfrm>
                <a:off x="8519684" y="4757497"/>
                <a:ext cx="28356" cy="28397"/>
              </a:xfrm>
              <a:custGeom>
                <a:avLst/>
                <a:gdLst>
                  <a:gd name="connsiteX0" fmla="*/ 14261 w 28356"/>
                  <a:gd name="connsiteY0" fmla="*/ 28513 h 28397"/>
                  <a:gd name="connsiteX1" fmla="*/ 24287 w 28356"/>
                  <a:gd name="connsiteY1" fmla="*/ 24355 h 28397"/>
                  <a:gd name="connsiteX2" fmla="*/ 28439 w 28356"/>
                  <a:gd name="connsiteY2" fmla="*/ 14314 h 28397"/>
                  <a:gd name="connsiteX3" fmla="*/ 24287 w 28356"/>
                  <a:gd name="connsiteY3" fmla="*/ 4274 h 28397"/>
                  <a:gd name="connsiteX4" fmla="*/ 14261 w 28356"/>
                  <a:gd name="connsiteY4" fmla="*/ 116 h 28397"/>
                  <a:gd name="connsiteX5" fmla="*/ 4235 w 28356"/>
                  <a:gd name="connsiteY5" fmla="*/ 4274 h 28397"/>
                  <a:gd name="connsiteX6" fmla="*/ 83 w 28356"/>
                  <a:gd name="connsiteY6" fmla="*/ 14314 h 28397"/>
                  <a:gd name="connsiteX7" fmla="*/ 4235 w 28356"/>
                  <a:gd name="connsiteY7" fmla="*/ 24355 h 28397"/>
                  <a:gd name="connsiteX8" fmla="*/ 14261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1" y="28513"/>
                    </a:moveTo>
                    <a:cubicBezTo>
                      <a:pt x="18021" y="28513"/>
                      <a:pt x="21628" y="27017"/>
                      <a:pt x="24287" y="24355"/>
                    </a:cubicBezTo>
                    <a:cubicBezTo>
                      <a:pt x="26945" y="21692"/>
                      <a:pt x="28439" y="18080"/>
                      <a:pt x="28439" y="14314"/>
                    </a:cubicBezTo>
                    <a:cubicBezTo>
                      <a:pt x="28439" y="10549"/>
                      <a:pt x="26945" y="6937"/>
                      <a:pt x="24287" y="4274"/>
                    </a:cubicBezTo>
                    <a:cubicBezTo>
                      <a:pt x="21628" y="1612"/>
                      <a:pt x="18021" y="116"/>
                      <a:pt x="14261" y="116"/>
                    </a:cubicBezTo>
                    <a:cubicBezTo>
                      <a:pt x="10501" y="116"/>
                      <a:pt x="6894" y="1612"/>
                      <a:pt x="4235" y="4274"/>
                    </a:cubicBezTo>
                    <a:cubicBezTo>
                      <a:pt x="1576" y="6937"/>
                      <a:pt x="83" y="10549"/>
                      <a:pt x="83" y="14314"/>
                    </a:cubicBezTo>
                    <a:cubicBezTo>
                      <a:pt x="83" y="18080"/>
                      <a:pt x="1576" y="21692"/>
                      <a:pt x="4235" y="24355"/>
                    </a:cubicBezTo>
                    <a:cubicBezTo>
                      <a:pt x="6894" y="27017"/>
                      <a:pt x="10501" y="28513"/>
                      <a:pt x="14261"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6" name="Freeform: Shape 605">
                <a:extLst>
                  <a:ext uri="{FF2B5EF4-FFF2-40B4-BE49-F238E27FC236}">
                    <a16:creationId xmlns:a16="http://schemas.microsoft.com/office/drawing/2014/main" id="{CA712C08-0EFE-D6F7-3474-48677F841761}"/>
                  </a:ext>
                </a:extLst>
              </p:cNvPr>
              <p:cNvSpPr/>
              <p:nvPr/>
            </p:nvSpPr>
            <p:spPr>
              <a:xfrm>
                <a:off x="8511925" y="4965751"/>
                <a:ext cx="28356" cy="28397"/>
              </a:xfrm>
              <a:custGeom>
                <a:avLst/>
                <a:gdLst>
                  <a:gd name="connsiteX0" fmla="*/ 14260 w 28356"/>
                  <a:gd name="connsiteY0" fmla="*/ 28530 h 28397"/>
                  <a:gd name="connsiteX1" fmla="*/ 24286 w 28356"/>
                  <a:gd name="connsiteY1" fmla="*/ 24371 h 28397"/>
                  <a:gd name="connsiteX2" fmla="*/ 28439 w 28356"/>
                  <a:gd name="connsiteY2" fmla="*/ 14331 h 28397"/>
                  <a:gd name="connsiteX3" fmla="*/ 24286 w 28356"/>
                  <a:gd name="connsiteY3" fmla="*/ 4291 h 28397"/>
                  <a:gd name="connsiteX4" fmla="*/ 14260 w 28356"/>
                  <a:gd name="connsiteY4" fmla="*/ 132 h 28397"/>
                  <a:gd name="connsiteX5" fmla="*/ 4235 w 28356"/>
                  <a:gd name="connsiteY5" fmla="*/ 4291 h 28397"/>
                  <a:gd name="connsiteX6" fmla="*/ 82 w 28356"/>
                  <a:gd name="connsiteY6" fmla="*/ 14331 h 28397"/>
                  <a:gd name="connsiteX7" fmla="*/ 4235 w 28356"/>
                  <a:gd name="connsiteY7" fmla="*/ 24371 h 28397"/>
                  <a:gd name="connsiteX8" fmla="*/ 14260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30"/>
                    </a:moveTo>
                    <a:cubicBezTo>
                      <a:pt x="18020" y="28530"/>
                      <a:pt x="21627" y="27034"/>
                      <a:pt x="24286" y="24371"/>
                    </a:cubicBezTo>
                    <a:cubicBezTo>
                      <a:pt x="26945" y="21708"/>
                      <a:pt x="28439" y="18097"/>
                      <a:pt x="28439" y="14331"/>
                    </a:cubicBezTo>
                    <a:cubicBezTo>
                      <a:pt x="28439" y="10565"/>
                      <a:pt x="26945" y="6953"/>
                      <a:pt x="24286" y="4291"/>
                    </a:cubicBezTo>
                    <a:cubicBezTo>
                      <a:pt x="21627" y="1628"/>
                      <a:pt x="18020" y="132"/>
                      <a:pt x="14260" y="132"/>
                    </a:cubicBezTo>
                    <a:cubicBezTo>
                      <a:pt x="10500" y="132"/>
                      <a:pt x="6893" y="1628"/>
                      <a:pt x="4235" y="4291"/>
                    </a:cubicBezTo>
                    <a:cubicBezTo>
                      <a:pt x="1576" y="6953"/>
                      <a:pt x="82" y="10565"/>
                      <a:pt x="82" y="14331"/>
                    </a:cubicBezTo>
                    <a:cubicBezTo>
                      <a:pt x="82" y="18097"/>
                      <a:pt x="1576" y="21708"/>
                      <a:pt x="4235" y="24371"/>
                    </a:cubicBezTo>
                    <a:cubicBezTo>
                      <a:pt x="6893" y="27034"/>
                      <a:pt x="10500" y="28530"/>
                      <a:pt x="14260"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7" name="Freeform: Shape 606">
                <a:extLst>
                  <a:ext uri="{FF2B5EF4-FFF2-40B4-BE49-F238E27FC236}">
                    <a16:creationId xmlns:a16="http://schemas.microsoft.com/office/drawing/2014/main" id="{9373CD78-22D3-CB9F-E6A9-74F764983E18}"/>
                  </a:ext>
                </a:extLst>
              </p:cNvPr>
              <p:cNvSpPr/>
              <p:nvPr/>
            </p:nvSpPr>
            <p:spPr>
              <a:xfrm>
                <a:off x="8504167" y="4691165"/>
                <a:ext cx="28356" cy="28397"/>
              </a:xfrm>
              <a:custGeom>
                <a:avLst/>
                <a:gdLst>
                  <a:gd name="connsiteX0" fmla="*/ 14260 w 28356"/>
                  <a:gd name="connsiteY0" fmla="*/ 28508 h 28397"/>
                  <a:gd name="connsiteX1" fmla="*/ 24285 w 28356"/>
                  <a:gd name="connsiteY1" fmla="*/ 24350 h 28397"/>
                  <a:gd name="connsiteX2" fmla="*/ 28438 w 28356"/>
                  <a:gd name="connsiteY2" fmla="*/ 14309 h 28397"/>
                  <a:gd name="connsiteX3" fmla="*/ 24285 w 28356"/>
                  <a:gd name="connsiteY3" fmla="*/ 4269 h 28397"/>
                  <a:gd name="connsiteX4" fmla="*/ 14260 w 28356"/>
                  <a:gd name="connsiteY4" fmla="*/ 110 h 28397"/>
                  <a:gd name="connsiteX5" fmla="*/ 4234 w 28356"/>
                  <a:gd name="connsiteY5" fmla="*/ 4269 h 28397"/>
                  <a:gd name="connsiteX6" fmla="*/ 81 w 28356"/>
                  <a:gd name="connsiteY6" fmla="*/ 14309 h 28397"/>
                  <a:gd name="connsiteX7" fmla="*/ 4234 w 28356"/>
                  <a:gd name="connsiteY7" fmla="*/ 24350 h 28397"/>
                  <a:gd name="connsiteX8" fmla="*/ 14260 w 28356"/>
                  <a:gd name="connsiteY8" fmla="*/ 2850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60" y="28508"/>
                    </a:moveTo>
                    <a:cubicBezTo>
                      <a:pt x="18020" y="28508"/>
                      <a:pt x="21626" y="27012"/>
                      <a:pt x="24285" y="24350"/>
                    </a:cubicBezTo>
                    <a:cubicBezTo>
                      <a:pt x="26944" y="21687"/>
                      <a:pt x="28438" y="18075"/>
                      <a:pt x="28438" y="14309"/>
                    </a:cubicBezTo>
                    <a:cubicBezTo>
                      <a:pt x="28438" y="10544"/>
                      <a:pt x="26944" y="6932"/>
                      <a:pt x="24285" y="4269"/>
                    </a:cubicBezTo>
                    <a:cubicBezTo>
                      <a:pt x="21626" y="1606"/>
                      <a:pt x="18020" y="110"/>
                      <a:pt x="14260" y="110"/>
                    </a:cubicBezTo>
                    <a:cubicBezTo>
                      <a:pt x="10500" y="110"/>
                      <a:pt x="6893" y="1606"/>
                      <a:pt x="4234" y="4269"/>
                    </a:cubicBezTo>
                    <a:cubicBezTo>
                      <a:pt x="1575" y="6932"/>
                      <a:pt x="81" y="10544"/>
                      <a:pt x="81" y="14309"/>
                    </a:cubicBezTo>
                    <a:cubicBezTo>
                      <a:pt x="81" y="18075"/>
                      <a:pt x="1575" y="21687"/>
                      <a:pt x="4234" y="24350"/>
                    </a:cubicBezTo>
                    <a:cubicBezTo>
                      <a:pt x="6893" y="27012"/>
                      <a:pt x="10500" y="28508"/>
                      <a:pt x="14260" y="2850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8" name="Freeform: Shape 607">
                <a:extLst>
                  <a:ext uri="{FF2B5EF4-FFF2-40B4-BE49-F238E27FC236}">
                    <a16:creationId xmlns:a16="http://schemas.microsoft.com/office/drawing/2014/main" id="{E278DF5A-B9D7-C72B-EA7A-E962846C4E6F}"/>
                  </a:ext>
                </a:extLst>
              </p:cNvPr>
              <p:cNvSpPr/>
              <p:nvPr/>
            </p:nvSpPr>
            <p:spPr>
              <a:xfrm>
                <a:off x="8496408" y="4805935"/>
                <a:ext cx="28356" cy="28397"/>
              </a:xfrm>
              <a:custGeom>
                <a:avLst/>
                <a:gdLst>
                  <a:gd name="connsiteX0" fmla="*/ 14259 w 28356"/>
                  <a:gd name="connsiteY0" fmla="*/ 28517 h 28397"/>
                  <a:gd name="connsiteX1" fmla="*/ 24285 w 28356"/>
                  <a:gd name="connsiteY1" fmla="*/ 24359 h 28397"/>
                  <a:gd name="connsiteX2" fmla="*/ 28437 w 28356"/>
                  <a:gd name="connsiteY2" fmla="*/ 14318 h 28397"/>
                  <a:gd name="connsiteX3" fmla="*/ 24285 w 28356"/>
                  <a:gd name="connsiteY3" fmla="*/ 4278 h 28397"/>
                  <a:gd name="connsiteX4" fmla="*/ 14259 w 28356"/>
                  <a:gd name="connsiteY4" fmla="*/ 119 h 28397"/>
                  <a:gd name="connsiteX5" fmla="*/ 4233 w 28356"/>
                  <a:gd name="connsiteY5" fmla="*/ 4278 h 28397"/>
                  <a:gd name="connsiteX6" fmla="*/ 81 w 28356"/>
                  <a:gd name="connsiteY6" fmla="*/ 14318 h 28397"/>
                  <a:gd name="connsiteX7" fmla="*/ 4233 w 28356"/>
                  <a:gd name="connsiteY7" fmla="*/ 24359 h 28397"/>
                  <a:gd name="connsiteX8" fmla="*/ 14259 w 28356"/>
                  <a:gd name="connsiteY8" fmla="*/ 2851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9" y="28517"/>
                    </a:moveTo>
                    <a:cubicBezTo>
                      <a:pt x="18019" y="28517"/>
                      <a:pt x="21626" y="27021"/>
                      <a:pt x="24285" y="24359"/>
                    </a:cubicBezTo>
                    <a:cubicBezTo>
                      <a:pt x="26944" y="21696"/>
                      <a:pt x="28437" y="18084"/>
                      <a:pt x="28437" y="14318"/>
                    </a:cubicBezTo>
                    <a:cubicBezTo>
                      <a:pt x="28437" y="10553"/>
                      <a:pt x="26944" y="6941"/>
                      <a:pt x="24285" y="4278"/>
                    </a:cubicBezTo>
                    <a:cubicBezTo>
                      <a:pt x="21626" y="1615"/>
                      <a:pt x="18019" y="119"/>
                      <a:pt x="14259" y="119"/>
                    </a:cubicBezTo>
                    <a:cubicBezTo>
                      <a:pt x="10499" y="119"/>
                      <a:pt x="6892" y="1615"/>
                      <a:pt x="4233" y="4278"/>
                    </a:cubicBezTo>
                    <a:cubicBezTo>
                      <a:pt x="1575" y="6941"/>
                      <a:pt x="81" y="10553"/>
                      <a:pt x="81" y="14318"/>
                    </a:cubicBezTo>
                    <a:cubicBezTo>
                      <a:pt x="81" y="18084"/>
                      <a:pt x="1575" y="21696"/>
                      <a:pt x="4233" y="24359"/>
                    </a:cubicBezTo>
                    <a:cubicBezTo>
                      <a:pt x="6892" y="27021"/>
                      <a:pt x="10499" y="28517"/>
                      <a:pt x="14259" y="2851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09" name="Freeform: Shape 608">
                <a:extLst>
                  <a:ext uri="{FF2B5EF4-FFF2-40B4-BE49-F238E27FC236}">
                    <a16:creationId xmlns:a16="http://schemas.microsoft.com/office/drawing/2014/main" id="{63651694-4860-93B1-1532-2F2C0697DD4F}"/>
                  </a:ext>
                </a:extLst>
              </p:cNvPr>
              <p:cNvSpPr/>
              <p:nvPr/>
            </p:nvSpPr>
            <p:spPr>
              <a:xfrm>
                <a:off x="8488650" y="4900588"/>
                <a:ext cx="28356" cy="28397"/>
              </a:xfrm>
              <a:custGeom>
                <a:avLst/>
                <a:gdLst>
                  <a:gd name="connsiteX0" fmla="*/ 14258 w 28356"/>
                  <a:gd name="connsiteY0" fmla="*/ 28525 h 28397"/>
                  <a:gd name="connsiteX1" fmla="*/ 24284 w 28356"/>
                  <a:gd name="connsiteY1" fmla="*/ 24366 h 28397"/>
                  <a:gd name="connsiteX2" fmla="*/ 28437 w 28356"/>
                  <a:gd name="connsiteY2" fmla="*/ 14326 h 28397"/>
                  <a:gd name="connsiteX3" fmla="*/ 24284 w 28356"/>
                  <a:gd name="connsiteY3" fmla="*/ 4286 h 28397"/>
                  <a:gd name="connsiteX4" fmla="*/ 14258 w 28356"/>
                  <a:gd name="connsiteY4" fmla="*/ 127 h 28397"/>
                  <a:gd name="connsiteX5" fmla="*/ 4233 w 28356"/>
                  <a:gd name="connsiteY5" fmla="*/ 4286 h 28397"/>
                  <a:gd name="connsiteX6" fmla="*/ 80 w 28356"/>
                  <a:gd name="connsiteY6" fmla="*/ 14326 h 28397"/>
                  <a:gd name="connsiteX7" fmla="*/ 4233 w 28356"/>
                  <a:gd name="connsiteY7" fmla="*/ 24366 h 28397"/>
                  <a:gd name="connsiteX8" fmla="*/ 14258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25"/>
                    </a:moveTo>
                    <a:cubicBezTo>
                      <a:pt x="18019" y="28525"/>
                      <a:pt x="21625" y="27029"/>
                      <a:pt x="24284" y="24366"/>
                    </a:cubicBezTo>
                    <a:cubicBezTo>
                      <a:pt x="26943" y="21703"/>
                      <a:pt x="28437" y="18091"/>
                      <a:pt x="28437" y="14326"/>
                    </a:cubicBezTo>
                    <a:cubicBezTo>
                      <a:pt x="28437" y="10560"/>
                      <a:pt x="26943" y="6948"/>
                      <a:pt x="24284" y="4286"/>
                    </a:cubicBezTo>
                    <a:cubicBezTo>
                      <a:pt x="21625" y="1623"/>
                      <a:pt x="18019" y="127"/>
                      <a:pt x="14258" y="127"/>
                    </a:cubicBezTo>
                    <a:cubicBezTo>
                      <a:pt x="10498" y="127"/>
                      <a:pt x="6892" y="1623"/>
                      <a:pt x="4233" y="4286"/>
                    </a:cubicBezTo>
                    <a:cubicBezTo>
                      <a:pt x="1574" y="6948"/>
                      <a:pt x="80" y="10560"/>
                      <a:pt x="80" y="14326"/>
                    </a:cubicBezTo>
                    <a:cubicBezTo>
                      <a:pt x="80" y="18091"/>
                      <a:pt x="1574" y="21703"/>
                      <a:pt x="4233" y="24366"/>
                    </a:cubicBezTo>
                    <a:cubicBezTo>
                      <a:pt x="6892" y="27029"/>
                      <a:pt x="10498" y="28525"/>
                      <a:pt x="14258"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0" name="Freeform: Shape 609">
                <a:extLst>
                  <a:ext uri="{FF2B5EF4-FFF2-40B4-BE49-F238E27FC236}">
                    <a16:creationId xmlns:a16="http://schemas.microsoft.com/office/drawing/2014/main" id="{9C7A70BC-2428-3F2A-4ABB-8045AC965C40}"/>
                  </a:ext>
                </a:extLst>
              </p:cNvPr>
              <p:cNvSpPr/>
              <p:nvPr/>
            </p:nvSpPr>
            <p:spPr>
              <a:xfrm>
                <a:off x="8480891" y="4886491"/>
                <a:ext cx="28356" cy="28397"/>
              </a:xfrm>
              <a:custGeom>
                <a:avLst/>
                <a:gdLst>
                  <a:gd name="connsiteX0" fmla="*/ 14258 w 28356"/>
                  <a:gd name="connsiteY0" fmla="*/ 28524 h 28397"/>
                  <a:gd name="connsiteX1" fmla="*/ 24283 w 28356"/>
                  <a:gd name="connsiteY1" fmla="*/ 24365 h 28397"/>
                  <a:gd name="connsiteX2" fmla="*/ 28436 w 28356"/>
                  <a:gd name="connsiteY2" fmla="*/ 14325 h 28397"/>
                  <a:gd name="connsiteX3" fmla="*/ 24283 w 28356"/>
                  <a:gd name="connsiteY3" fmla="*/ 4284 h 28397"/>
                  <a:gd name="connsiteX4" fmla="*/ 14258 w 28356"/>
                  <a:gd name="connsiteY4" fmla="*/ 126 h 28397"/>
                  <a:gd name="connsiteX5" fmla="*/ 4232 w 28356"/>
                  <a:gd name="connsiteY5" fmla="*/ 4284 h 28397"/>
                  <a:gd name="connsiteX6" fmla="*/ 80 w 28356"/>
                  <a:gd name="connsiteY6" fmla="*/ 14325 h 28397"/>
                  <a:gd name="connsiteX7" fmla="*/ 4232 w 28356"/>
                  <a:gd name="connsiteY7" fmla="*/ 24365 h 28397"/>
                  <a:gd name="connsiteX8" fmla="*/ 14258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8" y="28524"/>
                    </a:moveTo>
                    <a:cubicBezTo>
                      <a:pt x="18018" y="28524"/>
                      <a:pt x="21625" y="27028"/>
                      <a:pt x="24283" y="24365"/>
                    </a:cubicBezTo>
                    <a:cubicBezTo>
                      <a:pt x="26942" y="21702"/>
                      <a:pt x="28436" y="18090"/>
                      <a:pt x="28436" y="14325"/>
                    </a:cubicBezTo>
                    <a:cubicBezTo>
                      <a:pt x="28436" y="10559"/>
                      <a:pt x="26942" y="6947"/>
                      <a:pt x="24283" y="4284"/>
                    </a:cubicBezTo>
                    <a:cubicBezTo>
                      <a:pt x="21625" y="1622"/>
                      <a:pt x="18018" y="126"/>
                      <a:pt x="14258" y="126"/>
                    </a:cubicBezTo>
                    <a:cubicBezTo>
                      <a:pt x="10498" y="126"/>
                      <a:pt x="6891" y="1622"/>
                      <a:pt x="4232" y="4284"/>
                    </a:cubicBezTo>
                    <a:cubicBezTo>
                      <a:pt x="1573" y="6947"/>
                      <a:pt x="80" y="10559"/>
                      <a:pt x="80" y="14325"/>
                    </a:cubicBezTo>
                    <a:cubicBezTo>
                      <a:pt x="80" y="18090"/>
                      <a:pt x="1573" y="21702"/>
                      <a:pt x="4232" y="24365"/>
                    </a:cubicBezTo>
                    <a:cubicBezTo>
                      <a:pt x="6891" y="27028"/>
                      <a:pt x="10498" y="28524"/>
                      <a:pt x="14258"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1" name="Freeform: Shape 610">
                <a:extLst>
                  <a:ext uri="{FF2B5EF4-FFF2-40B4-BE49-F238E27FC236}">
                    <a16:creationId xmlns:a16="http://schemas.microsoft.com/office/drawing/2014/main" id="{56E92666-86BD-6A44-41BA-8CFE5A44BFC0}"/>
                  </a:ext>
                </a:extLst>
              </p:cNvPr>
              <p:cNvSpPr/>
              <p:nvPr/>
            </p:nvSpPr>
            <p:spPr>
              <a:xfrm>
                <a:off x="8473133" y="4824083"/>
                <a:ext cx="28356" cy="28397"/>
              </a:xfrm>
              <a:custGeom>
                <a:avLst/>
                <a:gdLst>
                  <a:gd name="connsiteX0" fmla="*/ 14257 w 28356"/>
                  <a:gd name="connsiteY0" fmla="*/ 28519 h 28397"/>
                  <a:gd name="connsiteX1" fmla="*/ 24283 w 28356"/>
                  <a:gd name="connsiteY1" fmla="*/ 24360 h 28397"/>
                  <a:gd name="connsiteX2" fmla="*/ 28436 w 28356"/>
                  <a:gd name="connsiteY2" fmla="*/ 14320 h 28397"/>
                  <a:gd name="connsiteX3" fmla="*/ 24283 w 28356"/>
                  <a:gd name="connsiteY3" fmla="*/ 4280 h 28397"/>
                  <a:gd name="connsiteX4" fmla="*/ 14257 w 28356"/>
                  <a:gd name="connsiteY4" fmla="*/ 121 h 28397"/>
                  <a:gd name="connsiteX5" fmla="*/ 4232 w 28356"/>
                  <a:gd name="connsiteY5" fmla="*/ 4280 h 28397"/>
                  <a:gd name="connsiteX6" fmla="*/ 79 w 28356"/>
                  <a:gd name="connsiteY6" fmla="*/ 14320 h 28397"/>
                  <a:gd name="connsiteX7" fmla="*/ 4232 w 28356"/>
                  <a:gd name="connsiteY7" fmla="*/ 24360 h 28397"/>
                  <a:gd name="connsiteX8" fmla="*/ 14257 w 28356"/>
                  <a:gd name="connsiteY8" fmla="*/ 2851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519"/>
                    </a:moveTo>
                    <a:cubicBezTo>
                      <a:pt x="18017" y="28519"/>
                      <a:pt x="21624" y="27023"/>
                      <a:pt x="24283" y="24360"/>
                    </a:cubicBezTo>
                    <a:cubicBezTo>
                      <a:pt x="26942" y="21697"/>
                      <a:pt x="28436" y="18085"/>
                      <a:pt x="28436" y="14320"/>
                    </a:cubicBezTo>
                    <a:cubicBezTo>
                      <a:pt x="28436" y="10554"/>
                      <a:pt x="26942" y="6942"/>
                      <a:pt x="24283" y="4280"/>
                    </a:cubicBezTo>
                    <a:cubicBezTo>
                      <a:pt x="21624" y="1617"/>
                      <a:pt x="18017" y="121"/>
                      <a:pt x="14257" y="121"/>
                    </a:cubicBezTo>
                    <a:cubicBezTo>
                      <a:pt x="10497" y="121"/>
                      <a:pt x="6890" y="1617"/>
                      <a:pt x="4232" y="4280"/>
                    </a:cubicBezTo>
                    <a:cubicBezTo>
                      <a:pt x="1573" y="6942"/>
                      <a:pt x="79" y="10554"/>
                      <a:pt x="79" y="14320"/>
                    </a:cubicBezTo>
                    <a:cubicBezTo>
                      <a:pt x="79" y="18085"/>
                      <a:pt x="1573" y="21697"/>
                      <a:pt x="4232" y="24360"/>
                    </a:cubicBezTo>
                    <a:cubicBezTo>
                      <a:pt x="6890" y="27023"/>
                      <a:pt x="10497" y="28519"/>
                      <a:pt x="14257" y="2851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2" name="Freeform: Shape 611">
                <a:extLst>
                  <a:ext uri="{FF2B5EF4-FFF2-40B4-BE49-F238E27FC236}">
                    <a16:creationId xmlns:a16="http://schemas.microsoft.com/office/drawing/2014/main" id="{1D58EAA4-54EF-A05E-952F-C1AF29B53F0E}"/>
                  </a:ext>
                </a:extLst>
              </p:cNvPr>
              <p:cNvSpPr/>
              <p:nvPr/>
            </p:nvSpPr>
            <p:spPr>
              <a:xfrm>
                <a:off x="8465375" y="4874019"/>
                <a:ext cx="28356" cy="28397"/>
              </a:xfrm>
              <a:custGeom>
                <a:avLst/>
                <a:gdLst>
                  <a:gd name="connsiteX0" fmla="*/ 14257 w 28356"/>
                  <a:gd name="connsiteY0" fmla="*/ 28523 h 28397"/>
                  <a:gd name="connsiteX1" fmla="*/ 24282 w 28356"/>
                  <a:gd name="connsiteY1" fmla="*/ 24364 h 28397"/>
                  <a:gd name="connsiteX2" fmla="*/ 28435 w 28356"/>
                  <a:gd name="connsiteY2" fmla="*/ 14324 h 28397"/>
                  <a:gd name="connsiteX3" fmla="*/ 24282 w 28356"/>
                  <a:gd name="connsiteY3" fmla="*/ 4283 h 28397"/>
                  <a:gd name="connsiteX4" fmla="*/ 14257 w 28356"/>
                  <a:gd name="connsiteY4" fmla="*/ 125 h 28397"/>
                  <a:gd name="connsiteX5" fmla="*/ 4231 w 28356"/>
                  <a:gd name="connsiteY5" fmla="*/ 4283 h 28397"/>
                  <a:gd name="connsiteX6" fmla="*/ 78 w 28356"/>
                  <a:gd name="connsiteY6" fmla="*/ 14324 h 28397"/>
                  <a:gd name="connsiteX7" fmla="*/ 4231 w 28356"/>
                  <a:gd name="connsiteY7" fmla="*/ 24364 h 28397"/>
                  <a:gd name="connsiteX8" fmla="*/ 14257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7" y="28523"/>
                    </a:moveTo>
                    <a:cubicBezTo>
                      <a:pt x="18017" y="28523"/>
                      <a:pt x="21623" y="27027"/>
                      <a:pt x="24282" y="24364"/>
                    </a:cubicBezTo>
                    <a:cubicBezTo>
                      <a:pt x="26941" y="21701"/>
                      <a:pt x="28435" y="18089"/>
                      <a:pt x="28435" y="14324"/>
                    </a:cubicBezTo>
                    <a:cubicBezTo>
                      <a:pt x="28435" y="10558"/>
                      <a:pt x="26941" y="6946"/>
                      <a:pt x="24282" y="4283"/>
                    </a:cubicBezTo>
                    <a:cubicBezTo>
                      <a:pt x="21623" y="1621"/>
                      <a:pt x="18017" y="125"/>
                      <a:pt x="14257" y="125"/>
                    </a:cubicBezTo>
                    <a:cubicBezTo>
                      <a:pt x="10496" y="125"/>
                      <a:pt x="6890" y="1621"/>
                      <a:pt x="4231" y="4283"/>
                    </a:cubicBezTo>
                    <a:cubicBezTo>
                      <a:pt x="1572" y="6946"/>
                      <a:pt x="78" y="10558"/>
                      <a:pt x="78" y="14324"/>
                    </a:cubicBezTo>
                    <a:cubicBezTo>
                      <a:pt x="78" y="18089"/>
                      <a:pt x="1572" y="21701"/>
                      <a:pt x="4231" y="24364"/>
                    </a:cubicBezTo>
                    <a:cubicBezTo>
                      <a:pt x="6890" y="27027"/>
                      <a:pt x="10496" y="28523"/>
                      <a:pt x="14257"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3" name="Freeform: Shape 612">
                <a:extLst>
                  <a:ext uri="{FF2B5EF4-FFF2-40B4-BE49-F238E27FC236}">
                    <a16:creationId xmlns:a16="http://schemas.microsoft.com/office/drawing/2014/main" id="{586EFB4F-6FCB-F2DC-EA6B-36A3A81EB9CB}"/>
                  </a:ext>
                </a:extLst>
              </p:cNvPr>
              <p:cNvSpPr/>
              <p:nvPr/>
            </p:nvSpPr>
            <p:spPr>
              <a:xfrm>
                <a:off x="8457617" y="4992002"/>
                <a:ext cx="28356" cy="28397"/>
              </a:xfrm>
              <a:custGeom>
                <a:avLst/>
                <a:gdLst>
                  <a:gd name="connsiteX0" fmla="*/ 14256 w 28356"/>
                  <a:gd name="connsiteY0" fmla="*/ 28532 h 28397"/>
                  <a:gd name="connsiteX1" fmla="*/ 24282 w 28356"/>
                  <a:gd name="connsiteY1" fmla="*/ 24373 h 28397"/>
                  <a:gd name="connsiteX2" fmla="*/ 28434 w 28356"/>
                  <a:gd name="connsiteY2" fmla="*/ 14333 h 28397"/>
                  <a:gd name="connsiteX3" fmla="*/ 24282 w 28356"/>
                  <a:gd name="connsiteY3" fmla="*/ 4293 h 28397"/>
                  <a:gd name="connsiteX4" fmla="*/ 14256 w 28356"/>
                  <a:gd name="connsiteY4" fmla="*/ 134 h 28397"/>
                  <a:gd name="connsiteX5" fmla="*/ 4230 w 28356"/>
                  <a:gd name="connsiteY5" fmla="*/ 4293 h 28397"/>
                  <a:gd name="connsiteX6" fmla="*/ 78 w 28356"/>
                  <a:gd name="connsiteY6" fmla="*/ 14333 h 28397"/>
                  <a:gd name="connsiteX7" fmla="*/ 4230 w 28356"/>
                  <a:gd name="connsiteY7" fmla="*/ 24373 h 28397"/>
                  <a:gd name="connsiteX8" fmla="*/ 14256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6" y="28532"/>
                    </a:moveTo>
                    <a:cubicBezTo>
                      <a:pt x="18016" y="28532"/>
                      <a:pt x="21623" y="27036"/>
                      <a:pt x="24282" y="24373"/>
                    </a:cubicBezTo>
                    <a:cubicBezTo>
                      <a:pt x="26940" y="21710"/>
                      <a:pt x="28434" y="18099"/>
                      <a:pt x="28434" y="14333"/>
                    </a:cubicBezTo>
                    <a:cubicBezTo>
                      <a:pt x="28434" y="10567"/>
                      <a:pt x="26940" y="6955"/>
                      <a:pt x="24282" y="4293"/>
                    </a:cubicBezTo>
                    <a:cubicBezTo>
                      <a:pt x="21623" y="1630"/>
                      <a:pt x="18016" y="134"/>
                      <a:pt x="14256" y="134"/>
                    </a:cubicBezTo>
                    <a:cubicBezTo>
                      <a:pt x="10496" y="134"/>
                      <a:pt x="6889" y="1630"/>
                      <a:pt x="4230" y="4293"/>
                    </a:cubicBezTo>
                    <a:cubicBezTo>
                      <a:pt x="1572" y="6955"/>
                      <a:pt x="78" y="10567"/>
                      <a:pt x="78" y="14333"/>
                    </a:cubicBezTo>
                    <a:cubicBezTo>
                      <a:pt x="78" y="18099"/>
                      <a:pt x="1572" y="21710"/>
                      <a:pt x="4230" y="24373"/>
                    </a:cubicBezTo>
                    <a:cubicBezTo>
                      <a:pt x="6889" y="27036"/>
                      <a:pt x="10496" y="28532"/>
                      <a:pt x="14256"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4" name="Freeform: Shape 613">
                <a:extLst>
                  <a:ext uri="{FF2B5EF4-FFF2-40B4-BE49-F238E27FC236}">
                    <a16:creationId xmlns:a16="http://schemas.microsoft.com/office/drawing/2014/main" id="{87DF4A5F-EA41-179E-833A-4DE36F441DE4}"/>
                  </a:ext>
                </a:extLst>
              </p:cNvPr>
              <p:cNvSpPr/>
              <p:nvPr/>
            </p:nvSpPr>
            <p:spPr>
              <a:xfrm>
                <a:off x="8449858" y="4994949"/>
                <a:ext cx="28356" cy="28397"/>
              </a:xfrm>
              <a:custGeom>
                <a:avLst/>
                <a:gdLst>
                  <a:gd name="connsiteX0" fmla="*/ 14255 w 28356"/>
                  <a:gd name="connsiteY0" fmla="*/ 28532 h 28397"/>
                  <a:gd name="connsiteX1" fmla="*/ 24281 w 28356"/>
                  <a:gd name="connsiteY1" fmla="*/ 24373 h 28397"/>
                  <a:gd name="connsiteX2" fmla="*/ 28434 w 28356"/>
                  <a:gd name="connsiteY2" fmla="*/ 14333 h 28397"/>
                  <a:gd name="connsiteX3" fmla="*/ 24281 w 28356"/>
                  <a:gd name="connsiteY3" fmla="*/ 4293 h 28397"/>
                  <a:gd name="connsiteX4" fmla="*/ 14255 w 28356"/>
                  <a:gd name="connsiteY4" fmla="*/ 134 h 28397"/>
                  <a:gd name="connsiteX5" fmla="*/ 4230 w 28356"/>
                  <a:gd name="connsiteY5" fmla="*/ 4293 h 28397"/>
                  <a:gd name="connsiteX6" fmla="*/ 77 w 28356"/>
                  <a:gd name="connsiteY6" fmla="*/ 14333 h 28397"/>
                  <a:gd name="connsiteX7" fmla="*/ 4230 w 28356"/>
                  <a:gd name="connsiteY7" fmla="*/ 24373 h 28397"/>
                  <a:gd name="connsiteX8" fmla="*/ 14255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32"/>
                    </a:moveTo>
                    <a:cubicBezTo>
                      <a:pt x="18016" y="28532"/>
                      <a:pt x="21622" y="27036"/>
                      <a:pt x="24281" y="24373"/>
                    </a:cubicBezTo>
                    <a:cubicBezTo>
                      <a:pt x="26940" y="21711"/>
                      <a:pt x="28434" y="18099"/>
                      <a:pt x="28434" y="14333"/>
                    </a:cubicBezTo>
                    <a:cubicBezTo>
                      <a:pt x="28434" y="10568"/>
                      <a:pt x="26940" y="6956"/>
                      <a:pt x="24281" y="4293"/>
                    </a:cubicBezTo>
                    <a:cubicBezTo>
                      <a:pt x="21622" y="1630"/>
                      <a:pt x="18016" y="134"/>
                      <a:pt x="14255" y="134"/>
                    </a:cubicBezTo>
                    <a:cubicBezTo>
                      <a:pt x="10495" y="134"/>
                      <a:pt x="6889" y="1630"/>
                      <a:pt x="4230" y="4293"/>
                    </a:cubicBezTo>
                    <a:cubicBezTo>
                      <a:pt x="1571" y="6956"/>
                      <a:pt x="77" y="10568"/>
                      <a:pt x="77" y="14333"/>
                    </a:cubicBezTo>
                    <a:cubicBezTo>
                      <a:pt x="77" y="18099"/>
                      <a:pt x="1571" y="21711"/>
                      <a:pt x="4230" y="24373"/>
                    </a:cubicBezTo>
                    <a:cubicBezTo>
                      <a:pt x="6889" y="27036"/>
                      <a:pt x="10495" y="28532"/>
                      <a:pt x="14255"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5" name="Freeform: Shape 614">
                <a:extLst>
                  <a:ext uri="{FF2B5EF4-FFF2-40B4-BE49-F238E27FC236}">
                    <a16:creationId xmlns:a16="http://schemas.microsoft.com/office/drawing/2014/main" id="{15C324F0-B290-64E8-C2E0-AF51457AD5F2}"/>
                  </a:ext>
                </a:extLst>
              </p:cNvPr>
              <p:cNvSpPr/>
              <p:nvPr/>
            </p:nvSpPr>
            <p:spPr>
              <a:xfrm>
                <a:off x="8442100" y="4939704"/>
                <a:ext cx="28356" cy="28397"/>
              </a:xfrm>
              <a:custGeom>
                <a:avLst/>
                <a:gdLst>
                  <a:gd name="connsiteX0" fmla="*/ 14255 w 28356"/>
                  <a:gd name="connsiteY0" fmla="*/ 28528 h 28397"/>
                  <a:gd name="connsiteX1" fmla="*/ 24280 w 28356"/>
                  <a:gd name="connsiteY1" fmla="*/ 24369 h 28397"/>
                  <a:gd name="connsiteX2" fmla="*/ 28433 w 28356"/>
                  <a:gd name="connsiteY2" fmla="*/ 14329 h 28397"/>
                  <a:gd name="connsiteX3" fmla="*/ 24280 w 28356"/>
                  <a:gd name="connsiteY3" fmla="*/ 4289 h 28397"/>
                  <a:gd name="connsiteX4" fmla="*/ 14255 w 28356"/>
                  <a:gd name="connsiteY4" fmla="*/ 130 h 28397"/>
                  <a:gd name="connsiteX5" fmla="*/ 4229 w 28356"/>
                  <a:gd name="connsiteY5" fmla="*/ 4289 h 28397"/>
                  <a:gd name="connsiteX6" fmla="*/ 76 w 28356"/>
                  <a:gd name="connsiteY6" fmla="*/ 14329 h 28397"/>
                  <a:gd name="connsiteX7" fmla="*/ 4229 w 28356"/>
                  <a:gd name="connsiteY7" fmla="*/ 24369 h 28397"/>
                  <a:gd name="connsiteX8" fmla="*/ 14255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5" y="28528"/>
                    </a:moveTo>
                    <a:cubicBezTo>
                      <a:pt x="18015" y="28528"/>
                      <a:pt x="21622" y="27032"/>
                      <a:pt x="24280" y="24369"/>
                    </a:cubicBezTo>
                    <a:cubicBezTo>
                      <a:pt x="26939" y="21706"/>
                      <a:pt x="28433" y="18094"/>
                      <a:pt x="28433" y="14329"/>
                    </a:cubicBezTo>
                    <a:cubicBezTo>
                      <a:pt x="28433" y="10563"/>
                      <a:pt x="26939" y="6951"/>
                      <a:pt x="24280" y="4289"/>
                    </a:cubicBezTo>
                    <a:cubicBezTo>
                      <a:pt x="21622" y="1626"/>
                      <a:pt x="18015" y="130"/>
                      <a:pt x="14255" y="130"/>
                    </a:cubicBezTo>
                    <a:cubicBezTo>
                      <a:pt x="10495" y="130"/>
                      <a:pt x="6888" y="1626"/>
                      <a:pt x="4229" y="4289"/>
                    </a:cubicBezTo>
                    <a:cubicBezTo>
                      <a:pt x="1570" y="6951"/>
                      <a:pt x="76" y="10563"/>
                      <a:pt x="76" y="14329"/>
                    </a:cubicBezTo>
                    <a:cubicBezTo>
                      <a:pt x="76" y="18094"/>
                      <a:pt x="1570" y="21706"/>
                      <a:pt x="4229" y="24369"/>
                    </a:cubicBezTo>
                    <a:cubicBezTo>
                      <a:pt x="6888" y="27032"/>
                      <a:pt x="10495" y="28528"/>
                      <a:pt x="14255"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6" name="Freeform: Shape 615">
                <a:extLst>
                  <a:ext uri="{FF2B5EF4-FFF2-40B4-BE49-F238E27FC236}">
                    <a16:creationId xmlns:a16="http://schemas.microsoft.com/office/drawing/2014/main" id="{969AEC9B-C65F-152F-E86B-2DE133417E5F}"/>
                  </a:ext>
                </a:extLst>
              </p:cNvPr>
              <p:cNvSpPr/>
              <p:nvPr/>
            </p:nvSpPr>
            <p:spPr>
              <a:xfrm>
                <a:off x="8434341" y="4989424"/>
                <a:ext cx="28356" cy="28397"/>
              </a:xfrm>
              <a:custGeom>
                <a:avLst/>
                <a:gdLst>
                  <a:gd name="connsiteX0" fmla="*/ 14254 w 28356"/>
                  <a:gd name="connsiteY0" fmla="*/ 28532 h 28397"/>
                  <a:gd name="connsiteX1" fmla="*/ 24280 w 28356"/>
                  <a:gd name="connsiteY1" fmla="*/ 24373 h 28397"/>
                  <a:gd name="connsiteX2" fmla="*/ 28433 w 28356"/>
                  <a:gd name="connsiteY2" fmla="*/ 14333 h 28397"/>
                  <a:gd name="connsiteX3" fmla="*/ 24280 w 28356"/>
                  <a:gd name="connsiteY3" fmla="*/ 4293 h 28397"/>
                  <a:gd name="connsiteX4" fmla="*/ 14254 w 28356"/>
                  <a:gd name="connsiteY4" fmla="*/ 134 h 28397"/>
                  <a:gd name="connsiteX5" fmla="*/ 4229 w 28356"/>
                  <a:gd name="connsiteY5" fmla="*/ 4293 h 28397"/>
                  <a:gd name="connsiteX6" fmla="*/ 76 w 28356"/>
                  <a:gd name="connsiteY6" fmla="*/ 14333 h 28397"/>
                  <a:gd name="connsiteX7" fmla="*/ 4229 w 28356"/>
                  <a:gd name="connsiteY7" fmla="*/ 24373 h 28397"/>
                  <a:gd name="connsiteX8" fmla="*/ 1425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32"/>
                    </a:moveTo>
                    <a:cubicBezTo>
                      <a:pt x="18014" y="28532"/>
                      <a:pt x="21621" y="27036"/>
                      <a:pt x="24280" y="24373"/>
                    </a:cubicBezTo>
                    <a:cubicBezTo>
                      <a:pt x="26939" y="21710"/>
                      <a:pt x="28433" y="18098"/>
                      <a:pt x="28433" y="14333"/>
                    </a:cubicBezTo>
                    <a:cubicBezTo>
                      <a:pt x="28433" y="10567"/>
                      <a:pt x="26939" y="6955"/>
                      <a:pt x="24280" y="4293"/>
                    </a:cubicBezTo>
                    <a:cubicBezTo>
                      <a:pt x="21621" y="1630"/>
                      <a:pt x="18014" y="134"/>
                      <a:pt x="14254" y="134"/>
                    </a:cubicBezTo>
                    <a:cubicBezTo>
                      <a:pt x="10494" y="134"/>
                      <a:pt x="6887" y="1630"/>
                      <a:pt x="4229" y="4293"/>
                    </a:cubicBezTo>
                    <a:cubicBezTo>
                      <a:pt x="1570" y="6955"/>
                      <a:pt x="76" y="10567"/>
                      <a:pt x="76" y="14333"/>
                    </a:cubicBezTo>
                    <a:cubicBezTo>
                      <a:pt x="76" y="18098"/>
                      <a:pt x="1570" y="21710"/>
                      <a:pt x="4229" y="24373"/>
                    </a:cubicBezTo>
                    <a:cubicBezTo>
                      <a:pt x="6887" y="27036"/>
                      <a:pt x="10494" y="28532"/>
                      <a:pt x="14254"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7" name="Freeform: Shape 616">
                <a:extLst>
                  <a:ext uri="{FF2B5EF4-FFF2-40B4-BE49-F238E27FC236}">
                    <a16:creationId xmlns:a16="http://schemas.microsoft.com/office/drawing/2014/main" id="{4A7C5647-026D-779C-64EB-38261C69ED4C}"/>
                  </a:ext>
                </a:extLst>
              </p:cNvPr>
              <p:cNvSpPr/>
              <p:nvPr/>
            </p:nvSpPr>
            <p:spPr>
              <a:xfrm>
                <a:off x="8426582" y="4774654"/>
                <a:ext cx="28356" cy="28397"/>
              </a:xfrm>
              <a:custGeom>
                <a:avLst/>
                <a:gdLst>
                  <a:gd name="connsiteX0" fmla="*/ 14254 w 28356"/>
                  <a:gd name="connsiteY0" fmla="*/ 28515 h 28397"/>
                  <a:gd name="connsiteX1" fmla="*/ 24279 w 28356"/>
                  <a:gd name="connsiteY1" fmla="*/ 24356 h 28397"/>
                  <a:gd name="connsiteX2" fmla="*/ 28432 w 28356"/>
                  <a:gd name="connsiteY2" fmla="*/ 14316 h 28397"/>
                  <a:gd name="connsiteX3" fmla="*/ 24279 w 28356"/>
                  <a:gd name="connsiteY3" fmla="*/ 4276 h 28397"/>
                  <a:gd name="connsiteX4" fmla="*/ 14254 w 28356"/>
                  <a:gd name="connsiteY4" fmla="*/ 117 h 28397"/>
                  <a:gd name="connsiteX5" fmla="*/ 4228 w 28356"/>
                  <a:gd name="connsiteY5" fmla="*/ 4276 h 28397"/>
                  <a:gd name="connsiteX6" fmla="*/ 75 w 28356"/>
                  <a:gd name="connsiteY6" fmla="*/ 14316 h 28397"/>
                  <a:gd name="connsiteX7" fmla="*/ 4228 w 28356"/>
                  <a:gd name="connsiteY7" fmla="*/ 24356 h 28397"/>
                  <a:gd name="connsiteX8" fmla="*/ 14254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4" y="28515"/>
                    </a:moveTo>
                    <a:cubicBezTo>
                      <a:pt x="18014" y="28515"/>
                      <a:pt x="21620" y="27019"/>
                      <a:pt x="24279" y="24356"/>
                    </a:cubicBezTo>
                    <a:cubicBezTo>
                      <a:pt x="26938" y="21693"/>
                      <a:pt x="28432" y="18081"/>
                      <a:pt x="28432" y="14316"/>
                    </a:cubicBezTo>
                    <a:cubicBezTo>
                      <a:pt x="28432" y="10550"/>
                      <a:pt x="26938" y="6938"/>
                      <a:pt x="24279" y="4276"/>
                    </a:cubicBezTo>
                    <a:cubicBezTo>
                      <a:pt x="21620" y="1613"/>
                      <a:pt x="18014" y="117"/>
                      <a:pt x="14254" y="117"/>
                    </a:cubicBezTo>
                    <a:cubicBezTo>
                      <a:pt x="10493" y="117"/>
                      <a:pt x="6887" y="1613"/>
                      <a:pt x="4228" y="4276"/>
                    </a:cubicBezTo>
                    <a:cubicBezTo>
                      <a:pt x="1569" y="6938"/>
                      <a:pt x="75" y="10550"/>
                      <a:pt x="75" y="14316"/>
                    </a:cubicBezTo>
                    <a:cubicBezTo>
                      <a:pt x="75" y="18081"/>
                      <a:pt x="1569" y="21693"/>
                      <a:pt x="4228" y="24356"/>
                    </a:cubicBezTo>
                    <a:cubicBezTo>
                      <a:pt x="6887" y="27019"/>
                      <a:pt x="10493" y="28515"/>
                      <a:pt x="14254"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8" name="Freeform: Shape 617">
                <a:extLst>
                  <a:ext uri="{FF2B5EF4-FFF2-40B4-BE49-F238E27FC236}">
                    <a16:creationId xmlns:a16="http://schemas.microsoft.com/office/drawing/2014/main" id="{5229F938-64EC-E47D-BB31-48A435976F96}"/>
                  </a:ext>
                </a:extLst>
              </p:cNvPr>
              <p:cNvSpPr/>
              <p:nvPr/>
            </p:nvSpPr>
            <p:spPr>
              <a:xfrm>
                <a:off x="8418824" y="4877080"/>
                <a:ext cx="28356" cy="28397"/>
              </a:xfrm>
              <a:custGeom>
                <a:avLst/>
                <a:gdLst>
                  <a:gd name="connsiteX0" fmla="*/ 14253 w 28356"/>
                  <a:gd name="connsiteY0" fmla="*/ 28523 h 28397"/>
                  <a:gd name="connsiteX1" fmla="*/ 24279 w 28356"/>
                  <a:gd name="connsiteY1" fmla="*/ 24364 h 28397"/>
                  <a:gd name="connsiteX2" fmla="*/ 28431 w 28356"/>
                  <a:gd name="connsiteY2" fmla="*/ 14324 h 28397"/>
                  <a:gd name="connsiteX3" fmla="*/ 24279 w 28356"/>
                  <a:gd name="connsiteY3" fmla="*/ 4284 h 28397"/>
                  <a:gd name="connsiteX4" fmla="*/ 14253 w 28356"/>
                  <a:gd name="connsiteY4" fmla="*/ 125 h 28397"/>
                  <a:gd name="connsiteX5" fmla="*/ 4227 w 28356"/>
                  <a:gd name="connsiteY5" fmla="*/ 4284 h 28397"/>
                  <a:gd name="connsiteX6" fmla="*/ 75 w 28356"/>
                  <a:gd name="connsiteY6" fmla="*/ 14324 h 28397"/>
                  <a:gd name="connsiteX7" fmla="*/ 4227 w 28356"/>
                  <a:gd name="connsiteY7" fmla="*/ 24364 h 28397"/>
                  <a:gd name="connsiteX8" fmla="*/ 1425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3" y="28523"/>
                    </a:moveTo>
                    <a:cubicBezTo>
                      <a:pt x="18013" y="28523"/>
                      <a:pt x="21620" y="27027"/>
                      <a:pt x="24279" y="24364"/>
                    </a:cubicBezTo>
                    <a:cubicBezTo>
                      <a:pt x="26937" y="21701"/>
                      <a:pt x="28431" y="18090"/>
                      <a:pt x="28431" y="14324"/>
                    </a:cubicBezTo>
                    <a:cubicBezTo>
                      <a:pt x="28431" y="10558"/>
                      <a:pt x="26937" y="6946"/>
                      <a:pt x="24279" y="4284"/>
                    </a:cubicBezTo>
                    <a:cubicBezTo>
                      <a:pt x="21620" y="1621"/>
                      <a:pt x="18013" y="125"/>
                      <a:pt x="14253" y="125"/>
                    </a:cubicBezTo>
                    <a:cubicBezTo>
                      <a:pt x="10493" y="125"/>
                      <a:pt x="6886" y="1621"/>
                      <a:pt x="4227" y="4284"/>
                    </a:cubicBezTo>
                    <a:cubicBezTo>
                      <a:pt x="1568" y="6946"/>
                      <a:pt x="75" y="10558"/>
                      <a:pt x="75" y="14324"/>
                    </a:cubicBezTo>
                    <a:cubicBezTo>
                      <a:pt x="75" y="18090"/>
                      <a:pt x="1568" y="21701"/>
                      <a:pt x="4227" y="24364"/>
                    </a:cubicBezTo>
                    <a:cubicBezTo>
                      <a:pt x="6886" y="27027"/>
                      <a:pt x="10493" y="28523"/>
                      <a:pt x="1425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19" name="Freeform: Shape 618">
                <a:extLst>
                  <a:ext uri="{FF2B5EF4-FFF2-40B4-BE49-F238E27FC236}">
                    <a16:creationId xmlns:a16="http://schemas.microsoft.com/office/drawing/2014/main" id="{82156315-8509-97C0-3595-94667BACE605}"/>
                  </a:ext>
                </a:extLst>
              </p:cNvPr>
              <p:cNvSpPr/>
              <p:nvPr/>
            </p:nvSpPr>
            <p:spPr>
              <a:xfrm>
                <a:off x="8411065" y="4996879"/>
                <a:ext cx="28356" cy="28397"/>
              </a:xfrm>
              <a:custGeom>
                <a:avLst/>
                <a:gdLst>
                  <a:gd name="connsiteX0" fmla="*/ 14252 w 28356"/>
                  <a:gd name="connsiteY0" fmla="*/ 28532 h 28397"/>
                  <a:gd name="connsiteX1" fmla="*/ 24278 w 28356"/>
                  <a:gd name="connsiteY1" fmla="*/ 24374 h 28397"/>
                  <a:gd name="connsiteX2" fmla="*/ 28431 w 28356"/>
                  <a:gd name="connsiteY2" fmla="*/ 14333 h 28397"/>
                  <a:gd name="connsiteX3" fmla="*/ 24278 w 28356"/>
                  <a:gd name="connsiteY3" fmla="*/ 4293 h 28397"/>
                  <a:gd name="connsiteX4" fmla="*/ 14252 w 28356"/>
                  <a:gd name="connsiteY4" fmla="*/ 134 h 28397"/>
                  <a:gd name="connsiteX5" fmla="*/ 4227 w 28356"/>
                  <a:gd name="connsiteY5" fmla="*/ 4293 h 28397"/>
                  <a:gd name="connsiteX6" fmla="*/ 74 w 28356"/>
                  <a:gd name="connsiteY6" fmla="*/ 14333 h 28397"/>
                  <a:gd name="connsiteX7" fmla="*/ 4227 w 28356"/>
                  <a:gd name="connsiteY7" fmla="*/ 24374 h 28397"/>
                  <a:gd name="connsiteX8" fmla="*/ 1425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32"/>
                    </a:moveTo>
                    <a:cubicBezTo>
                      <a:pt x="18012" y="28532"/>
                      <a:pt x="21619" y="27036"/>
                      <a:pt x="24278" y="24374"/>
                    </a:cubicBezTo>
                    <a:cubicBezTo>
                      <a:pt x="26937" y="21711"/>
                      <a:pt x="28431" y="18099"/>
                      <a:pt x="28431" y="14333"/>
                    </a:cubicBezTo>
                    <a:cubicBezTo>
                      <a:pt x="28431" y="10568"/>
                      <a:pt x="26937" y="6956"/>
                      <a:pt x="24278" y="4293"/>
                    </a:cubicBezTo>
                    <a:cubicBezTo>
                      <a:pt x="21619" y="1630"/>
                      <a:pt x="18012" y="134"/>
                      <a:pt x="14252" y="134"/>
                    </a:cubicBezTo>
                    <a:cubicBezTo>
                      <a:pt x="10492" y="134"/>
                      <a:pt x="6886" y="1630"/>
                      <a:pt x="4227" y="4293"/>
                    </a:cubicBezTo>
                    <a:cubicBezTo>
                      <a:pt x="1568" y="6956"/>
                      <a:pt x="74" y="10568"/>
                      <a:pt x="74" y="14333"/>
                    </a:cubicBezTo>
                    <a:cubicBezTo>
                      <a:pt x="74" y="18099"/>
                      <a:pt x="1568" y="21711"/>
                      <a:pt x="4227" y="24374"/>
                    </a:cubicBezTo>
                    <a:cubicBezTo>
                      <a:pt x="6886" y="27036"/>
                      <a:pt x="10492" y="28532"/>
                      <a:pt x="14252"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0" name="Freeform: Shape 619">
                <a:extLst>
                  <a:ext uri="{FF2B5EF4-FFF2-40B4-BE49-F238E27FC236}">
                    <a16:creationId xmlns:a16="http://schemas.microsoft.com/office/drawing/2014/main" id="{A3C97609-8CDB-85AE-F0AE-DC79B5290F9F}"/>
                  </a:ext>
                </a:extLst>
              </p:cNvPr>
              <p:cNvSpPr/>
              <p:nvPr/>
            </p:nvSpPr>
            <p:spPr>
              <a:xfrm>
                <a:off x="8403308" y="4989729"/>
                <a:ext cx="28356" cy="28397"/>
              </a:xfrm>
              <a:custGeom>
                <a:avLst/>
                <a:gdLst>
                  <a:gd name="connsiteX0" fmla="*/ 14252 w 28356"/>
                  <a:gd name="connsiteY0" fmla="*/ 28532 h 28397"/>
                  <a:gd name="connsiteX1" fmla="*/ 24277 w 28356"/>
                  <a:gd name="connsiteY1" fmla="*/ 24373 h 28397"/>
                  <a:gd name="connsiteX2" fmla="*/ 28430 w 28356"/>
                  <a:gd name="connsiteY2" fmla="*/ 14333 h 28397"/>
                  <a:gd name="connsiteX3" fmla="*/ 24277 w 28356"/>
                  <a:gd name="connsiteY3" fmla="*/ 4293 h 28397"/>
                  <a:gd name="connsiteX4" fmla="*/ 14252 w 28356"/>
                  <a:gd name="connsiteY4" fmla="*/ 134 h 28397"/>
                  <a:gd name="connsiteX5" fmla="*/ 4226 w 28356"/>
                  <a:gd name="connsiteY5" fmla="*/ 4293 h 28397"/>
                  <a:gd name="connsiteX6" fmla="*/ 73 w 28356"/>
                  <a:gd name="connsiteY6" fmla="*/ 14333 h 28397"/>
                  <a:gd name="connsiteX7" fmla="*/ 4226 w 28356"/>
                  <a:gd name="connsiteY7" fmla="*/ 24373 h 28397"/>
                  <a:gd name="connsiteX8" fmla="*/ 1425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2" y="28532"/>
                    </a:moveTo>
                    <a:cubicBezTo>
                      <a:pt x="18012" y="28532"/>
                      <a:pt x="21619" y="27036"/>
                      <a:pt x="24277" y="24373"/>
                    </a:cubicBezTo>
                    <a:cubicBezTo>
                      <a:pt x="26936" y="21710"/>
                      <a:pt x="28430" y="18098"/>
                      <a:pt x="28430" y="14333"/>
                    </a:cubicBezTo>
                    <a:cubicBezTo>
                      <a:pt x="28430" y="10567"/>
                      <a:pt x="26936" y="6955"/>
                      <a:pt x="24277" y="4293"/>
                    </a:cubicBezTo>
                    <a:cubicBezTo>
                      <a:pt x="21619" y="1630"/>
                      <a:pt x="18012" y="134"/>
                      <a:pt x="14252" y="134"/>
                    </a:cubicBezTo>
                    <a:cubicBezTo>
                      <a:pt x="10492" y="134"/>
                      <a:pt x="6885" y="1630"/>
                      <a:pt x="4226" y="4293"/>
                    </a:cubicBezTo>
                    <a:cubicBezTo>
                      <a:pt x="1567" y="6955"/>
                      <a:pt x="73" y="10567"/>
                      <a:pt x="73" y="14333"/>
                    </a:cubicBezTo>
                    <a:cubicBezTo>
                      <a:pt x="73" y="18098"/>
                      <a:pt x="1567" y="21710"/>
                      <a:pt x="4226" y="24373"/>
                    </a:cubicBezTo>
                    <a:cubicBezTo>
                      <a:pt x="6885" y="27036"/>
                      <a:pt x="10492" y="28532"/>
                      <a:pt x="14252"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1" name="Freeform: Shape 620">
                <a:extLst>
                  <a:ext uri="{FF2B5EF4-FFF2-40B4-BE49-F238E27FC236}">
                    <a16:creationId xmlns:a16="http://schemas.microsoft.com/office/drawing/2014/main" id="{A5064AC9-462E-9262-D9E6-1C167C216F77}"/>
                  </a:ext>
                </a:extLst>
              </p:cNvPr>
              <p:cNvSpPr/>
              <p:nvPr/>
            </p:nvSpPr>
            <p:spPr>
              <a:xfrm>
                <a:off x="8395549" y="4987913"/>
                <a:ext cx="28356" cy="28397"/>
              </a:xfrm>
              <a:custGeom>
                <a:avLst/>
                <a:gdLst>
                  <a:gd name="connsiteX0" fmla="*/ 14251 w 28356"/>
                  <a:gd name="connsiteY0" fmla="*/ 28532 h 28397"/>
                  <a:gd name="connsiteX1" fmla="*/ 24277 w 28356"/>
                  <a:gd name="connsiteY1" fmla="*/ 24373 h 28397"/>
                  <a:gd name="connsiteX2" fmla="*/ 28429 w 28356"/>
                  <a:gd name="connsiteY2" fmla="*/ 14333 h 28397"/>
                  <a:gd name="connsiteX3" fmla="*/ 24277 w 28356"/>
                  <a:gd name="connsiteY3" fmla="*/ 4292 h 28397"/>
                  <a:gd name="connsiteX4" fmla="*/ 14251 w 28356"/>
                  <a:gd name="connsiteY4" fmla="*/ 134 h 28397"/>
                  <a:gd name="connsiteX5" fmla="*/ 4225 w 28356"/>
                  <a:gd name="connsiteY5" fmla="*/ 4292 h 28397"/>
                  <a:gd name="connsiteX6" fmla="*/ 73 w 28356"/>
                  <a:gd name="connsiteY6" fmla="*/ 14333 h 28397"/>
                  <a:gd name="connsiteX7" fmla="*/ 4225 w 28356"/>
                  <a:gd name="connsiteY7" fmla="*/ 24373 h 28397"/>
                  <a:gd name="connsiteX8" fmla="*/ 14251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32"/>
                    </a:moveTo>
                    <a:cubicBezTo>
                      <a:pt x="18011" y="28532"/>
                      <a:pt x="21618" y="27036"/>
                      <a:pt x="24277" y="24373"/>
                    </a:cubicBezTo>
                    <a:cubicBezTo>
                      <a:pt x="26936" y="21710"/>
                      <a:pt x="28429" y="18098"/>
                      <a:pt x="28429" y="14333"/>
                    </a:cubicBezTo>
                    <a:cubicBezTo>
                      <a:pt x="28429" y="10567"/>
                      <a:pt x="26936" y="6955"/>
                      <a:pt x="24277" y="4292"/>
                    </a:cubicBezTo>
                    <a:cubicBezTo>
                      <a:pt x="21618" y="1630"/>
                      <a:pt x="18011" y="134"/>
                      <a:pt x="14251" y="134"/>
                    </a:cubicBezTo>
                    <a:cubicBezTo>
                      <a:pt x="10491" y="134"/>
                      <a:pt x="6884" y="1630"/>
                      <a:pt x="4225" y="4292"/>
                    </a:cubicBezTo>
                    <a:cubicBezTo>
                      <a:pt x="1567" y="6955"/>
                      <a:pt x="73" y="10567"/>
                      <a:pt x="73" y="14333"/>
                    </a:cubicBezTo>
                    <a:cubicBezTo>
                      <a:pt x="73" y="18098"/>
                      <a:pt x="1567" y="21710"/>
                      <a:pt x="4225" y="24373"/>
                    </a:cubicBezTo>
                    <a:cubicBezTo>
                      <a:pt x="6884" y="27036"/>
                      <a:pt x="10491" y="28532"/>
                      <a:pt x="14251"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2" name="Freeform: Shape 621">
                <a:extLst>
                  <a:ext uri="{FF2B5EF4-FFF2-40B4-BE49-F238E27FC236}">
                    <a16:creationId xmlns:a16="http://schemas.microsoft.com/office/drawing/2014/main" id="{22F4D7C2-42D1-A3FF-EE92-7F80AD1593CD}"/>
                  </a:ext>
                </a:extLst>
              </p:cNvPr>
              <p:cNvSpPr/>
              <p:nvPr/>
            </p:nvSpPr>
            <p:spPr>
              <a:xfrm>
                <a:off x="8387791" y="4959655"/>
                <a:ext cx="28356" cy="28397"/>
              </a:xfrm>
              <a:custGeom>
                <a:avLst/>
                <a:gdLst>
                  <a:gd name="connsiteX0" fmla="*/ 14251 w 28356"/>
                  <a:gd name="connsiteY0" fmla="*/ 28529 h 28397"/>
                  <a:gd name="connsiteX1" fmla="*/ 24276 w 28356"/>
                  <a:gd name="connsiteY1" fmla="*/ 24371 h 28397"/>
                  <a:gd name="connsiteX2" fmla="*/ 28429 w 28356"/>
                  <a:gd name="connsiteY2" fmla="*/ 14330 h 28397"/>
                  <a:gd name="connsiteX3" fmla="*/ 24276 w 28356"/>
                  <a:gd name="connsiteY3" fmla="*/ 4290 h 28397"/>
                  <a:gd name="connsiteX4" fmla="*/ 14251 w 28356"/>
                  <a:gd name="connsiteY4" fmla="*/ 131 h 28397"/>
                  <a:gd name="connsiteX5" fmla="*/ 4225 w 28356"/>
                  <a:gd name="connsiteY5" fmla="*/ 4290 h 28397"/>
                  <a:gd name="connsiteX6" fmla="*/ 72 w 28356"/>
                  <a:gd name="connsiteY6" fmla="*/ 14330 h 28397"/>
                  <a:gd name="connsiteX7" fmla="*/ 4225 w 28356"/>
                  <a:gd name="connsiteY7" fmla="*/ 24371 h 28397"/>
                  <a:gd name="connsiteX8" fmla="*/ 14251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1" y="28529"/>
                    </a:moveTo>
                    <a:cubicBezTo>
                      <a:pt x="18011" y="28529"/>
                      <a:pt x="21617" y="27033"/>
                      <a:pt x="24276" y="24371"/>
                    </a:cubicBezTo>
                    <a:cubicBezTo>
                      <a:pt x="26935" y="21708"/>
                      <a:pt x="28429" y="18096"/>
                      <a:pt x="28429" y="14330"/>
                    </a:cubicBezTo>
                    <a:cubicBezTo>
                      <a:pt x="28429" y="10565"/>
                      <a:pt x="26935" y="6953"/>
                      <a:pt x="24276" y="4290"/>
                    </a:cubicBezTo>
                    <a:cubicBezTo>
                      <a:pt x="21617" y="1627"/>
                      <a:pt x="18011" y="131"/>
                      <a:pt x="14251" y="131"/>
                    </a:cubicBezTo>
                    <a:cubicBezTo>
                      <a:pt x="10490" y="131"/>
                      <a:pt x="6884" y="1627"/>
                      <a:pt x="4225" y="4290"/>
                    </a:cubicBezTo>
                    <a:cubicBezTo>
                      <a:pt x="1566" y="6953"/>
                      <a:pt x="72" y="10565"/>
                      <a:pt x="72" y="14330"/>
                    </a:cubicBezTo>
                    <a:cubicBezTo>
                      <a:pt x="72" y="18096"/>
                      <a:pt x="1566" y="21708"/>
                      <a:pt x="4225" y="24371"/>
                    </a:cubicBezTo>
                    <a:cubicBezTo>
                      <a:pt x="6884" y="27033"/>
                      <a:pt x="10490" y="28529"/>
                      <a:pt x="14251"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3" name="Freeform: Shape 622">
                <a:extLst>
                  <a:ext uri="{FF2B5EF4-FFF2-40B4-BE49-F238E27FC236}">
                    <a16:creationId xmlns:a16="http://schemas.microsoft.com/office/drawing/2014/main" id="{910BC9D8-1639-C6A2-6DBF-11C233C30D3B}"/>
                  </a:ext>
                </a:extLst>
              </p:cNvPr>
              <p:cNvSpPr/>
              <p:nvPr/>
            </p:nvSpPr>
            <p:spPr>
              <a:xfrm>
                <a:off x="8380032" y="4891990"/>
                <a:ext cx="28356" cy="28397"/>
              </a:xfrm>
              <a:custGeom>
                <a:avLst/>
                <a:gdLst>
                  <a:gd name="connsiteX0" fmla="*/ 14250 w 28356"/>
                  <a:gd name="connsiteY0" fmla="*/ 28524 h 28397"/>
                  <a:gd name="connsiteX1" fmla="*/ 24276 w 28356"/>
                  <a:gd name="connsiteY1" fmla="*/ 24365 h 28397"/>
                  <a:gd name="connsiteX2" fmla="*/ 28428 w 28356"/>
                  <a:gd name="connsiteY2" fmla="*/ 14325 h 28397"/>
                  <a:gd name="connsiteX3" fmla="*/ 24276 w 28356"/>
                  <a:gd name="connsiteY3" fmla="*/ 4285 h 28397"/>
                  <a:gd name="connsiteX4" fmla="*/ 14250 w 28356"/>
                  <a:gd name="connsiteY4" fmla="*/ 126 h 28397"/>
                  <a:gd name="connsiteX5" fmla="*/ 4224 w 28356"/>
                  <a:gd name="connsiteY5" fmla="*/ 4285 h 28397"/>
                  <a:gd name="connsiteX6" fmla="*/ 72 w 28356"/>
                  <a:gd name="connsiteY6" fmla="*/ 14325 h 28397"/>
                  <a:gd name="connsiteX7" fmla="*/ 4224 w 28356"/>
                  <a:gd name="connsiteY7" fmla="*/ 24365 h 28397"/>
                  <a:gd name="connsiteX8" fmla="*/ 14250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50" y="28524"/>
                    </a:moveTo>
                    <a:cubicBezTo>
                      <a:pt x="18010" y="28524"/>
                      <a:pt x="21617" y="27028"/>
                      <a:pt x="24276" y="24365"/>
                    </a:cubicBezTo>
                    <a:cubicBezTo>
                      <a:pt x="26934" y="21703"/>
                      <a:pt x="28428" y="18091"/>
                      <a:pt x="28428" y="14325"/>
                    </a:cubicBezTo>
                    <a:cubicBezTo>
                      <a:pt x="28428" y="10559"/>
                      <a:pt x="26934" y="6948"/>
                      <a:pt x="24276" y="4285"/>
                    </a:cubicBezTo>
                    <a:cubicBezTo>
                      <a:pt x="21617" y="1622"/>
                      <a:pt x="18010" y="126"/>
                      <a:pt x="14250" y="126"/>
                    </a:cubicBezTo>
                    <a:cubicBezTo>
                      <a:pt x="10490" y="126"/>
                      <a:pt x="6883" y="1622"/>
                      <a:pt x="4224" y="4285"/>
                    </a:cubicBezTo>
                    <a:cubicBezTo>
                      <a:pt x="1565" y="6948"/>
                      <a:pt x="72" y="10559"/>
                      <a:pt x="72" y="14325"/>
                    </a:cubicBezTo>
                    <a:cubicBezTo>
                      <a:pt x="72" y="18091"/>
                      <a:pt x="1565" y="21703"/>
                      <a:pt x="4224" y="24365"/>
                    </a:cubicBezTo>
                    <a:cubicBezTo>
                      <a:pt x="6883" y="27028"/>
                      <a:pt x="10490" y="28524"/>
                      <a:pt x="14250"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4" name="Freeform: Shape 623">
                <a:extLst>
                  <a:ext uri="{FF2B5EF4-FFF2-40B4-BE49-F238E27FC236}">
                    <a16:creationId xmlns:a16="http://schemas.microsoft.com/office/drawing/2014/main" id="{1787DBBF-93D0-78C2-680A-CC3F3F037F0C}"/>
                  </a:ext>
                </a:extLst>
              </p:cNvPr>
              <p:cNvSpPr/>
              <p:nvPr/>
            </p:nvSpPr>
            <p:spPr>
              <a:xfrm>
                <a:off x="8372274" y="4990453"/>
                <a:ext cx="28356" cy="28397"/>
              </a:xfrm>
              <a:custGeom>
                <a:avLst/>
                <a:gdLst>
                  <a:gd name="connsiteX0" fmla="*/ 14249 w 28356"/>
                  <a:gd name="connsiteY0" fmla="*/ 28532 h 28397"/>
                  <a:gd name="connsiteX1" fmla="*/ 24275 w 28356"/>
                  <a:gd name="connsiteY1" fmla="*/ 24373 h 28397"/>
                  <a:gd name="connsiteX2" fmla="*/ 28428 w 28356"/>
                  <a:gd name="connsiteY2" fmla="*/ 14333 h 28397"/>
                  <a:gd name="connsiteX3" fmla="*/ 24275 w 28356"/>
                  <a:gd name="connsiteY3" fmla="*/ 4293 h 28397"/>
                  <a:gd name="connsiteX4" fmla="*/ 14249 w 28356"/>
                  <a:gd name="connsiteY4" fmla="*/ 134 h 28397"/>
                  <a:gd name="connsiteX5" fmla="*/ 4224 w 28356"/>
                  <a:gd name="connsiteY5" fmla="*/ 4293 h 28397"/>
                  <a:gd name="connsiteX6" fmla="*/ 71 w 28356"/>
                  <a:gd name="connsiteY6" fmla="*/ 14333 h 28397"/>
                  <a:gd name="connsiteX7" fmla="*/ 4224 w 28356"/>
                  <a:gd name="connsiteY7" fmla="*/ 24373 h 28397"/>
                  <a:gd name="connsiteX8" fmla="*/ 14249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32"/>
                    </a:moveTo>
                    <a:cubicBezTo>
                      <a:pt x="18009" y="28532"/>
                      <a:pt x="21616" y="27036"/>
                      <a:pt x="24275" y="24373"/>
                    </a:cubicBezTo>
                    <a:cubicBezTo>
                      <a:pt x="26934" y="21710"/>
                      <a:pt x="28428" y="18098"/>
                      <a:pt x="28428" y="14333"/>
                    </a:cubicBezTo>
                    <a:cubicBezTo>
                      <a:pt x="28428" y="10567"/>
                      <a:pt x="26934" y="6955"/>
                      <a:pt x="24275" y="4293"/>
                    </a:cubicBezTo>
                    <a:cubicBezTo>
                      <a:pt x="21616" y="1630"/>
                      <a:pt x="18009" y="134"/>
                      <a:pt x="14249" y="134"/>
                    </a:cubicBezTo>
                    <a:cubicBezTo>
                      <a:pt x="10489" y="134"/>
                      <a:pt x="6882" y="1630"/>
                      <a:pt x="4224" y="4293"/>
                    </a:cubicBezTo>
                    <a:cubicBezTo>
                      <a:pt x="1565" y="6955"/>
                      <a:pt x="71" y="10567"/>
                      <a:pt x="71" y="14333"/>
                    </a:cubicBezTo>
                    <a:cubicBezTo>
                      <a:pt x="71" y="18098"/>
                      <a:pt x="1565" y="21710"/>
                      <a:pt x="4224" y="24373"/>
                    </a:cubicBezTo>
                    <a:cubicBezTo>
                      <a:pt x="6882" y="27036"/>
                      <a:pt x="10489" y="28532"/>
                      <a:pt x="14249"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5" name="Freeform: Shape 624">
                <a:extLst>
                  <a:ext uri="{FF2B5EF4-FFF2-40B4-BE49-F238E27FC236}">
                    <a16:creationId xmlns:a16="http://schemas.microsoft.com/office/drawing/2014/main" id="{63CF6FFA-0E6B-4074-D807-4F44D02A10DD}"/>
                  </a:ext>
                </a:extLst>
              </p:cNvPr>
              <p:cNvSpPr/>
              <p:nvPr/>
            </p:nvSpPr>
            <p:spPr>
              <a:xfrm>
                <a:off x="8364515" y="4985360"/>
                <a:ext cx="28356" cy="28397"/>
              </a:xfrm>
              <a:custGeom>
                <a:avLst/>
                <a:gdLst>
                  <a:gd name="connsiteX0" fmla="*/ 14249 w 28356"/>
                  <a:gd name="connsiteY0" fmla="*/ 28531 h 28397"/>
                  <a:gd name="connsiteX1" fmla="*/ 24274 w 28356"/>
                  <a:gd name="connsiteY1" fmla="*/ 24373 h 28397"/>
                  <a:gd name="connsiteX2" fmla="*/ 28427 w 28356"/>
                  <a:gd name="connsiteY2" fmla="*/ 14332 h 28397"/>
                  <a:gd name="connsiteX3" fmla="*/ 24274 w 28356"/>
                  <a:gd name="connsiteY3" fmla="*/ 4292 h 28397"/>
                  <a:gd name="connsiteX4" fmla="*/ 14249 w 28356"/>
                  <a:gd name="connsiteY4" fmla="*/ 133 h 28397"/>
                  <a:gd name="connsiteX5" fmla="*/ 4223 w 28356"/>
                  <a:gd name="connsiteY5" fmla="*/ 4292 h 28397"/>
                  <a:gd name="connsiteX6" fmla="*/ 70 w 28356"/>
                  <a:gd name="connsiteY6" fmla="*/ 14332 h 28397"/>
                  <a:gd name="connsiteX7" fmla="*/ 4223 w 28356"/>
                  <a:gd name="connsiteY7" fmla="*/ 24373 h 28397"/>
                  <a:gd name="connsiteX8" fmla="*/ 14249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9" y="28531"/>
                    </a:moveTo>
                    <a:cubicBezTo>
                      <a:pt x="18009" y="28531"/>
                      <a:pt x="21615" y="27035"/>
                      <a:pt x="24274" y="24373"/>
                    </a:cubicBezTo>
                    <a:cubicBezTo>
                      <a:pt x="26933" y="21710"/>
                      <a:pt x="28427" y="18098"/>
                      <a:pt x="28427" y="14332"/>
                    </a:cubicBezTo>
                    <a:cubicBezTo>
                      <a:pt x="28427" y="10567"/>
                      <a:pt x="26933" y="6955"/>
                      <a:pt x="24274" y="4292"/>
                    </a:cubicBezTo>
                    <a:cubicBezTo>
                      <a:pt x="21615" y="1630"/>
                      <a:pt x="18009" y="133"/>
                      <a:pt x="14249" y="133"/>
                    </a:cubicBezTo>
                    <a:cubicBezTo>
                      <a:pt x="10489" y="133"/>
                      <a:pt x="6882" y="1630"/>
                      <a:pt x="4223" y="4292"/>
                    </a:cubicBezTo>
                    <a:cubicBezTo>
                      <a:pt x="1564" y="6955"/>
                      <a:pt x="70" y="10567"/>
                      <a:pt x="70" y="14332"/>
                    </a:cubicBezTo>
                    <a:cubicBezTo>
                      <a:pt x="70" y="18098"/>
                      <a:pt x="1564" y="21710"/>
                      <a:pt x="4223" y="24373"/>
                    </a:cubicBezTo>
                    <a:cubicBezTo>
                      <a:pt x="6882" y="27035"/>
                      <a:pt x="10489" y="28531"/>
                      <a:pt x="14249"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6" name="Freeform: Shape 625">
                <a:extLst>
                  <a:ext uri="{FF2B5EF4-FFF2-40B4-BE49-F238E27FC236}">
                    <a16:creationId xmlns:a16="http://schemas.microsoft.com/office/drawing/2014/main" id="{E3D109D6-913F-1414-37C3-225BED9681B8}"/>
                  </a:ext>
                </a:extLst>
              </p:cNvPr>
              <p:cNvSpPr/>
              <p:nvPr/>
            </p:nvSpPr>
            <p:spPr>
              <a:xfrm>
                <a:off x="8356757" y="4748480"/>
                <a:ext cx="28356" cy="28397"/>
              </a:xfrm>
              <a:custGeom>
                <a:avLst/>
                <a:gdLst>
                  <a:gd name="connsiteX0" fmla="*/ 14248 w 28356"/>
                  <a:gd name="connsiteY0" fmla="*/ 28513 h 28397"/>
                  <a:gd name="connsiteX1" fmla="*/ 24274 w 28356"/>
                  <a:gd name="connsiteY1" fmla="*/ 24354 h 28397"/>
                  <a:gd name="connsiteX2" fmla="*/ 28426 w 28356"/>
                  <a:gd name="connsiteY2" fmla="*/ 14314 h 28397"/>
                  <a:gd name="connsiteX3" fmla="*/ 24274 w 28356"/>
                  <a:gd name="connsiteY3" fmla="*/ 4274 h 28397"/>
                  <a:gd name="connsiteX4" fmla="*/ 14248 w 28356"/>
                  <a:gd name="connsiteY4" fmla="*/ 115 h 28397"/>
                  <a:gd name="connsiteX5" fmla="*/ 4222 w 28356"/>
                  <a:gd name="connsiteY5" fmla="*/ 4274 h 28397"/>
                  <a:gd name="connsiteX6" fmla="*/ 70 w 28356"/>
                  <a:gd name="connsiteY6" fmla="*/ 14314 h 28397"/>
                  <a:gd name="connsiteX7" fmla="*/ 4222 w 28356"/>
                  <a:gd name="connsiteY7" fmla="*/ 24354 h 28397"/>
                  <a:gd name="connsiteX8" fmla="*/ 14248 w 28356"/>
                  <a:gd name="connsiteY8" fmla="*/ 2851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8" y="28513"/>
                    </a:moveTo>
                    <a:cubicBezTo>
                      <a:pt x="18008" y="28513"/>
                      <a:pt x="21615" y="27017"/>
                      <a:pt x="24274" y="24354"/>
                    </a:cubicBezTo>
                    <a:cubicBezTo>
                      <a:pt x="26933" y="21691"/>
                      <a:pt x="28426" y="18079"/>
                      <a:pt x="28426" y="14314"/>
                    </a:cubicBezTo>
                    <a:cubicBezTo>
                      <a:pt x="28426" y="10548"/>
                      <a:pt x="26933" y="6936"/>
                      <a:pt x="24274" y="4274"/>
                    </a:cubicBezTo>
                    <a:cubicBezTo>
                      <a:pt x="21615" y="1611"/>
                      <a:pt x="18008" y="115"/>
                      <a:pt x="14248" y="115"/>
                    </a:cubicBezTo>
                    <a:cubicBezTo>
                      <a:pt x="10488" y="115"/>
                      <a:pt x="6881" y="1611"/>
                      <a:pt x="4222" y="4274"/>
                    </a:cubicBezTo>
                    <a:cubicBezTo>
                      <a:pt x="1564" y="6936"/>
                      <a:pt x="70" y="10548"/>
                      <a:pt x="70" y="14314"/>
                    </a:cubicBezTo>
                    <a:cubicBezTo>
                      <a:pt x="70" y="18079"/>
                      <a:pt x="1564" y="21691"/>
                      <a:pt x="4222" y="24354"/>
                    </a:cubicBezTo>
                    <a:cubicBezTo>
                      <a:pt x="6881" y="27017"/>
                      <a:pt x="10488" y="28513"/>
                      <a:pt x="14248" y="2851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7" name="Freeform: Shape 626">
                <a:extLst>
                  <a:ext uri="{FF2B5EF4-FFF2-40B4-BE49-F238E27FC236}">
                    <a16:creationId xmlns:a16="http://schemas.microsoft.com/office/drawing/2014/main" id="{B004949C-D437-5105-B9D1-101824B6DFA1}"/>
                  </a:ext>
                </a:extLst>
              </p:cNvPr>
              <p:cNvSpPr/>
              <p:nvPr/>
            </p:nvSpPr>
            <p:spPr>
              <a:xfrm>
                <a:off x="8348999" y="4891101"/>
                <a:ext cx="28356" cy="28397"/>
              </a:xfrm>
              <a:custGeom>
                <a:avLst/>
                <a:gdLst>
                  <a:gd name="connsiteX0" fmla="*/ 14247 w 28356"/>
                  <a:gd name="connsiteY0" fmla="*/ 28524 h 28397"/>
                  <a:gd name="connsiteX1" fmla="*/ 24273 w 28356"/>
                  <a:gd name="connsiteY1" fmla="*/ 24365 h 28397"/>
                  <a:gd name="connsiteX2" fmla="*/ 28426 w 28356"/>
                  <a:gd name="connsiteY2" fmla="*/ 14325 h 28397"/>
                  <a:gd name="connsiteX3" fmla="*/ 24273 w 28356"/>
                  <a:gd name="connsiteY3" fmla="*/ 4285 h 28397"/>
                  <a:gd name="connsiteX4" fmla="*/ 14247 w 28356"/>
                  <a:gd name="connsiteY4" fmla="*/ 126 h 28397"/>
                  <a:gd name="connsiteX5" fmla="*/ 4222 w 28356"/>
                  <a:gd name="connsiteY5" fmla="*/ 4285 h 28397"/>
                  <a:gd name="connsiteX6" fmla="*/ 69 w 28356"/>
                  <a:gd name="connsiteY6" fmla="*/ 14325 h 28397"/>
                  <a:gd name="connsiteX7" fmla="*/ 4222 w 28356"/>
                  <a:gd name="connsiteY7" fmla="*/ 24365 h 28397"/>
                  <a:gd name="connsiteX8" fmla="*/ 14247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24"/>
                    </a:moveTo>
                    <a:cubicBezTo>
                      <a:pt x="18008" y="28524"/>
                      <a:pt x="21614" y="27028"/>
                      <a:pt x="24273" y="24365"/>
                    </a:cubicBezTo>
                    <a:cubicBezTo>
                      <a:pt x="26932" y="21703"/>
                      <a:pt x="28426" y="18091"/>
                      <a:pt x="28426" y="14325"/>
                    </a:cubicBezTo>
                    <a:cubicBezTo>
                      <a:pt x="28426" y="10559"/>
                      <a:pt x="26932" y="6947"/>
                      <a:pt x="24273" y="4285"/>
                    </a:cubicBezTo>
                    <a:cubicBezTo>
                      <a:pt x="21614" y="1622"/>
                      <a:pt x="18008" y="126"/>
                      <a:pt x="14247" y="126"/>
                    </a:cubicBezTo>
                    <a:cubicBezTo>
                      <a:pt x="10487" y="126"/>
                      <a:pt x="6881" y="1622"/>
                      <a:pt x="4222" y="4285"/>
                    </a:cubicBezTo>
                    <a:cubicBezTo>
                      <a:pt x="1563" y="6947"/>
                      <a:pt x="69" y="10559"/>
                      <a:pt x="69" y="14325"/>
                    </a:cubicBezTo>
                    <a:cubicBezTo>
                      <a:pt x="69" y="18091"/>
                      <a:pt x="1563" y="21703"/>
                      <a:pt x="4222" y="24365"/>
                    </a:cubicBezTo>
                    <a:cubicBezTo>
                      <a:pt x="6881" y="27028"/>
                      <a:pt x="10487" y="28524"/>
                      <a:pt x="14247"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8" name="Freeform: Shape 627">
                <a:extLst>
                  <a:ext uri="{FF2B5EF4-FFF2-40B4-BE49-F238E27FC236}">
                    <a16:creationId xmlns:a16="http://schemas.microsoft.com/office/drawing/2014/main" id="{CA7AB18C-17A5-3BC7-4D64-9BD64D212E28}"/>
                  </a:ext>
                </a:extLst>
              </p:cNvPr>
              <p:cNvSpPr/>
              <p:nvPr/>
            </p:nvSpPr>
            <p:spPr>
              <a:xfrm>
                <a:off x="8341241" y="4966120"/>
                <a:ext cx="28356" cy="28397"/>
              </a:xfrm>
              <a:custGeom>
                <a:avLst/>
                <a:gdLst>
                  <a:gd name="connsiteX0" fmla="*/ 14247 w 28356"/>
                  <a:gd name="connsiteY0" fmla="*/ 28530 h 28397"/>
                  <a:gd name="connsiteX1" fmla="*/ 24272 w 28356"/>
                  <a:gd name="connsiteY1" fmla="*/ 24371 h 28397"/>
                  <a:gd name="connsiteX2" fmla="*/ 28425 w 28356"/>
                  <a:gd name="connsiteY2" fmla="*/ 14331 h 28397"/>
                  <a:gd name="connsiteX3" fmla="*/ 24272 w 28356"/>
                  <a:gd name="connsiteY3" fmla="*/ 4291 h 28397"/>
                  <a:gd name="connsiteX4" fmla="*/ 14247 w 28356"/>
                  <a:gd name="connsiteY4" fmla="*/ 132 h 28397"/>
                  <a:gd name="connsiteX5" fmla="*/ 4221 w 28356"/>
                  <a:gd name="connsiteY5" fmla="*/ 4291 h 28397"/>
                  <a:gd name="connsiteX6" fmla="*/ 68 w 28356"/>
                  <a:gd name="connsiteY6" fmla="*/ 14331 h 28397"/>
                  <a:gd name="connsiteX7" fmla="*/ 4221 w 28356"/>
                  <a:gd name="connsiteY7" fmla="*/ 24371 h 28397"/>
                  <a:gd name="connsiteX8" fmla="*/ 14247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7" y="28530"/>
                    </a:moveTo>
                    <a:cubicBezTo>
                      <a:pt x="18007" y="28530"/>
                      <a:pt x="21614" y="27034"/>
                      <a:pt x="24272" y="24371"/>
                    </a:cubicBezTo>
                    <a:cubicBezTo>
                      <a:pt x="26931" y="21708"/>
                      <a:pt x="28425" y="18097"/>
                      <a:pt x="28425" y="14331"/>
                    </a:cubicBezTo>
                    <a:cubicBezTo>
                      <a:pt x="28425" y="10565"/>
                      <a:pt x="26931" y="6953"/>
                      <a:pt x="24272" y="4291"/>
                    </a:cubicBezTo>
                    <a:cubicBezTo>
                      <a:pt x="21614" y="1628"/>
                      <a:pt x="18007" y="132"/>
                      <a:pt x="14247" y="132"/>
                    </a:cubicBezTo>
                    <a:cubicBezTo>
                      <a:pt x="10487" y="132"/>
                      <a:pt x="6880" y="1628"/>
                      <a:pt x="4221" y="4291"/>
                    </a:cubicBezTo>
                    <a:cubicBezTo>
                      <a:pt x="1562" y="6953"/>
                      <a:pt x="68" y="10565"/>
                      <a:pt x="68" y="14331"/>
                    </a:cubicBezTo>
                    <a:cubicBezTo>
                      <a:pt x="68" y="18097"/>
                      <a:pt x="1562" y="21708"/>
                      <a:pt x="4221" y="24371"/>
                    </a:cubicBezTo>
                    <a:cubicBezTo>
                      <a:pt x="6880" y="27034"/>
                      <a:pt x="10487" y="28530"/>
                      <a:pt x="14247"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29" name="Freeform: Shape 628">
                <a:extLst>
                  <a:ext uri="{FF2B5EF4-FFF2-40B4-BE49-F238E27FC236}">
                    <a16:creationId xmlns:a16="http://schemas.microsoft.com/office/drawing/2014/main" id="{2CAFB15B-B50C-7846-26F3-B17D7DA85352}"/>
                  </a:ext>
                </a:extLst>
              </p:cNvPr>
              <p:cNvSpPr/>
              <p:nvPr/>
            </p:nvSpPr>
            <p:spPr>
              <a:xfrm>
                <a:off x="8333482" y="4961967"/>
                <a:ext cx="28356" cy="28397"/>
              </a:xfrm>
              <a:custGeom>
                <a:avLst/>
                <a:gdLst>
                  <a:gd name="connsiteX0" fmla="*/ 14246 w 28356"/>
                  <a:gd name="connsiteY0" fmla="*/ 28530 h 28397"/>
                  <a:gd name="connsiteX1" fmla="*/ 24272 w 28356"/>
                  <a:gd name="connsiteY1" fmla="*/ 24371 h 28397"/>
                  <a:gd name="connsiteX2" fmla="*/ 28425 w 28356"/>
                  <a:gd name="connsiteY2" fmla="*/ 14331 h 28397"/>
                  <a:gd name="connsiteX3" fmla="*/ 24272 w 28356"/>
                  <a:gd name="connsiteY3" fmla="*/ 4290 h 28397"/>
                  <a:gd name="connsiteX4" fmla="*/ 14246 w 28356"/>
                  <a:gd name="connsiteY4" fmla="*/ 132 h 28397"/>
                  <a:gd name="connsiteX5" fmla="*/ 4221 w 28356"/>
                  <a:gd name="connsiteY5" fmla="*/ 4290 h 28397"/>
                  <a:gd name="connsiteX6" fmla="*/ 68 w 28356"/>
                  <a:gd name="connsiteY6" fmla="*/ 14331 h 28397"/>
                  <a:gd name="connsiteX7" fmla="*/ 4221 w 28356"/>
                  <a:gd name="connsiteY7" fmla="*/ 24371 h 28397"/>
                  <a:gd name="connsiteX8" fmla="*/ 14246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30"/>
                    </a:moveTo>
                    <a:cubicBezTo>
                      <a:pt x="18006" y="28530"/>
                      <a:pt x="21613" y="27034"/>
                      <a:pt x="24272" y="24371"/>
                    </a:cubicBezTo>
                    <a:cubicBezTo>
                      <a:pt x="26931" y="21708"/>
                      <a:pt x="28425" y="18096"/>
                      <a:pt x="28425" y="14331"/>
                    </a:cubicBezTo>
                    <a:cubicBezTo>
                      <a:pt x="28425" y="10565"/>
                      <a:pt x="26931" y="6953"/>
                      <a:pt x="24272" y="4290"/>
                    </a:cubicBezTo>
                    <a:cubicBezTo>
                      <a:pt x="21613" y="1628"/>
                      <a:pt x="18006" y="132"/>
                      <a:pt x="14246" y="132"/>
                    </a:cubicBezTo>
                    <a:cubicBezTo>
                      <a:pt x="10486" y="132"/>
                      <a:pt x="6879" y="1628"/>
                      <a:pt x="4221" y="4290"/>
                    </a:cubicBezTo>
                    <a:cubicBezTo>
                      <a:pt x="1562" y="6953"/>
                      <a:pt x="68" y="10565"/>
                      <a:pt x="68" y="14331"/>
                    </a:cubicBezTo>
                    <a:cubicBezTo>
                      <a:pt x="68" y="18096"/>
                      <a:pt x="1562" y="21708"/>
                      <a:pt x="4221" y="24371"/>
                    </a:cubicBezTo>
                    <a:cubicBezTo>
                      <a:pt x="6879" y="27034"/>
                      <a:pt x="10486" y="28530"/>
                      <a:pt x="14246"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0" name="Freeform: Shape 629">
                <a:extLst>
                  <a:ext uri="{FF2B5EF4-FFF2-40B4-BE49-F238E27FC236}">
                    <a16:creationId xmlns:a16="http://schemas.microsoft.com/office/drawing/2014/main" id="{1FFD1F15-BAAC-9A18-1EDB-BEAF742D2F75}"/>
                  </a:ext>
                </a:extLst>
              </p:cNvPr>
              <p:cNvSpPr/>
              <p:nvPr/>
            </p:nvSpPr>
            <p:spPr>
              <a:xfrm>
                <a:off x="8325724" y="4994187"/>
                <a:ext cx="28356" cy="28397"/>
              </a:xfrm>
              <a:custGeom>
                <a:avLst/>
                <a:gdLst>
                  <a:gd name="connsiteX0" fmla="*/ 14246 w 28356"/>
                  <a:gd name="connsiteY0" fmla="*/ 28532 h 28397"/>
                  <a:gd name="connsiteX1" fmla="*/ 24271 w 28356"/>
                  <a:gd name="connsiteY1" fmla="*/ 24373 h 28397"/>
                  <a:gd name="connsiteX2" fmla="*/ 28424 w 28356"/>
                  <a:gd name="connsiteY2" fmla="*/ 14333 h 28397"/>
                  <a:gd name="connsiteX3" fmla="*/ 24271 w 28356"/>
                  <a:gd name="connsiteY3" fmla="*/ 4293 h 28397"/>
                  <a:gd name="connsiteX4" fmla="*/ 14246 w 28356"/>
                  <a:gd name="connsiteY4" fmla="*/ 134 h 28397"/>
                  <a:gd name="connsiteX5" fmla="*/ 4220 w 28356"/>
                  <a:gd name="connsiteY5" fmla="*/ 4293 h 28397"/>
                  <a:gd name="connsiteX6" fmla="*/ 67 w 28356"/>
                  <a:gd name="connsiteY6" fmla="*/ 14333 h 28397"/>
                  <a:gd name="connsiteX7" fmla="*/ 4220 w 28356"/>
                  <a:gd name="connsiteY7" fmla="*/ 24373 h 28397"/>
                  <a:gd name="connsiteX8" fmla="*/ 14246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6" y="28532"/>
                    </a:moveTo>
                    <a:cubicBezTo>
                      <a:pt x="18006" y="28532"/>
                      <a:pt x="21612" y="27036"/>
                      <a:pt x="24271" y="24373"/>
                    </a:cubicBezTo>
                    <a:cubicBezTo>
                      <a:pt x="26930" y="21711"/>
                      <a:pt x="28424" y="18099"/>
                      <a:pt x="28424" y="14333"/>
                    </a:cubicBezTo>
                    <a:cubicBezTo>
                      <a:pt x="28424" y="10568"/>
                      <a:pt x="26930" y="6956"/>
                      <a:pt x="24271" y="4293"/>
                    </a:cubicBezTo>
                    <a:cubicBezTo>
                      <a:pt x="21612" y="1630"/>
                      <a:pt x="18006" y="134"/>
                      <a:pt x="14246" y="134"/>
                    </a:cubicBezTo>
                    <a:cubicBezTo>
                      <a:pt x="10485" y="134"/>
                      <a:pt x="6879" y="1630"/>
                      <a:pt x="4220" y="4293"/>
                    </a:cubicBezTo>
                    <a:cubicBezTo>
                      <a:pt x="1561" y="6956"/>
                      <a:pt x="67" y="10568"/>
                      <a:pt x="67" y="14333"/>
                    </a:cubicBezTo>
                    <a:cubicBezTo>
                      <a:pt x="67" y="18099"/>
                      <a:pt x="1561" y="21711"/>
                      <a:pt x="4220" y="24373"/>
                    </a:cubicBezTo>
                    <a:cubicBezTo>
                      <a:pt x="6879" y="27036"/>
                      <a:pt x="10485" y="28532"/>
                      <a:pt x="14246"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1" name="Freeform: Shape 630">
                <a:extLst>
                  <a:ext uri="{FF2B5EF4-FFF2-40B4-BE49-F238E27FC236}">
                    <a16:creationId xmlns:a16="http://schemas.microsoft.com/office/drawing/2014/main" id="{4FCE1DF1-FDBC-DD22-80CF-5716D2135265}"/>
                  </a:ext>
                </a:extLst>
              </p:cNvPr>
              <p:cNvSpPr/>
              <p:nvPr/>
            </p:nvSpPr>
            <p:spPr>
              <a:xfrm>
                <a:off x="8317965" y="5001642"/>
                <a:ext cx="28356" cy="28397"/>
              </a:xfrm>
              <a:custGeom>
                <a:avLst/>
                <a:gdLst>
                  <a:gd name="connsiteX0" fmla="*/ 14245 w 28356"/>
                  <a:gd name="connsiteY0" fmla="*/ 28533 h 28397"/>
                  <a:gd name="connsiteX1" fmla="*/ 24271 w 28356"/>
                  <a:gd name="connsiteY1" fmla="*/ 24374 h 28397"/>
                  <a:gd name="connsiteX2" fmla="*/ 28423 w 28356"/>
                  <a:gd name="connsiteY2" fmla="*/ 14334 h 28397"/>
                  <a:gd name="connsiteX3" fmla="*/ 24271 w 28356"/>
                  <a:gd name="connsiteY3" fmla="*/ 4293 h 28397"/>
                  <a:gd name="connsiteX4" fmla="*/ 14245 w 28356"/>
                  <a:gd name="connsiteY4" fmla="*/ 135 h 28397"/>
                  <a:gd name="connsiteX5" fmla="*/ 4219 w 28356"/>
                  <a:gd name="connsiteY5" fmla="*/ 4293 h 28397"/>
                  <a:gd name="connsiteX6" fmla="*/ 67 w 28356"/>
                  <a:gd name="connsiteY6" fmla="*/ 14334 h 28397"/>
                  <a:gd name="connsiteX7" fmla="*/ 4219 w 28356"/>
                  <a:gd name="connsiteY7" fmla="*/ 24374 h 28397"/>
                  <a:gd name="connsiteX8" fmla="*/ 1424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5" y="28533"/>
                    </a:moveTo>
                    <a:cubicBezTo>
                      <a:pt x="18005" y="28533"/>
                      <a:pt x="21612" y="27037"/>
                      <a:pt x="24271" y="24374"/>
                    </a:cubicBezTo>
                    <a:cubicBezTo>
                      <a:pt x="26929" y="21711"/>
                      <a:pt x="28423" y="18099"/>
                      <a:pt x="28423" y="14334"/>
                    </a:cubicBezTo>
                    <a:cubicBezTo>
                      <a:pt x="28423" y="10568"/>
                      <a:pt x="26929" y="6956"/>
                      <a:pt x="24271" y="4293"/>
                    </a:cubicBezTo>
                    <a:cubicBezTo>
                      <a:pt x="21612" y="1631"/>
                      <a:pt x="18005" y="135"/>
                      <a:pt x="14245" y="135"/>
                    </a:cubicBezTo>
                    <a:cubicBezTo>
                      <a:pt x="10485" y="135"/>
                      <a:pt x="6878" y="1631"/>
                      <a:pt x="4219" y="4293"/>
                    </a:cubicBezTo>
                    <a:cubicBezTo>
                      <a:pt x="1561" y="6956"/>
                      <a:pt x="67" y="10568"/>
                      <a:pt x="67" y="14334"/>
                    </a:cubicBezTo>
                    <a:cubicBezTo>
                      <a:pt x="67" y="18099"/>
                      <a:pt x="1561" y="21711"/>
                      <a:pt x="4219" y="24374"/>
                    </a:cubicBezTo>
                    <a:cubicBezTo>
                      <a:pt x="6878" y="27037"/>
                      <a:pt x="10485" y="28533"/>
                      <a:pt x="14245"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2" name="Freeform: Shape 631">
                <a:extLst>
                  <a:ext uri="{FF2B5EF4-FFF2-40B4-BE49-F238E27FC236}">
                    <a16:creationId xmlns:a16="http://schemas.microsoft.com/office/drawing/2014/main" id="{B3C650F7-00DD-FDB7-46A7-E8107C771C91}"/>
                  </a:ext>
                </a:extLst>
              </p:cNvPr>
              <p:cNvSpPr/>
              <p:nvPr/>
            </p:nvSpPr>
            <p:spPr>
              <a:xfrm>
                <a:off x="8310206" y="4920692"/>
                <a:ext cx="28356" cy="28397"/>
              </a:xfrm>
              <a:custGeom>
                <a:avLst/>
                <a:gdLst>
                  <a:gd name="connsiteX0" fmla="*/ 14244 w 28356"/>
                  <a:gd name="connsiteY0" fmla="*/ 28526 h 28397"/>
                  <a:gd name="connsiteX1" fmla="*/ 24270 w 28356"/>
                  <a:gd name="connsiteY1" fmla="*/ 24368 h 28397"/>
                  <a:gd name="connsiteX2" fmla="*/ 28423 w 28356"/>
                  <a:gd name="connsiteY2" fmla="*/ 14327 h 28397"/>
                  <a:gd name="connsiteX3" fmla="*/ 24270 w 28356"/>
                  <a:gd name="connsiteY3" fmla="*/ 4287 h 28397"/>
                  <a:gd name="connsiteX4" fmla="*/ 14244 w 28356"/>
                  <a:gd name="connsiteY4" fmla="*/ 128 h 28397"/>
                  <a:gd name="connsiteX5" fmla="*/ 4219 w 28356"/>
                  <a:gd name="connsiteY5" fmla="*/ 4287 h 28397"/>
                  <a:gd name="connsiteX6" fmla="*/ 66 w 28356"/>
                  <a:gd name="connsiteY6" fmla="*/ 14327 h 28397"/>
                  <a:gd name="connsiteX7" fmla="*/ 4219 w 28356"/>
                  <a:gd name="connsiteY7" fmla="*/ 24368 h 28397"/>
                  <a:gd name="connsiteX8" fmla="*/ 14244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6"/>
                    </a:moveTo>
                    <a:cubicBezTo>
                      <a:pt x="18005" y="28526"/>
                      <a:pt x="21611" y="27030"/>
                      <a:pt x="24270" y="24368"/>
                    </a:cubicBezTo>
                    <a:cubicBezTo>
                      <a:pt x="26929" y="21705"/>
                      <a:pt x="28423" y="18093"/>
                      <a:pt x="28423" y="14327"/>
                    </a:cubicBezTo>
                    <a:cubicBezTo>
                      <a:pt x="28423" y="10562"/>
                      <a:pt x="26929" y="6950"/>
                      <a:pt x="24270" y="4287"/>
                    </a:cubicBezTo>
                    <a:cubicBezTo>
                      <a:pt x="21611" y="1624"/>
                      <a:pt x="18005" y="128"/>
                      <a:pt x="14244" y="128"/>
                    </a:cubicBezTo>
                    <a:cubicBezTo>
                      <a:pt x="10484" y="128"/>
                      <a:pt x="6878" y="1624"/>
                      <a:pt x="4219" y="4287"/>
                    </a:cubicBezTo>
                    <a:cubicBezTo>
                      <a:pt x="1560" y="6950"/>
                      <a:pt x="66" y="10562"/>
                      <a:pt x="66" y="14327"/>
                    </a:cubicBezTo>
                    <a:cubicBezTo>
                      <a:pt x="66" y="18093"/>
                      <a:pt x="1560" y="21705"/>
                      <a:pt x="4219" y="24368"/>
                    </a:cubicBezTo>
                    <a:cubicBezTo>
                      <a:pt x="6878" y="27030"/>
                      <a:pt x="10484" y="28526"/>
                      <a:pt x="14244"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3" name="Freeform: Shape 632">
                <a:extLst>
                  <a:ext uri="{FF2B5EF4-FFF2-40B4-BE49-F238E27FC236}">
                    <a16:creationId xmlns:a16="http://schemas.microsoft.com/office/drawing/2014/main" id="{931EAB48-B619-90D9-B599-85B7AB3006DC}"/>
                  </a:ext>
                </a:extLst>
              </p:cNvPr>
              <p:cNvSpPr/>
              <p:nvPr/>
            </p:nvSpPr>
            <p:spPr>
              <a:xfrm>
                <a:off x="8302448" y="4877067"/>
                <a:ext cx="28356" cy="28397"/>
              </a:xfrm>
              <a:custGeom>
                <a:avLst/>
                <a:gdLst>
                  <a:gd name="connsiteX0" fmla="*/ 14244 w 28356"/>
                  <a:gd name="connsiteY0" fmla="*/ 28523 h 28397"/>
                  <a:gd name="connsiteX1" fmla="*/ 24269 w 28356"/>
                  <a:gd name="connsiteY1" fmla="*/ 24364 h 28397"/>
                  <a:gd name="connsiteX2" fmla="*/ 28422 w 28356"/>
                  <a:gd name="connsiteY2" fmla="*/ 14324 h 28397"/>
                  <a:gd name="connsiteX3" fmla="*/ 24269 w 28356"/>
                  <a:gd name="connsiteY3" fmla="*/ 4284 h 28397"/>
                  <a:gd name="connsiteX4" fmla="*/ 14244 w 28356"/>
                  <a:gd name="connsiteY4" fmla="*/ 125 h 28397"/>
                  <a:gd name="connsiteX5" fmla="*/ 4218 w 28356"/>
                  <a:gd name="connsiteY5" fmla="*/ 4284 h 28397"/>
                  <a:gd name="connsiteX6" fmla="*/ 65 w 28356"/>
                  <a:gd name="connsiteY6" fmla="*/ 14324 h 28397"/>
                  <a:gd name="connsiteX7" fmla="*/ 4218 w 28356"/>
                  <a:gd name="connsiteY7" fmla="*/ 24364 h 28397"/>
                  <a:gd name="connsiteX8" fmla="*/ 14244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4" y="28523"/>
                    </a:moveTo>
                    <a:cubicBezTo>
                      <a:pt x="18004" y="28523"/>
                      <a:pt x="21611" y="27027"/>
                      <a:pt x="24269" y="24364"/>
                    </a:cubicBezTo>
                    <a:cubicBezTo>
                      <a:pt x="26928" y="21701"/>
                      <a:pt x="28422" y="18090"/>
                      <a:pt x="28422" y="14324"/>
                    </a:cubicBezTo>
                    <a:cubicBezTo>
                      <a:pt x="28422" y="10558"/>
                      <a:pt x="26928" y="6946"/>
                      <a:pt x="24269" y="4284"/>
                    </a:cubicBezTo>
                    <a:cubicBezTo>
                      <a:pt x="21611" y="1621"/>
                      <a:pt x="18004" y="125"/>
                      <a:pt x="14244" y="125"/>
                    </a:cubicBezTo>
                    <a:cubicBezTo>
                      <a:pt x="10484" y="125"/>
                      <a:pt x="6877" y="1621"/>
                      <a:pt x="4218" y="4284"/>
                    </a:cubicBezTo>
                    <a:cubicBezTo>
                      <a:pt x="1559" y="6946"/>
                      <a:pt x="65" y="10558"/>
                      <a:pt x="65" y="14324"/>
                    </a:cubicBezTo>
                    <a:cubicBezTo>
                      <a:pt x="65" y="18090"/>
                      <a:pt x="1559" y="21701"/>
                      <a:pt x="4218" y="24364"/>
                    </a:cubicBezTo>
                    <a:cubicBezTo>
                      <a:pt x="6877" y="27027"/>
                      <a:pt x="10484" y="28523"/>
                      <a:pt x="14244"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4" name="Freeform: Shape 633">
                <a:extLst>
                  <a:ext uri="{FF2B5EF4-FFF2-40B4-BE49-F238E27FC236}">
                    <a16:creationId xmlns:a16="http://schemas.microsoft.com/office/drawing/2014/main" id="{5B8A9CD5-0000-5CDF-35F2-608DB7F650DA}"/>
                  </a:ext>
                </a:extLst>
              </p:cNvPr>
              <p:cNvSpPr/>
              <p:nvPr/>
            </p:nvSpPr>
            <p:spPr>
              <a:xfrm>
                <a:off x="8294691" y="5007306"/>
                <a:ext cx="28356" cy="28397"/>
              </a:xfrm>
              <a:custGeom>
                <a:avLst/>
                <a:gdLst>
                  <a:gd name="connsiteX0" fmla="*/ 14243 w 28356"/>
                  <a:gd name="connsiteY0" fmla="*/ 28533 h 28397"/>
                  <a:gd name="connsiteX1" fmla="*/ 24269 w 28356"/>
                  <a:gd name="connsiteY1" fmla="*/ 24374 h 28397"/>
                  <a:gd name="connsiteX2" fmla="*/ 28422 w 28356"/>
                  <a:gd name="connsiteY2" fmla="*/ 14334 h 28397"/>
                  <a:gd name="connsiteX3" fmla="*/ 24269 w 28356"/>
                  <a:gd name="connsiteY3" fmla="*/ 4294 h 28397"/>
                  <a:gd name="connsiteX4" fmla="*/ 14243 w 28356"/>
                  <a:gd name="connsiteY4" fmla="*/ 135 h 28397"/>
                  <a:gd name="connsiteX5" fmla="*/ 4218 w 28356"/>
                  <a:gd name="connsiteY5" fmla="*/ 4294 h 28397"/>
                  <a:gd name="connsiteX6" fmla="*/ 65 w 28356"/>
                  <a:gd name="connsiteY6" fmla="*/ 14334 h 28397"/>
                  <a:gd name="connsiteX7" fmla="*/ 4218 w 28356"/>
                  <a:gd name="connsiteY7" fmla="*/ 24374 h 28397"/>
                  <a:gd name="connsiteX8" fmla="*/ 14243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33"/>
                    </a:moveTo>
                    <a:cubicBezTo>
                      <a:pt x="18003" y="28533"/>
                      <a:pt x="21610" y="27037"/>
                      <a:pt x="24269" y="24374"/>
                    </a:cubicBezTo>
                    <a:cubicBezTo>
                      <a:pt x="26928" y="21712"/>
                      <a:pt x="28422" y="18100"/>
                      <a:pt x="28422" y="14334"/>
                    </a:cubicBezTo>
                    <a:cubicBezTo>
                      <a:pt x="28422" y="10569"/>
                      <a:pt x="26928" y="6957"/>
                      <a:pt x="24269" y="4294"/>
                    </a:cubicBezTo>
                    <a:cubicBezTo>
                      <a:pt x="21610" y="1631"/>
                      <a:pt x="18003" y="135"/>
                      <a:pt x="14243" y="135"/>
                    </a:cubicBezTo>
                    <a:cubicBezTo>
                      <a:pt x="10483" y="135"/>
                      <a:pt x="6876" y="1631"/>
                      <a:pt x="4218" y="4294"/>
                    </a:cubicBezTo>
                    <a:cubicBezTo>
                      <a:pt x="1559" y="6957"/>
                      <a:pt x="65" y="10569"/>
                      <a:pt x="65" y="14334"/>
                    </a:cubicBezTo>
                    <a:cubicBezTo>
                      <a:pt x="65" y="18100"/>
                      <a:pt x="1559" y="21712"/>
                      <a:pt x="4218" y="24374"/>
                    </a:cubicBezTo>
                    <a:cubicBezTo>
                      <a:pt x="6876" y="27037"/>
                      <a:pt x="10483" y="28533"/>
                      <a:pt x="14243"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5" name="Freeform: Shape 634">
                <a:extLst>
                  <a:ext uri="{FF2B5EF4-FFF2-40B4-BE49-F238E27FC236}">
                    <a16:creationId xmlns:a16="http://schemas.microsoft.com/office/drawing/2014/main" id="{B88E4800-7066-577A-6A01-43CBC401009E}"/>
                  </a:ext>
                </a:extLst>
              </p:cNvPr>
              <p:cNvSpPr/>
              <p:nvPr/>
            </p:nvSpPr>
            <p:spPr>
              <a:xfrm>
                <a:off x="8286932" y="4878680"/>
                <a:ext cx="28356" cy="28397"/>
              </a:xfrm>
              <a:custGeom>
                <a:avLst/>
                <a:gdLst>
                  <a:gd name="connsiteX0" fmla="*/ 14243 w 28356"/>
                  <a:gd name="connsiteY0" fmla="*/ 28523 h 28397"/>
                  <a:gd name="connsiteX1" fmla="*/ 24268 w 28356"/>
                  <a:gd name="connsiteY1" fmla="*/ 24364 h 28397"/>
                  <a:gd name="connsiteX2" fmla="*/ 28421 w 28356"/>
                  <a:gd name="connsiteY2" fmla="*/ 14324 h 28397"/>
                  <a:gd name="connsiteX3" fmla="*/ 24268 w 28356"/>
                  <a:gd name="connsiteY3" fmla="*/ 4284 h 28397"/>
                  <a:gd name="connsiteX4" fmla="*/ 14243 w 28356"/>
                  <a:gd name="connsiteY4" fmla="*/ 125 h 28397"/>
                  <a:gd name="connsiteX5" fmla="*/ 4217 w 28356"/>
                  <a:gd name="connsiteY5" fmla="*/ 4284 h 28397"/>
                  <a:gd name="connsiteX6" fmla="*/ 64 w 28356"/>
                  <a:gd name="connsiteY6" fmla="*/ 14324 h 28397"/>
                  <a:gd name="connsiteX7" fmla="*/ 4217 w 28356"/>
                  <a:gd name="connsiteY7" fmla="*/ 24364 h 28397"/>
                  <a:gd name="connsiteX8" fmla="*/ 14243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3" y="28523"/>
                    </a:moveTo>
                    <a:cubicBezTo>
                      <a:pt x="18003" y="28523"/>
                      <a:pt x="21609" y="27027"/>
                      <a:pt x="24268" y="24364"/>
                    </a:cubicBezTo>
                    <a:cubicBezTo>
                      <a:pt x="26927" y="21702"/>
                      <a:pt x="28421" y="18090"/>
                      <a:pt x="28421" y="14324"/>
                    </a:cubicBezTo>
                    <a:cubicBezTo>
                      <a:pt x="28421" y="10558"/>
                      <a:pt x="26927" y="6947"/>
                      <a:pt x="24268" y="4284"/>
                    </a:cubicBezTo>
                    <a:cubicBezTo>
                      <a:pt x="21609" y="1621"/>
                      <a:pt x="18003" y="125"/>
                      <a:pt x="14243" y="125"/>
                    </a:cubicBezTo>
                    <a:cubicBezTo>
                      <a:pt x="10482" y="125"/>
                      <a:pt x="6876" y="1621"/>
                      <a:pt x="4217" y="4284"/>
                    </a:cubicBezTo>
                    <a:cubicBezTo>
                      <a:pt x="1558" y="6947"/>
                      <a:pt x="64" y="10558"/>
                      <a:pt x="64" y="14324"/>
                    </a:cubicBezTo>
                    <a:cubicBezTo>
                      <a:pt x="64" y="18090"/>
                      <a:pt x="1558" y="21702"/>
                      <a:pt x="4217" y="24364"/>
                    </a:cubicBezTo>
                    <a:cubicBezTo>
                      <a:pt x="6876" y="27027"/>
                      <a:pt x="10482" y="28523"/>
                      <a:pt x="14243"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6" name="Freeform: Shape 635">
                <a:extLst>
                  <a:ext uri="{FF2B5EF4-FFF2-40B4-BE49-F238E27FC236}">
                    <a16:creationId xmlns:a16="http://schemas.microsoft.com/office/drawing/2014/main" id="{5D28DCA9-9261-7E11-2604-57F1BF724469}"/>
                  </a:ext>
                </a:extLst>
              </p:cNvPr>
              <p:cNvSpPr/>
              <p:nvPr/>
            </p:nvSpPr>
            <p:spPr>
              <a:xfrm>
                <a:off x="8279173" y="5003978"/>
                <a:ext cx="28356" cy="28397"/>
              </a:xfrm>
              <a:custGeom>
                <a:avLst/>
                <a:gdLst>
                  <a:gd name="connsiteX0" fmla="*/ 14242 w 28356"/>
                  <a:gd name="connsiteY0" fmla="*/ 28533 h 28397"/>
                  <a:gd name="connsiteX1" fmla="*/ 24268 w 28356"/>
                  <a:gd name="connsiteY1" fmla="*/ 24374 h 28397"/>
                  <a:gd name="connsiteX2" fmla="*/ 28420 w 28356"/>
                  <a:gd name="connsiteY2" fmla="*/ 14334 h 28397"/>
                  <a:gd name="connsiteX3" fmla="*/ 24268 w 28356"/>
                  <a:gd name="connsiteY3" fmla="*/ 4294 h 28397"/>
                  <a:gd name="connsiteX4" fmla="*/ 14242 w 28356"/>
                  <a:gd name="connsiteY4" fmla="*/ 135 h 28397"/>
                  <a:gd name="connsiteX5" fmla="*/ 4216 w 28356"/>
                  <a:gd name="connsiteY5" fmla="*/ 4294 h 28397"/>
                  <a:gd name="connsiteX6" fmla="*/ 64 w 28356"/>
                  <a:gd name="connsiteY6" fmla="*/ 14334 h 28397"/>
                  <a:gd name="connsiteX7" fmla="*/ 4216 w 28356"/>
                  <a:gd name="connsiteY7" fmla="*/ 24374 h 28397"/>
                  <a:gd name="connsiteX8" fmla="*/ 14242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2" y="28533"/>
                    </a:moveTo>
                    <a:cubicBezTo>
                      <a:pt x="18002" y="28533"/>
                      <a:pt x="21609" y="27037"/>
                      <a:pt x="24268" y="24374"/>
                    </a:cubicBezTo>
                    <a:cubicBezTo>
                      <a:pt x="26926" y="21711"/>
                      <a:pt x="28420" y="18100"/>
                      <a:pt x="28420" y="14334"/>
                    </a:cubicBezTo>
                    <a:cubicBezTo>
                      <a:pt x="28420" y="10568"/>
                      <a:pt x="26926" y="6956"/>
                      <a:pt x="24268" y="4294"/>
                    </a:cubicBezTo>
                    <a:cubicBezTo>
                      <a:pt x="21609" y="1631"/>
                      <a:pt x="18002" y="135"/>
                      <a:pt x="14242" y="135"/>
                    </a:cubicBezTo>
                    <a:cubicBezTo>
                      <a:pt x="10482" y="135"/>
                      <a:pt x="6875" y="1631"/>
                      <a:pt x="4216" y="4294"/>
                    </a:cubicBezTo>
                    <a:cubicBezTo>
                      <a:pt x="1557" y="6956"/>
                      <a:pt x="64" y="10568"/>
                      <a:pt x="64" y="14334"/>
                    </a:cubicBezTo>
                    <a:cubicBezTo>
                      <a:pt x="64" y="18100"/>
                      <a:pt x="1557" y="21711"/>
                      <a:pt x="4216" y="24374"/>
                    </a:cubicBezTo>
                    <a:cubicBezTo>
                      <a:pt x="6875" y="27037"/>
                      <a:pt x="10482" y="28533"/>
                      <a:pt x="14242"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7" name="Freeform: Shape 636">
                <a:extLst>
                  <a:ext uri="{FF2B5EF4-FFF2-40B4-BE49-F238E27FC236}">
                    <a16:creationId xmlns:a16="http://schemas.microsoft.com/office/drawing/2014/main" id="{95F2F079-7A85-C85F-1FDE-AE63C279B813}"/>
                  </a:ext>
                </a:extLst>
              </p:cNvPr>
              <p:cNvSpPr/>
              <p:nvPr/>
            </p:nvSpPr>
            <p:spPr>
              <a:xfrm>
                <a:off x="8271415" y="4778972"/>
                <a:ext cx="28356" cy="28397"/>
              </a:xfrm>
              <a:custGeom>
                <a:avLst/>
                <a:gdLst>
                  <a:gd name="connsiteX0" fmla="*/ 14241 w 28356"/>
                  <a:gd name="connsiteY0" fmla="*/ 28515 h 28397"/>
                  <a:gd name="connsiteX1" fmla="*/ 24267 w 28356"/>
                  <a:gd name="connsiteY1" fmla="*/ 24356 h 28397"/>
                  <a:gd name="connsiteX2" fmla="*/ 28420 w 28356"/>
                  <a:gd name="connsiteY2" fmla="*/ 14316 h 28397"/>
                  <a:gd name="connsiteX3" fmla="*/ 24267 w 28356"/>
                  <a:gd name="connsiteY3" fmla="*/ 4276 h 28397"/>
                  <a:gd name="connsiteX4" fmla="*/ 14241 w 28356"/>
                  <a:gd name="connsiteY4" fmla="*/ 117 h 28397"/>
                  <a:gd name="connsiteX5" fmla="*/ 4216 w 28356"/>
                  <a:gd name="connsiteY5" fmla="*/ 4276 h 28397"/>
                  <a:gd name="connsiteX6" fmla="*/ 63 w 28356"/>
                  <a:gd name="connsiteY6" fmla="*/ 14316 h 28397"/>
                  <a:gd name="connsiteX7" fmla="*/ 4216 w 28356"/>
                  <a:gd name="connsiteY7" fmla="*/ 24356 h 28397"/>
                  <a:gd name="connsiteX8" fmla="*/ 14241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15"/>
                    </a:moveTo>
                    <a:cubicBezTo>
                      <a:pt x="18001" y="28515"/>
                      <a:pt x="21608" y="27019"/>
                      <a:pt x="24267" y="24356"/>
                    </a:cubicBezTo>
                    <a:cubicBezTo>
                      <a:pt x="26926" y="21694"/>
                      <a:pt x="28420" y="18082"/>
                      <a:pt x="28420" y="14316"/>
                    </a:cubicBezTo>
                    <a:cubicBezTo>
                      <a:pt x="28420" y="10551"/>
                      <a:pt x="26926" y="6939"/>
                      <a:pt x="24267" y="4276"/>
                    </a:cubicBezTo>
                    <a:cubicBezTo>
                      <a:pt x="21608" y="1613"/>
                      <a:pt x="18001" y="117"/>
                      <a:pt x="14241" y="117"/>
                    </a:cubicBezTo>
                    <a:cubicBezTo>
                      <a:pt x="10481" y="117"/>
                      <a:pt x="6875" y="1613"/>
                      <a:pt x="4216" y="4276"/>
                    </a:cubicBezTo>
                    <a:cubicBezTo>
                      <a:pt x="1557" y="6939"/>
                      <a:pt x="63" y="10551"/>
                      <a:pt x="63" y="14316"/>
                    </a:cubicBezTo>
                    <a:cubicBezTo>
                      <a:pt x="63" y="18082"/>
                      <a:pt x="1557" y="21694"/>
                      <a:pt x="4216" y="24356"/>
                    </a:cubicBezTo>
                    <a:cubicBezTo>
                      <a:pt x="6875" y="27019"/>
                      <a:pt x="10481" y="28515"/>
                      <a:pt x="14241"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8" name="Freeform: Shape 637">
                <a:extLst>
                  <a:ext uri="{FF2B5EF4-FFF2-40B4-BE49-F238E27FC236}">
                    <a16:creationId xmlns:a16="http://schemas.microsoft.com/office/drawing/2014/main" id="{D70B8E7B-916C-9A11-4DA1-E9B2C166CBE0}"/>
                  </a:ext>
                </a:extLst>
              </p:cNvPr>
              <p:cNvSpPr/>
              <p:nvPr/>
            </p:nvSpPr>
            <p:spPr>
              <a:xfrm>
                <a:off x="8263656" y="4946993"/>
                <a:ext cx="28356" cy="28397"/>
              </a:xfrm>
              <a:custGeom>
                <a:avLst/>
                <a:gdLst>
                  <a:gd name="connsiteX0" fmla="*/ 14241 w 28356"/>
                  <a:gd name="connsiteY0" fmla="*/ 28528 h 28397"/>
                  <a:gd name="connsiteX1" fmla="*/ 24266 w 28356"/>
                  <a:gd name="connsiteY1" fmla="*/ 24370 h 28397"/>
                  <a:gd name="connsiteX2" fmla="*/ 28419 w 28356"/>
                  <a:gd name="connsiteY2" fmla="*/ 14329 h 28397"/>
                  <a:gd name="connsiteX3" fmla="*/ 24266 w 28356"/>
                  <a:gd name="connsiteY3" fmla="*/ 4289 h 28397"/>
                  <a:gd name="connsiteX4" fmla="*/ 14241 w 28356"/>
                  <a:gd name="connsiteY4" fmla="*/ 130 h 28397"/>
                  <a:gd name="connsiteX5" fmla="*/ 4215 w 28356"/>
                  <a:gd name="connsiteY5" fmla="*/ 4289 h 28397"/>
                  <a:gd name="connsiteX6" fmla="*/ 62 w 28356"/>
                  <a:gd name="connsiteY6" fmla="*/ 14329 h 28397"/>
                  <a:gd name="connsiteX7" fmla="*/ 4215 w 28356"/>
                  <a:gd name="connsiteY7" fmla="*/ 24370 h 28397"/>
                  <a:gd name="connsiteX8" fmla="*/ 14241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1" y="28528"/>
                    </a:moveTo>
                    <a:cubicBezTo>
                      <a:pt x="18001" y="28528"/>
                      <a:pt x="21608" y="27032"/>
                      <a:pt x="24266" y="24370"/>
                    </a:cubicBezTo>
                    <a:cubicBezTo>
                      <a:pt x="26925" y="21707"/>
                      <a:pt x="28419" y="18095"/>
                      <a:pt x="28419" y="14329"/>
                    </a:cubicBezTo>
                    <a:cubicBezTo>
                      <a:pt x="28419" y="10564"/>
                      <a:pt x="26925" y="6952"/>
                      <a:pt x="24266" y="4289"/>
                    </a:cubicBezTo>
                    <a:cubicBezTo>
                      <a:pt x="21608" y="1626"/>
                      <a:pt x="18001" y="130"/>
                      <a:pt x="14241" y="130"/>
                    </a:cubicBezTo>
                    <a:cubicBezTo>
                      <a:pt x="10481" y="130"/>
                      <a:pt x="6874" y="1626"/>
                      <a:pt x="4215" y="4289"/>
                    </a:cubicBezTo>
                    <a:cubicBezTo>
                      <a:pt x="1556" y="6952"/>
                      <a:pt x="62" y="10564"/>
                      <a:pt x="62" y="14329"/>
                    </a:cubicBezTo>
                    <a:cubicBezTo>
                      <a:pt x="62" y="18095"/>
                      <a:pt x="1556" y="21707"/>
                      <a:pt x="4215" y="24370"/>
                    </a:cubicBezTo>
                    <a:cubicBezTo>
                      <a:pt x="6874" y="27032"/>
                      <a:pt x="10481" y="28528"/>
                      <a:pt x="14241"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39" name="Freeform: Shape 638">
                <a:extLst>
                  <a:ext uri="{FF2B5EF4-FFF2-40B4-BE49-F238E27FC236}">
                    <a16:creationId xmlns:a16="http://schemas.microsoft.com/office/drawing/2014/main" id="{EDF370D7-C7CC-FE15-6C0C-A5864A00EC6B}"/>
                  </a:ext>
                </a:extLst>
              </p:cNvPr>
              <p:cNvSpPr/>
              <p:nvPr/>
            </p:nvSpPr>
            <p:spPr>
              <a:xfrm>
                <a:off x="8255898" y="4981563"/>
                <a:ext cx="28356" cy="28397"/>
              </a:xfrm>
              <a:custGeom>
                <a:avLst/>
                <a:gdLst>
                  <a:gd name="connsiteX0" fmla="*/ 14240 w 28356"/>
                  <a:gd name="connsiteY0" fmla="*/ 28531 h 28397"/>
                  <a:gd name="connsiteX1" fmla="*/ 24266 w 28356"/>
                  <a:gd name="connsiteY1" fmla="*/ 24372 h 28397"/>
                  <a:gd name="connsiteX2" fmla="*/ 28418 w 28356"/>
                  <a:gd name="connsiteY2" fmla="*/ 14332 h 28397"/>
                  <a:gd name="connsiteX3" fmla="*/ 24266 w 28356"/>
                  <a:gd name="connsiteY3" fmla="*/ 4292 h 28397"/>
                  <a:gd name="connsiteX4" fmla="*/ 14240 w 28356"/>
                  <a:gd name="connsiteY4" fmla="*/ 133 h 28397"/>
                  <a:gd name="connsiteX5" fmla="*/ 4214 w 28356"/>
                  <a:gd name="connsiteY5" fmla="*/ 4292 h 28397"/>
                  <a:gd name="connsiteX6" fmla="*/ 62 w 28356"/>
                  <a:gd name="connsiteY6" fmla="*/ 14332 h 28397"/>
                  <a:gd name="connsiteX7" fmla="*/ 4214 w 28356"/>
                  <a:gd name="connsiteY7" fmla="*/ 24372 h 28397"/>
                  <a:gd name="connsiteX8" fmla="*/ 1424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531"/>
                    </a:moveTo>
                    <a:cubicBezTo>
                      <a:pt x="18000" y="28531"/>
                      <a:pt x="21607" y="27035"/>
                      <a:pt x="24266" y="24372"/>
                    </a:cubicBezTo>
                    <a:cubicBezTo>
                      <a:pt x="26925" y="21710"/>
                      <a:pt x="28418" y="18098"/>
                      <a:pt x="28418" y="14332"/>
                    </a:cubicBezTo>
                    <a:cubicBezTo>
                      <a:pt x="28418" y="10567"/>
                      <a:pt x="26925" y="6955"/>
                      <a:pt x="24266" y="4292"/>
                    </a:cubicBezTo>
                    <a:cubicBezTo>
                      <a:pt x="21607" y="1629"/>
                      <a:pt x="18000" y="133"/>
                      <a:pt x="14240" y="133"/>
                    </a:cubicBezTo>
                    <a:cubicBezTo>
                      <a:pt x="10480" y="133"/>
                      <a:pt x="6873" y="1629"/>
                      <a:pt x="4214" y="4292"/>
                    </a:cubicBezTo>
                    <a:cubicBezTo>
                      <a:pt x="1556" y="6955"/>
                      <a:pt x="62" y="10567"/>
                      <a:pt x="62" y="14332"/>
                    </a:cubicBezTo>
                    <a:cubicBezTo>
                      <a:pt x="62" y="18098"/>
                      <a:pt x="1556" y="21710"/>
                      <a:pt x="4214" y="24372"/>
                    </a:cubicBezTo>
                    <a:cubicBezTo>
                      <a:pt x="6873" y="27035"/>
                      <a:pt x="10480" y="28531"/>
                      <a:pt x="14240"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0" name="Freeform: Shape 639">
                <a:extLst>
                  <a:ext uri="{FF2B5EF4-FFF2-40B4-BE49-F238E27FC236}">
                    <a16:creationId xmlns:a16="http://schemas.microsoft.com/office/drawing/2014/main" id="{46445625-35AC-87F8-FB17-868A42E7E21A}"/>
                  </a:ext>
                </a:extLst>
              </p:cNvPr>
              <p:cNvSpPr/>
              <p:nvPr/>
            </p:nvSpPr>
            <p:spPr>
              <a:xfrm>
                <a:off x="8248139" y="4999762"/>
                <a:ext cx="28356" cy="28397"/>
              </a:xfrm>
              <a:custGeom>
                <a:avLst/>
                <a:gdLst>
                  <a:gd name="connsiteX0" fmla="*/ 14239 w 28356"/>
                  <a:gd name="connsiteY0" fmla="*/ 28533 h 28397"/>
                  <a:gd name="connsiteX1" fmla="*/ 24265 w 28356"/>
                  <a:gd name="connsiteY1" fmla="*/ 24374 h 28397"/>
                  <a:gd name="connsiteX2" fmla="*/ 28418 w 28356"/>
                  <a:gd name="connsiteY2" fmla="*/ 14334 h 28397"/>
                  <a:gd name="connsiteX3" fmla="*/ 24265 w 28356"/>
                  <a:gd name="connsiteY3" fmla="*/ 4293 h 28397"/>
                  <a:gd name="connsiteX4" fmla="*/ 14239 w 28356"/>
                  <a:gd name="connsiteY4" fmla="*/ 135 h 28397"/>
                  <a:gd name="connsiteX5" fmla="*/ 4214 w 28356"/>
                  <a:gd name="connsiteY5" fmla="*/ 4293 h 28397"/>
                  <a:gd name="connsiteX6" fmla="*/ 61 w 28356"/>
                  <a:gd name="connsiteY6" fmla="*/ 14334 h 28397"/>
                  <a:gd name="connsiteX7" fmla="*/ 4214 w 28356"/>
                  <a:gd name="connsiteY7" fmla="*/ 24374 h 28397"/>
                  <a:gd name="connsiteX8" fmla="*/ 14239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33"/>
                    </a:moveTo>
                    <a:cubicBezTo>
                      <a:pt x="18000" y="28533"/>
                      <a:pt x="21606" y="27036"/>
                      <a:pt x="24265" y="24374"/>
                    </a:cubicBezTo>
                    <a:cubicBezTo>
                      <a:pt x="26924" y="21711"/>
                      <a:pt x="28418" y="18099"/>
                      <a:pt x="28418" y="14334"/>
                    </a:cubicBezTo>
                    <a:cubicBezTo>
                      <a:pt x="28418" y="10568"/>
                      <a:pt x="26924" y="6956"/>
                      <a:pt x="24265" y="4293"/>
                    </a:cubicBezTo>
                    <a:cubicBezTo>
                      <a:pt x="21606" y="1631"/>
                      <a:pt x="18000" y="135"/>
                      <a:pt x="14239" y="135"/>
                    </a:cubicBezTo>
                    <a:cubicBezTo>
                      <a:pt x="10479" y="135"/>
                      <a:pt x="6873" y="1631"/>
                      <a:pt x="4214" y="4293"/>
                    </a:cubicBezTo>
                    <a:cubicBezTo>
                      <a:pt x="1555" y="6956"/>
                      <a:pt x="61" y="10568"/>
                      <a:pt x="61" y="14334"/>
                    </a:cubicBezTo>
                    <a:cubicBezTo>
                      <a:pt x="61" y="18099"/>
                      <a:pt x="1555" y="21711"/>
                      <a:pt x="4214" y="24374"/>
                    </a:cubicBezTo>
                    <a:cubicBezTo>
                      <a:pt x="6873" y="27036"/>
                      <a:pt x="10479" y="28533"/>
                      <a:pt x="14239"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1" name="Freeform: Shape 640">
                <a:extLst>
                  <a:ext uri="{FF2B5EF4-FFF2-40B4-BE49-F238E27FC236}">
                    <a16:creationId xmlns:a16="http://schemas.microsoft.com/office/drawing/2014/main" id="{E33D8C7D-8038-0CDF-F0E4-F0061B90F6CF}"/>
                  </a:ext>
                </a:extLst>
              </p:cNvPr>
              <p:cNvSpPr/>
              <p:nvPr/>
            </p:nvSpPr>
            <p:spPr>
              <a:xfrm>
                <a:off x="8240382" y="5007077"/>
                <a:ext cx="28356" cy="28397"/>
              </a:xfrm>
              <a:custGeom>
                <a:avLst/>
                <a:gdLst>
                  <a:gd name="connsiteX0" fmla="*/ 14239 w 28356"/>
                  <a:gd name="connsiteY0" fmla="*/ 28533 h 28397"/>
                  <a:gd name="connsiteX1" fmla="*/ 24265 w 28356"/>
                  <a:gd name="connsiteY1" fmla="*/ 24374 h 28397"/>
                  <a:gd name="connsiteX2" fmla="*/ 28417 w 28356"/>
                  <a:gd name="connsiteY2" fmla="*/ 14334 h 28397"/>
                  <a:gd name="connsiteX3" fmla="*/ 24265 w 28356"/>
                  <a:gd name="connsiteY3" fmla="*/ 4294 h 28397"/>
                  <a:gd name="connsiteX4" fmla="*/ 14239 w 28356"/>
                  <a:gd name="connsiteY4" fmla="*/ 135 h 28397"/>
                  <a:gd name="connsiteX5" fmla="*/ 4213 w 28356"/>
                  <a:gd name="connsiteY5" fmla="*/ 4294 h 28397"/>
                  <a:gd name="connsiteX6" fmla="*/ 61 w 28356"/>
                  <a:gd name="connsiteY6" fmla="*/ 14334 h 28397"/>
                  <a:gd name="connsiteX7" fmla="*/ 4213 w 28356"/>
                  <a:gd name="connsiteY7" fmla="*/ 24374 h 28397"/>
                  <a:gd name="connsiteX8" fmla="*/ 14239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9" y="28533"/>
                    </a:moveTo>
                    <a:cubicBezTo>
                      <a:pt x="17999" y="28533"/>
                      <a:pt x="21606" y="27037"/>
                      <a:pt x="24265" y="24374"/>
                    </a:cubicBezTo>
                    <a:cubicBezTo>
                      <a:pt x="26923" y="21712"/>
                      <a:pt x="28417" y="18100"/>
                      <a:pt x="28417" y="14334"/>
                    </a:cubicBezTo>
                    <a:cubicBezTo>
                      <a:pt x="28417" y="10569"/>
                      <a:pt x="26923" y="6957"/>
                      <a:pt x="24265" y="4294"/>
                    </a:cubicBezTo>
                    <a:cubicBezTo>
                      <a:pt x="21606" y="1631"/>
                      <a:pt x="17999" y="135"/>
                      <a:pt x="14239" y="135"/>
                    </a:cubicBezTo>
                    <a:cubicBezTo>
                      <a:pt x="10479" y="135"/>
                      <a:pt x="6872" y="1631"/>
                      <a:pt x="4213" y="4294"/>
                    </a:cubicBezTo>
                    <a:cubicBezTo>
                      <a:pt x="1554" y="6957"/>
                      <a:pt x="61" y="10569"/>
                      <a:pt x="61" y="14334"/>
                    </a:cubicBezTo>
                    <a:cubicBezTo>
                      <a:pt x="61" y="18100"/>
                      <a:pt x="1554" y="21712"/>
                      <a:pt x="4213" y="24374"/>
                    </a:cubicBezTo>
                    <a:cubicBezTo>
                      <a:pt x="6872" y="27037"/>
                      <a:pt x="10479" y="28533"/>
                      <a:pt x="14239"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2" name="Freeform: Shape 641">
                <a:extLst>
                  <a:ext uri="{FF2B5EF4-FFF2-40B4-BE49-F238E27FC236}">
                    <a16:creationId xmlns:a16="http://schemas.microsoft.com/office/drawing/2014/main" id="{1F748E8E-C1BB-2A30-BD2F-370198D3BFAE}"/>
                  </a:ext>
                </a:extLst>
              </p:cNvPr>
              <p:cNvSpPr/>
              <p:nvPr/>
            </p:nvSpPr>
            <p:spPr>
              <a:xfrm>
                <a:off x="8232623" y="4782262"/>
                <a:ext cx="28356" cy="28397"/>
              </a:xfrm>
              <a:custGeom>
                <a:avLst/>
                <a:gdLst>
                  <a:gd name="connsiteX0" fmla="*/ 14238 w 28356"/>
                  <a:gd name="connsiteY0" fmla="*/ 28515 h 28397"/>
                  <a:gd name="connsiteX1" fmla="*/ 24264 w 28356"/>
                  <a:gd name="connsiteY1" fmla="*/ 24357 h 28397"/>
                  <a:gd name="connsiteX2" fmla="*/ 28417 w 28356"/>
                  <a:gd name="connsiteY2" fmla="*/ 14316 h 28397"/>
                  <a:gd name="connsiteX3" fmla="*/ 24264 w 28356"/>
                  <a:gd name="connsiteY3" fmla="*/ 4276 h 28397"/>
                  <a:gd name="connsiteX4" fmla="*/ 14238 w 28356"/>
                  <a:gd name="connsiteY4" fmla="*/ 117 h 28397"/>
                  <a:gd name="connsiteX5" fmla="*/ 4213 w 28356"/>
                  <a:gd name="connsiteY5" fmla="*/ 4276 h 28397"/>
                  <a:gd name="connsiteX6" fmla="*/ 60 w 28356"/>
                  <a:gd name="connsiteY6" fmla="*/ 14316 h 28397"/>
                  <a:gd name="connsiteX7" fmla="*/ 4213 w 28356"/>
                  <a:gd name="connsiteY7" fmla="*/ 24357 h 28397"/>
                  <a:gd name="connsiteX8" fmla="*/ 14238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15"/>
                    </a:moveTo>
                    <a:cubicBezTo>
                      <a:pt x="17998" y="28515"/>
                      <a:pt x="21605" y="27019"/>
                      <a:pt x="24264" y="24357"/>
                    </a:cubicBezTo>
                    <a:cubicBezTo>
                      <a:pt x="26923" y="21694"/>
                      <a:pt x="28417" y="18082"/>
                      <a:pt x="28417" y="14316"/>
                    </a:cubicBezTo>
                    <a:cubicBezTo>
                      <a:pt x="28417" y="10551"/>
                      <a:pt x="26923" y="6939"/>
                      <a:pt x="24264" y="4276"/>
                    </a:cubicBezTo>
                    <a:cubicBezTo>
                      <a:pt x="21605" y="1614"/>
                      <a:pt x="17998" y="117"/>
                      <a:pt x="14238" y="117"/>
                    </a:cubicBezTo>
                    <a:cubicBezTo>
                      <a:pt x="10478" y="117"/>
                      <a:pt x="6871" y="1614"/>
                      <a:pt x="4213" y="4276"/>
                    </a:cubicBezTo>
                    <a:cubicBezTo>
                      <a:pt x="1554" y="6939"/>
                      <a:pt x="60" y="10551"/>
                      <a:pt x="60" y="14316"/>
                    </a:cubicBezTo>
                    <a:cubicBezTo>
                      <a:pt x="60" y="18082"/>
                      <a:pt x="1554" y="21694"/>
                      <a:pt x="4213" y="24357"/>
                    </a:cubicBezTo>
                    <a:cubicBezTo>
                      <a:pt x="6871" y="27019"/>
                      <a:pt x="10478" y="28515"/>
                      <a:pt x="14238"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3" name="Freeform: Shape 642">
                <a:extLst>
                  <a:ext uri="{FF2B5EF4-FFF2-40B4-BE49-F238E27FC236}">
                    <a16:creationId xmlns:a16="http://schemas.microsoft.com/office/drawing/2014/main" id="{8F41FE96-77F1-243C-7961-568A022B690A}"/>
                  </a:ext>
                </a:extLst>
              </p:cNvPr>
              <p:cNvSpPr/>
              <p:nvPr/>
            </p:nvSpPr>
            <p:spPr>
              <a:xfrm>
                <a:off x="8224865" y="4781855"/>
                <a:ext cx="28356" cy="28397"/>
              </a:xfrm>
              <a:custGeom>
                <a:avLst/>
                <a:gdLst>
                  <a:gd name="connsiteX0" fmla="*/ 14238 w 28356"/>
                  <a:gd name="connsiteY0" fmla="*/ 28515 h 28397"/>
                  <a:gd name="connsiteX1" fmla="*/ 24263 w 28356"/>
                  <a:gd name="connsiteY1" fmla="*/ 24357 h 28397"/>
                  <a:gd name="connsiteX2" fmla="*/ 28416 w 28356"/>
                  <a:gd name="connsiteY2" fmla="*/ 14316 h 28397"/>
                  <a:gd name="connsiteX3" fmla="*/ 24263 w 28356"/>
                  <a:gd name="connsiteY3" fmla="*/ 4276 h 28397"/>
                  <a:gd name="connsiteX4" fmla="*/ 14238 w 28356"/>
                  <a:gd name="connsiteY4" fmla="*/ 117 h 28397"/>
                  <a:gd name="connsiteX5" fmla="*/ 4212 w 28356"/>
                  <a:gd name="connsiteY5" fmla="*/ 4276 h 28397"/>
                  <a:gd name="connsiteX6" fmla="*/ 59 w 28356"/>
                  <a:gd name="connsiteY6" fmla="*/ 14316 h 28397"/>
                  <a:gd name="connsiteX7" fmla="*/ 4212 w 28356"/>
                  <a:gd name="connsiteY7" fmla="*/ 24357 h 28397"/>
                  <a:gd name="connsiteX8" fmla="*/ 14238 w 28356"/>
                  <a:gd name="connsiteY8" fmla="*/ 2851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8" y="28515"/>
                    </a:moveTo>
                    <a:cubicBezTo>
                      <a:pt x="17998" y="28515"/>
                      <a:pt x="21604" y="27019"/>
                      <a:pt x="24263" y="24357"/>
                    </a:cubicBezTo>
                    <a:cubicBezTo>
                      <a:pt x="26922" y="21694"/>
                      <a:pt x="28416" y="18082"/>
                      <a:pt x="28416" y="14316"/>
                    </a:cubicBezTo>
                    <a:cubicBezTo>
                      <a:pt x="28416" y="10551"/>
                      <a:pt x="26922" y="6939"/>
                      <a:pt x="24263" y="4276"/>
                    </a:cubicBezTo>
                    <a:cubicBezTo>
                      <a:pt x="21604" y="1613"/>
                      <a:pt x="17998" y="117"/>
                      <a:pt x="14238" y="117"/>
                    </a:cubicBezTo>
                    <a:cubicBezTo>
                      <a:pt x="10478" y="117"/>
                      <a:pt x="6871" y="1613"/>
                      <a:pt x="4212" y="4276"/>
                    </a:cubicBezTo>
                    <a:cubicBezTo>
                      <a:pt x="1553" y="6939"/>
                      <a:pt x="59" y="10551"/>
                      <a:pt x="59" y="14316"/>
                    </a:cubicBezTo>
                    <a:cubicBezTo>
                      <a:pt x="59" y="18082"/>
                      <a:pt x="1553" y="21694"/>
                      <a:pt x="4212" y="24357"/>
                    </a:cubicBezTo>
                    <a:cubicBezTo>
                      <a:pt x="6871" y="27019"/>
                      <a:pt x="10478" y="28515"/>
                      <a:pt x="14238" y="2851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4" name="Freeform: Shape 643">
                <a:extLst>
                  <a:ext uri="{FF2B5EF4-FFF2-40B4-BE49-F238E27FC236}">
                    <a16:creationId xmlns:a16="http://schemas.microsoft.com/office/drawing/2014/main" id="{A3B54DDA-4323-B5DD-1C4F-886573185D25}"/>
                  </a:ext>
                </a:extLst>
              </p:cNvPr>
              <p:cNvSpPr/>
              <p:nvPr/>
            </p:nvSpPr>
            <p:spPr>
              <a:xfrm>
                <a:off x="8217106" y="5006099"/>
                <a:ext cx="28356" cy="28397"/>
              </a:xfrm>
              <a:custGeom>
                <a:avLst/>
                <a:gdLst>
                  <a:gd name="connsiteX0" fmla="*/ 14237 w 28356"/>
                  <a:gd name="connsiteY0" fmla="*/ 28533 h 28397"/>
                  <a:gd name="connsiteX1" fmla="*/ 24263 w 28356"/>
                  <a:gd name="connsiteY1" fmla="*/ 24374 h 28397"/>
                  <a:gd name="connsiteX2" fmla="*/ 28415 w 28356"/>
                  <a:gd name="connsiteY2" fmla="*/ 14334 h 28397"/>
                  <a:gd name="connsiteX3" fmla="*/ 24263 w 28356"/>
                  <a:gd name="connsiteY3" fmla="*/ 4294 h 28397"/>
                  <a:gd name="connsiteX4" fmla="*/ 14237 w 28356"/>
                  <a:gd name="connsiteY4" fmla="*/ 135 h 28397"/>
                  <a:gd name="connsiteX5" fmla="*/ 4211 w 28356"/>
                  <a:gd name="connsiteY5" fmla="*/ 4294 h 28397"/>
                  <a:gd name="connsiteX6" fmla="*/ 59 w 28356"/>
                  <a:gd name="connsiteY6" fmla="*/ 14334 h 28397"/>
                  <a:gd name="connsiteX7" fmla="*/ 4211 w 28356"/>
                  <a:gd name="connsiteY7" fmla="*/ 24374 h 28397"/>
                  <a:gd name="connsiteX8" fmla="*/ 14237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7" y="28533"/>
                    </a:moveTo>
                    <a:cubicBezTo>
                      <a:pt x="17997" y="28533"/>
                      <a:pt x="21604" y="27037"/>
                      <a:pt x="24263" y="24374"/>
                    </a:cubicBezTo>
                    <a:cubicBezTo>
                      <a:pt x="26922" y="21712"/>
                      <a:pt x="28415" y="18100"/>
                      <a:pt x="28415" y="14334"/>
                    </a:cubicBezTo>
                    <a:cubicBezTo>
                      <a:pt x="28415" y="10568"/>
                      <a:pt x="26922" y="6957"/>
                      <a:pt x="24263" y="4294"/>
                    </a:cubicBezTo>
                    <a:cubicBezTo>
                      <a:pt x="21604" y="1631"/>
                      <a:pt x="17997" y="135"/>
                      <a:pt x="14237" y="135"/>
                    </a:cubicBezTo>
                    <a:cubicBezTo>
                      <a:pt x="10477" y="135"/>
                      <a:pt x="6870" y="1631"/>
                      <a:pt x="4211" y="4294"/>
                    </a:cubicBezTo>
                    <a:cubicBezTo>
                      <a:pt x="1553" y="6957"/>
                      <a:pt x="59" y="10568"/>
                      <a:pt x="59" y="14334"/>
                    </a:cubicBezTo>
                    <a:cubicBezTo>
                      <a:pt x="59" y="18100"/>
                      <a:pt x="1553" y="21712"/>
                      <a:pt x="4211" y="24374"/>
                    </a:cubicBezTo>
                    <a:cubicBezTo>
                      <a:pt x="6870" y="27037"/>
                      <a:pt x="10477" y="28533"/>
                      <a:pt x="14237"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5" name="Freeform: Shape 644">
                <a:extLst>
                  <a:ext uri="{FF2B5EF4-FFF2-40B4-BE49-F238E27FC236}">
                    <a16:creationId xmlns:a16="http://schemas.microsoft.com/office/drawing/2014/main" id="{11E9AF0B-AAFC-483C-39D6-C5ECAE71E4F4}"/>
                  </a:ext>
                </a:extLst>
              </p:cNvPr>
              <p:cNvSpPr/>
              <p:nvPr/>
            </p:nvSpPr>
            <p:spPr>
              <a:xfrm>
                <a:off x="8209348" y="4960278"/>
                <a:ext cx="28356" cy="28397"/>
              </a:xfrm>
              <a:custGeom>
                <a:avLst/>
                <a:gdLst>
                  <a:gd name="connsiteX0" fmla="*/ 14236 w 28356"/>
                  <a:gd name="connsiteY0" fmla="*/ 28529 h 28397"/>
                  <a:gd name="connsiteX1" fmla="*/ 24262 w 28356"/>
                  <a:gd name="connsiteY1" fmla="*/ 24371 h 28397"/>
                  <a:gd name="connsiteX2" fmla="*/ 28415 w 28356"/>
                  <a:gd name="connsiteY2" fmla="*/ 14330 h 28397"/>
                  <a:gd name="connsiteX3" fmla="*/ 24262 w 28356"/>
                  <a:gd name="connsiteY3" fmla="*/ 4290 h 28397"/>
                  <a:gd name="connsiteX4" fmla="*/ 14236 w 28356"/>
                  <a:gd name="connsiteY4" fmla="*/ 131 h 28397"/>
                  <a:gd name="connsiteX5" fmla="*/ 4211 w 28356"/>
                  <a:gd name="connsiteY5" fmla="*/ 4290 h 28397"/>
                  <a:gd name="connsiteX6" fmla="*/ 58 w 28356"/>
                  <a:gd name="connsiteY6" fmla="*/ 14330 h 28397"/>
                  <a:gd name="connsiteX7" fmla="*/ 4211 w 28356"/>
                  <a:gd name="connsiteY7" fmla="*/ 24371 h 28397"/>
                  <a:gd name="connsiteX8" fmla="*/ 14236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29"/>
                    </a:moveTo>
                    <a:cubicBezTo>
                      <a:pt x="17997" y="28529"/>
                      <a:pt x="21603" y="27033"/>
                      <a:pt x="24262" y="24371"/>
                    </a:cubicBezTo>
                    <a:cubicBezTo>
                      <a:pt x="26921" y="21708"/>
                      <a:pt x="28415" y="18096"/>
                      <a:pt x="28415" y="14330"/>
                    </a:cubicBezTo>
                    <a:cubicBezTo>
                      <a:pt x="28415" y="10565"/>
                      <a:pt x="26921" y="6953"/>
                      <a:pt x="24262" y="4290"/>
                    </a:cubicBezTo>
                    <a:cubicBezTo>
                      <a:pt x="21603" y="1628"/>
                      <a:pt x="17997" y="131"/>
                      <a:pt x="14236" y="131"/>
                    </a:cubicBezTo>
                    <a:cubicBezTo>
                      <a:pt x="10476" y="131"/>
                      <a:pt x="6870" y="1628"/>
                      <a:pt x="4211" y="4290"/>
                    </a:cubicBezTo>
                    <a:cubicBezTo>
                      <a:pt x="1552" y="6953"/>
                      <a:pt x="58" y="10565"/>
                      <a:pt x="58" y="14330"/>
                    </a:cubicBezTo>
                    <a:cubicBezTo>
                      <a:pt x="58" y="18096"/>
                      <a:pt x="1552" y="21708"/>
                      <a:pt x="4211" y="24371"/>
                    </a:cubicBezTo>
                    <a:cubicBezTo>
                      <a:pt x="6870" y="27033"/>
                      <a:pt x="10476" y="28529"/>
                      <a:pt x="14236"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6" name="Freeform: Shape 645">
                <a:extLst>
                  <a:ext uri="{FF2B5EF4-FFF2-40B4-BE49-F238E27FC236}">
                    <a16:creationId xmlns:a16="http://schemas.microsoft.com/office/drawing/2014/main" id="{C4ECA26B-8C6B-01FD-6C25-2BE6C944B636}"/>
                  </a:ext>
                </a:extLst>
              </p:cNvPr>
              <p:cNvSpPr/>
              <p:nvPr/>
            </p:nvSpPr>
            <p:spPr>
              <a:xfrm>
                <a:off x="8201589" y="4970412"/>
                <a:ext cx="28356" cy="28397"/>
              </a:xfrm>
              <a:custGeom>
                <a:avLst/>
                <a:gdLst>
                  <a:gd name="connsiteX0" fmla="*/ 14236 w 28356"/>
                  <a:gd name="connsiteY0" fmla="*/ 28530 h 28397"/>
                  <a:gd name="connsiteX1" fmla="*/ 24261 w 28356"/>
                  <a:gd name="connsiteY1" fmla="*/ 24371 h 28397"/>
                  <a:gd name="connsiteX2" fmla="*/ 28414 w 28356"/>
                  <a:gd name="connsiteY2" fmla="*/ 14331 h 28397"/>
                  <a:gd name="connsiteX3" fmla="*/ 24261 w 28356"/>
                  <a:gd name="connsiteY3" fmla="*/ 4291 h 28397"/>
                  <a:gd name="connsiteX4" fmla="*/ 14236 w 28356"/>
                  <a:gd name="connsiteY4" fmla="*/ 132 h 28397"/>
                  <a:gd name="connsiteX5" fmla="*/ 4210 w 28356"/>
                  <a:gd name="connsiteY5" fmla="*/ 4291 h 28397"/>
                  <a:gd name="connsiteX6" fmla="*/ 57 w 28356"/>
                  <a:gd name="connsiteY6" fmla="*/ 14331 h 28397"/>
                  <a:gd name="connsiteX7" fmla="*/ 4210 w 28356"/>
                  <a:gd name="connsiteY7" fmla="*/ 24371 h 28397"/>
                  <a:gd name="connsiteX8" fmla="*/ 14236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6" y="28530"/>
                    </a:moveTo>
                    <a:cubicBezTo>
                      <a:pt x="17996" y="28530"/>
                      <a:pt x="21603" y="27034"/>
                      <a:pt x="24261" y="24371"/>
                    </a:cubicBezTo>
                    <a:cubicBezTo>
                      <a:pt x="26920" y="21709"/>
                      <a:pt x="28414" y="18097"/>
                      <a:pt x="28414" y="14331"/>
                    </a:cubicBezTo>
                    <a:cubicBezTo>
                      <a:pt x="28414" y="10566"/>
                      <a:pt x="26920" y="6954"/>
                      <a:pt x="24261" y="4291"/>
                    </a:cubicBezTo>
                    <a:cubicBezTo>
                      <a:pt x="21603" y="1628"/>
                      <a:pt x="17996" y="132"/>
                      <a:pt x="14236" y="132"/>
                    </a:cubicBezTo>
                    <a:cubicBezTo>
                      <a:pt x="10476" y="132"/>
                      <a:pt x="6869" y="1628"/>
                      <a:pt x="4210" y="4291"/>
                    </a:cubicBezTo>
                    <a:cubicBezTo>
                      <a:pt x="1551" y="6954"/>
                      <a:pt x="57" y="10566"/>
                      <a:pt x="57" y="14331"/>
                    </a:cubicBezTo>
                    <a:cubicBezTo>
                      <a:pt x="57" y="18097"/>
                      <a:pt x="1551" y="21709"/>
                      <a:pt x="4210" y="24371"/>
                    </a:cubicBezTo>
                    <a:cubicBezTo>
                      <a:pt x="6869" y="27034"/>
                      <a:pt x="10476" y="28530"/>
                      <a:pt x="14236"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7" name="Freeform: Shape 646">
                <a:extLst>
                  <a:ext uri="{FF2B5EF4-FFF2-40B4-BE49-F238E27FC236}">
                    <a16:creationId xmlns:a16="http://schemas.microsoft.com/office/drawing/2014/main" id="{ED0DB3E5-ABED-9F07-70A2-D9049C7D1A17}"/>
                  </a:ext>
                </a:extLst>
              </p:cNvPr>
              <p:cNvSpPr/>
              <p:nvPr/>
            </p:nvSpPr>
            <p:spPr>
              <a:xfrm>
                <a:off x="8193830" y="4921378"/>
                <a:ext cx="28356" cy="28397"/>
              </a:xfrm>
              <a:custGeom>
                <a:avLst/>
                <a:gdLst>
                  <a:gd name="connsiteX0" fmla="*/ 14235 w 28356"/>
                  <a:gd name="connsiteY0" fmla="*/ 28526 h 28397"/>
                  <a:gd name="connsiteX1" fmla="*/ 24261 w 28356"/>
                  <a:gd name="connsiteY1" fmla="*/ 24368 h 28397"/>
                  <a:gd name="connsiteX2" fmla="*/ 28414 w 28356"/>
                  <a:gd name="connsiteY2" fmla="*/ 14327 h 28397"/>
                  <a:gd name="connsiteX3" fmla="*/ 24261 w 28356"/>
                  <a:gd name="connsiteY3" fmla="*/ 4287 h 28397"/>
                  <a:gd name="connsiteX4" fmla="*/ 14235 w 28356"/>
                  <a:gd name="connsiteY4" fmla="*/ 128 h 28397"/>
                  <a:gd name="connsiteX5" fmla="*/ 4210 w 28356"/>
                  <a:gd name="connsiteY5" fmla="*/ 4287 h 28397"/>
                  <a:gd name="connsiteX6" fmla="*/ 57 w 28356"/>
                  <a:gd name="connsiteY6" fmla="*/ 14327 h 28397"/>
                  <a:gd name="connsiteX7" fmla="*/ 4210 w 28356"/>
                  <a:gd name="connsiteY7" fmla="*/ 24368 h 28397"/>
                  <a:gd name="connsiteX8" fmla="*/ 14235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26"/>
                    </a:moveTo>
                    <a:cubicBezTo>
                      <a:pt x="17995" y="28526"/>
                      <a:pt x="21602" y="27030"/>
                      <a:pt x="24261" y="24368"/>
                    </a:cubicBezTo>
                    <a:cubicBezTo>
                      <a:pt x="26920" y="21705"/>
                      <a:pt x="28414" y="18093"/>
                      <a:pt x="28414" y="14327"/>
                    </a:cubicBezTo>
                    <a:cubicBezTo>
                      <a:pt x="28414" y="10562"/>
                      <a:pt x="26920" y="6950"/>
                      <a:pt x="24261" y="4287"/>
                    </a:cubicBezTo>
                    <a:cubicBezTo>
                      <a:pt x="21602" y="1624"/>
                      <a:pt x="17995" y="128"/>
                      <a:pt x="14235" y="128"/>
                    </a:cubicBezTo>
                    <a:cubicBezTo>
                      <a:pt x="10475" y="128"/>
                      <a:pt x="6868" y="1624"/>
                      <a:pt x="4210" y="4287"/>
                    </a:cubicBezTo>
                    <a:cubicBezTo>
                      <a:pt x="1551" y="6950"/>
                      <a:pt x="57" y="10562"/>
                      <a:pt x="57" y="14327"/>
                    </a:cubicBezTo>
                    <a:cubicBezTo>
                      <a:pt x="57" y="18093"/>
                      <a:pt x="1551" y="21705"/>
                      <a:pt x="4210" y="24368"/>
                    </a:cubicBezTo>
                    <a:cubicBezTo>
                      <a:pt x="6868" y="27030"/>
                      <a:pt x="10475" y="28526"/>
                      <a:pt x="14235"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8" name="Freeform: Shape 647">
                <a:extLst>
                  <a:ext uri="{FF2B5EF4-FFF2-40B4-BE49-F238E27FC236}">
                    <a16:creationId xmlns:a16="http://schemas.microsoft.com/office/drawing/2014/main" id="{675155A0-1975-8D9B-0453-11DDEFD73774}"/>
                  </a:ext>
                </a:extLst>
              </p:cNvPr>
              <p:cNvSpPr/>
              <p:nvPr/>
            </p:nvSpPr>
            <p:spPr>
              <a:xfrm>
                <a:off x="8186072" y="5001057"/>
                <a:ext cx="28356" cy="28397"/>
              </a:xfrm>
              <a:custGeom>
                <a:avLst/>
                <a:gdLst>
                  <a:gd name="connsiteX0" fmla="*/ 14235 w 28356"/>
                  <a:gd name="connsiteY0" fmla="*/ 28533 h 28397"/>
                  <a:gd name="connsiteX1" fmla="*/ 24260 w 28356"/>
                  <a:gd name="connsiteY1" fmla="*/ 24374 h 28397"/>
                  <a:gd name="connsiteX2" fmla="*/ 28413 w 28356"/>
                  <a:gd name="connsiteY2" fmla="*/ 14334 h 28397"/>
                  <a:gd name="connsiteX3" fmla="*/ 24260 w 28356"/>
                  <a:gd name="connsiteY3" fmla="*/ 4293 h 28397"/>
                  <a:gd name="connsiteX4" fmla="*/ 14235 w 28356"/>
                  <a:gd name="connsiteY4" fmla="*/ 135 h 28397"/>
                  <a:gd name="connsiteX5" fmla="*/ 4209 w 28356"/>
                  <a:gd name="connsiteY5" fmla="*/ 4293 h 28397"/>
                  <a:gd name="connsiteX6" fmla="*/ 56 w 28356"/>
                  <a:gd name="connsiteY6" fmla="*/ 14334 h 28397"/>
                  <a:gd name="connsiteX7" fmla="*/ 4209 w 28356"/>
                  <a:gd name="connsiteY7" fmla="*/ 24374 h 28397"/>
                  <a:gd name="connsiteX8" fmla="*/ 14235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5" y="28533"/>
                    </a:moveTo>
                    <a:cubicBezTo>
                      <a:pt x="17995" y="28533"/>
                      <a:pt x="21601" y="27037"/>
                      <a:pt x="24260" y="24374"/>
                    </a:cubicBezTo>
                    <a:cubicBezTo>
                      <a:pt x="26919" y="21711"/>
                      <a:pt x="28413" y="18099"/>
                      <a:pt x="28413" y="14334"/>
                    </a:cubicBezTo>
                    <a:cubicBezTo>
                      <a:pt x="28413" y="10568"/>
                      <a:pt x="26919" y="6956"/>
                      <a:pt x="24260" y="4293"/>
                    </a:cubicBezTo>
                    <a:cubicBezTo>
                      <a:pt x="21601" y="1631"/>
                      <a:pt x="17995" y="135"/>
                      <a:pt x="14235" y="135"/>
                    </a:cubicBezTo>
                    <a:cubicBezTo>
                      <a:pt x="10474" y="135"/>
                      <a:pt x="6868" y="1631"/>
                      <a:pt x="4209" y="4293"/>
                    </a:cubicBezTo>
                    <a:cubicBezTo>
                      <a:pt x="1550" y="6956"/>
                      <a:pt x="56" y="10568"/>
                      <a:pt x="56" y="14334"/>
                    </a:cubicBezTo>
                    <a:cubicBezTo>
                      <a:pt x="56" y="18099"/>
                      <a:pt x="1550" y="21711"/>
                      <a:pt x="4209" y="24374"/>
                    </a:cubicBezTo>
                    <a:cubicBezTo>
                      <a:pt x="6868" y="27037"/>
                      <a:pt x="10474" y="28533"/>
                      <a:pt x="14235"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49" name="Freeform: Shape 648">
                <a:extLst>
                  <a:ext uri="{FF2B5EF4-FFF2-40B4-BE49-F238E27FC236}">
                    <a16:creationId xmlns:a16="http://schemas.microsoft.com/office/drawing/2014/main" id="{D6863001-48BE-C950-95DB-438108ABB0F1}"/>
                  </a:ext>
                </a:extLst>
              </p:cNvPr>
              <p:cNvSpPr/>
              <p:nvPr/>
            </p:nvSpPr>
            <p:spPr>
              <a:xfrm>
                <a:off x="8178315" y="4984966"/>
                <a:ext cx="28356" cy="28397"/>
              </a:xfrm>
              <a:custGeom>
                <a:avLst/>
                <a:gdLst>
                  <a:gd name="connsiteX0" fmla="*/ 14234 w 28356"/>
                  <a:gd name="connsiteY0" fmla="*/ 28531 h 28397"/>
                  <a:gd name="connsiteX1" fmla="*/ 24260 w 28356"/>
                  <a:gd name="connsiteY1" fmla="*/ 24373 h 28397"/>
                  <a:gd name="connsiteX2" fmla="*/ 28412 w 28356"/>
                  <a:gd name="connsiteY2" fmla="*/ 14332 h 28397"/>
                  <a:gd name="connsiteX3" fmla="*/ 24260 w 28356"/>
                  <a:gd name="connsiteY3" fmla="*/ 4292 h 28397"/>
                  <a:gd name="connsiteX4" fmla="*/ 14234 w 28356"/>
                  <a:gd name="connsiteY4" fmla="*/ 133 h 28397"/>
                  <a:gd name="connsiteX5" fmla="*/ 4208 w 28356"/>
                  <a:gd name="connsiteY5" fmla="*/ 4292 h 28397"/>
                  <a:gd name="connsiteX6" fmla="*/ 56 w 28356"/>
                  <a:gd name="connsiteY6" fmla="*/ 14332 h 28397"/>
                  <a:gd name="connsiteX7" fmla="*/ 4208 w 28356"/>
                  <a:gd name="connsiteY7" fmla="*/ 24373 h 28397"/>
                  <a:gd name="connsiteX8" fmla="*/ 14234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4" y="28531"/>
                    </a:moveTo>
                    <a:cubicBezTo>
                      <a:pt x="17994" y="28531"/>
                      <a:pt x="21601" y="27035"/>
                      <a:pt x="24260" y="24373"/>
                    </a:cubicBezTo>
                    <a:cubicBezTo>
                      <a:pt x="26918" y="21710"/>
                      <a:pt x="28412" y="18098"/>
                      <a:pt x="28412" y="14332"/>
                    </a:cubicBezTo>
                    <a:cubicBezTo>
                      <a:pt x="28412" y="10567"/>
                      <a:pt x="26918" y="6955"/>
                      <a:pt x="24260" y="4292"/>
                    </a:cubicBezTo>
                    <a:cubicBezTo>
                      <a:pt x="21601" y="1629"/>
                      <a:pt x="17994" y="133"/>
                      <a:pt x="14234" y="133"/>
                    </a:cubicBezTo>
                    <a:cubicBezTo>
                      <a:pt x="10474" y="133"/>
                      <a:pt x="6867" y="1629"/>
                      <a:pt x="4208" y="4292"/>
                    </a:cubicBezTo>
                    <a:cubicBezTo>
                      <a:pt x="1550" y="6955"/>
                      <a:pt x="56" y="10567"/>
                      <a:pt x="56" y="14332"/>
                    </a:cubicBezTo>
                    <a:cubicBezTo>
                      <a:pt x="56" y="18098"/>
                      <a:pt x="1550" y="21710"/>
                      <a:pt x="4208" y="24373"/>
                    </a:cubicBezTo>
                    <a:cubicBezTo>
                      <a:pt x="6867" y="27035"/>
                      <a:pt x="10474" y="28531"/>
                      <a:pt x="14234"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0" name="Freeform: Shape 649">
                <a:extLst>
                  <a:ext uri="{FF2B5EF4-FFF2-40B4-BE49-F238E27FC236}">
                    <a16:creationId xmlns:a16="http://schemas.microsoft.com/office/drawing/2014/main" id="{EEF2C9FC-A6D9-4FF0-EBC8-078661254924}"/>
                  </a:ext>
                </a:extLst>
              </p:cNvPr>
              <p:cNvSpPr/>
              <p:nvPr/>
            </p:nvSpPr>
            <p:spPr>
              <a:xfrm>
                <a:off x="8170556" y="4900931"/>
                <a:ext cx="28356" cy="28397"/>
              </a:xfrm>
              <a:custGeom>
                <a:avLst/>
                <a:gdLst>
                  <a:gd name="connsiteX0" fmla="*/ 14233 w 28356"/>
                  <a:gd name="connsiteY0" fmla="*/ 28525 h 28397"/>
                  <a:gd name="connsiteX1" fmla="*/ 24259 w 28356"/>
                  <a:gd name="connsiteY1" fmla="*/ 24366 h 28397"/>
                  <a:gd name="connsiteX2" fmla="*/ 28412 w 28356"/>
                  <a:gd name="connsiteY2" fmla="*/ 14326 h 28397"/>
                  <a:gd name="connsiteX3" fmla="*/ 24259 w 28356"/>
                  <a:gd name="connsiteY3" fmla="*/ 4286 h 28397"/>
                  <a:gd name="connsiteX4" fmla="*/ 14233 w 28356"/>
                  <a:gd name="connsiteY4" fmla="*/ 127 h 28397"/>
                  <a:gd name="connsiteX5" fmla="*/ 4208 w 28356"/>
                  <a:gd name="connsiteY5" fmla="*/ 4286 h 28397"/>
                  <a:gd name="connsiteX6" fmla="*/ 55 w 28356"/>
                  <a:gd name="connsiteY6" fmla="*/ 14326 h 28397"/>
                  <a:gd name="connsiteX7" fmla="*/ 4208 w 28356"/>
                  <a:gd name="connsiteY7" fmla="*/ 24366 h 28397"/>
                  <a:gd name="connsiteX8" fmla="*/ 14233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25"/>
                    </a:moveTo>
                    <a:cubicBezTo>
                      <a:pt x="17994" y="28525"/>
                      <a:pt x="21600" y="27029"/>
                      <a:pt x="24259" y="24366"/>
                    </a:cubicBezTo>
                    <a:cubicBezTo>
                      <a:pt x="26918" y="21703"/>
                      <a:pt x="28412" y="18091"/>
                      <a:pt x="28412" y="14326"/>
                    </a:cubicBezTo>
                    <a:cubicBezTo>
                      <a:pt x="28412" y="10560"/>
                      <a:pt x="26918" y="6948"/>
                      <a:pt x="24259" y="4286"/>
                    </a:cubicBezTo>
                    <a:cubicBezTo>
                      <a:pt x="21600" y="1623"/>
                      <a:pt x="17994" y="127"/>
                      <a:pt x="14233" y="127"/>
                    </a:cubicBezTo>
                    <a:cubicBezTo>
                      <a:pt x="10473" y="127"/>
                      <a:pt x="6867" y="1623"/>
                      <a:pt x="4208" y="4286"/>
                    </a:cubicBezTo>
                    <a:cubicBezTo>
                      <a:pt x="1549" y="6948"/>
                      <a:pt x="55" y="10560"/>
                      <a:pt x="55" y="14326"/>
                    </a:cubicBezTo>
                    <a:cubicBezTo>
                      <a:pt x="55" y="18091"/>
                      <a:pt x="1549" y="21703"/>
                      <a:pt x="4208" y="24366"/>
                    </a:cubicBezTo>
                    <a:cubicBezTo>
                      <a:pt x="6867" y="27029"/>
                      <a:pt x="10473" y="28525"/>
                      <a:pt x="14233"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1" name="Freeform: Shape 650">
                <a:extLst>
                  <a:ext uri="{FF2B5EF4-FFF2-40B4-BE49-F238E27FC236}">
                    <a16:creationId xmlns:a16="http://schemas.microsoft.com/office/drawing/2014/main" id="{9287E462-F1DA-5898-B622-A833AB7ED530}"/>
                  </a:ext>
                </a:extLst>
              </p:cNvPr>
              <p:cNvSpPr/>
              <p:nvPr/>
            </p:nvSpPr>
            <p:spPr>
              <a:xfrm>
                <a:off x="8162797" y="4994479"/>
                <a:ext cx="28356" cy="28397"/>
              </a:xfrm>
              <a:custGeom>
                <a:avLst/>
                <a:gdLst>
                  <a:gd name="connsiteX0" fmla="*/ 14233 w 28356"/>
                  <a:gd name="connsiteY0" fmla="*/ 28532 h 28397"/>
                  <a:gd name="connsiteX1" fmla="*/ 24258 w 28356"/>
                  <a:gd name="connsiteY1" fmla="*/ 24373 h 28397"/>
                  <a:gd name="connsiteX2" fmla="*/ 28411 w 28356"/>
                  <a:gd name="connsiteY2" fmla="*/ 14333 h 28397"/>
                  <a:gd name="connsiteX3" fmla="*/ 24258 w 28356"/>
                  <a:gd name="connsiteY3" fmla="*/ 4293 h 28397"/>
                  <a:gd name="connsiteX4" fmla="*/ 14233 w 28356"/>
                  <a:gd name="connsiteY4" fmla="*/ 134 h 28397"/>
                  <a:gd name="connsiteX5" fmla="*/ 4207 w 28356"/>
                  <a:gd name="connsiteY5" fmla="*/ 4293 h 28397"/>
                  <a:gd name="connsiteX6" fmla="*/ 54 w 28356"/>
                  <a:gd name="connsiteY6" fmla="*/ 14333 h 28397"/>
                  <a:gd name="connsiteX7" fmla="*/ 4207 w 28356"/>
                  <a:gd name="connsiteY7" fmla="*/ 24373 h 28397"/>
                  <a:gd name="connsiteX8" fmla="*/ 14233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3" y="28532"/>
                    </a:moveTo>
                    <a:cubicBezTo>
                      <a:pt x="17993" y="28532"/>
                      <a:pt x="21600" y="27036"/>
                      <a:pt x="24258" y="24373"/>
                    </a:cubicBezTo>
                    <a:cubicBezTo>
                      <a:pt x="26917" y="21711"/>
                      <a:pt x="28411" y="18099"/>
                      <a:pt x="28411" y="14333"/>
                    </a:cubicBezTo>
                    <a:cubicBezTo>
                      <a:pt x="28411" y="10568"/>
                      <a:pt x="26917" y="6956"/>
                      <a:pt x="24258" y="4293"/>
                    </a:cubicBezTo>
                    <a:cubicBezTo>
                      <a:pt x="21600" y="1630"/>
                      <a:pt x="17993" y="134"/>
                      <a:pt x="14233" y="134"/>
                    </a:cubicBezTo>
                    <a:cubicBezTo>
                      <a:pt x="10473" y="134"/>
                      <a:pt x="6866" y="1630"/>
                      <a:pt x="4207" y="4293"/>
                    </a:cubicBezTo>
                    <a:cubicBezTo>
                      <a:pt x="1548" y="6956"/>
                      <a:pt x="54" y="10568"/>
                      <a:pt x="54" y="14333"/>
                    </a:cubicBezTo>
                    <a:cubicBezTo>
                      <a:pt x="54" y="18099"/>
                      <a:pt x="1548" y="21711"/>
                      <a:pt x="4207" y="24373"/>
                    </a:cubicBezTo>
                    <a:cubicBezTo>
                      <a:pt x="6866" y="27036"/>
                      <a:pt x="10473" y="28532"/>
                      <a:pt x="14233"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2" name="Freeform: Shape 651">
                <a:extLst>
                  <a:ext uri="{FF2B5EF4-FFF2-40B4-BE49-F238E27FC236}">
                    <a16:creationId xmlns:a16="http://schemas.microsoft.com/office/drawing/2014/main" id="{7685F2B2-7BEE-9AD0-E9EC-F2B8A36FEF5A}"/>
                  </a:ext>
                </a:extLst>
              </p:cNvPr>
              <p:cNvSpPr/>
              <p:nvPr/>
            </p:nvSpPr>
            <p:spPr>
              <a:xfrm>
                <a:off x="8155039" y="4918977"/>
                <a:ext cx="28356" cy="28397"/>
              </a:xfrm>
              <a:custGeom>
                <a:avLst/>
                <a:gdLst>
                  <a:gd name="connsiteX0" fmla="*/ 14232 w 28356"/>
                  <a:gd name="connsiteY0" fmla="*/ 28526 h 28397"/>
                  <a:gd name="connsiteX1" fmla="*/ 24258 w 28356"/>
                  <a:gd name="connsiteY1" fmla="*/ 24367 h 28397"/>
                  <a:gd name="connsiteX2" fmla="*/ 28410 w 28356"/>
                  <a:gd name="connsiteY2" fmla="*/ 14327 h 28397"/>
                  <a:gd name="connsiteX3" fmla="*/ 24258 w 28356"/>
                  <a:gd name="connsiteY3" fmla="*/ 4287 h 28397"/>
                  <a:gd name="connsiteX4" fmla="*/ 14232 w 28356"/>
                  <a:gd name="connsiteY4" fmla="*/ 128 h 28397"/>
                  <a:gd name="connsiteX5" fmla="*/ 4207 w 28356"/>
                  <a:gd name="connsiteY5" fmla="*/ 4287 h 28397"/>
                  <a:gd name="connsiteX6" fmla="*/ 54 w 28356"/>
                  <a:gd name="connsiteY6" fmla="*/ 14327 h 28397"/>
                  <a:gd name="connsiteX7" fmla="*/ 4207 w 28356"/>
                  <a:gd name="connsiteY7" fmla="*/ 24367 h 28397"/>
                  <a:gd name="connsiteX8" fmla="*/ 14232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26"/>
                    </a:moveTo>
                    <a:cubicBezTo>
                      <a:pt x="17992" y="28526"/>
                      <a:pt x="21599" y="27030"/>
                      <a:pt x="24258" y="24367"/>
                    </a:cubicBezTo>
                    <a:cubicBezTo>
                      <a:pt x="26917" y="21705"/>
                      <a:pt x="28410" y="18093"/>
                      <a:pt x="28410" y="14327"/>
                    </a:cubicBezTo>
                    <a:cubicBezTo>
                      <a:pt x="28410" y="10562"/>
                      <a:pt x="26917" y="6950"/>
                      <a:pt x="24258" y="4287"/>
                    </a:cubicBezTo>
                    <a:cubicBezTo>
                      <a:pt x="21599" y="1624"/>
                      <a:pt x="17992" y="128"/>
                      <a:pt x="14232" y="128"/>
                    </a:cubicBezTo>
                    <a:cubicBezTo>
                      <a:pt x="10472" y="128"/>
                      <a:pt x="6865" y="1624"/>
                      <a:pt x="4207" y="4287"/>
                    </a:cubicBezTo>
                    <a:cubicBezTo>
                      <a:pt x="1548" y="6950"/>
                      <a:pt x="54" y="10562"/>
                      <a:pt x="54" y="14327"/>
                    </a:cubicBezTo>
                    <a:cubicBezTo>
                      <a:pt x="54" y="18093"/>
                      <a:pt x="1548" y="21705"/>
                      <a:pt x="4207" y="24367"/>
                    </a:cubicBezTo>
                    <a:cubicBezTo>
                      <a:pt x="6865" y="27030"/>
                      <a:pt x="10472" y="28526"/>
                      <a:pt x="14232"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3" name="Freeform: Shape 652">
                <a:extLst>
                  <a:ext uri="{FF2B5EF4-FFF2-40B4-BE49-F238E27FC236}">
                    <a16:creationId xmlns:a16="http://schemas.microsoft.com/office/drawing/2014/main" id="{81288151-90C6-5E1A-22CC-88CC2A9F6779}"/>
                  </a:ext>
                </a:extLst>
              </p:cNvPr>
              <p:cNvSpPr/>
              <p:nvPr/>
            </p:nvSpPr>
            <p:spPr>
              <a:xfrm>
                <a:off x="8147280" y="4997082"/>
                <a:ext cx="28356" cy="28397"/>
              </a:xfrm>
              <a:custGeom>
                <a:avLst/>
                <a:gdLst>
                  <a:gd name="connsiteX0" fmla="*/ 14232 w 28356"/>
                  <a:gd name="connsiteY0" fmla="*/ 28532 h 28397"/>
                  <a:gd name="connsiteX1" fmla="*/ 24257 w 28356"/>
                  <a:gd name="connsiteY1" fmla="*/ 24374 h 28397"/>
                  <a:gd name="connsiteX2" fmla="*/ 28410 w 28356"/>
                  <a:gd name="connsiteY2" fmla="*/ 14333 h 28397"/>
                  <a:gd name="connsiteX3" fmla="*/ 24257 w 28356"/>
                  <a:gd name="connsiteY3" fmla="*/ 4293 h 28397"/>
                  <a:gd name="connsiteX4" fmla="*/ 14232 w 28356"/>
                  <a:gd name="connsiteY4" fmla="*/ 134 h 28397"/>
                  <a:gd name="connsiteX5" fmla="*/ 4206 w 28356"/>
                  <a:gd name="connsiteY5" fmla="*/ 4293 h 28397"/>
                  <a:gd name="connsiteX6" fmla="*/ 53 w 28356"/>
                  <a:gd name="connsiteY6" fmla="*/ 14333 h 28397"/>
                  <a:gd name="connsiteX7" fmla="*/ 4206 w 28356"/>
                  <a:gd name="connsiteY7" fmla="*/ 24374 h 28397"/>
                  <a:gd name="connsiteX8" fmla="*/ 14232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2" y="28532"/>
                    </a:moveTo>
                    <a:cubicBezTo>
                      <a:pt x="17992" y="28532"/>
                      <a:pt x="21598" y="27036"/>
                      <a:pt x="24257" y="24374"/>
                    </a:cubicBezTo>
                    <a:cubicBezTo>
                      <a:pt x="26916" y="21711"/>
                      <a:pt x="28410" y="18099"/>
                      <a:pt x="28410" y="14333"/>
                    </a:cubicBezTo>
                    <a:cubicBezTo>
                      <a:pt x="28410" y="10568"/>
                      <a:pt x="26916" y="6956"/>
                      <a:pt x="24257" y="4293"/>
                    </a:cubicBezTo>
                    <a:cubicBezTo>
                      <a:pt x="21598" y="1630"/>
                      <a:pt x="17992" y="134"/>
                      <a:pt x="14232" y="134"/>
                    </a:cubicBezTo>
                    <a:cubicBezTo>
                      <a:pt x="10471" y="134"/>
                      <a:pt x="6865" y="1630"/>
                      <a:pt x="4206" y="4293"/>
                    </a:cubicBezTo>
                    <a:cubicBezTo>
                      <a:pt x="1547" y="6956"/>
                      <a:pt x="53" y="10568"/>
                      <a:pt x="53" y="14333"/>
                    </a:cubicBezTo>
                    <a:cubicBezTo>
                      <a:pt x="53" y="18099"/>
                      <a:pt x="1547" y="21711"/>
                      <a:pt x="4206" y="24374"/>
                    </a:cubicBezTo>
                    <a:cubicBezTo>
                      <a:pt x="6865" y="27036"/>
                      <a:pt x="10471" y="28532"/>
                      <a:pt x="14232"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4" name="Freeform: Shape 653">
                <a:extLst>
                  <a:ext uri="{FF2B5EF4-FFF2-40B4-BE49-F238E27FC236}">
                    <a16:creationId xmlns:a16="http://schemas.microsoft.com/office/drawing/2014/main" id="{9F07879B-F97E-49AD-383A-B95C6CD3C7CD}"/>
                  </a:ext>
                </a:extLst>
              </p:cNvPr>
              <p:cNvSpPr/>
              <p:nvPr/>
            </p:nvSpPr>
            <p:spPr>
              <a:xfrm>
                <a:off x="8139522" y="5000295"/>
                <a:ext cx="28356" cy="28397"/>
              </a:xfrm>
              <a:custGeom>
                <a:avLst/>
                <a:gdLst>
                  <a:gd name="connsiteX0" fmla="*/ 14231 w 28356"/>
                  <a:gd name="connsiteY0" fmla="*/ 28533 h 28397"/>
                  <a:gd name="connsiteX1" fmla="*/ 24257 w 28356"/>
                  <a:gd name="connsiteY1" fmla="*/ 24374 h 28397"/>
                  <a:gd name="connsiteX2" fmla="*/ 28409 w 28356"/>
                  <a:gd name="connsiteY2" fmla="*/ 14334 h 28397"/>
                  <a:gd name="connsiteX3" fmla="*/ 24257 w 28356"/>
                  <a:gd name="connsiteY3" fmla="*/ 4293 h 28397"/>
                  <a:gd name="connsiteX4" fmla="*/ 14231 w 28356"/>
                  <a:gd name="connsiteY4" fmla="*/ 135 h 28397"/>
                  <a:gd name="connsiteX5" fmla="*/ 4205 w 28356"/>
                  <a:gd name="connsiteY5" fmla="*/ 4293 h 28397"/>
                  <a:gd name="connsiteX6" fmla="*/ 53 w 28356"/>
                  <a:gd name="connsiteY6" fmla="*/ 14334 h 28397"/>
                  <a:gd name="connsiteX7" fmla="*/ 4205 w 28356"/>
                  <a:gd name="connsiteY7" fmla="*/ 24374 h 28397"/>
                  <a:gd name="connsiteX8" fmla="*/ 14231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1" y="28533"/>
                    </a:moveTo>
                    <a:cubicBezTo>
                      <a:pt x="17991" y="28533"/>
                      <a:pt x="21598" y="27037"/>
                      <a:pt x="24257" y="24374"/>
                    </a:cubicBezTo>
                    <a:cubicBezTo>
                      <a:pt x="26915" y="21711"/>
                      <a:pt x="28409" y="18099"/>
                      <a:pt x="28409" y="14334"/>
                    </a:cubicBezTo>
                    <a:cubicBezTo>
                      <a:pt x="28409" y="10568"/>
                      <a:pt x="26915" y="6956"/>
                      <a:pt x="24257" y="4293"/>
                    </a:cubicBezTo>
                    <a:cubicBezTo>
                      <a:pt x="21598" y="1631"/>
                      <a:pt x="17991" y="135"/>
                      <a:pt x="14231" y="135"/>
                    </a:cubicBezTo>
                    <a:cubicBezTo>
                      <a:pt x="10471" y="135"/>
                      <a:pt x="6864" y="1631"/>
                      <a:pt x="4205" y="4293"/>
                    </a:cubicBezTo>
                    <a:cubicBezTo>
                      <a:pt x="1546" y="6956"/>
                      <a:pt x="53" y="10568"/>
                      <a:pt x="53" y="14334"/>
                    </a:cubicBezTo>
                    <a:cubicBezTo>
                      <a:pt x="53" y="18099"/>
                      <a:pt x="1546" y="21711"/>
                      <a:pt x="4205" y="24374"/>
                    </a:cubicBezTo>
                    <a:cubicBezTo>
                      <a:pt x="6864" y="27037"/>
                      <a:pt x="10471" y="28533"/>
                      <a:pt x="14231"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5" name="Freeform: Shape 654">
                <a:extLst>
                  <a:ext uri="{FF2B5EF4-FFF2-40B4-BE49-F238E27FC236}">
                    <a16:creationId xmlns:a16="http://schemas.microsoft.com/office/drawing/2014/main" id="{F9FD0C72-486C-9AE2-2F25-19CC827BBD2B}"/>
                  </a:ext>
                </a:extLst>
              </p:cNvPr>
              <p:cNvSpPr/>
              <p:nvPr/>
            </p:nvSpPr>
            <p:spPr>
              <a:xfrm>
                <a:off x="8131763" y="4974730"/>
                <a:ext cx="28356" cy="28397"/>
              </a:xfrm>
              <a:custGeom>
                <a:avLst/>
                <a:gdLst>
                  <a:gd name="connsiteX0" fmla="*/ 14230 w 28356"/>
                  <a:gd name="connsiteY0" fmla="*/ 28531 h 28397"/>
                  <a:gd name="connsiteX1" fmla="*/ 24256 w 28356"/>
                  <a:gd name="connsiteY1" fmla="*/ 24372 h 28397"/>
                  <a:gd name="connsiteX2" fmla="*/ 28409 w 28356"/>
                  <a:gd name="connsiteY2" fmla="*/ 14332 h 28397"/>
                  <a:gd name="connsiteX3" fmla="*/ 24256 w 28356"/>
                  <a:gd name="connsiteY3" fmla="*/ 4291 h 28397"/>
                  <a:gd name="connsiteX4" fmla="*/ 14230 w 28356"/>
                  <a:gd name="connsiteY4" fmla="*/ 133 h 28397"/>
                  <a:gd name="connsiteX5" fmla="*/ 4205 w 28356"/>
                  <a:gd name="connsiteY5" fmla="*/ 4291 h 28397"/>
                  <a:gd name="connsiteX6" fmla="*/ 52 w 28356"/>
                  <a:gd name="connsiteY6" fmla="*/ 14332 h 28397"/>
                  <a:gd name="connsiteX7" fmla="*/ 4205 w 28356"/>
                  <a:gd name="connsiteY7" fmla="*/ 24372 h 28397"/>
                  <a:gd name="connsiteX8" fmla="*/ 14230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31"/>
                    </a:moveTo>
                    <a:cubicBezTo>
                      <a:pt x="17990" y="28531"/>
                      <a:pt x="21597" y="27035"/>
                      <a:pt x="24256" y="24372"/>
                    </a:cubicBezTo>
                    <a:cubicBezTo>
                      <a:pt x="26915" y="21709"/>
                      <a:pt x="28409" y="18097"/>
                      <a:pt x="28409" y="14332"/>
                    </a:cubicBezTo>
                    <a:cubicBezTo>
                      <a:pt x="28409" y="10566"/>
                      <a:pt x="26915" y="6954"/>
                      <a:pt x="24256" y="4291"/>
                    </a:cubicBezTo>
                    <a:cubicBezTo>
                      <a:pt x="21597" y="1629"/>
                      <a:pt x="17990" y="133"/>
                      <a:pt x="14230" y="133"/>
                    </a:cubicBezTo>
                    <a:cubicBezTo>
                      <a:pt x="10470" y="133"/>
                      <a:pt x="6864" y="1629"/>
                      <a:pt x="4205" y="4291"/>
                    </a:cubicBezTo>
                    <a:cubicBezTo>
                      <a:pt x="1546" y="6954"/>
                      <a:pt x="52" y="10566"/>
                      <a:pt x="52" y="14332"/>
                    </a:cubicBezTo>
                    <a:cubicBezTo>
                      <a:pt x="52" y="18097"/>
                      <a:pt x="1546" y="21709"/>
                      <a:pt x="4205" y="24372"/>
                    </a:cubicBezTo>
                    <a:cubicBezTo>
                      <a:pt x="6864" y="27035"/>
                      <a:pt x="10470" y="28531"/>
                      <a:pt x="14230"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6" name="Freeform: Shape 655">
                <a:extLst>
                  <a:ext uri="{FF2B5EF4-FFF2-40B4-BE49-F238E27FC236}">
                    <a16:creationId xmlns:a16="http://schemas.microsoft.com/office/drawing/2014/main" id="{E67367E6-B075-0011-DA2F-E01EE58BBA11}"/>
                  </a:ext>
                </a:extLst>
              </p:cNvPr>
              <p:cNvSpPr/>
              <p:nvPr/>
            </p:nvSpPr>
            <p:spPr>
              <a:xfrm>
                <a:off x="8124006" y="5006010"/>
                <a:ext cx="28356" cy="28397"/>
              </a:xfrm>
              <a:custGeom>
                <a:avLst/>
                <a:gdLst>
                  <a:gd name="connsiteX0" fmla="*/ 14230 w 28356"/>
                  <a:gd name="connsiteY0" fmla="*/ 28533 h 28397"/>
                  <a:gd name="connsiteX1" fmla="*/ 24255 w 28356"/>
                  <a:gd name="connsiteY1" fmla="*/ 24374 h 28397"/>
                  <a:gd name="connsiteX2" fmla="*/ 28408 w 28356"/>
                  <a:gd name="connsiteY2" fmla="*/ 14334 h 28397"/>
                  <a:gd name="connsiteX3" fmla="*/ 24255 w 28356"/>
                  <a:gd name="connsiteY3" fmla="*/ 4294 h 28397"/>
                  <a:gd name="connsiteX4" fmla="*/ 14230 w 28356"/>
                  <a:gd name="connsiteY4" fmla="*/ 135 h 28397"/>
                  <a:gd name="connsiteX5" fmla="*/ 4204 w 28356"/>
                  <a:gd name="connsiteY5" fmla="*/ 4294 h 28397"/>
                  <a:gd name="connsiteX6" fmla="*/ 51 w 28356"/>
                  <a:gd name="connsiteY6" fmla="*/ 14334 h 28397"/>
                  <a:gd name="connsiteX7" fmla="*/ 4204 w 28356"/>
                  <a:gd name="connsiteY7" fmla="*/ 24374 h 28397"/>
                  <a:gd name="connsiteX8" fmla="*/ 14230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30" y="28533"/>
                    </a:moveTo>
                    <a:cubicBezTo>
                      <a:pt x="17990" y="28533"/>
                      <a:pt x="21597" y="27037"/>
                      <a:pt x="24255" y="24374"/>
                    </a:cubicBezTo>
                    <a:cubicBezTo>
                      <a:pt x="26914" y="21712"/>
                      <a:pt x="28408" y="18100"/>
                      <a:pt x="28408" y="14334"/>
                    </a:cubicBezTo>
                    <a:cubicBezTo>
                      <a:pt x="28408" y="10568"/>
                      <a:pt x="26914" y="6957"/>
                      <a:pt x="24255" y="4294"/>
                    </a:cubicBezTo>
                    <a:cubicBezTo>
                      <a:pt x="21597" y="1631"/>
                      <a:pt x="17990" y="135"/>
                      <a:pt x="14230" y="135"/>
                    </a:cubicBezTo>
                    <a:cubicBezTo>
                      <a:pt x="10470" y="135"/>
                      <a:pt x="6863" y="1631"/>
                      <a:pt x="4204" y="4294"/>
                    </a:cubicBezTo>
                    <a:cubicBezTo>
                      <a:pt x="1545" y="6957"/>
                      <a:pt x="51" y="10568"/>
                      <a:pt x="51" y="14334"/>
                    </a:cubicBezTo>
                    <a:cubicBezTo>
                      <a:pt x="51" y="18100"/>
                      <a:pt x="1545" y="21712"/>
                      <a:pt x="4204" y="24374"/>
                    </a:cubicBezTo>
                    <a:cubicBezTo>
                      <a:pt x="6863" y="27037"/>
                      <a:pt x="10470" y="28533"/>
                      <a:pt x="14230"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7" name="Freeform: Shape 656">
                <a:extLst>
                  <a:ext uri="{FF2B5EF4-FFF2-40B4-BE49-F238E27FC236}">
                    <a16:creationId xmlns:a16="http://schemas.microsoft.com/office/drawing/2014/main" id="{E15A235B-0B71-A65A-C01F-577B47D3D85D}"/>
                  </a:ext>
                </a:extLst>
              </p:cNvPr>
              <p:cNvSpPr/>
              <p:nvPr/>
            </p:nvSpPr>
            <p:spPr>
              <a:xfrm>
                <a:off x="8116247" y="4888078"/>
                <a:ext cx="28356" cy="28397"/>
              </a:xfrm>
              <a:custGeom>
                <a:avLst/>
                <a:gdLst>
                  <a:gd name="connsiteX0" fmla="*/ 14229 w 28356"/>
                  <a:gd name="connsiteY0" fmla="*/ 28524 h 28397"/>
                  <a:gd name="connsiteX1" fmla="*/ 24255 w 28356"/>
                  <a:gd name="connsiteY1" fmla="*/ 24365 h 28397"/>
                  <a:gd name="connsiteX2" fmla="*/ 28407 w 28356"/>
                  <a:gd name="connsiteY2" fmla="*/ 14325 h 28397"/>
                  <a:gd name="connsiteX3" fmla="*/ 24255 w 28356"/>
                  <a:gd name="connsiteY3" fmla="*/ 4285 h 28397"/>
                  <a:gd name="connsiteX4" fmla="*/ 14229 w 28356"/>
                  <a:gd name="connsiteY4" fmla="*/ 126 h 28397"/>
                  <a:gd name="connsiteX5" fmla="*/ 4203 w 28356"/>
                  <a:gd name="connsiteY5" fmla="*/ 4285 h 28397"/>
                  <a:gd name="connsiteX6" fmla="*/ 51 w 28356"/>
                  <a:gd name="connsiteY6" fmla="*/ 14325 h 28397"/>
                  <a:gd name="connsiteX7" fmla="*/ 4203 w 28356"/>
                  <a:gd name="connsiteY7" fmla="*/ 24365 h 28397"/>
                  <a:gd name="connsiteX8" fmla="*/ 14229 w 28356"/>
                  <a:gd name="connsiteY8" fmla="*/ 2852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9" y="28524"/>
                    </a:moveTo>
                    <a:cubicBezTo>
                      <a:pt x="17989" y="28524"/>
                      <a:pt x="21596" y="27028"/>
                      <a:pt x="24255" y="24365"/>
                    </a:cubicBezTo>
                    <a:cubicBezTo>
                      <a:pt x="26914" y="21702"/>
                      <a:pt x="28407" y="18090"/>
                      <a:pt x="28407" y="14325"/>
                    </a:cubicBezTo>
                    <a:cubicBezTo>
                      <a:pt x="28407" y="10559"/>
                      <a:pt x="26914" y="6947"/>
                      <a:pt x="24255" y="4285"/>
                    </a:cubicBezTo>
                    <a:cubicBezTo>
                      <a:pt x="21596" y="1622"/>
                      <a:pt x="17989" y="126"/>
                      <a:pt x="14229" y="126"/>
                    </a:cubicBezTo>
                    <a:cubicBezTo>
                      <a:pt x="10469" y="126"/>
                      <a:pt x="6862" y="1622"/>
                      <a:pt x="4203" y="4285"/>
                    </a:cubicBezTo>
                    <a:cubicBezTo>
                      <a:pt x="1545" y="6947"/>
                      <a:pt x="51" y="10559"/>
                      <a:pt x="51" y="14325"/>
                    </a:cubicBezTo>
                    <a:cubicBezTo>
                      <a:pt x="51" y="18090"/>
                      <a:pt x="1545" y="21702"/>
                      <a:pt x="4203" y="24365"/>
                    </a:cubicBezTo>
                    <a:cubicBezTo>
                      <a:pt x="6862" y="27028"/>
                      <a:pt x="10469" y="28524"/>
                      <a:pt x="14229" y="2852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8" name="Freeform: Shape 657">
                <a:extLst>
                  <a:ext uri="{FF2B5EF4-FFF2-40B4-BE49-F238E27FC236}">
                    <a16:creationId xmlns:a16="http://schemas.microsoft.com/office/drawing/2014/main" id="{12A1DA47-42C2-4374-04F0-918EFFC692C6}"/>
                  </a:ext>
                </a:extLst>
              </p:cNvPr>
              <p:cNvSpPr/>
              <p:nvPr/>
            </p:nvSpPr>
            <p:spPr>
              <a:xfrm>
                <a:off x="8108489" y="4903331"/>
                <a:ext cx="28356" cy="28397"/>
              </a:xfrm>
              <a:custGeom>
                <a:avLst/>
                <a:gdLst>
                  <a:gd name="connsiteX0" fmla="*/ 14228 w 28356"/>
                  <a:gd name="connsiteY0" fmla="*/ 28525 h 28397"/>
                  <a:gd name="connsiteX1" fmla="*/ 24254 w 28356"/>
                  <a:gd name="connsiteY1" fmla="*/ 24366 h 28397"/>
                  <a:gd name="connsiteX2" fmla="*/ 28407 w 28356"/>
                  <a:gd name="connsiteY2" fmla="*/ 14326 h 28397"/>
                  <a:gd name="connsiteX3" fmla="*/ 24254 w 28356"/>
                  <a:gd name="connsiteY3" fmla="*/ 4286 h 28397"/>
                  <a:gd name="connsiteX4" fmla="*/ 14228 w 28356"/>
                  <a:gd name="connsiteY4" fmla="*/ 127 h 28397"/>
                  <a:gd name="connsiteX5" fmla="*/ 4203 w 28356"/>
                  <a:gd name="connsiteY5" fmla="*/ 4286 h 28397"/>
                  <a:gd name="connsiteX6" fmla="*/ 50 w 28356"/>
                  <a:gd name="connsiteY6" fmla="*/ 14326 h 28397"/>
                  <a:gd name="connsiteX7" fmla="*/ 4203 w 28356"/>
                  <a:gd name="connsiteY7" fmla="*/ 24366 h 28397"/>
                  <a:gd name="connsiteX8" fmla="*/ 14228 w 28356"/>
                  <a:gd name="connsiteY8" fmla="*/ 28525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5"/>
                    </a:moveTo>
                    <a:cubicBezTo>
                      <a:pt x="17989" y="28525"/>
                      <a:pt x="21595" y="27029"/>
                      <a:pt x="24254" y="24366"/>
                    </a:cubicBezTo>
                    <a:cubicBezTo>
                      <a:pt x="26913" y="21704"/>
                      <a:pt x="28407" y="18092"/>
                      <a:pt x="28407" y="14326"/>
                    </a:cubicBezTo>
                    <a:cubicBezTo>
                      <a:pt x="28407" y="10560"/>
                      <a:pt x="26913" y="6948"/>
                      <a:pt x="24254" y="4286"/>
                    </a:cubicBezTo>
                    <a:cubicBezTo>
                      <a:pt x="21595" y="1623"/>
                      <a:pt x="17989" y="127"/>
                      <a:pt x="14228" y="127"/>
                    </a:cubicBezTo>
                    <a:cubicBezTo>
                      <a:pt x="10468" y="127"/>
                      <a:pt x="6862" y="1623"/>
                      <a:pt x="4203" y="4286"/>
                    </a:cubicBezTo>
                    <a:cubicBezTo>
                      <a:pt x="1544" y="6948"/>
                      <a:pt x="50" y="10560"/>
                      <a:pt x="50" y="14326"/>
                    </a:cubicBezTo>
                    <a:cubicBezTo>
                      <a:pt x="50" y="18092"/>
                      <a:pt x="1544" y="21704"/>
                      <a:pt x="4203" y="24366"/>
                    </a:cubicBezTo>
                    <a:cubicBezTo>
                      <a:pt x="6862" y="27029"/>
                      <a:pt x="10468" y="28525"/>
                      <a:pt x="14228" y="28525"/>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59" name="Freeform: Shape 658">
                <a:extLst>
                  <a:ext uri="{FF2B5EF4-FFF2-40B4-BE49-F238E27FC236}">
                    <a16:creationId xmlns:a16="http://schemas.microsoft.com/office/drawing/2014/main" id="{E121C18B-70B9-BC35-2BD0-B7BADB9D789D}"/>
                  </a:ext>
                </a:extLst>
              </p:cNvPr>
              <p:cNvSpPr/>
              <p:nvPr/>
            </p:nvSpPr>
            <p:spPr>
              <a:xfrm>
                <a:off x="8100730" y="4940440"/>
                <a:ext cx="28356" cy="28397"/>
              </a:xfrm>
              <a:custGeom>
                <a:avLst/>
                <a:gdLst>
                  <a:gd name="connsiteX0" fmla="*/ 14228 w 28356"/>
                  <a:gd name="connsiteY0" fmla="*/ 28528 h 28397"/>
                  <a:gd name="connsiteX1" fmla="*/ 24254 w 28356"/>
                  <a:gd name="connsiteY1" fmla="*/ 24369 h 28397"/>
                  <a:gd name="connsiteX2" fmla="*/ 28406 w 28356"/>
                  <a:gd name="connsiteY2" fmla="*/ 14329 h 28397"/>
                  <a:gd name="connsiteX3" fmla="*/ 24254 w 28356"/>
                  <a:gd name="connsiteY3" fmla="*/ 4289 h 28397"/>
                  <a:gd name="connsiteX4" fmla="*/ 14228 w 28356"/>
                  <a:gd name="connsiteY4" fmla="*/ 130 h 28397"/>
                  <a:gd name="connsiteX5" fmla="*/ 4202 w 28356"/>
                  <a:gd name="connsiteY5" fmla="*/ 4289 h 28397"/>
                  <a:gd name="connsiteX6" fmla="*/ 50 w 28356"/>
                  <a:gd name="connsiteY6" fmla="*/ 14329 h 28397"/>
                  <a:gd name="connsiteX7" fmla="*/ 4202 w 28356"/>
                  <a:gd name="connsiteY7" fmla="*/ 24369 h 28397"/>
                  <a:gd name="connsiteX8" fmla="*/ 14228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8" y="28528"/>
                    </a:moveTo>
                    <a:cubicBezTo>
                      <a:pt x="17988" y="28528"/>
                      <a:pt x="21595" y="27032"/>
                      <a:pt x="24254" y="24369"/>
                    </a:cubicBezTo>
                    <a:cubicBezTo>
                      <a:pt x="26912" y="21706"/>
                      <a:pt x="28406" y="18095"/>
                      <a:pt x="28406" y="14329"/>
                    </a:cubicBezTo>
                    <a:cubicBezTo>
                      <a:pt x="28406" y="10563"/>
                      <a:pt x="26912" y="6951"/>
                      <a:pt x="24254" y="4289"/>
                    </a:cubicBezTo>
                    <a:cubicBezTo>
                      <a:pt x="21595" y="1626"/>
                      <a:pt x="17988" y="130"/>
                      <a:pt x="14228" y="130"/>
                    </a:cubicBezTo>
                    <a:cubicBezTo>
                      <a:pt x="10468" y="130"/>
                      <a:pt x="6861" y="1626"/>
                      <a:pt x="4202" y="4289"/>
                    </a:cubicBezTo>
                    <a:cubicBezTo>
                      <a:pt x="1543" y="6951"/>
                      <a:pt x="50" y="10563"/>
                      <a:pt x="50" y="14329"/>
                    </a:cubicBezTo>
                    <a:cubicBezTo>
                      <a:pt x="50" y="18095"/>
                      <a:pt x="1543" y="21706"/>
                      <a:pt x="4202" y="24369"/>
                    </a:cubicBezTo>
                    <a:cubicBezTo>
                      <a:pt x="6861" y="27032"/>
                      <a:pt x="10468" y="28528"/>
                      <a:pt x="14228"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0" name="Freeform: Shape 659">
                <a:extLst>
                  <a:ext uri="{FF2B5EF4-FFF2-40B4-BE49-F238E27FC236}">
                    <a16:creationId xmlns:a16="http://schemas.microsoft.com/office/drawing/2014/main" id="{CD168987-B0A9-FDEB-2722-96D54069A66C}"/>
                  </a:ext>
                </a:extLst>
              </p:cNvPr>
              <p:cNvSpPr/>
              <p:nvPr/>
            </p:nvSpPr>
            <p:spPr>
              <a:xfrm>
                <a:off x="8092972" y="4988942"/>
                <a:ext cx="28356" cy="28397"/>
              </a:xfrm>
              <a:custGeom>
                <a:avLst/>
                <a:gdLst>
                  <a:gd name="connsiteX0" fmla="*/ 14227 w 28356"/>
                  <a:gd name="connsiteY0" fmla="*/ 28532 h 28397"/>
                  <a:gd name="connsiteX1" fmla="*/ 24253 w 28356"/>
                  <a:gd name="connsiteY1" fmla="*/ 24373 h 28397"/>
                  <a:gd name="connsiteX2" fmla="*/ 28406 w 28356"/>
                  <a:gd name="connsiteY2" fmla="*/ 14333 h 28397"/>
                  <a:gd name="connsiteX3" fmla="*/ 24253 w 28356"/>
                  <a:gd name="connsiteY3" fmla="*/ 4292 h 28397"/>
                  <a:gd name="connsiteX4" fmla="*/ 14227 w 28356"/>
                  <a:gd name="connsiteY4" fmla="*/ 134 h 28397"/>
                  <a:gd name="connsiteX5" fmla="*/ 4202 w 28356"/>
                  <a:gd name="connsiteY5" fmla="*/ 4292 h 28397"/>
                  <a:gd name="connsiteX6" fmla="*/ 49 w 28356"/>
                  <a:gd name="connsiteY6" fmla="*/ 14333 h 28397"/>
                  <a:gd name="connsiteX7" fmla="*/ 4202 w 28356"/>
                  <a:gd name="connsiteY7" fmla="*/ 24373 h 28397"/>
                  <a:gd name="connsiteX8" fmla="*/ 14227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32"/>
                    </a:moveTo>
                    <a:cubicBezTo>
                      <a:pt x="17987" y="28532"/>
                      <a:pt x="21594" y="27036"/>
                      <a:pt x="24253" y="24373"/>
                    </a:cubicBezTo>
                    <a:cubicBezTo>
                      <a:pt x="26912" y="21710"/>
                      <a:pt x="28406" y="18098"/>
                      <a:pt x="28406" y="14333"/>
                    </a:cubicBezTo>
                    <a:cubicBezTo>
                      <a:pt x="28406" y="10567"/>
                      <a:pt x="26912" y="6955"/>
                      <a:pt x="24253" y="4292"/>
                    </a:cubicBezTo>
                    <a:cubicBezTo>
                      <a:pt x="21594" y="1630"/>
                      <a:pt x="17987" y="134"/>
                      <a:pt x="14227" y="134"/>
                    </a:cubicBezTo>
                    <a:cubicBezTo>
                      <a:pt x="10467" y="134"/>
                      <a:pt x="6860" y="1630"/>
                      <a:pt x="4202" y="4292"/>
                    </a:cubicBezTo>
                    <a:cubicBezTo>
                      <a:pt x="1543" y="6955"/>
                      <a:pt x="49" y="10567"/>
                      <a:pt x="49" y="14333"/>
                    </a:cubicBezTo>
                    <a:cubicBezTo>
                      <a:pt x="49" y="18098"/>
                      <a:pt x="1543" y="21710"/>
                      <a:pt x="4202" y="24373"/>
                    </a:cubicBezTo>
                    <a:cubicBezTo>
                      <a:pt x="6860" y="27036"/>
                      <a:pt x="10467" y="28532"/>
                      <a:pt x="14227"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1" name="Freeform: Shape 660">
                <a:extLst>
                  <a:ext uri="{FF2B5EF4-FFF2-40B4-BE49-F238E27FC236}">
                    <a16:creationId xmlns:a16="http://schemas.microsoft.com/office/drawing/2014/main" id="{956BA231-599E-9C80-3EF5-3DE12B3E7825}"/>
                  </a:ext>
                </a:extLst>
              </p:cNvPr>
              <p:cNvSpPr/>
              <p:nvPr/>
            </p:nvSpPr>
            <p:spPr>
              <a:xfrm>
                <a:off x="8085213" y="5009439"/>
                <a:ext cx="28356" cy="28397"/>
              </a:xfrm>
              <a:custGeom>
                <a:avLst/>
                <a:gdLst>
                  <a:gd name="connsiteX0" fmla="*/ 14227 w 28356"/>
                  <a:gd name="connsiteY0" fmla="*/ 28533 h 28397"/>
                  <a:gd name="connsiteX1" fmla="*/ 24252 w 28356"/>
                  <a:gd name="connsiteY1" fmla="*/ 24375 h 28397"/>
                  <a:gd name="connsiteX2" fmla="*/ 28405 w 28356"/>
                  <a:gd name="connsiteY2" fmla="*/ 14334 h 28397"/>
                  <a:gd name="connsiteX3" fmla="*/ 24252 w 28356"/>
                  <a:gd name="connsiteY3" fmla="*/ 4294 h 28397"/>
                  <a:gd name="connsiteX4" fmla="*/ 14227 w 28356"/>
                  <a:gd name="connsiteY4" fmla="*/ 135 h 28397"/>
                  <a:gd name="connsiteX5" fmla="*/ 4201 w 28356"/>
                  <a:gd name="connsiteY5" fmla="*/ 4294 h 28397"/>
                  <a:gd name="connsiteX6" fmla="*/ 48 w 28356"/>
                  <a:gd name="connsiteY6" fmla="*/ 14334 h 28397"/>
                  <a:gd name="connsiteX7" fmla="*/ 4201 w 28356"/>
                  <a:gd name="connsiteY7" fmla="*/ 24375 h 28397"/>
                  <a:gd name="connsiteX8" fmla="*/ 14227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7" y="28533"/>
                    </a:moveTo>
                    <a:cubicBezTo>
                      <a:pt x="17987" y="28533"/>
                      <a:pt x="21593" y="27037"/>
                      <a:pt x="24252" y="24375"/>
                    </a:cubicBezTo>
                    <a:cubicBezTo>
                      <a:pt x="26911" y="21712"/>
                      <a:pt x="28405" y="18100"/>
                      <a:pt x="28405" y="14334"/>
                    </a:cubicBezTo>
                    <a:cubicBezTo>
                      <a:pt x="28405" y="10569"/>
                      <a:pt x="26911" y="6957"/>
                      <a:pt x="24252" y="4294"/>
                    </a:cubicBezTo>
                    <a:cubicBezTo>
                      <a:pt x="21593" y="1631"/>
                      <a:pt x="17987" y="135"/>
                      <a:pt x="14227" y="135"/>
                    </a:cubicBezTo>
                    <a:cubicBezTo>
                      <a:pt x="10466" y="135"/>
                      <a:pt x="6860" y="1631"/>
                      <a:pt x="4201" y="4294"/>
                    </a:cubicBezTo>
                    <a:cubicBezTo>
                      <a:pt x="1542" y="6957"/>
                      <a:pt x="48" y="10569"/>
                      <a:pt x="48" y="14334"/>
                    </a:cubicBezTo>
                    <a:cubicBezTo>
                      <a:pt x="48" y="18100"/>
                      <a:pt x="1542" y="21712"/>
                      <a:pt x="4201" y="24375"/>
                    </a:cubicBezTo>
                    <a:cubicBezTo>
                      <a:pt x="6860" y="27037"/>
                      <a:pt x="10466" y="28533"/>
                      <a:pt x="14227"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2" name="Freeform: Shape 661">
                <a:extLst>
                  <a:ext uri="{FF2B5EF4-FFF2-40B4-BE49-F238E27FC236}">
                    <a16:creationId xmlns:a16="http://schemas.microsoft.com/office/drawing/2014/main" id="{9679C1E4-F533-8FA4-4BE1-6FF77628B18D}"/>
                  </a:ext>
                </a:extLst>
              </p:cNvPr>
              <p:cNvSpPr/>
              <p:nvPr/>
            </p:nvSpPr>
            <p:spPr>
              <a:xfrm>
                <a:off x="8077455" y="5010278"/>
                <a:ext cx="28356" cy="28397"/>
              </a:xfrm>
              <a:custGeom>
                <a:avLst/>
                <a:gdLst>
                  <a:gd name="connsiteX0" fmla="*/ 14226 w 28356"/>
                  <a:gd name="connsiteY0" fmla="*/ 28533 h 28397"/>
                  <a:gd name="connsiteX1" fmla="*/ 24252 w 28356"/>
                  <a:gd name="connsiteY1" fmla="*/ 24375 h 28397"/>
                  <a:gd name="connsiteX2" fmla="*/ 28404 w 28356"/>
                  <a:gd name="connsiteY2" fmla="*/ 14334 h 28397"/>
                  <a:gd name="connsiteX3" fmla="*/ 24252 w 28356"/>
                  <a:gd name="connsiteY3" fmla="*/ 4294 h 28397"/>
                  <a:gd name="connsiteX4" fmla="*/ 14226 w 28356"/>
                  <a:gd name="connsiteY4" fmla="*/ 135 h 28397"/>
                  <a:gd name="connsiteX5" fmla="*/ 4200 w 28356"/>
                  <a:gd name="connsiteY5" fmla="*/ 4294 h 28397"/>
                  <a:gd name="connsiteX6" fmla="*/ 48 w 28356"/>
                  <a:gd name="connsiteY6" fmla="*/ 14334 h 28397"/>
                  <a:gd name="connsiteX7" fmla="*/ 4200 w 28356"/>
                  <a:gd name="connsiteY7" fmla="*/ 24375 h 28397"/>
                  <a:gd name="connsiteX8" fmla="*/ 1422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6" y="28533"/>
                    </a:moveTo>
                    <a:cubicBezTo>
                      <a:pt x="17986" y="28533"/>
                      <a:pt x="21593" y="27037"/>
                      <a:pt x="24252" y="24375"/>
                    </a:cubicBezTo>
                    <a:cubicBezTo>
                      <a:pt x="26910" y="21712"/>
                      <a:pt x="28404" y="18100"/>
                      <a:pt x="28404" y="14334"/>
                    </a:cubicBezTo>
                    <a:cubicBezTo>
                      <a:pt x="28404" y="10569"/>
                      <a:pt x="26910" y="6957"/>
                      <a:pt x="24252" y="4294"/>
                    </a:cubicBezTo>
                    <a:cubicBezTo>
                      <a:pt x="21593" y="1631"/>
                      <a:pt x="17986" y="135"/>
                      <a:pt x="14226" y="135"/>
                    </a:cubicBezTo>
                    <a:cubicBezTo>
                      <a:pt x="10466" y="135"/>
                      <a:pt x="6859" y="1631"/>
                      <a:pt x="4200" y="4294"/>
                    </a:cubicBezTo>
                    <a:cubicBezTo>
                      <a:pt x="1542" y="6957"/>
                      <a:pt x="48" y="10569"/>
                      <a:pt x="48" y="14334"/>
                    </a:cubicBezTo>
                    <a:cubicBezTo>
                      <a:pt x="48" y="18100"/>
                      <a:pt x="1542" y="21712"/>
                      <a:pt x="4200" y="24375"/>
                    </a:cubicBezTo>
                    <a:cubicBezTo>
                      <a:pt x="6859" y="27037"/>
                      <a:pt x="10466" y="28533"/>
                      <a:pt x="14226"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3" name="Freeform: Shape 662">
                <a:extLst>
                  <a:ext uri="{FF2B5EF4-FFF2-40B4-BE49-F238E27FC236}">
                    <a16:creationId xmlns:a16="http://schemas.microsoft.com/office/drawing/2014/main" id="{E83E96DD-BDE8-8264-DBEB-111B1A959CEB}"/>
                  </a:ext>
                </a:extLst>
              </p:cNvPr>
              <p:cNvSpPr/>
              <p:nvPr/>
            </p:nvSpPr>
            <p:spPr>
              <a:xfrm>
                <a:off x="8069697" y="4971746"/>
                <a:ext cx="28356" cy="28397"/>
              </a:xfrm>
              <a:custGeom>
                <a:avLst/>
                <a:gdLst>
                  <a:gd name="connsiteX0" fmla="*/ 14225 w 28356"/>
                  <a:gd name="connsiteY0" fmla="*/ 28530 h 28397"/>
                  <a:gd name="connsiteX1" fmla="*/ 24251 w 28356"/>
                  <a:gd name="connsiteY1" fmla="*/ 24372 h 28397"/>
                  <a:gd name="connsiteX2" fmla="*/ 28404 w 28356"/>
                  <a:gd name="connsiteY2" fmla="*/ 14331 h 28397"/>
                  <a:gd name="connsiteX3" fmla="*/ 24251 w 28356"/>
                  <a:gd name="connsiteY3" fmla="*/ 4291 h 28397"/>
                  <a:gd name="connsiteX4" fmla="*/ 14225 w 28356"/>
                  <a:gd name="connsiteY4" fmla="*/ 132 h 28397"/>
                  <a:gd name="connsiteX5" fmla="*/ 4200 w 28356"/>
                  <a:gd name="connsiteY5" fmla="*/ 4291 h 28397"/>
                  <a:gd name="connsiteX6" fmla="*/ 47 w 28356"/>
                  <a:gd name="connsiteY6" fmla="*/ 14331 h 28397"/>
                  <a:gd name="connsiteX7" fmla="*/ 4200 w 28356"/>
                  <a:gd name="connsiteY7" fmla="*/ 24372 h 28397"/>
                  <a:gd name="connsiteX8" fmla="*/ 14225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30"/>
                    </a:moveTo>
                    <a:cubicBezTo>
                      <a:pt x="17986" y="28530"/>
                      <a:pt x="21592" y="27034"/>
                      <a:pt x="24251" y="24372"/>
                    </a:cubicBezTo>
                    <a:cubicBezTo>
                      <a:pt x="26910" y="21709"/>
                      <a:pt x="28404" y="18097"/>
                      <a:pt x="28404" y="14331"/>
                    </a:cubicBezTo>
                    <a:cubicBezTo>
                      <a:pt x="28404" y="10566"/>
                      <a:pt x="26910" y="6954"/>
                      <a:pt x="24251" y="4291"/>
                    </a:cubicBezTo>
                    <a:cubicBezTo>
                      <a:pt x="21592" y="1628"/>
                      <a:pt x="17986" y="132"/>
                      <a:pt x="14225" y="132"/>
                    </a:cubicBezTo>
                    <a:cubicBezTo>
                      <a:pt x="10465" y="132"/>
                      <a:pt x="6859" y="1628"/>
                      <a:pt x="4200" y="4291"/>
                    </a:cubicBezTo>
                    <a:cubicBezTo>
                      <a:pt x="1541" y="6954"/>
                      <a:pt x="47" y="10566"/>
                      <a:pt x="47" y="14331"/>
                    </a:cubicBezTo>
                    <a:cubicBezTo>
                      <a:pt x="47" y="18097"/>
                      <a:pt x="1541" y="21709"/>
                      <a:pt x="4200" y="24372"/>
                    </a:cubicBezTo>
                    <a:cubicBezTo>
                      <a:pt x="6859" y="27034"/>
                      <a:pt x="10465" y="28530"/>
                      <a:pt x="14225"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4" name="Freeform: Shape 663">
                <a:extLst>
                  <a:ext uri="{FF2B5EF4-FFF2-40B4-BE49-F238E27FC236}">
                    <a16:creationId xmlns:a16="http://schemas.microsoft.com/office/drawing/2014/main" id="{ADFD4A74-7E4A-6EF8-CFC9-1D2E7342E4AB}"/>
                  </a:ext>
                </a:extLst>
              </p:cNvPr>
              <p:cNvSpPr/>
              <p:nvPr/>
            </p:nvSpPr>
            <p:spPr>
              <a:xfrm>
                <a:off x="8061939" y="4950283"/>
                <a:ext cx="28356" cy="28397"/>
              </a:xfrm>
              <a:custGeom>
                <a:avLst/>
                <a:gdLst>
                  <a:gd name="connsiteX0" fmla="*/ 14225 w 28356"/>
                  <a:gd name="connsiteY0" fmla="*/ 28529 h 28397"/>
                  <a:gd name="connsiteX1" fmla="*/ 24250 w 28356"/>
                  <a:gd name="connsiteY1" fmla="*/ 24370 h 28397"/>
                  <a:gd name="connsiteX2" fmla="*/ 28403 w 28356"/>
                  <a:gd name="connsiteY2" fmla="*/ 14330 h 28397"/>
                  <a:gd name="connsiteX3" fmla="*/ 24250 w 28356"/>
                  <a:gd name="connsiteY3" fmla="*/ 4289 h 28397"/>
                  <a:gd name="connsiteX4" fmla="*/ 14225 w 28356"/>
                  <a:gd name="connsiteY4" fmla="*/ 131 h 28397"/>
                  <a:gd name="connsiteX5" fmla="*/ 4199 w 28356"/>
                  <a:gd name="connsiteY5" fmla="*/ 4289 h 28397"/>
                  <a:gd name="connsiteX6" fmla="*/ 46 w 28356"/>
                  <a:gd name="connsiteY6" fmla="*/ 14330 h 28397"/>
                  <a:gd name="connsiteX7" fmla="*/ 4199 w 28356"/>
                  <a:gd name="connsiteY7" fmla="*/ 24370 h 28397"/>
                  <a:gd name="connsiteX8" fmla="*/ 14225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5" y="28529"/>
                    </a:moveTo>
                    <a:cubicBezTo>
                      <a:pt x="17985" y="28529"/>
                      <a:pt x="21592" y="27033"/>
                      <a:pt x="24250" y="24370"/>
                    </a:cubicBezTo>
                    <a:cubicBezTo>
                      <a:pt x="26909" y="21707"/>
                      <a:pt x="28403" y="18095"/>
                      <a:pt x="28403" y="14330"/>
                    </a:cubicBezTo>
                    <a:cubicBezTo>
                      <a:pt x="28403" y="10564"/>
                      <a:pt x="26909" y="6952"/>
                      <a:pt x="24250" y="4289"/>
                    </a:cubicBezTo>
                    <a:cubicBezTo>
                      <a:pt x="21592" y="1627"/>
                      <a:pt x="17985" y="131"/>
                      <a:pt x="14225" y="131"/>
                    </a:cubicBezTo>
                    <a:cubicBezTo>
                      <a:pt x="10465" y="131"/>
                      <a:pt x="6858" y="1627"/>
                      <a:pt x="4199" y="4289"/>
                    </a:cubicBezTo>
                    <a:cubicBezTo>
                      <a:pt x="1540" y="6952"/>
                      <a:pt x="46" y="10564"/>
                      <a:pt x="46" y="14330"/>
                    </a:cubicBezTo>
                    <a:cubicBezTo>
                      <a:pt x="46" y="18095"/>
                      <a:pt x="1540" y="21707"/>
                      <a:pt x="4199" y="24370"/>
                    </a:cubicBezTo>
                    <a:cubicBezTo>
                      <a:pt x="6858" y="27033"/>
                      <a:pt x="10465" y="28529"/>
                      <a:pt x="14225"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5" name="Freeform: Shape 664">
                <a:extLst>
                  <a:ext uri="{FF2B5EF4-FFF2-40B4-BE49-F238E27FC236}">
                    <a16:creationId xmlns:a16="http://schemas.microsoft.com/office/drawing/2014/main" id="{23B3A325-4CEC-9240-0603-48A366360B6F}"/>
                  </a:ext>
                </a:extLst>
              </p:cNvPr>
              <p:cNvSpPr/>
              <p:nvPr/>
            </p:nvSpPr>
            <p:spPr>
              <a:xfrm>
                <a:off x="8054180" y="4928464"/>
                <a:ext cx="28356" cy="28397"/>
              </a:xfrm>
              <a:custGeom>
                <a:avLst/>
                <a:gdLst>
                  <a:gd name="connsiteX0" fmla="*/ 14224 w 28356"/>
                  <a:gd name="connsiteY0" fmla="*/ 28527 h 28397"/>
                  <a:gd name="connsiteX1" fmla="*/ 24250 w 28356"/>
                  <a:gd name="connsiteY1" fmla="*/ 24368 h 28397"/>
                  <a:gd name="connsiteX2" fmla="*/ 28403 w 28356"/>
                  <a:gd name="connsiteY2" fmla="*/ 14328 h 28397"/>
                  <a:gd name="connsiteX3" fmla="*/ 24250 w 28356"/>
                  <a:gd name="connsiteY3" fmla="*/ 4288 h 28397"/>
                  <a:gd name="connsiteX4" fmla="*/ 14224 w 28356"/>
                  <a:gd name="connsiteY4" fmla="*/ 129 h 28397"/>
                  <a:gd name="connsiteX5" fmla="*/ 4199 w 28356"/>
                  <a:gd name="connsiteY5" fmla="*/ 4288 h 28397"/>
                  <a:gd name="connsiteX6" fmla="*/ 46 w 28356"/>
                  <a:gd name="connsiteY6" fmla="*/ 14328 h 28397"/>
                  <a:gd name="connsiteX7" fmla="*/ 4199 w 28356"/>
                  <a:gd name="connsiteY7" fmla="*/ 24368 h 28397"/>
                  <a:gd name="connsiteX8" fmla="*/ 14224 w 28356"/>
                  <a:gd name="connsiteY8" fmla="*/ 28527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27"/>
                    </a:moveTo>
                    <a:cubicBezTo>
                      <a:pt x="17984" y="28527"/>
                      <a:pt x="21591" y="27031"/>
                      <a:pt x="24250" y="24368"/>
                    </a:cubicBezTo>
                    <a:cubicBezTo>
                      <a:pt x="26909" y="21705"/>
                      <a:pt x="28403" y="18094"/>
                      <a:pt x="28403" y="14328"/>
                    </a:cubicBezTo>
                    <a:cubicBezTo>
                      <a:pt x="28403" y="10562"/>
                      <a:pt x="26909" y="6950"/>
                      <a:pt x="24250" y="4288"/>
                    </a:cubicBezTo>
                    <a:cubicBezTo>
                      <a:pt x="21591" y="1625"/>
                      <a:pt x="17984" y="129"/>
                      <a:pt x="14224" y="129"/>
                    </a:cubicBezTo>
                    <a:cubicBezTo>
                      <a:pt x="10464" y="129"/>
                      <a:pt x="6857" y="1625"/>
                      <a:pt x="4199" y="4288"/>
                    </a:cubicBezTo>
                    <a:cubicBezTo>
                      <a:pt x="1540" y="6950"/>
                      <a:pt x="46" y="10562"/>
                      <a:pt x="46" y="14328"/>
                    </a:cubicBezTo>
                    <a:cubicBezTo>
                      <a:pt x="46" y="18094"/>
                      <a:pt x="1540" y="21705"/>
                      <a:pt x="4199" y="24368"/>
                    </a:cubicBezTo>
                    <a:cubicBezTo>
                      <a:pt x="6857" y="27031"/>
                      <a:pt x="10464" y="28527"/>
                      <a:pt x="14224" y="28527"/>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6" name="Freeform: Shape 665">
                <a:extLst>
                  <a:ext uri="{FF2B5EF4-FFF2-40B4-BE49-F238E27FC236}">
                    <a16:creationId xmlns:a16="http://schemas.microsoft.com/office/drawing/2014/main" id="{71E53CE4-D230-1837-3164-2994A5DEE6C4}"/>
                  </a:ext>
                </a:extLst>
              </p:cNvPr>
              <p:cNvSpPr/>
              <p:nvPr/>
            </p:nvSpPr>
            <p:spPr>
              <a:xfrm>
                <a:off x="8046422" y="4973638"/>
                <a:ext cx="28356" cy="28397"/>
              </a:xfrm>
              <a:custGeom>
                <a:avLst/>
                <a:gdLst>
                  <a:gd name="connsiteX0" fmla="*/ 14224 w 28356"/>
                  <a:gd name="connsiteY0" fmla="*/ 28530 h 28397"/>
                  <a:gd name="connsiteX1" fmla="*/ 24249 w 28356"/>
                  <a:gd name="connsiteY1" fmla="*/ 24372 h 28397"/>
                  <a:gd name="connsiteX2" fmla="*/ 28402 w 28356"/>
                  <a:gd name="connsiteY2" fmla="*/ 14332 h 28397"/>
                  <a:gd name="connsiteX3" fmla="*/ 24249 w 28356"/>
                  <a:gd name="connsiteY3" fmla="*/ 4291 h 28397"/>
                  <a:gd name="connsiteX4" fmla="*/ 14224 w 28356"/>
                  <a:gd name="connsiteY4" fmla="*/ 133 h 28397"/>
                  <a:gd name="connsiteX5" fmla="*/ 4198 w 28356"/>
                  <a:gd name="connsiteY5" fmla="*/ 4291 h 28397"/>
                  <a:gd name="connsiteX6" fmla="*/ 45 w 28356"/>
                  <a:gd name="connsiteY6" fmla="*/ 14332 h 28397"/>
                  <a:gd name="connsiteX7" fmla="*/ 4198 w 28356"/>
                  <a:gd name="connsiteY7" fmla="*/ 24372 h 28397"/>
                  <a:gd name="connsiteX8" fmla="*/ 14224 w 28356"/>
                  <a:gd name="connsiteY8" fmla="*/ 28530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4" y="28530"/>
                    </a:moveTo>
                    <a:cubicBezTo>
                      <a:pt x="17984" y="28530"/>
                      <a:pt x="21590" y="27034"/>
                      <a:pt x="24249" y="24372"/>
                    </a:cubicBezTo>
                    <a:cubicBezTo>
                      <a:pt x="26908" y="21709"/>
                      <a:pt x="28402" y="18097"/>
                      <a:pt x="28402" y="14332"/>
                    </a:cubicBezTo>
                    <a:cubicBezTo>
                      <a:pt x="28402" y="10566"/>
                      <a:pt x="26908" y="6954"/>
                      <a:pt x="24249" y="4291"/>
                    </a:cubicBezTo>
                    <a:cubicBezTo>
                      <a:pt x="21590" y="1629"/>
                      <a:pt x="17984" y="133"/>
                      <a:pt x="14224" y="133"/>
                    </a:cubicBezTo>
                    <a:cubicBezTo>
                      <a:pt x="10463" y="133"/>
                      <a:pt x="6857" y="1629"/>
                      <a:pt x="4198" y="4291"/>
                    </a:cubicBezTo>
                    <a:cubicBezTo>
                      <a:pt x="1539" y="6954"/>
                      <a:pt x="45" y="10566"/>
                      <a:pt x="45" y="14332"/>
                    </a:cubicBezTo>
                    <a:cubicBezTo>
                      <a:pt x="45" y="18097"/>
                      <a:pt x="1539" y="21709"/>
                      <a:pt x="4198" y="24372"/>
                    </a:cubicBezTo>
                    <a:cubicBezTo>
                      <a:pt x="6857" y="27034"/>
                      <a:pt x="10463" y="28530"/>
                      <a:pt x="14224" y="28530"/>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7" name="Freeform: Shape 666">
                <a:extLst>
                  <a:ext uri="{FF2B5EF4-FFF2-40B4-BE49-F238E27FC236}">
                    <a16:creationId xmlns:a16="http://schemas.microsoft.com/office/drawing/2014/main" id="{D5483985-EC09-BF5B-2EA4-9C02D22D1A17}"/>
                  </a:ext>
                </a:extLst>
              </p:cNvPr>
              <p:cNvSpPr/>
              <p:nvPr/>
            </p:nvSpPr>
            <p:spPr>
              <a:xfrm>
                <a:off x="8038663" y="4991812"/>
                <a:ext cx="28356" cy="28397"/>
              </a:xfrm>
              <a:custGeom>
                <a:avLst/>
                <a:gdLst>
                  <a:gd name="connsiteX0" fmla="*/ 14223 w 28356"/>
                  <a:gd name="connsiteY0" fmla="*/ 28532 h 28397"/>
                  <a:gd name="connsiteX1" fmla="*/ 24249 w 28356"/>
                  <a:gd name="connsiteY1" fmla="*/ 24373 h 28397"/>
                  <a:gd name="connsiteX2" fmla="*/ 28401 w 28356"/>
                  <a:gd name="connsiteY2" fmla="*/ 14333 h 28397"/>
                  <a:gd name="connsiteX3" fmla="*/ 24249 w 28356"/>
                  <a:gd name="connsiteY3" fmla="*/ 4293 h 28397"/>
                  <a:gd name="connsiteX4" fmla="*/ 14223 w 28356"/>
                  <a:gd name="connsiteY4" fmla="*/ 134 h 28397"/>
                  <a:gd name="connsiteX5" fmla="*/ 4197 w 28356"/>
                  <a:gd name="connsiteY5" fmla="*/ 4293 h 28397"/>
                  <a:gd name="connsiteX6" fmla="*/ 45 w 28356"/>
                  <a:gd name="connsiteY6" fmla="*/ 14333 h 28397"/>
                  <a:gd name="connsiteX7" fmla="*/ 4197 w 28356"/>
                  <a:gd name="connsiteY7" fmla="*/ 24373 h 28397"/>
                  <a:gd name="connsiteX8" fmla="*/ 14223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3" y="28532"/>
                    </a:moveTo>
                    <a:cubicBezTo>
                      <a:pt x="17983" y="28532"/>
                      <a:pt x="21590" y="27036"/>
                      <a:pt x="24249" y="24373"/>
                    </a:cubicBezTo>
                    <a:cubicBezTo>
                      <a:pt x="26907" y="21710"/>
                      <a:pt x="28401" y="18099"/>
                      <a:pt x="28401" y="14333"/>
                    </a:cubicBezTo>
                    <a:cubicBezTo>
                      <a:pt x="28401" y="10567"/>
                      <a:pt x="26907" y="6955"/>
                      <a:pt x="24249" y="4293"/>
                    </a:cubicBezTo>
                    <a:cubicBezTo>
                      <a:pt x="21590" y="1630"/>
                      <a:pt x="17983" y="134"/>
                      <a:pt x="14223" y="134"/>
                    </a:cubicBezTo>
                    <a:cubicBezTo>
                      <a:pt x="10463" y="134"/>
                      <a:pt x="6856" y="1630"/>
                      <a:pt x="4197" y="4293"/>
                    </a:cubicBezTo>
                    <a:cubicBezTo>
                      <a:pt x="1539" y="6955"/>
                      <a:pt x="45" y="10567"/>
                      <a:pt x="45" y="14333"/>
                    </a:cubicBezTo>
                    <a:cubicBezTo>
                      <a:pt x="45" y="18099"/>
                      <a:pt x="1539" y="21710"/>
                      <a:pt x="4197" y="24373"/>
                    </a:cubicBezTo>
                    <a:cubicBezTo>
                      <a:pt x="6856" y="27036"/>
                      <a:pt x="10463" y="28532"/>
                      <a:pt x="14223"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8" name="Freeform: Shape 667">
                <a:extLst>
                  <a:ext uri="{FF2B5EF4-FFF2-40B4-BE49-F238E27FC236}">
                    <a16:creationId xmlns:a16="http://schemas.microsoft.com/office/drawing/2014/main" id="{DD02B157-0A4E-9322-3EB1-C44E977C0BCB}"/>
                  </a:ext>
                </a:extLst>
              </p:cNvPr>
              <p:cNvSpPr/>
              <p:nvPr/>
            </p:nvSpPr>
            <p:spPr>
              <a:xfrm>
                <a:off x="8030904" y="5011814"/>
                <a:ext cx="28356" cy="28397"/>
              </a:xfrm>
              <a:custGeom>
                <a:avLst/>
                <a:gdLst>
                  <a:gd name="connsiteX0" fmla="*/ 14222 w 28356"/>
                  <a:gd name="connsiteY0" fmla="*/ 28534 h 28397"/>
                  <a:gd name="connsiteX1" fmla="*/ 24248 w 28356"/>
                  <a:gd name="connsiteY1" fmla="*/ 24375 h 28397"/>
                  <a:gd name="connsiteX2" fmla="*/ 28401 w 28356"/>
                  <a:gd name="connsiteY2" fmla="*/ 14335 h 28397"/>
                  <a:gd name="connsiteX3" fmla="*/ 24248 w 28356"/>
                  <a:gd name="connsiteY3" fmla="*/ 4294 h 28397"/>
                  <a:gd name="connsiteX4" fmla="*/ 14222 w 28356"/>
                  <a:gd name="connsiteY4" fmla="*/ 136 h 28397"/>
                  <a:gd name="connsiteX5" fmla="*/ 4197 w 28356"/>
                  <a:gd name="connsiteY5" fmla="*/ 4294 h 28397"/>
                  <a:gd name="connsiteX6" fmla="*/ 44 w 28356"/>
                  <a:gd name="connsiteY6" fmla="*/ 14335 h 28397"/>
                  <a:gd name="connsiteX7" fmla="*/ 4197 w 28356"/>
                  <a:gd name="connsiteY7" fmla="*/ 24375 h 28397"/>
                  <a:gd name="connsiteX8" fmla="*/ 14222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34"/>
                    </a:moveTo>
                    <a:cubicBezTo>
                      <a:pt x="17983" y="28534"/>
                      <a:pt x="21589" y="27037"/>
                      <a:pt x="24248" y="24375"/>
                    </a:cubicBezTo>
                    <a:cubicBezTo>
                      <a:pt x="26907" y="21712"/>
                      <a:pt x="28401" y="18100"/>
                      <a:pt x="28401" y="14335"/>
                    </a:cubicBezTo>
                    <a:cubicBezTo>
                      <a:pt x="28401" y="10569"/>
                      <a:pt x="26907" y="6957"/>
                      <a:pt x="24248" y="4294"/>
                    </a:cubicBezTo>
                    <a:cubicBezTo>
                      <a:pt x="21589" y="1632"/>
                      <a:pt x="17983" y="136"/>
                      <a:pt x="14222" y="136"/>
                    </a:cubicBezTo>
                    <a:cubicBezTo>
                      <a:pt x="10462" y="136"/>
                      <a:pt x="6856" y="1632"/>
                      <a:pt x="4197" y="4294"/>
                    </a:cubicBezTo>
                    <a:cubicBezTo>
                      <a:pt x="1538" y="6957"/>
                      <a:pt x="44" y="10569"/>
                      <a:pt x="44" y="14335"/>
                    </a:cubicBezTo>
                    <a:cubicBezTo>
                      <a:pt x="44" y="18100"/>
                      <a:pt x="1538" y="21712"/>
                      <a:pt x="4197" y="24375"/>
                    </a:cubicBezTo>
                    <a:cubicBezTo>
                      <a:pt x="6856" y="27037"/>
                      <a:pt x="10462" y="28534"/>
                      <a:pt x="14222"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69" name="Freeform: Shape 668">
                <a:extLst>
                  <a:ext uri="{FF2B5EF4-FFF2-40B4-BE49-F238E27FC236}">
                    <a16:creationId xmlns:a16="http://schemas.microsoft.com/office/drawing/2014/main" id="{E94F1BF6-2A9C-E284-A2F6-77021D7829DE}"/>
                  </a:ext>
                </a:extLst>
              </p:cNvPr>
              <p:cNvSpPr/>
              <p:nvPr/>
            </p:nvSpPr>
            <p:spPr>
              <a:xfrm>
                <a:off x="8023146" y="4937291"/>
                <a:ext cx="28356" cy="28397"/>
              </a:xfrm>
              <a:custGeom>
                <a:avLst/>
                <a:gdLst>
                  <a:gd name="connsiteX0" fmla="*/ 14222 w 28356"/>
                  <a:gd name="connsiteY0" fmla="*/ 28528 h 28397"/>
                  <a:gd name="connsiteX1" fmla="*/ 24247 w 28356"/>
                  <a:gd name="connsiteY1" fmla="*/ 24369 h 28397"/>
                  <a:gd name="connsiteX2" fmla="*/ 28400 w 28356"/>
                  <a:gd name="connsiteY2" fmla="*/ 14329 h 28397"/>
                  <a:gd name="connsiteX3" fmla="*/ 24247 w 28356"/>
                  <a:gd name="connsiteY3" fmla="*/ 4288 h 28397"/>
                  <a:gd name="connsiteX4" fmla="*/ 14222 w 28356"/>
                  <a:gd name="connsiteY4" fmla="*/ 130 h 28397"/>
                  <a:gd name="connsiteX5" fmla="*/ 4196 w 28356"/>
                  <a:gd name="connsiteY5" fmla="*/ 4288 h 28397"/>
                  <a:gd name="connsiteX6" fmla="*/ 43 w 28356"/>
                  <a:gd name="connsiteY6" fmla="*/ 14329 h 28397"/>
                  <a:gd name="connsiteX7" fmla="*/ 4196 w 28356"/>
                  <a:gd name="connsiteY7" fmla="*/ 24369 h 28397"/>
                  <a:gd name="connsiteX8" fmla="*/ 14222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2" y="28528"/>
                    </a:moveTo>
                    <a:cubicBezTo>
                      <a:pt x="17982" y="28528"/>
                      <a:pt x="21589" y="27032"/>
                      <a:pt x="24247" y="24369"/>
                    </a:cubicBezTo>
                    <a:cubicBezTo>
                      <a:pt x="26906" y="21706"/>
                      <a:pt x="28400" y="18094"/>
                      <a:pt x="28400" y="14329"/>
                    </a:cubicBezTo>
                    <a:cubicBezTo>
                      <a:pt x="28400" y="10563"/>
                      <a:pt x="26906" y="6951"/>
                      <a:pt x="24247" y="4288"/>
                    </a:cubicBezTo>
                    <a:cubicBezTo>
                      <a:pt x="21589" y="1626"/>
                      <a:pt x="17982" y="130"/>
                      <a:pt x="14222" y="130"/>
                    </a:cubicBezTo>
                    <a:cubicBezTo>
                      <a:pt x="10462" y="130"/>
                      <a:pt x="6855" y="1626"/>
                      <a:pt x="4196" y="4288"/>
                    </a:cubicBezTo>
                    <a:cubicBezTo>
                      <a:pt x="1537" y="6951"/>
                      <a:pt x="43" y="10563"/>
                      <a:pt x="43" y="14329"/>
                    </a:cubicBezTo>
                    <a:cubicBezTo>
                      <a:pt x="43" y="18094"/>
                      <a:pt x="1537" y="21706"/>
                      <a:pt x="4196" y="24369"/>
                    </a:cubicBezTo>
                    <a:cubicBezTo>
                      <a:pt x="6855" y="27032"/>
                      <a:pt x="10462" y="28528"/>
                      <a:pt x="14222"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0" name="Freeform: Shape 669">
                <a:extLst>
                  <a:ext uri="{FF2B5EF4-FFF2-40B4-BE49-F238E27FC236}">
                    <a16:creationId xmlns:a16="http://schemas.microsoft.com/office/drawing/2014/main" id="{11AA72F0-CC54-1E1C-2EB3-B0DF552FECBA}"/>
                  </a:ext>
                </a:extLst>
              </p:cNvPr>
              <p:cNvSpPr/>
              <p:nvPr/>
            </p:nvSpPr>
            <p:spPr>
              <a:xfrm>
                <a:off x="8015389" y="4878896"/>
                <a:ext cx="28356" cy="28397"/>
              </a:xfrm>
              <a:custGeom>
                <a:avLst/>
                <a:gdLst>
                  <a:gd name="connsiteX0" fmla="*/ 14221 w 28356"/>
                  <a:gd name="connsiteY0" fmla="*/ 28523 h 28397"/>
                  <a:gd name="connsiteX1" fmla="*/ 24247 w 28356"/>
                  <a:gd name="connsiteY1" fmla="*/ 24364 h 28397"/>
                  <a:gd name="connsiteX2" fmla="*/ 28399 w 28356"/>
                  <a:gd name="connsiteY2" fmla="*/ 14324 h 28397"/>
                  <a:gd name="connsiteX3" fmla="*/ 24247 w 28356"/>
                  <a:gd name="connsiteY3" fmla="*/ 4284 h 28397"/>
                  <a:gd name="connsiteX4" fmla="*/ 14221 w 28356"/>
                  <a:gd name="connsiteY4" fmla="*/ 125 h 28397"/>
                  <a:gd name="connsiteX5" fmla="*/ 4196 w 28356"/>
                  <a:gd name="connsiteY5" fmla="*/ 4284 h 28397"/>
                  <a:gd name="connsiteX6" fmla="*/ 43 w 28356"/>
                  <a:gd name="connsiteY6" fmla="*/ 14324 h 28397"/>
                  <a:gd name="connsiteX7" fmla="*/ 4196 w 28356"/>
                  <a:gd name="connsiteY7" fmla="*/ 24364 h 28397"/>
                  <a:gd name="connsiteX8" fmla="*/ 14221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23"/>
                    </a:moveTo>
                    <a:cubicBezTo>
                      <a:pt x="17981" y="28523"/>
                      <a:pt x="21588" y="27027"/>
                      <a:pt x="24247" y="24364"/>
                    </a:cubicBezTo>
                    <a:cubicBezTo>
                      <a:pt x="26906" y="21702"/>
                      <a:pt x="28399" y="18090"/>
                      <a:pt x="28399" y="14324"/>
                    </a:cubicBezTo>
                    <a:cubicBezTo>
                      <a:pt x="28399" y="10558"/>
                      <a:pt x="26906" y="6947"/>
                      <a:pt x="24247" y="4284"/>
                    </a:cubicBezTo>
                    <a:cubicBezTo>
                      <a:pt x="21588" y="1621"/>
                      <a:pt x="17981" y="125"/>
                      <a:pt x="14221" y="125"/>
                    </a:cubicBezTo>
                    <a:cubicBezTo>
                      <a:pt x="10461" y="125"/>
                      <a:pt x="6854" y="1621"/>
                      <a:pt x="4196" y="4284"/>
                    </a:cubicBezTo>
                    <a:cubicBezTo>
                      <a:pt x="1537" y="6947"/>
                      <a:pt x="43" y="10558"/>
                      <a:pt x="43" y="14324"/>
                    </a:cubicBezTo>
                    <a:cubicBezTo>
                      <a:pt x="43" y="18090"/>
                      <a:pt x="1537" y="21702"/>
                      <a:pt x="4196" y="24364"/>
                    </a:cubicBezTo>
                    <a:cubicBezTo>
                      <a:pt x="6854" y="27027"/>
                      <a:pt x="10461" y="28523"/>
                      <a:pt x="14221"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1" name="Freeform: Shape 670">
                <a:extLst>
                  <a:ext uri="{FF2B5EF4-FFF2-40B4-BE49-F238E27FC236}">
                    <a16:creationId xmlns:a16="http://schemas.microsoft.com/office/drawing/2014/main" id="{91FEE087-E274-9402-C493-ECCAA2578E70}"/>
                  </a:ext>
                </a:extLst>
              </p:cNvPr>
              <p:cNvSpPr/>
              <p:nvPr/>
            </p:nvSpPr>
            <p:spPr>
              <a:xfrm>
                <a:off x="8007630" y="5009757"/>
                <a:ext cx="28356" cy="28397"/>
              </a:xfrm>
              <a:custGeom>
                <a:avLst/>
                <a:gdLst>
                  <a:gd name="connsiteX0" fmla="*/ 14221 w 28356"/>
                  <a:gd name="connsiteY0" fmla="*/ 28533 h 28397"/>
                  <a:gd name="connsiteX1" fmla="*/ 24246 w 28356"/>
                  <a:gd name="connsiteY1" fmla="*/ 24375 h 28397"/>
                  <a:gd name="connsiteX2" fmla="*/ 28399 w 28356"/>
                  <a:gd name="connsiteY2" fmla="*/ 14334 h 28397"/>
                  <a:gd name="connsiteX3" fmla="*/ 24246 w 28356"/>
                  <a:gd name="connsiteY3" fmla="*/ 4294 h 28397"/>
                  <a:gd name="connsiteX4" fmla="*/ 14221 w 28356"/>
                  <a:gd name="connsiteY4" fmla="*/ 135 h 28397"/>
                  <a:gd name="connsiteX5" fmla="*/ 4195 w 28356"/>
                  <a:gd name="connsiteY5" fmla="*/ 4294 h 28397"/>
                  <a:gd name="connsiteX6" fmla="*/ 42 w 28356"/>
                  <a:gd name="connsiteY6" fmla="*/ 14334 h 28397"/>
                  <a:gd name="connsiteX7" fmla="*/ 4195 w 28356"/>
                  <a:gd name="connsiteY7" fmla="*/ 24375 h 28397"/>
                  <a:gd name="connsiteX8" fmla="*/ 14221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1" y="28533"/>
                    </a:moveTo>
                    <a:cubicBezTo>
                      <a:pt x="17981" y="28533"/>
                      <a:pt x="21587" y="27037"/>
                      <a:pt x="24246" y="24375"/>
                    </a:cubicBezTo>
                    <a:cubicBezTo>
                      <a:pt x="26905" y="21712"/>
                      <a:pt x="28399" y="18100"/>
                      <a:pt x="28399" y="14334"/>
                    </a:cubicBezTo>
                    <a:cubicBezTo>
                      <a:pt x="28399" y="10569"/>
                      <a:pt x="26905" y="6957"/>
                      <a:pt x="24246" y="4294"/>
                    </a:cubicBezTo>
                    <a:cubicBezTo>
                      <a:pt x="21587" y="1631"/>
                      <a:pt x="17981" y="135"/>
                      <a:pt x="14221" y="135"/>
                    </a:cubicBezTo>
                    <a:cubicBezTo>
                      <a:pt x="10460" y="135"/>
                      <a:pt x="6854" y="1631"/>
                      <a:pt x="4195" y="4294"/>
                    </a:cubicBezTo>
                    <a:cubicBezTo>
                      <a:pt x="1536" y="6957"/>
                      <a:pt x="42" y="10569"/>
                      <a:pt x="42" y="14334"/>
                    </a:cubicBezTo>
                    <a:cubicBezTo>
                      <a:pt x="42" y="18100"/>
                      <a:pt x="1536" y="21712"/>
                      <a:pt x="4195" y="24375"/>
                    </a:cubicBezTo>
                    <a:cubicBezTo>
                      <a:pt x="6854" y="27037"/>
                      <a:pt x="10460" y="28533"/>
                      <a:pt x="14221"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2" name="Freeform: Shape 671">
                <a:extLst>
                  <a:ext uri="{FF2B5EF4-FFF2-40B4-BE49-F238E27FC236}">
                    <a16:creationId xmlns:a16="http://schemas.microsoft.com/office/drawing/2014/main" id="{4C582B8C-C7A2-39D1-524D-EF3F2B806E20}"/>
                  </a:ext>
                </a:extLst>
              </p:cNvPr>
              <p:cNvSpPr/>
              <p:nvPr/>
            </p:nvSpPr>
            <p:spPr>
              <a:xfrm>
                <a:off x="7999871" y="4991291"/>
                <a:ext cx="28356" cy="28397"/>
              </a:xfrm>
              <a:custGeom>
                <a:avLst/>
                <a:gdLst>
                  <a:gd name="connsiteX0" fmla="*/ 14220 w 28356"/>
                  <a:gd name="connsiteY0" fmla="*/ 28532 h 28397"/>
                  <a:gd name="connsiteX1" fmla="*/ 24246 w 28356"/>
                  <a:gd name="connsiteY1" fmla="*/ 24373 h 28397"/>
                  <a:gd name="connsiteX2" fmla="*/ 28398 w 28356"/>
                  <a:gd name="connsiteY2" fmla="*/ 14333 h 28397"/>
                  <a:gd name="connsiteX3" fmla="*/ 24246 w 28356"/>
                  <a:gd name="connsiteY3" fmla="*/ 4293 h 28397"/>
                  <a:gd name="connsiteX4" fmla="*/ 14220 w 28356"/>
                  <a:gd name="connsiteY4" fmla="*/ 134 h 28397"/>
                  <a:gd name="connsiteX5" fmla="*/ 4194 w 28356"/>
                  <a:gd name="connsiteY5" fmla="*/ 4293 h 28397"/>
                  <a:gd name="connsiteX6" fmla="*/ 42 w 28356"/>
                  <a:gd name="connsiteY6" fmla="*/ 14333 h 28397"/>
                  <a:gd name="connsiteX7" fmla="*/ 4194 w 28356"/>
                  <a:gd name="connsiteY7" fmla="*/ 24373 h 28397"/>
                  <a:gd name="connsiteX8" fmla="*/ 14220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20" y="28532"/>
                    </a:moveTo>
                    <a:cubicBezTo>
                      <a:pt x="17980" y="28532"/>
                      <a:pt x="21587" y="27036"/>
                      <a:pt x="24246" y="24373"/>
                    </a:cubicBezTo>
                    <a:cubicBezTo>
                      <a:pt x="26904" y="21710"/>
                      <a:pt x="28398" y="18099"/>
                      <a:pt x="28398" y="14333"/>
                    </a:cubicBezTo>
                    <a:cubicBezTo>
                      <a:pt x="28398" y="10567"/>
                      <a:pt x="26904" y="6955"/>
                      <a:pt x="24246" y="4293"/>
                    </a:cubicBezTo>
                    <a:cubicBezTo>
                      <a:pt x="21587" y="1630"/>
                      <a:pt x="17980" y="134"/>
                      <a:pt x="14220" y="134"/>
                    </a:cubicBezTo>
                    <a:cubicBezTo>
                      <a:pt x="10460" y="134"/>
                      <a:pt x="6853" y="1630"/>
                      <a:pt x="4194" y="4293"/>
                    </a:cubicBezTo>
                    <a:cubicBezTo>
                      <a:pt x="1535" y="6955"/>
                      <a:pt x="42" y="10567"/>
                      <a:pt x="42" y="14333"/>
                    </a:cubicBezTo>
                    <a:cubicBezTo>
                      <a:pt x="42" y="18099"/>
                      <a:pt x="1535" y="21710"/>
                      <a:pt x="4194" y="24373"/>
                    </a:cubicBezTo>
                    <a:cubicBezTo>
                      <a:pt x="6853" y="27036"/>
                      <a:pt x="10460" y="28532"/>
                      <a:pt x="14220"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3" name="Freeform: Shape 672">
                <a:extLst>
                  <a:ext uri="{FF2B5EF4-FFF2-40B4-BE49-F238E27FC236}">
                    <a16:creationId xmlns:a16="http://schemas.microsoft.com/office/drawing/2014/main" id="{E78A6815-5591-F705-6F3F-F2AAFC4B199D}"/>
                  </a:ext>
                </a:extLst>
              </p:cNvPr>
              <p:cNvSpPr/>
              <p:nvPr/>
            </p:nvSpPr>
            <p:spPr>
              <a:xfrm>
                <a:off x="7992113" y="4877270"/>
                <a:ext cx="28356" cy="28397"/>
              </a:xfrm>
              <a:custGeom>
                <a:avLst/>
                <a:gdLst>
                  <a:gd name="connsiteX0" fmla="*/ 14219 w 28356"/>
                  <a:gd name="connsiteY0" fmla="*/ 28523 h 28397"/>
                  <a:gd name="connsiteX1" fmla="*/ 24245 w 28356"/>
                  <a:gd name="connsiteY1" fmla="*/ 24364 h 28397"/>
                  <a:gd name="connsiteX2" fmla="*/ 28398 w 28356"/>
                  <a:gd name="connsiteY2" fmla="*/ 14324 h 28397"/>
                  <a:gd name="connsiteX3" fmla="*/ 24245 w 28356"/>
                  <a:gd name="connsiteY3" fmla="*/ 4284 h 28397"/>
                  <a:gd name="connsiteX4" fmla="*/ 14219 w 28356"/>
                  <a:gd name="connsiteY4" fmla="*/ 125 h 28397"/>
                  <a:gd name="connsiteX5" fmla="*/ 4194 w 28356"/>
                  <a:gd name="connsiteY5" fmla="*/ 4284 h 28397"/>
                  <a:gd name="connsiteX6" fmla="*/ 41 w 28356"/>
                  <a:gd name="connsiteY6" fmla="*/ 14324 h 28397"/>
                  <a:gd name="connsiteX7" fmla="*/ 4194 w 28356"/>
                  <a:gd name="connsiteY7" fmla="*/ 24364 h 28397"/>
                  <a:gd name="connsiteX8" fmla="*/ 14219 w 28356"/>
                  <a:gd name="connsiteY8" fmla="*/ 285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23"/>
                    </a:moveTo>
                    <a:cubicBezTo>
                      <a:pt x="17979" y="28523"/>
                      <a:pt x="21586" y="27027"/>
                      <a:pt x="24245" y="24364"/>
                    </a:cubicBezTo>
                    <a:cubicBezTo>
                      <a:pt x="26904" y="21701"/>
                      <a:pt x="28398" y="18090"/>
                      <a:pt x="28398" y="14324"/>
                    </a:cubicBezTo>
                    <a:cubicBezTo>
                      <a:pt x="28398" y="10558"/>
                      <a:pt x="26904" y="6946"/>
                      <a:pt x="24245" y="4284"/>
                    </a:cubicBezTo>
                    <a:cubicBezTo>
                      <a:pt x="21586" y="1621"/>
                      <a:pt x="17979" y="125"/>
                      <a:pt x="14219" y="125"/>
                    </a:cubicBezTo>
                    <a:cubicBezTo>
                      <a:pt x="10459" y="125"/>
                      <a:pt x="6852" y="1621"/>
                      <a:pt x="4194" y="4284"/>
                    </a:cubicBezTo>
                    <a:cubicBezTo>
                      <a:pt x="1535" y="6946"/>
                      <a:pt x="41" y="10558"/>
                      <a:pt x="41" y="14324"/>
                    </a:cubicBezTo>
                    <a:cubicBezTo>
                      <a:pt x="41" y="18090"/>
                      <a:pt x="1535" y="21701"/>
                      <a:pt x="4194" y="24364"/>
                    </a:cubicBezTo>
                    <a:cubicBezTo>
                      <a:pt x="6852" y="27027"/>
                      <a:pt x="10459" y="28523"/>
                      <a:pt x="14219" y="285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4" name="Freeform: Shape 673">
                <a:extLst>
                  <a:ext uri="{FF2B5EF4-FFF2-40B4-BE49-F238E27FC236}">
                    <a16:creationId xmlns:a16="http://schemas.microsoft.com/office/drawing/2014/main" id="{43BD01E3-E729-6A06-2EB8-CACD168BE6E1}"/>
                  </a:ext>
                </a:extLst>
              </p:cNvPr>
              <p:cNvSpPr/>
              <p:nvPr/>
            </p:nvSpPr>
            <p:spPr>
              <a:xfrm>
                <a:off x="7984354" y="5003623"/>
                <a:ext cx="28356" cy="28397"/>
              </a:xfrm>
              <a:custGeom>
                <a:avLst/>
                <a:gdLst>
                  <a:gd name="connsiteX0" fmla="*/ 14219 w 28356"/>
                  <a:gd name="connsiteY0" fmla="*/ 28533 h 28397"/>
                  <a:gd name="connsiteX1" fmla="*/ 24244 w 28356"/>
                  <a:gd name="connsiteY1" fmla="*/ 24374 h 28397"/>
                  <a:gd name="connsiteX2" fmla="*/ 28397 w 28356"/>
                  <a:gd name="connsiteY2" fmla="*/ 14334 h 28397"/>
                  <a:gd name="connsiteX3" fmla="*/ 24244 w 28356"/>
                  <a:gd name="connsiteY3" fmla="*/ 4294 h 28397"/>
                  <a:gd name="connsiteX4" fmla="*/ 14219 w 28356"/>
                  <a:gd name="connsiteY4" fmla="*/ 135 h 28397"/>
                  <a:gd name="connsiteX5" fmla="*/ 4193 w 28356"/>
                  <a:gd name="connsiteY5" fmla="*/ 4294 h 28397"/>
                  <a:gd name="connsiteX6" fmla="*/ 40 w 28356"/>
                  <a:gd name="connsiteY6" fmla="*/ 14334 h 28397"/>
                  <a:gd name="connsiteX7" fmla="*/ 4193 w 28356"/>
                  <a:gd name="connsiteY7" fmla="*/ 24374 h 28397"/>
                  <a:gd name="connsiteX8" fmla="*/ 14219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9" y="28533"/>
                    </a:moveTo>
                    <a:cubicBezTo>
                      <a:pt x="17979" y="28533"/>
                      <a:pt x="21586" y="27037"/>
                      <a:pt x="24244" y="24374"/>
                    </a:cubicBezTo>
                    <a:cubicBezTo>
                      <a:pt x="26903" y="21711"/>
                      <a:pt x="28397" y="18100"/>
                      <a:pt x="28397" y="14334"/>
                    </a:cubicBezTo>
                    <a:cubicBezTo>
                      <a:pt x="28397" y="10568"/>
                      <a:pt x="26903" y="6956"/>
                      <a:pt x="24244" y="4294"/>
                    </a:cubicBezTo>
                    <a:cubicBezTo>
                      <a:pt x="21586" y="1631"/>
                      <a:pt x="17979" y="135"/>
                      <a:pt x="14219" y="135"/>
                    </a:cubicBezTo>
                    <a:cubicBezTo>
                      <a:pt x="10459" y="135"/>
                      <a:pt x="6852" y="1631"/>
                      <a:pt x="4193" y="4294"/>
                    </a:cubicBezTo>
                    <a:cubicBezTo>
                      <a:pt x="1534" y="6956"/>
                      <a:pt x="40" y="10568"/>
                      <a:pt x="40" y="14334"/>
                    </a:cubicBezTo>
                    <a:cubicBezTo>
                      <a:pt x="40" y="18100"/>
                      <a:pt x="1534" y="21711"/>
                      <a:pt x="4193" y="24374"/>
                    </a:cubicBezTo>
                    <a:cubicBezTo>
                      <a:pt x="6852" y="27037"/>
                      <a:pt x="10459" y="28533"/>
                      <a:pt x="14219"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5" name="Freeform: Shape 674">
                <a:extLst>
                  <a:ext uri="{FF2B5EF4-FFF2-40B4-BE49-F238E27FC236}">
                    <a16:creationId xmlns:a16="http://schemas.microsoft.com/office/drawing/2014/main" id="{39E92BC6-4066-6856-5791-1C7C7CC8E152}"/>
                  </a:ext>
                </a:extLst>
              </p:cNvPr>
              <p:cNvSpPr/>
              <p:nvPr/>
            </p:nvSpPr>
            <p:spPr>
              <a:xfrm>
                <a:off x="7976596" y="4983379"/>
                <a:ext cx="28356" cy="28397"/>
              </a:xfrm>
              <a:custGeom>
                <a:avLst/>
                <a:gdLst>
                  <a:gd name="connsiteX0" fmla="*/ 14218 w 28356"/>
                  <a:gd name="connsiteY0" fmla="*/ 28531 h 28397"/>
                  <a:gd name="connsiteX1" fmla="*/ 24244 w 28356"/>
                  <a:gd name="connsiteY1" fmla="*/ 24373 h 28397"/>
                  <a:gd name="connsiteX2" fmla="*/ 28396 w 28356"/>
                  <a:gd name="connsiteY2" fmla="*/ 14332 h 28397"/>
                  <a:gd name="connsiteX3" fmla="*/ 24244 w 28356"/>
                  <a:gd name="connsiteY3" fmla="*/ 4292 h 28397"/>
                  <a:gd name="connsiteX4" fmla="*/ 14218 w 28356"/>
                  <a:gd name="connsiteY4" fmla="*/ 133 h 28397"/>
                  <a:gd name="connsiteX5" fmla="*/ 4192 w 28356"/>
                  <a:gd name="connsiteY5" fmla="*/ 4292 h 28397"/>
                  <a:gd name="connsiteX6" fmla="*/ 40 w 28356"/>
                  <a:gd name="connsiteY6" fmla="*/ 14332 h 28397"/>
                  <a:gd name="connsiteX7" fmla="*/ 4192 w 28356"/>
                  <a:gd name="connsiteY7" fmla="*/ 24373 h 28397"/>
                  <a:gd name="connsiteX8" fmla="*/ 14218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8" y="28531"/>
                    </a:moveTo>
                    <a:cubicBezTo>
                      <a:pt x="17978" y="28531"/>
                      <a:pt x="21585" y="27035"/>
                      <a:pt x="24244" y="24373"/>
                    </a:cubicBezTo>
                    <a:cubicBezTo>
                      <a:pt x="26903" y="21710"/>
                      <a:pt x="28396" y="18098"/>
                      <a:pt x="28396" y="14332"/>
                    </a:cubicBezTo>
                    <a:cubicBezTo>
                      <a:pt x="28396" y="10567"/>
                      <a:pt x="26903" y="6955"/>
                      <a:pt x="24244" y="4292"/>
                    </a:cubicBezTo>
                    <a:cubicBezTo>
                      <a:pt x="21585" y="1629"/>
                      <a:pt x="17978" y="133"/>
                      <a:pt x="14218" y="133"/>
                    </a:cubicBezTo>
                    <a:cubicBezTo>
                      <a:pt x="10458" y="133"/>
                      <a:pt x="6851" y="1629"/>
                      <a:pt x="4192" y="4292"/>
                    </a:cubicBezTo>
                    <a:cubicBezTo>
                      <a:pt x="1534" y="6955"/>
                      <a:pt x="40" y="10567"/>
                      <a:pt x="40" y="14332"/>
                    </a:cubicBezTo>
                    <a:cubicBezTo>
                      <a:pt x="40" y="18098"/>
                      <a:pt x="1534" y="21710"/>
                      <a:pt x="4192" y="24373"/>
                    </a:cubicBezTo>
                    <a:cubicBezTo>
                      <a:pt x="6851" y="27035"/>
                      <a:pt x="10458" y="28531"/>
                      <a:pt x="14218"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6" name="Freeform: Shape 675">
                <a:extLst>
                  <a:ext uri="{FF2B5EF4-FFF2-40B4-BE49-F238E27FC236}">
                    <a16:creationId xmlns:a16="http://schemas.microsoft.com/office/drawing/2014/main" id="{DBFEB564-6909-5A9B-263F-4158DD5C077A}"/>
                  </a:ext>
                </a:extLst>
              </p:cNvPr>
              <p:cNvSpPr/>
              <p:nvPr/>
            </p:nvSpPr>
            <p:spPr>
              <a:xfrm>
                <a:off x="7968837" y="5011497"/>
                <a:ext cx="28356" cy="28397"/>
              </a:xfrm>
              <a:custGeom>
                <a:avLst/>
                <a:gdLst>
                  <a:gd name="connsiteX0" fmla="*/ 14217 w 28356"/>
                  <a:gd name="connsiteY0" fmla="*/ 28533 h 28397"/>
                  <a:gd name="connsiteX1" fmla="*/ 24243 w 28356"/>
                  <a:gd name="connsiteY1" fmla="*/ 24375 h 28397"/>
                  <a:gd name="connsiteX2" fmla="*/ 28396 w 28356"/>
                  <a:gd name="connsiteY2" fmla="*/ 14334 h 28397"/>
                  <a:gd name="connsiteX3" fmla="*/ 24243 w 28356"/>
                  <a:gd name="connsiteY3" fmla="*/ 4294 h 28397"/>
                  <a:gd name="connsiteX4" fmla="*/ 14217 w 28356"/>
                  <a:gd name="connsiteY4" fmla="*/ 136 h 28397"/>
                  <a:gd name="connsiteX5" fmla="*/ 4192 w 28356"/>
                  <a:gd name="connsiteY5" fmla="*/ 4294 h 28397"/>
                  <a:gd name="connsiteX6" fmla="*/ 39 w 28356"/>
                  <a:gd name="connsiteY6" fmla="*/ 14334 h 28397"/>
                  <a:gd name="connsiteX7" fmla="*/ 4192 w 28356"/>
                  <a:gd name="connsiteY7" fmla="*/ 24375 h 28397"/>
                  <a:gd name="connsiteX8" fmla="*/ 14217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33"/>
                    </a:moveTo>
                    <a:cubicBezTo>
                      <a:pt x="17978" y="28533"/>
                      <a:pt x="21584" y="27037"/>
                      <a:pt x="24243" y="24375"/>
                    </a:cubicBezTo>
                    <a:cubicBezTo>
                      <a:pt x="26902" y="21712"/>
                      <a:pt x="28396" y="18100"/>
                      <a:pt x="28396" y="14334"/>
                    </a:cubicBezTo>
                    <a:cubicBezTo>
                      <a:pt x="28396" y="10569"/>
                      <a:pt x="26902" y="6957"/>
                      <a:pt x="24243" y="4294"/>
                    </a:cubicBezTo>
                    <a:cubicBezTo>
                      <a:pt x="21584" y="1632"/>
                      <a:pt x="17978" y="136"/>
                      <a:pt x="14217" y="136"/>
                    </a:cubicBezTo>
                    <a:cubicBezTo>
                      <a:pt x="10457" y="136"/>
                      <a:pt x="6851" y="1632"/>
                      <a:pt x="4192" y="4294"/>
                    </a:cubicBezTo>
                    <a:cubicBezTo>
                      <a:pt x="1533" y="6957"/>
                      <a:pt x="39" y="10569"/>
                      <a:pt x="39" y="14334"/>
                    </a:cubicBezTo>
                    <a:cubicBezTo>
                      <a:pt x="39" y="18100"/>
                      <a:pt x="1533" y="21712"/>
                      <a:pt x="4192" y="24375"/>
                    </a:cubicBezTo>
                    <a:cubicBezTo>
                      <a:pt x="6851" y="27037"/>
                      <a:pt x="10457" y="28533"/>
                      <a:pt x="14217"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7" name="Freeform: Shape 676">
                <a:extLst>
                  <a:ext uri="{FF2B5EF4-FFF2-40B4-BE49-F238E27FC236}">
                    <a16:creationId xmlns:a16="http://schemas.microsoft.com/office/drawing/2014/main" id="{3A9C9EB5-4BBA-4A33-9FB5-A8F7B3D50DF4}"/>
                  </a:ext>
                </a:extLst>
              </p:cNvPr>
              <p:cNvSpPr/>
              <p:nvPr/>
            </p:nvSpPr>
            <p:spPr>
              <a:xfrm>
                <a:off x="7961079" y="4980077"/>
                <a:ext cx="28356" cy="28397"/>
              </a:xfrm>
              <a:custGeom>
                <a:avLst/>
                <a:gdLst>
                  <a:gd name="connsiteX0" fmla="*/ 14217 w 28356"/>
                  <a:gd name="connsiteY0" fmla="*/ 28531 h 28397"/>
                  <a:gd name="connsiteX1" fmla="*/ 24242 w 28356"/>
                  <a:gd name="connsiteY1" fmla="*/ 24372 h 28397"/>
                  <a:gd name="connsiteX2" fmla="*/ 28395 w 28356"/>
                  <a:gd name="connsiteY2" fmla="*/ 14332 h 28397"/>
                  <a:gd name="connsiteX3" fmla="*/ 24242 w 28356"/>
                  <a:gd name="connsiteY3" fmla="*/ 4292 h 28397"/>
                  <a:gd name="connsiteX4" fmla="*/ 14217 w 28356"/>
                  <a:gd name="connsiteY4" fmla="*/ 133 h 28397"/>
                  <a:gd name="connsiteX5" fmla="*/ 4191 w 28356"/>
                  <a:gd name="connsiteY5" fmla="*/ 4292 h 28397"/>
                  <a:gd name="connsiteX6" fmla="*/ 39 w 28356"/>
                  <a:gd name="connsiteY6" fmla="*/ 14332 h 28397"/>
                  <a:gd name="connsiteX7" fmla="*/ 4191 w 28356"/>
                  <a:gd name="connsiteY7" fmla="*/ 24372 h 28397"/>
                  <a:gd name="connsiteX8" fmla="*/ 14217 w 28356"/>
                  <a:gd name="connsiteY8" fmla="*/ 28531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7" y="28531"/>
                    </a:moveTo>
                    <a:cubicBezTo>
                      <a:pt x="17977" y="28531"/>
                      <a:pt x="21584" y="27035"/>
                      <a:pt x="24242" y="24372"/>
                    </a:cubicBezTo>
                    <a:cubicBezTo>
                      <a:pt x="26901" y="21710"/>
                      <a:pt x="28395" y="18098"/>
                      <a:pt x="28395" y="14332"/>
                    </a:cubicBezTo>
                    <a:cubicBezTo>
                      <a:pt x="28395" y="10566"/>
                      <a:pt x="26901" y="6954"/>
                      <a:pt x="24242" y="4292"/>
                    </a:cubicBezTo>
                    <a:cubicBezTo>
                      <a:pt x="21584" y="1629"/>
                      <a:pt x="17977" y="133"/>
                      <a:pt x="14217" y="133"/>
                    </a:cubicBezTo>
                    <a:cubicBezTo>
                      <a:pt x="10457" y="133"/>
                      <a:pt x="6850" y="1629"/>
                      <a:pt x="4191" y="4292"/>
                    </a:cubicBezTo>
                    <a:cubicBezTo>
                      <a:pt x="1532" y="6954"/>
                      <a:pt x="39" y="10566"/>
                      <a:pt x="39" y="14332"/>
                    </a:cubicBezTo>
                    <a:cubicBezTo>
                      <a:pt x="39" y="18098"/>
                      <a:pt x="1532" y="21710"/>
                      <a:pt x="4191" y="24372"/>
                    </a:cubicBezTo>
                    <a:cubicBezTo>
                      <a:pt x="6850" y="27035"/>
                      <a:pt x="10457" y="28531"/>
                      <a:pt x="14217" y="28531"/>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8" name="Freeform: Shape 677">
                <a:extLst>
                  <a:ext uri="{FF2B5EF4-FFF2-40B4-BE49-F238E27FC236}">
                    <a16:creationId xmlns:a16="http://schemas.microsoft.com/office/drawing/2014/main" id="{6A8EA6EA-0129-16E6-C5A4-C30BDE36D292}"/>
                  </a:ext>
                </a:extLst>
              </p:cNvPr>
              <p:cNvSpPr/>
              <p:nvPr/>
            </p:nvSpPr>
            <p:spPr>
              <a:xfrm>
                <a:off x="7953321" y="4955375"/>
                <a:ext cx="28356" cy="28397"/>
              </a:xfrm>
              <a:custGeom>
                <a:avLst/>
                <a:gdLst>
                  <a:gd name="connsiteX0" fmla="*/ 14216 w 28356"/>
                  <a:gd name="connsiteY0" fmla="*/ 28529 h 28397"/>
                  <a:gd name="connsiteX1" fmla="*/ 24242 w 28356"/>
                  <a:gd name="connsiteY1" fmla="*/ 24370 h 28397"/>
                  <a:gd name="connsiteX2" fmla="*/ 28395 w 28356"/>
                  <a:gd name="connsiteY2" fmla="*/ 14330 h 28397"/>
                  <a:gd name="connsiteX3" fmla="*/ 24242 w 28356"/>
                  <a:gd name="connsiteY3" fmla="*/ 4290 h 28397"/>
                  <a:gd name="connsiteX4" fmla="*/ 14216 w 28356"/>
                  <a:gd name="connsiteY4" fmla="*/ 131 h 28397"/>
                  <a:gd name="connsiteX5" fmla="*/ 4191 w 28356"/>
                  <a:gd name="connsiteY5" fmla="*/ 4290 h 28397"/>
                  <a:gd name="connsiteX6" fmla="*/ 38 w 28356"/>
                  <a:gd name="connsiteY6" fmla="*/ 14330 h 28397"/>
                  <a:gd name="connsiteX7" fmla="*/ 4191 w 28356"/>
                  <a:gd name="connsiteY7" fmla="*/ 24370 h 28397"/>
                  <a:gd name="connsiteX8" fmla="*/ 14216 w 28356"/>
                  <a:gd name="connsiteY8" fmla="*/ 28529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29"/>
                    </a:moveTo>
                    <a:cubicBezTo>
                      <a:pt x="17976" y="28529"/>
                      <a:pt x="21583" y="27033"/>
                      <a:pt x="24242" y="24370"/>
                    </a:cubicBezTo>
                    <a:cubicBezTo>
                      <a:pt x="26901" y="21708"/>
                      <a:pt x="28395" y="18096"/>
                      <a:pt x="28395" y="14330"/>
                    </a:cubicBezTo>
                    <a:cubicBezTo>
                      <a:pt x="28395" y="10564"/>
                      <a:pt x="26901" y="6953"/>
                      <a:pt x="24242" y="4290"/>
                    </a:cubicBezTo>
                    <a:cubicBezTo>
                      <a:pt x="21583" y="1627"/>
                      <a:pt x="17976" y="131"/>
                      <a:pt x="14216" y="131"/>
                    </a:cubicBezTo>
                    <a:cubicBezTo>
                      <a:pt x="10456" y="131"/>
                      <a:pt x="6849" y="1627"/>
                      <a:pt x="4191" y="4290"/>
                    </a:cubicBezTo>
                    <a:cubicBezTo>
                      <a:pt x="1532" y="6953"/>
                      <a:pt x="38" y="10564"/>
                      <a:pt x="38" y="14330"/>
                    </a:cubicBezTo>
                    <a:cubicBezTo>
                      <a:pt x="38" y="18096"/>
                      <a:pt x="1532" y="21708"/>
                      <a:pt x="4191" y="24370"/>
                    </a:cubicBezTo>
                    <a:cubicBezTo>
                      <a:pt x="6849" y="27033"/>
                      <a:pt x="10456" y="28529"/>
                      <a:pt x="14216" y="28529"/>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79" name="Freeform: Shape 678">
                <a:extLst>
                  <a:ext uri="{FF2B5EF4-FFF2-40B4-BE49-F238E27FC236}">
                    <a16:creationId xmlns:a16="http://schemas.microsoft.com/office/drawing/2014/main" id="{207E404B-DDC9-CAC8-2593-394887AE3B53}"/>
                  </a:ext>
                </a:extLst>
              </p:cNvPr>
              <p:cNvSpPr/>
              <p:nvPr/>
            </p:nvSpPr>
            <p:spPr>
              <a:xfrm>
                <a:off x="7945563" y="5000359"/>
                <a:ext cx="28356" cy="28397"/>
              </a:xfrm>
              <a:custGeom>
                <a:avLst/>
                <a:gdLst>
                  <a:gd name="connsiteX0" fmla="*/ 14216 w 28356"/>
                  <a:gd name="connsiteY0" fmla="*/ 28533 h 28397"/>
                  <a:gd name="connsiteX1" fmla="*/ 24241 w 28356"/>
                  <a:gd name="connsiteY1" fmla="*/ 24374 h 28397"/>
                  <a:gd name="connsiteX2" fmla="*/ 28394 w 28356"/>
                  <a:gd name="connsiteY2" fmla="*/ 14334 h 28397"/>
                  <a:gd name="connsiteX3" fmla="*/ 24241 w 28356"/>
                  <a:gd name="connsiteY3" fmla="*/ 4293 h 28397"/>
                  <a:gd name="connsiteX4" fmla="*/ 14216 w 28356"/>
                  <a:gd name="connsiteY4" fmla="*/ 135 h 28397"/>
                  <a:gd name="connsiteX5" fmla="*/ 4190 w 28356"/>
                  <a:gd name="connsiteY5" fmla="*/ 4293 h 28397"/>
                  <a:gd name="connsiteX6" fmla="*/ 37 w 28356"/>
                  <a:gd name="connsiteY6" fmla="*/ 14334 h 28397"/>
                  <a:gd name="connsiteX7" fmla="*/ 4190 w 28356"/>
                  <a:gd name="connsiteY7" fmla="*/ 24374 h 28397"/>
                  <a:gd name="connsiteX8" fmla="*/ 14216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6" y="28533"/>
                    </a:moveTo>
                    <a:cubicBezTo>
                      <a:pt x="17976" y="28533"/>
                      <a:pt x="21582" y="27037"/>
                      <a:pt x="24241" y="24374"/>
                    </a:cubicBezTo>
                    <a:cubicBezTo>
                      <a:pt x="26900" y="21711"/>
                      <a:pt x="28394" y="18099"/>
                      <a:pt x="28394" y="14334"/>
                    </a:cubicBezTo>
                    <a:cubicBezTo>
                      <a:pt x="28394" y="10568"/>
                      <a:pt x="26900" y="6956"/>
                      <a:pt x="24241" y="4293"/>
                    </a:cubicBezTo>
                    <a:cubicBezTo>
                      <a:pt x="21582" y="1631"/>
                      <a:pt x="17976" y="135"/>
                      <a:pt x="14216" y="135"/>
                    </a:cubicBezTo>
                    <a:cubicBezTo>
                      <a:pt x="10455" y="135"/>
                      <a:pt x="6849" y="1631"/>
                      <a:pt x="4190" y="4293"/>
                    </a:cubicBezTo>
                    <a:cubicBezTo>
                      <a:pt x="1531" y="6956"/>
                      <a:pt x="37" y="10568"/>
                      <a:pt x="37" y="14334"/>
                    </a:cubicBezTo>
                    <a:cubicBezTo>
                      <a:pt x="37" y="18099"/>
                      <a:pt x="1531" y="21711"/>
                      <a:pt x="4190" y="24374"/>
                    </a:cubicBezTo>
                    <a:cubicBezTo>
                      <a:pt x="6849" y="27037"/>
                      <a:pt x="10455" y="28533"/>
                      <a:pt x="14216"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0" name="Freeform: Shape 679">
                <a:extLst>
                  <a:ext uri="{FF2B5EF4-FFF2-40B4-BE49-F238E27FC236}">
                    <a16:creationId xmlns:a16="http://schemas.microsoft.com/office/drawing/2014/main" id="{71D26572-00E6-FC64-61D8-E47E9808187D}"/>
                  </a:ext>
                </a:extLst>
              </p:cNvPr>
              <p:cNvSpPr/>
              <p:nvPr/>
            </p:nvSpPr>
            <p:spPr>
              <a:xfrm>
                <a:off x="7937804" y="4940123"/>
                <a:ext cx="28356" cy="28397"/>
              </a:xfrm>
              <a:custGeom>
                <a:avLst/>
                <a:gdLst>
                  <a:gd name="connsiteX0" fmla="*/ 14215 w 28356"/>
                  <a:gd name="connsiteY0" fmla="*/ 28528 h 28397"/>
                  <a:gd name="connsiteX1" fmla="*/ 24241 w 28356"/>
                  <a:gd name="connsiteY1" fmla="*/ 24369 h 28397"/>
                  <a:gd name="connsiteX2" fmla="*/ 28393 w 28356"/>
                  <a:gd name="connsiteY2" fmla="*/ 14329 h 28397"/>
                  <a:gd name="connsiteX3" fmla="*/ 24241 w 28356"/>
                  <a:gd name="connsiteY3" fmla="*/ 4289 h 28397"/>
                  <a:gd name="connsiteX4" fmla="*/ 14215 w 28356"/>
                  <a:gd name="connsiteY4" fmla="*/ 130 h 28397"/>
                  <a:gd name="connsiteX5" fmla="*/ 4189 w 28356"/>
                  <a:gd name="connsiteY5" fmla="*/ 4289 h 28397"/>
                  <a:gd name="connsiteX6" fmla="*/ 37 w 28356"/>
                  <a:gd name="connsiteY6" fmla="*/ 14329 h 28397"/>
                  <a:gd name="connsiteX7" fmla="*/ 4189 w 28356"/>
                  <a:gd name="connsiteY7" fmla="*/ 24369 h 28397"/>
                  <a:gd name="connsiteX8" fmla="*/ 14215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5" y="28528"/>
                    </a:moveTo>
                    <a:cubicBezTo>
                      <a:pt x="17975" y="28528"/>
                      <a:pt x="21582" y="27032"/>
                      <a:pt x="24241" y="24369"/>
                    </a:cubicBezTo>
                    <a:cubicBezTo>
                      <a:pt x="26899" y="21706"/>
                      <a:pt x="28393" y="18095"/>
                      <a:pt x="28393" y="14329"/>
                    </a:cubicBezTo>
                    <a:cubicBezTo>
                      <a:pt x="28393" y="10563"/>
                      <a:pt x="26899" y="6951"/>
                      <a:pt x="24241" y="4289"/>
                    </a:cubicBezTo>
                    <a:cubicBezTo>
                      <a:pt x="21582" y="1626"/>
                      <a:pt x="17975" y="130"/>
                      <a:pt x="14215" y="130"/>
                    </a:cubicBezTo>
                    <a:cubicBezTo>
                      <a:pt x="10455" y="130"/>
                      <a:pt x="6848" y="1626"/>
                      <a:pt x="4189" y="4289"/>
                    </a:cubicBezTo>
                    <a:cubicBezTo>
                      <a:pt x="1531" y="6951"/>
                      <a:pt x="37" y="10563"/>
                      <a:pt x="37" y="14329"/>
                    </a:cubicBezTo>
                    <a:cubicBezTo>
                      <a:pt x="37" y="18095"/>
                      <a:pt x="1531" y="21706"/>
                      <a:pt x="4189" y="24369"/>
                    </a:cubicBezTo>
                    <a:cubicBezTo>
                      <a:pt x="6848" y="27032"/>
                      <a:pt x="10455" y="28528"/>
                      <a:pt x="14215"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1" name="Freeform: Shape 680">
                <a:extLst>
                  <a:ext uri="{FF2B5EF4-FFF2-40B4-BE49-F238E27FC236}">
                    <a16:creationId xmlns:a16="http://schemas.microsoft.com/office/drawing/2014/main" id="{469C9034-DF34-5F95-7C1C-34A23DF61056}"/>
                  </a:ext>
                </a:extLst>
              </p:cNvPr>
              <p:cNvSpPr/>
              <p:nvPr/>
            </p:nvSpPr>
            <p:spPr>
              <a:xfrm>
                <a:off x="7930046" y="4998936"/>
                <a:ext cx="28356" cy="28397"/>
              </a:xfrm>
              <a:custGeom>
                <a:avLst/>
                <a:gdLst>
                  <a:gd name="connsiteX0" fmla="*/ 14214 w 28356"/>
                  <a:gd name="connsiteY0" fmla="*/ 28532 h 28397"/>
                  <a:gd name="connsiteX1" fmla="*/ 24240 w 28356"/>
                  <a:gd name="connsiteY1" fmla="*/ 24374 h 28397"/>
                  <a:gd name="connsiteX2" fmla="*/ 28393 w 28356"/>
                  <a:gd name="connsiteY2" fmla="*/ 14334 h 28397"/>
                  <a:gd name="connsiteX3" fmla="*/ 24240 w 28356"/>
                  <a:gd name="connsiteY3" fmla="*/ 4293 h 28397"/>
                  <a:gd name="connsiteX4" fmla="*/ 14214 w 28356"/>
                  <a:gd name="connsiteY4" fmla="*/ 135 h 28397"/>
                  <a:gd name="connsiteX5" fmla="*/ 4189 w 28356"/>
                  <a:gd name="connsiteY5" fmla="*/ 4293 h 28397"/>
                  <a:gd name="connsiteX6" fmla="*/ 36 w 28356"/>
                  <a:gd name="connsiteY6" fmla="*/ 14334 h 28397"/>
                  <a:gd name="connsiteX7" fmla="*/ 4189 w 28356"/>
                  <a:gd name="connsiteY7" fmla="*/ 24374 h 28397"/>
                  <a:gd name="connsiteX8" fmla="*/ 1421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32"/>
                    </a:moveTo>
                    <a:cubicBezTo>
                      <a:pt x="17975" y="28532"/>
                      <a:pt x="21581" y="27036"/>
                      <a:pt x="24240" y="24374"/>
                    </a:cubicBezTo>
                    <a:cubicBezTo>
                      <a:pt x="26899" y="21711"/>
                      <a:pt x="28393" y="18099"/>
                      <a:pt x="28393" y="14334"/>
                    </a:cubicBezTo>
                    <a:cubicBezTo>
                      <a:pt x="28393" y="10568"/>
                      <a:pt x="26899" y="6956"/>
                      <a:pt x="24240" y="4293"/>
                    </a:cubicBezTo>
                    <a:cubicBezTo>
                      <a:pt x="21581" y="1631"/>
                      <a:pt x="17975" y="135"/>
                      <a:pt x="14214" y="135"/>
                    </a:cubicBezTo>
                    <a:cubicBezTo>
                      <a:pt x="10454" y="135"/>
                      <a:pt x="6848" y="1631"/>
                      <a:pt x="4189" y="4293"/>
                    </a:cubicBezTo>
                    <a:cubicBezTo>
                      <a:pt x="1530" y="6956"/>
                      <a:pt x="36" y="10568"/>
                      <a:pt x="36" y="14334"/>
                    </a:cubicBezTo>
                    <a:cubicBezTo>
                      <a:pt x="36" y="18099"/>
                      <a:pt x="1530" y="21711"/>
                      <a:pt x="4189" y="24374"/>
                    </a:cubicBezTo>
                    <a:cubicBezTo>
                      <a:pt x="6848" y="27036"/>
                      <a:pt x="10454" y="28532"/>
                      <a:pt x="14214"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2" name="Freeform: Shape 681">
                <a:extLst>
                  <a:ext uri="{FF2B5EF4-FFF2-40B4-BE49-F238E27FC236}">
                    <a16:creationId xmlns:a16="http://schemas.microsoft.com/office/drawing/2014/main" id="{59A35235-8A09-54C5-8701-604904F30DA8}"/>
                  </a:ext>
                </a:extLst>
              </p:cNvPr>
              <p:cNvSpPr/>
              <p:nvPr/>
            </p:nvSpPr>
            <p:spPr>
              <a:xfrm>
                <a:off x="7922287" y="4987760"/>
                <a:ext cx="28356" cy="28397"/>
              </a:xfrm>
              <a:custGeom>
                <a:avLst/>
                <a:gdLst>
                  <a:gd name="connsiteX0" fmla="*/ 14214 w 28356"/>
                  <a:gd name="connsiteY0" fmla="*/ 28532 h 28397"/>
                  <a:gd name="connsiteX1" fmla="*/ 24239 w 28356"/>
                  <a:gd name="connsiteY1" fmla="*/ 24373 h 28397"/>
                  <a:gd name="connsiteX2" fmla="*/ 28392 w 28356"/>
                  <a:gd name="connsiteY2" fmla="*/ 14333 h 28397"/>
                  <a:gd name="connsiteX3" fmla="*/ 24239 w 28356"/>
                  <a:gd name="connsiteY3" fmla="*/ 4292 h 28397"/>
                  <a:gd name="connsiteX4" fmla="*/ 14214 w 28356"/>
                  <a:gd name="connsiteY4" fmla="*/ 134 h 28397"/>
                  <a:gd name="connsiteX5" fmla="*/ 4188 w 28356"/>
                  <a:gd name="connsiteY5" fmla="*/ 4292 h 28397"/>
                  <a:gd name="connsiteX6" fmla="*/ 35 w 28356"/>
                  <a:gd name="connsiteY6" fmla="*/ 14333 h 28397"/>
                  <a:gd name="connsiteX7" fmla="*/ 4188 w 28356"/>
                  <a:gd name="connsiteY7" fmla="*/ 24373 h 28397"/>
                  <a:gd name="connsiteX8" fmla="*/ 14214 w 28356"/>
                  <a:gd name="connsiteY8" fmla="*/ 28532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4" y="28532"/>
                    </a:moveTo>
                    <a:cubicBezTo>
                      <a:pt x="17974" y="28532"/>
                      <a:pt x="21581" y="27036"/>
                      <a:pt x="24239" y="24373"/>
                    </a:cubicBezTo>
                    <a:cubicBezTo>
                      <a:pt x="26898" y="21710"/>
                      <a:pt x="28392" y="18098"/>
                      <a:pt x="28392" y="14333"/>
                    </a:cubicBezTo>
                    <a:cubicBezTo>
                      <a:pt x="28392" y="10567"/>
                      <a:pt x="26898" y="6955"/>
                      <a:pt x="24239" y="4292"/>
                    </a:cubicBezTo>
                    <a:cubicBezTo>
                      <a:pt x="21581" y="1630"/>
                      <a:pt x="17974" y="134"/>
                      <a:pt x="14214" y="134"/>
                    </a:cubicBezTo>
                    <a:cubicBezTo>
                      <a:pt x="10454" y="134"/>
                      <a:pt x="6847" y="1630"/>
                      <a:pt x="4188" y="4292"/>
                    </a:cubicBezTo>
                    <a:cubicBezTo>
                      <a:pt x="1529" y="6955"/>
                      <a:pt x="35" y="10567"/>
                      <a:pt x="35" y="14333"/>
                    </a:cubicBezTo>
                    <a:cubicBezTo>
                      <a:pt x="35" y="18098"/>
                      <a:pt x="1529" y="21710"/>
                      <a:pt x="4188" y="24373"/>
                    </a:cubicBezTo>
                    <a:cubicBezTo>
                      <a:pt x="6847" y="27036"/>
                      <a:pt x="10454" y="28532"/>
                      <a:pt x="14214" y="28532"/>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3" name="Freeform: Shape 682">
                <a:extLst>
                  <a:ext uri="{FF2B5EF4-FFF2-40B4-BE49-F238E27FC236}">
                    <a16:creationId xmlns:a16="http://schemas.microsoft.com/office/drawing/2014/main" id="{E0EC84A5-74AD-B68F-371E-6791970A6057}"/>
                  </a:ext>
                </a:extLst>
              </p:cNvPr>
              <p:cNvSpPr/>
              <p:nvPr/>
            </p:nvSpPr>
            <p:spPr>
              <a:xfrm>
                <a:off x="7914528" y="5013122"/>
                <a:ext cx="28356" cy="28397"/>
              </a:xfrm>
              <a:custGeom>
                <a:avLst/>
                <a:gdLst>
                  <a:gd name="connsiteX0" fmla="*/ 14213 w 28356"/>
                  <a:gd name="connsiteY0" fmla="*/ 28534 h 28397"/>
                  <a:gd name="connsiteX1" fmla="*/ 24239 w 28356"/>
                  <a:gd name="connsiteY1" fmla="*/ 24375 h 28397"/>
                  <a:gd name="connsiteX2" fmla="*/ 28392 w 28356"/>
                  <a:gd name="connsiteY2" fmla="*/ 14335 h 28397"/>
                  <a:gd name="connsiteX3" fmla="*/ 24239 w 28356"/>
                  <a:gd name="connsiteY3" fmla="*/ 4294 h 28397"/>
                  <a:gd name="connsiteX4" fmla="*/ 14213 w 28356"/>
                  <a:gd name="connsiteY4" fmla="*/ 136 h 28397"/>
                  <a:gd name="connsiteX5" fmla="*/ 4188 w 28356"/>
                  <a:gd name="connsiteY5" fmla="*/ 4294 h 28397"/>
                  <a:gd name="connsiteX6" fmla="*/ 35 w 28356"/>
                  <a:gd name="connsiteY6" fmla="*/ 14335 h 28397"/>
                  <a:gd name="connsiteX7" fmla="*/ 4188 w 28356"/>
                  <a:gd name="connsiteY7" fmla="*/ 24375 h 28397"/>
                  <a:gd name="connsiteX8" fmla="*/ 14213 w 28356"/>
                  <a:gd name="connsiteY8" fmla="*/ 28534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34"/>
                    </a:moveTo>
                    <a:cubicBezTo>
                      <a:pt x="17973" y="28534"/>
                      <a:pt x="21580" y="27038"/>
                      <a:pt x="24239" y="24375"/>
                    </a:cubicBezTo>
                    <a:cubicBezTo>
                      <a:pt x="26898" y="21712"/>
                      <a:pt x="28392" y="18100"/>
                      <a:pt x="28392" y="14335"/>
                    </a:cubicBezTo>
                    <a:cubicBezTo>
                      <a:pt x="28392" y="10569"/>
                      <a:pt x="26898" y="6957"/>
                      <a:pt x="24239" y="4294"/>
                    </a:cubicBezTo>
                    <a:cubicBezTo>
                      <a:pt x="21580" y="1632"/>
                      <a:pt x="17973" y="136"/>
                      <a:pt x="14213" y="136"/>
                    </a:cubicBezTo>
                    <a:cubicBezTo>
                      <a:pt x="10453" y="136"/>
                      <a:pt x="6846" y="1632"/>
                      <a:pt x="4188" y="4294"/>
                    </a:cubicBezTo>
                    <a:cubicBezTo>
                      <a:pt x="1529" y="6957"/>
                      <a:pt x="35" y="10569"/>
                      <a:pt x="35" y="14335"/>
                    </a:cubicBezTo>
                    <a:cubicBezTo>
                      <a:pt x="35" y="18100"/>
                      <a:pt x="1529" y="21712"/>
                      <a:pt x="4188" y="24375"/>
                    </a:cubicBezTo>
                    <a:cubicBezTo>
                      <a:pt x="6846" y="27038"/>
                      <a:pt x="10453" y="28534"/>
                      <a:pt x="14213" y="28534"/>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4" name="Freeform: Shape 683">
                <a:extLst>
                  <a:ext uri="{FF2B5EF4-FFF2-40B4-BE49-F238E27FC236}">
                    <a16:creationId xmlns:a16="http://schemas.microsoft.com/office/drawing/2014/main" id="{36FB2559-F6E7-816B-E9B0-730C60C43A54}"/>
                  </a:ext>
                </a:extLst>
              </p:cNvPr>
              <p:cNvSpPr/>
              <p:nvPr/>
            </p:nvSpPr>
            <p:spPr>
              <a:xfrm>
                <a:off x="7906770" y="4916196"/>
                <a:ext cx="28356" cy="28397"/>
              </a:xfrm>
              <a:custGeom>
                <a:avLst/>
                <a:gdLst>
                  <a:gd name="connsiteX0" fmla="*/ 14213 w 28356"/>
                  <a:gd name="connsiteY0" fmla="*/ 28526 h 28397"/>
                  <a:gd name="connsiteX1" fmla="*/ 24238 w 28356"/>
                  <a:gd name="connsiteY1" fmla="*/ 24367 h 28397"/>
                  <a:gd name="connsiteX2" fmla="*/ 28391 w 28356"/>
                  <a:gd name="connsiteY2" fmla="*/ 14327 h 28397"/>
                  <a:gd name="connsiteX3" fmla="*/ 24238 w 28356"/>
                  <a:gd name="connsiteY3" fmla="*/ 4287 h 28397"/>
                  <a:gd name="connsiteX4" fmla="*/ 14213 w 28356"/>
                  <a:gd name="connsiteY4" fmla="*/ 128 h 28397"/>
                  <a:gd name="connsiteX5" fmla="*/ 4187 w 28356"/>
                  <a:gd name="connsiteY5" fmla="*/ 4287 h 28397"/>
                  <a:gd name="connsiteX6" fmla="*/ 34 w 28356"/>
                  <a:gd name="connsiteY6" fmla="*/ 14327 h 28397"/>
                  <a:gd name="connsiteX7" fmla="*/ 4187 w 28356"/>
                  <a:gd name="connsiteY7" fmla="*/ 24367 h 28397"/>
                  <a:gd name="connsiteX8" fmla="*/ 14213 w 28356"/>
                  <a:gd name="connsiteY8" fmla="*/ 28526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3" y="28526"/>
                    </a:moveTo>
                    <a:cubicBezTo>
                      <a:pt x="17973" y="28526"/>
                      <a:pt x="21579" y="27030"/>
                      <a:pt x="24238" y="24367"/>
                    </a:cubicBezTo>
                    <a:cubicBezTo>
                      <a:pt x="26897" y="21705"/>
                      <a:pt x="28391" y="18093"/>
                      <a:pt x="28391" y="14327"/>
                    </a:cubicBezTo>
                    <a:cubicBezTo>
                      <a:pt x="28391" y="10561"/>
                      <a:pt x="26897" y="6949"/>
                      <a:pt x="24238" y="4287"/>
                    </a:cubicBezTo>
                    <a:cubicBezTo>
                      <a:pt x="21579" y="1624"/>
                      <a:pt x="17973" y="128"/>
                      <a:pt x="14213" y="128"/>
                    </a:cubicBezTo>
                    <a:cubicBezTo>
                      <a:pt x="10452" y="128"/>
                      <a:pt x="6846" y="1624"/>
                      <a:pt x="4187" y="4287"/>
                    </a:cubicBezTo>
                    <a:cubicBezTo>
                      <a:pt x="1528" y="6949"/>
                      <a:pt x="34" y="10561"/>
                      <a:pt x="34" y="14327"/>
                    </a:cubicBezTo>
                    <a:cubicBezTo>
                      <a:pt x="34" y="18093"/>
                      <a:pt x="1528" y="21705"/>
                      <a:pt x="4187" y="24367"/>
                    </a:cubicBezTo>
                    <a:cubicBezTo>
                      <a:pt x="6846" y="27030"/>
                      <a:pt x="10452" y="28526"/>
                      <a:pt x="14213" y="28526"/>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5" name="Freeform: Shape 684">
                <a:extLst>
                  <a:ext uri="{FF2B5EF4-FFF2-40B4-BE49-F238E27FC236}">
                    <a16:creationId xmlns:a16="http://schemas.microsoft.com/office/drawing/2014/main" id="{D69F8594-9B0D-D252-8DBC-D1278FE40055}"/>
                  </a:ext>
                </a:extLst>
              </p:cNvPr>
              <p:cNvSpPr/>
              <p:nvPr/>
            </p:nvSpPr>
            <p:spPr>
              <a:xfrm>
                <a:off x="7899013" y="4939069"/>
                <a:ext cx="28356" cy="28397"/>
              </a:xfrm>
              <a:custGeom>
                <a:avLst/>
                <a:gdLst>
                  <a:gd name="connsiteX0" fmla="*/ 14212 w 28356"/>
                  <a:gd name="connsiteY0" fmla="*/ 28528 h 28397"/>
                  <a:gd name="connsiteX1" fmla="*/ 24238 w 28356"/>
                  <a:gd name="connsiteY1" fmla="*/ 24369 h 28397"/>
                  <a:gd name="connsiteX2" fmla="*/ 28390 w 28356"/>
                  <a:gd name="connsiteY2" fmla="*/ 14329 h 28397"/>
                  <a:gd name="connsiteX3" fmla="*/ 24238 w 28356"/>
                  <a:gd name="connsiteY3" fmla="*/ 4289 h 28397"/>
                  <a:gd name="connsiteX4" fmla="*/ 14212 w 28356"/>
                  <a:gd name="connsiteY4" fmla="*/ 130 h 28397"/>
                  <a:gd name="connsiteX5" fmla="*/ 4186 w 28356"/>
                  <a:gd name="connsiteY5" fmla="*/ 4289 h 28397"/>
                  <a:gd name="connsiteX6" fmla="*/ 34 w 28356"/>
                  <a:gd name="connsiteY6" fmla="*/ 14329 h 28397"/>
                  <a:gd name="connsiteX7" fmla="*/ 4186 w 28356"/>
                  <a:gd name="connsiteY7" fmla="*/ 24369 h 28397"/>
                  <a:gd name="connsiteX8" fmla="*/ 14212 w 28356"/>
                  <a:gd name="connsiteY8" fmla="*/ 2852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2" y="28528"/>
                    </a:moveTo>
                    <a:cubicBezTo>
                      <a:pt x="17972" y="28528"/>
                      <a:pt x="21579" y="27032"/>
                      <a:pt x="24238" y="24369"/>
                    </a:cubicBezTo>
                    <a:cubicBezTo>
                      <a:pt x="26896" y="21706"/>
                      <a:pt x="28390" y="18094"/>
                      <a:pt x="28390" y="14329"/>
                    </a:cubicBezTo>
                    <a:cubicBezTo>
                      <a:pt x="28390" y="10563"/>
                      <a:pt x="26896" y="6951"/>
                      <a:pt x="24238" y="4289"/>
                    </a:cubicBezTo>
                    <a:cubicBezTo>
                      <a:pt x="21579" y="1626"/>
                      <a:pt x="17972" y="130"/>
                      <a:pt x="14212" y="130"/>
                    </a:cubicBezTo>
                    <a:cubicBezTo>
                      <a:pt x="10452" y="130"/>
                      <a:pt x="6845" y="1626"/>
                      <a:pt x="4186" y="4289"/>
                    </a:cubicBezTo>
                    <a:cubicBezTo>
                      <a:pt x="1528" y="6951"/>
                      <a:pt x="34" y="10563"/>
                      <a:pt x="34" y="14329"/>
                    </a:cubicBezTo>
                    <a:cubicBezTo>
                      <a:pt x="34" y="18094"/>
                      <a:pt x="1528" y="21706"/>
                      <a:pt x="4186" y="24369"/>
                    </a:cubicBezTo>
                    <a:cubicBezTo>
                      <a:pt x="6845" y="27032"/>
                      <a:pt x="10452" y="28528"/>
                      <a:pt x="14212" y="28528"/>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686" name="Freeform: Shape 685">
                <a:extLst>
                  <a:ext uri="{FF2B5EF4-FFF2-40B4-BE49-F238E27FC236}">
                    <a16:creationId xmlns:a16="http://schemas.microsoft.com/office/drawing/2014/main" id="{141D41EF-5060-1A7E-E090-CA1971A2A45B}"/>
                  </a:ext>
                </a:extLst>
              </p:cNvPr>
              <p:cNvSpPr/>
              <p:nvPr/>
            </p:nvSpPr>
            <p:spPr>
              <a:xfrm>
                <a:off x="7891254" y="5008461"/>
                <a:ext cx="28356" cy="28397"/>
              </a:xfrm>
              <a:custGeom>
                <a:avLst/>
                <a:gdLst>
                  <a:gd name="connsiteX0" fmla="*/ 14211 w 28356"/>
                  <a:gd name="connsiteY0" fmla="*/ 28533 h 28397"/>
                  <a:gd name="connsiteX1" fmla="*/ 24237 w 28356"/>
                  <a:gd name="connsiteY1" fmla="*/ 24374 h 28397"/>
                  <a:gd name="connsiteX2" fmla="*/ 28390 w 28356"/>
                  <a:gd name="connsiteY2" fmla="*/ 14334 h 28397"/>
                  <a:gd name="connsiteX3" fmla="*/ 24237 w 28356"/>
                  <a:gd name="connsiteY3" fmla="*/ 4294 h 28397"/>
                  <a:gd name="connsiteX4" fmla="*/ 14211 w 28356"/>
                  <a:gd name="connsiteY4" fmla="*/ 135 h 28397"/>
                  <a:gd name="connsiteX5" fmla="*/ 4186 w 28356"/>
                  <a:gd name="connsiteY5" fmla="*/ 4294 h 28397"/>
                  <a:gd name="connsiteX6" fmla="*/ 33 w 28356"/>
                  <a:gd name="connsiteY6" fmla="*/ 14334 h 28397"/>
                  <a:gd name="connsiteX7" fmla="*/ 4186 w 28356"/>
                  <a:gd name="connsiteY7" fmla="*/ 24374 h 28397"/>
                  <a:gd name="connsiteX8" fmla="*/ 14211 w 28356"/>
                  <a:gd name="connsiteY8" fmla="*/ 2853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11" y="28533"/>
                    </a:moveTo>
                    <a:cubicBezTo>
                      <a:pt x="17972" y="28533"/>
                      <a:pt x="21578" y="27037"/>
                      <a:pt x="24237" y="24374"/>
                    </a:cubicBezTo>
                    <a:cubicBezTo>
                      <a:pt x="26896" y="21712"/>
                      <a:pt x="28390" y="18100"/>
                      <a:pt x="28390" y="14334"/>
                    </a:cubicBezTo>
                    <a:cubicBezTo>
                      <a:pt x="28390" y="10569"/>
                      <a:pt x="26896" y="6957"/>
                      <a:pt x="24237" y="4294"/>
                    </a:cubicBezTo>
                    <a:cubicBezTo>
                      <a:pt x="21578" y="1631"/>
                      <a:pt x="17972" y="135"/>
                      <a:pt x="14211" y="135"/>
                    </a:cubicBezTo>
                    <a:cubicBezTo>
                      <a:pt x="10451" y="135"/>
                      <a:pt x="6845" y="1631"/>
                      <a:pt x="4186" y="4294"/>
                    </a:cubicBezTo>
                    <a:cubicBezTo>
                      <a:pt x="1527" y="6957"/>
                      <a:pt x="33" y="10569"/>
                      <a:pt x="33" y="14334"/>
                    </a:cubicBezTo>
                    <a:cubicBezTo>
                      <a:pt x="33" y="18100"/>
                      <a:pt x="1527" y="21712"/>
                      <a:pt x="4186" y="24374"/>
                    </a:cubicBezTo>
                    <a:cubicBezTo>
                      <a:pt x="6845" y="27037"/>
                      <a:pt x="10451" y="28533"/>
                      <a:pt x="14211" y="28533"/>
                    </a:cubicBezTo>
                    <a:close/>
                  </a:path>
                </a:pathLst>
              </a:custGeom>
              <a:solidFill>
                <a:srgbClr val="FEB24C"/>
              </a:solidFill>
              <a:ln w="12682" cap="flat">
                <a:solidFill>
                  <a:srgbClr val="FEB24C"/>
                </a:solidFill>
                <a:prstDash val="solid"/>
                <a:round/>
              </a:ln>
            </p:spPr>
            <p:txBody>
              <a:bodyPr rtlCol="0" anchor="ctr"/>
              <a:lstStyle/>
              <a:p>
                <a:endParaRPr lang="en-US" sz="3200"/>
              </a:p>
            </p:txBody>
          </p:sp>
        </p:grpSp>
        <p:grpSp>
          <p:nvGrpSpPr>
            <p:cNvPr id="336" name="Graphic 1996">
              <a:extLst>
                <a:ext uri="{FF2B5EF4-FFF2-40B4-BE49-F238E27FC236}">
                  <a16:creationId xmlns:a16="http://schemas.microsoft.com/office/drawing/2014/main" id="{908C43E3-C985-0B70-A62A-EF4E47C06C50}"/>
                </a:ext>
              </a:extLst>
            </p:cNvPr>
            <p:cNvGrpSpPr/>
            <p:nvPr/>
          </p:nvGrpSpPr>
          <p:grpSpPr>
            <a:xfrm>
              <a:off x="4564079" y="6234314"/>
              <a:ext cx="1906719" cy="210440"/>
              <a:chOff x="7873450" y="5101223"/>
              <a:chExt cx="1696265" cy="187213"/>
            </a:xfrm>
            <a:solidFill>
              <a:srgbClr val="000000"/>
            </a:solidFill>
          </p:grpSpPr>
          <p:grpSp>
            <p:nvGrpSpPr>
              <p:cNvPr id="472" name="Graphic 1996">
                <a:extLst>
                  <a:ext uri="{FF2B5EF4-FFF2-40B4-BE49-F238E27FC236}">
                    <a16:creationId xmlns:a16="http://schemas.microsoft.com/office/drawing/2014/main" id="{FC3F0104-12C6-C84F-14B1-A29F9EF8882F}"/>
                  </a:ext>
                </a:extLst>
              </p:cNvPr>
              <p:cNvGrpSpPr/>
              <p:nvPr/>
            </p:nvGrpSpPr>
            <p:grpSpPr>
              <a:xfrm>
                <a:off x="7873450" y="5101223"/>
                <a:ext cx="63903" cy="187213"/>
                <a:chOff x="7873450" y="5101223"/>
                <a:chExt cx="63903" cy="187213"/>
              </a:xfrm>
              <a:solidFill>
                <a:srgbClr val="000000"/>
              </a:solidFill>
            </p:grpSpPr>
            <p:sp>
              <p:nvSpPr>
                <p:cNvPr id="485" name="Freeform: Shape 484">
                  <a:extLst>
                    <a:ext uri="{FF2B5EF4-FFF2-40B4-BE49-F238E27FC236}">
                      <a16:creationId xmlns:a16="http://schemas.microsoft.com/office/drawing/2014/main" id="{8C4B4D2D-EA67-898A-B80D-7EF259143CB2}"/>
                    </a:ext>
                  </a:extLst>
                </p:cNvPr>
                <p:cNvSpPr/>
                <p:nvPr/>
              </p:nvSpPr>
              <p:spPr>
                <a:xfrm>
                  <a:off x="7905432" y="5101223"/>
                  <a:ext cx="12681" cy="44450"/>
                </a:xfrm>
                <a:custGeom>
                  <a:avLst/>
                  <a:gdLst>
                    <a:gd name="connsiteX0" fmla="*/ 33 w 12681"/>
                    <a:gd name="connsiteY0" fmla="*/ 141 h 44450"/>
                    <a:gd name="connsiteX1" fmla="*/ 33 w 12681"/>
                    <a:gd name="connsiteY1" fmla="*/ 44591 h 44450"/>
                  </a:gdLst>
                  <a:ahLst/>
                  <a:cxnLst>
                    <a:cxn ang="0">
                      <a:pos x="connsiteX0" y="connsiteY0"/>
                    </a:cxn>
                    <a:cxn ang="0">
                      <a:pos x="connsiteX1" y="connsiteY1"/>
                    </a:cxn>
                  </a:cxnLst>
                  <a:rect l="l" t="t" r="r" b="b"/>
                  <a:pathLst>
                    <a:path w="12681" h="44450">
                      <a:moveTo>
                        <a:pt x="33" y="141"/>
                      </a:moveTo>
                      <a:lnTo>
                        <a:pt x="33" y="44591"/>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486" name="Freeform: Shape 485">
                  <a:extLst>
                    <a:ext uri="{FF2B5EF4-FFF2-40B4-BE49-F238E27FC236}">
                      <a16:creationId xmlns:a16="http://schemas.microsoft.com/office/drawing/2014/main" id="{CB400116-0318-CE62-261C-326800B89C88}"/>
                    </a:ext>
                  </a:extLst>
                </p:cNvPr>
                <p:cNvSpPr/>
                <p:nvPr/>
              </p:nvSpPr>
              <p:spPr>
                <a:xfrm flipV="1">
                  <a:off x="7873450" y="5192372"/>
                  <a:ext cx="63903" cy="96063"/>
                </a:xfrm>
                <a:custGeom>
                  <a:avLst/>
                  <a:gdLst>
                    <a:gd name="connsiteX0" fmla="*/ 29940 w 63903"/>
                    <a:gd name="connsiteY0" fmla="*/ 83965 h 96063"/>
                    <a:gd name="connsiteX1" fmla="*/ 15416 w 63903"/>
                    <a:gd name="connsiteY1" fmla="*/ 74440 h 96063"/>
                    <a:gd name="connsiteX2" fmla="*/ 10561 w 63903"/>
                    <a:gd name="connsiteY2" fmla="*/ 45825 h 96063"/>
                    <a:gd name="connsiteX3" fmla="*/ 15416 w 63903"/>
                    <a:gd name="connsiteY3" fmla="*/ 17270 h 96063"/>
                    <a:gd name="connsiteX4" fmla="*/ 29940 w 63903"/>
                    <a:gd name="connsiteY4" fmla="*/ 7745 h 96063"/>
                    <a:gd name="connsiteX5" fmla="*/ 44524 w 63903"/>
                    <a:gd name="connsiteY5" fmla="*/ 17270 h 96063"/>
                    <a:gd name="connsiteX6" fmla="*/ 49398 w 63903"/>
                    <a:gd name="connsiteY6" fmla="*/ 45825 h 96063"/>
                    <a:gd name="connsiteX7" fmla="*/ 44524 w 63903"/>
                    <a:gd name="connsiteY7" fmla="*/ 74440 h 96063"/>
                    <a:gd name="connsiteX8" fmla="*/ 29940 w 63903"/>
                    <a:gd name="connsiteY8" fmla="*/ 83965 h 96063"/>
                    <a:gd name="connsiteX9" fmla="*/ 29940 w 63903"/>
                    <a:gd name="connsiteY9" fmla="*/ 93887 h 96063"/>
                    <a:gd name="connsiteX10" fmla="*/ 53698 w 63903"/>
                    <a:gd name="connsiteY10" fmla="*/ 81564 h 96063"/>
                    <a:gd name="connsiteX11" fmla="*/ 61902 w 63903"/>
                    <a:gd name="connsiteY11" fmla="*/ 45825 h 96063"/>
                    <a:gd name="connsiteX12" fmla="*/ 53698 w 63903"/>
                    <a:gd name="connsiteY12" fmla="*/ 10126 h 96063"/>
                    <a:gd name="connsiteX13" fmla="*/ 29940 w 63903"/>
                    <a:gd name="connsiteY13" fmla="*/ -2177 h 96063"/>
                    <a:gd name="connsiteX14" fmla="*/ 6202 w 63903"/>
                    <a:gd name="connsiteY14" fmla="*/ 10126 h 96063"/>
                    <a:gd name="connsiteX15" fmla="*/ -2001 w 63903"/>
                    <a:gd name="connsiteY15" fmla="*/ 45825 h 96063"/>
                    <a:gd name="connsiteX16" fmla="*/ 6202 w 63903"/>
                    <a:gd name="connsiteY16" fmla="*/ 81564 h 96063"/>
                    <a:gd name="connsiteX17" fmla="*/ 29940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40" y="83965"/>
                      </a:moveTo>
                      <a:cubicBezTo>
                        <a:pt x="23507" y="83965"/>
                        <a:pt x="18665" y="80790"/>
                        <a:pt x="15416" y="74440"/>
                      </a:cubicBezTo>
                      <a:cubicBezTo>
                        <a:pt x="12179" y="68103"/>
                        <a:pt x="10561" y="58565"/>
                        <a:pt x="10561" y="45825"/>
                      </a:cubicBezTo>
                      <a:cubicBezTo>
                        <a:pt x="10561" y="33138"/>
                        <a:pt x="12179" y="23620"/>
                        <a:pt x="15416" y="17270"/>
                      </a:cubicBezTo>
                      <a:cubicBezTo>
                        <a:pt x="18665" y="10920"/>
                        <a:pt x="23507" y="7745"/>
                        <a:pt x="29940" y="7745"/>
                      </a:cubicBezTo>
                      <a:cubicBezTo>
                        <a:pt x="36426" y="7745"/>
                        <a:pt x="41288" y="10920"/>
                        <a:pt x="44524" y="17270"/>
                      </a:cubicBezTo>
                      <a:cubicBezTo>
                        <a:pt x="47774" y="23620"/>
                        <a:pt x="49398" y="33138"/>
                        <a:pt x="49398" y="45825"/>
                      </a:cubicBezTo>
                      <a:cubicBezTo>
                        <a:pt x="49398" y="58565"/>
                        <a:pt x="47774" y="68103"/>
                        <a:pt x="44524" y="74440"/>
                      </a:cubicBezTo>
                      <a:cubicBezTo>
                        <a:pt x="41288" y="80790"/>
                        <a:pt x="36426" y="83965"/>
                        <a:pt x="29940" y="83965"/>
                      </a:cubicBezTo>
                      <a:close/>
                      <a:moveTo>
                        <a:pt x="29940" y="93887"/>
                      </a:moveTo>
                      <a:cubicBezTo>
                        <a:pt x="40310" y="93887"/>
                        <a:pt x="48229" y="89779"/>
                        <a:pt x="53698" y="81564"/>
                      </a:cubicBezTo>
                      <a:cubicBezTo>
                        <a:pt x="59167" y="73362"/>
                        <a:pt x="61902" y="61449"/>
                        <a:pt x="61902" y="45825"/>
                      </a:cubicBezTo>
                      <a:cubicBezTo>
                        <a:pt x="61902" y="30241"/>
                        <a:pt x="59167" y="18341"/>
                        <a:pt x="53698" y="10126"/>
                      </a:cubicBezTo>
                      <a:cubicBezTo>
                        <a:pt x="48229" y="1924"/>
                        <a:pt x="40310" y="-2177"/>
                        <a:pt x="29940" y="-2177"/>
                      </a:cubicBezTo>
                      <a:cubicBezTo>
                        <a:pt x="19583" y="-2177"/>
                        <a:pt x="11671" y="1924"/>
                        <a:pt x="6202" y="10126"/>
                      </a:cubicBezTo>
                      <a:cubicBezTo>
                        <a:pt x="733" y="18341"/>
                        <a:pt x="-2001" y="30241"/>
                        <a:pt x="-2001" y="45825"/>
                      </a:cubicBezTo>
                      <a:cubicBezTo>
                        <a:pt x="-2001" y="61449"/>
                        <a:pt x="733" y="73362"/>
                        <a:pt x="6202" y="81564"/>
                      </a:cubicBezTo>
                      <a:cubicBezTo>
                        <a:pt x="11671" y="89779"/>
                        <a:pt x="19583" y="93887"/>
                        <a:pt x="29940" y="93887"/>
                      </a:cubicBezTo>
                      <a:close/>
                    </a:path>
                  </a:pathLst>
                </a:custGeom>
                <a:solidFill>
                  <a:srgbClr val="000000"/>
                </a:solidFill>
                <a:ln w="20" cap="flat">
                  <a:noFill/>
                  <a:prstDash val="solid"/>
                  <a:round/>
                </a:ln>
              </p:spPr>
              <p:txBody>
                <a:bodyPr rtlCol="0" anchor="ctr"/>
                <a:lstStyle/>
                <a:p>
                  <a:endParaRPr lang="en-US" sz="3200"/>
                </a:p>
              </p:txBody>
            </p:sp>
          </p:grpSp>
          <p:grpSp>
            <p:nvGrpSpPr>
              <p:cNvPr id="473" name="Graphic 1996">
                <a:extLst>
                  <a:ext uri="{FF2B5EF4-FFF2-40B4-BE49-F238E27FC236}">
                    <a16:creationId xmlns:a16="http://schemas.microsoft.com/office/drawing/2014/main" id="{1C785EF2-0BB0-5A65-4496-E007A9CEEA2D}"/>
                  </a:ext>
                </a:extLst>
              </p:cNvPr>
              <p:cNvGrpSpPr/>
              <p:nvPr/>
            </p:nvGrpSpPr>
            <p:grpSpPr>
              <a:xfrm>
                <a:off x="8574171" y="5101223"/>
                <a:ext cx="219702" cy="187213"/>
                <a:chOff x="8574171" y="5101223"/>
                <a:chExt cx="219702" cy="187213"/>
              </a:xfrm>
              <a:solidFill>
                <a:srgbClr val="000000"/>
              </a:solidFill>
            </p:grpSpPr>
            <p:sp>
              <p:nvSpPr>
                <p:cNvPr id="480" name="Freeform: Shape 479">
                  <a:extLst>
                    <a:ext uri="{FF2B5EF4-FFF2-40B4-BE49-F238E27FC236}">
                      <a16:creationId xmlns:a16="http://schemas.microsoft.com/office/drawing/2014/main" id="{F1B8FB72-C516-3541-BA0A-573974FD6EFB}"/>
                    </a:ext>
                  </a:extLst>
                </p:cNvPr>
                <p:cNvSpPr/>
                <p:nvPr/>
              </p:nvSpPr>
              <p:spPr>
                <a:xfrm>
                  <a:off x="8681271" y="5101223"/>
                  <a:ext cx="12681" cy="44450"/>
                </a:xfrm>
                <a:custGeom>
                  <a:avLst/>
                  <a:gdLst>
                    <a:gd name="connsiteX0" fmla="*/ 94 w 12681"/>
                    <a:gd name="connsiteY0" fmla="*/ 141 h 44450"/>
                    <a:gd name="connsiteX1" fmla="*/ 94 w 12681"/>
                    <a:gd name="connsiteY1" fmla="*/ 44591 h 44450"/>
                  </a:gdLst>
                  <a:ahLst/>
                  <a:cxnLst>
                    <a:cxn ang="0">
                      <a:pos x="connsiteX0" y="connsiteY0"/>
                    </a:cxn>
                    <a:cxn ang="0">
                      <a:pos x="connsiteX1" y="connsiteY1"/>
                    </a:cxn>
                  </a:cxnLst>
                  <a:rect l="l" t="t" r="r" b="b"/>
                  <a:pathLst>
                    <a:path w="12681" h="44450">
                      <a:moveTo>
                        <a:pt x="94" y="141"/>
                      </a:moveTo>
                      <a:lnTo>
                        <a:pt x="94" y="4459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481" name="Graphic 1996">
                  <a:extLst>
                    <a:ext uri="{FF2B5EF4-FFF2-40B4-BE49-F238E27FC236}">
                      <a16:creationId xmlns:a16="http://schemas.microsoft.com/office/drawing/2014/main" id="{F2693D48-84BC-322B-0E75-4F9821A386F1}"/>
                    </a:ext>
                  </a:extLst>
                </p:cNvPr>
                <p:cNvGrpSpPr/>
                <p:nvPr/>
              </p:nvGrpSpPr>
              <p:grpSpPr>
                <a:xfrm>
                  <a:off x="8574171" y="5192372"/>
                  <a:ext cx="219702" cy="96063"/>
                  <a:chOff x="8574171" y="5192372"/>
                  <a:chExt cx="219702" cy="96063"/>
                </a:xfrm>
                <a:solidFill>
                  <a:srgbClr val="000000"/>
                </a:solidFill>
              </p:grpSpPr>
              <p:sp>
                <p:nvSpPr>
                  <p:cNvPr id="482" name="Freeform: Shape 481">
                    <a:extLst>
                      <a:ext uri="{FF2B5EF4-FFF2-40B4-BE49-F238E27FC236}">
                        <a16:creationId xmlns:a16="http://schemas.microsoft.com/office/drawing/2014/main" id="{28CECD7C-F498-D4C3-CE01-7D7E92EB649C}"/>
                      </a:ext>
                    </a:extLst>
                  </p:cNvPr>
                  <p:cNvSpPr/>
                  <p:nvPr/>
                </p:nvSpPr>
                <p:spPr>
                  <a:xfrm flipV="1">
                    <a:off x="8574171" y="5194039"/>
                    <a:ext cx="55045" cy="92590"/>
                  </a:xfrm>
                  <a:custGeom>
                    <a:avLst/>
                    <a:gdLst>
                      <a:gd name="connsiteX0" fmla="*/ -201 w 55045"/>
                      <a:gd name="connsiteY0" fmla="*/ 8356 h 92590"/>
                      <a:gd name="connsiteX1" fmla="*/ 20228 w 55045"/>
                      <a:gd name="connsiteY1" fmla="*/ 8356 h 92590"/>
                      <a:gd name="connsiteX2" fmla="*/ 20228 w 55045"/>
                      <a:gd name="connsiteY2" fmla="*/ 79000 h 92590"/>
                      <a:gd name="connsiteX3" fmla="*/ -2004 w 55045"/>
                      <a:gd name="connsiteY3" fmla="*/ 74535 h 92590"/>
                      <a:gd name="connsiteX4" fmla="*/ -2004 w 55045"/>
                      <a:gd name="connsiteY4" fmla="*/ 85946 h 92590"/>
                      <a:gd name="connsiteX5" fmla="*/ 20109 w 55045"/>
                      <a:gd name="connsiteY5" fmla="*/ 90410 h 92590"/>
                      <a:gd name="connsiteX6" fmla="*/ 32613 w 55045"/>
                      <a:gd name="connsiteY6" fmla="*/ 90410 h 92590"/>
                      <a:gd name="connsiteX7" fmla="*/ 32613 w 55045"/>
                      <a:gd name="connsiteY7" fmla="*/ 8356 h 92590"/>
                      <a:gd name="connsiteX8" fmla="*/ 53042 w 55045"/>
                      <a:gd name="connsiteY8" fmla="*/ 8356 h 92590"/>
                      <a:gd name="connsiteX9" fmla="*/ 53042 w 55045"/>
                      <a:gd name="connsiteY9" fmla="*/ -2181 h 92590"/>
                      <a:gd name="connsiteX10" fmla="*/ -201 w 55045"/>
                      <a:gd name="connsiteY10" fmla="*/ -2181 h 92590"/>
                      <a:gd name="connsiteX11" fmla="*/ -201 w 55045"/>
                      <a:gd name="connsiteY11" fmla="*/ 8356 h 9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45" h="92590">
                        <a:moveTo>
                          <a:pt x="-201" y="8356"/>
                        </a:moveTo>
                        <a:lnTo>
                          <a:pt x="20228" y="8356"/>
                        </a:lnTo>
                        <a:lnTo>
                          <a:pt x="20228" y="79000"/>
                        </a:lnTo>
                        <a:lnTo>
                          <a:pt x="-2004" y="74535"/>
                        </a:lnTo>
                        <a:lnTo>
                          <a:pt x="-2004" y="85946"/>
                        </a:lnTo>
                        <a:lnTo>
                          <a:pt x="20109" y="90410"/>
                        </a:lnTo>
                        <a:lnTo>
                          <a:pt x="32613" y="90410"/>
                        </a:lnTo>
                        <a:lnTo>
                          <a:pt x="32613" y="8356"/>
                        </a:lnTo>
                        <a:lnTo>
                          <a:pt x="53042" y="8356"/>
                        </a:lnTo>
                        <a:lnTo>
                          <a:pt x="53042" y="-2181"/>
                        </a:lnTo>
                        <a:lnTo>
                          <a:pt x="-201" y="-2181"/>
                        </a:lnTo>
                        <a:lnTo>
                          <a:pt x="-201" y="8356"/>
                        </a:lnTo>
                        <a:close/>
                      </a:path>
                    </a:pathLst>
                  </a:custGeom>
                  <a:solidFill>
                    <a:srgbClr val="000000"/>
                  </a:solidFill>
                  <a:ln w="20" cap="flat">
                    <a:noFill/>
                    <a:prstDash val="solid"/>
                    <a:round/>
                  </a:ln>
                </p:spPr>
                <p:txBody>
                  <a:bodyPr rtlCol="0" anchor="ctr"/>
                  <a:lstStyle/>
                  <a:p>
                    <a:endParaRPr lang="en-US" sz="3200"/>
                  </a:p>
                </p:txBody>
              </p:sp>
              <p:sp>
                <p:nvSpPr>
                  <p:cNvPr id="483" name="Freeform: Shape 482">
                    <a:extLst>
                      <a:ext uri="{FF2B5EF4-FFF2-40B4-BE49-F238E27FC236}">
                        <a16:creationId xmlns:a16="http://schemas.microsoft.com/office/drawing/2014/main" id="{A3BAFFBF-3ED9-C4C6-4E7C-28AEB4D1A84A}"/>
                      </a:ext>
                    </a:extLst>
                  </p:cNvPr>
                  <p:cNvSpPr/>
                  <p:nvPr/>
                </p:nvSpPr>
                <p:spPr>
                  <a:xfrm flipV="1">
                    <a:off x="8649287" y="5192372"/>
                    <a:ext cx="63903" cy="96063"/>
                  </a:xfrm>
                  <a:custGeom>
                    <a:avLst/>
                    <a:gdLst>
                      <a:gd name="connsiteX0" fmla="*/ 30001 w 63903"/>
                      <a:gd name="connsiteY0" fmla="*/ 83965 h 96063"/>
                      <a:gd name="connsiteX1" fmla="*/ 15477 w 63903"/>
                      <a:gd name="connsiteY1" fmla="*/ 74440 h 96063"/>
                      <a:gd name="connsiteX2" fmla="*/ 10622 w 63903"/>
                      <a:gd name="connsiteY2" fmla="*/ 45825 h 96063"/>
                      <a:gd name="connsiteX3" fmla="*/ 15477 w 63903"/>
                      <a:gd name="connsiteY3" fmla="*/ 17270 h 96063"/>
                      <a:gd name="connsiteX4" fmla="*/ 30001 w 63903"/>
                      <a:gd name="connsiteY4" fmla="*/ 7745 h 96063"/>
                      <a:gd name="connsiteX5" fmla="*/ 44585 w 63903"/>
                      <a:gd name="connsiteY5" fmla="*/ 17270 h 96063"/>
                      <a:gd name="connsiteX6" fmla="*/ 49460 w 63903"/>
                      <a:gd name="connsiteY6" fmla="*/ 45825 h 96063"/>
                      <a:gd name="connsiteX7" fmla="*/ 44585 w 63903"/>
                      <a:gd name="connsiteY7" fmla="*/ 74440 h 96063"/>
                      <a:gd name="connsiteX8" fmla="*/ 30001 w 63903"/>
                      <a:gd name="connsiteY8" fmla="*/ 83965 h 96063"/>
                      <a:gd name="connsiteX9" fmla="*/ 30001 w 63903"/>
                      <a:gd name="connsiteY9" fmla="*/ 93887 h 96063"/>
                      <a:gd name="connsiteX10" fmla="*/ 53759 w 63903"/>
                      <a:gd name="connsiteY10" fmla="*/ 81564 h 96063"/>
                      <a:gd name="connsiteX11" fmla="*/ 61963 w 63903"/>
                      <a:gd name="connsiteY11" fmla="*/ 45825 h 96063"/>
                      <a:gd name="connsiteX12" fmla="*/ 53759 w 63903"/>
                      <a:gd name="connsiteY12" fmla="*/ 10126 h 96063"/>
                      <a:gd name="connsiteX13" fmla="*/ 30001 w 63903"/>
                      <a:gd name="connsiteY13" fmla="*/ -2177 h 96063"/>
                      <a:gd name="connsiteX14" fmla="*/ 6263 w 63903"/>
                      <a:gd name="connsiteY14" fmla="*/ 10126 h 96063"/>
                      <a:gd name="connsiteX15" fmla="*/ -1940 w 63903"/>
                      <a:gd name="connsiteY15" fmla="*/ 45825 h 96063"/>
                      <a:gd name="connsiteX16" fmla="*/ 6263 w 63903"/>
                      <a:gd name="connsiteY16" fmla="*/ 81564 h 96063"/>
                      <a:gd name="connsiteX17" fmla="*/ 30001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01" y="83965"/>
                        </a:moveTo>
                        <a:cubicBezTo>
                          <a:pt x="23568" y="83965"/>
                          <a:pt x="18727" y="80790"/>
                          <a:pt x="15477" y="74440"/>
                        </a:cubicBezTo>
                        <a:cubicBezTo>
                          <a:pt x="12241" y="68103"/>
                          <a:pt x="10622" y="58565"/>
                          <a:pt x="10622" y="45825"/>
                        </a:cubicBezTo>
                        <a:cubicBezTo>
                          <a:pt x="10622" y="33138"/>
                          <a:pt x="12241" y="23620"/>
                          <a:pt x="15477" y="17270"/>
                        </a:cubicBezTo>
                        <a:cubicBezTo>
                          <a:pt x="18727" y="10920"/>
                          <a:pt x="23568" y="7745"/>
                          <a:pt x="30001" y="7745"/>
                        </a:cubicBezTo>
                        <a:cubicBezTo>
                          <a:pt x="36487" y="7745"/>
                          <a:pt x="41349" y="10920"/>
                          <a:pt x="44585" y="17270"/>
                        </a:cubicBezTo>
                        <a:cubicBezTo>
                          <a:pt x="47835" y="23620"/>
                          <a:pt x="49460" y="33138"/>
                          <a:pt x="49460" y="45825"/>
                        </a:cubicBezTo>
                        <a:cubicBezTo>
                          <a:pt x="49460" y="58565"/>
                          <a:pt x="47835" y="68103"/>
                          <a:pt x="44585" y="74440"/>
                        </a:cubicBezTo>
                        <a:cubicBezTo>
                          <a:pt x="41349" y="80790"/>
                          <a:pt x="36487" y="83965"/>
                          <a:pt x="30001" y="83965"/>
                        </a:cubicBezTo>
                        <a:close/>
                        <a:moveTo>
                          <a:pt x="30001" y="93887"/>
                        </a:moveTo>
                        <a:cubicBezTo>
                          <a:pt x="40371" y="93887"/>
                          <a:pt x="48290" y="89779"/>
                          <a:pt x="53759" y="81564"/>
                        </a:cubicBezTo>
                        <a:cubicBezTo>
                          <a:pt x="59228" y="73362"/>
                          <a:pt x="61963" y="61449"/>
                          <a:pt x="61963" y="45825"/>
                        </a:cubicBezTo>
                        <a:cubicBezTo>
                          <a:pt x="61963" y="30241"/>
                          <a:pt x="59228" y="18341"/>
                          <a:pt x="53759" y="10126"/>
                        </a:cubicBezTo>
                        <a:cubicBezTo>
                          <a:pt x="48290" y="1924"/>
                          <a:pt x="40371" y="-2177"/>
                          <a:pt x="30001" y="-2177"/>
                        </a:cubicBezTo>
                        <a:cubicBezTo>
                          <a:pt x="19645" y="-2177"/>
                          <a:pt x="11732" y="1924"/>
                          <a:pt x="6263" y="10126"/>
                        </a:cubicBezTo>
                        <a:cubicBezTo>
                          <a:pt x="794" y="18341"/>
                          <a:pt x="-1940" y="30241"/>
                          <a:pt x="-1940" y="45825"/>
                        </a:cubicBezTo>
                        <a:cubicBezTo>
                          <a:pt x="-1940" y="61449"/>
                          <a:pt x="794" y="73362"/>
                          <a:pt x="6263" y="81564"/>
                        </a:cubicBezTo>
                        <a:cubicBezTo>
                          <a:pt x="11732" y="89779"/>
                          <a:pt x="19645" y="93887"/>
                          <a:pt x="30001" y="93887"/>
                        </a:cubicBezTo>
                        <a:close/>
                      </a:path>
                    </a:pathLst>
                  </a:custGeom>
                  <a:solidFill>
                    <a:srgbClr val="000000"/>
                  </a:solidFill>
                  <a:ln w="20" cap="flat">
                    <a:noFill/>
                    <a:prstDash val="solid"/>
                    <a:round/>
                  </a:ln>
                </p:spPr>
                <p:txBody>
                  <a:bodyPr rtlCol="0" anchor="ctr"/>
                  <a:lstStyle/>
                  <a:p>
                    <a:endParaRPr lang="en-US" sz="3200"/>
                  </a:p>
                </p:txBody>
              </p:sp>
              <p:sp>
                <p:nvSpPr>
                  <p:cNvPr id="484" name="Freeform: Shape 483">
                    <a:extLst>
                      <a:ext uri="{FF2B5EF4-FFF2-40B4-BE49-F238E27FC236}">
                        <a16:creationId xmlns:a16="http://schemas.microsoft.com/office/drawing/2014/main" id="{3AB315EC-0EF7-5E38-4F51-0C6441BC0AA1}"/>
                      </a:ext>
                    </a:extLst>
                  </p:cNvPr>
                  <p:cNvSpPr/>
                  <p:nvPr/>
                </p:nvSpPr>
                <p:spPr>
                  <a:xfrm flipV="1">
                    <a:off x="8729971" y="5192372"/>
                    <a:ext cx="63903" cy="96063"/>
                  </a:xfrm>
                  <a:custGeom>
                    <a:avLst/>
                    <a:gdLst>
                      <a:gd name="connsiteX0" fmla="*/ 30008 w 63903"/>
                      <a:gd name="connsiteY0" fmla="*/ 83965 h 96063"/>
                      <a:gd name="connsiteX1" fmla="*/ 15483 w 63903"/>
                      <a:gd name="connsiteY1" fmla="*/ 74440 h 96063"/>
                      <a:gd name="connsiteX2" fmla="*/ 10629 w 63903"/>
                      <a:gd name="connsiteY2" fmla="*/ 45825 h 96063"/>
                      <a:gd name="connsiteX3" fmla="*/ 15483 w 63903"/>
                      <a:gd name="connsiteY3" fmla="*/ 17270 h 96063"/>
                      <a:gd name="connsiteX4" fmla="*/ 30008 w 63903"/>
                      <a:gd name="connsiteY4" fmla="*/ 7745 h 96063"/>
                      <a:gd name="connsiteX5" fmla="*/ 44591 w 63903"/>
                      <a:gd name="connsiteY5" fmla="*/ 17270 h 96063"/>
                      <a:gd name="connsiteX6" fmla="*/ 49466 w 63903"/>
                      <a:gd name="connsiteY6" fmla="*/ 45825 h 96063"/>
                      <a:gd name="connsiteX7" fmla="*/ 44591 w 63903"/>
                      <a:gd name="connsiteY7" fmla="*/ 74440 h 96063"/>
                      <a:gd name="connsiteX8" fmla="*/ 30008 w 63903"/>
                      <a:gd name="connsiteY8" fmla="*/ 83965 h 96063"/>
                      <a:gd name="connsiteX9" fmla="*/ 30008 w 63903"/>
                      <a:gd name="connsiteY9" fmla="*/ 93887 h 96063"/>
                      <a:gd name="connsiteX10" fmla="*/ 53766 w 63903"/>
                      <a:gd name="connsiteY10" fmla="*/ 81564 h 96063"/>
                      <a:gd name="connsiteX11" fmla="*/ 61969 w 63903"/>
                      <a:gd name="connsiteY11" fmla="*/ 45825 h 96063"/>
                      <a:gd name="connsiteX12" fmla="*/ 53766 w 63903"/>
                      <a:gd name="connsiteY12" fmla="*/ 10126 h 96063"/>
                      <a:gd name="connsiteX13" fmla="*/ 30008 w 63903"/>
                      <a:gd name="connsiteY13" fmla="*/ -2177 h 96063"/>
                      <a:gd name="connsiteX14" fmla="*/ 6269 w 63903"/>
                      <a:gd name="connsiteY14" fmla="*/ 10126 h 96063"/>
                      <a:gd name="connsiteX15" fmla="*/ -1934 w 63903"/>
                      <a:gd name="connsiteY15" fmla="*/ 45825 h 96063"/>
                      <a:gd name="connsiteX16" fmla="*/ 6269 w 63903"/>
                      <a:gd name="connsiteY16" fmla="*/ 81564 h 96063"/>
                      <a:gd name="connsiteX17" fmla="*/ 30008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08" y="83965"/>
                        </a:moveTo>
                        <a:cubicBezTo>
                          <a:pt x="23574" y="83965"/>
                          <a:pt x="18733" y="80790"/>
                          <a:pt x="15483" y="74440"/>
                        </a:cubicBezTo>
                        <a:cubicBezTo>
                          <a:pt x="12247" y="68103"/>
                          <a:pt x="10629" y="58565"/>
                          <a:pt x="10629" y="45825"/>
                        </a:cubicBezTo>
                        <a:cubicBezTo>
                          <a:pt x="10629" y="33138"/>
                          <a:pt x="12247" y="23620"/>
                          <a:pt x="15483" y="17270"/>
                        </a:cubicBezTo>
                        <a:cubicBezTo>
                          <a:pt x="18733" y="10920"/>
                          <a:pt x="23574" y="7745"/>
                          <a:pt x="30008" y="7745"/>
                        </a:cubicBezTo>
                        <a:cubicBezTo>
                          <a:pt x="36494" y="7745"/>
                          <a:pt x="41355" y="10920"/>
                          <a:pt x="44591" y="17270"/>
                        </a:cubicBezTo>
                        <a:cubicBezTo>
                          <a:pt x="47841" y="23620"/>
                          <a:pt x="49466" y="33138"/>
                          <a:pt x="49466" y="45825"/>
                        </a:cubicBezTo>
                        <a:cubicBezTo>
                          <a:pt x="49466" y="58565"/>
                          <a:pt x="47841" y="68103"/>
                          <a:pt x="44591" y="74440"/>
                        </a:cubicBezTo>
                        <a:cubicBezTo>
                          <a:pt x="41355" y="80790"/>
                          <a:pt x="36494" y="83965"/>
                          <a:pt x="30008" y="83965"/>
                        </a:cubicBezTo>
                        <a:close/>
                        <a:moveTo>
                          <a:pt x="30008" y="93887"/>
                        </a:moveTo>
                        <a:cubicBezTo>
                          <a:pt x="40377" y="93887"/>
                          <a:pt x="48297" y="89779"/>
                          <a:pt x="53766" y="81564"/>
                        </a:cubicBezTo>
                        <a:cubicBezTo>
                          <a:pt x="59235" y="73362"/>
                          <a:pt x="61969" y="61449"/>
                          <a:pt x="61969" y="45825"/>
                        </a:cubicBezTo>
                        <a:cubicBezTo>
                          <a:pt x="61969" y="30241"/>
                          <a:pt x="59235" y="18341"/>
                          <a:pt x="53766" y="10126"/>
                        </a:cubicBezTo>
                        <a:cubicBezTo>
                          <a:pt x="48297" y="1924"/>
                          <a:pt x="40377" y="-2177"/>
                          <a:pt x="30008" y="-2177"/>
                        </a:cubicBezTo>
                        <a:cubicBezTo>
                          <a:pt x="19651" y="-2177"/>
                          <a:pt x="11738" y="1924"/>
                          <a:pt x="6269" y="10126"/>
                        </a:cubicBezTo>
                        <a:cubicBezTo>
                          <a:pt x="801" y="18341"/>
                          <a:pt x="-1934" y="30241"/>
                          <a:pt x="-1934" y="45825"/>
                        </a:cubicBezTo>
                        <a:cubicBezTo>
                          <a:pt x="-1934" y="61449"/>
                          <a:pt x="801" y="73362"/>
                          <a:pt x="6269" y="81564"/>
                        </a:cubicBezTo>
                        <a:cubicBezTo>
                          <a:pt x="11738" y="89779"/>
                          <a:pt x="19651" y="93887"/>
                          <a:pt x="30008" y="93887"/>
                        </a:cubicBezTo>
                        <a:close/>
                      </a:path>
                    </a:pathLst>
                  </a:custGeom>
                  <a:solidFill>
                    <a:srgbClr val="000000"/>
                  </a:solidFill>
                  <a:ln w="20" cap="flat">
                    <a:noFill/>
                    <a:prstDash val="solid"/>
                    <a:round/>
                  </a:ln>
                </p:spPr>
                <p:txBody>
                  <a:bodyPr rtlCol="0" anchor="ctr"/>
                  <a:lstStyle/>
                  <a:p>
                    <a:endParaRPr lang="en-US" sz="3200"/>
                  </a:p>
                </p:txBody>
              </p:sp>
            </p:grpSp>
          </p:grpSp>
          <p:grpSp>
            <p:nvGrpSpPr>
              <p:cNvPr id="474" name="Graphic 1996">
                <a:extLst>
                  <a:ext uri="{FF2B5EF4-FFF2-40B4-BE49-F238E27FC236}">
                    <a16:creationId xmlns:a16="http://schemas.microsoft.com/office/drawing/2014/main" id="{58B88C0D-94B9-7D3B-74D0-80F6172D4CD2}"/>
                  </a:ext>
                </a:extLst>
              </p:cNvPr>
              <p:cNvGrpSpPr/>
              <p:nvPr/>
            </p:nvGrpSpPr>
            <p:grpSpPr>
              <a:xfrm>
                <a:off x="9345377" y="5101223"/>
                <a:ext cx="224339" cy="187213"/>
                <a:chOff x="9345377" y="5101223"/>
                <a:chExt cx="224339" cy="187213"/>
              </a:xfrm>
              <a:solidFill>
                <a:srgbClr val="000000"/>
              </a:solidFill>
            </p:grpSpPr>
            <p:sp>
              <p:nvSpPr>
                <p:cNvPr id="475" name="Freeform: Shape 474">
                  <a:extLst>
                    <a:ext uri="{FF2B5EF4-FFF2-40B4-BE49-F238E27FC236}">
                      <a16:creationId xmlns:a16="http://schemas.microsoft.com/office/drawing/2014/main" id="{D6477A10-6A4D-05FE-8D9F-04C1E93263FC}"/>
                    </a:ext>
                  </a:extLst>
                </p:cNvPr>
                <p:cNvSpPr/>
                <p:nvPr/>
              </p:nvSpPr>
              <p:spPr>
                <a:xfrm>
                  <a:off x="9457116" y="5101223"/>
                  <a:ext cx="12681" cy="44450"/>
                </a:xfrm>
                <a:custGeom>
                  <a:avLst/>
                  <a:gdLst>
                    <a:gd name="connsiteX0" fmla="*/ 155 w 12681"/>
                    <a:gd name="connsiteY0" fmla="*/ 141 h 44450"/>
                    <a:gd name="connsiteX1" fmla="*/ 155 w 12681"/>
                    <a:gd name="connsiteY1" fmla="*/ 44591 h 44450"/>
                  </a:gdLst>
                  <a:ahLst/>
                  <a:cxnLst>
                    <a:cxn ang="0">
                      <a:pos x="connsiteX0" y="connsiteY0"/>
                    </a:cxn>
                    <a:cxn ang="0">
                      <a:pos x="connsiteX1" y="connsiteY1"/>
                    </a:cxn>
                  </a:cxnLst>
                  <a:rect l="l" t="t" r="r" b="b"/>
                  <a:pathLst>
                    <a:path w="12681" h="44450">
                      <a:moveTo>
                        <a:pt x="155" y="141"/>
                      </a:moveTo>
                      <a:lnTo>
                        <a:pt x="155" y="4459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476" name="Graphic 1996">
                  <a:extLst>
                    <a:ext uri="{FF2B5EF4-FFF2-40B4-BE49-F238E27FC236}">
                      <a16:creationId xmlns:a16="http://schemas.microsoft.com/office/drawing/2014/main" id="{9317EEE8-5460-1B0A-6049-336E2B136834}"/>
                    </a:ext>
                  </a:extLst>
                </p:cNvPr>
                <p:cNvGrpSpPr/>
                <p:nvPr/>
              </p:nvGrpSpPr>
              <p:grpSpPr>
                <a:xfrm>
                  <a:off x="9345377" y="5192372"/>
                  <a:ext cx="224339" cy="96063"/>
                  <a:chOff x="9345377" y="5192372"/>
                  <a:chExt cx="224339" cy="96063"/>
                </a:xfrm>
                <a:solidFill>
                  <a:srgbClr val="000000"/>
                </a:solidFill>
              </p:grpSpPr>
              <p:sp>
                <p:nvSpPr>
                  <p:cNvPr id="477" name="Freeform: Shape 476">
                    <a:extLst>
                      <a:ext uri="{FF2B5EF4-FFF2-40B4-BE49-F238E27FC236}">
                        <a16:creationId xmlns:a16="http://schemas.microsoft.com/office/drawing/2014/main" id="{F3CD22E6-F56E-230C-15F5-CD50FA7B9E94}"/>
                      </a:ext>
                    </a:extLst>
                  </p:cNvPr>
                  <p:cNvSpPr/>
                  <p:nvPr/>
                </p:nvSpPr>
                <p:spPr>
                  <a:xfrm flipV="1">
                    <a:off x="9345377" y="5192372"/>
                    <a:ext cx="58691" cy="94257"/>
                  </a:xfrm>
                  <a:custGeom>
                    <a:avLst/>
                    <a:gdLst>
                      <a:gd name="connsiteX0" fmla="*/ 13238 w 58691"/>
                      <a:gd name="connsiteY0" fmla="*/ 8314 h 94257"/>
                      <a:gd name="connsiteX1" fmla="*/ 56891 w 58691"/>
                      <a:gd name="connsiteY1" fmla="*/ 8314 h 94257"/>
                      <a:gd name="connsiteX2" fmla="*/ 56891 w 58691"/>
                      <a:gd name="connsiteY2" fmla="*/ -2223 h 94257"/>
                      <a:gd name="connsiteX3" fmla="*/ -1801 w 58691"/>
                      <a:gd name="connsiteY3" fmla="*/ -2223 h 94257"/>
                      <a:gd name="connsiteX4" fmla="*/ -1801 w 58691"/>
                      <a:gd name="connsiteY4" fmla="*/ 8314 h 94257"/>
                      <a:gd name="connsiteX5" fmla="*/ 17598 w 58691"/>
                      <a:gd name="connsiteY5" fmla="*/ 28118 h 94257"/>
                      <a:gd name="connsiteX6" fmla="*/ 33053 w 58691"/>
                      <a:gd name="connsiteY6" fmla="*/ 44172 h 94257"/>
                      <a:gd name="connsiteX7" fmla="*/ 41435 w 58691"/>
                      <a:gd name="connsiteY7" fmla="*/ 55602 h 94257"/>
                      <a:gd name="connsiteX8" fmla="*/ 43833 w 58691"/>
                      <a:gd name="connsiteY8" fmla="*/ 64810 h 94257"/>
                      <a:gd name="connsiteX9" fmla="*/ 38661 w 58691"/>
                      <a:gd name="connsiteY9" fmla="*/ 76835 h 94257"/>
                      <a:gd name="connsiteX10" fmla="*/ 25187 w 58691"/>
                      <a:gd name="connsiteY10" fmla="*/ 81498 h 94257"/>
                      <a:gd name="connsiteX11" fmla="*/ 12763 w 58691"/>
                      <a:gd name="connsiteY11" fmla="*/ 79454 h 94257"/>
                      <a:gd name="connsiteX12" fmla="*/ -1187 w 58691"/>
                      <a:gd name="connsiteY12" fmla="*/ 73243 h 94257"/>
                      <a:gd name="connsiteX13" fmla="*/ -1187 w 58691"/>
                      <a:gd name="connsiteY13" fmla="*/ 85903 h 94257"/>
                      <a:gd name="connsiteX14" fmla="*/ 12921 w 58691"/>
                      <a:gd name="connsiteY14" fmla="*/ 90487 h 94257"/>
                      <a:gd name="connsiteX15" fmla="*/ 24949 w 58691"/>
                      <a:gd name="connsiteY15" fmla="*/ 92035 h 94257"/>
                      <a:gd name="connsiteX16" fmla="*/ 47855 w 58691"/>
                      <a:gd name="connsiteY16" fmla="*/ 84832 h 94257"/>
                      <a:gd name="connsiteX17" fmla="*/ 56395 w 58691"/>
                      <a:gd name="connsiteY17" fmla="*/ 65623 h 94257"/>
                      <a:gd name="connsiteX18" fmla="*/ 54255 w 58691"/>
                      <a:gd name="connsiteY18" fmla="*/ 54788 h 94257"/>
                      <a:gd name="connsiteX19" fmla="*/ 46488 w 58691"/>
                      <a:gd name="connsiteY19" fmla="*/ 42743 h 94257"/>
                      <a:gd name="connsiteX20" fmla="*/ 36640 w 58691"/>
                      <a:gd name="connsiteY20" fmla="*/ 32345 h 94257"/>
                      <a:gd name="connsiteX21" fmla="*/ 13238 w 58691"/>
                      <a:gd name="connsiteY21" fmla="*/ 8314 h 9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691" h="94257">
                        <a:moveTo>
                          <a:pt x="13238" y="8314"/>
                        </a:moveTo>
                        <a:lnTo>
                          <a:pt x="56891" y="8314"/>
                        </a:lnTo>
                        <a:lnTo>
                          <a:pt x="56891" y="-2223"/>
                        </a:lnTo>
                        <a:lnTo>
                          <a:pt x="-1801" y="-2223"/>
                        </a:lnTo>
                        <a:lnTo>
                          <a:pt x="-1801" y="8314"/>
                        </a:lnTo>
                        <a:cubicBezTo>
                          <a:pt x="2941" y="13236"/>
                          <a:pt x="9408" y="19837"/>
                          <a:pt x="17598" y="28118"/>
                        </a:cubicBezTo>
                        <a:cubicBezTo>
                          <a:pt x="25801" y="36413"/>
                          <a:pt x="30953" y="41764"/>
                          <a:pt x="33053" y="44172"/>
                        </a:cubicBezTo>
                        <a:cubicBezTo>
                          <a:pt x="37056" y="48670"/>
                          <a:pt x="39850" y="52480"/>
                          <a:pt x="41435" y="55602"/>
                        </a:cubicBezTo>
                        <a:cubicBezTo>
                          <a:pt x="43033" y="58724"/>
                          <a:pt x="43833" y="61793"/>
                          <a:pt x="43833" y="64810"/>
                        </a:cubicBezTo>
                        <a:cubicBezTo>
                          <a:pt x="43833" y="69731"/>
                          <a:pt x="42109" y="73739"/>
                          <a:pt x="38661" y="76835"/>
                        </a:cubicBezTo>
                        <a:cubicBezTo>
                          <a:pt x="35213" y="79944"/>
                          <a:pt x="30722" y="81498"/>
                          <a:pt x="25187" y="81498"/>
                        </a:cubicBezTo>
                        <a:cubicBezTo>
                          <a:pt x="21263" y="81498"/>
                          <a:pt x="17122" y="80817"/>
                          <a:pt x="12763" y="79454"/>
                        </a:cubicBezTo>
                        <a:cubicBezTo>
                          <a:pt x="8417" y="78092"/>
                          <a:pt x="3767" y="76021"/>
                          <a:pt x="-1187" y="73243"/>
                        </a:cubicBezTo>
                        <a:lnTo>
                          <a:pt x="-1187" y="85903"/>
                        </a:lnTo>
                        <a:cubicBezTo>
                          <a:pt x="3846" y="87928"/>
                          <a:pt x="8549" y="89455"/>
                          <a:pt x="12921" y="90487"/>
                        </a:cubicBezTo>
                        <a:cubicBezTo>
                          <a:pt x="17307" y="91519"/>
                          <a:pt x="21316" y="92035"/>
                          <a:pt x="24949" y="92035"/>
                        </a:cubicBezTo>
                        <a:cubicBezTo>
                          <a:pt x="34526" y="92035"/>
                          <a:pt x="42162" y="89634"/>
                          <a:pt x="47855" y="84832"/>
                        </a:cubicBezTo>
                        <a:cubicBezTo>
                          <a:pt x="53548" y="80043"/>
                          <a:pt x="56395" y="73640"/>
                          <a:pt x="56395" y="65623"/>
                        </a:cubicBezTo>
                        <a:cubicBezTo>
                          <a:pt x="56395" y="61813"/>
                          <a:pt x="55682" y="58202"/>
                          <a:pt x="54255" y="54788"/>
                        </a:cubicBezTo>
                        <a:cubicBezTo>
                          <a:pt x="52842" y="51389"/>
                          <a:pt x="50253" y="47373"/>
                          <a:pt x="46488" y="42743"/>
                        </a:cubicBezTo>
                        <a:cubicBezTo>
                          <a:pt x="45457" y="41539"/>
                          <a:pt x="42175" y="38073"/>
                          <a:pt x="36640" y="32345"/>
                        </a:cubicBezTo>
                        <a:cubicBezTo>
                          <a:pt x="31118" y="26617"/>
                          <a:pt x="23318" y="18607"/>
                          <a:pt x="13238" y="8314"/>
                        </a:cubicBezTo>
                        <a:close/>
                      </a:path>
                    </a:pathLst>
                  </a:custGeom>
                  <a:solidFill>
                    <a:srgbClr val="000000"/>
                  </a:solidFill>
                  <a:ln w="20" cap="flat">
                    <a:noFill/>
                    <a:prstDash val="solid"/>
                    <a:round/>
                  </a:ln>
                </p:spPr>
                <p:txBody>
                  <a:bodyPr rtlCol="0" anchor="ctr"/>
                  <a:lstStyle/>
                  <a:p>
                    <a:endParaRPr lang="en-US" sz="3200"/>
                  </a:p>
                </p:txBody>
              </p:sp>
              <p:sp>
                <p:nvSpPr>
                  <p:cNvPr id="478" name="Freeform: Shape 477">
                    <a:extLst>
                      <a:ext uri="{FF2B5EF4-FFF2-40B4-BE49-F238E27FC236}">
                        <a16:creationId xmlns:a16="http://schemas.microsoft.com/office/drawing/2014/main" id="{6F747BF7-02FA-93D8-1C33-1BECD02CB9D7}"/>
                      </a:ext>
                    </a:extLst>
                  </p:cNvPr>
                  <p:cNvSpPr/>
                  <p:nvPr/>
                </p:nvSpPr>
                <p:spPr>
                  <a:xfrm flipV="1">
                    <a:off x="9425130" y="5192372"/>
                    <a:ext cx="63903" cy="96063"/>
                  </a:xfrm>
                  <a:custGeom>
                    <a:avLst/>
                    <a:gdLst>
                      <a:gd name="connsiteX0" fmla="*/ 30062 w 63903"/>
                      <a:gd name="connsiteY0" fmla="*/ 83965 h 96063"/>
                      <a:gd name="connsiteX1" fmla="*/ 15538 w 63903"/>
                      <a:gd name="connsiteY1" fmla="*/ 74440 h 96063"/>
                      <a:gd name="connsiteX2" fmla="*/ 10684 w 63903"/>
                      <a:gd name="connsiteY2" fmla="*/ 45825 h 96063"/>
                      <a:gd name="connsiteX3" fmla="*/ 15538 w 63903"/>
                      <a:gd name="connsiteY3" fmla="*/ 17270 h 96063"/>
                      <a:gd name="connsiteX4" fmla="*/ 30062 w 63903"/>
                      <a:gd name="connsiteY4" fmla="*/ 7745 h 96063"/>
                      <a:gd name="connsiteX5" fmla="*/ 44646 w 63903"/>
                      <a:gd name="connsiteY5" fmla="*/ 17270 h 96063"/>
                      <a:gd name="connsiteX6" fmla="*/ 49521 w 63903"/>
                      <a:gd name="connsiteY6" fmla="*/ 45825 h 96063"/>
                      <a:gd name="connsiteX7" fmla="*/ 44646 w 63903"/>
                      <a:gd name="connsiteY7" fmla="*/ 74440 h 96063"/>
                      <a:gd name="connsiteX8" fmla="*/ 30062 w 63903"/>
                      <a:gd name="connsiteY8" fmla="*/ 83965 h 96063"/>
                      <a:gd name="connsiteX9" fmla="*/ 30062 w 63903"/>
                      <a:gd name="connsiteY9" fmla="*/ 93887 h 96063"/>
                      <a:gd name="connsiteX10" fmla="*/ 53821 w 63903"/>
                      <a:gd name="connsiteY10" fmla="*/ 81564 h 96063"/>
                      <a:gd name="connsiteX11" fmla="*/ 62024 w 63903"/>
                      <a:gd name="connsiteY11" fmla="*/ 45825 h 96063"/>
                      <a:gd name="connsiteX12" fmla="*/ 53821 w 63903"/>
                      <a:gd name="connsiteY12" fmla="*/ 10126 h 96063"/>
                      <a:gd name="connsiteX13" fmla="*/ 30062 w 63903"/>
                      <a:gd name="connsiteY13" fmla="*/ -2177 h 96063"/>
                      <a:gd name="connsiteX14" fmla="*/ 6324 w 63903"/>
                      <a:gd name="connsiteY14" fmla="*/ 10126 h 96063"/>
                      <a:gd name="connsiteX15" fmla="*/ -1879 w 63903"/>
                      <a:gd name="connsiteY15" fmla="*/ 45825 h 96063"/>
                      <a:gd name="connsiteX16" fmla="*/ 6324 w 63903"/>
                      <a:gd name="connsiteY16" fmla="*/ 81564 h 96063"/>
                      <a:gd name="connsiteX17" fmla="*/ 30062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62" y="83965"/>
                        </a:moveTo>
                        <a:cubicBezTo>
                          <a:pt x="23629" y="83965"/>
                          <a:pt x="18788" y="80790"/>
                          <a:pt x="15538" y="74440"/>
                        </a:cubicBezTo>
                        <a:cubicBezTo>
                          <a:pt x="12302" y="68103"/>
                          <a:pt x="10684" y="58565"/>
                          <a:pt x="10684" y="45825"/>
                        </a:cubicBezTo>
                        <a:cubicBezTo>
                          <a:pt x="10684" y="33138"/>
                          <a:pt x="12302" y="23620"/>
                          <a:pt x="15538" y="17270"/>
                        </a:cubicBezTo>
                        <a:cubicBezTo>
                          <a:pt x="18788" y="10920"/>
                          <a:pt x="23629" y="7745"/>
                          <a:pt x="30062" y="7745"/>
                        </a:cubicBezTo>
                        <a:cubicBezTo>
                          <a:pt x="36549" y="7745"/>
                          <a:pt x="41410" y="10920"/>
                          <a:pt x="44646" y="17270"/>
                        </a:cubicBezTo>
                        <a:cubicBezTo>
                          <a:pt x="47896" y="23620"/>
                          <a:pt x="49521" y="33138"/>
                          <a:pt x="49521" y="45825"/>
                        </a:cubicBezTo>
                        <a:cubicBezTo>
                          <a:pt x="49521" y="58565"/>
                          <a:pt x="47896" y="68103"/>
                          <a:pt x="44646" y="74440"/>
                        </a:cubicBezTo>
                        <a:cubicBezTo>
                          <a:pt x="41410" y="80790"/>
                          <a:pt x="36549" y="83965"/>
                          <a:pt x="30062" y="83965"/>
                        </a:cubicBezTo>
                        <a:close/>
                        <a:moveTo>
                          <a:pt x="30062" y="93887"/>
                        </a:moveTo>
                        <a:cubicBezTo>
                          <a:pt x="40432" y="93887"/>
                          <a:pt x="48352" y="89779"/>
                          <a:pt x="53821" y="81564"/>
                        </a:cubicBezTo>
                        <a:cubicBezTo>
                          <a:pt x="59289" y="73362"/>
                          <a:pt x="62024" y="61449"/>
                          <a:pt x="62024" y="45825"/>
                        </a:cubicBezTo>
                        <a:cubicBezTo>
                          <a:pt x="62024" y="30241"/>
                          <a:pt x="59289" y="18341"/>
                          <a:pt x="53821" y="10126"/>
                        </a:cubicBezTo>
                        <a:cubicBezTo>
                          <a:pt x="48352" y="1924"/>
                          <a:pt x="40432" y="-2177"/>
                          <a:pt x="30062" y="-2177"/>
                        </a:cubicBezTo>
                        <a:cubicBezTo>
                          <a:pt x="19706" y="-2177"/>
                          <a:pt x="11793" y="1924"/>
                          <a:pt x="6324" y="10126"/>
                        </a:cubicBezTo>
                        <a:cubicBezTo>
                          <a:pt x="855" y="18341"/>
                          <a:pt x="-1879" y="30241"/>
                          <a:pt x="-1879" y="45825"/>
                        </a:cubicBezTo>
                        <a:cubicBezTo>
                          <a:pt x="-1879" y="61449"/>
                          <a:pt x="855" y="73362"/>
                          <a:pt x="6324" y="81564"/>
                        </a:cubicBezTo>
                        <a:cubicBezTo>
                          <a:pt x="11793" y="89779"/>
                          <a:pt x="19706" y="93887"/>
                          <a:pt x="30062" y="93887"/>
                        </a:cubicBezTo>
                        <a:close/>
                      </a:path>
                    </a:pathLst>
                  </a:custGeom>
                  <a:solidFill>
                    <a:srgbClr val="000000"/>
                  </a:solidFill>
                  <a:ln w="20" cap="flat">
                    <a:noFill/>
                    <a:prstDash val="solid"/>
                    <a:round/>
                  </a:ln>
                </p:spPr>
                <p:txBody>
                  <a:bodyPr rtlCol="0" anchor="ctr"/>
                  <a:lstStyle/>
                  <a:p>
                    <a:endParaRPr lang="en-US" sz="3200"/>
                  </a:p>
                </p:txBody>
              </p:sp>
              <p:sp>
                <p:nvSpPr>
                  <p:cNvPr id="479" name="Freeform: Shape 478">
                    <a:extLst>
                      <a:ext uri="{FF2B5EF4-FFF2-40B4-BE49-F238E27FC236}">
                        <a16:creationId xmlns:a16="http://schemas.microsoft.com/office/drawing/2014/main" id="{98A6CD1B-4CE0-A427-C9E2-A34C5834E628}"/>
                      </a:ext>
                    </a:extLst>
                  </p:cNvPr>
                  <p:cNvSpPr/>
                  <p:nvPr/>
                </p:nvSpPr>
                <p:spPr>
                  <a:xfrm flipV="1">
                    <a:off x="9505813" y="5192372"/>
                    <a:ext cx="63903" cy="96063"/>
                  </a:xfrm>
                  <a:custGeom>
                    <a:avLst/>
                    <a:gdLst>
                      <a:gd name="connsiteX0" fmla="*/ 30069 w 63903"/>
                      <a:gd name="connsiteY0" fmla="*/ 83965 h 96063"/>
                      <a:gd name="connsiteX1" fmla="*/ 15545 w 63903"/>
                      <a:gd name="connsiteY1" fmla="*/ 74440 h 96063"/>
                      <a:gd name="connsiteX2" fmla="*/ 10690 w 63903"/>
                      <a:gd name="connsiteY2" fmla="*/ 45825 h 96063"/>
                      <a:gd name="connsiteX3" fmla="*/ 15545 w 63903"/>
                      <a:gd name="connsiteY3" fmla="*/ 17270 h 96063"/>
                      <a:gd name="connsiteX4" fmla="*/ 30069 w 63903"/>
                      <a:gd name="connsiteY4" fmla="*/ 7745 h 96063"/>
                      <a:gd name="connsiteX5" fmla="*/ 44653 w 63903"/>
                      <a:gd name="connsiteY5" fmla="*/ 17270 h 96063"/>
                      <a:gd name="connsiteX6" fmla="*/ 49527 w 63903"/>
                      <a:gd name="connsiteY6" fmla="*/ 45825 h 96063"/>
                      <a:gd name="connsiteX7" fmla="*/ 44653 w 63903"/>
                      <a:gd name="connsiteY7" fmla="*/ 74440 h 96063"/>
                      <a:gd name="connsiteX8" fmla="*/ 30069 w 63903"/>
                      <a:gd name="connsiteY8" fmla="*/ 83965 h 96063"/>
                      <a:gd name="connsiteX9" fmla="*/ 30069 w 63903"/>
                      <a:gd name="connsiteY9" fmla="*/ 93887 h 96063"/>
                      <a:gd name="connsiteX10" fmla="*/ 53827 w 63903"/>
                      <a:gd name="connsiteY10" fmla="*/ 81564 h 96063"/>
                      <a:gd name="connsiteX11" fmla="*/ 62030 w 63903"/>
                      <a:gd name="connsiteY11" fmla="*/ 45825 h 96063"/>
                      <a:gd name="connsiteX12" fmla="*/ 53827 w 63903"/>
                      <a:gd name="connsiteY12" fmla="*/ 10126 h 96063"/>
                      <a:gd name="connsiteX13" fmla="*/ 30069 w 63903"/>
                      <a:gd name="connsiteY13" fmla="*/ -2177 h 96063"/>
                      <a:gd name="connsiteX14" fmla="*/ 6331 w 63903"/>
                      <a:gd name="connsiteY14" fmla="*/ 10126 h 96063"/>
                      <a:gd name="connsiteX15" fmla="*/ -1873 w 63903"/>
                      <a:gd name="connsiteY15" fmla="*/ 45825 h 96063"/>
                      <a:gd name="connsiteX16" fmla="*/ 6331 w 63903"/>
                      <a:gd name="connsiteY16" fmla="*/ 81564 h 96063"/>
                      <a:gd name="connsiteX17" fmla="*/ 30069 w 63903"/>
                      <a:gd name="connsiteY17" fmla="*/ 93887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30069" y="83965"/>
                        </a:moveTo>
                        <a:cubicBezTo>
                          <a:pt x="23636" y="83965"/>
                          <a:pt x="18794" y="80790"/>
                          <a:pt x="15545" y="74440"/>
                        </a:cubicBezTo>
                        <a:cubicBezTo>
                          <a:pt x="12308" y="68103"/>
                          <a:pt x="10690" y="58565"/>
                          <a:pt x="10690" y="45825"/>
                        </a:cubicBezTo>
                        <a:cubicBezTo>
                          <a:pt x="10690" y="33138"/>
                          <a:pt x="12308" y="23620"/>
                          <a:pt x="15545" y="17270"/>
                        </a:cubicBezTo>
                        <a:cubicBezTo>
                          <a:pt x="18794" y="10920"/>
                          <a:pt x="23636" y="7745"/>
                          <a:pt x="30069" y="7745"/>
                        </a:cubicBezTo>
                        <a:cubicBezTo>
                          <a:pt x="36555" y="7745"/>
                          <a:pt x="41416" y="10920"/>
                          <a:pt x="44653" y="17270"/>
                        </a:cubicBezTo>
                        <a:cubicBezTo>
                          <a:pt x="47902" y="23620"/>
                          <a:pt x="49527" y="33138"/>
                          <a:pt x="49527" y="45825"/>
                        </a:cubicBezTo>
                        <a:cubicBezTo>
                          <a:pt x="49527" y="58565"/>
                          <a:pt x="47902" y="68103"/>
                          <a:pt x="44653" y="74440"/>
                        </a:cubicBezTo>
                        <a:cubicBezTo>
                          <a:pt x="41416" y="80790"/>
                          <a:pt x="36555" y="83965"/>
                          <a:pt x="30069" y="83965"/>
                        </a:cubicBezTo>
                        <a:close/>
                        <a:moveTo>
                          <a:pt x="30069" y="93887"/>
                        </a:moveTo>
                        <a:cubicBezTo>
                          <a:pt x="40439" y="93887"/>
                          <a:pt x="48358" y="89779"/>
                          <a:pt x="53827" y="81564"/>
                        </a:cubicBezTo>
                        <a:cubicBezTo>
                          <a:pt x="59296" y="73362"/>
                          <a:pt x="62030" y="61449"/>
                          <a:pt x="62030" y="45825"/>
                        </a:cubicBezTo>
                        <a:cubicBezTo>
                          <a:pt x="62030" y="30241"/>
                          <a:pt x="59296" y="18341"/>
                          <a:pt x="53827" y="10126"/>
                        </a:cubicBezTo>
                        <a:cubicBezTo>
                          <a:pt x="48358" y="1924"/>
                          <a:pt x="40439" y="-2177"/>
                          <a:pt x="30069" y="-2177"/>
                        </a:cubicBezTo>
                        <a:cubicBezTo>
                          <a:pt x="19712" y="-2177"/>
                          <a:pt x="11800" y="1924"/>
                          <a:pt x="6331" y="10126"/>
                        </a:cubicBezTo>
                        <a:cubicBezTo>
                          <a:pt x="862" y="18341"/>
                          <a:pt x="-1873" y="30241"/>
                          <a:pt x="-1873" y="45825"/>
                        </a:cubicBezTo>
                        <a:cubicBezTo>
                          <a:pt x="-1873" y="61449"/>
                          <a:pt x="862" y="73362"/>
                          <a:pt x="6331" y="81564"/>
                        </a:cubicBezTo>
                        <a:cubicBezTo>
                          <a:pt x="11800" y="89779"/>
                          <a:pt x="19712" y="93887"/>
                          <a:pt x="30069" y="93887"/>
                        </a:cubicBezTo>
                        <a:close/>
                      </a:path>
                    </a:pathLst>
                  </a:custGeom>
                  <a:solidFill>
                    <a:srgbClr val="000000"/>
                  </a:solidFill>
                  <a:ln w="20" cap="flat">
                    <a:noFill/>
                    <a:prstDash val="solid"/>
                    <a:round/>
                  </a:ln>
                </p:spPr>
                <p:txBody>
                  <a:bodyPr rtlCol="0" anchor="ctr"/>
                  <a:lstStyle/>
                  <a:p>
                    <a:endParaRPr lang="en-US" sz="3200"/>
                  </a:p>
                </p:txBody>
              </p:sp>
            </p:grpSp>
          </p:grpSp>
        </p:grpSp>
        <p:grpSp>
          <p:nvGrpSpPr>
            <p:cNvPr id="337" name="Graphic 1996">
              <a:extLst>
                <a:ext uri="{FF2B5EF4-FFF2-40B4-BE49-F238E27FC236}">
                  <a16:creationId xmlns:a16="http://schemas.microsoft.com/office/drawing/2014/main" id="{E2923B58-E127-5139-BCE5-59E87DFC946F}"/>
                </a:ext>
              </a:extLst>
            </p:cNvPr>
            <p:cNvGrpSpPr/>
            <p:nvPr/>
          </p:nvGrpSpPr>
          <p:grpSpPr>
            <a:xfrm>
              <a:off x="4332174" y="6102365"/>
              <a:ext cx="181082" cy="107981"/>
              <a:chOff x="7667141" y="4983838"/>
              <a:chExt cx="161095" cy="96063"/>
            </a:xfrm>
            <a:solidFill>
              <a:srgbClr val="000000"/>
            </a:solidFill>
          </p:grpSpPr>
          <p:sp>
            <p:nvSpPr>
              <p:cNvPr id="470" name="Freeform: Shape 469">
                <a:extLst>
                  <a:ext uri="{FF2B5EF4-FFF2-40B4-BE49-F238E27FC236}">
                    <a16:creationId xmlns:a16="http://schemas.microsoft.com/office/drawing/2014/main" id="{556A6AD4-88A7-E253-A602-63B14F67C480}"/>
                  </a:ext>
                </a:extLst>
              </p:cNvPr>
              <p:cNvSpPr/>
              <p:nvPr/>
            </p:nvSpPr>
            <p:spPr>
              <a:xfrm>
                <a:off x="7783851" y="5029849"/>
                <a:ext cx="44385" cy="12700"/>
              </a:xfrm>
              <a:custGeom>
                <a:avLst/>
                <a:gdLst>
                  <a:gd name="connsiteX0" fmla="*/ 44412 w 44385"/>
                  <a:gd name="connsiteY0" fmla="*/ 136 h 12700"/>
                  <a:gd name="connsiteX1" fmla="*/ 27 w 44385"/>
                  <a:gd name="connsiteY1" fmla="*/ 136 h 12700"/>
                </a:gdLst>
                <a:ahLst/>
                <a:cxnLst>
                  <a:cxn ang="0">
                    <a:pos x="connsiteX0" y="connsiteY0"/>
                  </a:cxn>
                  <a:cxn ang="0">
                    <a:pos x="connsiteX1" y="connsiteY1"/>
                  </a:cxn>
                </a:cxnLst>
                <a:rect l="l" t="t" r="r" b="b"/>
                <a:pathLst>
                  <a:path w="44385" h="12700">
                    <a:moveTo>
                      <a:pt x="44412" y="136"/>
                    </a:moveTo>
                    <a:lnTo>
                      <a:pt x="27" y="136"/>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471" name="Freeform: Shape 470">
                <a:extLst>
                  <a:ext uri="{FF2B5EF4-FFF2-40B4-BE49-F238E27FC236}">
                    <a16:creationId xmlns:a16="http://schemas.microsoft.com/office/drawing/2014/main" id="{BB004964-6AE2-4A64-9CD2-52FD54CAA7D3}"/>
                  </a:ext>
                </a:extLst>
              </p:cNvPr>
              <p:cNvSpPr/>
              <p:nvPr/>
            </p:nvSpPr>
            <p:spPr>
              <a:xfrm flipV="1">
                <a:off x="7667141" y="4983838"/>
                <a:ext cx="63903" cy="96063"/>
              </a:xfrm>
              <a:custGeom>
                <a:avLst/>
                <a:gdLst>
                  <a:gd name="connsiteX0" fmla="*/ 29924 w 63903"/>
                  <a:gd name="connsiteY0" fmla="*/ 83948 h 96063"/>
                  <a:gd name="connsiteX1" fmla="*/ 15400 w 63903"/>
                  <a:gd name="connsiteY1" fmla="*/ 74423 h 96063"/>
                  <a:gd name="connsiteX2" fmla="*/ 10545 w 63903"/>
                  <a:gd name="connsiteY2" fmla="*/ 45809 h 96063"/>
                  <a:gd name="connsiteX3" fmla="*/ 15400 w 63903"/>
                  <a:gd name="connsiteY3" fmla="*/ 17253 h 96063"/>
                  <a:gd name="connsiteX4" fmla="*/ 29924 w 63903"/>
                  <a:gd name="connsiteY4" fmla="*/ 7728 h 96063"/>
                  <a:gd name="connsiteX5" fmla="*/ 44508 w 63903"/>
                  <a:gd name="connsiteY5" fmla="*/ 17253 h 96063"/>
                  <a:gd name="connsiteX6" fmla="*/ 49382 w 63903"/>
                  <a:gd name="connsiteY6" fmla="*/ 45809 h 96063"/>
                  <a:gd name="connsiteX7" fmla="*/ 44508 w 63903"/>
                  <a:gd name="connsiteY7" fmla="*/ 74423 h 96063"/>
                  <a:gd name="connsiteX8" fmla="*/ 29924 w 63903"/>
                  <a:gd name="connsiteY8" fmla="*/ 83948 h 96063"/>
                  <a:gd name="connsiteX9" fmla="*/ 29924 w 63903"/>
                  <a:gd name="connsiteY9" fmla="*/ 93870 h 96063"/>
                  <a:gd name="connsiteX10" fmla="*/ 53682 w 63903"/>
                  <a:gd name="connsiteY10" fmla="*/ 81547 h 96063"/>
                  <a:gd name="connsiteX11" fmla="*/ 61885 w 63903"/>
                  <a:gd name="connsiteY11" fmla="*/ 45809 h 96063"/>
                  <a:gd name="connsiteX12" fmla="*/ 53682 w 63903"/>
                  <a:gd name="connsiteY12" fmla="*/ 10110 h 96063"/>
                  <a:gd name="connsiteX13" fmla="*/ 29924 w 63903"/>
                  <a:gd name="connsiteY13" fmla="*/ -2193 h 96063"/>
                  <a:gd name="connsiteX14" fmla="*/ 6186 w 63903"/>
                  <a:gd name="connsiteY14" fmla="*/ 10110 h 96063"/>
                  <a:gd name="connsiteX15" fmla="*/ -2018 w 63903"/>
                  <a:gd name="connsiteY15" fmla="*/ 45809 h 96063"/>
                  <a:gd name="connsiteX16" fmla="*/ 6186 w 63903"/>
                  <a:gd name="connsiteY16" fmla="*/ 81547 h 96063"/>
                  <a:gd name="connsiteX17" fmla="*/ 29924 w 63903"/>
                  <a:gd name="connsiteY17" fmla="*/ 93870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948"/>
                    </a:moveTo>
                    <a:cubicBezTo>
                      <a:pt x="23491" y="83948"/>
                      <a:pt x="18649" y="80773"/>
                      <a:pt x="15400" y="74423"/>
                    </a:cubicBezTo>
                    <a:cubicBezTo>
                      <a:pt x="12163" y="68087"/>
                      <a:pt x="10545" y="58548"/>
                      <a:pt x="10545" y="45809"/>
                    </a:cubicBezTo>
                    <a:cubicBezTo>
                      <a:pt x="10545" y="33122"/>
                      <a:pt x="12163" y="23603"/>
                      <a:pt x="15400" y="17253"/>
                    </a:cubicBezTo>
                    <a:cubicBezTo>
                      <a:pt x="18649" y="10903"/>
                      <a:pt x="23491" y="7728"/>
                      <a:pt x="29924" y="7728"/>
                    </a:cubicBezTo>
                    <a:cubicBezTo>
                      <a:pt x="36410" y="7728"/>
                      <a:pt x="41271" y="10903"/>
                      <a:pt x="44508" y="17253"/>
                    </a:cubicBezTo>
                    <a:cubicBezTo>
                      <a:pt x="47757" y="23603"/>
                      <a:pt x="49382" y="33122"/>
                      <a:pt x="49382" y="45809"/>
                    </a:cubicBezTo>
                    <a:cubicBezTo>
                      <a:pt x="49382" y="58548"/>
                      <a:pt x="47757" y="68087"/>
                      <a:pt x="44508" y="74423"/>
                    </a:cubicBezTo>
                    <a:cubicBezTo>
                      <a:pt x="41271" y="80773"/>
                      <a:pt x="36410" y="83948"/>
                      <a:pt x="29924" y="83948"/>
                    </a:cubicBezTo>
                    <a:close/>
                    <a:moveTo>
                      <a:pt x="29924" y="93870"/>
                    </a:moveTo>
                    <a:cubicBezTo>
                      <a:pt x="40294" y="93870"/>
                      <a:pt x="48213" y="89762"/>
                      <a:pt x="53682" y="81547"/>
                    </a:cubicBezTo>
                    <a:cubicBezTo>
                      <a:pt x="59151" y="73345"/>
                      <a:pt x="61885" y="61432"/>
                      <a:pt x="61885" y="45809"/>
                    </a:cubicBezTo>
                    <a:cubicBezTo>
                      <a:pt x="61885" y="30225"/>
                      <a:pt x="59151" y="18325"/>
                      <a:pt x="53682" y="10110"/>
                    </a:cubicBezTo>
                    <a:cubicBezTo>
                      <a:pt x="48213" y="1908"/>
                      <a:pt x="40294" y="-2193"/>
                      <a:pt x="29924" y="-2193"/>
                    </a:cubicBezTo>
                    <a:cubicBezTo>
                      <a:pt x="19567" y="-2193"/>
                      <a:pt x="11655" y="1908"/>
                      <a:pt x="6186" y="10110"/>
                    </a:cubicBezTo>
                    <a:cubicBezTo>
                      <a:pt x="717" y="18325"/>
                      <a:pt x="-2018" y="30225"/>
                      <a:pt x="-2018" y="45809"/>
                    </a:cubicBezTo>
                    <a:cubicBezTo>
                      <a:pt x="-2018" y="61432"/>
                      <a:pt x="717" y="73345"/>
                      <a:pt x="6186" y="81547"/>
                    </a:cubicBezTo>
                    <a:cubicBezTo>
                      <a:pt x="11655" y="89762"/>
                      <a:pt x="19567" y="93870"/>
                      <a:pt x="29924" y="93870"/>
                    </a:cubicBezTo>
                    <a:close/>
                  </a:path>
                </a:pathLst>
              </a:custGeom>
              <a:solidFill>
                <a:srgbClr val="000000"/>
              </a:solidFill>
              <a:ln w="20" cap="flat">
                <a:noFill/>
                <a:prstDash val="solid"/>
                <a:round/>
              </a:ln>
            </p:spPr>
            <p:txBody>
              <a:bodyPr rtlCol="0" anchor="ctr"/>
              <a:lstStyle/>
              <a:p>
                <a:endParaRPr lang="en-US" sz="3200"/>
              </a:p>
            </p:txBody>
          </p:sp>
        </p:grpSp>
        <p:sp>
          <p:nvSpPr>
            <p:cNvPr id="338" name="Freeform: Shape 337">
              <a:extLst>
                <a:ext uri="{FF2B5EF4-FFF2-40B4-BE49-F238E27FC236}">
                  <a16:creationId xmlns:a16="http://schemas.microsoft.com/office/drawing/2014/main" id="{67F98EC8-5408-6511-ABEB-06C4B43BFD27}"/>
                </a:ext>
              </a:extLst>
            </p:cNvPr>
            <p:cNvSpPr/>
            <p:nvPr/>
          </p:nvSpPr>
          <p:spPr>
            <a:xfrm>
              <a:off x="4463364" y="5797635"/>
              <a:ext cx="49892" cy="14276"/>
            </a:xfrm>
            <a:custGeom>
              <a:avLst/>
              <a:gdLst>
                <a:gd name="connsiteX0" fmla="*/ 44412 w 44385"/>
                <a:gd name="connsiteY0" fmla="*/ 111 h 12700"/>
                <a:gd name="connsiteX1" fmla="*/ 27 w 44385"/>
                <a:gd name="connsiteY1" fmla="*/ 111 h 12700"/>
              </a:gdLst>
              <a:ahLst/>
              <a:cxnLst>
                <a:cxn ang="0">
                  <a:pos x="connsiteX0" y="connsiteY0"/>
                </a:cxn>
                <a:cxn ang="0">
                  <a:pos x="connsiteX1" y="connsiteY1"/>
                </a:cxn>
              </a:cxnLst>
              <a:rect l="l" t="t" r="r" b="b"/>
              <a:pathLst>
                <a:path w="44385" h="12700">
                  <a:moveTo>
                    <a:pt x="44412" y="111"/>
                  </a:moveTo>
                  <a:lnTo>
                    <a:pt x="27" y="11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339" name="Graphic 1996">
              <a:extLst>
                <a:ext uri="{FF2B5EF4-FFF2-40B4-BE49-F238E27FC236}">
                  <a16:creationId xmlns:a16="http://schemas.microsoft.com/office/drawing/2014/main" id="{419879DE-7A98-F9F3-586A-7FB21E3283B1}"/>
                </a:ext>
              </a:extLst>
            </p:cNvPr>
            <p:cNvGrpSpPr/>
            <p:nvPr/>
          </p:nvGrpSpPr>
          <p:grpSpPr>
            <a:xfrm>
              <a:off x="4247735" y="5389474"/>
              <a:ext cx="265520" cy="107981"/>
              <a:chOff x="7592022" y="4349632"/>
              <a:chExt cx="236213" cy="96063"/>
            </a:xfrm>
            <a:solidFill>
              <a:srgbClr val="000000"/>
            </a:solidFill>
          </p:grpSpPr>
          <p:sp>
            <p:nvSpPr>
              <p:cNvPr id="466" name="Freeform: Shape 465">
                <a:extLst>
                  <a:ext uri="{FF2B5EF4-FFF2-40B4-BE49-F238E27FC236}">
                    <a16:creationId xmlns:a16="http://schemas.microsoft.com/office/drawing/2014/main" id="{434CE945-A6A0-C0C2-76CE-19E467FD039F}"/>
                  </a:ext>
                </a:extLst>
              </p:cNvPr>
              <p:cNvSpPr/>
              <p:nvPr/>
            </p:nvSpPr>
            <p:spPr>
              <a:xfrm>
                <a:off x="7783851" y="4395640"/>
                <a:ext cx="44385" cy="12700"/>
              </a:xfrm>
              <a:custGeom>
                <a:avLst/>
                <a:gdLst>
                  <a:gd name="connsiteX0" fmla="*/ 44412 w 44385"/>
                  <a:gd name="connsiteY0" fmla="*/ 86 h 12700"/>
                  <a:gd name="connsiteX1" fmla="*/ 27 w 44385"/>
                  <a:gd name="connsiteY1" fmla="*/ 86 h 12700"/>
                </a:gdLst>
                <a:ahLst/>
                <a:cxnLst>
                  <a:cxn ang="0">
                    <a:pos x="connsiteX0" y="connsiteY0"/>
                  </a:cxn>
                  <a:cxn ang="0">
                    <a:pos x="connsiteX1" y="connsiteY1"/>
                  </a:cxn>
                </a:cxnLst>
                <a:rect l="l" t="t" r="r" b="b"/>
                <a:pathLst>
                  <a:path w="44385" h="12700">
                    <a:moveTo>
                      <a:pt x="44412" y="86"/>
                    </a:moveTo>
                    <a:lnTo>
                      <a:pt x="27" y="86"/>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467" name="Graphic 1996">
                <a:extLst>
                  <a:ext uri="{FF2B5EF4-FFF2-40B4-BE49-F238E27FC236}">
                    <a16:creationId xmlns:a16="http://schemas.microsoft.com/office/drawing/2014/main" id="{0DEA211E-5BA5-EA64-D8F1-F9D6DF222D97}"/>
                  </a:ext>
                </a:extLst>
              </p:cNvPr>
              <p:cNvGrpSpPr/>
              <p:nvPr/>
            </p:nvGrpSpPr>
            <p:grpSpPr>
              <a:xfrm>
                <a:off x="7592022" y="4349632"/>
                <a:ext cx="139018" cy="96063"/>
                <a:chOff x="7592022" y="4349632"/>
                <a:chExt cx="139018" cy="96063"/>
              </a:xfrm>
              <a:solidFill>
                <a:srgbClr val="000000"/>
              </a:solidFill>
            </p:grpSpPr>
            <p:sp>
              <p:nvSpPr>
                <p:cNvPr id="468" name="Freeform: Shape 467">
                  <a:extLst>
                    <a:ext uri="{FF2B5EF4-FFF2-40B4-BE49-F238E27FC236}">
                      <a16:creationId xmlns:a16="http://schemas.microsoft.com/office/drawing/2014/main" id="{F1204174-B6F5-D57E-E5B1-C30C7A541F51}"/>
                    </a:ext>
                  </a:extLst>
                </p:cNvPr>
                <p:cNvSpPr/>
                <p:nvPr/>
              </p:nvSpPr>
              <p:spPr>
                <a:xfrm flipV="1">
                  <a:off x="7592022" y="4351299"/>
                  <a:ext cx="55045" cy="92590"/>
                </a:xfrm>
                <a:custGeom>
                  <a:avLst/>
                  <a:gdLst>
                    <a:gd name="connsiteX0" fmla="*/ -278 w 55045"/>
                    <a:gd name="connsiteY0" fmla="*/ 8290 h 92590"/>
                    <a:gd name="connsiteX1" fmla="*/ 20151 w 55045"/>
                    <a:gd name="connsiteY1" fmla="*/ 8290 h 92590"/>
                    <a:gd name="connsiteX2" fmla="*/ 20151 w 55045"/>
                    <a:gd name="connsiteY2" fmla="*/ 78934 h 92590"/>
                    <a:gd name="connsiteX3" fmla="*/ -2082 w 55045"/>
                    <a:gd name="connsiteY3" fmla="*/ 74469 h 92590"/>
                    <a:gd name="connsiteX4" fmla="*/ -2082 w 55045"/>
                    <a:gd name="connsiteY4" fmla="*/ 85879 h 92590"/>
                    <a:gd name="connsiteX5" fmla="*/ 20032 w 55045"/>
                    <a:gd name="connsiteY5" fmla="*/ 90344 h 92590"/>
                    <a:gd name="connsiteX6" fmla="*/ 32535 w 55045"/>
                    <a:gd name="connsiteY6" fmla="*/ 90344 h 92590"/>
                    <a:gd name="connsiteX7" fmla="*/ 32535 w 55045"/>
                    <a:gd name="connsiteY7" fmla="*/ 8290 h 92590"/>
                    <a:gd name="connsiteX8" fmla="*/ 52964 w 55045"/>
                    <a:gd name="connsiteY8" fmla="*/ 8290 h 92590"/>
                    <a:gd name="connsiteX9" fmla="*/ 52964 w 55045"/>
                    <a:gd name="connsiteY9" fmla="*/ -2247 h 92590"/>
                    <a:gd name="connsiteX10" fmla="*/ -278 w 55045"/>
                    <a:gd name="connsiteY10" fmla="*/ -2247 h 92590"/>
                    <a:gd name="connsiteX11" fmla="*/ -278 w 55045"/>
                    <a:gd name="connsiteY11" fmla="*/ 8290 h 9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45" h="92590">
                      <a:moveTo>
                        <a:pt x="-278" y="8290"/>
                      </a:moveTo>
                      <a:lnTo>
                        <a:pt x="20151" y="8290"/>
                      </a:lnTo>
                      <a:lnTo>
                        <a:pt x="20151" y="78934"/>
                      </a:lnTo>
                      <a:lnTo>
                        <a:pt x="-2082" y="74469"/>
                      </a:lnTo>
                      <a:lnTo>
                        <a:pt x="-2082" y="85879"/>
                      </a:lnTo>
                      <a:lnTo>
                        <a:pt x="20032" y="90344"/>
                      </a:lnTo>
                      <a:lnTo>
                        <a:pt x="32535" y="90344"/>
                      </a:lnTo>
                      <a:lnTo>
                        <a:pt x="32535" y="8290"/>
                      </a:lnTo>
                      <a:lnTo>
                        <a:pt x="52964" y="8290"/>
                      </a:lnTo>
                      <a:lnTo>
                        <a:pt x="52964" y="-2247"/>
                      </a:lnTo>
                      <a:lnTo>
                        <a:pt x="-278" y="-2247"/>
                      </a:lnTo>
                      <a:lnTo>
                        <a:pt x="-278" y="8290"/>
                      </a:lnTo>
                      <a:close/>
                    </a:path>
                  </a:pathLst>
                </a:custGeom>
                <a:solidFill>
                  <a:srgbClr val="000000"/>
                </a:solidFill>
                <a:ln w="20" cap="flat">
                  <a:noFill/>
                  <a:prstDash val="solid"/>
                  <a:round/>
                </a:ln>
              </p:spPr>
              <p:txBody>
                <a:bodyPr rtlCol="0" anchor="ctr"/>
                <a:lstStyle/>
                <a:p>
                  <a:endParaRPr lang="en-US" sz="3200"/>
                </a:p>
              </p:txBody>
            </p:sp>
            <p:sp>
              <p:nvSpPr>
                <p:cNvPr id="469" name="Freeform: Shape 468">
                  <a:extLst>
                    <a:ext uri="{FF2B5EF4-FFF2-40B4-BE49-F238E27FC236}">
                      <a16:creationId xmlns:a16="http://schemas.microsoft.com/office/drawing/2014/main" id="{1CA50956-A0BF-87D5-FC3D-051922E50247}"/>
                    </a:ext>
                  </a:extLst>
                </p:cNvPr>
                <p:cNvSpPr/>
                <p:nvPr/>
              </p:nvSpPr>
              <p:spPr>
                <a:xfrm flipV="1">
                  <a:off x="7667138" y="4349632"/>
                  <a:ext cx="63903" cy="96063"/>
                </a:xfrm>
                <a:custGeom>
                  <a:avLst/>
                  <a:gdLst>
                    <a:gd name="connsiteX0" fmla="*/ 29924 w 63903"/>
                    <a:gd name="connsiteY0" fmla="*/ 83898 h 96063"/>
                    <a:gd name="connsiteX1" fmla="*/ 15400 w 63903"/>
                    <a:gd name="connsiteY1" fmla="*/ 74373 h 96063"/>
                    <a:gd name="connsiteX2" fmla="*/ 10545 w 63903"/>
                    <a:gd name="connsiteY2" fmla="*/ 45759 h 96063"/>
                    <a:gd name="connsiteX3" fmla="*/ 15400 w 63903"/>
                    <a:gd name="connsiteY3" fmla="*/ 17203 h 96063"/>
                    <a:gd name="connsiteX4" fmla="*/ 29924 w 63903"/>
                    <a:gd name="connsiteY4" fmla="*/ 7678 h 96063"/>
                    <a:gd name="connsiteX5" fmla="*/ 44508 w 63903"/>
                    <a:gd name="connsiteY5" fmla="*/ 17203 h 96063"/>
                    <a:gd name="connsiteX6" fmla="*/ 49382 w 63903"/>
                    <a:gd name="connsiteY6" fmla="*/ 45759 h 96063"/>
                    <a:gd name="connsiteX7" fmla="*/ 44508 w 63903"/>
                    <a:gd name="connsiteY7" fmla="*/ 74373 h 96063"/>
                    <a:gd name="connsiteX8" fmla="*/ 29924 w 63903"/>
                    <a:gd name="connsiteY8" fmla="*/ 83898 h 96063"/>
                    <a:gd name="connsiteX9" fmla="*/ 29924 w 63903"/>
                    <a:gd name="connsiteY9" fmla="*/ 93820 h 96063"/>
                    <a:gd name="connsiteX10" fmla="*/ 53682 w 63903"/>
                    <a:gd name="connsiteY10" fmla="*/ 81497 h 96063"/>
                    <a:gd name="connsiteX11" fmla="*/ 61885 w 63903"/>
                    <a:gd name="connsiteY11" fmla="*/ 45759 h 96063"/>
                    <a:gd name="connsiteX12" fmla="*/ 53682 w 63903"/>
                    <a:gd name="connsiteY12" fmla="*/ 10060 h 96063"/>
                    <a:gd name="connsiteX13" fmla="*/ 29924 w 63903"/>
                    <a:gd name="connsiteY13" fmla="*/ -2243 h 96063"/>
                    <a:gd name="connsiteX14" fmla="*/ 6186 w 63903"/>
                    <a:gd name="connsiteY14" fmla="*/ 10060 h 96063"/>
                    <a:gd name="connsiteX15" fmla="*/ -2018 w 63903"/>
                    <a:gd name="connsiteY15" fmla="*/ 45759 h 96063"/>
                    <a:gd name="connsiteX16" fmla="*/ 6186 w 63903"/>
                    <a:gd name="connsiteY16" fmla="*/ 81497 h 96063"/>
                    <a:gd name="connsiteX17" fmla="*/ 29924 w 63903"/>
                    <a:gd name="connsiteY17" fmla="*/ 93820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898"/>
                      </a:moveTo>
                      <a:cubicBezTo>
                        <a:pt x="23491" y="83898"/>
                        <a:pt x="18649" y="80723"/>
                        <a:pt x="15400" y="74373"/>
                      </a:cubicBezTo>
                      <a:cubicBezTo>
                        <a:pt x="12163" y="68037"/>
                        <a:pt x="10545" y="58498"/>
                        <a:pt x="10545" y="45759"/>
                      </a:cubicBezTo>
                      <a:cubicBezTo>
                        <a:pt x="10545" y="33072"/>
                        <a:pt x="12163" y="23553"/>
                        <a:pt x="15400" y="17203"/>
                      </a:cubicBezTo>
                      <a:cubicBezTo>
                        <a:pt x="18649" y="10853"/>
                        <a:pt x="23491" y="7678"/>
                        <a:pt x="29924" y="7678"/>
                      </a:cubicBezTo>
                      <a:cubicBezTo>
                        <a:pt x="36410" y="7678"/>
                        <a:pt x="41271" y="10853"/>
                        <a:pt x="44508" y="17203"/>
                      </a:cubicBezTo>
                      <a:cubicBezTo>
                        <a:pt x="47757" y="23553"/>
                        <a:pt x="49382" y="33072"/>
                        <a:pt x="49382" y="45759"/>
                      </a:cubicBezTo>
                      <a:cubicBezTo>
                        <a:pt x="49382" y="58498"/>
                        <a:pt x="47757" y="68037"/>
                        <a:pt x="44508" y="74373"/>
                      </a:cubicBezTo>
                      <a:cubicBezTo>
                        <a:pt x="41271" y="80723"/>
                        <a:pt x="36410" y="83898"/>
                        <a:pt x="29924" y="83898"/>
                      </a:cubicBezTo>
                      <a:close/>
                      <a:moveTo>
                        <a:pt x="29924" y="93820"/>
                      </a:moveTo>
                      <a:cubicBezTo>
                        <a:pt x="40294" y="93820"/>
                        <a:pt x="48213" y="89713"/>
                        <a:pt x="53682" y="81497"/>
                      </a:cubicBezTo>
                      <a:cubicBezTo>
                        <a:pt x="59151" y="73295"/>
                        <a:pt x="61885" y="61382"/>
                        <a:pt x="61885" y="45759"/>
                      </a:cubicBezTo>
                      <a:cubicBezTo>
                        <a:pt x="61885" y="30175"/>
                        <a:pt x="59151" y="18275"/>
                        <a:pt x="53682" y="10060"/>
                      </a:cubicBezTo>
                      <a:cubicBezTo>
                        <a:pt x="48213" y="1858"/>
                        <a:pt x="40294" y="-2243"/>
                        <a:pt x="29924" y="-2243"/>
                      </a:cubicBezTo>
                      <a:cubicBezTo>
                        <a:pt x="19567" y="-2243"/>
                        <a:pt x="11655" y="1858"/>
                        <a:pt x="6186" y="10060"/>
                      </a:cubicBezTo>
                      <a:cubicBezTo>
                        <a:pt x="717" y="18275"/>
                        <a:pt x="-2018" y="30175"/>
                        <a:pt x="-2018" y="45759"/>
                      </a:cubicBezTo>
                      <a:cubicBezTo>
                        <a:pt x="-2018" y="61382"/>
                        <a:pt x="717" y="73295"/>
                        <a:pt x="6186" y="81497"/>
                      </a:cubicBezTo>
                      <a:cubicBezTo>
                        <a:pt x="11655" y="89713"/>
                        <a:pt x="19567" y="93820"/>
                        <a:pt x="29924" y="93820"/>
                      </a:cubicBezTo>
                      <a:close/>
                    </a:path>
                  </a:pathLst>
                </a:custGeom>
                <a:solidFill>
                  <a:srgbClr val="000000"/>
                </a:solidFill>
                <a:ln w="20" cap="flat">
                  <a:noFill/>
                  <a:prstDash val="solid"/>
                  <a:round/>
                </a:ln>
              </p:spPr>
              <p:txBody>
                <a:bodyPr rtlCol="0" anchor="ctr"/>
                <a:lstStyle/>
                <a:p>
                  <a:endParaRPr lang="en-US" sz="3200"/>
                </a:p>
              </p:txBody>
            </p:sp>
          </p:grpSp>
        </p:grpSp>
        <p:sp>
          <p:nvSpPr>
            <p:cNvPr id="340" name="Freeform: Shape 339">
              <a:extLst>
                <a:ext uri="{FF2B5EF4-FFF2-40B4-BE49-F238E27FC236}">
                  <a16:creationId xmlns:a16="http://schemas.microsoft.com/office/drawing/2014/main" id="{B1D4917A-73A2-D215-6FF7-12206FF54B71}"/>
                </a:ext>
              </a:extLst>
            </p:cNvPr>
            <p:cNvSpPr/>
            <p:nvPr/>
          </p:nvSpPr>
          <p:spPr>
            <a:xfrm>
              <a:off x="4463364" y="5084745"/>
              <a:ext cx="49892" cy="14276"/>
            </a:xfrm>
            <a:custGeom>
              <a:avLst/>
              <a:gdLst>
                <a:gd name="connsiteX0" fmla="*/ 44412 w 44385"/>
                <a:gd name="connsiteY0" fmla="*/ 61 h 12700"/>
                <a:gd name="connsiteX1" fmla="*/ 27 w 44385"/>
                <a:gd name="connsiteY1" fmla="*/ 61 h 12700"/>
              </a:gdLst>
              <a:ahLst/>
              <a:cxnLst>
                <a:cxn ang="0">
                  <a:pos x="connsiteX0" y="connsiteY0"/>
                </a:cxn>
                <a:cxn ang="0">
                  <a:pos x="connsiteX1" y="connsiteY1"/>
                </a:cxn>
              </a:cxnLst>
              <a:rect l="l" t="t" r="r" b="b"/>
              <a:pathLst>
                <a:path w="44385" h="12700">
                  <a:moveTo>
                    <a:pt x="44412" y="61"/>
                  </a:moveTo>
                  <a:lnTo>
                    <a:pt x="27" y="61"/>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341" name="Graphic 1996">
              <a:extLst>
                <a:ext uri="{FF2B5EF4-FFF2-40B4-BE49-F238E27FC236}">
                  <a16:creationId xmlns:a16="http://schemas.microsoft.com/office/drawing/2014/main" id="{8114C96A-28F7-CF16-F40C-392BA8E650A6}"/>
                </a:ext>
              </a:extLst>
            </p:cNvPr>
            <p:cNvGrpSpPr/>
            <p:nvPr/>
          </p:nvGrpSpPr>
          <p:grpSpPr>
            <a:xfrm>
              <a:off x="4242524" y="4676584"/>
              <a:ext cx="270732" cy="107981"/>
              <a:chOff x="7587386" y="3715427"/>
              <a:chExt cx="240850" cy="96063"/>
            </a:xfrm>
            <a:solidFill>
              <a:srgbClr val="000000"/>
            </a:solidFill>
          </p:grpSpPr>
          <p:sp>
            <p:nvSpPr>
              <p:cNvPr id="462" name="Freeform: Shape 461">
                <a:extLst>
                  <a:ext uri="{FF2B5EF4-FFF2-40B4-BE49-F238E27FC236}">
                    <a16:creationId xmlns:a16="http://schemas.microsoft.com/office/drawing/2014/main" id="{ABD06FB5-2CD5-374D-7727-F28005585EE4}"/>
                  </a:ext>
                </a:extLst>
              </p:cNvPr>
              <p:cNvSpPr/>
              <p:nvPr/>
            </p:nvSpPr>
            <p:spPr>
              <a:xfrm>
                <a:off x="7783851" y="3761435"/>
                <a:ext cx="44385" cy="12700"/>
              </a:xfrm>
              <a:custGeom>
                <a:avLst/>
                <a:gdLst>
                  <a:gd name="connsiteX0" fmla="*/ 44412 w 44385"/>
                  <a:gd name="connsiteY0" fmla="*/ 36 h 12700"/>
                  <a:gd name="connsiteX1" fmla="*/ 27 w 44385"/>
                  <a:gd name="connsiteY1" fmla="*/ 36 h 12700"/>
                </a:gdLst>
                <a:ahLst/>
                <a:cxnLst>
                  <a:cxn ang="0">
                    <a:pos x="connsiteX0" y="connsiteY0"/>
                  </a:cxn>
                  <a:cxn ang="0">
                    <a:pos x="connsiteX1" y="connsiteY1"/>
                  </a:cxn>
                </a:cxnLst>
                <a:rect l="l" t="t" r="r" b="b"/>
                <a:pathLst>
                  <a:path w="44385" h="12700">
                    <a:moveTo>
                      <a:pt x="44412" y="36"/>
                    </a:moveTo>
                    <a:lnTo>
                      <a:pt x="27" y="36"/>
                    </a:lnTo>
                  </a:path>
                </a:pathLst>
              </a:custGeom>
              <a:solidFill>
                <a:srgbClr val="000000"/>
              </a:solidFill>
              <a:ln w="10145" cap="flat">
                <a:solidFill>
                  <a:srgbClr val="000000"/>
                </a:solidFill>
                <a:prstDash val="solid"/>
                <a:round/>
              </a:ln>
            </p:spPr>
            <p:txBody>
              <a:bodyPr rtlCol="0" anchor="ctr"/>
              <a:lstStyle/>
              <a:p>
                <a:endParaRPr lang="en-US" sz="3200"/>
              </a:p>
            </p:txBody>
          </p:sp>
          <p:grpSp>
            <p:nvGrpSpPr>
              <p:cNvPr id="463" name="Graphic 1996">
                <a:extLst>
                  <a:ext uri="{FF2B5EF4-FFF2-40B4-BE49-F238E27FC236}">
                    <a16:creationId xmlns:a16="http://schemas.microsoft.com/office/drawing/2014/main" id="{43EAF72C-03C1-F236-DA9A-278223F6DFB2}"/>
                  </a:ext>
                </a:extLst>
              </p:cNvPr>
              <p:cNvGrpSpPr/>
              <p:nvPr/>
            </p:nvGrpSpPr>
            <p:grpSpPr>
              <a:xfrm>
                <a:off x="7587386" y="3715427"/>
                <a:ext cx="143655" cy="96063"/>
                <a:chOff x="7587386" y="3715427"/>
                <a:chExt cx="143655" cy="96063"/>
              </a:xfrm>
              <a:solidFill>
                <a:srgbClr val="000000"/>
              </a:solidFill>
            </p:grpSpPr>
            <p:sp>
              <p:nvSpPr>
                <p:cNvPr id="464" name="Freeform: Shape 463">
                  <a:extLst>
                    <a:ext uri="{FF2B5EF4-FFF2-40B4-BE49-F238E27FC236}">
                      <a16:creationId xmlns:a16="http://schemas.microsoft.com/office/drawing/2014/main" id="{7362329E-DE45-FB14-6A4A-50485EBC9318}"/>
                    </a:ext>
                  </a:extLst>
                </p:cNvPr>
                <p:cNvSpPr/>
                <p:nvPr/>
              </p:nvSpPr>
              <p:spPr>
                <a:xfrm flipV="1">
                  <a:off x="7587386" y="3715427"/>
                  <a:ext cx="58691" cy="94257"/>
                </a:xfrm>
                <a:custGeom>
                  <a:avLst/>
                  <a:gdLst>
                    <a:gd name="connsiteX0" fmla="*/ 13100 w 58691"/>
                    <a:gd name="connsiteY0" fmla="*/ 8198 h 94257"/>
                    <a:gd name="connsiteX1" fmla="*/ 56752 w 58691"/>
                    <a:gd name="connsiteY1" fmla="*/ 8198 h 94257"/>
                    <a:gd name="connsiteX2" fmla="*/ 56752 w 58691"/>
                    <a:gd name="connsiteY2" fmla="*/ -2339 h 94257"/>
                    <a:gd name="connsiteX3" fmla="*/ -1940 w 58691"/>
                    <a:gd name="connsiteY3" fmla="*/ -2339 h 94257"/>
                    <a:gd name="connsiteX4" fmla="*/ -1940 w 58691"/>
                    <a:gd name="connsiteY4" fmla="*/ 8198 h 94257"/>
                    <a:gd name="connsiteX5" fmla="*/ 17459 w 58691"/>
                    <a:gd name="connsiteY5" fmla="*/ 28002 h 94257"/>
                    <a:gd name="connsiteX6" fmla="*/ 32915 w 58691"/>
                    <a:gd name="connsiteY6" fmla="*/ 44056 h 94257"/>
                    <a:gd name="connsiteX7" fmla="*/ 41296 w 58691"/>
                    <a:gd name="connsiteY7" fmla="*/ 55486 h 94257"/>
                    <a:gd name="connsiteX8" fmla="*/ 43694 w 58691"/>
                    <a:gd name="connsiteY8" fmla="*/ 64693 h 94257"/>
                    <a:gd name="connsiteX9" fmla="*/ 38522 w 58691"/>
                    <a:gd name="connsiteY9" fmla="*/ 76719 h 94257"/>
                    <a:gd name="connsiteX10" fmla="*/ 25048 w 58691"/>
                    <a:gd name="connsiteY10" fmla="*/ 81382 h 94257"/>
                    <a:gd name="connsiteX11" fmla="*/ 12624 w 58691"/>
                    <a:gd name="connsiteY11" fmla="*/ 79338 h 94257"/>
                    <a:gd name="connsiteX12" fmla="*/ -1325 w 58691"/>
                    <a:gd name="connsiteY12" fmla="*/ 73127 h 94257"/>
                    <a:gd name="connsiteX13" fmla="*/ -1325 w 58691"/>
                    <a:gd name="connsiteY13" fmla="*/ 85787 h 94257"/>
                    <a:gd name="connsiteX14" fmla="*/ 12783 w 58691"/>
                    <a:gd name="connsiteY14" fmla="*/ 90371 h 94257"/>
                    <a:gd name="connsiteX15" fmla="*/ 24810 w 58691"/>
                    <a:gd name="connsiteY15" fmla="*/ 91919 h 94257"/>
                    <a:gd name="connsiteX16" fmla="*/ 47716 w 58691"/>
                    <a:gd name="connsiteY16" fmla="*/ 84716 h 94257"/>
                    <a:gd name="connsiteX17" fmla="*/ 56257 w 58691"/>
                    <a:gd name="connsiteY17" fmla="*/ 65507 h 94257"/>
                    <a:gd name="connsiteX18" fmla="*/ 54117 w 58691"/>
                    <a:gd name="connsiteY18" fmla="*/ 54672 h 94257"/>
                    <a:gd name="connsiteX19" fmla="*/ 46349 w 58691"/>
                    <a:gd name="connsiteY19" fmla="*/ 42627 h 94257"/>
                    <a:gd name="connsiteX20" fmla="*/ 36501 w 58691"/>
                    <a:gd name="connsiteY20" fmla="*/ 32229 h 94257"/>
                    <a:gd name="connsiteX21" fmla="*/ 13100 w 58691"/>
                    <a:gd name="connsiteY21" fmla="*/ 8198 h 9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691" h="94257">
                      <a:moveTo>
                        <a:pt x="13100" y="8198"/>
                      </a:moveTo>
                      <a:lnTo>
                        <a:pt x="56752" y="8198"/>
                      </a:lnTo>
                      <a:lnTo>
                        <a:pt x="56752" y="-2339"/>
                      </a:lnTo>
                      <a:lnTo>
                        <a:pt x="-1940" y="-2339"/>
                      </a:lnTo>
                      <a:lnTo>
                        <a:pt x="-1940" y="8198"/>
                      </a:lnTo>
                      <a:cubicBezTo>
                        <a:pt x="2803" y="13119"/>
                        <a:pt x="9269" y="19721"/>
                        <a:pt x="17459" y="28002"/>
                      </a:cubicBezTo>
                      <a:cubicBezTo>
                        <a:pt x="25662" y="36297"/>
                        <a:pt x="30814" y="41648"/>
                        <a:pt x="32915" y="44056"/>
                      </a:cubicBezTo>
                      <a:cubicBezTo>
                        <a:pt x="36917" y="48554"/>
                        <a:pt x="39711" y="52364"/>
                        <a:pt x="41296" y="55486"/>
                      </a:cubicBezTo>
                      <a:cubicBezTo>
                        <a:pt x="42895" y="58608"/>
                        <a:pt x="43694" y="61677"/>
                        <a:pt x="43694" y="64693"/>
                      </a:cubicBezTo>
                      <a:cubicBezTo>
                        <a:pt x="43694" y="69614"/>
                        <a:pt x="41970" y="73623"/>
                        <a:pt x="38522" y="76719"/>
                      </a:cubicBezTo>
                      <a:cubicBezTo>
                        <a:pt x="35074" y="79827"/>
                        <a:pt x="30583" y="81382"/>
                        <a:pt x="25048" y="81382"/>
                      </a:cubicBezTo>
                      <a:cubicBezTo>
                        <a:pt x="21125" y="81382"/>
                        <a:pt x="16983" y="80701"/>
                        <a:pt x="12624" y="79338"/>
                      </a:cubicBezTo>
                      <a:cubicBezTo>
                        <a:pt x="8278" y="77975"/>
                        <a:pt x="3628" y="75905"/>
                        <a:pt x="-1325" y="73127"/>
                      </a:cubicBezTo>
                      <a:lnTo>
                        <a:pt x="-1325" y="85787"/>
                      </a:lnTo>
                      <a:cubicBezTo>
                        <a:pt x="3707" y="87811"/>
                        <a:pt x="8410" y="89339"/>
                        <a:pt x="12783" y="90371"/>
                      </a:cubicBezTo>
                      <a:cubicBezTo>
                        <a:pt x="17168" y="91403"/>
                        <a:pt x="21178" y="91919"/>
                        <a:pt x="24810" y="91919"/>
                      </a:cubicBezTo>
                      <a:cubicBezTo>
                        <a:pt x="34388" y="91919"/>
                        <a:pt x="42023" y="89518"/>
                        <a:pt x="47716" y="84716"/>
                      </a:cubicBezTo>
                      <a:cubicBezTo>
                        <a:pt x="53410" y="79927"/>
                        <a:pt x="56257" y="73524"/>
                        <a:pt x="56257" y="65507"/>
                      </a:cubicBezTo>
                      <a:cubicBezTo>
                        <a:pt x="56257" y="61697"/>
                        <a:pt x="55543" y="58085"/>
                        <a:pt x="54117" y="54672"/>
                      </a:cubicBezTo>
                      <a:cubicBezTo>
                        <a:pt x="52703" y="51272"/>
                        <a:pt x="50114" y="47257"/>
                        <a:pt x="46349" y="42627"/>
                      </a:cubicBezTo>
                      <a:cubicBezTo>
                        <a:pt x="45319" y="41423"/>
                        <a:pt x="42036" y="37957"/>
                        <a:pt x="36501" y="32229"/>
                      </a:cubicBezTo>
                      <a:cubicBezTo>
                        <a:pt x="30979" y="26501"/>
                        <a:pt x="23179" y="18490"/>
                        <a:pt x="13100" y="8198"/>
                      </a:cubicBezTo>
                      <a:close/>
                    </a:path>
                  </a:pathLst>
                </a:custGeom>
                <a:solidFill>
                  <a:srgbClr val="000000"/>
                </a:solidFill>
                <a:ln w="20" cap="flat">
                  <a:noFill/>
                  <a:prstDash val="solid"/>
                  <a:round/>
                </a:ln>
              </p:spPr>
              <p:txBody>
                <a:bodyPr rtlCol="0" anchor="ctr"/>
                <a:lstStyle/>
                <a:p>
                  <a:endParaRPr lang="en-US" sz="3200"/>
                </a:p>
              </p:txBody>
            </p:sp>
            <p:sp>
              <p:nvSpPr>
                <p:cNvPr id="465" name="Freeform: Shape 464">
                  <a:extLst>
                    <a:ext uri="{FF2B5EF4-FFF2-40B4-BE49-F238E27FC236}">
                      <a16:creationId xmlns:a16="http://schemas.microsoft.com/office/drawing/2014/main" id="{74924979-312E-B906-78B8-4B62A20C0253}"/>
                    </a:ext>
                  </a:extLst>
                </p:cNvPr>
                <p:cNvSpPr/>
                <p:nvPr/>
              </p:nvSpPr>
              <p:spPr>
                <a:xfrm flipV="1">
                  <a:off x="7667138" y="3715427"/>
                  <a:ext cx="63903" cy="96063"/>
                </a:xfrm>
                <a:custGeom>
                  <a:avLst/>
                  <a:gdLst>
                    <a:gd name="connsiteX0" fmla="*/ 29924 w 63903"/>
                    <a:gd name="connsiteY0" fmla="*/ 83848 h 96063"/>
                    <a:gd name="connsiteX1" fmla="*/ 15400 w 63903"/>
                    <a:gd name="connsiteY1" fmla="*/ 74323 h 96063"/>
                    <a:gd name="connsiteX2" fmla="*/ 10545 w 63903"/>
                    <a:gd name="connsiteY2" fmla="*/ 45709 h 96063"/>
                    <a:gd name="connsiteX3" fmla="*/ 15400 w 63903"/>
                    <a:gd name="connsiteY3" fmla="*/ 17154 h 96063"/>
                    <a:gd name="connsiteX4" fmla="*/ 29924 w 63903"/>
                    <a:gd name="connsiteY4" fmla="*/ 7629 h 96063"/>
                    <a:gd name="connsiteX5" fmla="*/ 44508 w 63903"/>
                    <a:gd name="connsiteY5" fmla="*/ 17154 h 96063"/>
                    <a:gd name="connsiteX6" fmla="*/ 49382 w 63903"/>
                    <a:gd name="connsiteY6" fmla="*/ 45709 h 96063"/>
                    <a:gd name="connsiteX7" fmla="*/ 44508 w 63903"/>
                    <a:gd name="connsiteY7" fmla="*/ 74323 h 96063"/>
                    <a:gd name="connsiteX8" fmla="*/ 29924 w 63903"/>
                    <a:gd name="connsiteY8" fmla="*/ 83848 h 96063"/>
                    <a:gd name="connsiteX9" fmla="*/ 29924 w 63903"/>
                    <a:gd name="connsiteY9" fmla="*/ 93770 h 96063"/>
                    <a:gd name="connsiteX10" fmla="*/ 53682 w 63903"/>
                    <a:gd name="connsiteY10" fmla="*/ 81447 h 96063"/>
                    <a:gd name="connsiteX11" fmla="*/ 61885 w 63903"/>
                    <a:gd name="connsiteY11" fmla="*/ 45709 h 96063"/>
                    <a:gd name="connsiteX12" fmla="*/ 53682 w 63903"/>
                    <a:gd name="connsiteY12" fmla="*/ 10010 h 96063"/>
                    <a:gd name="connsiteX13" fmla="*/ 29924 w 63903"/>
                    <a:gd name="connsiteY13" fmla="*/ -2293 h 96063"/>
                    <a:gd name="connsiteX14" fmla="*/ 6186 w 63903"/>
                    <a:gd name="connsiteY14" fmla="*/ 10010 h 96063"/>
                    <a:gd name="connsiteX15" fmla="*/ -2018 w 63903"/>
                    <a:gd name="connsiteY15" fmla="*/ 45709 h 96063"/>
                    <a:gd name="connsiteX16" fmla="*/ 6186 w 63903"/>
                    <a:gd name="connsiteY16" fmla="*/ 81447 h 96063"/>
                    <a:gd name="connsiteX17" fmla="*/ 29924 w 63903"/>
                    <a:gd name="connsiteY17" fmla="*/ 93770 h 9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03" h="96063">
                      <a:moveTo>
                        <a:pt x="29924" y="83848"/>
                      </a:moveTo>
                      <a:cubicBezTo>
                        <a:pt x="23491" y="83848"/>
                        <a:pt x="18649" y="80673"/>
                        <a:pt x="15400" y="74323"/>
                      </a:cubicBezTo>
                      <a:cubicBezTo>
                        <a:pt x="12163" y="67987"/>
                        <a:pt x="10545" y="58448"/>
                        <a:pt x="10545" y="45709"/>
                      </a:cubicBezTo>
                      <a:cubicBezTo>
                        <a:pt x="10545" y="33022"/>
                        <a:pt x="12163" y="23504"/>
                        <a:pt x="15400" y="17154"/>
                      </a:cubicBezTo>
                      <a:cubicBezTo>
                        <a:pt x="18649" y="10804"/>
                        <a:pt x="23491" y="7629"/>
                        <a:pt x="29924" y="7629"/>
                      </a:cubicBezTo>
                      <a:cubicBezTo>
                        <a:pt x="36410" y="7629"/>
                        <a:pt x="41271" y="10804"/>
                        <a:pt x="44508" y="17154"/>
                      </a:cubicBezTo>
                      <a:cubicBezTo>
                        <a:pt x="47757" y="23504"/>
                        <a:pt x="49382" y="33022"/>
                        <a:pt x="49382" y="45709"/>
                      </a:cubicBezTo>
                      <a:cubicBezTo>
                        <a:pt x="49382" y="58448"/>
                        <a:pt x="47757" y="67987"/>
                        <a:pt x="44508" y="74323"/>
                      </a:cubicBezTo>
                      <a:cubicBezTo>
                        <a:pt x="41271" y="80673"/>
                        <a:pt x="36410" y="83848"/>
                        <a:pt x="29924" y="83848"/>
                      </a:cubicBezTo>
                      <a:close/>
                      <a:moveTo>
                        <a:pt x="29924" y="93770"/>
                      </a:moveTo>
                      <a:cubicBezTo>
                        <a:pt x="40294" y="93770"/>
                        <a:pt x="48213" y="89663"/>
                        <a:pt x="53682" y="81447"/>
                      </a:cubicBezTo>
                      <a:cubicBezTo>
                        <a:pt x="59151" y="73245"/>
                        <a:pt x="61885" y="61332"/>
                        <a:pt x="61885" y="45709"/>
                      </a:cubicBezTo>
                      <a:cubicBezTo>
                        <a:pt x="61885" y="30125"/>
                        <a:pt x="59151" y="18225"/>
                        <a:pt x="53682" y="10010"/>
                      </a:cubicBezTo>
                      <a:cubicBezTo>
                        <a:pt x="48213" y="1808"/>
                        <a:pt x="40294" y="-2293"/>
                        <a:pt x="29924" y="-2293"/>
                      </a:cubicBezTo>
                      <a:cubicBezTo>
                        <a:pt x="19567" y="-2293"/>
                        <a:pt x="11655" y="1808"/>
                        <a:pt x="6186" y="10010"/>
                      </a:cubicBezTo>
                      <a:cubicBezTo>
                        <a:pt x="717" y="18225"/>
                        <a:pt x="-2018" y="30125"/>
                        <a:pt x="-2018" y="45709"/>
                      </a:cubicBezTo>
                      <a:cubicBezTo>
                        <a:pt x="-2018" y="61332"/>
                        <a:pt x="717" y="73245"/>
                        <a:pt x="6186" y="81447"/>
                      </a:cubicBezTo>
                      <a:cubicBezTo>
                        <a:pt x="11655" y="89663"/>
                        <a:pt x="19567" y="93770"/>
                        <a:pt x="29924" y="93770"/>
                      </a:cubicBezTo>
                      <a:close/>
                    </a:path>
                  </a:pathLst>
                </a:custGeom>
                <a:solidFill>
                  <a:srgbClr val="000000"/>
                </a:solidFill>
                <a:ln w="20" cap="flat">
                  <a:noFill/>
                  <a:prstDash val="solid"/>
                  <a:round/>
                </a:ln>
              </p:spPr>
              <p:txBody>
                <a:bodyPr rtlCol="0" anchor="ctr"/>
                <a:lstStyle/>
                <a:p>
                  <a:endParaRPr lang="en-US" sz="3200"/>
                </a:p>
              </p:txBody>
            </p:sp>
          </p:grpSp>
        </p:grpSp>
        <p:sp>
          <p:nvSpPr>
            <p:cNvPr id="342" name="Freeform: Shape 341">
              <a:extLst>
                <a:ext uri="{FF2B5EF4-FFF2-40B4-BE49-F238E27FC236}">
                  <a16:creationId xmlns:a16="http://schemas.microsoft.com/office/drawing/2014/main" id="{93AAF4C5-397C-65A6-D906-422039C46E2F}"/>
                </a:ext>
              </a:extLst>
            </p:cNvPr>
            <p:cNvSpPr/>
            <p:nvPr/>
          </p:nvSpPr>
          <p:spPr>
            <a:xfrm>
              <a:off x="4463364" y="4371854"/>
              <a:ext cx="49892" cy="14276"/>
            </a:xfrm>
            <a:custGeom>
              <a:avLst/>
              <a:gdLst>
                <a:gd name="connsiteX0" fmla="*/ 44412 w 44385"/>
                <a:gd name="connsiteY0" fmla="*/ 11 h 12700"/>
                <a:gd name="connsiteX1" fmla="*/ 27 w 44385"/>
                <a:gd name="connsiteY1" fmla="*/ 11 h 12700"/>
              </a:gdLst>
              <a:ahLst/>
              <a:cxnLst>
                <a:cxn ang="0">
                  <a:pos x="connsiteX0" y="connsiteY0"/>
                </a:cxn>
                <a:cxn ang="0">
                  <a:pos x="connsiteX1" y="connsiteY1"/>
                </a:cxn>
              </a:cxnLst>
              <a:rect l="l" t="t" r="r" b="b"/>
              <a:pathLst>
                <a:path w="44385" h="12700">
                  <a:moveTo>
                    <a:pt x="44412" y="11"/>
                  </a:moveTo>
                  <a:lnTo>
                    <a:pt x="27" y="11"/>
                  </a:lnTo>
                </a:path>
              </a:pathLst>
            </a:custGeom>
            <a:solidFill>
              <a:srgbClr val="000000"/>
            </a:solidFill>
            <a:ln w="10145" cap="flat">
              <a:solidFill>
                <a:srgbClr val="000000"/>
              </a:solidFill>
              <a:prstDash val="solid"/>
              <a:round/>
            </a:ln>
          </p:spPr>
          <p:txBody>
            <a:bodyPr rtlCol="0" anchor="ctr"/>
            <a:lstStyle/>
            <a:p>
              <a:endParaRPr lang="en-US" sz="3200"/>
            </a:p>
          </p:txBody>
        </p:sp>
        <p:sp>
          <p:nvSpPr>
            <p:cNvPr id="343" name="Freeform: Shape 342">
              <a:extLst>
                <a:ext uri="{FF2B5EF4-FFF2-40B4-BE49-F238E27FC236}">
                  <a16:creationId xmlns:a16="http://schemas.microsoft.com/office/drawing/2014/main" id="{7BF86A6B-4D3A-99C1-421E-FB9C111348BD}"/>
                </a:ext>
              </a:extLst>
            </p:cNvPr>
            <p:cNvSpPr/>
            <p:nvPr/>
          </p:nvSpPr>
          <p:spPr>
            <a:xfrm>
              <a:off x="4513256" y="4371854"/>
              <a:ext cx="14254" cy="1862459"/>
            </a:xfrm>
            <a:custGeom>
              <a:avLst/>
              <a:gdLst>
                <a:gd name="connsiteX0" fmla="*/ 0 w 12681"/>
                <a:gd name="connsiteY0" fmla="*/ 1656890 h 1656890"/>
                <a:gd name="connsiteX1" fmla="*/ 0 w 12681"/>
                <a:gd name="connsiteY1" fmla="*/ 0 h 1656890"/>
              </a:gdLst>
              <a:ahLst/>
              <a:cxnLst>
                <a:cxn ang="0">
                  <a:pos x="connsiteX0" y="connsiteY0"/>
                </a:cxn>
                <a:cxn ang="0">
                  <a:pos x="connsiteX1" y="connsiteY1"/>
                </a:cxn>
              </a:cxnLst>
              <a:rect l="l" t="t" r="r" b="b"/>
              <a:pathLst>
                <a:path w="12681" h="1656890">
                  <a:moveTo>
                    <a:pt x="0" y="1656890"/>
                  </a:moveTo>
                  <a:lnTo>
                    <a:pt x="0" y="0"/>
                  </a:lnTo>
                </a:path>
              </a:pathLst>
            </a:custGeom>
            <a:noFill/>
            <a:ln w="10145" cap="sq">
              <a:solidFill>
                <a:srgbClr val="000000"/>
              </a:solidFill>
              <a:prstDash val="solid"/>
              <a:miter/>
            </a:ln>
          </p:spPr>
          <p:txBody>
            <a:bodyPr rtlCol="0" anchor="ctr"/>
            <a:lstStyle/>
            <a:p>
              <a:endParaRPr lang="en-US" sz="3200"/>
            </a:p>
          </p:txBody>
        </p:sp>
        <p:sp>
          <p:nvSpPr>
            <p:cNvPr id="344" name="Freeform: Shape 343">
              <a:extLst>
                <a:ext uri="{FF2B5EF4-FFF2-40B4-BE49-F238E27FC236}">
                  <a16:creationId xmlns:a16="http://schemas.microsoft.com/office/drawing/2014/main" id="{EFDF1DF8-7EDE-85DD-8A1F-829D8E75B703}"/>
                </a:ext>
              </a:extLst>
            </p:cNvPr>
            <p:cNvSpPr/>
            <p:nvPr/>
          </p:nvSpPr>
          <p:spPr>
            <a:xfrm>
              <a:off x="4513256" y="6234314"/>
              <a:ext cx="1909019" cy="14276"/>
            </a:xfrm>
            <a:custGeom>
              <a:avLst/>
              <a:gdLst>
                <a:gd name="connsiteX0" fmla="*/ 0 w 1698311"/>
                <a:gd name="connsiteY0" fmla="*/ 0 h 12700"/>
                <a:gd name="connsiteX1" fmla="*/ 1698312 w 1698311"/>
                <a:gd name="connsiteY1" fmla="*/ 0 h 12700"/>
              </a:gdLst>
              <a:ahLst/>
              <a:cxnLst>
                <a:cxn ang="0">
                  <a:pos x="connsiteX0" y="connsiteY0"/>
                </a:cxn>
                <a:cxn ang="0">
                  <a:pos x="connsiteX1" y="connsiteY1"/>
                </a:cxn>
              </a:cxnLst>
              <a:rect l="l" t="t" r="r" b="b"/>
              <a:pathLst>
                <a:path w="1698311" h="12700">
                  <a:moveTo>
                    <a:pt x="0" y="0"/>
                  </a:moveTo>
                  <a:lnTo>
                    <a:pt x="1698312" y="0"/>
                  </a:lnTo>
                </a:path>
              </a:pathLst>
            </a:custGeom>
            <a:noFill/>
            <a:ln w="10145" cap="sq">
              <a:solidFill>
                <a:srgbClr val="000000"/>
              </a:solidFill>
              <a:prstDash val="solid"/>
              <a:miter/>
            </a:ln>
          </p:spPr>
          <p:txBody>
            <a:bodyPr rtlCol="0" anchor="ctr"/>
            <a:lstStyle/>
            <a:p>
              <a:endParaRPr lang="en-US" sz="3200"/>
            </a:p>
          </p:txBody>
        </p:sp>
        <p:grpSp>
          <p:nvGrpSpPr>
            <p:cNvPr id="345" name="Group 344">
              <a:extLst>
                <a:ext uri="{FF2B5EF4-FFF2-40B4-BE49-F238E27FC236}">
                  <a16:creationId xmlns:a16="http://schemas.microsoft.com/office/drawing/2014/main" id="{A9767848-B461-AFC0-42BF-877244021CAA}"/>
                </a:ext>
              </a:extLst>
            </p:cNvPr>
            <p:cNvGrpSpPr/>
            <p:nvPr/>
          </p:nvGrpSpPr>
          <p:grpSpPr>
            <a:xfrm>
              <a:off x="4523230" y="4367009"/>
              <a:ext cx="1350494" cy="622056"/>
              <a:chOff x="6288001" y="10471300"/>
              <a:chExt cx="1058345" cy="487489"/>
            </a:xfrm>
          </p:grpSpPr>
          <p:sp>
            <p:nvSpPr>
              <p:cNvPr id="457" name="Freeform: Shape 456">
                <a:extLst>
                  <a:ext uri="{FF2B5EF4-FFF2-40B4-BE49-F238E27FC236}">
                    <a16:creationId xmlns:a16="http://schemas.microsoft.com/office/drawing/2014/main" id="{2B9F9398-E1F4-30BB-C7CB-F4BF1DC25933}"/>
                  </a:ext>
                </a:extLst>
              </p:cNvPr>
              <p:cNvSpPr/>
              <p:nvPr/>
            </p:nvSpPr>
            <p:spPr>
              <a:xfrm>
                <a:off x="6288001" y="10485958"/>
                <a:ext cx="1058345" cy="472831"/>
              </a:xfrm>
              <a:custGeom>
                <a:avLst/>
                <a:gdLst>
                  <a:gd name="connsiteX0" fmla="*/ 25363 w 1377532"/>
                  <a:gd name="connsiteY0" fmla="*/ 410925 h 410925"/>
                  <a:gd name="connsiteX1" fmla="*/ 1352169 w 1377532"/>
                  <a:gd name="connsiteY1" fmla="*/ 410925 h 410925"/>
                  <a:gd name="connsiteX2" fmla="*/ 1377532 w 1377532"/>
                  <a:gd name="connsiteY2" fmla="*/ 385525 h 410925"/>
                  <a:gd name="connsiteX3" fmla="*/ 1377532 w 1377532"/>
                  <a:gd name="connsiteY3" fmla="*/ 25400 h 410925"/>
                  <a:gd name="connsiteX4" fmla="*/ 1352169 w 1377532"/>
                  <a:gd name="connsiteY4" fmla="*/ 0 h 410925"/>
                  <a:gd name="connsiteX5" fmla="*/ 25363 w 1377532"/>
                  <a:gd name="connsiteY5" fmla="*/ 0 h 410925"/>
                  <a:gd name="connsiteX6" fmla="*/ 0 w 1377532"/>
                  <a:gd name="connsiteY6" fmla="*/ 25400 h 410925"/>
                  <a:gd name="connsiteX7" fmla="*/ 0 w 1377532"/>
                  <a:gd name="connsiteY7" fmla="*/ 385525 h 410925"/>
                  <a:gd name="connsiteX8" fmla="*/ 25363 w 1377532"/>
                  <a:gd name="connsiteY8" fmla="*/ 410925 h 41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7532" h="410925">
                    <a:moveTo>
                      <a:pt x="25363" y="410925"/>
                    </a:moveTo>
                    <a:lnTo>
                      <a:pt x="1352169" y="410925"/>
                    </a:lnTo>
                    <a:cubicBezTo>
                      <a:pt x="1369074" y="410925"/>
                      <a:pt x="1377532" y="402458"/>
                      <a:pt x="1377532" y="385525"/>
                    </a:cubicBezTo>
                    <a:lnTo>
                      <a:pt x="1377532" y="25400"/>
                    </a:lnTo>
                    <a:cubicBezTo>
                      <a:pt x="1377532" y="8467"/>
                      <a:pt x="1369074" y="0"/>
                      <a:pt x="1352169" y="0"/>
                    </a:cubicBezTo>
                    <a:lnTo>
                      <a:pt x="25363" y="0"/>
                    </a:lnTo>
                    <a:cubicBezTo>
                      <a:pt x="8455" y="0"/>
                      <a:pt x="0" y="8467"/>
                      <a:pt x="0" y="25400"/>
                    </a:cubicBezTo>
                    <a:lnTo>
                      <a:pt x="0" y="385525"/>
                    </a:lnTo>
                    <a:cubicBezTo>
                      <a:pt x="0" y="402458"/>
                      <a:pt x="8455" y="410925"/>
                      <a:pt x="25363" y="410925"/>
                    </a:cubicBezTo>
                    <a:close/>
                  </a:path>
                </a:pathLst>
              </a:custGeom>
              <a:solidFill>
                <a:srgbClr val="FFFFFF">
                  <a:alpha val="80000"/>
                </a:srgbClr>
              </a:solidFill>
              <a:ln w="12682" cap="flat">
                <a:solidFill>
                  <a:srgbClr val="CCCCCC">
                    <a:alpha val="80000"/>
                  </a:srgbClr>
                </a:solidFill>
                <a:prstDash val="solid"/>
                <a:miter/>
              </a:ln>
            </p:spPr>
            <p:txBody>
              <a:bodyPr rtlCol="0" anchor="ctr"/>
              <a:lstStyle/>
              <a:p>
                <a:endParaRPr lang="en-US" sz="3200" dirty="0"/>
              </a:p>
            </p:txBody>
          </p:sp>
          <p:sp>
            <p:nvSpPr>
              <p:cNvPr id="458" name="Freeform: Shape 457">
                <a:extLst>
                  <a:ext uri="{FF2B5EF4-FFF2-40B4-BE49-F238E27FC236}">
                    <a16:creationId xmlns:a16="http://schemas.microsoft.com/office/drawing/2014/main" id="{8D8A2FD6-850B-43A1-03D6-0954A6298692}"/>
                  </a:ext>
                </a:extLst>
              </p:cNvPr>
              <p:cNvSpPr/>
              <p:nvPr/>
            </p:nvSpPr>
            <p:spPr>
              <a:xfrm>
                <a:off x="6364271" y="10801359"/>
                <a:ext cx="50867" cy="50940"/>
              </a:xfrm>
              <a:custGeom>
                <a:avLst/>
                <a:gdLst>
                  <a:gd name="connsiteX0" fmla="*/ 14240 w 28356"/>
                  <a:gd name="connsiteY0" fmla="*/ 28423 h 28397"/>
                  <a:gd name="connsiteX1" fmla="*/ 24265 w 28356"/>
                  <a:gd name="connsiteY1" fmla="*/ 24264 h 28397"/>
                  <a:gd name="connsiteX2" fmla="*/ 28418 w 28356"/>
                  <a:gd name="connsiteY2" fmla="*/ 14224 h 28397"/>
                  <a:gd name="connsiteX3" fmla="*/ 24265 w 28356"/>
                  <a:gd name="connsiteY3" fmla="*/ 4184 h 28397"/>
                  <a:gd name="connsiteX4" fmla="*/ 14240 w 28356"/>
                  <a:gd name="connsiteY4" fmla="*/ 25 h 28397"/>
                  <a:gd name="connsiteX5" fmla="*/ 4214 w 28356"/>
                  <a:gd name="connsiteY5" fmla="*/ 4184 h 28397"/>
                  <a:gd name="connsiteX6" fmla="*/ 61 w 28356"/>
                  <a:gd name="connsiteY6" fmla="*/ 14224 h 28397"/>
                  <a:gd name="connsiteX7" fmla="*/ 4214 w 28356"/>
                  <a:gd name="connsiteY7" fmla="*/ 24264 h 28397"/>
                  <a:gd name="connsiteX8" fmla="*/ 14240 w 28356"/>
                  <a:gd name="connsiteY8" fmla="*/ 28423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423"/>
                    </a:moveTo>
                    <a:cubicBezTo>
                      <a:pt x="18000" y="28423"/>
                      <a:pt x="21606" y="26927"/>
                      <a:pt x="24265" y="24264"/>
                    </a:cubicBezTo>
                    <a:cubicBezTo>
                      <a:pt x="26924" y="21601"/>
                      <a:pt x="28418" y="17990"/>
                      <a:pt x="28418" y="14224"/>
                    </a:cubicBezTo>
                    <a:cubicBezTo>
                      <a:pt x="28418" y="10458"/>
                      <a:pt x="26924" y="6846"/>
                      <a:pt x="24265" y="4184"/>
                    </a:cubicBezTo>
                    <a:cubicBezTo>
                      <a:pt x="21606" y="1521"/>
                      <a:pt x="18000" y="25"/>
                      <a:pt x="14240" y="25"/>
                    </a:cubicBezTo>
                    <a:cubicBezTo>
                      <a:pt x="10479" y="25"/>
                      <a:pt x="6873" y="1521"/>
                      <a:pt x="4214" y="4184"/>
                    </a:cubicBezTo>
                    <a:cubicBezTo>
                      <a:pt x="1555" y="6846"/>
                      <a:pt x="61" y="10458"/>
                      <a:pt x="61" y="14224"/>
                    </a:cubicBezTo>
                    <a:cubicBezTo>
                      <a:pt x="61" y="17990"/>
                      <a:pt x="1555" y="21601"/>
                      <a:pt x="4214" y="24264"/>
                    </a:cubicBezTo>
                    <a:cubicBezTo>
                      <a:pt x="6873" y="26927"/>
                      <a:pt x="10479" y="28423"/>
                      <a:pt x="14240" y="28423"/>
                    </a:cubicBezTo>
                    <a:close/>
                  </a:path>
                </a:pathLst>
              </a:custGeom>
              <a:solidFill>
                <a:srgbClr val="FEB24C"/>
              </a:solidFill>
              <a:ln w="12682" cap="flat">
                <a:solidFill>
                  <a:srgbClr val="FEB24C"/>
                </a:solidFill>
                <a:prstDash val="solid"/>
                <a:round/>
              </a:ln>
            </p:spPr>
            <p:txBody>
              <a:bodyPr rtlCol="0" anchor="ctr"/>
              <a:lstStyle/>
              <a:p>
                <a:endParaRPr lang="en-US" sz="3200"/>
              </a:p>
            </p:txBody>
          </p:sp>
          <p:sp>
            <p:nvSpPr>
              <p:cNvPr id="459" name="Freeform: Shape 458">
                <a:extLst>
                  <a:ext uri="{FF2B5EF4-FFF2-40B4-BE49-F238E27FC236}">
                    <a16:creationId xmlns:a16="http://schemas.microsoft.com/office/drawing/2014/main" id="{22C30AB2-2218-09C3-0C5A-B12A3418F59D}"/>
                  </a:ext>
                </a:extLst>
              </p:cNvPr>
              <p:cNvSpPr/>
              <p:nvPr/>
            </p:nvSpPr>
            <p:spPr>
              <a:xfrm>
                <a:off x="6369063" y="10579571"/>
                <a:ext cx="50867" cy="50940"/>
              </a:xfrm>
              <a:custGeom>
                <a:avLst/>
                <a:gdLst>
                  <a:gd name="connsiteX0" fmla="*/ 14240 w 28356"/>
                  <a:gd name="connsiteY0" fmla="*/ 28438 h 28397"/>
                  <a:gd name="connsiteX1" fmla="*/ 24265 w 28356"/>
                  <a:gd name="connsiteY1" fmla="*/ 24279 h 28397"/>
                  <a:gd name="connsiteX2" fmla="*/ 28418 w 28356"/>
                  <a:gd name="connsiteY2" fmla="*/ 14239 h 28397"/>
                  <a:gd name="connsiteX3" fmla="*/ 24265 w 28356"/>
                  <a:gd name="connsiteY3" fmla="*/ 4198 h 28397"/>
                  <a:gd name="connsiteX4" fmla="*/ 14240 w 28356"/>
                  <a:gd name="connsiteY4" fmla="*/ 40 h 28397"/>
                  <a:gd name="connsiteX5" fmla="*/ 4214 w 28356"/>
                  <a:gd name="connsiteY5" fmla="*/ 4198 h 28397"/>
                  <a:gd name="connsiteX6" fmla="*/ 61 w 28356"/>
                  <a:gd name="connsiteY6" fmla="*/ 14239 h 28397"/>
                  <a:gd name="connsiteX7" fmla="*/ 4214 w 28356"/>
                  <a:gd name="connsiteY7" fmla="*/ 24279 h 28397"/>
                  <a:gd name="connsiteX8" fmla="*/ 14240 w 28356"/>
                  <a:gd name="connsiteY8" fmla="*/ 28438 h 2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56" h="28397">
                    <a:moveTo>
                      <a:pt x="14240" y="28438"/>
                    </a:moveTo>
                    <a:cubicBezTo>
                      <a:pt x="18000" y="28438"/>
                      <a:pt x="21606" y="26942"/>
                      <a:pt x="24265" y="24279"/>
                    </a:cubicBezTo>
                    <a:cubicBezTo>
                      <a:pt x="26924" y="21616"/>
                      <a:pt x="28418" y="18004"/>
                      <a:pt x="28418" y="14239"/>
                    </a:cubicBezTo>
                    <a:cubicBezTo>
                      <a:pt x="28418" y="10473"/>
                      <a:pt x="26924" y="6861"/>
                      <a:pt x="24265" y="4198"/>
                    </a:cubicBezTo>
                    <a:cubicBezTo>
                      <a:pt x="21606" y="1536"/>
                      <a:pt x="18000" y="40"/>
                      <a:pt x="14240" y="40"/>
                    </a:cubicBezTo>
                    <a:cubicBezTo>
                      <a:pt x="10479" y="40"/>
                      <a:pt x="6873" y="1536"/>
                      <a:pt x="4214" y="4198"/>
                    </a:cubicBezTo>
                    <a:cubicBezTo>
                      <a:pt x="1555" y="6861"/>
                      <a:pt x="61" y="10473"/>
                      <a:pt x="61" y="14239"/>
                    </a:cubicBezTo>
                    <a:cubicBezTo>
                      <a:pt x="61" y="18004"/>
                      <a:pt x="1555" y="21616"/>
                      <a:pt x="4214" y="24279"/>
                    </a:cubicBezTo>
                    <a:cubicBezTo>
                      <a:pt x="6873" y="26942"/>
                      <a:pt x="10479" y="28438"/>
                      <a:pt x="14240" y="28438"/>
                    </a:cubicBezTo>
                    <a:close/>
                  </a:path>
                </a:pathLst>
              </a:custGeom>
              <a:solidFill>
                <a:srgbClr val="31A354"/>
              </a:solidFill>
              <a:ln w="12682" cap="flat">
                <a:solidFill>
                  <a:srgbClr val="31A354"/>
                </a:solidFill>
                <a:prstDash val="solid"/>
                <a:round/>
              </a:ln>
            </p:spPr>
            <p:txBody>
              <a:bodyPr rtlCol="0" anchor="ctr"/>
              <a:lstStyle/>
              <a:p>
                <a:endParaRPr lang="en-US" sz="3200"/>
              </a:p>
            </p:txBody>
          </p:sp>
          <p:sp>
            <p:nvSpPr>
              <p:cNvPr id="460" name="TextBox 459">
                <a:extLst>
                  <a:ext uri="{FF2B5EF4-FFF2-40B4-BE49-F238E27FC236}">
                    <a16:creationId xmlns:a16="http://schemas.microsoft.com/office/drawing/2014/main" id="{F23D84B1-7F97-86A7-D86D-235C84BFBCC5}"/>
                  </a:ext>
                </a:extLst>
              </p:cNvPr>
              <p:cNvSpPr txBox="1"/>
              <p:nvPr/>
            </p:nvSpPr>
            <p:spPr>
              <a:xfrm>
                <a:off x="6432543" y="10471300"/>
                <a:ext cx="882245" cy="253893"/>
              </a:xfrm>
              <a:prstGeom prst="rect">
                <a:avLst/>
              </a:prstGeom>
              <a:noFill/>
            </p:spPr>
            <p:txBody>
              <a:bodyPr wrap="square">
                <a:spAutoFit/>
              </a:bodyPr>
              <a:lstStyle/>
              <a:p>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Expected</a:t>
                </a:r>
                <a:r>
                  <a:rPr lang="en-US" sz="2400" b="0" i="0" u="none" strike="noStrike" dirty="0">
                    <a:latin typeface="Calibri" panose="020F0502020204030204" pitchFamily="34" charset="0"/>
                    <a:ea typeface="Calibri" panose="020F0502020204030204" pitchFamily="34" charset="0"/>
                    <a:cs typeface="Calibri" panose="020F0502020204030204" pitchFamily="34" charset="0"/>
                  </a:rPr>
                  <a:t> S</a:t>
                </a:r>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61" name="TextBox 460">
                <a:extLst>
                  <a:ext uri="{FF2B5EF4-FFF2-40B4-BE49-F238E27FC236}">
                    <a16:creationId xmlns:a16="http://schemas.microsoft.com/office/drawing/2014/main" id="{ACFCC3BA-CC58-1942-696D-06C1E42CE2B9}"/>
                  </a:ext>
                </a:extLst>
              </p:cNvPr>
              <p:cNvSpPr txBox="1"/>
              <p:nvPr/>
            </p:nvSpPr>
            <p:spPr>
              <a:xfrm>
                <a:off x="6432543" y="10693876"/>
                <a:ext cx="907494" cy="253892"/>
              </a:xfrm>
              <a:prstGeom prst="rect">
                <a:avLst/>
              </a:prstGeom>
              <a:noFill/>
            </p:spPr>
            <p:txBody>
              <a:bodyPr wrap="square">
                <a:spAutoFit/>
              </a:bodyPr>
              <a:lstStyle/>
              <a:p>
                <a:r>
                  <a:rPr lang="en-US" sz="2400" b="0" i="0" u="none" strike="noStrike" baseline="0" dirty="0">
                    <a:latin typeface="Calibri" panose="020F0502020204030204" pitchFamily="34" charset="0"/>
                    <a:ea typeface="Calibri" panose="020F0502020204030204" pitchFamily="34" charset="0"/>
                    <a:cs typeface="Calibri" panose="020F0502020204030204" pitchFamily="34" charset="0"/>
                  </a:rPr>
                  <a:t>Probed S </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grpSp>
        <p:sp>
          <p:nvSpPr>
            <p:cNvPr id="346" name="TextBox 345">
              <a:extLst>
                <a:ext uri="{FF2B5EF4-FFF2-40B4-BE49-F238E27FC236}">
                  <a16:creationId xmlns:a16="http://schemas.microsoft.com/office/drawing/2014/main" id="{9B57BBAC-1A97-DA42-6507-4BBBBEE954A4}"/>
                </a:ext>
              </a:extLst>
            </p:cNvPr>
            <p:cNvSpPr txBox="1"/>
            <p:nvPr/>
          </p:nvSpPr>
          <p:spPr>
            <a:xfrm rot="16200000">
              <a:off x="3128783" y="5194256"/>
              <a:ext cx="1952545" cy="410371"/>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Rate</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347" name="TextBox 346">
              <a:extLst>
                <a:ext uri="{FF2B5EF4-FFF2-40B4-BE49-F238E27FC236}">
                  <a16:creationId xmlns:a16="http://schemas.microsoft.com/office/drawing/2014/main" id="{68D48E12-1824-BFA4-E49E-5F0AECB88635}"/>
                </a:ext>
              </a:extLst>
            </p:cNvPr>
            <p:cNvSpPr txBox="1"/>
            <p:nvPr/>
          </p:nvSpPr>
          <p:spPr>
            <a:xfrm>
              <a:off x="1369411" y="6452917"/>
              <a:ext cx="2545366" cy="410371"/>
            </a:xfrm>
            <a:prstGeom prst="rect">
              <a:avLst/>
            </a:prstGeom>
            <a:noFill/>
          </p:spPr>
          <p:txBody>
            <a:bodyPr wrap="square"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Neuron</a:t>
              </a:r>
            </a:p>
          </p:txBody>
        </p:sp>
        <p:sp>
          <p:nvSpPr>
            <p:cNvPr id="348" name="TextBox 347">
              <a:extLst>
                <a:ext uri="{FF2B5EF4-FFF2-40B4-BE49-F238E27FC236}">
                  <a16:creationId xmlns:a16="http://schemas.microsoft.com/office/drawing/2014/main" id="{15EF2BB2-D478-D1CC-D12A-0417E8A00C00}"/>
                </a:ext>
              </a:extLst>
            </p:cNvPr>
            <p:cNvSpPr txBox="1"/>
            <p:nvPr/>
          </p:nvSpPr>
          <p:spPr>
            <a:xfrm>
              <a:off x="4215423" y="6452917"/>
              <a:ext cx="2545366" cy="410371"/>
            </a:xfrm>
            <a:prstGeom prst="rect">
              <a:avLst/>
            </a:prstGeom>
            <a:noFill/>
          </p:spPr>
          <p:txBody>
            <a:bodyPr wrap="square"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Neuron</a:t>
              </a:r>
            </a:p>
          </p:txBody>
        </p:sp>
        <p:sp>
          <p:nvSpPr>
            <p:cNvPr id="349" name="TextBox 348">
              <a:extLst>
                <a:ext uri="{FF2B5EF4-FFF2-40B4-BE49-F238E27FC236}">
                  <a16:creationId xmlns:a16="http://schemas.microsoft.com/office/drawing/2014/main" id="{3C00734B-FCF1-85E1-DF82-9A3DC2A6DC0B}"/>
                </a:ext>
              </a:extLst>
            </p:cNvPr>
            <p:cNvSpPr txBox="1"/>
            <p:nvPr/>
          </p:nvSpPr>
          <p:spPr>
            <a:xfrm>
              <a:off x="1486830" y="4066709"/>
              <a:ext cx="2229532" cy="345576"/>
            </a:xfrm>
            <a:prstGeom prst="rect">
              <a:avLst/>
            </a:prstGeom>
            <a:noFill/>
          </p:spPr>
          <p:txBody>
            <a:bodyPr wrap="square" lIns="0" tIns="0" rIns="0" bIns="0"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without Prediction</a:t>
              </a:r>
            </a:p>
          </p:txBody>
        </p:sp>
        <p:sp>
          <p:nvSpPr>
            <p:cNvPr id="350" name="TextBox 349">
              <a:extLst>
                <a:ext uri="{FF2B5EF4-FFF2-40B4-BE49-F238E27FC236}">
                  <a16:creationId xmlns:a16="http://schemas.microsoft.com/office/drawing/2014/main" id="{0F692F08-9EB8-8F43-A65E-23008B794192}"/>
                </a:ext>
              </a:extLst>
            </p:cNvPr>
            <p:cNvSpPr txBox="1"/>
            <p:nvPr/>
          </p:nvSpPr>
          <p:spPr>
            <a:xfrm>
              <a:off x="4330375" y="4066709"/>
              <a:ext cx="2229532" cy="345576"/>
            </a:xfrm>
            <a:prstGeom prst="rect">
              <a:avLst/>
            </a:prstGeom>
            <a:noFill/>
          </p:spPr>
          <p:txBody>
            <a:bodyPr wrap="square" lIns="0" tIns="0" rIns="0" bIns="0"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with Prediction</a:t>
              </a:r>
            </a:p>
          </p:txBody>
        </p:sp>
        <p:grpSp>
          <p:nvGrpSpPr>
            <p:cNvPr id="351" name="Group 350">
              <a:extLst>
                <a:ext uri="{FF2B5EF4-FFF2-40B4-BE49-F238E27FC236}">
                  <a16:creationId xmlns:a16="http://schemas.microsoft.com/office/drawing/2014/main" id="{D07FE05C-6526-2639-64D9-3B89A26E217A}"/>
                </a:ext>
              </a:extLst>
            </p:cNvPr>
            <p:cNvGrpSpPr/>
            <p:nvPr/>
          </p:nvGrpSpPr>
          <p:grpSpPr>
            <a:xfrm>
              <a:off x="7957307" y="4202913"/>
              <a:ext cx="2654724" cy="2221670"/>
              <a:chOff x="7529399" y="5761855"/>
              <a:chExt cx="2289465" cy="1915994"/>
            </a:xfrm>
          </p:grpSpPr>
          <p:sp>
            <p:nvSpPr>
              <p:cNvPr id="352" name="Freeform: Shape 351">
                <a:extLst>
                  <a:ext uri="{FF2B5EF4-FFF2-40B4-BE49-F238E27FC236}">
                    <a16:creationId xmlns:a16="http://schemas.microsoft.com/office/drawing/2014/main" id="{DDEE6A3B-1C0D-D78B-5C91-B43E8E5EA89B}"/>
                  </a:ext>
                </a:extLst>
              </p:cNvPr>
              <p:cNvSpPr/>
              <p:nvPr/>
            </p:nvSpPr>
            <p:spPr>
              <a:xfrm>
                <a:off x="7789527"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3" name="Freeform: Shape 352">
                <a:extLst>
                  <a:ext uri="{FF2B5EF4-FFF2-40B4-BE49-F238E27FC236}">
                    <a16:creationId xmlns:a16="http://schemas.microsoft.com/office/drawing/2014/main" id="{CD9EE5FB-7B95-8FC8-88EA-2D9D023422E4}"/>
                  </a:ext>
                </a:extLst>
              </p:cNvPr>
              <p:cNvSpPr/>
              <p:nvPr/>
            </p:nvSpPr>
            <p:spPr>
              <a:xfrm>
                <a:off x="7853950"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4" name="Freeform: Shape 353">
                <a:extLst>
                  <a:ext uri="{FF2B5EF4-FFF2-40B4-BE49-F238E27FC236}">
                    <a16:creationId xmlns:a16="http://schemas.microsoft.com/office/drawing/2014/main" id="{7DCE9FB4-CF1E-60B5-CD42-40DAD118C0FB}"/>
                  </a:ext>
                </a:extLst>
              </p:cNvPr>
              <p:cNvSpPr/>
              <p:nvPr/>
            </p:nvSpPr>
            <p:spPr>
              <a:xfrm>
                <a:off x="7918373" y="7490369"/>
                <a:ext cx="64424" cy="12719"/>
              </a:xfrm>
              <a:custGeom>
                <a:avLst/>
                <a:gdLst>
                  <a:gd name="connsiteX0" fmla="*/ 0 w 64424"/>
                  <a:gd name="connsiteY0" fmla="*/ 0 h 12719"/>
                  <a:gd name="connsiteX1" fmla="*/ 64425 w 64424"/>
                  <a:gd name="connsiteY1" fmla="*/ 0 h 12719"/>
                  <a:gd name="connsiteX2" fmla="*/ 64425 w 64424"/>
                  <a:gd name="connsiteY2" fmla="*/ 0 h 12719"/>
                  <a:gd name="connsiteX3" fmla="*/ 0 w 64424"/>
                  <a:gd name="connsiteY3" fmla="*/ 0 h 12719"/>
                </a:gdLst>
                <a:ahLst/>
                <a:cxnLst>
                  <a:cxn ang="0">
                    <a:pos x="connsiteX0" y="connsiteY0"/>
                  </a:cxn>
                  <a:cxn ang="0">
                    <a:pos x="connsiteX1" y="connsiteY1"/>
                  </a:cxn>
                  <a:cxn ang="0">
                    <a:pos x="connsiteX2" y="connsiteY2"/>
                  </a:cxn>
                  <a:cxn ang="0">
                    <a:pos x="connsiteX3" y="connsiteY3"/>
                  </a:cxn>
                </a:cxnLst>
                <a:rect l="l" t="t" r="r" b="b"/>
                <a:pathLst>
                  <a:path w="64424" h="12719">
                    <a:moveTo>
                      <a:pt x="0" y="0"/>
                    </a:moveTo>
                    <a:lnTo>
                      <a:pt x="64425" y="0"/>
                    </a:lnTo>
                    <a:lnTo>
                      <a:pt x="64425"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5" name="Freeform: Shape 354">
                <a:extLst>
                  <a:ext uri="{FF2B5EF4-FFF2-40B4-BE49-F238E27FC236}">
                    <a16:creationId xmlns:a16="http://schemas.microsoft.com/office/drawing/2014/main" id="{017F1085-AD1D-5528-F35E-584A6002EF63}"/>
                  </a:ext>
                </a:extLst>
              </p:cNvPr>
              <p:cNvSpPr/>
              <p:nvPr/>
            </p:nvSpPr>
            <p:spPr>
              <a:xfrm>
                <a:off x="7982798"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6" name="Freeform: Shape 355">
                <a:extLst>
                  <a:ext uri="{FF2B5EF4-FFF2-40B4-BE49-F238E27FC236}">
                    <a16:creationId xmlns:a16="http://schemas.microsoft.com/office/drawing/2014/main" id="{A8069AB1-88E5-B0CC-CD53-62CC70FB5858}"/>
                  </a:ext>
                </a:extLst>
              </p:cNvPr>
              <p:cNvSpPr/>
              <p:nvPr/>
            </p:nvSpPr>
            <p:spPr>
              <a:xfrm>
                <a:off x="8047221"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7" name="Freeform: Shape 356">
                <a:extLst>
                  <a:ext uri="{FF2B5EF4-FFF2-40B4-BE49-F238E27FC236}">
                    <a16:creationId xmlns:a16="http://schemas.microsoft.com/office/drawing/2014/main" id="{6F507D09-490B-65E9-23FE-0A639726BE50}"/>
                  </a:ext>
                </a:extLst>
              </p:cNvPr>
              <p:cNvSpPr/>
              <p:nvPr/>
            </p:nvSpPr>
            <p:spPr>
              <a:xfrm>
                <a:off x="8111645" y="7490369"/>
                <a:ext cx="64424" cy="12719"/>
              </a:xfrm>
              <a:custGeom>
                <a:avLst/>
                <a:gdLst>
                  <a:gd name="connsiteX0" fmla="*/ 0 w 64424"/>
                  <a:gd name="connsiteY0" fmla="*/ 0 h 12719"/>
                  <a:gd name="connsiteX1" fmla="*/ 64425 w 64424"/>
                  <a:gd name="connsiteY1" fmla="*/ 0 h 12719"/>
                  <a:gd name="connsiteX2" fmla="*/ 64425 w 64424"/>
                  <a:gd name="connsiteY2" fmla="*/ 0 h 12719"/>
                  <a:gd name="connsiteX3" fmla="*/ 0 w 64424"/>
                  <a:gd name="connsiteY3" fmla="*/ 0 h 12719"/>
                </a:gdLst>
                <a:ahLst/>
                <a:cxnLst>
                  <a:cxn ang="0">
                    <a:pos x="connsiteX0" y="connsiteY0"/>
                  </a:cxn>
                  <a:cxn ang="0">
                    <a:pos x="connsiteX1" y="connsiteY1"/>
                  </a:cxn>
                  <a:cxn ang="0">
                    <a:pos x="connsiteX2" y="connsiteY2"/>
                  </a:cxn>
                  <a:cxn ang="0">
                    <a:pos x="connsiteX3" y="connsiteY3"/>
                  </a:cxn>
                </a:cxnLst>
                <a:rect l="l" t="t" r="r" b="b"/>
                <a:pathLst>
                  <a:path w="64424" h="12719">
                    <a:moveTo>
                      <a:pt x="0" y="0"/>
                    </a:moveTo>
                    <a:lnTo>
                      <a:pt x="64425" y="0"/>
                    </a:lnTo>
                    <a:lnTo>
                      <a:pt x="64425"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8" name="Freeform: Shape 357">
                <a:extLst>
                  <a:ext uri="{FF2B5EF4-FFF2-40B4-BE49-F238E27FC236}">
                    <a16:creationId xmlns:a16="http://schemas.microsoft.com/office/drawing/2014/main" id="{C490355A-9A1F-71CE-37C9-2FD4023694C8}"/>
                  </a:ext>
                </a:extLst>
              </p:cNvPr>
              <p:cNvSpPr/>
              <p:nvPr/>
            </p:nvSpPr>
            <p:spPr>
              <a:xfrm>
                <a:off x="8176069" y="5947053"/>
                <a:ext cx="64423" cy="1543316"/>
              </a:xfrm>
              <a:custGeom>
                <a:avLst/>
                <a:gdLst>
                  <a:gd name="connsiteX0" fmla="*/ 0 w 64423"/>
                  <a:gd name="connsiteY0" fmla="*/ 1543316 h 1543316"/>
                  <a:gd name="connsiteX1" fmla="*/ 64423 w 64423"/>
                  <a:gd name="connsiteY1" fmla="*/ 1543316 h 1543316"/>
                  <a:gd name="connsiteX2" fmla="*/ 64423 w 64423"/>
                  <a:gd name="connsiteY2" fmla="*/ 0 h 1543316"/>
                  <a:gd name="connsiteX3" fmla="*/ 0 w 64423"/>
                  <a:gd name="connsiteY3" fmla="*/ 0 h 1543316"/>
                </a:gdLst>
                <a:ahLst/>
                <a:cxnLst>
                  <a:cxn ang="0">
                    <a:pos x="connsiteX0" y="connsiteY0"/>
                  </a:cxn>
                  <a:cxn ang="0">
                    <a:pos x="connsiteX1" y="connsiteY1"/>
                  </a:cxn>
                  <a:cxn ang="0">
                    <a:pos x="connsiteX2" y="connsiteY2"/>
                  </a:cxn>
                  <a:cxn ang="0">
                    <a:pos x="connsiteX3" y="connsiteY3"/>
                  </a:cxn>
                </a:cxnLst>
                <a:rect l="l" t="t" r="r" b="b"/>
                <a:pathLst>
                  <a:path w="64423" h="1543316">
                    <a:moveTo>
                      <a:pt x="0" y="1543316"/>
                    </a:moveTo>
                    <a:lnTo>
                      <a:pt x="64423" y="1543316"/>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59" name="Freeform: Shape 358">
                <a:extLst>
                  <a:ext uri="{FF2B5EF4-FFF2-40B4-BE49-F238E27FC236}">
                    <a16:creationId xmlns:a16="http://schemas.microsoft.com/office/drawing/2014/main" id="{1230533D-2682-BD0D-F676-6A10EBFB7482}"/>
                  </a:ext>
                </a:extLst>
              </p:cNvPr>
              <p:cNvSpPr/>
              <p:nvPr/>
            </p:nvSpPr>
            <p:spPr>
              <a:xfrm>
                <a:off x="8240492" y="5844165"/>
                <a:ext cx="64423" cy="1646203"/>
              </a:xfrm>
              <a:custGeom>
                <a:avLst/>
                <a:gdLst>
                  <a:gd name="connsiteX0" fmla="*/ 0 w 64423"/>
                  <a:gd name="connsiteY0" fmla="*/ 1646204 h 1646203"/>
                  <a:gd name="connsiteX1" fmla="*/ 64423 w 64423"/>
                  <a:gd name="connsiteY1" fmla="*/ 1646204 h 1646203"/>
                  <a:gd name="connsiteX2" fmla="*/ 64423 w 64423"/>
                  <a:gd name="connsiteY2" fmla="*/ 0 h 1646203"/>
                  <a:gd name="connsiteX3" fmla="*/ 0 w 64423"/>
                  <a:gd name="connsiteY3" fmla="*/ 0 h 1646203"/>
                </a:gdLst>
                <a:ahLst/>
                <a:cxnLst>
                  <a:cxn ang="0">
                    <a:pos x="connsiteX0" y="connsiteY0"/>
                  </a:cxn>
                  <a:cxn ang="0">
                    <a:pos x="connsiteX1" y="connsiteY1"/>
                  </a:cxn>
                  <a:cxn ang="0">
                    <a:pos x="connsiteX2" y="connsiteY2"/>
                  </a:cxn>
                  <a:cxn ang="0">
                    <a:pos x="connsiteX3" y="connsiteY3"/>
                  </a:cxn>
                </a:cxnLst>
                <a:rect l="l" t="t" r="r" b="b"/>
                <a:pathLst>
                  <a:path w="64423" h="1646203">
                    <a:moveTo>
                      <a:pt x="0" y="1646204"/>
                    </a:moveTo>
                    <a:lnTo>
                      <a:pt x="64423" y="1646204"/>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0" name="Freeform: Shape 359">
                <a:extLst>
                  <a:ext uri="{FF2B5EF4-FFF2-40B4-BE49-F238E27FC236}">
                    <a16:creationId xmlns:a16="http://schemas.microsoft.com/office/drawing/2014/main" id="{806F14B8-1BFF-46F0-DBA4-B07B5196CBA4}"/>
                  </a:ext>
                </a:extLst>
              </p:cNvPr>
              <p:cNvSpPr/>
              <p:nvPr/>
            </p:nvSpPr>
            <p:spPr>
              <a:xfrm>
                <a:off x="8304916" y="6873043"/>
                <a:ext cx="64423" cy="617326"/>
              </a:xfrm>
              <a:custGeom>
                <a:avLst/>
                <a:gdLst>
                  <a:gd name="connsiteX0" fmla="*/ 0 w 64423"/>
                  <a:gd name="connsiteY0" fmla="*/ 617326 h 617326"/>
                  <a:gd name="connsiteX1" fmla="*/ 64423 w 64423"/>
                  <a:gd name="connsiteY1" fmla="*/ 617326 h 617326"/>
                  <a:gd name="connsiteX2" fmla="*/ 64423 w 64423"/>
                  <a:gd name="connsiteY2" fmla="*/ 0 h 617326"/>
                  <a:gd name="connsiteX3" fmla="*/ 0 w 64423"/>
                  <a:gd name="connsiteY3" fmla="*/ 0 h 617326"/>
                </a:gdLst>
                <a:ahLst/>
                <a:cxnLst>
                  <a:cxn ang="0">
                    <a:pos x="connsiteX0" y="connsiteY0"/>
                  </a:cxn>
                  <a:cxn ang="0">
                    <a:pos x="connsiteX1" y="connsiteY1"/>
                  </a:cxn>
                  <a:cxn ang="0">
                    <a:pos x="connsiteX2" y="connsiteY2"/>
                  </a:cxn>
                  <a:cxn ang="0">
                    <a:pos x="connsiteX3" y="connsiteY3"/>
                  </a:cxn>
                </a:cxnLst>
                <a:rect l="l" t="t" r="r" b="b"/>
                <a:pathLst>
                  <a:path w="64423" h="617326">
                    <a:moveTo>
                      <a:pt x="0" y="617326"/>
                    </a:moveTo>
                    <a:lnTo>
                      <a:pt x="64423" y="617326"/>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1" name="Freeform: Shape 360">
                <a:extLst>
                  <a:ext uri="{FF2B5EF4-FFF2-40B4-BE49-F238E27FC236}">
                    <a16:creationId xmlns:a16="http://schemas.microsoft.com/office/drawing/2014/main" id="{902F552A-E55E-5049-C87B-39DA8924B4CC}"/>
                  </a:ext>
                </a:extLst>
              </p:cNvPr>
              <p:cNvSpPr/>
              <p:nvPr/>
            </p:nvSpPr>
            <p:spPr>
              <a:xfrm>
                <a:off x="8369339" y="7387485"/>
                <a:ext cx="64424" cy="102884"/>
              </a:xfrm>
              <a:custGeom>
                <a:avLst/>
                <a:gdLst>
                  <a:gd name="connsiteX0" fmla="*/ 0 w 64424"/>
                  <a:gd name="connsiteY0" fmla="*/ 102884 h 102884"/>
                  <a:gd name="connsiteX1" fmla="*/ 64425 w 64424"/>
                  <a:gd name="connsiteY1" fmla="*/ 102884 h 102884"/>
                  <a:gd name="connsiteX2" fmla="*/ 64425 w 64424"/>
                  <a:gd name="connsiteY2" fmla="*/ 0 h 102884"/>
                  <a:gd name="connsiteX3" fmla="*/ 0 w 64424"/>
                  <a:gd name="connsiteY3" fmla="*/ 0 h 102884"/>
                </a:gdLst>
                <a:ahLst/>
                <a:cxnLst>
                  <a:cxn ang="0">
                    <a:pos x="connsiteX0" y="connsiteY0"/>
                  </a:cxn>
                  <a:cxn ang="0">
                    <a:pos x="connsiteX1" y="connsiteY1"/>
                  </a:cxn>
                  <a:cxn ang="0">
                    <a:pos x="connsiteX2" y="connsiteY2"/>
                  </a:cxn>
                  <a:cxn ang="0">
                    <a:pos x="connsiteX3" y="connsiteY3"/>
                  </a:cxn>
                </a:cxnLst>
                <a:rect l="l" t="t" r="r" b="b"/>
                <a:pathLst>
                  <a:path w="64424" h="102884">
                    <a:moveTo>
                      <a:pt x="0" y="102884"/>
                    </a:moveTo>
                    <a:lnTo>
                      <a:pt x="64425" y="102884"/>
                    </a:lnTo>
                    <a:lnTo>
                      <a:pt x="64425"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2" name="Freeform: Shape 361">
                <a:extLst>
                  <a:ext uri="{FF2B5EF4-FFF2-40B4-BE49-F238E27FC236}">
                    <a16:creationId xmlns:a16="http://schemas.microsoft.com/office/drawing/2014/main" id="{FD4587B7-4AA1-BCAD-8FB6-7DE2B9550F96}"/>
                  </a:ext>
                </a:extLst>
              </p:cNvPr>
              <p:cNvSpPr/>
              <p:nvPr/>
            </p:nvSpPr>
            <p:spPr>
              <a:xfrm>
                <a:off x="8433764"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3" name="Freeform: Shape 362">
                <a:extLst>
                  <a:ext uri="{FF2B5EF4-FFF2-40B4-BE49-F238E27FC236}">
                    <a16:creationId xmlns:a16="http://schemas.microsoft.com/office/drawing/2014/main" id="{4E82DBD0-02C9-B68E-D9E9-AAB547A0B0CF}"/>
                  </a:ext>
                </a:extLst>
              </p:cNvPr>
              <p:cNvSpPr/>
              <p:nvPr/>
            </p:nvSpPr>
            <p:spPr>
              <a:xfrm>
                <a:off x="8498187"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4" name="Freeform: Shape 363">
                <a:extLst>
                  <a:ext uri="{FF2B5EF4-FFF2-40B4-BE49-F238E27FC236}">
                    <a16:creationId xmlns:a16="http://schemas.microsoft.com/office/drawing/2014/main" id="{394D67F1-E3E7-7B06-7674-BBF509445917}"/>
                  </a:ext>
                </a:extLst>
              </p:cNvPr>
              <p:cNvSpPr/>
              <p:nvPr/>
            </p:nvSpPr>
            <p:spPr>
              <a:xfrm>
                <a:off x="8562610"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5" name="Freeform: Shape 364">
                <a:extLst>
                  <a:ext uri="{FF2B5EF4-FFF2-40B4-BE49-F238E27FC236}">
                    <a16:creationId xmlns:a16="http://schemas.microsoft.com/office/drawing/2014/main" id="{4A3FB260-894B-0B8B-B8DD-FEC93CA4756E}"/>
                  </a:ext>
                </a:extLst>
              </p:cNvPr>
              <p:cNvSpPr/>
              <p:nvPr/>
            </p:nvSpPr>
            <p:spPr>
              <a:xfrm>
                <a:off x="8627033" y="7490369"/>
                <a:ext cx="64424" cy="12719"/>
              </a:xfrm>
              <a:custGeom>
                <a:avLst/>
                <a:gdLst>
                  <a:gd name="connsiteX0" fmla="*/ 0 w 64424"/>
                  <a:gd name="connsiteY0" fmla="*/ 0 h 12719"/>
                  <a:gd name="connsiteX1" fmla="*/ 64425 w 64424"/>
                  <a:gd name="connsiteY1" fmla="*/ 0 h 12719"/>
                  <a:gd name="connsiteX2" fmla="*/ 64425 w 64424"/>
                  <a:gd name="connsiteY2" fmla="*/ 0 h 12719"/>
                  <a:gd name="connsiteX3" fmla="*/ 0 w 64424"/>
                  <a:gd name="connsiteY3" fmla="*/ 0 h 12719"/>
                </a:gdLst>
                <a:ahLst/>
                <a:cxnLst>
                  <a:cxn ang="0">
                    <a:pos x="connsiteX0" y="connsiteY0"/>
                  </a:cxn>
                  <a:cxn ang="0">
                    <a:pos x="connsiteX1" y="connsiteY1"/>
                  </a:cxn>
                  <a:cxn ang="0">
                    <a:pos x="connsiteX2" y="connsiteY2"/>
                  </a:cxn>
                  <a:cxn ang="0">
                    <a:pos x="connsiteX3" y="connsiteY3"/>
                  </a:cxn>
                </a:cxnLst>
                <a:rect l="l" t="t" r="r" b="b"/>
                <a:pathLst>
                  <a:path w="64424" h="12719">
                    <a:moveTo>
                      <a:pt x="0" y="0"/>
                    </a:moveTo>
                    <a:lnTo>
                      <a:pt x="64425" y="0"/>
                    </a:lnTo>
                    <a:lnTo>
                      <a:pt x="64425"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6" name="Freeform: Shape 365">
                <a:extLst>
                  <a:ext uri="{FF2B5EF4-FFF2-40B4-BE49-F238E27FC236}">
                    <a16:creationId xmlns:a16="http://schemas.microsoft.com/office/drawing/2014/main" id="{94FEBC02-9C8E-469D-CA62-76453C356028}"/>
                  </a:ext>
                </a:extLst>
              </p:cNvPr>
              <p:cNvSpPr/>
              <p:nvPr/>
            </p:nvSpPr>
            <p:spPr>
              <a:xfrm>
                <a:off x="8691458" y="7490369"/>
                <a:ext cx="64416" cy="12719"/>
              </a:xfrm>
              <a:custGeom>
                <a:avLst/>
                <a:gdLst>
                  <a:gd name="connsiteX0" fmla="*/ 0 w 64416"/>
                  <a:gd name="connsiteY0" fmla="*/ 0 h 12719"/>
                  <a:gd name="connsiteX1" fmla="*/ 64417 w 64416"/>
                  <a:gd name="connsiteY1" fmla="*/ 0 h 12719"/>
                  <a:gd name="connsiteX2" fmla="*/ 64417 w 64416"/>
                  <a:gd name="connsiteY2" fmla="*/ 0 h 12719"/>
                  <a:gd name="connsiteX3" fmla="*/ 0 w 64416"/>
                  <a:gd name="connsiteY3" fmla="*/ 0 h 12719"/>
                </a:gdLst>
                <a:ahLst/>
                <a:cxnLst>
                  <a:cxn ang="0">
                    <a:pos x="connsiteX0" y="connsiteY0"/>
                  </a:cxn>
                  <a:cxn ang="0">
                    <a:pos x="connsiteX1" y="connsiteY1"/>
                  </a:cxn>
                  <a:cxn ang="0">
                    <a:pos x="connsiteX2" y="connsiteY2"/>
                  </a:cxn>
                  <a:cxn ang="0">
                    <a:pos x="connsiteX3" y="connsiteY3"/>
                  </a:cxn>
                </a:cxnLst>
                <a:rect l="l" t="t" r="r" b="b"/>
                <a:pathLst>
                  <a:path w="64416" h="12719">
                    <a:moveTo>
                      <a:pt x="0" y="0"/>
                    </a:moveTo>
                    <a:lnTo>
                      <a:pt x="64417" y="0"/>
                    </a:lnTo>
                    <a:lnTo>
                      <a:pt x="6441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7" name="Freeform: Shape 366">
                <a:extLst>
                  <a:ext uri="{FF2B5EF4-FFF2-40B4-BE49-F238E27FC236}">
                    <a16:creationId xmlns:a16="http://schemas.microsoft.com/office/drawing/2014/main" id="{E92D0C20-9ED4-8E14-503F-21ADE659E028}"/>
                  </a:ext>
                </a:extLst>
              </p:cNvPr>
              <p:cNvSpPr/>
              <p:nvPr/>
            </p:nvSpPr>
            <p:spPr>
              <a:xfrm>
                <a:off x="8755875"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8" name="Freeform: Shape 367">
                <a:extLst>
                  <a:ext uri="{FF2B5EF4-FFF2-40B4-BE49-F238E27FC236}">
                    <a16:creationId xmlns:a16="http://schemas.microsoft.com/office/drawing/2014/main" id="{30FB46F1-3B42-F87A-9CC1-5B72F89442F6}"/>
                  </a:ext>
                </a:extLst>
              </p:cNvPr>
              <p:cNvSpPr/>
              <p:nvPr/>
            </p:nvSpPr>
            <p:spPr>
              <a:xfrm>
                <a:off x="8820302"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69" name="Freeform: Shape 368">
                <a:extLst>
                  <a:ext uri="{FF2B5EF4-FFF2-40B4-BE49-F238E27FC236}">
                    <a16:creationId xmlns:a16="http://schemas.microsoft.com/office/drawing/2014/main" id="{EEA48BBD-006E-19C9-BEE8-A12664896B28}"/>
                  </a:ext>
                </a:extLst>
              </p:cNvPr>
              <p:cNvSpPr/>
              <p:nvPr/>
            </p:nvSpPr>
            <p:spPr>
              <a:xfrm>
                <a:off x="8884729"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0" name="Freeform: Shape 369">
                <a:extLst>
                  <a:ext uri="{FF2B5EF4-FFF2-40B4-BE49-F238E27FC236}">
                    <a16:creationId xmlns:a16="http://schemas.microsoft.com/office/drawing/2014/main" id="{A8A27359-AC11-0068-8FAD-8AE9EC1AFF6F}"/>
                  </a:ext>
                </a:extLst>
              </p:cNvPr>
              <p:cNvSpPr/>
              <p:nvPr/>
            </p:nvSpPr>
            <p:spPr>
              <a:xfrm>
                <a:off x="8949156" y="7490369"/>
                <a:ext cx="64414" cy="12719"/>
              </a:xfrm>
              <a:custGeom>
                <a:avLst/>
                <a:gdLst>
                  <a:gd name="connsiteX0" fmla="*/ 0 w 64414"/>
                  <a:gd name="connsiteY0" fmla="*/ 0 h 12719"/>
                  <a:gd name="connsiteX1" fmla="*/ 64414 w 64414"/>
                  <a:gd name="connsiteY1" fmla="*/ 0 h 12719"/>
                  <a:gd name="connsiteX2" fmla="*/ 64414 w 64414"/>
                  <a:gd name="connsiteY2" fmla="*/ 0 h 12719"/>
                  <a:gd name="connsiteX3" fmla="*/ 0 w 64414"/>
                  <a:gd name="connsiteY3" fmla="*/ 0 h 12719"/>
                </a:gdLst>
                <a:ahLst/>
                <a:cxnLst>
                  <a:cxn ang="0">
                    <a:pos x="connsiteX0" y="connsiteY0"/>
                  </a:cxn>
                  <a:cxn ang="0">
                    <a:pos x="connsiteX1" y="connsiteY1"/>
                  </a:cxn>
                  <a:cxn ang="0">
                    <a:pos x="connsiteX2" y="connsiteY2"/>
                  </a:cxn>
                  <a:cxn ang="0">
                    <a:pos x="connsiteX3" y="connsiteY3"/>
                  </a:cxn>
                </a:cxnLst>
                <a:rect l="l" t="t" r="r" b="b"/>
                <a:pathLst>
                  <a:path w="64414" h="12719">
                    <a:moveTo>
                      <a:pt x="0" y="0"/>
                    </a:moveTo>
                    <a:lnTo>
                      <a:pt x="64414" y="0"/>
                    </a:lnTo>
                    <a:lnTo>
                      <a:pt x="64414"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1" name="Freeform: Shape 370">
                <a:extLst>
                  <a:ext uri="{FF2B5EF4-FFF2-40B4-BE49-F238E27FC236}">
                    <a16:creationId xmlns:a16="http://schemas.microsoft.com/office/drawing/2014/main" id="{A21BB3BE-155E-7786-23ED-36229F253721}"/>
                  </a:ext>
                </a:extLst>
              </p:cNvPr>
              <p:cNvSpPr/>
              <p:nvPr/>
            </p:nvSpPr>
            <p:spPr>
              <a:xfrm>
                <a:off x="9013571"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2" name="Freeform: Shape 371">
                <a:extLst>
                  <a:ext uri="{FF2B5EF4-FFF2-40B4-BE49-F238E27FC236}">
                    <a16:creationId xmlns:a16="http://schemas.microsoft.com/office/drawing/2014/main" id="{21B83431-6D10-E961-9664-CCD20BA0904C}"/>
                  </a:ext>
                </a:extLst>
              </p:cNvPr>
              <p:cNvSpPr/>
              <p:nvPr/>
            </p:nvSpPr>
            <p:spPr>
              <a:xfrm>
                <a:off x="9077998"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3" name="Freeform: Shape 372">
                <a:extLst>
                  <a:ext uri="{FF2B5EF4-FFF2-40B4-BE49-F238E27FC236}">
                    <a16:creationId xmlns:a16="http://schemas.microsoft.com/office/drawing/2014/main" id="{B5CF3D20-AA03-D9BB-E2A3-62A8DD8B2E81}"/>
                  </a:ext>
                </a:extLst>
              </p:cNvPr>
              <p:cNvSpPr/>
              <p:nvPr/>
            </p:nvSpPr>
            <p:spPr>
              <a:xfrm>
                <a:off x="9142425"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4" name="Freeform: Shape 373">
                <a:extLst>
                  <a:ext uri="{FF2B5EF4-FFF2-40B4-BE49-F238E27FC236}">
                    <a16:creationId xmlns:a16="http://schemas.microsoft.com/office/drawing/2014/main" id="{3C49639B-4AAF-E0AC-21F4-33F409BF9B27}"/>
                  </a:ext>
                </a:extLst>
              </p:cNvPr>
              <p:cNvSpPr/>
              <p:nvPr/>
            </p:nvSpPr>
            <p:spPr>
              <a:xfrm>
                <a:off x="9206852" y="7490369"/>
                <a:ext cx="64414" cy="12719"/>
              </a:xfrm>
              <a:custGeom>
                <a:avLst/>
                <a:gdLst>
                  <a:gd name="connsiteX0" fmla="*/ 0 w 64414"/>
                  <a:gd name="connsiteY0" fmla="*/ 0 h 12719"/>
                  <a:gd name="connsiteX1" fmla="*/ 64414 w 64414"/>
                  <a:gd name="connsiteY1" fmla="*/ 0 h 12719"/>
                  <a:gd name="connsiteX2" fmla="*/ 64414 w 64414"/>
                  <a:gd name="connsiteY2" fmla="*/ 0 h 12719"/>
                  <a:gd name="connsiteX3" fmla="*/ 0 w 64414"/>
                  <a:gd name="connsiteY3" fmla="*/ 0 h 12719"/>
                </a:gdLst>
                <a:ahLst/>
                <a:cxnLst>
                  <a:cxn ang="0">
                    <a:pos x="connsiteX0" y="connsiteY0"/>
                  </a:cxn>
                  <a:cxn ang="0">
                    <a:pos x="connsiteX1" y="connsiteY1"/>
                  </a:cxn>
                  <a:cxn ang="0">
                    <a:pos x="connsiteX2" y="connsiteY2"/>
                  </a:cxn>
                  <a:cxn ang="0">
                    <a:pos x="connsiteX3" y="connsiteY3"/>
                  </a:cxn>
                </a:cxnLst>
                <a:rect l="l" t="t" r="r" b="b"/>
                <a:pathLst>
                  <a:path w="64414" h="12719">
                    <a:moveTo>
                      <a:pt x="0" y="0"/>
                    </a:moveTo>
                    <a:lnTo>
                      <a:pt x="64414" y="0"/>
                    </a:lnTo>
                    <a:lnTo>
                      <a:pt x="64414"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5" name="Freeform: Shape 374">
                <a:extLst>
                  <a:ext uri="{FF2B5EF4-FFF2-40B4-BE49-F238E27FC236}">
                    <a16:creationId xmlns:a16="http://schemas.microsoft.com/office/drawing/2014/main" id="{E90027CA-3361-45BA-D5FE-8F8DE742BEF5}"/>
                  </a:ext>
                </a:extLst>
              </p:cNvPr>
              <p:cNvSpPr/>
              <p:nvPr/>
            </p:nvSpPr>
            <p:spPr>
              <a:xfrm>
                <a:off x="9271266"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6" name="Freeform: Shape 375">
                <a:extLst>
                  <a:ext uri="{FF2B5EF4-FFF2-40B4-BE49-F238E27FC236}">
                    <a16:creationId xmlns:a16="http://schemas.microsoft.com/office/drawing/2014/main" id="{2B4AEAD4-6219-1B83-71B1-D0FCC512B207}"/>
                  </a:ext>
                </a:extLst>
              </p:cNvPr>
              <p:cNvSpPr/>
              <p:nvPr/>
            </p:nvSpPr>
            <p:spPr>
              <a:xfrm>
                <a:off x="9335693"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7" name="Freeform: Shape 376">
                <a:extLst>
                  <a:ext uri="{FF2B5EF4-FFF2-40B4-BE49-F238E27FC236}">
                    <a16:creationId xmlns:a16="http://schemas.microsoft.com/office/drawing/2014/main" id="{1E542853-F055-0D4A-C0F7-765EED7512DD}"/>
                  </a:ext>
                </a:extLst>
              </p:cNvPr>
              <p:cNvSpPr/>
              <p:nvPr/>
            </p:nvSpPr>
            <p:spPr>
              <a:xfrm>
                <a:off x="9400121" y="7490369"/>
                <a:ext cx="64414" cy="12719"/>
              </a:xfrm>
              <a:custGeom>
                <a:avLst/>
                <a:gdLst>
                  <a:gd name="connsiteX0" fmla="*/ 0 w 64414"/>
                  <a:gd name="connsiteY0" fmla="*/ 0 h 12719"/>
                  <a:gd name="connsiteX1" fmla="*/ 64414 w 64414"/>
                  <a:gd name="connsiteY1" fmla="*/ 0 h 12719"/>
                  <a:gd name="connsiteX2" fmla="*/ 64414 w 64414"/>
                  <a:gd name="connsiteY2" fmla="*/ 0 h 12719"/>
                  <a:gd name="connsiteX3" fmla="*/ 0 w 64414"/>
                  <a:gd name="connsiteY3" fmla="*/ 0 h 12719"/>
                </a:gdLst>
                <a:ahLst/>
                <a:cxnLst>
                  <a:cxn ang="0">
                    <a:pos x="connsiteX0" y="connsiteY0"/>
                  </a:cxn>
                  <a:cxn ang="0">
                    <a:pos x="connsiteX1" y="connsiteY1"/>
                  </a:cxn>
                  <a:cxn ang="0">
                    <a:pos x="connsiteX2" y="connsiteY2"/>
                  </a:cxn>
                  <a:cxn ang="0">
                    <a:pos x="connsiteX3" y="connsiteY3"/>
                  </a:cxn>
                </a:cxnLst>
                <a:rect l="l" t="t" r="r" b="b"/>
                <a:pathLst>
                  <a:path w="64414" h="12719">
                    <a:moveTo>
                      <a:pt x="0" y="0"/>
                    </a:moveTo>
                    <a:lnTo>
                      <a:pt x="64414" y="0"/>
                    </a:lnTo>
                    <a:lnTo>
                      <a:pt x="64414"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8" name="Freeform: Shape 377">
                <a:extLst>
                  <a:ext uri="{FF2B5EF4-FFF2-40B4-BE49-F238E27FC236}">
                    <a16:creationId xmlns:a16="http://schemas.microsoft.com/office/drawing/2014/main" id="{B15E8E5D-8F06-5D33-EEFE-59982370B29B}"/>
                  </a:ext>
                </a:extLst>
              </p:cNvPr>
              <p:cNvSpPr/>
              <p:nvPr/>
            </p:nvSpPr>
            <p:spPr>
              <a:xfrm>
                <a:off x="9464535"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79" name="Freeform: Shape 378">
                <a:extLst>
                  <a:ext uri="{FF2B5EF4-FFF2-40B4-BE49-F238E27FC236}">
                    <a16:creationId xmlns:a16="http://schemas.microsoft.com/office/drawing/2014/main" id="{F2822447-8182-0E90-6DA2-754431AE5E50}"/>
                  </a:ext>
                </a:extLst>
              </p:cNvPr>
              <p:cNvSpPr/>
              <p:nvPr/>
            </p:nvSpPr>
            <p:spPr>
              <a:xfrm>
                <a:off x="9528962"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80" name="Freeform: Shape 379">
                <a:extLst>
                  <a:ext uri="{FF2B5EF4-FFF2-40B4-BE49-F238E27FC236}">
                    <a16:creationId xmlns:a16="http://schemas.microsoft.com/office/drawing/2014/main" id="{599F7A6F-7D9A-41FE-220D-7A8A949FB604}"/>
                  </a:ext>
                </a:extLst>
              </p:cNvPr>
              <p:cNvSpPr/>
              <p:nvPr/>
            </p:nvSpPr>
            <p:spPr>
              <a:xfrm>
                <a:off x="9593389" y="7490369"/>
                <a:ext cx="64427" cy="12719"/>
              </a:xfrm>
              <a:custGeom>
                <a:avLst/>
                <a:gdLst>
                  <a:gd name="connsiteX0" fmla="*/ 0 w 64427"/>
                  <a:gd name="connsiteY0" fmla="*/ 0 h 12719"/>
                  <a:gd name="connsiteX1" fmla="*/ 64427 w 64427"/>
                  <a:gd name="connsiteY1" fmla="*/ 0 h 12719"/>
                  <a:gd name="connsiteX2" fmla="*/ 64427 w 64427"/>
                  <a:gd name="connsiteY2" fmla="*/ 0 h 12719"/>
                  <a:gd name="connsiteX3" fmla="*/ 0 w 64427"/>
                  <a:gd name="connsiteY3" fmla="*/ 0 h 12719"/>
                </a:gdLst>
                <a:ahLst/>
                <a:cxnLst>
                  <a:cxn ang="0">
                    <a:pos x="connsiteX0" y="connsiteY0"/>
                  </a:cxn>
                  <a:cxn ang="0">
                    <a:pos x="connsiteX1" y="connsiteY1"/>
                  </a:cxn>
                  <a:cxn ang="0">
                    <a:pos x="connsiteX2" y="connsiteY2"/>
                  </a:cxn>
                  <a:cxn ang="0">
                    <a:pos x="connsiteX3" y="connsiteY3"/>
                  </a:cxn>
                </a:cxnLst>
                <a:rect l="l" t="t" r="r" b="b"/>
                <a:pathLst>
                  <a:path w="64427" h="12719">
                    <a:moveTo>
                      <a:pt x="0" y="0"/>
                    </a:moveTo>
                    <a:lnTo>
                      <a:pt x="64427" y="0"/>
                    </a:lnTo>
                    <a:lnTo>
                      <a:pt x="64427"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81" name="Freeform: Shape 380">
                <a:extLst>
                  <a:ext uri="{FF2B5EF4-FFF2-40B4-BE49-F238E27FC236}">
                    <a16:creationId xmlns:a16="http://schemas.microsoft.com/office/drawing/2014/main" id="{92FA8A29-7632-ED91-52F9-FFB21283FEE6}"/>
                  </a:ext>
                </a:extLst>
              </p:cNvPr>
              <p:cNvSpPr/>
              <p:nvPr/>
            </p:nvSpPr>
            <p:spPr>
              <a:xfrm>
                <a:off x="9657816" y="7490369"/>
                <a:ext cx="64414" cy="12719"/>
              </a:xfrm>
              <a:custGeom>
                <a:avLst/>
                <a:gdLst>
                  <a:gd name="connsiteX0" fmla="*/ 0 w 64414"/>
                  <a:gd name="connsiteY0" fmla="*/ 0 h 12719"/>
                  <a:gd name="connsiteX1" fmla="*/ 64414 w 64414"/>
                  <a:gd name="connsiteY1" fmla="*/ 0 h 12719"/>
                  <a:gd name="connsiteX2" fmla="*/ 64414 w 64414"/>
                  <a:gd name="connsiteY2" fmla="*/ 0 h 12719"/>
                  <a:gd name="connsiteX3" fmla="*/ 0 w 64414"/>
                  <a:gd name="connsiteY3" fmla="*/ 0 h 12719"/>
                </a:gdLst>
                <a:ahLst/>
                <a:cxnLst>
                  <a:cxn ang="0">
                    <a:pos x="connsiteX0" y="connsiteY0"/>
                  </a:cxn>
                  <a:cxn ang="0">
                    <a:pos x="connsiteX1" y="connsiteY1"/>
                  </a:cxn>
                  <a:cxn ang="0">
                    <a:pos x="connsiteX2" y="connsiteY2"/>
                  </a:cxn>
                  <a:cxn ang="0">
                    <a:pos x="connsiteX3" y="connsiteY3"/>
                  </a:cxn>
                </a:cxnLst>
                <a:rect l="l" t="t" r="r" b="b"/>
                <a:pathLst>
                  <a:path w="64414" h="12719">
                    <a:moveTo>
                      <a:pt x="0" y="0"/>
                    </a:moveTo>
                    <a:lnTo>
                      <a:pt x="64414" y="0"/>
                    </a:lnTo>
                    <a:lnTo>
                      <a:pt x="64414"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sp>
            <p:nvSpPr>
              <p:cNvPr id="382" name="Freeform: Shape 381">
                <a:extLst>
                  <a:ext uri="{FF2B5EF4-FFF2-40B4-BE49-F238E27FC236}">
                    <a16:creationId xmlns:a16="http://schemas.microsoft.com/office/drawing/2014/main" id="{1D76F113-4893-8D6A-AA4E-27B8B8F659E6}"/>
                  </a:ext>
                </a:extLst>
              </p:cNvPr>
              <p:cNvSpPr/>
              <p:nvPr/>
            </p:nvSpPr>
            <p:spPr>
              <a:xfrm>
                <a:off x="7789527"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3" name="Freeform: Shape 382">
                <a:extLst>
                  <a:ext uri="{FF2B5EF4-FFF2-40B4-BE49-F238E27FC236}">
                    <a16:creationId xmlns:a16="http://schemas.microsoft.com/office/drawing/2014/main" id="{B5A0B892-432F-3864-E823-8C7BED901FA3}"/>
                  </a:ext>
                </a:extLst>
              </p:cNvPr>
              <p:cNvSpPr/>
              <p:nvPr/>
            </p:nvSpPr>
            <p:spPr>
              <a:xfrm>
                <a:off x="7853950"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4" name="Freeform: Shape 383">
                <a:extLst>
                  <a:ext uri="{FF2B5EF4-FFF2-40B4-BE49-F238E27FC236}">
                    <a16:creationId xmlns:a16="http://schemas.microsoft.com/office/drawing/2014/main" id="{D17BAB55-8AB7-B1D5-2B60-E304C0E4B492}"/>
                  </a:ext>
                </a:extLst>
              </p:cNvPr>
              <p:cNvSpPr/>
              <p:nvPr/>
            </p:nvSpPr>
            <p:spPr>
              <a:xfrm>
                <a:off x="7918373" y="7490369"/>
                <a:ext cx="64424" cy="12719"/>
              </a:xfrm>
              <a:custGeom>
                <a:avLst/>
                <a:gdLst>
                  <a:gd name="connsiteX0" fmla="*/ 0 w 64424"/>
                  <a:gd name="connsiteY0" fmla="*/ 0 h 12719"/>
                  <a:gd name="connsiteX1" fmla="*/ 64425 w 64424"/>
                  <a:gd name="connsiteY1" fmla="*/ 0 h 12719"/>
                  <a:gd name="connsiteX2" fmla="*/ 64425 w 64424"/>
                  <a:gd name="connsiteY2" fmla="*/ 0 h 12719"/>
                  <a:gd name="connsiteX3" fmla="*/ 0 w 64424"/>
                  <a:gd name="connsiteY3" fmla="*/ 0 h 12719"/>
                </a:gdLst>
                <a:ahLst/>
                <a:cxnLst>
                  <a:cxn ang="0">
                    <a:pos x="connsiteX0" y="connsiteY0"/>
                  </a:cxn>
                  <a:cxn ang="0">
                    <a:pos x="connsiteX1" y="connsiteY1"/>
                  </a:cxn>
                  <a:cxn ang="0">
                    <a:pos x="connsiteX2" y="connsiteY2"/>
                  </a:cxn>
                  <a:cxn ang="0">
                    <a:pos x="connsiteX3" y="connsiteY3"/>
                  </a:cxn>
                </a:cxnLst>
                <a:rect l="l" t="t" r="r" b="b"/>
                <a:pathLst>
                  <a:path w="64424" h="12719">
                    <a:moveTo>
                      <a:pt x="0" y="0"/>
                    </a:moveTo>
                    <a:lnTo>
                      <a:pt x="64425" y="0"/>
                    </a:lnTo>
                    <a:lnTo>
                      <a:pt x="64425"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5" name="Freeform: Shape 384">
                <a:extLst>
                  <a:ext uri="{FF2B5EF4-FFF2-40B4-BE49-F238E27FC236}">
                    <a16:creationId xmlns:a16="http://schemas.microsoft.com/office/drawing/2014/main" id="{D9F28626-10FA-9374-6A6E-17E115F94338}"/>
                  </a:ext>
                </a:extLst>
              </p:cNvPr>
              <p:cNvSpPr/>
              <p:nvPr/>
            </p:nvSpPr>
            <p:spPr>
              <a:xfrm>
                <a:off x="7982798"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6" name="Freeform: Shape 385">
                <a:extLst>
                  <a:ext uri="{FF2B5EF4-FFF2-40B4-BE49-F238E27FC236}">
                    <a16:creationId xmlns:a16="http://schemas.microsoft.com/office/drawing/2014/main" id="{66996F7D-F23D-1353-E64F-DD82524F76E9}"/>
                  </a:ext>
                </a:extLst>
              </p:cNvPr>
              <p:cNvSpPr/>
              <p:nvPr/>
            </p:nvSpPr>
            <p:spPr>
              <a:xfrm>
                <a:off x="8047221" y="7490369"/>
                <a:ext cx="64423" cy="12719"/>
              </a:xfrm>
              <a:custGeom>
                <a:avLst/>
                <a:gdLst>
                  <a:gd name="connsiteX0" fmla="*/ 0 w 64423"/>
                  <a:gd name="connsiteY0" fmla="*/ 0 h 12719"/>
                  <a:gd name="connsiteX1" fmla="*/ 64423 w 64423"/>
                  <a:gd name="connsiteY1" fmla="*/ 0 h 12719"/>
                  <a:gd name="connsiteX2" fmla="*/ 64423 w 64423"/>
                  <a:gd name="connsiteY2" fmla="*/ 0 h 12719"/>
                  <a:gd name="connsiteX3" fmla="*/ 0 w 64423"/>
                  <a:gd name="connsiteY3" fmla="*/ 0 h 12719"/>
                </a:gdLst>
                <a:ahLst/>
                <a:cxnLst>
                  <a:cxn ang="0">
                    <a:pos x="connsiteX0" y="connsiteY0"/>
                  </a:cxn>
                  <a:cxn ang="0">
                    <a:pos x="connsiteX1" y="connsiteY1"/>
                  </a:cxn>
                  <a:cxn ang="0">
                    <a:pos x="connsiteX2" y="connsiteY2"/>
                  </a:cxn>
                  <a:cxn ang="0">
                    <a:pos x="connsiteX3" y="connsiteY3"/>
                  </a:cxn>
                </a:cxnLst>
                <a:rect l="l" t="t" r="r" b="b"/>
                <a:pathLst>
                  <a:path w="64423" h="12719">
                    <a:moveTo>
                      <a:pt x="0" y="0"/>
                    </a:moveTo>
                    <a:lnTo>
                      <a:pt x="64423" y="0"/>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7" name="Freeform: Shape 386">
                <a:extLst>
                  <a:ext uri="{FF2B5EF4-FFF2-40B4-BE49-F238E27FC236}">
                    <a16:creationId xmlns:a16="http://schemas.microsoft.com/office/drawing/2014/main" id="{84C0D0E1-DD75-EB00-11E6-221E277BF8DE}"/>
                  </a:ext>
                </a:extLst>
              </p:cNvPr>
              <p:cNvSpPr/>
              <p:nvPr/>
            </p:nvSpPr>
            <p:spPr>
              <a:xfrm>
                <a:off x="8111645" y="7378658"/>
                <a:ext cx="64424" cy="111711"/>
              </a:xfrm>
              <a:custGeom>
                <a:avLst/>
                <a:gdLst>
                  <a:gd name="connsiteX0" fmla="*/ 0 w 64424"/>
                  <a:gd name="connsiteY0" fmla="*/ 111711 h 111711"/>
                  <a:gd name="connsiteX1" fmla="*/ 64425 w 64424"/>
                  <a:gd name="connsiteY1" fmla="*/ 111711 h 111711"/>
                  <a:gd name="connsiteX2" fmla="*/ 64425 w 64424"/>
                  <a:gd name="connsiteY2" fmla="*/ 0 h 111711"/>
                  <a:gd name="connsiteX3" fmla="*/ 0 w 64424"/>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4" h="111711">
                    <a:moveTo>
                      <a:pt x="0" y="111711"/>
                    </a:moveTo>
                    <a:lnTo>
                      <a:pt x="64425" y="111711"/>
                    </a:lnTo>
                    <a:lnTo>
                      <a:pt x="64425"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8" name="Freeform: Shape 387">
                <a:extLst>
                  <a:ext uri="{FF2B5EF4-FFF2-40B4-BE49-F238E27FC236}">
                    <a16:creationId xmlns:a16="http://schemas.microsoft.com/office/drawing/2014/main" id="{B40FDE51-04A6-C910-339E-1C77FF26B14F}"/>
                  </a:ext>
                </a:extLst>
              </p:cNvPr>
              <p:cNvSpPr/>
              <p:nvPr/>
            </p:nvSpPr>
            <p:spPr>
              <a:xfrm>
                <a:off x="8176069" y="7266960"/>
                <a:ext cx="64423" cy="223409"/>
              </a:xfrm>
              <a:custGeom>
                <a:avLst/>
                <a:gdLst>
                  <a:gd name="connsiteX0" fmla="*/ 0 w 64423"/>
                  <a:gd name="connsiteY0" fmla="*/ 223409 h 223409"/>
                  <a:gd name="connsiteX1" fmla="*/ 64423 w 64423"/>
                  <a:gd name="connsiteY1" fmla="*/ 223409 h 223409"/>
                  <a:gd name="connsiteX2" fmla="*/ 64423 w 64423"/>
                  <a:gd name="connsiteY2" fmla="*/ 0 h 223409"/>
                  <a:gd name="connsiteX3" fmla="*/ 0 w 64423"/>
                  <a:gd name="connsiteY3" fmla="*/ 0 h 223409"/>
                </a:gdLst>
                <a:ahLst/>
                <a:cxnLst>
                  <a:cxn ang="0">
                    <a:pos x="connsiteX0" y="connsiteY0"/>
                  </a:cxn>
                  <a:cxn ang="0">
                    <a:pos x="connsiteX1" y="connsiteY1"/>
                  </a:cxn>
                  <a:cxn ang="0">
                    <a:pos x="connsiteX2" y="connsiteY2"/>
                  </a:cxn>
                  <a:cxn ang="0">
                    <a:pos x="connsiteX3" y="connsiteY3"/>
                  </a:cxn>
                </a:cxnLst>
                <a:rect l="l" t="t" r="r" b="b"/>
                <a:pathLst>
                  <a:path w="64423" h="223409">
                    <a:moveTo>
                      <a:pt x="0" y="223409"/>
                    </a:moveTo>
                    <a:lnTo>
                      <a:pt x="64423" y="223409"/>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89" name="Freeform: Shape 388">
                <a:extLst>
                  <a:ext uri="{FF2B5EF4-FFF2-40B4-BE49-F238E27FC236}">
                    <a16:creationId xmlns:a16="http://schemas.microsoft.com/office/drawing/2014/main" id="{F328E336-1520-2A0C-D3C4-3EB80F563735}"/>
                  </a:ext>
                </a:extLst>
              </p:cNvPr>
              <p:cNvSpPr/>
              <p:nvPr/>
            </p:nvSpPr>
            <p:spPr>
              <a:xfrm>
                <a:off x="8240492" y="7378658"/>
                <a:ext cx="64423" cy="111711"/>
              </a:xfrm>
              <a:custGeom>
                <a:avLst/>
                <a:gdLst>
                  <a:gd name="connsiteX0" fmla="*/ 0 w 64423"/>
                  <a:gd name="connsiteY0" fmla="*/ 111711 h 111711"/>
                  <a:gd name="connsiteX1" fmla="*/ 64423 w 64423"/>
                  <a:gd name="connsiteY1" fmla="*/ 111711 h 111711"/>
                  <a:gd name="connsiteX2" fmla="*/ 64423 w 64423"/>
                  <a:gd name="connsiteY2" fmla="*/ 0 h 111711"/>
                  <a:gd name="connsiteX3" fmla="*/ 0 w 64423"/>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3" h="111711">
                    <a:moveTo>
                      <a:pt x="0" y="111711"/>
                    </a:moveTo>
                    <a:lnTo>
                      <a:pt x="64423" y="111711"/>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0" name="Freeform: Shape 389">
                <a:extLst>
                  <a:ext uri="{FF2B5EF4-FFF2-40B4-BE49-F238E27FC236}">
                    <a16:creationId xmlns:a16="http://schemas.microsoft.com/office/drawing/2014/main" id="{5E9FFD30-DD3B-4CE6-F64A-7B7FFE2511C0}"/>
                  </a:ext>
                </a:extLst>
              </p:cNvPr>
              <p:cNvSpPr/>
              <p:nvPr/>
            </p:nvSpPr>
            <p:spPr>
              <a:xfrm>
                <a:off x="8304916" y="7322809"/>
                <a:ext cx="64423" cy="167560"/>
              </a:xfrm>
              <a:custGeom>
                <a:avLst/>
                <a:gdLst>
                  <a:gd name="connsiteX0" fmla="*/ 0 w 64423"/>
                  <a:gd name="connsiteY0" fmla="*/ 167560 h 167560"/>
                  <a:gd name="connsiteX1" fmla="*/ 64423 w 64423"/>
                  <a:gd name="connsiteY1" fmla="*/ 167560 h 167560"/>
                  <a:gd name="connsiteX2" fmla="*/ 64423 w 64423"/>
                  <a:gd name="connsiteY2" fmla="*/ 0 h 167560"/>
                  <a:gd name="connsiteX3" fmla="*/ 0 w 64423"/>
                  <a:gd name="connsiteY3" fmla="*/ 0 h 167560"/>
                </a:gdLst>
                <a:ahLst/>
                <a:cxnLst>
                  <a:cxn ang="0">
                    <a:pos x="connsiteX0" y="connsiteY0"/>
                  </a:cxn>
                  <a:cxn ang="0">
                    <a:pos x="connsiteX1" y="connsiteY1"/>
                  </a:cxn>
                  <a:cxn ang="0">
                    <a:pos x="connsiteX2" y="connsiteY2"/>
                  </a:cxn>
                  <a:cxn ang="0">
                    <a:pos x="connsiteX3" y="connsiteY3"/>
                  </a:cxn>
                </a:cxnLst>
                <a:rect l="l" t="t" r="r" b="b"/>
                <a:pathLst>
                  <a:path w="64423" h="167560">
                    <a:moveTo>
                      <a:pt x="0" y="167560"/>
                    </a:moveTo>
                    <a:lnTo>
                      <a:pt x="64423" y="167560"/>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1" name="Freeform: Shape 390">
                <a:extLst>
                  <a:ext uri="{FF2B5EF4-FFF2-40B4-BE49-F238E27FC236}">
                    <a16:creationId xmlns:a16="http://schemas.microsoft.com/office/drawing/2014/main" id="{71245714-79D3-0FF2-F291-802674D24183}"/>
                  </a:ext>
                </a:extLst>
              </p:cNvPr>
              <p:cNvSpPr/>
              <p:nvPr/>
            </p:nvSpPr>
            <p:spPr>
              <a:xfrm>
                <a:off x="8369339" y="7434520"/>
                <a:ext cx="64424" cy="55849"/>
              </a:xfrm>
              <a:custGeom>
                <a:avLst/>
                <a:gdLst>
                  <a:gd name="connsiteX0" fmla="*/ 0 w 64424"/>
                  <a:gd name="connsiteY0" fmla="*/ 55849 h 55849"/>
                  <a:gd name="connsiteX1" fmla="*/ 64425 w 64424"/>
                  <a:gd name="connsiteY1" fmla="*/ 55849 h 55849"/>
                  <a:gd name="connsiteX2" fmla="*/ 64425 w 64424"/>
                  <a:gd name="connsiteY2" fmla="*/ 0 h 55849"/>
                  <a:gd name="connsiteX3" fmla="*/ 0 w 64424"/>
                  <a:gd name="connsiteY3" fmla="*/ 0 h 55849"/>
                </a:gdLst>
                <a:ahLst/>
                <a:cxnLst>
                  <a:cxn ang="0">
                    <a:pos x="connsiteX0" y="connsiteY0"/>
                  </a:cxn>
                  <a:cxn ang="0">
                    <a:pos x="connsiteX1" y="connsiteY1"/>
                  </a:cxn>
                  <a:cxn ang="0">
                    <a:pos x="connsiteX2" y="connsiteY2"/>
                  </a:cxn>
                  <a:cxn ang="0">
                    <a:pos x="connsiteX3" y="connsiteY3"/>
                  </a:cxn>
                </a:cxnLst>
                <a:rect l="l" t="t" r="r" b="b"/>
                <a:pathLst>
                  <a:path w="64424" h="55849">
                    <a:moveTo>
                      <a:pt x="0" y="55849"/>
                    </a:moveTo>
                    <a:lnTo>
                      <a:pt x="64425" y="55849"/>
                    </a:lnTo>
                    <a:lnTo>
                      <a:pt x="64425"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2" name="Freeform: Shape 391">
                <a:extLst>
                  <a:ext uri="{FF2B5EF4-FFF2-40B4-BE49-F238E27FC236}">
                    <a16:creationId xmlns:a16="http://schemas.microsoft.com/office/drawing/2014/main" id="{CAFCD19F-4FBD-ADF4-CBB9-9FF605FC1902}"/>
                  </a:ext>
                </a:extLst>
              </p:cNvPr>
              <p:cNvSpPr/>
              <p:nvPr/>
            </p:nvSpPr>
            <p:spPr>
              <a:xfrm>
                <a:off x="8433764" y="7378658"/>
                <a:ext cx="64423" cy="111711"/>
              </a:xfrm>
              <a:custGeom>
                <a:avLst/>
                <a:gdLst>
                  <a:gd name="connsiteX0" fmla="*/ 0 w 64423"/>
                  <a:gd name="connsiteY0" fmla="*/ 111711 h 111711"/>
                  <a:gd name="connsiteX1" fmla="*/ 64423 w 64423"/>
                  <a:gd name="connsiteY1" fmla="*/ 111711 h 111711"/>
                  <a:gd name="connsiteX2" fmla="*/ 64423 w 64423"/>
                  <a:gd name="connsiteY2" fmla="*/ 0 h 111711"/>
                  <a:gd name="connsiteX3" fmla="*/ 0 w 64423"/>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3" h="111711">
                    <a:moveTo>
                      <a:pt x="0" y="111711"/>
                    </a:moveTo>
                    <a:lnTo>
                      <a:pt x="64423" y="111711"/>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3" name="Freeform: Shape 392">
                <a:extLst>
                  <a:ext uri="{FF2B5EF4-FFF2-40B4-BE49-F238E27FC236}">
                    <a16:creationId xmlns:a16="http://schemas.microsoft.com/office/drawing/2014/main" id="{F0421244-2B54-EA94-5A7B-8C514FC1E9F8}"/>
                  </a:ext>
                </a:extLst>
              </p:cNvPr>
              <p:cNvSpPr/>
              <p:nvPr/>
            </p:nvSpPr>
            <p:spPr>
              <a:xfrm>
                <a:off x="8498187" y="7434520"/>
                <a:ext cx="64423" cy="55849"/>
              </a:xfrm>
              <a:custGeom>
                <a:avLst/>
                <a:gdLst>
                  <a:gd name="connsiteX0" fmla="*/ 0 w 64423"/>
                  <a:gd name="connsiteY0" fmla="*/ 55849 h 55849"/>
                  <a:gd name="connsiteX1" fmla="*/ 64423 w 64423"/>
                  <a:gd name="connsiteY1" fmla="*/ 55849 h 55849"/>
                  <a:gd name="connsiteX2" fmla="*/ 64423 w 64423"/>
                  <a:gd name="connsiteY2" fmla="*/ 0 h 55849"/>
                  <a:gd name="connsiteX3" fmla="*/ 0 w 64423"/>
                  <a:gd name="connsiteY3" fmla="*/ 0 h 55849"/>
                </a:gdLst>
                <a:ahLst/>
                <a:cxnLst>
                  <a:cxn ang="0">
                    <a:pos x="connsiteX0" y="connsiteY0"/>
                  </a:cxn>
                  <a:cxn ang="0">
                    <a:pos x="connsiteX1" y="connsiteY1"/>
                  </a:cxn>
                  <a:cxn ang="0">
                    <a:pos x="connsiteX2" y="connsiteY2"/>
                  </a:cxn>
                  <a:cxn ang="0">
                    <a:pos x="connsiteX3" y="connsiteY3"/>
                  </a:cxn>
                </a:cxnLst>
                <a:rect l="l" t="t" r="r" b="b"/>
                <a:pathLst>
                  <a:path w="64423" h="55849">
                    <a:moveTo>
                      <a:pt x="0" y="55849"/>
                    </a:moveTo>
                    <a:lnTo>
                      <a:pt x="64423" y="55849"/>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4" name="Freeform: Shape 393">
                <a:extLst>
                  <a:ext uri="{FF2B5EF4-FFF2-40B4-BE49-F238E27FC236}">
                    <a16:creationId xmlns:a16="http://schemas.microsoft.com/office/drawing/2014/main" id="{ECB2B68A-707F-26A3-32EF-EB733BD46112}"/>
                  </a:ext>
                </a:extLst>
              </p:cNvPr>
              <p:cNvSpPr/>
              <p:nvPr/>
            </p:nvSpPr>
            <p:spPr>
              <a:xfrm>
                <a:off x="8562610" y="7378658"/>
                <a:ext cx="64423" cy="111711"/>
              </a:xfrm>
              <a:custGeom>
                <a:avLst/>
                <a:gdLst>
                  <a:gd name="connsiteX0" fmla="*/ 0 w 64423"/>
                  <a:gd name="connsiteY0" fmla="*/ 111711 h 111711"/>
                  <a:gd name="connsiteX1" fmla="*/ 64423 w 64423"/>
                  <a:gd name="connsiteY1" fmla="*/ 111711 h 111711"/>
                  <a:gd name="connsiteX2" fmla="*/ 64423 w 64423"/>
                  <a:gd name="connsiteY2" fmla="*/ 0 h 111711"/>
                  <a:gd name="connsiteX3" fmla="*/ 0 w 64423"/>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3" h="111711">
                    <a:moveTo>
                      <a:pt x="0" y="111711"/>
                    </a:moveTo>
                    <a:lnTo>
                      <a:pt x="64423" y="111711"/>
                    </a:lnTo>
                    <a:lnTo>
                      <a:pt x="64423"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5" name="Freeform: Shape 394">
                <a:extLst>
                  <a:ext uri="{FF2B5EF4-FFF2-40B4-BE49-F238E27FC236}">
                    <a16:creationId xmlns:a16="http://schemas.microsoft.com/office/drawing/2014/main" id="{3A062B1A-6B35-B7E9-D659-45E7AF415426}"/>
                  </a:ext>
                </a:extLst>
              </p:cNvPr>
              <p:cNvSpPr/>
              <p:nvPr/>
            </p:nvSpPr>
            <p:spPr>
              <a:xfrm>
                <a:off x="8627033" y="7322809"/>
                <a:ext cx="64424" cy="167560"/>
              </a:xfrm>
              <a:custGeom>
                <a:avLst/>
                <a:gdLst>
                  <a:gd name="connsiteX0" fmla="*/ 0 w 64424"/>
                  <a:gd name="connsiteY0" fmla="*/ 167560 h 167560"/>
                  <a:gd name="connsiteX1" fmla="*/ 64425 w 64424"/>
                  <a:gd name="connsiteY1" fmla="*/ 167560 h 167560"/>
                  <a:gd name="connsiteX2" fmla="*/ 64425 w 64424"/>
                  <a:gd name="connsiteY2" fmla="*/ 0 h 167560"/>
                  <a:gd name="connsiteX3" fmla="*/ 0 w 64424"/>
                  <a:gd name="connsiteY3" fmla="*/ 0 h 167560"/>
                </a:gdLst>
                <a:ahLst/>
                <a:cxnLst>
                  <a:cxn ang="0">
                    <a:pos x="connsiteX0" y="connsiteY0"/>
                  </a:cxn>
                  <a:cxn ang="0">
                    <a:pos x="connsiteX1" y="connsiteY1"/>
                  </a:cxn>
                  <a:cxn ang="0">
                    <a:pos x="connsiteX2" y="connsiteY2"/>
                  </a:cxn>
                  <a:cxn ang="0">
                    <a:pos x="connsiteX3" y="connsiteY3"/>
                  </a:cxn>
                </a:cxnLst>
                <a:rect l="l" t="t" r="r" b="b"/>
                <a:pathLst>
                  <a:path w="64424" h="167560">
                    <a:moveTo>
                      <a:pt x="0" y="167560"/>
                    </a:moveTo>
                    <a:lnTo>
                      <a:pt x="64425" y="167560"/>
                    </a:lnTo>
                    <a:lnTo>
                      <a:pt x="64425"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6" name="Freeform: Shape 395">
                <a:extLst>
                  <a:ext uri="{FF2B5EF4-FFF2-40B4-BE49-F238E27FC236}">
                    <a16:creationId xmlns:a16="http://schemas.microsoft.com/office/drawing/2014/main" id="{484AB79E-FCC8-47C5-2F4D-40723106E54B}"/>
                  </a:ext>
                </a:extLst>
              </p:cNvPr>
              <p:cNvSpPr/>
              <p:nvPr/>
            </p:nvSpPr>
            <p:spPr>
              <a:xfrm>
                <a:off x="8691458" y="7378658"/>
                <a:ext cx="64416" cy="111711"/>
              </a:xfrm>
              <a:custGeom>
                <a:avLst/>
                <a:gdLst>
                  <a:gd name="connsiteX0" fmla="*/ 0 w 64416"/>
                  <a:gd name="connsiteY0" fmla="*/ 111711 h 111711"/>
                  <a:gd name="connsiteX1" fmla="*/ 64417 w 64416"/>
                  <a:gd name="connsiteY1" fmla="*/ 111711 h 111711"/>
                  <a:gd name="connsiteX2" fmla="*/ 64417 w 64416"/>
                  <a:gd name="connsiteY2" fmla="*/ 0 h 111711"/>
                  <a:gd name="connsiteX3" fmla="*/ 0 w 64416"/>
                  <a:gd name="connsiteY3" fmla="*/ 0 h 111711"/>
                </a:gdLst>
                <a:ahLst/>
                <a:cxnLst>
                  <a:cxn ang="0">
                    <a:pos x="connsiteX0" y="connsiteY0"/>
                  </a:cxn>
                  <a:cxn ang="0">
                    <a:pos x="connsiteX1" y="connsiteY1"/>
                  </a:cxn>
                  <a:cxn ang="0">
                    <a:pos x="connsiteX2" y="connsiteY2"/>
                  </a:cxn>
                  <a:cxn ang="0">
                    <a:pos x="connsiteX3" y="connsiteY3"/>
                  </a:cxn>
                </a:cxnLst>
                <a:rect l="l" t="t" r="r" b="b"/>
                <a:pathLst>
                  <a:path w="64416" h="111711">
                    <a:moveTo>
                      <a:pt x="0" y="111711"/>
                    </a:moveTo>
                    <a:lnTo>
                      <a:pt x="64417" y="111711"/>
                    </a:lnTo>
                    <a:lnTo>
                      <a:pt x="6441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7" name="Freeform: Shape 396">
                <a:extLst>
                  <a:ext uri="{FF2B5EF4-FFF2-40B4-BE49-F238E27FC236}">
                    <a16:creationId xmlns:a16="http://schemas.microsoft.com/office/drawing/2014/main" id="{A512E156-AC41-2C7B-E47E-889C3256F1CD}"/>
                  </a:ext>
                </a:extLst>
              </p:cNvPr>
              <p:cNvSpPr/>
              <p:nvPr/>
            </p:nvSpPr>
            <p:spPr>
              <a:xfrm>
                <a:off x="8755875" y="7322809"/>
                <a:ext cx="64427" cy="167560"/>
              </a:xfrm>
              <a:custGeom>
                <a:avLst/>
                <a:gdLst>
                  <a:gd name="connsiteX0" fmla="*/ 0 w 64427"/>
                  <a:gd name="connsiteY0" fmla="*/ 167560 h 167560"/>
                  <a:gd name="connsiteX1" fmla="*/ 64427 w 64427"/>
                  <a:gd name="connsiteY1" fmla="*/ 167560 h 167560"/>
                  <a:gd name="connsiteX2" fmla="*/ 64427 w 64427"/>
                  <a:gd name="connsiteY2" fmla="*/ 0 h 167560"/>
                  <a:gd name="connsiteX3" fmla="*/ 0 w 64427"/>
                  <a:gd name="connsiteY3" fmla="*/ 0 h 167560"/>
                </a:gdLst>
                <a:ahLst/>
                <a:cxnLst>
                  <a:cxn ang="0">
                    <a:pos x="connsiteX0" y="connsiteY0"/>
                  </a:cxn>
                  <a:cxn ang="0">
                    <a:pos x="connsiteX1" y="connsiteY1"/>
                  </a:cxn>
                  <a:cxn ang="0">
                    <a:pos x="connsiteX2" y="connsiteY2"/>
                  </a:cxn>
                  <a:cxn ang="0">
                    <a:pos x="connsiteX3" y="connsiteY3"/>
                  </a:cxn>
                </a:cxnLst>
                <a:rect l="l" t="t" r="r" b="b"/>
                <a:pathLst>
                  <a:path w="64427" h="167560">
                    <a:moveTo>
                      <a:pt x="0" y="167560"/>
                    </a:moveTo>
                    <a:lnTo>
                      <a:pt x="64427" y="167560"/>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8" name="Freeform: Shape 397">
                <a:extLst>
                  <a:ext uri="{FF2B5EF4-FFF2-40B4-BE49-F238E27FC236}">
                    <a16:creationId xmlns:a16="http://schemas.microsoft.com/office/drawing/2014/main" id="{9A8F2659-96B5-C42E-28A4-17796334ECCB}"/>
                  </a:ext>
                </a:extLst>
              </p:cNvPr>
              <p:cNvSpPr/>
              <p:nvPr/>
            </p:nvSpPr>
            <p:spPr>
              <a:xfrm>
                <a:off x="8820302" y="7434520"/>
                <a:ext cx="64427" cy="55849"/>
              </a:xfrm>
              <a:custGeom>
                <a:avLst/>
                <a:gdLst>
                  <a:gd name="connsiteX0" fmla="*/ 0 w 64427"/>
                  <a:gd name="connsiteY0" fmla="*/ 55849 h 55849"/>
                  <a:gd name="connsiteX1" fmla="*/ 64427 w 64427"/>
                  <a:gd name="connsiteY1" fmla="*/ 55849 h 55849"/>
                  <a:gd name="connsiteX2" fmla="*/ 64427 w 64427"/>
                  <a:gd name="connsiteY2" fmla="*/ 0 h 55849"/>
                  <a:gd name="connsiteX3" fmla="*/ 0 w 64427"/>
                  <a:gd name="connsiteY3" fmla="*/ 0 h 55849"/>
                </a:gdLst>
                <a:ahLst/>
                <a:cxnLst>
                  <a:cxn ang="0">
                    <a:pos x="connsiteX0" y="connsiteY0"/>
                  </a:cxn>
                  <a:cxn ang="0">
                    <a:pos x="connsiteX1" y="connsiteY1"/>
                  </a:cxn>
                  <a:cxn ang="0">
                    <a:pos x="connsiteX2" y="connsiteY2"/>
                  </a:cxn>
                  <a:cxn ang="0">
                    <a:pos x="connsiteX3" y="connsiteY3"/>
                  </a:cxn>
                </a:cxnLst>
                <a:rect l="l" t="t" r="r" b="b"/>
                <a:pathLst>
                  <a:path w="64427" h="55849">
                    <a:moveTo>
                      <a:pt x="0" y="55849"/>
                    </a:moveTo>
                    <a:lnTo>
                      <a:pt x="64427" y="55849"/>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399" name="Freeform: Shape 398">
                <a:extLst>
                  <a:ext uri="{FF2B5EF4-FFF2-40B4-BE49-F238E27FC236}">
                    <a16:creationId xmlns:a16="http://schemas.microsoft.com/office/drawing/2014/main" id="{3080CD13-70EE-0B8D-F185-E75A742A3FDE}"/>
                  </a:ext>
                </a:extLst>
              </p:cNvPr>
              <p:cNvSpPr/>
              <p:nvPr/>
            </p:nvSpPr>
            <p:spPr>
              <a:xfrm>
                <a:off x="8884729" y="7322809"/>
                <a:ext cx="64427" cy="167560"/>
              </a:xfrm>
              <a:custGeom>
                <a:avLst/>
                <a:gdLst>
                  <a:gd name="connsiteX0" fmla="*/ 0 w 64427"/>
                  <a:gd name="connsiteY0" fmla="*/ 167560 h 167560"/>
                  <a:gd name="connsiteX1" fmla="*/ 64427 w 64427"/>
                  <a:gd name="connsiteY1" fmla="*/ 167560 h 167560"/>
                  <a:gd name="connsiteX2" fmla="*/ 64427 w 64427"/>
                  <a:gd name="connsiteY2" fmla="*/ 0 h 167560"/>
                  <a:gd name="connsiteX3" fmla="*/ 0 w 64427"/>
                  <a:gd name="connsiteY3" fmla="*/ 0 h 167560"/>
                </a:gdLst>
                <a:ahLst/>
                <a:cxnLst>
                  <a:cxn ang="0">
                    <a:pos x="connsiteX0" y="connsiteY0"/>
                  </a:cxn>
                  <a:cxn ang="0">
                    <a:pos x="connsiteX1" y="connsiteY1"/>
                  </a:cxn>
                  <a:cxn ang="0">
                    <a:pos x="connsiteX2" y="connsiteY2"/>
                  </a:cxn>
                  <a:cxn ang="0">
                    <a:pos x="connsiteX3" y="connsiteY3"/>
                  </a:cxn>
                </a:cxnLst>
                <a:rect l="l" t="t" r="r" b="b"/>
                <a:pathLst>
                  <a:path w="64427" h="167560">
                    <a:moveTo>
                      <a:pt x="0" y="167560"/>
                    </a:moveTo>
                    <a:lnTo>
                      <a:pt x="64427" y="167560"/>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0" name="Freeform: Shape 399">
                <a:extLst>
                  <a:ext uri="{FF2B5EF4-FFF2-40B4-BE49-F238E27FC236}">
                    <a16:creationId xmlns:a16="http://schemas.microsoft.com/office/drawing/2014/main" id="{425D7F7E-4F94-F689-48F5-46C21C60B1CF}"/>
                  </a:ext>
                </a:extLst>
              </p:cNvPr>
              <p:cNvSpPr/>
              <p:nvPr/>
            </p:nvSpPr>
            <p:spPr>
              <a:xfrm>
                <a:off x="8949156" y="7322809"/>
                <a:ext cx="64414" cy="167560"/>
              </a:xfrm>
              <a:custGeom>
                <a:avLst/>
                <a:gdLst>
                  <a:gd name="connsiteX0" fmla="*/ 0 w 64414"/>
                  <a:gd name="connsiteY0" fmla="*/ 167560 h 167560"/>
                  <a:gd name="connsiteX1" fmla="*/ 64414 w 64414"/>
                  <a:gd name="connsiteY1" fmla="*/ 167560 h 167560"/>
                  <a:gd name="connsiteX2" fmla="*/ 64414 w 64414"/>
                  <a:gd name="connsiteY2" fmla="*/ 0 h 167560"/>
                  <a:gd name="connsiteX3" fmla="*/ 0 w 64414"/>
                  <a:gd name="connsiteY3" fmla="*/ 0 h 167560"/>
                </a:gdLst>
                <a:ahLst/>
                <a:cxnLst>
                  <a:cxn ang="0">
                    <a:pos x="connsiteX0" y="connsiteY0"/>
                  </a:cxn>
                  <a:cxn ang="0">
                    <a:pos x="connsiteX1" y="connsiteY1"/>
                  </a:cxn>
                  <a:cxn ang="0">
                    <a:pos x="connsiteX2" y="connsiteY2"/>
                  </a:cxn>
                  <a:cxn ang="0">
                    <a:pos x="connsiteX3" y="connsiteY3"/>
                  </a:cxn>
                </a:cxnLst>
                <a:rect l="l" t="t" r="r" b="b"/>
                <a:pathLst>
                  <a:path w="64414" h="167560">
                    <a:moveTo>
                      <a:pt x="0" y="167560"/>
                    </a:moveTo>
                    <a:lnTo>
                      <a:pt x="64414" y="167560"/>
                    </a:lnTo>
                    <a:lnTo>
                      <a:pt x="64414"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1" name="Freeform: Shape 400">
                <a:extLst>
                  <a:ext uri="{FF2B5EF4-FFF2-40B4-BE49-F238E27FC236}">
                    <a16:creationId xmlns:a16="http://schemas.microsoft.com/office/drawing/2014/main" id="{3D4BB561-D126-D5AB-011B-B08D1BE8DEE3}"/>
                  </a:ext>
                </a:extLst>
              </p:cNvPr>
              <p:cNvSpPr/>
              <p:nvPr/>
            </p:nvSpPr>
            <p:spPr>
              <a:xfrm>
                <a:off x="9013571" y="7378658"/>
                <a:ext cx="64427" cy="111711"/>
              </a:xfrm>
              <a:custGeom>
                <a:avLst/>
                <a:gdLst>
                  <a:gd name="connsiteX0" fmla="*/ 0 w 64427"/>
                  <a:gd name="connsiteY0" fmla="*/ 111711 h 111711"/>
                  <a:gd name="connsiteX1" fmla="*/ 64427 w 64427"/>
                  <a:gd name="connsiteY1" fmla="*/ 111711 h 111711"/>
                  <a:gd name="connsiteX2" fmla="*/ 64427 w 64427"/>
                  <a:gd name="connsiteY2" fmla="*/ 0 h 111711"/>
                  <a:gd name="connsiteX3" fmla="*/ 0 w 64427"/>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7" h="111711">
                    <a:moveTo>
                      <a:pt x="0" y="111711"/>
                    </a:moveTo>
                    <a:lnTo>
                      <a:pt x="64427" y="111711"/>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2" name="Freeform: Shape 401">
                <a:extLst>
                  <a:ext uri="{FF2B5EF4-FFF2-40B4-BE49-F238E27FC236}">
                    <a16:creationId xmlns:a16="http://schemas.microsoft.com/office/drawing/2014/main" id="{988DCDB2-D55F-EA0E-7C28-B75D9D9A7972}"/>
                  </a:ext>
                </a:extLst>
              </p:cNvPr>
              <p:cNvSpPr/>
              <p:nvPr/>
            </p:nvSpPr>
            <p:spPr>
              <a:xfrm>
                <a:off x="9077998" y="7266960"/>
                <a:ext cx="64427" cy="223409"/>
              </a:xfrm>
              <a:custGeom>
                <a:avLst/>
                <a:gdLst>
                  <a:gd name="connsiteX0" fmla="*/ 0 w 64427"/>
                  <a:gd name="connsiteY0" fmla="*/ 223409 h 223409"/>
                  <a:gd name="connsiteX1" fmla="*/ 64427 w 64427"/>
                  <a:gd name="connsiteY1" fmla="*/ 223409 h 223409"/>
                  <a:gd name="connsiteX2" fmla="*/ 64427 w 64427"/>
                  <a:gd name="connsiteY2" fmla="*/ 0 h 223409"/>
                  <a:gd name="connsiteX3" fmla="*/ 0 w 64427"/>
                  <a:gd name="connsiteY3" fmla="*/ 0 h 223409"/>
                </a:gdLst>
                <a:ahLst/>
                <a:cxnLst>
                  <a:cxn ang="0">
                    <a:pos x="connsiteX0" y="connsiteY0"/>
                  </a:cxn>
                  <a:cxn ang="0">
                    <a:pos x="connsiteX1" y="connsiteY1"/>
                  </a:cxn>
                  <a:cxn ang="0">
                    <a:pos x="connsiteX2" y="connsiteY2"/>
                  </a:cxn>
                  <a:cxn ang="0">
                    <a:pos x="connsiteX3" y="connsiteY3"/>
                  </a:cxn>
                </a:cxnLst>
                <a:rect l="l" t="t" r="r" b="b"/>
                <a:pathLst>
                  <a:path w="64427" h="223409">
                    <a:moveTo>
                      <a:pt x="0" y="223409"/>
                    </a:moveTo>
                    <a:lnTo>
                      <a:pt x="64427" y="223409"/>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3" name="Freeform: Shape 402">
                <a:extLst>
                  <a:ext uri="{FF2B5EF4-FFF2-40B4-BE49-F238E27FC236}">
                    <a16:creationId xmlns:a16="http://schemas.microsoft.com/office/drawing/2014/main" id="{D1DF7D88-797F-06E2-D239-250E9FC013D4}"/>
                  </a:ext>
                </a:extLst>
              </p:cNvPr>
              <p:cNvSpPr/>
              <p:nvPr/>
            </p:nvSpPr>
            <p:spPr>
              <a:xfrm>
                <a:off x="9142425" y="7322809"/>
                <a:ext cx="64427" cy="167560"/>
              </a:xfrm>
              <a:custGeom>
                <a:avLst/>
                <a:gdLst>
                  <a:gd name="connsiteX0" fmla="*/ 0 w 64427"/>
                  <a:gd name="connsiteY0" fmla="*/ 167560 h 167560"/>
                  <a:gd name="connsiteX1" fmla="*/ 64427 w 64427"/>
                  <a:gd name="connsiteY1" fmla="*/ 167560 h 167560"/>
                  <a:gd name="connsiteX2" fmla="*/ 64427 w 64427"/>
                  <a:gd name="connsiteY2" fmla="*/ 0 h 167560"/>
                  <a:gd name="connsiteX3" fmla="*/ 0 w 64427"/>
                  <a:gd name="connsiteY3" fmla="*/ 0 h 167560"/>
                </a:gdLst>
                <a:ahLst/>
                <a:cxnLst>
                  <a:cxn ang="0">
                    <a:pos x="connsiteX0" y="connsiteY0"/>
                  </a:cxn>
                  <a:cxn ang="0">
                    <a:pos x="connsiteX1" y="connsiteY1"/>
                  </a:cxn>
                  <a:cxn ang="0">
                    <a:pos x="connsiteX2" y="connsiteY2"/>
                  </a:cxn>
                  <a:cxn ang="0">
                    <a:pos x="connsiteX3" y="connsiteY3"/>
                  </a:cxn>
                </a:cxnLst>
                <a:rect l="l" t="t" r="r" b="b"/>
                <a:pathLst>
                  <a:path w="64427" h="167560">
                    <a:moveTo>
                      <a:pt x="0" y="167560"/>
                    </a:moveTo>
                    <a:lnTo>
                      <a:pt x="64427" y="167560"/>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4" name="Freeform: Shape 403">
                <a:extLst>
                  <a:ext uri="{FF2B5EF4-FFF2-40B4-BE49-F238E27FC236}">
                    <a16:creationId xmlns:a16="http://schemas.microsoft.com/office/drawing/2014/main" id="{409411F2-6330-6E6D-C605-1E2939578FDF}"/>
                  </a:ext>
                </a:extLst>
              </p:cNvPr>
              <p:cNvSpPr/>
              <p:nvPr/>
            </p:nvSpPr>
            <p:spPr>
              <a:xfrm>
                <a:off x="9206852" y="7322809"/>
                <a:ext cx="64414" cy="167560"/>
              </a:xfrm>
              <a:custGeom>
                <a:avLst/>
                <a:gdLst>
                  <a:gd name="connsiteX0" fmla="*/ 0 w 64414"/>
                  <a:gd name="connsiteY0" fmla="*/ 167560 h 167560"/>
                  <a:gd name="connsiteX1" fmla="*/ 64414 w 64414"/>
                  <a:gd name="connsiteY1" fmla="*/ 167560 h 167560"/>
                  <a:gd name="connsiteX2" fmla="*/ 64414 w 64414"/>
                  <a:gd name="connsiteY2" fmla="*/ 0 h 167560"/>
                  <a:gd name="connsiteX3" fmla="*/ 0 w 64414"/>
                  <a:gd name="connsiteY3" fmla="*/ 0 h 167560"/>
                </a:gdLst>
                <a:ahLst/>
                <a:cxnLst>
                  <a:cxn ang="0">
                    <a:pos x="connsiteX0" y="connsiteY0"/>
                  </a:cxn>
                  <a:cxn ang="0">
                    <a:pos x="connsiteX1" y="connsiteY1"/>
                  </a:cxn>
                  <a:cxn ang="0">
                    <a:pos x="connsiteX2" y="connsiteY2"/>
                  </a:cxn>
                  <a:cxn ang="0">
                    <a:pos x="connsiteX3" y="connsiteY3"/>
                  </a:cxn>
                </a:cxnLst>
                <a:rect l="l" t="t" r="r" b="b"/>
                <a:pathLst>
                  <a:path w="64414" h="167560">
                    <a:moveTo>
                      <a:pt x="0" y="167560"/>
                    </a:moveTo>
                    <a:lnTo>
                      <a:pt x="64414" y="167560"/>
                    </a:lnTo>
                    <a:lnTo>
                      <a:pt x="64414"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5" name="Freeform: Shape 404">
                <a:extLst>
                  <a:ext uri="{FF2B5EF4-FFF2-40B4-BE49-F238E27FC236}">
                    <a16:creationId xmlns:a16="http://schemas.microsoft.com/office/drawing/2014/main" id="{44FD0D2C-D9E3-D1E4-1E82-07E583B197AD}"/>
                  </a:ext>
                </a:extLst>
              </p:cNvPr>
              <p:cNvSpPr/>
              <p:nvPr/>
            </p:nvSpPr>
            <p:spPr>
              <a:xfrm>
                <a:off x="9271266" y="7155249"/>
                <a:ext cx="64427" cy="335120"/>
              </a:xfrm>
              <a:custGeom>
                <a:avLst/>
                <a:gdLst>
                  <a:gd name="connsiteX0" fmla="*/ 0 w 64427"/>
                  <a:gd name="connsiteY0" fmla="*/ 335121 h 335120"/>
                  <a:gd name="connsiteX1" fmla="*/ 64427 w 64427"/>
                  <a:gd name="connsiteY1" fmla="*/ 335121 h 335120"/>
                  <a:gd name="connsiteX2" fmla="*/ 64427 w 64427"/>
                  <a:gd name="connsiteY2" fmla="*/ 0 h 335120"/>
                  <a:gd name="connsiteX3" fmla="*/ 0 w 64427"/>
                  <a:gd name="connsiteY3" fmla="*/ 0 h 335120"/>
                </a:gdLst>
                <a:ahLst/>
                <a:cxnLst>
                  <a:cxn ang="0">
                    <a:pos x="connsiteX0" y="connsiteY0"/>
                  </a:cxn>
                  <a:cxn ang="0">
                    <a:pos x="connsiteX1" y="connsiteY1"/>
                  </a:cxn>
                  <a:cxn ang="0">
                    <a:pos x="connsiteX2" y="connsiteY2"/>
                  </a:cxn>
                  <a:cxn ang="0">
                    <a:pos x="connsiteX3" y="connsiteY3"/>
                  </a:cxn>
                </a:cxnLst>
                <a:rect l="l" t="t" r="r" b="b"/>
                <a:pathLst>
                  <a:path w="64427" h="335120">
                    <a:moveTo>
                      <a:pt x="0" y="335121"/>
                    </a:moveTo>
                    <a:lnTo>
                      <a:pt x="64427" y="335121"/>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6" name="Freeform: Shape 405">
                <a:extLst>
                  <a:ext uri="{FF2B5EF4-FFF2-40B4-BE49-F238E27FC236}">
                    <a16:creationId xmlns:a16="http://schemas.microsoft.com/office/drawing/2014/main" id="{C9001A70-C848-5754-F7EE-5012F1F07EA6}"/>
                  </a:ext>
                </a:extLst>
              </p:cNvPr>
              <p:cNvSpPr/>
              <p:nvPr/>
            </p:nvSpPr>
            <p:spPr>
              <a:xfrm>
                <a:off x="9335693" y="7211098"/>
                <a:ext cx="64427" cy="279271"/>
              </a:xfrm>
              <a:custGeom>
                <a:avLst/>
                <a:gdLst>
                  <a:gd name="connsiteX0" fmla="*/ 0 w 64427"/>
                  <a:gd name="connsiteY0" fmla="*/ 279271 h 279271"/>
                  <a:gd name="connsiteX1" fmla="*/ 64427 w 64427"/>
                  <a:gd name="connsiteY1" fmla="*/ 279271 h 279271"/>
                  <a:gd name="connsiteX2" fmla="*/ 64427 w 64427"/>
                  <a:gd name="connsiteY2" fmla="*/ 0 h 279271"/>
                  <a:gd name="connsiteX3" fmla="*/ 0 w 64427"/>
                  <a:gd name="connsiteY3" fmla="*/ 0 h 279271"/>
                </a:gdLst>
                <a:ahLst/>
                <a:cxnLst>
                  <a:cxn ang="0">
                    <a:pos x="connsiteX0" y="connsiteY0"/>
                  </a:cxn>
                  <a:cxn ang="0">
                    <a:pos x="connsiteX1" y="connsiteY1"/>
                  </a:cxn>
                  <a:cxn ang="0">
                    <a:pos x="connsiteX2" y="connsiteY2"/>
                  </a:cxn>
                  <a:cxn ang="0">
                    <a:pos x="connsiteX3" y="connsiteY3"/>
                  </a:cxn>
                </a:cxnLst>
                <a:rect l="l" t="t" r="r" b="b"/>
                <a:pathLst>
                  <a:path w="64427" h="279271">
                    <a:moveTo>
                      <a:pt x="0" y="279271"/>
                    </a:moveTo>
                    <a:lnTo>
                      <a:pt x="64427" y="279271"/>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7" name="Freeform: Shape 406">
                <a:extLst>
                  <a:ext uri="{FF2B5EF4-FFF2-40B4-BE49-F238E27FC236}">
                    <a16:creationId xmlns:a16="http://schemas.microsoft.com/office/drawing/2014/main" id="{276FB3AF-D935-D5B4-64FA-AFEF208C6EBC}"/>
                  </a:ext>
                </a:extLst>
              </p:cNvPr>
              <p:cNvSpPr/>
              <p:nvPr/>
            </p:nvSpPr>
            <p:spPr>
              <a:xfrm>
                <a:off x="9400121" y="6875982"/>
                <a:ext cx="64414" cy="614386"/>
              </a:xfrm>
              <a:custGeom>
                <a:avLst/>
                <a:gdLst>
                  <a:gd name="connsiteX0" fmla="*/ 0 w 64414"/>
                  <a:gd name="connsiteY0" fmla="*/ 614387 h 614386"/>
                  <a:gd name="connsiteX1" fmla="*/ 64414 w 64414"/>
                  <a:gd name="connsiteY1" fmla="*/ 614387 h 614386"/>
                  <a:gd name="connsiteX2" fmla="*/ 64414 w 64414"/>
                  <a:gd name="connsiteY2" fmla="*/ 0 h 614386"/>
                  <a:gd name="connsiteX3" fmla="*/ 0 w 64414"/>
                  <a:gd name="connsiteY3" fmla="*/ 0 h 614386"/>
                </a:gdLst>
                <a:ahLst/>
                <a:cxnLst>
                  <a:cxn ang="0">
                    <a:pos x="connsiteX0" y="connsiteY0"/>
                  </a:cxn>
                  <a:cxn ang="0">
                    <a:pos x="connsiteX1" y="connsiteY1"/>
                  </a:cxn>
                  <a:cxn ang="0">
                    <a:pos x="connsiteX2" y="connsiteY2"/>
                  </a:cxn>
                  <a:cxn ang="0">
                    <a:pos x="connsiteX3" y="connsiteY3"/>
                  </a:cxn>
                </a:cxnLst>
                <a:rect l="l" t="t" r="r" b="b"/>
                <a:pathLst>
                  <a:path w="64414" h="614386">
                    <a:moveTo>
                      <a:pt x="0" y="614387"/>
                    </a:moveTo>
                    <a:lnTo>
                      <a:pt x="64414" y="614387"/>
                    </a:lnTo>
                    <a:lnTo>
                      <a:pt x="64414"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8" name="Freeform: Shape 407">
                <a:extLst>
                  <a:ext uri="{FF2B5EF4-FFF2-40B4-BE49-F238E27FC236}">
                    <a16:creationId xmlns:a16="http://schemas.microsoft.com/office/drawing/2014/main" id="{CE342B06-FB2B-F756-6956-B53611103B54}"/>
                  </a:ext>
                </a:extLst>
              </p:cNvPr>
              <p:cNvSpPr/>
              <p:nvPr/>
            </p:nvSpPr>
            <p:spPr>
              <a:xfrm>
                <a:off x="9464535" y="7378658"/>
                <a:ext cx="64427" cy="111711"/>
              </a:xfrm>
              <a:custGeom>
                <a:avLst/>
                <a:gdLst>
                  <a:gd name="connsiteX0" fmla="*/ 0 w 64427"/>
                  <a:gd name="connsiteY0" fmla="*/ 111711 h 111711"/>
                  <a:gd name="connsiteX1" fmla="*/ 64427 w 64427"/>
                  <a:gd name="connsiteY1" fmla="*/ 111711 h 111711"/>
                  <a:gd name="connsiteX2" fmla="*/ 64427 w 64427"/>
                  <a:gd name="connsiteY2" fmla="*/ 0 h 111711"/>
                  <a:gd name="connsiteX3" fmla="*/ 0 w 64427"/>
                  <a:gd name="connsiteY3" fmla="*/ 0 h 111711"/>
                </a:gdLst>
                <a:ahLst/>
                <a:cxnLst>
                  <a:cxn ang="0">
                    <a:pos x="connsiteX0" y="connsiteY0"/>
                  </a:cxn>
                  <a:cxn ang="0">
                    <a:pos x="connsiteX1" y="connsiteY1"/>
                  </a:cxn>
                  <a:cxn ang="0">
                    <a:pos x="connsiteX2" y="connsiteY2"/>
                  </a:cxn>
                  <a:cxn ang="0">
                    <a:pos x="connsiteX3" y="connsiteY3"/>
                  </a:cxn>
                </a:cxnLst>
                <a:rect l="l" t="t" r="r" b="b"/>
                <a:pathLst>
                  <a:path w="64427" h="111711">
                    <a:moveTo>
                      <a:pt x="0" y="111711"/>
                    </a:moveTo>
                    <a:lnTo>
                      <a:pt x="64427" y="111711"/>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09" name="Freeform: Shape 408">
                <a:extLst>
                  <a:ext uri="{FF2B5EF4-FFF2-40B4-BE49-F238E27FC236}">
                    <a16:creationId xmlns:a16="http://schemas.microsoft.com/office/drawing/2014/main" id="{CDBACC08-79EB-083D-86AA-36E90306575B}"/>
                  </a:ext>
                </a:extLst>
              </p:cNvPr>
              <p:cNvSpPr/>
              <p:nvPr/>
            </p:nvSpPr>
            <p:spPr>
              <a:xfrm>
                <a:off x="9528962" y="7434520"/>
                <a:ext cx="64427" cy="55849"/>
              </a:xfrm>
              <a:custGeom>
                <a:avLst/>
                <a:gdLst>
                  <a:gd name="connsiteX0" fmla="*/ 0 w 64427"/>
                  <a:gd name="connsiteY0" fmla="*/ 55849 h 55849"/>
                  <a:gd name="connsiteX1" fmla="*/ 64427 w 64427"/>
                  <a:gd name="connsiteY1" fmla="*/ 55849 h 55849"/>
                  <a:gd name="connsiteX2" fmla="*/ 64427 w 64427"/>
                  <a:gd name="connsiteY2" fmla="*/ 0 h 55849"/>
                  <a:gd name="connsiteX3" fmla="*/ 0 w 64427"/>
                  <a:gd name="connsiteY3" fmla="*/ 0 h 55849"/>
                </a:gdLst>
                <a:ahLst/>
                <a:cxnLst>
                  <a:cxn ang="0">
                    <a:pos x="connsiteX0" y="connsiteY0"/>
                  </a:cxn>
                  <a:cxn ang="0">
                    <a:pos x="connsiteX1" y="connsiteY1"/>
                  </a:cxn>
                  <a:cxn ang="0">
                    <a:pos x="connsiteX2" y="connsiteY2"/>
                  </a:cxn>
                  <a:cxn ang="0">
                    <a:pos x="connsiteX3" y="connsiteY3"/>
                  </a:cxn>
                </a:cxnLst>
                <a:rect l="l" t="t" r="r" b="b"/>
                <a:pathLst>
                  <a:path w="64427" h="55849">
                    <a:moveTo>
                      <a:pt x="0" y="55849"/>
                    </a:moveTo>
                    <a:lnTo>
                      <a:pt x="64427" y="55849"/>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10" name="Freeform: Shape 409">
                <a:extLst>
                  <a:ext uri="{FF2B5EF4-FFF2-40B4-BE49-F238E27FC236}">
                    <a16:creationId xmlns:a16="http://schemas.microsoft.com/office/drawing/2014/main" id="{F33604D8-3CE1-3B23-9182-90A0F081BC0B}"/>
                  </a:ext>
                </a:extLst>
              </p:cNvPr>
              <p:cNvSpPr/>
              <p:nvPr/>
            </p:nvSpPr>
            <p:spPr>
              <a:xfrm>
                <a:off x="9593389" y="7434520"/>
                <a:ext cx="64427" cy="55849"/>
              </a:xfrm>
              <a:custGeom>
                <a:avLst/>
                <a:gdLst>
                  <a:gd name="connsiteX0" fmla="*/ 0 w 64427"/>
                  <a:gd name="connsiteY0" fmla="*/ 55849 h 55849"/>
                  <a:gd name="connsiteX1" fmla="*/ 64427 w 64427"/>
                  <a:gd name="connsiteY1" fmla="*/ 55849 h 55849"/>
                  <a:gd name="connsiteX2" fmla="*/ 64427 w 64427"/>
                  <a:gd name="connsiteY2" fmla="*/ 0 h 55849"/>
                  <a:gd name="connsiteX3" fmla="*/ 0 w 64427"/>
                  <a:gd name="connsiteY3" fmla="*/ 0 h 55849"/>
                </a:gdLst>
                <a:ahLst/>
                <a:cxnLst>
                  <a:cxn ang="0">
                    <a:pos x="connsiteX0" y="connsiteY0"/>
                  </a:cxn>
                  <a:cxn ang="0">
                    <a:pos x="connsiteX1" y="connsiteY1"/>
                  </a:cxn>
                  <a:cxn ang="0">
                    <a:pos x="connsiteX2" y="connsiteY2"/>
                  </a:cxn>
                  <a:cxn ang="0">
                    <a:pos x="connsiteX3" y="connsiteY3"/>
                  </a:cxn>
                </a:cxnLst>
                <a:rect l="l" t="t" r="r" b="b"/>
                <a:pathLst>
                  <a:path w="64427" h="55849">
                    <a:moveTo>
                      <a:pt x="0" y="55849"/>
                    </a:moveTo>
                    <a:lnTo>
                      <a:pt x="64427" y="55849"/>
                    </a:lnTo>
                    <a:lnTo>
                      <a:pt x="64427"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sp>
            <p:nvSpPr>
              <p:cNvPr id="411" name="Freeform: Shape 410">
                <a:extLst>
                  <a:ext uri="{FF2B5EF4-FFF2-40B4-BE49-F238E27FC236}">
                    <a16:creationId xmlns:a16="http://schemas.microsoft.com/office/drawing/2014/main" id="{0D7FA147-1265-8AC7-34D2-F91F43C47E3F}"/>
                  </a:ext>
                </a:extLst>
              </p:cNvPr>
              <p:cNvSpPr/>
              <p:nvPr/>
            </p:nvSpPr>
            <p:spPr>
              <a:xfrm>
                <a:off x="9657816" y="7490369"/>
                <a:ext cx="64414" cy="12719"/>
              </a:xfrm>
              <a:custGeom>
                <a:avLst/>
                <a:gdLst>
                  <a:gd name="connsiteX0" fmla="*/ 0 w 64414"/>
                  <a:gd name="connsiteY0" fmla="*/ 0 h 12719"/>
                  <a:gd name="connsiteX1" fmla="*/ 64414 w 64414"/>
                  <a:gd name="connsiteY1" fmla="*/ 0 h 12719"/>
                  <a:gd name="connsiteX2" fmla="*/ 64414 w 64414"/>
                  <a:gd name="connsiteY2" fmla="*/ 0 h 12719"/>
                  <a:gd name="connsiteX3" fmla="*/ 0 w 64414"/>
                  <a:gd name="connsiteY3" fmla="*/ 0 h 12719"/>
                </a:gdLst>
                <a:ahLst/>
                <a:cxnLst>
                  <a:cxn ang="0">
                    <a:pos x="connsiteX0" y="connsiteY0"/>
                  </a:cxn>
                  <a:cxn ang="0">
                    <a:pos x="connsiteX1" y="connsiteY1"/>
                  </a:cxn>
                  <a:cxn ang="0">
                    <a:pos x="connsiteX2" y="connsiteY2"/>
                  </a:cxn>
                  <a:cxn ang="0">
                    <a:pos x="connsiteX3" y="connsiteY3"/>
                  </a:cxn>
                </a:cxnLst>
                <a:rect l="l" t="t" r="r" b="b"/>
                <a:pathLst>
                  <a:path w="64414" h="12719">
                    <a:moveTo>
                      <a:pt x="0" y="0"/>
                    </a:moveTo>
                    <a:lnTo>
                      <a:pt x="64414" y="0"/>
                    </a:lnTo>
                    <a:lnTo>
                      <a:pt x="64414"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grpSp>
            <p:nvGrpSpPr>
              <p:cNvPr id="412" name="Graphic 1979">
                <a:extLst>
                  <a:ext uri="{FF2B5EF4-FFF2-40B4-BE49-F238E27FC236}">
                    <a16:creationId xmlns:a16="http://schemas.microsoft.com/office/drawing/2014/main" id="{3BBFF603-68E5-3220-C8CE-F52D2D64F7F0}"/>
                  </a:ext>
                </a:extLst>
              </p:cNvPr>
              <p:cNvGrpSpPr/>
              <p:nvPr/>
            </p:nvGrpSpPr>
            <p:grpSpPr>
              <a:xfrm>
                <a:off x="8031486" y="7490369"/>
                <a:ext cx="1397312" cy="187480"/>
                <a:chOff x="7938886" y="7791312"/>
                <a:chExt cx="1397312" cy="187480"/>
              </a:xfrm>
              <a:solidFill>
                <a:srgbClr val="000000"/>
              </a:solidFill>
            </p:grpSpPr>
            <p:grpSp>
              <p:nvGrpSpPr>
                <p:cNvPr id="446" name="Graphic 1979">
                  <a:extLst>
                    <a:ext uri="{FF2B5EF4-FFF2-40B4-BE49-F238E27FC236}">
                      <a16:creationId xmlns:a16="http://schemas.microsoft.com/office/drawing/2014/main" id="{F8D6D9CC-EF57-845A-E4CB-07860A8706EB}"/>
                    </a:ext>
                  </a:extLst>
                </p:cNvPr>
                <p:cNvGrpSpPr/>
                <p:nvPr/>
              </p:nvGrpSpPr>
              <p:grpSpPr>
                <a:xfrm>
                  <a:off x="7938886" y="7791312"/>
                  <a:ext cx="162034" cy="185672"/>
                  <a:chOff x="7938886" y="7791312"/>
                  <a:chExt cx="162034" cy="185672"/>
                </a:xfrm>
                <a:solidFill>
                  <a:srgbClr val="000000"/>
                </a:solidFill>
              </p:grpSpPr>
              <p:sp>
                <p:nvSpPr>
                  <p:cNvPr id="453" name="Freeform: Shape 452">
                    <a:extLst>
                      <a:ext uri="{FF2B5EF4-FFF2-40B4-BE49-F238E27FC236}">
                        <a16:creationId xmlns:a16="http://schemas.microsoft.com/office/drawing/2014/main" id="{E9E0CCA4-ACBE-6B63-DEB7-A58CDE65D779}"/>
                      </a:ext>
                    </a:extLst>
                  </p:cNvPr>
                  <p:cNvSpPr/>
                  <p:nvPr/>
                </p:nvSpPr>
                <p:spPr>
                  <a:xfrm>
                    <a:off x="8019045" y="7791312"/>
                    <a:ext cx="12700" cy="44516"/>
                  </a:xfrm>
                  <a:custGeom>
                    <a:avLst/>
                    <a:gdLst>
                      <a:gd name="connsiteX0" fmla="*/ 54 w 12700"/>
                      <a:gd name="connsiteY0" fmla="*/ 143 h 44516"/>
                      <a:gd name="connsiteX1" fmla="*/ 54 w 12700"/>
                      <a:gd name="connsiteY1" fmla="*/ 44660 h 44516"/>
                    </a:gdLst>
                    <a:ahLst/>
                    <a:cxnLst>
                      <a:cxn ang="0">
                        <a:pos x="connsiteX0" y="connsiteY0"/>
                      </a:cxn>
                      <a:cxn ang="0">
                        <a:pos x="connsiteX1" y="connsiteY1"/>
                      </a:cxn>
                    </a:cxnLst>
                    <a:rect l="l" t="t" r="r" b="b"/>
                    <a:pathLst>
                      <a:path w="12700" h="44516">
                        <a:moveTo>
                          <a:pt x="54" y="143"/>
                        </a:moveTo>
                        <a:lnTo>
                          <a:pt x="54" y="44660"/>
                        </a:lnTo>
                      </a:path>
                    </a:pathLst>
                  </a:custGeom>
                  <a:solidFill>
                    <a:srgbClr val="000000"/>
                  </a:solidFill>
                  <a:ln w="10160" cap="flat">
                    <a:solidFill>
                      <a:srgbClr val="000000"/>
                    </a:solidFill>
                    <a:prstDash val="solid"/>
                    <a:round/>
                  </a:ln>
                </p:spPr>
                <p:txBody>
                  <a:bodyPr rtlCol="0" anchor="ctr"/>
                  <a:lstStyle/>
                  <a:p>
                    <a:endParaRPr lang="en-US" sz="3200"/>
                  </a:p>
                </p:txBody>
              </p:sp>
              <p:grpSp>
                <p:nvGrpSpPr>
                  <p:cNvPr id="454" name="Graphic 1979">
                    <a:extLst>
                      <a:ext uri="{FF2B5EF4-FFF2-40B4-BE49-F238E27FC236}">
                        <a16:creationId xmlns:a16="http://schemas.microsoft.com/office/drawing/2014/main" id="{7C7AA48A-51CE-A630-3915-0F4EDB2B174C}"/>
                      </a:ext>
                    </a:extLst>
                  </p:cNvPr>
                  <p:cNvGrpSpPr/>
                  <p:nvPr/>
                </p:nvGrpSpPr>
                <p:grpSpPr>
                  <a:xfrm>
                    <a:off x="7938886" y="7884255"/>
                    <a:ext cx="162034" cy="92729"/>
                    <a:chOff x="7938886" y="7884255"/>
                    <a:chExt cx="162034" cy="92729"/>
                  </a:xfrm>
                  <a:solidFill>
                    <a:srgbClr val="000000"/>
                  </a:solidFill>
                </p:grpSpPr>
                <p:sp>
                  <p:nvSpPr>
                    <p:cNvPr id="455" name="Freeform: Shape 454">
                      <a:extLst>
                        <a:ext uri="{FF2B5EF4-FFF2-40B4-BE49-F238E27FC236}">
                          <a16:creationId xmlns:a16="http://schemas.microsoft.com/office/drawing/2014/main" id="{0700227C-344A-7411-CD6C-538FD8B9F92B}"/>
                        </a:ext>
                      </a:extLst>
                    </p:cNvPr>
                    <p:cNvSpPr/>
                    <p:nvPr/>
                  </p:nvSpPr>
                  <p:spPr>
                    <a:xfrm flipV="1">
                      <a:off x="7938886" y="7931832"/>
                      <a:ext cx="79494" cy="10552"/>
                    </a:xfrm>
                    <a:custGeom>
                      <a:avLst/>
                      <a:gdLst>
                        <a:gd name="connsiteX0" fmla="*/ -2631 w 79494"/>
                        <a:gd name="connsiteY0" fmla="*/ 8701 h 10552"/>
                        <a:gd name="connsiteX1" fmla="*/ 76863 w 79494"/>
                        <a:gd name="connsiteY1" fmla="*/ 8701 h 10552"/>
                        <a:gd name="connsiteX2" fmla="*/ 76863 w 79494"/>
                        <a:gd name="connsiteY2" fmla="*/ -1852 h 10552"/>
                        <a:gd name="connsiteX3" fmla="*/ -2631 w 79494"/>
                        <a:gd name="connsiteY3" fmla="*/ -1852 h 10552"/>
                        <a:gd name="connsiteX4" fmla="*/ -2631 w 79494"/>
                        <a:gd name="connsiteY4" fmla="*/ 8701 h 10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94" h="10552">
                          <a:moveTo>
                            <a:pt x="-2631" y="8701"/>
                          </a:moveTo>
                          <a:lnTo>
                            <a:pt x="76863" y="8701"/>
                          </a:lnTo>
                          <a:lnTo>
                            <a:pt x="76863" y="-1852"/>
                          </a:lnTo>
                          <a:lnTo>
                            <a:pt x="-2631" y="-1852"/>
                          </a:lnTo>
                          <a:lnTo>
                            <a:pt x="-2631" y="8701"/>
                          </a:lnTo>
                          <a:close/>
                        </a:path>
                      </a:pathLst>
                    </a:custGeom>
                    <a:solidFill>
                      <a:srgbClr val="000000"/>
                    </a:solidFill>
                    <a:ln w="20" cap="flat">
                      <a:noFill/>
                      <a:prstDash val="solid"/>
                      <a:round/>
                    </a:ln>
                  </p:spPr>
                  <p:txBody>
                    <a:bodyPr rtlCol="0" anchor="ctr"/>
                    <a:lstStyle/>
                    <a:p>
                      <a:endParaRPr lang="en-US" sz="3200"/>
                    </a:p>
                  </p:txBody>
                </p:sp>
                <p:sp>
                  <p:nvSpPr>
                    <p:cNvPr id="456" name="Freeform: Shape 455">
                      <a:extLst>
                        <a:ext uri="{FF2B5EF4-FFF2-40B4-BE49-F238E27FC236}">
                          <a16:creationId xmlns:a16="http://schemas.microsoft.com/office/drawing/2014/main" id="{7A78C8F0-68DB-285A-CC12-16B4CF851411}"/>
                        </a:ext>
                      </a:extLst>
                    </p:cNvPr>
                    <p:cNvSpPr/>
                    <p:nvPr/>
                  </p:nvSpPr>
                  <p:spPr>
                    <a:xfrm flipV="1">
                      <a:off x="8045794" y="7884255"/>
                      <a:ext cx="55125" cy="92729"/>
                    </a:xfrm>
                    <a:custGeom>
                      <a:avLst/>
                      <a:gdLst>
                        <a:gd name="connsiteX0" fmla="*/ -228 w 55125"/>
                        <a:gd name="connsiteY0" fmla="*/ 8374 h 92729"/>
                        <a:gd name="connsiteX1" fmla="*/ 20231 w 55125"/>
                        <a:gd name="connsiteY1" fmla="*/ 8374 h 92729"/>
                        <a:gd name="connsiteX2" fmla="*/ 20231 w 55125"/>
                        <a:gd name="connsiteY2" fmla="*/ 79123 h 92729"/>
                        <a:gd name="connsiteX3" fmla="*/ -2034 w 55125"/>
                        <a:gd name="connsiteY3" fmla="*/ 74652 h 92729"/>
                        <a:gd name="connsiteX4" fmla="*/ -2034 w 55125"/>
                        <a:gd name="connsiteY4" fmla="*/ 86079 h 92729"/>
                        <a:gd name="connsiteX5" fmla="*/ 20111 w 55125"/>
                        <a:gd name="connsiteY5" fmla="*/ 90551 h 92729"/>
                        <a:gd name="connsiteX6" fmla="*/ 32633 w 55125"/>
                        <a:gd name="connsiteY6" fmla="*/ 90551 h 92729"/>
                        <a:gd name="connsiteX7" fmla="*/ 32633 w 55125"/>
                        <a:gd name="connsiteY7" fmla="*/ 8374 h 92729"/>
                        <a:gd name="connsiteX8" fmla="*/ 53092 w 55125"/>
                        <a:gd name="connsiteY8" fmla="*/ 8374 h 92729"/>
                        <a:gd name="connsiteX9" fmla="*/ 53092 w 55125"/>
                        <a:gd name="connsiteY9" fmla="*/ -2179 h 92729"/>
                        <a:gd name="connsiteX10" fmla="*/ -228 w 55125"/>
                        <a:gd name="connsiteY10" fmla="*/ -2179 h 92729"/>
                        <a:gd name="connsiteX11" fmla="*/ -228 w 55125"/>
                        <a:gd name="connsiteY11" fmla="*/ 8374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125" h="92729">
                          <a:moveTo>
                            <a:pt x="-228" y="8374"/>
                          </a:moveTo>
                          <a:lnTo>
                            <a:pt x="20231" y="8374"/>
                          </a:lnTo>
                          <a:lnTo>
                            <a:pt x="20231" y="79123"/>
                          </a:lnTo>
                          <a:lnTo>
                            <a:pt x="-2034" y="74652"/>
                          </a:lnTo>
                          <a:lnTo>
                            <a:pt x="-2034" y="86079"/>
                          </a:lnTo>
                          <a:lnTo>
                            <a:pt x="20111" y="90551"/>
                          </a:lnTo>
                          <a:lnTo>
                            <a:pt x="32633" y="90551"/>
                          </a:lnTo>
                          <a:lnTo>
                            <a:pt x="32633" y="8374"/>
                          </a:lnTo>
                          <a:lnTo>
                            <a:pt x="53092" y="8374"/>
                          </a:lnTo>
                          <a:lnTo>
                            <a:pt x="53092" y="-2179"/>
                          </a:lnTo>
                          <a:lnTo>
                            <a:pt x="-228" y="-2179"/>
                          </a:lnTo>
                          <a:lnTo>
                            <a:pt x="-228" y="8374"/>
                          </a:lnTo>
                          <a:close/>
                        </a:path>
                      </a:pathLst>
                    </a:custGeom>
                    <a:solidFill>
                      <a:srgbClr val="000000"/>
                    </a:solidFill>
                    <a:ln w="20" cap="flat">
                      <a:noFill/>
                      <a:prstDash val="solid"/>
                      <a:round/>
                    </a:ln>
                  </p:spPr>
                  <p:txBody>
                    <a:bodyPr rtlCol="0" anchor="ctr"/>
                    <a:lstStyle/>
                    <a:p>
                      <a:endParaRPr lang="en-US" sz="3200"/>
                    </a:p>
                  </p:txBody>
                </p:sp>
              </p:grpSp>
            </p:grpSp>
            <p:grpSp>
              <p:nvGrpSpPr>
                <p:cNvPr id="447" name="Graphic 1979">
                  <a:extLst>
                    <a:ext uri="{FF2B5EF4-FFF2-40B4-BE49-F238E27FC236}">
                      <a16:creationId xmlns:a16="http://schemas.microsoft.com/office/drawing/2014/main" id="{56F87939-1456-FD2A-B471-851DE13DDD82}"/>
                    </a:ext>
                  </a:extLst>
                </p:cNvPr>
                <p:cNvGrpSpPr/>
                <p:nvPr/>
              </p:nvGrpSpPr>
              <p:grpSpPr>
                <a:xfrm>
                  <a:off x="8631250" y="7791312"/>
                  <a:ext cx="63996" cy="187480"/>
                  <a:chOff x="8631250" y="7791312"/>
                  <a:chExt cx="63996" cy="187480"/>
                </a:xfrm>
                <a:solidFill>
                  <a:srgbClr val="000000"/>
                </a:solidFill>
              </p:grpSpPr>
              <p:sp>
                <p:nvSpPr>
                  <p:cNvPr id="451" name="Freeform: Shape 450">
                    <a:extLst>
                      <a:ext uri="{FF2B5EF4-FFF2-40B4-BE49-F238E27FC236}">
                        <a16:creationId xmlns:a16="http://schemas.microsoft.com/office/drawing/2014/main" id="{D6473717-F79D-E701-FBB0-9D477EF31DEE}"/>
                      </a:ext>
                    </a:extLst>
                  </p:cNvPr>
                  <p:cNvSpPr/>
                  <p:nvPr/>
                </p:nvSpPr>
                <p:spPr>
                  <a:xfrm>
                    <a:off x="8663288" y="7791312"/>
                    <a:ext cx="12700" cy="44516"/>
                  </a:xfrm>
                  <a:custGeom>
                    <a:avLst/>
                    <a:gdLst>
                      <a:gd name="connsiteX0" fmla="*/ 104 w 12700"/>
                      <a:gd name="connsiteY0" fmla="*/ 143 h 44516"/>
                      <a:gd name="connsiteX1" fmla="*/ 104 w 12700"/>
                      <a:gd name="connsiteY1" fmla="*/ 44660 h 44516"/>
                    </a:gdLst>
                    <a:ahLst/>
                    <a:cxnLst>
                      <a:cxn ang="0">
                        <a:pos x="connsiteX0" y="connsiteY0"/>
                      </a:cxn>
                      <a:cxn ang="0">
                        <a:pos x="connsiteX1" y="connsiteY1"/>
                      </a:cxn>
                    </a:cxnLst>
                    <a:rect l="l" t="t" r="r" b="b"/>
                    <a:pathLst>
                      <a:path w="12700" h="44516">
                        <a:moveTo>
                          <a:pt x="104" y="143"/>
                        </a:moveTo>
                        <a:lnTo>
                          <a:pt x="104" y="44660"/>
                        </a:lnTo>
                      </a:path>
                    </a:pathLst>
                  </a:custGeom>
                  <a:solidFill>
                    <a:srgbClr val="000000"/>
                  </a:solidFill>
                  <a:ln w="10160" cap="flat">
                    <a:solidFill>
                      <a:srgbClr val="000000"/>
                    </a:solidFill>
                    <a:prstDash val="solid"/>
                    <a:round/>
                  </a:ln>
                </p:spPr>
                <p:txBody>
                  <a:bodyPr rtlCol="0" anchor="ctr"/>
                  <a:lstStyle/>
                  <a:p>
                    <a:endParaRPr lang="en-US" sz="3200"/>
                  </a:p>
                </p:txBody>
              </p:sp>
              <p:sp>
                <p:nvSpPr>
                  <p:cNvPr id="452" name="Freeform: Shape 451">
                    <a:extLst>
                      <a:ext uri="{FF2B5EF4-FFF2-40B4-BE49-F238E27FC236}">
                        <a16:creationId xmlns:a16="http://schemas.microsoft.com/office/drawing/2014/main" id="{ACB08117-42FE-2DEE-CC7C-484E06576C59}"/>
                      </a:ext>
                    </a:extLst>
                  </p:cNvPr>
                  <p:cNvSpPr/>
                  <p:nvPr/>
                </p:nvSpPr>
                <p:spPr>
                  <a:xfrm flipV="1">
                    <a:off x="8631250" y="7882585"/>
                    <a:ext cx="63996" cy="96207"/>
                  </a:xfrm>
                  <a:custGeom>
                    <a:avLst/>
                    <a:gdLst>
                      <a:gd name="connsiteX0" fmla="*/ 30058 w 63996"/>
                      <a:gd name="connsiteY0" fmla="*/ 84095 h 96207"/>
                      <a:gd name="connsiteX1" fmla="*/ 15512 w 63996"/>
                      <a:gd name="connsiteY1" fmla="*/ 74556 h 96207"/>
                      <a:gd name="connsiteX2" fmla="*/ 10651 w 63996"/>
                      <a:gd name="connsiteY2" fmla="*/ 45898 h 96207"/>
                      <a:gd name="connsiteX3" fmla="*/ 15512 w 63996"/>
                      <a:gd name="connsiteY3" fmla="*/ 17301 h 96207"/>
                      <a:gd name="connsiteX4" fmla="*/ 30058 w 63996"/>
                      <a:gd name="connsiteY4" fmla="*/ 7761 h 96207"/>
                      <a:gd name="connsiteX5" fmla="*/ 44663 w 63996"/>
                      <a:gd name="connsiteY5" fmla="*/ 17301 h 96207"/>
                      <a:gd name="connsiteX6" fmla="*/ 49544 w 63996"/>
                      <a:gd name="connsiteY6" fmla="*/ 45898 h 96207"/>
                      <a:gd name="connsiteX7" fmla="*/ 44663 w 63996"/>
                      <a:gd name="connsiteY7" fmla="*/ 74556 h 96207"/>
                      <a:gd name="connsiteX8" fmla="*/ 30058 w 63996"/>
                      <a:gd name="connsiteY8" fmla="*/ 84095 h 96207"/>
                      <a:gd name="connsiteX9" fmla="*/ 30058 w 63996"/>
                      <a:gd name="connsiteY9" fmla="*/ 94032 h 96207"/>
                      <a:gd name="connsiteX10" fmla="*/ 53851 w 63996"/>
                      <a:gd name="connsiteY10" fmla="*/ 81691 h 96207"/>
                      <a:gd name="connsiteX11" fmla="*/ 62066 w 63996"/>
                      <a:gd name="connsiteY11" fmla="*/ 45898 h 96207"/>
                      <a:gd name="connsiteX12" fmla="*/ 53851 w 63996"/>
                      <a:gd name="connsiteY12" fmla="*/ 10146 h 96207"/>
                      <a:gd name="connsiteX13" fmla="*/ 30058 w 63996"/>
                      <a:gd name="connsiteY13" fmla="*/ -2175 h 96207"/>
                      <a:gd name="connsiteX14" fmla="*/ 6285 w 63996"/>
                      <a:gd name="connsiteY14" fmla="*/ 10146 h 96207"/>
                      <a:gd name="connsiteX15" fmla="*/ -1930 w 63996"/>
                      <a:gd name="connsiteY15" fmla="*/ 45898 h 96207"/>
                      <a:gd name="connsiteX16" fmla="*/ 6285 w 63996"/>
                      <a:gd name="connsiteY16" fmla="*/ 81691 h 96207"/>
                      <a:gd name="connsiteX17" fmla="*/ 30058 w 63996"/>
                      <a:gd name="connsiteY17" fmla="*/ 94032 h 9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96" h="96207">
                        <a:moveTo>
                          <a:pt x="30058" y="84095"/>
                        </a:moveTo>
                        <a:cubicBezTo>
                          <a:pt x="23615" y="84095"/>
                          <a:pt x="18767" y="80915"/>
                          <a:pt x="15512" y="74556"/>
                        </a:cubicBezTo>
                        <a:cubicBezTo>
                          <a:pt x="12271" y="68210"/>
                          <a:pt x="10651" y="58657"/>
                          <a:pt x="10651" y="45898"/>
                        </a:cubicBezTo>
                        <a:cubicBezTo>
                          <a:pt x="10651" y="33193"/>
                          <a:pt x="12271" y="23660"/>
                          <a:pt x="15512" y="17301"/>
                        </a:cubicBezTo>
                        <a:cubicBezTo>
                          <a:pt x="18767" y="10941"/>
                          <a:pt x="23615" y="7761"/>
                          <a:pt x="30058" y="7761"/>
                        </a:cubicBezTo>
                        <a:cubicBezTo>
                          <a:pt x="36553" y="7761"/>
                          <a:pt x="41422" y="10941"/>
                          <a:pt x="44663" y="17301"/>
                        </a:cubicBezTo>
                        <a:cubicBezTo>
                          <a:pt x="47917" y="23660"/>
                          <a:pt x="49544" y="33193"/>
                          <a:pt x="49544" y="45898"/>
                        </a:cubicBezTo>
                        <a:cubicBezTo>
                          <a:pt x="49544" y="58657"/>
                          <a:pt x="47917" y="68210"/>
                          <a:pt x="44663" y="74556"/>
                        </a:cubicBezTo>
                        <a:cubicBezTo>
                          <a:pt x="41422" y="80915"/>
                          <a:pt x="36553" y="84095"/>
                          <a:pt x="30058" y="84095"/>
                        </a:cubicBezTo>
                        <a:close/>
                        <a:moveTo>
                          <a:pt x="30058" y="94032"/>
                        </a:moveTo>
                        <a:cubicBezTo>
                          <a:pt x="40443" y="94032"/>
                          <a:pt x="48374" y="89918"/>
                          <a:pt x="53851" y="81691"/>
                        </a:cubicBezTo>
                        <a:cubicBezTo>
                          <a:pt x="59327" y="73476"/>
                          <a:pt x="62066" y="61545"/>
                          <a:pt x="62066" y="45898"/>
                        </a:cubicBezTo>
                        <a:cubicBezTo>
                          <a:pt x="62066" y="30291"/>
                          <a:pt x="59327" y="18374"/>
                          <a:pt x="53851" y="10146"/>
                        </a:cubicBezTo>
                        <a:cubicBezTo>
                          <a:pt x="48374" y="1932"/>
                          <a:pt x="40443" y="-2175"/>
                          <a:pt x="30058" y="-2175"/>
                        </a:cubicBezTo>
                        <a:cubicBezTo>
                          <a:pt x="19686" y="-2175"/>
                          <a:pt x="11762" y="1932"/>
                          <a:pt x="6285" y="10146"/>
                        </a:cubicBezTo>
                        <a:cubicBezTo>
                          <a:pt x="808" y="18374"/>
                          <a:pt x="-1930" y="30291"/>
                          <a:pt x="-1930" y="45898"/>
                        </a:cubicBezTo>
                        <a:cubicBezTo>
                          <a:pt x="-1930" y="61545"/>
                          <a:pt x="808" y="73476"/>
                          <a:pt x="6285" y="81691"/>
                        </a:cubicBezTo>
                        <a:cubicBezTo>
                          <a:pt x="11762" y="89918"/>
                          <a:pt x="19686" y="94032"/>
                          <a:pt x="30058" y="94032"/>
                        </a:cubicBezTo>
                        <a:close/>
                      </a:path>
                    </a:pathLst>
                  </a:custGeom>
                  <a:solidFill>
                    <a:srgbClr val="000000"/>
                  </a:solidFill>
                  <a:ln w="20" cap="flat">
                    <a:noFill/>
                    <a:prstDash val="solid"/>
                    <a:round/>
                  </a:ln>
                </p:spPr>
                <p:txBody>
                  <a:bodyPr rtlCol="0" anchor="ctr"/>
                  <a:lstStyle/>
                  <a:p>
                    <a:endParaRPr lang="en-US" sz="3200"/>
                  </a:p>
                </p:txBody>
              </p:sp>
            </p:grpSp>
            <p:grpSp>
              <p:nvGrpSpPr>
                <p:cNvPr id="448" name="Graphic 1979">
                  <a:extLst>
                    <a:ext uri="{FF2B5EF4-FFF2-40B4-BE49-F238E27FC236}">
                      <a16:creationId xmlns:a16="http://schemas.microsoft.com/office/drawing/2014/main" id="{334AEB9C-C5B3-38DB-5B03-4A0CDE7EDAC9}"/>
                    </a:ext>
                  </a:extLst>
                </p:cNvPr>
                <p:cNvGrpSpPr/>
                <p:nvPr/>
              </p:nvGrpSpPr>
              <p:grpSpPr>
                <a:xfrm>
                  <a:off x="9281072" y="7791312"/>
                  <a:ext cx="55125" cy="185672"/>
                  <a:chOff x="9281072" y="7791312"/>
                  <a:chExt cx="55125" cy="185672"/>
                </a:xfrm>
                <a:solidFill>
                  <a:srgbClr val="000000"/>
                </a:solidFill>
              </p:grpSpPr>
              <p:sp>
                <p:nvSpPr>
                  <p:cNvPr id="449" name="Freeform: Shape 448">
                    <a:extLst>
                      <a:ext uri="{FF2B5EF4-FFF2-40B4-BE49-F238E27FC236}">
                        <a16:creationId xmlns:a16="http://schemas.microsoft.com/office/drawing/2014/main" id="{B65437BD-AF76-6703-4C2D-E6E3A76E1F1F}"/>
                      </a:ext>
                    </a:extLst>
                  </p:cNvPr>
                  <p:cNvSpPr/>
                  <p:nvPr/>
                </p:nvSpPr>
                <p:spPr>
                  <a:xfrm>
                    <a:off x="9307521" y="7791312"/>
                    <a:ext cx="12700" cy="44516"/>
                  </a:xfrm>
                  <a:custGeom>
                    <a:avLst/>
                    <a:gdLst>
                      <a:gd name="connsiteX0" fmla="*/ 155 w 12700"/>
                      <a:gd name="connsiteY0" fmla="*/ 143 h 44516"/>
                      <a:gd name="connsiteX1" fmla="*/ 155 w 12700"/>
                      <a:gd name="connsiteY1" fmla="*/ 44660 h 44516"/>
                    </a:gdLst>
                    <a:ahLst/>
                    <a:cxnLst>
                      <a:cxn ang="0">
                        <a:pos x="connsiteX0" y="connsiteY0"/>
                      </a:cxn>
                      <a:cxn ang="0">
                        <a:pos x="connsiteX1" y="connsiteY1"/>
                      </a:cxn>
                    </a:cxnLst>
                    <a:rect l="l" t="t" r="r" b="b"/>
                    <a:pathLst>
                      <a:path w="12700" h="44516">
                        <a:moveTo>
                          <a:pt x="155" y="143"/>
                        </a:moveTo>
                        <a:lnTo>
                          <a:pt x="155" y="44660"/>
                        </a:lnTo>
                      </a:path>
                    </a:pathLst>
                  </a:custGeom>
                  <a:solidFill>
                    <a:srgbClr val="000000"/>
                  </a:solidFill>
                  <a:ln w="10160" cap="flat">
                    <a:solidFill>
                      <a:srgbClr val="000000"/>
                    </a:solidFill>
                    <a:prstDash val="solid"/>
                    <a:round/>
                  </a:ln>
                </p:spPr>
                <p:txBody>
                  <a:bodyPr rtlCol="0" anchor="ctr"/>
                  <a:lstStyle/>
                  <a:p>
                    <a:endParaRPr lang="en-US" sz="3200"/>
                  </a:p>
                </p:txBody>
              </p:sp>
              <p:sp>
                <p:nvSpPr>
                  <p:cNvPr id="450" name="Freeform: Shape 449">
                    <a:extLst>
                      <a:ext uri="{FF2B5EF4-FFF2-40B4-BE49-F238E27FC236}">
                        <a16:creationId xmlns:a16="http://schemas.microsoft.com/office/drawing/2014/main" id="{FF8E3F82-92D7-043E-4D72-BFAFBBD8B6AB}"/>
                      </a:ext>
                    </a:extLst>
                  </p:cNvPr>
                  <p:cNvSpPr/>
                  <p:nvPr/>
                </p:nvSpPr>
                <p:spPr>
                  <a:xfrm flipV="1">
                    <a:off x="9281072" y="7884255"/>
                    <a:ext cx="55125" cy="92729"/>
                  </a:xfrm>
                  <a:custGeom>
                    <a:avLst/>
                    <a:gdLst>
                      <a:gd name="connsiteX0" fmla="*/ -131 w 55125"/>
                      <a:gd name="connsiteY0" fmla="*/ 8374 h 92729"/>
                      <a:gd name="connsiteX1" fmla="*/ 20328 w 55125"/>
                      <a:gd name="connsiteY1" fmla="*/ 8374 h 92729"/>
                      <a:gd name="connsiteX2" fmla="*/ 20328 w 55125"/>
                      <a:gd name="connsiteY2" fmla="*/ 79123 h 92729"/>
                      <a:gd name="connsiteX3" fmla="*/ -1937 w 55125"/>
                      <a:gd name="connsiteY3" fmla="*/ 74652 h 92729"/>
                      <a:gd name="connsiteX4" fmla="*/ -1937 w 55125"/>
                      <a:gd name="connsiteY4" fmla="*/ 86079 h 92729"/>
                      <a:gd name="connsiteX5" fmla="*/ 20209 w 55125"/>
                      <a:gd name="connsiteY5" fmla="*/ 90551 h 92729"/>
                      <a:gd name="connsiteX6" fmla="*/ 32730 w 55125"/>
                      <a:gd name="connsiteY6" fmla="*/ 90551 h 92729"/>
                      <a:gd name="connsiteX7" fmla="*/ 32730 w 55125"/>
                      <a:gd name="connsiteY7" fmla="*/ 8374 h 92729"/>
                      <a:gd name="connsiteX8" fmla="*/ 53189 w 55125"/>
                      <a:gd name="connsiteY8" fmla="*/ 8374 h 92729"/>
                      <a:gd name="connsiteX9" fmla="*/ 53189 w 55125"/>
                      <a:gd name="connsiteY9" fmla="*/ -2179 h 92729"/>
                      <a:gd name="connsiteX10" fmla="*/ -131 w 55125"/>
                      <a:gd name="connsiteY10" fmla="*/ -2179 h 92729"/>
                      <a:gd name="connsiteX11" fmla="*/ -131 w 55125"/>
                      <a:gd name="connsiteY11" fmla="*/ 8374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125" h="92729">
                        <a:moveTo>
                          <a:pt x="-131" y="8374"/>
                        </a:moveTo>
                        <a:lnTo>
                          <a:pt x="20328" y="8374"/>
                        </a:lnTo>
                        <a:lnTo>
                          <a:pt x="20328" y="79123"/>
                        </a:lnTo>
                        <a:lnTo>
                          <a:pt x="-1937" y="74652"/>
                        </a:lnTo>
                        <a:lnTo>
                          <a:pt x="-1937" y="86079"/>
                        </a:lnTo>
                        <a:lnTo>
                          <a:pt x="20209" y="90551"/>
                        </a:lnTo>
                        <a:lnTo>
                          <a:pt x="32730" y="90551"/>
                        </a:lnTo>
                        <a:lnTo>
                          <a:pt x="32730" y="8374"/>
                        </a:lnTo>
                        <a:lnTo>
                          <a:pt x="53189" y="8374"/>
                        </a:lnTo>
                        <a:lnTo>
                          <a:pt x="53189" y="-2179"/>
                        </a:lnTo>
                        <a:lnTo>
                          <a:pt x="-131" y="-2179"/>
                        </a:lnTo>
                        <a:lnTo>
                          <a:pt x="-131" y="8374"/>
                        </a:lnTo>
                        <a:close/>
                      </a:path>
                    </a:pathLst>
                  </a:custGeom>
                  <a:solidFill>
                    <a:srgbClr val="000000"/>
                  </a:solidFill>
                  <a:ln w="20" cap="flat">
                    <a:noFill/>
                    <a:prstDash val="solid"/>
                    <a:round/>
                  </a:ln>
                </p:spPr>
                <p:txBody>
                  <a:bodyPr rtlCol="0" anchor="ctr"/>
                  <a:lstStyle/>
                  <a:p>
                    <a:endParaRPr lang="en-US" sz="3200"/>
                  </a:p>
                </p:txBody>
              </p:sp>
            </p:grpSp>
          </p:grpSp>
          <p:grpSp>
            <p:nvGrpSpPr>
              <p:cNvPr id="413" name="Graphic 1979">
                <a:extLst>
                  <a:ext uri="{FF2B5EF4-FFF2-40B4-BE49-F238E27FC236}">
                    <a16:creationId xmlns:a16="http://schemas.microsoft.com/office/drawing/2014/main" id="{FD46EE30-FEA7-5886-190B-24D0D71FD98C}"/>
                  </a:ext>
                </a:extLst>
              </p:cNvPr>
              <p:cNvGrpSpPr/>
              <p:nvPr/>
            </p:nvGrpSpPr>
            <p:grpSpPr>
              <a:xfrm>
                <a:off x="7531562" y="7444290"/>
                <a:ext cx="161329" cy="96207"/>
                <a:chOff x="7438962" y="7745233"/>
                <a:chExt cx="161329" cy="96207"/>
              </a:xfrm>
              <a:solidFill>
                <a:srgbClr val="000000"/>
              </a:solidFill>
            </p:grpSpPr>
            <p:sp>
              <p:nvSpPr>
                <p:cNvPr id="444" name="Freeform: Shape 443">
                  <a:extLst>
                    <a:ext uri="{FF2B5EF4-FFF2-40B4-BE49-F238E27FC236}">
                      <a16:creationId xmlns:a16="http://schemas.microsoft.com/office/drawing/2014/main" id="{D07FC038-E80B-BFBA-EA55-9E0CE1926370}"/>
                    </a:ext>
                  </a:extLst>
                </p:cNvPr>
                <p:cNvSpPr/>
                <p:nvPr/>
              </p:nvSpPr>
              <p:spPr>
                <a:xfrm>
                  <a:off x="7555841" y="7791312"/>
                  <a:ext cx="44450" cy="12719"/>
                </a:xfrm>
                <a:custGeom>
                  <a:avLst/>
                  <a:gdLst>
                    <a:gd name="connsiteX0" fmla="*/ 44471 w 44450"/>
                    <a:gd name="connsiteY0" fmla="*/ 143 h 12719"/>
                    <a:gd name="connsiteX1" fmla="*/ 21 w 44450"/>
                    <a:gd name="connsiteY1" fmla="*/ 143 h 12719"/>
                  </a:gdLst>
                  <a:ahLst/>
                  <a:cxnLst>
                    <a:cxn ang="0">
                      <a:pos x="connsiteX0" y="connsiteY0"/>
                    </a:cxn>
                    <a:cxn ang="0">
                      <a:pos x="connsiteX1" y="connsiteY1"/>
                    </a:cxn>
                  </a:cxnLst>
                  <a:rect l="l" t="t" r="r" b="b"/>
                  <a:pathLst>
                    <a:path w="44450" h="12719">
                      <a:moveTo>
                        <a:pt x="44471" y="143"/>
                      </a:moveTo>
                      <a:lnTo>
                        <a:pt x="21" y="143"/>
                      </a:lnTo>
                    </a:path>
                  </a:pathLst>
                </a:custGeom>
                <a:solidFill>
                  <a:srgbClr val="000000"/>
                </a:solidFill>
                <a:ln w="10160" cap="flat">
                  <a:solidFill>
                    <a:srgbClr val="000000"/>
                  </a:solidFill>
                  <a:prstDash val="solid"/>
                  <a:round/>
                </a:ln>
              </p:spPr>
              <p:txBody>
                <a:bodyPr rtlCol="0" anchor="ctr"/>
                <a:lstStyle/>
                <a:p>
                  <a:endParaRPr lang="en-US" sz="3200"/>
                </a:p>
              </p:txBody>
            </p:sp>
            <p:sp>
              <p:nvSpPr>
                <p:cNvPr id="445" name="Freeform: Shape 444">
                  <a:extLst>
                    <a:ext uri="{FF2B5EF4-FFF2-40B4-BE49-F238E27FC236}">
                      <a16:creationId xmlns:a16="http://schemas.microsoft.com/office/drawing/2014/main" id="{A5A20D9D-7438-4606-421F-B5A16CD2EA48}"/>
                    </a:ext>
                  </a:extLst>
                </p:cNvPr>
                <p:cNvSpPr/>
                <p:nvPr/>
              </p:nvSpPr>
              <p:spPr>
                <a:xfrm flipV="1">
                  <a:off x="7438962" y="7745233"/>
                  <a:ext cx="63996" cy="96207"/>
                </a:xfrm>
                <a:custGeom>
                  <a:avLst/>
                  <a:gdLst>
                    <a:gd name="connsiteX0" fmla="*/ 29964 w 63996"/>
                    <a:gd name="connsiteY0" fmla="*/ 84084 h 96207"/>
                    <a:gd name="connsiteX1" fmla="*/ 15419 w 63996"/>
                    <a:gd name="connsiteY1" fmla="*/ 74545 h 96207"/>
                    <a:gd name="connsiteX2" fmla="*/ 10557 w 63996"/>
                    <a:gd name="connsiteY2" fmla="*/ 45888 h 96207"/>
                    <a:gd name="connsiteX3" fmla="*/ 15419 w 63996"/>
                    <a:gd name="connsiteY3" fmla="*/ 17290 h 96207"/>
                    <a:gd name="connsiteX4" fmla="*/ 29964 w 63996"/>
                    <a:gd name="connsiteY4" fmla="*/ 7750 h 96207"/>
                    <a:gd name="connsiteX5" fmla="*/ 44569 w 63996"/>
                    <a:gd name="connsiteY5" fmla="*/ 17290 h 96207"/>
                    <a:gd name="connsiteX6" fmla="*/ 49451 w 63996"/>
                    <a:gd name="connsiteY6" fmla="*/ 45888 h 96207"/>
                    <a:gd name="connsiteX7" fmla="*/ 44569 w 63996"/>
                    <a:gd name="connsiteY7" fmla="*/ 74545 h 96207"/>
                    <a:gd name="connsiteX8" fmla="*/ 29964 w 63996"/>
                    <a:gd name="connsiteY8" fmla="*/ 84084 h 96207"/>
                    <a:gd name="connsiteX9" fmla="*/ 29964 w 63996"/>
                    <a:gd name="connsiteY9" fmla="*/ 94021 h 96207"/>
                    <a:gd name="connsiteX10" fmla="*/ 53757 w 63996"/>
                    <a:gd name="connsiteY10" fmla="*/ 81680 h 96207"/>
                    <a:gd name="connsiteX11" fmla="*/ 61972 w 63996"/>
                    <a:gd name="connsiteY11" fmla="*/ 45888 h 96207"/>
                    <a:gd name="connsiteX12" fmla="*/ 53757 w 63996"/>
                    <a:gd name="connsiteY12" fmla="*/ 10135 h 96207"/>
                    <a:gd name="connsiteX13" fmla="*/ 29964 w 63996"/>
                    <a:gd name="connsiteY13" fmla="*/ -2186 h 96207"/>
                    <a:gd name="connsiteX14" fmla="*/ 6191 w 63996"/>
                    <a:gd name="connsiteY14" fmla="*/ 10135 h 96207"/>
                    <a:gd name="connsiteX15" fmla="*/ -2024 w 63996"/>
                    <a:gd name="connsiteY15" fmla="*/ 45888 h 96207"/>
                    <a:gd name="connsiteX16" fmla="*/ 6191 w 63996"/>
                    <a:gd name="connsiteY16" fmla="*/ 81680 h 96207"/>
                    <a:gd name="connsiteX17" fmla="*/ 29964 w 63996"/>
                    <a:gd name="connsiteY17" fmla="*/ 94021 h 9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96" h="96207">
                      <a:moveTo>
                        <a:pt x="29964" y="84084"/>
                      </a:moveTo>
                      <a:cubicBezTo>
                        <a:pt x="23521" y="84084"/>
                        <a:pt x="18673" y="80905"/>
                        <a:pt x="15419" y="74545"/>
                      </a:cubicBezTo>
                      <a:cubicBezTo>
                        <a:pt x="12177" y="68199"/>
                        <a:pt x="10557" y="58646"/>
                        <a:pt x="10557" y="45888"/>
                      </a:cubicBezTo>
                      <a:cubicBezTo>
                        <a:pt x="10557" y="33182"/>
                        <a:pt x="12177" y="23649"/>
                        <a:pt x="15419" y="17290"/>
                      </a:cubicBezTo>
                      <a:cubicBezTo>
                        <a:pt x="18673" y="10930"/>
                        <a:pt x="23521" y="7750"/>
                        <a:pt x="29964" y="7750"/>
                      </a:cubicBezTo>
                      <a:cubicBezTo>
                        <a:pt x="36459" y="7750"/>
                        <a:pt x="41328" y="10930"/>
                        <a:pt x="44569" y="17290"/>
                      </a:cubicBezTo>
                      <a:cubicBezTo>
                        <a:pt x="47823" y="23649"/>
                        <a:pt x="49451" y="33182"/>
                        <a:pt x="49451" y="45888"/>
                      </a:cubicBezTo>
                      <a:cubicBezTo>
                        <a:pt x="49451" y="58646"/>
                        <a:pt x="47823" y="68199"/>
                        <a:pt x="44569" y="74545"/>
                      </a:cubicBezTo>
                      <a:cubicBezTo>
                        <a:pt x="41328" y="80905"/>
                        <a:pt x="36459" y="84084"/>
                        <a:pt x="29964" y="84084"/>
                      </a:cubicBezTo>
                      <a:close/>
                      <a:moveTo>
                        <a:pt x="29964" y="94021"/>
                      </a:moveTo>
                      <a:cubicBezTo>
                        <a:pt x="40349" y="94021"/>
                        <a:pt x="48280" y="89907"/>
                        <a:pt x="53757" y="81680"/>
                      </a:cubicBezTo>
                      <a:cubicBezTo>
                        <a:pt x="59234" y="73465"/>
                        <a:pt x="61972" y="61535"/>
                        <a:pt x="61972" y="45888"/>
                      </a:cubicBezTo>
                      <a:cubicBezTo>
                        <a:pt x="61972" y="30280"/>
                        <a:pt x="59234" y="18363"/>
                        <a:pt x="53757" y="10135"/>
                      </a:cubicBezTo>
                      <a:cubicBezTo>
                        <a:pt x="48280" y="1921"/>
                        <a:pt x="40349" y="-2186"/>
                        <a:pt x="29964" y="-2186"/>
                      </a:cubicBezTo>
                      <a:cubicBezTo>
                        <a:pt x="19592" y="-2186"/>
                        <a:pt x="11668" y="1921"/>
                        <a:pt x="6191" y="10135"/>
                      </a:cubicBezTo>
                      <a:cubicBezTo>
                        <a:pt x="714" y="18363"/>
                        <a:pt x="-2024" y="30280"/>
                        <a:pt x="-2024" y="45888"/>
                      </a:cubicBezTo>
                      <a:cubicBezTo>
                        <a:pt x="-2024" y="61535"/>
                        <a:pt x="714" y="73465"/>
                        <a:pt x="6191" y="81680"/>
                      </a:cubicBezTo>
                      <a:cubicBezTo>
                        <a:pt x="11668" y="89907"/>
                        <a:pt x="19592" y="94021"/>
                        <a:pt x="29964" y="94021"/>
                      </a:cubicBezTo>
                      <a:close/>
                    </a:path>
                  </a:pathLst>
                </a:custGeom>
                <a:solidFill>
                  <a:srgbClr val="000000"/>
                </a:solidFill>
                <a:ln w="20" cap="flat">
                  <a:noFill/>
                  <a:prstDash val="solid"/>
                  <a:round/>
                </a:ln>
              </p:spPr>
              <p:txBody>
                <a:bodyPr rtlCol="0" anchor="ctr"/>
                <a:lstStyle/>
                <a:p>
                  <a:endParaRPr lang="en-US" sz="3200"/>
                </a:p>
              </p:txBody>
            </p:sp>
          </p:grpSp>
          <p:grpSp>
            <p:nvGrpSpPr>
              <p:cNvPr id="414" name="Graphic 1979">
                <a:extLst>
                  <a:ext uri="{FF2B5EF4-FFF2-40B4-BE49-F238E27FC236}">
                    <a16:creationId xmlns:a16="http://schemas.microsoft.com/office/drawing/2014/main" id="{833DC493-D6D3-B3AB-C79B-8207C6154CA3}"/>
                  </a:ext>
                </a:extLst>
              </p:cNvPr>
              <p:cNvGrpSpPr/>
              <p:nvPr/>
            </p:nvGrpSpPr>
            <p:grpSpPr>
              <a:xfrm>
                <a:off x="7532494" y="6662345"/>
                <a:ext cx="160397" cy="94398"/>
                <a:chOff x="7439894" y="6963288"/>
                <a:chExt cx="160397" cy="94398"/>
              </a:xfrm>
              <a:solidFill>
                <a:srgbClr val="000000"/>
              </a:solidFill>
            </p:grpSpPr>
            <p:sp>
              <p:nvSpPr>
                <p:cNvPr id="442" name="Freeform: Shape 441">
                  <a:extLst>
                    <a:ext uri="{FF2B5EF4-FFF2-40B4-BE49-F238E27FC236}">
                      <a16:creationId xmlns:a16="http://schemas.microsoft.com/office/drawing/2014/main" id="{B00EBD01-55DB-D1BF-0C2B-494C375EBCC6}"/>
                    </a:ext>
                  </a:extLst>
                </p:cNvPr>
                <p:cNvSpPr/>
                <p:nvPr/>
              </p:nvSpPr>
              <p:spPr>
                <a:xfrm>
                  <a:off x="7555841" y="7009365"/>
                  <a:ext cx="44450" cy="12719"/>
                </a:xfrm>
                <a:custGeom>
                  <a:avLst/>
                  <a:gdLst>
                    <a:gd name="connsiteX0" fmla="*/ 44471 w 44450"/>
                    <a:gd name="connsiteY0" fmla="*/ 82 h 12719"/>
                    <a:gd name="connsiteX1" fmla="*/ 21 w 44450"/>
                    <a:gd name="connsiteY1" fmla="*/ 82 h 12719"/>
                  </a:gdLst>
                  <a:ahLst/>
                  <a:cxnLst>
                    <a:cxn ang="0">
                      <a:pos x="connsiteX0" y="connsiteY0"/>
                    </a:cxn>
                    <a:cxn ang="0">
                      <a:pos x="connsiteX1" y="connsiteY1"/>
                    </a:cxn>
                  </a:cxnLst>
                  <a:rect l="l" t="t" r="r" b="b"/>
                  <a:pathLst>
                    <a:path w="44450" h="12719">
                      <a:moveTo>
                        <a:pt x="44471" y="82"/>
                      </a:moveTo>
                      <a:lnTo>
                        <a:pt x="21" y="82"/>
                      </a:lnTo>
                    </a:path>
                  </a:pathLst>
                </a:custGeom>
                <a:solidFill>
                  <a:srgbClr val="000000"/>
                </a:solidFill>
                <a:ln w="10160" cap="flat">
                  <a:solidFill>
                    <a:srgbClr val="000000"/>
                  </a:solidFill>
                  <a:prstDash val="solid"/>
                  <a:round/>
                </a:ln>
              </p:spPr>
              <p:txBody>
                <a:bodyPr rtlCol="0" anchor="ctr"/>
                <a:lstStyle/>
                <a:p>
                  <a:endParaRPr lang="en-US" sz="3200"/>
                </a:p>
              </p:txBody>
            </p:sp>
            <p:sp>
              <p:nvSpPr>
                <p:cNvPr id="443" name="Freeform: Shape 442">
                  <a:extLst>
                    <a:ext uri="{FF2B5EF4-FFF2-40B4-BE49-F238E27FC236}">
                      <a16:creationId xmlns:a16="http://schemas.microsoft.com/office/drawing/2014/main" id="{9B80C2E7-ED89-CBE9-8DF7-91F475E19A76}"/>
                    </a:ext>
                  </a:extLst>
                </p:cNvPr>
                <p:cNvSpPr/>
                <p:nvPr/>
              </p:nvSpPr>
              <p:spPr>
                <a:xfrm flipV="1">
                  <a:off x="7439894" y="6963288"/>
                  <a:ext cx="58777" cy="94398"/>
                </a:xfrm>
                <a:custGeom>
                  <a:avLst/>
                  <a:gdLst>
                    <a:gd name="connsiteX0" fmla="*/ 13122 w 58777"/>
                    <a:gd name="connsiteY0" fmla="*/ 8260 h 94398"/>
                    <a:gd name="connsiteX1" fmla="*/ 56837 w 58777"/>
                    <a:gd name="connsiteY1" fmla="*/ 8260 h 94398"/>
                    <a:gd name="connsiteX2" fmla="*/ 56837 w 58777"/>
                    <a:gd name="connsiteY2" fmla="*/ -2293 h 94398"/>
                    <a:gd name="connsiteX3" fmla="*/ -1940 w 58777"/>
                    <a:gd name="connsiteY3" fmla="*/ -2293 h 94398"/>
                    <a:gd name="connsiteX4" fmla="*/ -1940 w 58777"/>
                    <a:gd name="connsiteY4" fmla="*/ 8260 h 94398"/>
                    <a:gd name="connsiteX5" fmla="*/ 17487 w 58777"/>
                    <a:gd name="connsiteY5" fmla="*/ 28093 h 94398"/>
                    <a:gd name="connsiteX6" fmla="*/ 32965 w 58777"/>
                    <a:gd name="connsiteY6" fmla="*/ 44171 h 94398"/>
                    <a:gd name="connsiteX7" fmla="*/ 41359 w 58777"/>
                    <a:gd name="connsiteY7" fmla="*/ 55618 h 94398"/>
                    <a:gd name="connsiteX8" fmla="*/ 43760 w 58777"/>
                    <a:gd name="connsiteY8" fmla="*/ 64839 h 94398"/>
                    <a:gd name="connsiteX9" fmla="*/ 38581 w 58777"/>
                    <a:gd name="connsiteY9" fmla="*/ 76883 h 94398"/>
                    <a:gd name="connsiteX10" fmla="*/ 25087 w 58777"/>
                    <a:gd name="connsiteY10" fmla="*/ 81553 h 94398"/>
                    <a:gd name="connsiteX11" fmla="*/ 12645 w 58777"/>
                    <a:gd name="connsiteY11" fmla="*/ 79506 h 94398"/>
                    <a:gd name="connsiteX12" fmla="*/ -1325 w 58777"/>
                    <a:gd name="connsiteY12" fmla="*/ 73285 h 94398"/>
                    <a:gd name="connsiteX13" fmla="*/ -1325 w 58777"/>
                    <a:gd name="connsiteY13" fmla="*/ 85965 h 94398"/>
                    <a:gd name="connsiteX14" fmla="*/ 12804 w 58777"/>
                    <a:gd name="connsiteY14" fmla="*/ 90556 h 94398"/>
                    <a:gd name="connsiteX15" fmla="*/ 24849 w 58777"/>
                    <a:gd name="connsiteY15" fmla="*/ 92106 h 94398"/>
                    <a:gd name="connsiteX16" fmla="*/ 47789 w 58777"/>
                    <a:gd name="connsiteY16" fmla="*/ 84892 h 94398"/>
                    <a:gd name="connsiteX17" fmla="*/ 56341 w 58777"/>
                    <a:gd name="connsiteY17" fmla="*/ 65654 h 94398"/>
                    <a:gd name="connsiteX18" fmla="*/ 54198 w 58777"/>
                    <a:gd name="connsiteY18" fmla="*/ 54803 h 94398"/>
                    <a:gd name="connsiteX19" fmla="*/ 46419 w 58777"/>
                    <a:gd name="connsiteY19" fmla="*/ 42740 h 94398"/>
                    <a:gd name="connsiteX20" fmla="*/ 36557 w 58777"/>
                    <a:gd name="connsiteY20" fmla="*/ 32326 h 94398"/>
                    <a:gd name="connsiteX21" fmla="*/ 13122 w 58777"/>
                    <a:gd name="connsiteY21" fmla="*/ 8260 h 9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777" h="94398">
                      <a:moveTo>
                        <a:pt x="13122" y="8260"/>
                      </a:moveTo>
                      <a:lnTo>
                        <a:pt x="56837" y="8260"/>
                      </a:lnTo>
                      <a:lnTo>
                        <a:pt x="56837" y="-2293"/>
                      </a:lnTo>
                      <a:lnTo>
                        <a:pt x="-1940" y="-2293"/>
                      </a:lnTo>
                      <a:lnTo>
                        <a:pt x="-1940" y="8260"/>
                      </a:lnTo>
                      <a:cubicBezTo>
                        <a:pt x="2810" y="13188"/>
                        <a:pt x="9285" y="19799"/>
                        <a:pt x="17487" y="28093"/>
                      </a:cubicBezTo>
                      <a:cubicBezTo>
                        <a:pt x="25703" y="36400"/>
                        <a:pt x="30862" y="41760"/>
                        <a:pt x="32965" y="44171"/>
                      </a:cubicBezTo>
                      <a:cubicBezTo>
                        <a:pt x="36974" y="48676"/>
                        <a:pt x="39772" y="52491"/>
                        <a:pt x="41359" y="55618"/>
                      </a:cubicBezTo>
                      <a:cubicBezTo>
                        <a:pt x="42960" y="58745"/>
                        <a:pt x="43760" y="61818"/>
                        <a:pt x="43760" y="64839"/>
                      </a:cubicBezTo>
                      <a:cubicBezTo>
                        <a:pt x="43760" y="69768"/>
                        <a:pt x="42034" y="73782"/>
                        <a:pt x="38581" y="76883"/>
                      </a:cubicBezTo>
                      <a:cubicBezTo>
                        <a:pt x="35128" y="79996"/>
                        <a:pt x="30630" y="81553"/>
                        <a:pt x="25087" y="81553"/>
                      </a:cubicBezTo>
                      <a:cubicBezTo>
                        <a:pt x="21158" y="81553"/>
                        <a:pt x="17011" y="80871"/>
                        <a:pt x="12645" y="79506"/>
                      </a:cubicBezTo>
                      <a:cubicBezTo>
                        <a:pt x="8293" y="78141"/>
                        <a:pt x="3636" y="76068"/>
                        <a:pt x="-1325" y="73285"/>
                      </a:cubicBezTo>
                      <a:lnTo>
                        <a:pt x="-1325" y="85965"/>
                      </a:lnTo>
                      <a:cubicBezTo>
                        <a:pt x="3716" y="87992"/>
                        <a:pt x="8425" y="89522"/>
                        <a:pt x="12804" y="90556"/>
                      </a:cubicBezTo>
                      <a:cubicBezTo>
                        <a:pt x="17196" y="91589"/>
                        <a:pt x="21211" y="92106"/>
                        <a:pt x="24849" y="92106"/>
                      </a:cubicBezTo>
                      <a:cubicBezTo>
                        <a:pt x="34440" y="92106"/>
                        <a:pt x="42087" y="89701"/>
                        <a:pt x="47789" y="84892"/>
                      </a:cubicBezTo>
                      <a:cubicBezTo>
                        <a:pt x="53490" y="80096"/>
                        <a:pt x="56341" y="73683"/>
                        <a:pt x="56341" y="65654"/>
                      </a:cubicBezTo>
                      <a:cubicBezTo>
                        <a:pt x="56341" y="61838"/>
                        <a:pt x="55627" y="58221"/>
                        <a:pt x="54198" y="54803"/>
                      </a:cubicBezTo>
                      <a:cubicBezTo>
                        <a:pt x="52783" y="51398"/>
                        <a:pt x="50190" y="47377"/>
                        <a:pt x="46419" y="42740"/>
                      </a:cubicBezTo>
                      <a:cubicBezTo>
                        <a:pt x="45388" y="41534"/>
                        <a:pt x="42100" y="38063"/>
                        <a:pt x="36557" y="32326"/>
                      </a:cubicBezTo>
                      <a:cubicBezTo>
                        <a:pt x="31027" y="26589"/>
                        <a:pt x="23216" y="18567"/>
                        <a:pt x="13122" y="8260"/>
                      </a:cubicBezTo>
                      <a:close/>
                    </a:path>
                  </a:pathLst>
                </a:custGeom>
                <a:solidFill>
                  <a:srgbClr val="000000"/>
                </a:solidFill>
                <a:ln w="20" cap="flat">
                  <a:noFill/>
                  <a:prstDash val="solid"/>
                  <a:round/>
                </a:ln>
              </p:spPr>
              <p:txBody>
                <a:bodyPr rtlCol="0" anchor="ctr"/>
                <a:lstStyle/>
                <a:p>
                  <a:endParaRPr lang="en-US" sz="3200"/>
                </a:p>
              </p:txBody>
            </p:sp>
          </p:grpSp>
          <p:grpSp>
            <p:nvGrpSpPr>
              <p:cNvPr id="415" name="Graphic 1979">
                <a:extLst>
                  <a:ext uri="{FF2B5EF4-FFF2-40B4-BE49-F238E27FC236}">
                    <a16:creationId xmlns:a16="http://schemas.microsoft.com/office/drawing/2014/main" id="{56F102C6-7ECA-860F-E28E-1C08BD3F236D}"/>
                  </a:ext>
                </a:extLst>
              </p:cNvPr>
              <p:cNvGrpSpPr/>
              <p:nvPr/>
            </p:nvGrpSpPr>
            <p:grpSpPr>
              <a:xfrm>
                <a:off x="7529399" y="5882069"/>
                <a:ext cx="163492" cy="92729"/>
                <a:chOff x="7436799" y="6183012"/>
                <a:chExt cx="163492" cy="92729"/>
              </a:xfrm>
              <a:solidFill>
                <a:srgbClr val="000000"/>
              </a:solidFill>
            </p:grpSpPr>
            <p:sp>
              <p:nvSpPr>
                <p:cNvPr id="440" name="Freeform: Shape 439">
                  <a:extLst>
                    <a:ext uri="{FF2B5EF4-FFF2-40B4-BE49-F238E27FC236}">
                      <a16:creationId xmlns:a16="http://schemas.microsoft.com/office/drawing/2014/main" id="{5DCA13A0-FB4D-A215-0580-CB1239261C90}"/>
                    </a:ext>
                  </a:extLst>
                </p:cNvPr>
                <p:cNvSpPr/>
                <p:nvPr/>
              </p:nvSpPr>
              <p:spPr>
                <a:xfrm>
                  <a:off x="7555841" y="6227419"/>
                  <a:ext cx="44450" cy="12719"/>
                </a:xfrm>
                <a:custGeom>
                  <a:avLst/>
                  <a:gdLst>
                    <a:gd name="connsiteX0" fmla="*/ 44471 w 44450"/>
                    <a:gd name="connsiteY0" fmla="*/ 20 h 12719"/>
                    <a:gd name="connsiteX1" fmla="*/ 21 w 44450"/>
                    <a:gd name="connsiteY1" fmla="*/ 20 h 12719"/>
                  </a:gdLst>
                  <a:ahLst/>
                  <a:cxnLst>
                    <a:cxn ang="0">
                      <a:pos x="connsiteX0" y="connsiteY0"/>
                    </a:cxn>
                    <a:cxn ang="0">
                      <a:pos x="connsiteX1" y="connsiteY1"/>
                    </a:cxn>
                  </a:cxnLst>
                  <a:rect l="l" t="t" r="r" b="b"/>
                  <a:pathLst>
                    <a:path w="44450" h="12719">
                      <a:moveTo>
                        <a:pt x="44471" y="20"/>
                      </a:moveTo>
                      <a:lnTo>
                        <a:pt x="21" y="20"/>
                      </a:lnTo>
                    </a:path>
                  </a:pathLst>
                </a:custGeom>
                <a:solidFill>
                  <a:srgbClr val="000000"/>
                </a:solidFill>
                <a:ln w="10160" cap="flat">
                  <a:solidFill>
                    <a:srgbClr val="000000"/>
                  </a:solidFill>
                  <a:prstDash val="solid"/>
                  <a:round/>
                </a:ln>
              </p:spPr>
              <p:txBody>
                <a:bodyPr rtlCol="0" anchor="ctr"/>
                <a:lstStyle/>
                <a:p>
                  <a:endParaRPr lang="en-US" sz="3200"/>
                </a:p>
              </p:txBody>
            </p:sp>
            <p:sp>
              <p:nvSpPr>
                <p:cNvPr id="441" name="Freeform: Shape 440">
                  <a:extLst>
                    <a:ext uri="{FF2B5EF4-FFF2-40B4-BE49-F238E27FC236}">
                      <a16:creationId xmlns:a16="http://schemas.microsoft.com/office/drawing/2014/main" id="{CDDEBD54-F302-6AC3-AE72-BF240815865D}"/>
                    </a:ext>
                  </a:extLst>
                </p:cNvPr>
                <p:cNvSpPr/>
                <p:nvPr/>
              </p:nvSpPr>
              <p:spPr>
                <a:xfrm flipV="1">
                  <a:off x="7436799" y="6183012"/>
                  <a:ext cx="67468" cy="92729"/>
                </a:xfrm>
                <a:custGeom>
                  <a:avLst/>
                  <a:gdLst>
                    <a:gd name="connsiteX0" fmla="*/ 39788 w 67468"/>
                    <a:gd name="connsiteY0" fmla="*/ 79486 h 92729"/>
                    <a:gd name="connsiteX1" fmla="*/ 8157 w 67468"/>
                    <a:gd name="connsiteY1" fmla="*/ 29982 h 92729"/>
                    <a:gd name="connsiteX2" fmla="*/ 39788 w 67468"/>
                    <a:gd name="connsiteY2" fmla="*/ 29982 h 92729"/>
                    <a:gd name="connsiteX3" fmla="*/ 39788 w 67468"/>
                    <a:gd name="connsiteY3" fmla="*/ 79486 h 92729"/>
                    <a:gd name="connsiteX4" fmla="*/ 36494 w 67468"/>
                    <a:gd name="connsiteY4" fmla="*/ 90417 h 92729"/>
                    <a:gd name="connsiteX5" fmla="*/ 52250 w 67468"/>
                    <a:gd name="connsiteY5" fmla="*/ 90417 h 92729"/>
                    <a:gd name="connsiteX6" fmla="*/ 52250 w 67468"/>
                    <a:gd name="connsiteY6" fmla="*/ 29982 h 92729"/>
                    <a:gd name="connsiteX7" fmla="*/ 65466 w 67468"/>
                    <a:gd name="connsiteY7" fmla="*/ 29982 h 92729"/>
                    <a:gd name="connsiteX8" fmla="*/ 65466 w 67468"/>
                    <a:gd name="connsiteY8" fmla="*/ 19548 h 92729"/>
                    <a:gd name="connsiteX9" fmla="*/ 52250 w 67468"/>
                    <a:gd name="connsiteY9" fmla="*/ 19548 h 92729"/>
                    <a:gd name="connsiteX10" fmla="*/ 52250 w 67468"/>
                    <a:gd name="connsiteY10" fmla="*/ -2313 h 92729"/>
                    <a:gd name="connsiteX11" fmla="*/ 39788 w 67468"/>
                    <a:gd name="connsiteY11" fmla="*/ -2313 h 92729"/>
                    <a:gd name="connsiteX12" fmla="*/ 39788 w 67468"/>
                    <a:gd name="connsiteY12" fmla="*/ 19548 h 92729"/>
                    <a:gd name="connsiteX13" fmla="*/ -2003 w 67468"/>
                    <a:gd name="connsiteY13" fmla="*/ 19548 h 92729"/>
                    <a:gd name="connsiteX14" fmla="*/ -2003 w 67468"/>
                    <a:gd name="connsiteY14" fmla="*/ 31651 h 92729"/>
                    <a:gd name="connsiteX15" fmla="*/ 36494 w 67468"/>
                    <a:gd name="connsiteY15" fmla="*/ 90417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468" h="92729">
                      <a:moveTo>
                        <a:pt x="39788" y="79486"/>
                      </a:moveTo>
                      <a:lnTo>
                        <a:pt x="8157" y="29982"/>
                      </a:lnTo>
                      <a:lnTo>
                        <a:pt x="39788" y="29982"/>
                      </a:lnTo>
                      <a:lnTo>
                        <a:pt x="39788" y="79486"/>
                      </a:lnTo>
                      <a:close/>
                      <a:moveTo>
                        <a:pt x="36494" y="90417"/>
                      </a:moveTo>
                      <a:lnTo>
                        <a:pt x="52250" y="90417"/>
                      </a:lnTo>
                      <a:lnTo>
                        <a:pt x="52250" y="29982"/>
                      </a:lnTo>
                      <a:lnTo>
                        <a:pt x="65466" y="29982"/>
                      </a:lnTo>
                      <a:lnTo>
                        <a:pt x="65466" y="19548"/>
                      </a:lnTo>
                      <a:lnTo>
                        <a:pt x="52250" y="19548"/>
                      </a:lnTo>
                      <a:lnTo>
                        <a:pt x="52250" y="-2313"/>
                      </a:lnTo>
                      <a:lnTo>
                        <a:pt x="39788" y="-2313"/>
                      </a:lnTo>
                      <a:lnTo>
                        <a:pt x="39788" y="19548"/>
                      </a:lnTo>
                      <a:lnTo>
                        <a:pt x="-2003" y="19548"/>
                      </a:lnTo>
                      <a:lnTo>
                        <a:pt x="-2003" y="31651"/>
                      </a:lnTo>
                      <a:lnTo>
                        <a:pt x="36494" y="90417"/>
                      </a:lnTo>
                      <a:close/>
                    </a:path>
                  </a:pathLst>
                </a:custGeom>
                <a:solidFill>
                  <a:srgbClr val="000000"/>
                </a:solidFill>
                <a:ln w="20" cap="flat">
                  <a:noFill/>
                  <a:prstDash val="solid"/>
                  <a:round/>
                </a:ln>
              </p:spPr>
              <p:txBody>
                <a:bodyPr rtlCol="0" anchor="ctr"/>
                <a:lstStyle/>
                <a:p>
                  <a:endParaRPr lang="en-US" sz="3200"/>
                </a:p>
              </p:txBody>
            </p:sp>
          </p:grpSp>
          <p:sp>
            <p:nvSpPr>
              <p:cNvPr id="416" name="Freeform: Shape 415">
                <a:extLst>
                  <a:ext uri="{FF2B5EF4-FFF2-40B4-BE49-F238E27FC236}">
                    <a16:creationId xmlns:a16="http://schemas.microsoft.com/office/drawing/2014/main" id="{FE64541F-0C74-8B45-159B-02E26977042C}"/>
                  </a:ext>
                </a:extLst>
              </p:cNvPr>
              <p:cNvSpPr/>
              <p:nvPr/>
            </p:nvSpPr>
            <p:spPr>
              <a:xfrm>
                <a:off x="8256878" y="5761855"/>
                <a:ext cx="12700" cy="1728513"/>
              </a:xfrm>
              <a:custGeom>
                <a:avLst/>
                <a:gdLst>
                  <a:gd name="connsiteX0" fmla="*/ 0 w 12700"/>
                  <a:gd name="connsiteY0" fmla="*/ 1728514 h 1728513"/>
                  <a:gd name="connsiteX1" fmla="*/ 0 w 12700"/>
                  <a:gd name="connsiteY1" fmla="*/ 0 h 1728513"/>
                </a:gdLst>
                <a:ahLst/>
                <a:cxnLst>
                  <a:cxn ang="0">
                    <a:pos x="connsiteX0" y="connsiteY0"/>
                  </a:cxn>
                  <a:cxn ang="0">
                    <a:pos x="connsiteX1" y="connsiteY1"/>
                  </a:cxn>
                </a:cxnLst>
                <a:rect l="l" t="t" r="r" b="b"/>
                <a:pathLst>
                  <a:path w="12700" h="1728513">
                    <a:moveTo>
                      <a:pt x="0" y="1728514"/>
                    </a:moveTo>
                    <a:lnTo>
                      <a:pt x="0" y="0"/>
                    </a:lnTo>
                  </a:path>
                </a:pathLst>
              </a:custGeom>
              <a:noFill/>
              <a:ln w="19050" cap="flat">
                <a:solidFill>
                  <a:srgbClr val="31A354"/>
                </a:solidFill>
                <a:custDash>
                  <a:ds d="416250" sp="180000"/>
                </a:custDash>
                <a:round/>
              </a:ln>
            </p:spPr>
            <p:txBody>
              <a:bodyPr rtlCol="0" anchor="ctr"/>
              <a:lstStyle/>
              <a:p>
                <a:endParaRPr lang="en-US" sz="3200"/>
              </a:p>
            </p:txBody>
          </p:sp>
          <p:sp>
            <p:nvSpPr>
              <p:cNvPr id="417" name="Freeform: Shape 416">
                <a:extLst>
                  <a:ext uri="{FF2B5EF4-FFF2-40B4-BE49-F238E27FC236}">
                    <a16:creationId xmlns:a16="http://schemas.microsoft.com/office/drawing/2014/main" id="{306078AC-4D75-9418-5FA8-DB5C967104A6}"/>
                  </a:ext>
                </a:extLst>
              </p:cNvPr>
              <p:cNvSpPr/>
              <p:nvPr/>
            </p:nvSpPr>
            <p:spPr>
              <a:xfrm>
                <a:off x="8978963" y="5761855"/>
                <a:ext cx="12700" cy="1728513"/>
              </a:xfrm>
              <a:custGeom>
                <a:avLst/>
                <a:gdLst>
                  <a:gd name="connsiteX0" fmla="*/ 0 w 12700"/>
                  <a:gd name="connsiteY0" fmla="*/ 1728514 h 1728513"/>
                  <a:gd name="connsiteX1" fmla="*/ 0 w 12700"/>
                  <a:gd name="connsiteY1" fmla="*/ 0 h 1728513"/>
                </a:gdLst>
                <a:ahLst/>
                <a:cxnLst>
                  <a:cxn ang="0">
                    <a:pos x="connsiteX0" y="connsiteY0"/>
                  </a:cxn>
                  <a:cxn ang="0">
                    <a:pos x="connsiteX1" y="connsiteY1"/>
                  </a:cxn>
                </a:cxnLst>
                <a:rect l="l" t="t" r="r" b="b"/>
                <a:pathLst>
                  <a:path w="12700" h="1728513">
                    <a:moveTo>
                      <a:pt x="0" y="1728514"/>
                    </a:moveTo>
                    <a:lnTo>
                      <a:pt x="0" y="0"/>
                    </a:lnTo>
                  </a:path>
                </a:pathLst>
              </a:custGeom>
              <a:noFill/>
              <a:ln w="19050" cap="flat">
                <a:solidFill>
                  <a:srgbClr val="FEB24C"/>
                </a:solidFill>
                <a:custDash>
                  <a:ds d="416250" sp="180000"/>
                </a:custDash>
                <a:round/>
              </a:ln>
            </p:spPr>
            <p:txBody>
              <a:bodyPr rtlCol="0" anchor="ctr"/>
              <a:lstStyle/>
              <a:p>
                <a:endParaRPr lang="en-US" sz="3200"/>
              </a:p>
            </p:txBody>
          </p:sp>
          <p:sp>
            <p:nvSpPr>
              <p:cNvPr id="418" name="Freeform: Shape 417">
                <a:extLst>
                  <a:ext uri="{FF2B5EF4-FFF2-40B4-BE49-F238E27FC236}">
                    <a16:creationId xmlns:a16="http://schemas.microsoft.com/office/drawing/2014/main" id="{522F0E77-C770-1FF4-22CD-FDCBE70694F4}"/>
                  </a:ext>
                </a:extLst>
              </p:cNvPr>
              <p:cNvSpPr/>
              <p:nvPr/>
            </p:nvSpPr>
            <p:spPr>
              <a:xfrm>
                <a:off x="7692891" y="5761855"/>
                <a:ext cx="12700" cy="1728513"/>
              </a:xfrm>
              <a:custGeom>
                <a:avLst/>
                <a:gdLst>
                  <a:gd name="connsiteX0" fmla="*/ 0 w 12700"/>
                  <a:gd name="connsiteY0" fmla="*/ 1728514 h 1728513"/>
                  <a:gd name="connsiteX1" fmla="*/ 0 w 12700"/>
                  <a:gd name="connsiteY1" fmla="*/ 0 h 1728513"/>
                </a:gdLst>
                <a:ahLst/>
                <a:cxnLst>
                  <a:cxn ang="0">
                    <a:pos x="connsiteX0" y="connsiteY0"/>
                  </a:cxn>
                  <a:cxn ang="0">
                    <a:pos x="connsiteX1" y="connsiteY1"/>
                  </a:cxn>
                </a:cxnLst>
                <a:rect l="l" t="t" r="r" b="b"/>
                <a:pathLst>
                  <a:path w="12700" h="1728513">
                    <a:moveTo>
                      <a:pt x="0" y="1728514"/>
                    </a:moveTo>
                    <a:lnTo>
                      <a:pt x="0" y="0"/>
                    </a:lnTo>
                  </a:path>
                </a:pathLst>
              </a:custGeom>
              <a:noFill/>
              <a:ln w="10160" cap="sq">
                <a:solidFill>
                  <a:srgbClr val="000000"/>
                </a:solidFill>
                <a:prstDash val="solid"/>
                <a:miter/>
              </a:ln>
            </p:spPr>
            <p:txBody>
              <a:bodyPr rtlCol="0" anchor="ctr"/>
              <a:lstStyle/>
              <a:p>
                <a:endParaRPr lang="en-US" sz="3200"/>
              </a:p>
            </p:txBody>
          </p:sp>
          <p:sp>
            <p:nvSpPr>
              <p:cNvPr id="419" name="Freeform: Shape 418">
                <a:extLst>
                  <a:ext uri="{FF2B5EF4-FFF2-40B4-BE49-F238E27FC236}">
                    <a16:creationId xmlns:a16="http://schemas.microsoft.com/office/drawing/2014/main" id="{4AE7DFB6-F3FF-72AD-BFA7-3E160D74828C}"/>
                  </a:ext>
                </a:extLst>
              </p:cNvPr>
              <p:cNvSpPr/>
              <p:nvPr/>
            </p:nvSpPr>
            <p:spPr>
              <a:xfrm>
                <a:off x="7692891" y="7490369"/>
                <a:ext cx="2125973" cy="12719"/>
              </a:xfrm>
              <a:custGeom>
                <a:avLst/>
                <a:gdLst>
                  <a:gd name="connsiteX0" fmla="*/ 0 w 2125973"/>
                  <a:gd name="connsiteY0" fmla="*/ 0 h 12719"/>
                  <a:gd name="connsiteX1" fmla="*/ 2125974 w 2125973"/>
                  <a:gd name="connsiteY1" fmla="*/ 0 h 12719"/>
                </a:gdLst>
                <a:ahLst/>
                <a:cxnLst>
                  <a:cxn ang="0">
                    <a:pos x="connsiteX0" y="connsiteY0"/>
                  </a:cxn>
                  <a:cxn ang="0">
                    <a:pos x="connsiteX1" y="connsiteY1"/>
                  </a:cxn>
                </a:cxnLst>
                <a:rect l="l" t="t" r="r" b="b"/>
                <a:pathLst>
                  <a:path w="2125973" h="12719">
                    <a:moveTo>
                      <a:pt x="0" y="0"/>
                    </a:moveTo>
                    <a:lnTo>
                      <a:pt x="2125974" y="0"/>
                    </a:lnTo>
                  </a:path>
                </a:pathLst>
              </a:custGeom>
              <a:noFill/>
              <a:ln w="10160" cap="sq">
                <a:solidFill>
                  <a:srgbClr val="000000"/>
                </a:solidFill>
                <a:prstDash val="solid"/>
                <a:miter/>
              </a:ln>
            </p:spPr>
            <p:txBody>
              <a:bodyPr rtlCol="0" anchor="ctr"/>
              <a:lstStyle/>
              <a:p>
                <a:endParaRPr lang="en-US" sz="3200"/>
              </a:p>
            </p:txBody>
          </p:sp>
          <p:grpSp>
            <p:nvGrpSpPr>
              <p:cNvPr id="420" name="Graphic 1979">
                <a:extLst>
                  <a:ext uri="{FF2B5EF4-FFF2-40B4-BE49-F238E27FC236}">
                    <a16:creationId xmlns:a16="http://schemas.microsoft.com/office/drawing/2014/main" id="{C00CA404-2508-3A74-F719-DB2A2F254972}"/>
                  </a:ext>
                </a:extLst>
              </p:cNvPr>
              <p:cNvGrpSpPr/>
              <p:nvPr/>
            </p:nvGrpSpPr>
            <p:grpSpPr>
              <a:xfrm>
                <a:off x="8705596" y="5825450"/>
                <a:ext cx="1049769" cy="411540"/>
                <a:chOff x="8612996" y="6126393"/>
                <a:chExt cx="1049769" cy="411540"/>
              </a:xfrm>
            </p:grpSpPr>
            <p:sp>
              <p:nvSpPr>
                <p:cNvPr id="421" name="Freeform: Shape 420">
                  <a:extLst>
                    <a:ext uri="{FF2B5EF4-FFF2-40B4-BE49-F238E27FC236}">
                      <a16:creationId xmlns:a16="http://schemas.microsoft.com/office/drawing/2014/main" id="{90EBD1D4-9069-C114-91A2-04E90D3777D4}"/>
                    </a:ext>
                  </a:extLst>
                </p:cNvPr>
                <p:cNvSpPr/>
                <p:nvPr/>
              </p:nvSpPr>
              <p:spPr>
                <a:xfrm>
                  <a:off x="8612996" y="6126393"/>
                  <a:ext cx="1049769" cy="411540"/>
                </a:xfrm>
                <a:custGeom>
                  <a:avLst/>
                  <a:gdLst>
                    <a:gd name="connsiteX0" fmla="*/ 25400 w 1049769"/>
                    <a:gd name="connsiteY0" fmla="*/ 411540 h 411540"/>
                    <a:gd name="connsiteX1" fmla="*/ 1024369 w 1049769"/>
                    <a:gd name="connsiteY1" fmla="*/ 411540 h 411540"/>
                    <a:gd name="connsiteX2" fmla="*/ 1049769 w 1049769"/>
                    <a:gd name="connsiteY2" fmla="*/ 386102 h 411540"/>
                    <a:gd name="connsiteX3" fmla="*/ 1049769 w 1049769"/>
                    <a:gd name="connsiteY3" fmla="*/ 25438 h 411540"/>
                    <a:gd name="connsiteX4" fmla="*/ 1024369 w 1049769"/>
                    <a:gd name="connsiteY4" fmla="*/ 0 h 411540"/>
                    <a:gd name="connsiteX5" fmla="*/ 25400 w 1049769"/>
                    <a:gd name="connsiteY5" fmla="*/ 0 h 411540"/>
                    <a:gd name="connsiteX6" fmla="*/ 0 w 1049769"/>
                    <a:gd name="connsiteY6" fmla="*/ 25438 h 411540"/>
                    <a:gd name="connsiteX7" fmla="*/ 0 w 1049769"/>
                    <a:gd name="connsiteY7" fmla="*/ 386102 h 411540"/>
                    <a:gd name="connsiteX8" fmla="*/ 25400 w 1049769"/>
                    <a:gd name="connsiteY8" fmla="*/ 411540 h 411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9769" h="411540">
                      <a:moveTo>
                        <a:pt x="25400" y="411540"/>
                      </a:moveTo>
                      <a:lnTo>
                        <a:pt x="1024369" y="411540"/>
                      </a:lnTo>
                      <a:cubicBezTo>
                        <a:pt x="1041311" y="411540"/>
                        <a:pt x="1049769" y="403060"/>
                        <a:pt x="1049769" y="386102"/>
                      </a:cubicBezTo>
                      <a:lnTo>
                        <a:pt x="1049769" y="25438"/>
                      </a:lnTo>
                      <a:cubicBezTo>
                        <a:pt x="1049769" y="8480"/>
                        <a:pt x="1041311" y="0"/>
                        <a:pt x="1024369" y="0"/>
                      </a:cubicBezTo>
                      <a:lnTo>
                        <a:pt x="25400" y="0"/>
                      </a:lnTo>
                      <a:cubicBezTo>
                        <a:pt x="8471" y="0"/>
                        <a:pt x="0" y="8480"/>
                        <a:pt x="0" y="25438"/>
                      </a:cubicBezTo>
                      <a:lnTo>
                        <a:pt x="0" y="386102"/>
                      </a:lnTo>
                      <a:cubicBezTo>
                        <a:pt x="0" y="403060"/>
                        <a:pt x="8471" y="411540"/>
                        <a:pt x="25400" y="411540"/>
                      </a:cubicBezTo>
                      <a:close/>
                    </a:path>
                  </a:pathLst>
                </a:custGeom>
                <a:solidFill>
                  <a:srgbClr val="FFFFFF">
                    <a:alpha val="80000"/>
                  </a:srgbClr>
                </a:solidFill>
                <a:ln w="12700" cap="flat">
                  <a:solidFill>
                    <a:srgbClr val="CCCCCC">
                      <a:alpha val="80000"/>
                    </a:srgbClr>
                  </a:solidFill>
                  <a:prstDash val="solid"/>
                  <a:miter/>
                </a:ln>
              </p:spPr>
              <p:txBody>
                <a:bodyPr rtlCol="0" anchor="ctr"/>
                <a:lstStyle/>
                <a:p>
                  <a:endParaRPr lang="en-US" sz="3200"/>
                </a:p>
              </p:txBody>
            </p:sp>
            <p:sp>
              <p:nvSpPr>
                <p:cNvPr id="422" name="Freeform: Shape 421">
                  <a:extLst>
                    <a:ext uri="{FF2B5EF4-FFF2-40B4-BE49-F238E27FC236}">
                      <a16:creationId xmlns:a16="http://schemas.microsoft.com/office/drawing/2014/main" id="{56B42A67-7EDC-D2BF-ADA4-4BE434A21BA4}"/>
                    </a:ext>
                  </a:extLst>
                </p:cNvPr>
                <p:cNvSpPr/>
                <p:nvPr/>
              </p:nvSpPr>
              <p:spPr>
                <a:xfrm>
                  <a:off x="8663796" y="6184881"/>
                  <a:ext cx="254000" cy="89033"/>
                </a:xfrm>
                <a:custGeom>
                  <a:avLst/>
                  <a:gdLst>
                    <a:gd name="connsiteX0" fmla="*/ 0 w 254000"/>
                    <a:gd name="connsiteY0" fmla="*/ 89033 h 89033"/>
                    <a:gd name="connsiteX1" fmla="*/ 254000 w 254000"/>
                    <a:gd name="connsiteY1" fmla="*/ 89033 h 89033"/>
                    <a:gd name="connsiteX2" fmla="*/ 254000 w 254000"/>
                    <a:gd name="connsiteY2" fmla="*/ 0 h 89033"/>
                    <a:gd name="connsiteX3" fmla="*/ 0 w 254000"/>
                    <a:gd name="connsiteY3" fmla="*/ 0 h 89033"/>
                  </a:gdLst>
                  <a:ahLst/>
                  <a:cxnLst>
                    <a:cxn ang="0">
                      <a:pos x="connsiteX0" y="connsiteY0"/>
                    </a:cxn>
                    <a:cxn ang="0">
                      <a:pos x="connsiteX1" y="connsiteY1"/>
                    </a:cxn>
                    <a:cxn ang="0">
                      <a:pos x="connsiteX2" y="connsiteY2"/>
                    </a:cxn>
                    <a:cxn ang="0">
                      <a:pos x="connsiteX3" y="connsiteY3"/>
                    </a:cxn>
                  </a:cxnLst>
                  <a:rect l="l" t="t" r="r" b="b"/>
                  <a:pathLst>
                    <a:path w="254000" h="89033">
                      <a:moveTo>
                        <a:pt x="0" y="89033"/>
                      </a:moveTo>
                      <a:lnTo>
                        <a:pt x="254000" y="89033"/>
                      </a:lnTo>
                      <a:lnTo>
                        <a:pt x="254000" y="0"/>
                      </a:lnTo>
                      <a:lnTo>
                        <a:pt x="0" y="0"/>
                      </a:lnTo>
                      <a:close/>
                    </a:path>
                  </a:pathLst>
                </a:custGeom>
                <a:solidFill>
                  <a:srgbClr val="31A354">
                    <a:alpha val="50000"/>
                  </a:srgbClr>
                </a:solidFill>
                <a:ln w="6350" cap="flat">
                  <a:solidFill>
                    <a:srgbClr val="000000">
                      <a:alpha val="50000"/>
                    </a:srgbClr>
                  </a:solidFill>
                  <a:prstDash val="solid"/>
                  <a:miter/>
                </a:ln>
              </p:spPr>
              <p:txBody>
                <a:bodyPr rtlCol="0" anchor="ctr"/>
                <a:lstStyle/>
                <a:p>
                  <a:endParaRPr lang="en-US" sz="3200"/>
                </a:p>
              </p:txBody>
            </p:sp>
            <p:grpSp>
              <p:nvGrpSpPr>
                <p:cNvPr id="423" name="Graphic 1979">
                  <a:extLst>
                    <a:ext uri="{FF2B5EF4-FFF2-40B4-BE49-F238E27FC236}">
                      <a16:creationId xmlns:a16="http://schemas.microsoft.com/office/drawing/2014/main" id="{BF3115C2-4559-CB41-6BBD-E8EAF46FB61F}"/>
                    </a:ext>
                  </a:extLst>
                </p:cNvPr>
                <p:cNvGrpSpPr/>
                <p:nvPr/>
              </p:nvGrpSpPr>
              <p:grpSpPr>
                <a:xfrm>
                  <a:off x="9031857" y="6177269"/>
                  <a:ext cx="568520" cy="123096"/>
                  <a:chOff x="9031857" y="6177269"/>
                  <a:chExt cx="568520" cy="123096"/>
                </a:xfrm>
                <a:solidFill>
                  <a:srgbClr val="000000"/>
                </a:solidFill>
              </p:grpSpPr>
              <p:sp>
                <p:nvSpPr>
                  <p:cNvPr id="432" name="Freeform: Shape 431">
                    <a:extLst>
                      <a:ext uri="{FF2B5EF4-FFF2-40B4-BE49-F238E27FC236}">
                        <a16:creationId xmlns:a16="http://schemas.microsoft.com/office/drawing/2014/main" id="{B7286A1B-018F-DEF3-39F0-E6FAF4EACBCD}"/>
                      </a:ext>
                    </a:extLst>
                  </p:cNvPr>
                  <p:cNvSpPr/>
                  <p:nvPr/>
                </p:nvSpPr>
                <p:spPr>
                  <a:xfrm flipV="1">
                    <a:off x="9031857" y="6181184"/>
                    <a:ext cx="59650" cy="92729"/>
                  </a:xfrm>
                  <a:custGeom>
                    <a:avLst/>
                    <a:gdLst>
                      <a:gd name="connsiteX0" fmla="*/ -1995 w 59650"/>
                      <a:gd name="connsiteY0" fmla="*/ 90417 h 92729"/>
                      <a:gd name="connsiteX1" fmla="*/ 56544 w 59650"/>
                      <a:gd name="connsiteY1" fmla="*/ 90417 h 92729"/>
                      <a:gd name="connsiteX2" fmla="*/ 56544 w 59650"/>
                      <a:gd name="connsiteY2" fmla="*/ 79844 h 92729"/>
                      <a:gd name="connsiteX3" fmla="*/ 10526 w 59650"/>
                      <a:gd name="connsiteY3" fmla="*/ 79844 h 92729"/>
                      <a:gd name="connsiteX4" fmla="*/ 10526 w 59650"/>
                      <a:gd name="connsiteY4" fmla="*/ 52399 h 92729"/>
                      <a:gd name="connsiteX5" fmla="*/ 54619 w 59650"/>
                      <a:gd name="connsiteY5" fmla="*/ 52399 h 92729"/>
                      <a:gd name="connsiteX6" fmla="*/ 54619 w 59650"/>
                      <a:gd name="connsiteY6" fmla="*/ 41846 h 92729"/>
                      <a:gd name="connsiteX7" fmla="*/ 10526 w 59650"/>
                      <a:gd name="connsiteY7" fmla="*/ 41846 h 92729"/>
                      <a:gd name="connsiteX8" fmla="*/ 10526 w 59650"/>
                      <a:gd name="connsiteY8" fmla="*/ 8240 h 92729"/>
                      <a:gd name="connsiteX9" fmla="*/ 57655 w 59650"/>
                      <a:gd name="connsiteY9" fmla="*/ 8240 h 92729"/>
                      <a:gd name="connsiteX10" fmla="*/ 57655 w 59650"/>
                      <a:gd name="connsiteY10" fmla="*/ -2313 h 92729"/>
                      <a:gd name="connsiteX11" fmla="*/ -1995 w 59650"/>
                      <a:gd name="connsiteY11" fmla="*/ -2313 h 92729"/>
                      <a:gd name="connsiteX12" fmla="*/ -1995 w 59650"/>
                      <a:gd name="connsiteY12" fmla="*/ 90417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50" h="92729">
                        <a:moveTo>
                          <a:pt x="-1995" y="90417"/>
                        </a:moveTo>
                        <a:lnTo>
                          <a:pt x="56544" y="90417"/>
                        </a:lnTo>
                        <a:lnTo>
                          <a:pt x="56544" y="79844"/>
                        </a:lnTo>
                        <a:lnTo>
                          <a:pt x="10526" y="79844"/>
                        </a:lnTo>
                        <a:lnTo>
                          <a:pt x="10526" y="52399"/>
                        </a:lnTo>
                        <a:lnTo>
                          <a:pt x="54619" y="52399"/>
                        </a:lnTo>
                        <a:lnTo>
                          <a:pt x="54619" y="41846"/>
                        </a:lnTo>
                        <a:lnTo>
                          <a:pt x="10526" y="41846"/>
                        </a:lnTo>
                        <a:lnTo>
                          <a:pt x="10526" y="8240"/>
                        </a:lnTo>
                        <a:lnTo>
                          <a:pt x="57655" y="8240"/>
                        </a:lnTo>
                        <a:lnTo>
                          <a:pt x="57655" y="-2313"/>
                        </a:lnTo>
                        <a:lnTo>
                          <a:pt x="-1995" y="-2313"/>
                        </a:lnTo>
                        <a:lnTo>
                          <a:pt x="-1995" y="90417"/>
                        </a:lnTo>
                        <a:close/>
                      </a:path>
                    </a:pathLst>
                  </a:custGeom>
                  <a:solidFill>
                    <a:srgbClr val="000000"/>
                  </a:solidFill>
                  <a:ln w="20" cap="flat">
                    <a:noFill/>
                    <a:prstDash val="solid"/>
                    <a:round/>
                  </a:ln>
                </p:spPr>
                <p:txBody>
                  <a:bodyPr rtlCol="0" anchor="ctr"/>
                  <a:lstStyle/>
                  <a:p>
                    <a:endParaRPr lang="en-US" sz="3200"/>
                  </a:p>
                </p:txBody>
              </p:sp>
              <p:sp>
                <p:nvSpPr>
                  <p:cNvPr id="433" name="Freeform: Shape 432">
                    <a:extLst>
                      <a:ext uri="{FF2B5EF4-FFF2-40B4-BE49-F238E27FC236}">
                        <a16:creationId xmlns:a16="http://schemas.microsoft.com/office/drawing/2014/main" id="{05FCF0B6-8D55-D4B8-CA73-3F69FA8CBB30}"/>
                      </a:ext>
                    </a:extLst>
                  </p:cNvPr>
                  <p:cNvSpPr/>
                  <p:nvPr/>
                </p:nvSpPr>
                <p:spPr>
                  <a:xfrm flipV="1">
                    <a:off x="9103290" y="6204357"/>
                    <a:ext cx="67349" cy="69557"/>
                  </a:xfrm>
                  <a:custGeom>
                    <a:avLst/>
                    <a:gdLst>
                      <a:gd name="connsiteX0" fmla="*/ 64320 w 67349"/>
                      <a:gd name="connsiteY0" fmla="*/ 67828 h 69557"/>
                      <a:gd name="connsiteX1" fmla="*/ 39198 w 67349"/>
                      <a:gd name="connsiteY1" fmla="*/ 33984 h 69557"/>
                      <a:gd name="connsiteX2" fmla="*/ 65610 w 67349"/>
                      <a:gd name="connsiteY2" fmla="*/ -1729 h 69557"/>
                      <a:gd name="connsiteX3" fmla="*/ 52156 w 67349"/>
                      <a:gd name="connsiteY3" fmla="*/ -1729 h 69557"/>
                      <a:gd name="connsiteX4" fmla="*/ 31935 w 67349"/>
                      <a:gd name="connsiteY4" fmla="*/ 25597 h 69557"/>
                      <a:gd name="connsiteX5" fmla="*/ 11734 w 67349"/>
                      <a:gd name="connsiteY5" fmla="*/ -1729 h 69557"/>
                      <a:gd name="connsiteX6" fmla="*/ -1739 w 67349"/>
                      <a:gd name="connsiteY6" fmla="*/ -1729 h 69557"/>
                      <a:gd name="connsiteX7" fmla="*/ 25248 w 67349"/>
                      <a:gd name="connsiteY7" fmla="*/ 34659 h 69557"/>
                      <a:gd name="connsiteX8" fmla="*/ 562 w 67349"/>
                      <a:gd name="connsiteY8" fmla="*/ 67828 h 69557"/>
                      <a:gd name="connsiteX9" fmla="*/ 14016 w 67349"/>
                      <a:gd name="connsiteY9" fmla="*/ 67828 h 69557"/>
                      <a:gd name="connsiteX10" fmla="*/ 32431 w 67349"/>
                      <a:gd name="connsiteY10" fmla="*/ 43046 h 69557"/>
                      <a:gd name="connsiteX11" fmla="*/ 50846 w 67349"/>
                      <a:gd name="connsiteY11" fmla="*/ 67828 h 69557"/>
                      <a:gd name="connsiteX12" fmla="*/ 64320 w 67349"/>
                      <a:gd name="connsiteY12" fmla="*/ 67828 h 6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349" h="69557">
                        <a:moveTo>
                          <a:pt x="64320" y="67828"/>
                        </a:moveTo>
                        <a:lnTo>
                          <a:pt x="39198" y="33984"/>
                        </a:lnTo>
                        <a:lnTo>
                          <a:pt x="65610" y="-1729"/>
                        </a:lnTo>
                        <a:lnTo>
                          <a:pt x="52156" y="-1729"/>
                        </a:lnTo>
                        <a:lnTo>
                          <a:pt x="31935" y="25597"/>
                        </a:lnTo>
                        <a:lnTo>
                          <a:pt x="11734" y="-1729"/>
                        </a:lnTo>
                        <a:lnTo>
                          <a:pt x="-1739" y="-1729"/>
                        </a:lnTo>
                        <a:lnTo>
                          <a:pt x="25248" y="34659"/>
                        </a:lnTo>
                        <a:lnTo>
                          <a:pt x="562" y="67828"/>
                        </a:lnTo>
                        <a:lnTo>
                          <a:pt x="14016" y="67828"/>
                        </a:lnTo>
                        <a:lnTo>
                          <a:pt x="32431" y="43046"/>
                        </a:lnTo>
                        <a:lnTo>
                          <a:pt x="50846" y="67828"/>
                        </a:lnTo>
                        <a:lnTo>
                          <a:pt x="64320" y="67828"/>
                        </a:lnTo>
                        <a:close/>
                      </a:path>
                    </a:pathLst>
                  </a:custGeom>
                  <a:solidFill>
                    <a:srgbClr val="000000"/>
                  </a:solidFill>
                  <a:ln w="20" cap="flat">
                    <a:noFill/>
                    <a:prstDash val="solid"/>
                    <a:round/>
                  </a:ln>
                </p:spPr>
                <p:txBody>
                  <a:bodyPr rtlCol="0" anchor="ctr"/>
                  <a:lstStyle/>
                  <a:p>
                    <a:endParaRPr lang="en-US" sz="3200"/>
                  </a:p>
                </p:txBody>
              </p:sp>
              <p:sp>
                <p:nvSpPr>
                  <p:cNvPr id="434" name="Freeform: Shape 433">
                    <a:extLst>
                      <a:ext uri="{FF2B5EF4-FFF2-40B4-BE49-F238E27FC236}">
                        <a16:creationId xmlns:a16="http://schemas.microsoft.com/office/drawing/2014/main" id="{ADE193CE-54C6-3908-8542-E77987E2FA59}"/>
                      </a:ext>
                    </a:extLst>
                  </p:cNvPr>
                  <p:cNvSpPr/>
                  <p:nvPr/>
                </p:nvSpPr>
                <p:spPr>
                  <a:xfrm flipV="1">
                    <a:off x="9186326" y="6202687"/>
                    <a:ext cx="62150" cy="97678"/>
                  </a:xfrm>
                  <a:custGeom>
                    <a:avLst/>
                    <a:gdLst>
                      <a:gd name="connsiteX0" fmla="*/ 9471 w 62150"/>
                      <a:gd name="connsiteY0" fmla="*/ 35781 h 97678"/>
                      <a:gd name="connsiteX1" fmla="*/ 9471 w 62150"/>
                      <a:gd name="connsiteY1" fmla="*/ -1104 h 97678"/>
                      <a:gd name="connsiteX2" fmla="*/ -1999 w 62150"/>
                      <a:gd name="connsiteY2" fmla="*/ -1104 h 97678"/>
                      <a:gd name="connsiteX3" fmla="*/ -1999 w 62150"/>
                      <a:gd name="connsiteY3" fmla="*/ 94904 h 97678"/>
                      <a:gd name="connsiteX4" fmla="*/ 9471 w 62150"/>
                      <a:gd name="connsiteY4" fmla="*/ 94904 h 97678"/>
                      <a:gd name="connsiteX5" fmla="*/ 9471 w 62150"/>
                      <a:gd name="connsiteY5" fmla="*/ 84351 h 97678"/>
                      <a:gd name="connsiteX6" fmla="*/ 18559 w 62150"/>
                      <a:gd name="connsiteY6" fmla="*/ 93553 h 97678"/>
                      <a:gd name="connsiteX7" fmla="*/ 31676 w 62150"/>
                      <a:gd name="connsiteY7" fmla="*/ 96574 h 97678"/>
                      <a:gd name="connsiteX8" fmla="*/ 52234 w 62150"/>
                      <a:gd name="connsiteY8" fmla="*/ 86518 h 97678"/>
                      <a:gd name="connsiteX9" fmla="*/ 60152 w 62150"/>
                      <a:gd name="connsiteY9" fmla="*/ 60066 h 97678"/>
                      <a:gd name="connsiteX10" fmla="*/ 52234 w 62150"/>
                      <a:gd name="connsiteY10" fmla="*/ 33595 h 97678"/>
                      <a:gd name="connsiteX11" fmla="*/ 31676 w 62150"/>
                      <a:gd name="connsiteY11" fmla="*/ 23539 h 97678"/>
                      <a:gd name="connsiteX12" fmla="*/ 18559 w 62150"/>
                      <a:gd name="connsiteY12" fmla="*/ 26559 h 97678"/>
                      <a:gd name="connsiteX13" fmla="*/ 9471 w 62150"/>
                      <a:gd name="connsiteY13" fmla="*/ 35781 h 97678"/>
                      <a:gd name="connsiteX14" fmla="*/ 48305 w 62150"/>
                      <a:gd name="connsiteY14" fmla="*/ 60066 h 97678"/>
                      <a:gd name="connsiteX15" fmla="*/ 43126 w 62150"/>
                      <a:gd name="connsiteY15" fmla="*/ 79840 h 97678"/>
                      <a:gd name="connsiteX16" fmla="*/ 28898 w 62150"/>
                      <a:gd name="connsiteY16" fmla="*/ 87014 h 97678"/>
                      <a:gd name="connsiteX17" fmla="*/ 14650 w 62150"/>
                      <a:gd name="connsiteY17" fmla="*/ 79840 h 97678"/>
                      <a:gd name="connsiteX18" fmla="*/ 9471 w 62150"/>
                      <a:gd name="connsiteY18" fmla="*/ 60066 h 97678"/>
                      <a:gd name="connsiteX19" fmla="*/ 14650 w 62150"/>
                      <a:gd name="connsiteY19" fmla="*/ 40292 h 97678"/>
                      <a:gd name="connsiteX20" fmla="*/ 28898 w 62150"/>
                      <a:gd name="connsiteY20" fmla="*/ 33118 h 97678"/>
                      <a:gd name="connsiteX21" fmla="*/ 43126 w 62150"/>
                      <a:gd name="connsiteY21" fmla="*/ 40292 h 97678"/>
                      <a:gd name="connsiteX22" fmla="*/ 48305 w 62150"/>
                      <a:gd name="connsiteY22" fmla="*/ 60066 h 9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2150" h="97678">
                        <a:moveTo>
                          <a:pt x="9471" y="35781"/>
                        </a:moveTo>
                        <a:lnTo>
                          <a:pt x="9471" y="-1104"/>
                        </a:lnTo>
                        <a:lnTo>
                          <a:pt x="-1999" y="-1104"/>
                        </a:lnTo>
                        <a:lnTo>
                          <a:pt x="-1999" y="94904"/>
                        </a:lnTo>
                        <a:lnTo>
                          <a:pt x="9471" y="94904"/>
                        </a:lnTo>
                        <a:lnTo>
                          <a:pt x="9471" y="84351"/>
                        </a:lnTo>
                        <a:cubicBezTo>
                          <a:pt x="11878" y="88485"/>
                          <a:pt x="14908" y="91552"/>
                          <a:pt x="18559" y="93553"/>
                        </a:cubicBezTo>
                        <a:cubicBezTo>
                          <a:pt x="22224" y="95567"/>
                          <a:pt x="26596" y="96574"/>
                          <a:pt x="31676" y="96574"/>
                        </a:cubicBezTo>
                        <a:cubicBezTo>
                          <a:pt x="40116" y="96574"/>
                          <a:pt x="46969" y="93222"/>
                          <a:pt x="52234" y="86518"/>
                        </a:cubicBezTo>
                        <a:cubicBezTo>
                          <a:pt x="57512" y="79814"/>
                          <a:pt x="60152" y="70996"/>
                          <a:pt x="60152" y="60066"/>
                        </a:cubicBezTo>
                        <a:cubicBezTo>
                          <a:pt x="60152" y="49136"/>
                          <a:pt x="57512" y="40312"/>
                          <a:pt x="52234" y="33595"/>
                        </a:cubicBezTo>
                        <a:cubicBezTo>
                          <a:pt x="46969" y="26891"/>
                          <a:pt x="40116" y="23539"/>
                          <a:pt x="31676" y="23539"/>
                        </a:cubicBezTo>
                        <a:cubicBezTo>
                          <a:pt x="26596" y="23539"/>
                          <a:pt x="22224" y="24546"/>
                          <a:pt x="18559" y="26559"/>
                        </a:cubicBezTo>
                        <a:cubicBezTo>
                          <a:pt x="14908" y="28573"/>
                          <a:pt x="11878" y="31647"/>
                          <a:pt x="9471" y="35781"/>
                        </a:cubicBezTo>
                        <a:close/>
                        <a:moveTo>
                          <a:pt x="48305" y="60066"/>
                        </a:moveTo>
                        <a:cubicBezTo>
                          <a:pt x="48305" y="68466"/>
                          <a:pt x="46578" y="75057"/>
                          <a:pt x="43126" y="79840"/>
                        </a:cubicBezTo>
                        <a:cubicBezTo>
                          <a:pt x="39673" y="84623"/>
                          <a:pt x="34930" y="87014"/>
                          <a:pt x="28898" y="87014"/>
                        </a:cubicBezTo>
                        <a:cubicBezTo>
                          <a:pt x="22852" y="87014"/>
                          <a:pt x="18103" y="84623"/>
                          <a:pt x="14650" y="79840"/>
                        </a:cubicBezTo>
                        <a:cubicBezTo>
                          <a:pt x="11197" y="75057"/>
                          <a:pt x="9471" y="68466"/>
                          <a:pt x="9471" y="60066"/>
                        </a:cubicBezTo>
                        <a:cubicBezTo>
                          <a:pt x="9471" y="51666"/>
                          <a:pt x="11197" y="45075"/>
                          <a:pt x="14650" y="40292"/>
                        </a:cubicBezTo>
                        <a:cubicBezTo>
                          <a:pt x="18103" y="35509"/>
                          <a:pt x="22852" y="33118"/>
                          <a:pt x="28898" y="33118"/>
                        </a:cubicBezTo>
                        <a:cubicBezTo>
                          <a:pt x="34930" y="33118"/>
                          <a:pt x="39673" y="35509"/>
                          <a:pt x="43126" y="40292"/>
                        </a:cubicBezTo>
                        <a:cubicBezTo>
                          <a:pt x="46578" y="45075"/>
                          <a:pt x="48305" y="51666"/>
                          <a:pt x="48305" y="60066"/>
                        </a:cubicBezTo>
                        <a:close/>
                      </a:path>
                    </a:pathLst>
                  </a:custGeom>
                  <a:solidFill>
                    <a:srgbClr val="000000"/>
                  </a:solidFill>
                  <a:ln w="20" cap="flat">
                    <a:noFill/>
                    <a:prstDash val="solid"/>
                    <a:round/>
                  </a:ln>
                </p:spPr>
                <p:txBody>
                  <a:bodyPr rtlCol="0" anchor="ctr"/>
                  <a:lstStyle/>
                  <a:p>
                    <a:endParaRPr lang="en-US" sz="3200"/>
                  </a:p>
                </p:txBody>
              </p:sp>
              <p:sp>
                <p:nvSpPr>
                  <p:cNvPr id="435" name="Freeform: Shape 434">
                    <a:extLst>
                      <a:ext uri="{FF2B5EF4-FFF2-40B4-BE49-F238E27FC236}">
                        <a16:creationId xmlns:a16="http://schemas.microsoft.com/office/drawing/2014/main" id="{5286F15E-BA61-83DD-EFD6-BEB32CE9AA19}"/>
                      </a:ext>
                    </a:extLst>
                  </p:cNvPr>
                  <p:cNvSpPr/>
                  <p:nvPr/>
                </p:nvSpPr>
                <p:spPr>
                  <a:xfrm flipV="1">
                    <a:off x="9262417" y="6202687"/>
                    <a:ext cx="64373" cy="73034"/>
                  </a:xfrm>
                  <a:custGeom>
                    <a:avLst/>
                    <a:gdLst>
                      <a:gd name="connsiteX0" fmla="*/ 62552 w 64373"/>
                      <a:gd name="connsiteY0" fmla="*/ 37723 h 73034"/>
                      <a:gd name="connsiteX1" fmla="*/ 62552 w 64373"/>
                      <a:gd name="connsiteY1" fmla="*/ 32139 h 73034"/>
                      <a:gd name="connsiteX2" fmla="*/ 10085 w 64373"/>
                      <a:gd name="connsiteY2" fmla="*/ 32139 h 73034"/>
                      <a:gd name="connsiteX3" fmla="*/ 17189 w 64373"/>
                      <a:gd name="connsiteY3" fmla="*/ 14153 h 73034"/>
                      <a:gd name="connsiteX4" fmla="*/ 34890 w 64373"/>
                      <a:gd name="connsiteY4" fmla="*/ 7973 h 73034"/>
                      <a:gd name="connsiteX5" fmla="*/ 47630 w 64373"/>
                      <a:gd name="connsiteY5" fmla="*/ 9583 h 73034"/>
                      <a:gd name="connsiteX6" fmla="*/ 59893 w 64373"/>
                      <a:gd name="connsiteY6" fmla="*/ 14432 h 73034"/>
                      <a:gd name="connsiteX7" fmla="*/ 59893 w 64373"/>
                      <a:gd name="connsiteY7" fmla="*/ 3621 h 73034"/>
                      <a:gd name="connsiteX8" fmla="*/ 47292 w 64373"/>
                      <a:gd name="connsiteY8" fmla="*/ -354 h 73034"/>
                      <a:gd name="connsiteX9" fmla="*/ 34215 w 64373"/>
                      <a:gd name="connsiteY9" fmla="*/ -1725 h 73034"/>
                      <a:gd name="connsiteX10" fmla="*/ 7883 w 64373"/>
                      <a:gd name="connsiteY10" fmla="*/ 7953 h 73034"/>
                      <a:gd name="connsiteX11" fmla="*/ -1821 w 64373"/>
                      <a:gd name="connsiteY11" fmla="*/ 34186 h 73034"/>
                      <a:gd name="connsiteX12" fmla="*/ 7386 w 64373"/>
                      <a:gd name="connsiteY12" fmla="*/ 61273 h 73034"/>
                      <a:gd name="connsiteX13" fmla="*/ 32231 w 64373"/>
                      <a:gd name="connsiteY13" fmla="*/ 71310 h 73034"/>
                      <a:gd name="connsiteX14" fmla="*/ 54396 w 64373"/>
                      <a:gd name="connsiteY14" fmla="*/ 62267 h 73034"/>
                      <a:gd name="connsiteX15" fmla="*/ 62552 w 64373"/>
                      <a:gd name="connsiteY15" fmla="*/ 37723 h 73034"/>
                      <a:gd name="connsiteX16" fmla="*/ 51142 w 64373"/>
                      <a:gd name="connsiteY16" fmla="*/ 41082 h 73034"/>
                      <a:gd name="connsiteX17" fmla="*/ 45903 w 64373"/>
                      <a:gd name="connsiteY17" fmla="*/ 56027 h 73034"/>
                      <a:gd name="connsiteX18" fmla="*/ 32350 w 64373"/>
                      <a:gd name="connsiteY18" fmla="*/ 61631 h 73034"/>
                      <a:gd name="connsiteX19" fmla="*/ 17070 w 64373"/>
                      <a:gd name="connsiteY19" fmla="*/ 56226 h 73034"/>
                      <a:gd name="connsiteX20" fmla="*/ 10462 w 64373"/>
                      <a:gd name="connsiteY20" fmla="*/ 41003 h 73034"/>
                      <a:gd name="connsiteX21" fmla="*/ 51142 w 64373"/>
                      <a:gd name="connsiteY21" fmla="*/ 41082 h 7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4373" h="73034">
                        <a:moveTo>
                          <a:pt x="62552" y="37723"/>
                        </a:moveTo>
                        <a:lnTo>
                          <a:pt x="62552" y="32139"/>
                        </a:lnTo>
                        <a:lnTo>
                          <a:pt x="10085" y="32139"/>
                        </a:lnTo>
                        <a:cubicBezTo>
                          <a:pt x="10588" y="24269"/>
                          <a:pt x="12956" y="18274"/>
                          <a:pt x="17189" y="14153"/>
                        </a:cubicBezTo>
                        <a:cubicBezTo>
                          <a:pt x="21423" y="10033"/>
                          <a:pt x="27323" y="7973"/>
                          <a:pt x="34890" y="7973"/>
                        </a:cubicBezTo>
                        <a:cubicBezTo>
                          <a:pt x="39269" y="7973"/>
                          <a:pt x="43515" y="8509"/>
                          <a:pt x="47630" y="9583"/>
                        </a:cubicBezTo>
                        <a:cubicBezTo>
                          <a:pt x="51744" y="10656"/>
                          <a:pt x="55832" y="12272"/>
                          <a:pt x="59893" y="14432"/>
                        </a:cubicBezTo>
                        <a:lnTo>
                          <a:pt x="59893" y="3621"/>
                        </a:lnTo>
                        <a:cubicBezTo>
                          <a:pt x="55792" y="1885"/>
                          <a:pt x="51592" y="560"/>
                          <a:pt x="47292" y="-354"/>
                        </a:cubicBezTo>
                        <a:cubicBezTo>
                          <a:pt x="42993" y="-1268"/>
                          <a:pt x="38634" y="-1725"/>
                          <a:pt x="34215" y="-1725"/>
                        </a:cubicBezTo>
                        <a:cubicBezTo>
                          <a:pt x="23129" y="-1725"/>
                          <a:pt x="14352" y="1501"/>
                          <a:pt x="7883" y="7953"/>
                        </a:cubicBezTo>
                        <a:cubicBezTo>
                          <a:pt x="1414" y="14418"/>
                          <a:pt x="-1821" y="23163"/>
                          <a:pt x="-1821" y="34186"/>
                        </a:cubicBezTo>
                        <a:cubicBezTo>
                          <a:pt x="-1821" y="45567"/>
                          <a:pt x="1248" y="54596"/>
                          <a:pt x="7386" y="61273"/>
                        </a:cubicBezTo>
                        <a:cubicBezTo>
                          <a:pt x="13525" y="67964"/>
                          <a:pt x="21806" y="71310"/>
                          <a:pt x="32231" y="71310"/>
                        </a:cubicBezTo>
                        <a:cubicBezTo>
                          <a:pt x="41571" y="71310"/>
                          <a:pt x="48959" y="68295"/>
                          <a:pt x="54396" y="62267"/>
                        </a:cubicBezTo>
                        <a:cubicBezTo>
                          <a:pt x="59834" y="56252"/>
                          <a:pt x="62552" y="48071"/>
                          <a:pt x="62552" y="37723"/>
                        </a:cubicBezTo>
                        <a:close/>
                        <a:moveTo>
                          <a:pt x="51142" y="41082"/>
                        </a:moveTo>
                        <a:cubicBezTo>
                          <a:pt x="51063" y="47322"/>
                          <a:pt x="49316" y="52304"/>
                          <a:pt x="45903" y="56027"/>
                        </a:cubicBezTo>
                        <a:cubicBezTo>
                          <a:pt x="42490" y="59763"/>
                          <a:pt x="37972" y="61631"/>
                          <a:pt x="32350" y="61631"/>
                        </a:cubicBezTo>
                        <a:cubicBezTo>
                          <a:pt x="25987" y="61631"/>
                          <a:pt x="20894" y="59829"/>
                          <a:pt x="17070" y="56226"/>
                        </a:cubicBezTo>
                        <a:cubicBezTo>
                          <a:pt x="13247" y="52622"/>
                          <a:pt x="11044" y="47547"/>
                          <a:pt x="10462" y="41003"/>
                        </a:cubicBezTo>
                        <a:lnTo>
                          <a:pt x="51142" y="41082"/>
                        </a:lnTo>
                        <a:close/>
                      </a:path>
                    </a:pathLst>
                  </a:custGeom>
                  <a:solidFill>
                    <a:srgbClr val="000000"/>
                  </a:solidFill>
                  <a:ln w="20" cap="flat">
                    <a:noFill/>
                    <a:prstDash val="solid"/>
                    <a:round/>
                  </a:ln>
                </p:spPr>
                <p:txBody>
                  <a:bodyPr rtlCol="0" anchor="ctr"/>
                  <a:lstStyle/>
                  <a:p>
                    <a:endParaRPr lang="en-US" sz="3200"/>
                  </a:p>
                </p:txBody>
              </p:sp>
              <p:sp>
                <p:nvSpPr>
                  <p:cNvPr id="436" name="Freeform: Shape 435">
                    <a:extLst>
                      <a:ext uri="{FF2B5EF4-FFF2-40B4-BE49-F238E27FC236}">
                        <a16:creationId xmlns:a16="http://schemas.microsoft.com/office/drawing/2014/main" id="{077B59FE-3CB7-020B-C0EB-7C343A09A0C4}"/>
                      </a:ext>
                    </a:extLst>
                  </p:cNvPr>
                  <p:cNvSpPr/>
                  <p:nvPr/>
                </p:nvSpPr>
                <p:spPr>
                  <a:xfrm flipV="1">
                    <a:off x="9340551" y="6202687"/>
                    <a:ext cx="54947" cy="73034"/>
                  </a:xfrm>
                  <a:custGeom>
                    <a:avLst/>
                    <a:gdLst>
                      <a:gd name="connsiteX0" fmla="*/ 53370 w 54947"/>
                      <a:gd name="connsiteY0" fmla="*/ 66977 h 73034"/>
                      <a:gd name="connsiteX1" fmla="*/ 53370 w 54947"/>
                      <a:gd name="connsiteY1" fmla="*/ 56285 h 73034"/>
                      <a:gd name="connsiteX2" fmla="*/ 43666 w 54947"/>
                      <a:gd name="connsiteY2" fmla="*/ 60300 h 73034"/>
                      <a:gd name="connsiteX3" fmla="*/ 33843 w 54947"/>
                      <a:gd name="connsiteY3" fmla="*/ 61631 h 73034"/>
                      <a:gd name="connsiteX4" fmla="*/ 16579 w 54947"/>
                      <a:gd name="connsiteY4" fmla="*/ 54576 h 73034"/>
                      <a:gd name="connsiteX5" fmla="*/ 10448 w 54947"/>
                      <a:gd name="connsiteY5" fmla="*/ 34802 h 73034"/>
                      <a:gd name="connsiteX6" fmla="*/ 16579 w 54947"/>
                      <a:gd name="connsiteY6" fmla="*/ 15008 h 73034"/>
                      <a:gd name="connsiteX7" fmla="*/ 33843 w 54947"/>
                      <a:gd name="connsiteY7" fmla="*/ 7973 h 73034"/>
                      <a:gd name="connsiteX8" fmla="*/ 43666 w 54947"/>
                      <a:gd name="connsiteY8" fmla="*/ 9304 h 73034"/>
                      <a:gd name="connsiteX9" fmla="*/ 53370 w 54947"/>
                      <a:gd name="connsiteY9" fmla="*/ 13319 h 73034"/>
                      <a:gd name="connsiteX10" fmla="*/ 53370 w 54947"/>
                      <a:gd name="connsiteY10" fmla="*/ 2746 h 73034"/>
                      <a:gd name="connsiteX11" fmla="*/ 43468 w 54947"/>
                      <a:gd name="connsiteY11" fmla="*/ -593 h 73034"/>
                      <a:gd name="connsiteX12" fmla="*/ 32593 w 54947"/>
                      <a:gd name="connsiteY12" fmla="*/ -1725 h 73034"/>
                      <a:gd name="connsiteX13" fmla="*/ 7650 w 54947"/>
                      <a:gd name="connsiteY13" fmla="*/ 8152 h 73034"/>
                      <a:gd name="connsiteX14" fmla="*/ -1578 w 54947"/>
                      <a:gd name="connsiteY14" fmla="*/ 34802 h 73034"/>
                      <a:gd name="connsiteX15" fmla="*/ 7749 w 54947"/>
                      <a:gd name="connsiteY15" fmla="*/ 61552 h 73034"/>
                      <a:gd name="connsiteX16" fmla="*/ 33347 w 54947"/>
                      <a:gd name="connsiteY16" fmla="*/ 71310 h 73034"/>
                      <a:gd name="connsiteX17" fmla="*/ 43626 w 54947"/>
                      <a:gd name="connsiteY17" fmla="*/ 70216 h 73034"/>
                      <a:gd name="connsiteX18" fmla="*/ 53370 w 54947"/>
                      <a:gd name="connsiteY18" fmla="*/ 66977 h 7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947" h="73034">
                        <a:moveTo>
                          <a:pt x="53370" y="66977"/>
                        </a:moveTo>
                        <a:lnTo>
                          <a:pt x="53370" y="56285"/>
                        </a:lnTo>
                        <a:cubicBezTo>
                          <a:pt x="50142" y="58074"/>
                          <a:pt x="46907" y="59412"/>
                          <a:pt x="43666" y="60300"/>
                        </a:cubicBezTo>
                        <a:cubicBezTo>
                          <a:pt x="40425" y="61187"/>
                          <a:pt x="37151" y="61631"/>
                          <a:pt x="33843" y="61631"/>
                        </a:cubicBezTo>
                        <a:cubicBezTo>
                          <a:pt x="26435" y="61631"/>
                          <a:pt x="20680" y="59280"/>
                          <a:pt x="16579" y="54576"/>
                        </a:cubicBezTo>
                        <a:cubicBezTo>
                          <a:pt x="12491" y="49886"/>
                          <a:pt x="10448" y="43295"/>
                          <a:pt x="10448" y="34802"/>
                        </a:cubicBezTo>
                        <a:cubicBezTo>
                          <a:pt x="10448" y="26309"/>
                          <a:pt x="12491" y="19711"/>
                          <a:pt x="16579" y="15008"/>
                        </a:cubicBezTo>
                        <a:cubicBezTo>
                          <a:pt x="20680" y="10318"/>
                          <a:pt x="26435" y="7973"/>
                          <a:pt x="33843" y="7973"/>
                        </a:cubicBezTo>
                        <a:cubicBezTo>
                          <a:pt x="37151" y="7973"/>
                          <a:pt x="40425" y="8417"/>
                          <a:pt x="43666" y="9304"/>
                        </a:cubicBezTo>
                        <a:cubicBezTo>
                          <a:pt x="46907" y="10192"/>
                          <a:pt x="50142" y="11530"/>
                          <a:pt x="53370" y="13319"/>
                        </a:cubicBezTo>
                        <a:lnTo>
                          <a:pt x="53370" y="2746"/>
                        </a:lnTo>
                        <a:cubicBezTo>
                          <a:pt x="50181" y="1262"/>
                          <a:pt x="46881" y="149"/>
                          <a:pt x="43468" y="-593"/>
                        </a:cubicBezTo>
                        <a:cubicBezTo>
                          <a:pt x="40068" y="-1348"/>
                          <a:pt x="36443" y="-1725"/>
                          <a:pt x="32593" y="-1725"/>
                        </a:cubicBezTo>
                        <a:cubicBezTo>
                          <a:pt x="22129" y="-1725"/>
                          <a:pt x="13814" y="1567"/>
                          <a:pt x="7650" y="8152"/>
                        </a:cubicBezTo>
                        <a:cubicBezTo>
                          <a:pt x="1498" y="14736"/>
                          <a:pt x="-1578" y="23620"/>
                          <a:pt x="-1578" y="34802"/>
                        </a:cubicBezTo>
                        <a:cubicBezTo>
                          <a:pt x="-1578" y="46143"/>
                          <a:pt x="1531" y="55060"/>
                          <a:pt x="7749" y="61552"/>
                        </a:cubicBezTo>
                        <a:cubicBezTo>
                          <a:pt x="13980" y="68057"/>
                          <a:pt x="22513" y="71310"/>
                          <a:pt x="33347" y="71310"/>
                        </a:cubicBezTo>
                        <a:cubicBezTo>
                          <a:pt x="36853" y="71310"/>
                          <a:pt x="40279" y="70945"/>
                          <a:pt x="43626" y="70216"/>
                        </a:cubicBezTo>
                        <a:cubicBezTo>
                          <a:pt x="46973" y="69501"/>
                          <a:pt x="50221" y="68421"/>
                          <a:pt x="53370" y="66977"/>
                        </a:cubicBezTo>
                        <a:close/>
                      </a:path>
                    </a:pathLst>
                  </a:custGeom>
                  <a:solidFill>
                    <a:srgbClr val="000000"/>
                  </a:solidFill>
                  <a:ln w="20" cap="flat">
                    <a:noFill/>
                    <a:prstDash val="solid"/>
                    <a:round/>
                  </a:ln>
                </p:spPr>
                <p:txBody>
                  <a:bodyPr rtlCol="0" anchor="ctr"/>
                  <a:lstStyle/>
                  <a:p>
                    <a:endParaRPr lang="en-US" sz="3200"/>
                  </a:p>
                </p:txBody>
              </p:sp>
              <p:sp>
                <p:nvSpPr>
                  <p:cNvPr id="437" name="Freeform: Shape 436">
                    <a:extLst>
                      <a:ext uri="{FF2B5EF4-FFF2-40B4-BE49-F238E27FC236}">
                        <a16:creationId xmlns:a16="http://schemas.microsoft.com/office/drawing/2014/main" id="{71B31E8F-6156-1515-EF34-5AD14BBA011E}"/>
                      </a:ext>
                    </a:extLst>
                  </p:cNvPr>
                  <p:cNvSpPr/>
                  <p:nvPr/>
                </p:nvSpPr>
                <p:spPr>
                  <a:xfrm flipV="1">
                    <a:off x="9406786" y="6184602"/>
                    <a:ext cx="43338" cy="89311"/>
                  </a:xfrm>
                  <a:custGeom>
                    <a:avLst/>
                    <a:gdLst>
                      <a:gd name="connsiteX0" fmla="*/ 18744 w 43338"/>
                      <a:gd name="connsiteY0" fmla="*/ 87085 h 89311"/>
                      <a:gd name="connsiteX1" fmla="*/ 18744 w 43338"/>
                      <a:gd name="connsiteY1" fmla="*/ 67330 h 89311"/>
                      <a:gd name="connsiteX2" fmla="*/ 42239 w 43338"/>
                      <a:gd name="connsiteY2" fmla="*/ 67330 h 89311"/>
                      <a:gd name="connsiteX3" fmla="*/ 42239 w 43338"/>
                      <a:gd name="connsiteY3" fmla="*/ 58447 h 89311"/>
                      <a:gd name="connsiteX4" fmla="*/ 18744 w 43338"/>
                      <a:gd name="connsiteY4" fmla="*/ 58447 h 89311"/>
                      <a:gd name="connsiteX5" fmla="*/ 18744 w 43338"/>
                      <a:gd name="connsiteY5" fmla="*/ 20687 h 89311"/>
                      <a:gd name="connsiteX6" fmla="*/ 21066 w 43338"/>
                      <a:gd name="connsiteY6" fmla="*/ 9757 h 89311"/>
                      <a:gd name="connsiteX7" fmla="*/ 30531 w 43338"/>
                      <a:gd name="connsiteY7" fmla="*/ 7332 h 89311"/>
                      <a:gd name="connsiteX8" fmla="*/ 42239 w 43338"/>
                      <a:gd name="connsiteY8" fmla="*/ 7332 h 89311"/>
                      <a:gd name="connsiteX9" fmla="*/ 42239 w 43338"/>
                      <a:gd name="connsiteY9" fmla="*/ -2227 h 89311"/>
                      <a:gd name="connsiteX10" fmla="*/ 30531 w 43338"/>
                      <a:gd name="connsiteY10" fmla="*/ -2227 h 89311"/>
                      <a:gd name="connsiteX11" fmla="*/ 12295 w 43338"/>
                      <a:gd name="connsiteY11" fmla="*/ 2702 h 89311"/>
                      <a:gd name="connsiteX12" fmla="*/ 7275 w 43338"/>
                      <a:gd name="connsiteY12" fmla="*/ 20687 h 89311"/>
                      <a:gd name="connsiteX13" fmla="*/ 7275 w 43338"/>
                      <a:gd name="connsiteY13" fmla="*/ 58447 h 89311"/>
                      <a:gd name="connsiteX14" fmla="*/ -1099 w 43338"/>
                      <a:gd name="connsiteY14" fmla="*/ 58447 h 89311"/>
                      <a:gd name="connsiteX15" fmla="*/ -1099 w 43338"/>
                      <a:gd name="connsiteY15" fmla="*/ 67330 h 89311"/>
                      <a:gd name="connsiteX16" fmla="*/ 7275 w 43338"/>
                      <a:gd name="connsiteY16" fmla="*/ 67330 h 89311"/>
                      <a:gd name="connsiteX17" fmla="*/ 7275 w 43338"/>
                      <a:gd name="connsiteY17" fmla="*/ 87085 h 89311"/>
                      <a:gd name="connsiteX18" fmla="*/ 18744 w 43338"/>
                      <a:gd name="connsiteY18" fmla="*/ 87085 h 8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338" h="89311">
                        <a:moveTo>
                          <a:pt x="18744" y="87085"/>
                        </a:moveTo>
                        <a:lnTo>
                          <a:pt x="18744" y="67330"/>
                        </a:lnTo>
                        <a:lnTo>
                          <a:pt x="42239" y="67330"/>
                        </a:lnTo>
                        <a:lnTo>
                          <a:pt x="42239" y="58447"/>
                        </a:lnTo>
                        <a:lnTo>
                          <a:pt x="18744" y="58447"/>
                        </a:lnTo>
                        <a:lnTo>
                          <a:pt x="18744" y="20687"/>
                        </a:lnTo>
                        <a:cubicBezTo>
                          <a:pt x="18744" y="15017"/>
                          <a:pt x="19518" y="11373"/>
                          <a:pt x="21066" y="9757"/>
                        </a:cubicBezTo>
                        <a:cubicBezTo>
                          <a:pt x="22614" y="8141"/>
                          <a:pt x="25769" y="7332"/>
                          <a:pt x="30531" y="7332"/>
                        </a:cubicBezTo>
                        <a:lnTo>
                          <a:pt x="42239" y="7332"/>
                        </a:lnTo>
                        <a:lnTo>
                          <a:pt x="42239" y="-2227"/>
                        </a:lnTo>
                        <a:lnTo>
                          <a:pt x="30531" y="-2227"/>
                        </a:lnTo>
                        <a:cubicBezTo>
                          <a:pt x="21721" y="-2227"/>
                          <a:pt x="15642" y="-584"/>
                          <a:pt x="12295" y="2702"/>
                        </a:cubicBezTo>
                        <a:cubicBezTo>
                          <a:pt x="8948" y="6001"/>
                          <a:pt x="7275" y="11996"/>
                          <a:pt x="7275" y="20687"/>
                        </a:cubicBezTo>
                        <a:lnTo>
                          <a:pt x="7275" y="58447"/>
                        </a:lnTo>
                        <a:lnTo>
                          <a:pt x="-1099" y="58447"/>
                        </a:lnTo>
                        <a:lnTo>
                          <a:pt x="-1099" y="67330"/>
                        </a:lnTo>
                        <a:lnTo>
                          <a:pt x="7275" y="67330"/>
                        </a:lnTo>
                        <a:lnTo>
                          <a:pt x="7275" y="87085"/>
                        </a:lnTo>
                        <a:lnTo>
                          <a:pt x="18744" y="87085"/>
                        </a:lnTo>
                        <a:close/>
                      </a:path>
                    </a:pathLst>
                  </a:custGeom>
                  <a:solidFill>
                    <a:srgbClr val="000000"/>
                  </a:solidFill>
                  <a:ln w="20" cap="flat">
                    <a:noFill/>
                    <a:prstDash val="solid"/>
                    <a:round/>
                  </a:ln>
                </p:spPr>
                <p:txBody>
                  <a:bodyPr rtlCol="0" anchor="ctr"/>
                  <a:lstStyle/>
                  <a:p>
                    <a:endParaRPr lang="en-US" sz="3200"/>
                  </a:p>
                </p:txBody>
              </p:sp>
              <p:sp>
                <p:nvSpPr>
                  <p:cNvPr id="438" name="Freeform: Shape 437">
                    <a:extLst>
                      <a:ext uri="{FF2B5EF4-FFF2-40B4-BE49-F238E27FC236}">
                        <a16:creationId xmlns:a16="http://schemas.microsoft.com/office/drawing/2014/main" id="{F5E28FB4-9E47-A671-E570-06FAD1DCDAEC}"/>
                      </a:ext>
                    </a:extLst>
                  </p:cNvPr>
                  <p:cNvSpPr/>
                  <p:nvPr/>
                </p:nvSpPr>
                <p:spPr>
                  <a:xfrm flipV="1">
                    <a:off x="9460173" y="6202687"/>
                    <a:ext cx="64373" cy="73034"/>
                  </a:xfrm>
                  <a:custGeom>
                    <a:avLst/>
                    <a:gdLst>
                      <a:gd name="connsiteX0" fmla="*/ 62568 w 64373"/>
                      <a:gd name="connsiteY0" fmla="*/ 37723 h 73034"/>
                      <a:gd name="connsiteX1" fmla="*/ 62568 w 64373"/>
                      <a:gd name="connsiteY1" fmla="*/ 32139 h 73034"/>
                      <a:gd name="connsiteX2" fmla="*/ 10101 w 64373"/>
                      <a:gd name="connsiteY2" fmla="*/ 32139 h 73034"/>
                      <a:gd name="connsiteX3" fmla="*/ 17205 w 64373"/>
                      <a:gd name="connsiteY3" fmla="*/ 14153 h 73034"/>
                      <a:gd name="connsiteX4" fmla="*/ 34905 w 64373"/>
                      <a:gd name="connsiteY4" fmla="*/ 7973 h 73034"/>
                      <a:gd name="connsiteX5" fmla="*/ 47645 w 64373"/>
                      <a:gd name="connsiteY5" fmla="*/ 9583 h 73034"/>
                      <a:gd name="connsiteX6" fmla="*/ 59909 w 64373"/>
                      <a:gd name="connsiteY6" fmla="*/ 14432 h 73034"/>
                      <a:gd name="connsiteX7" fmla="*/ 59909 w 64373"/>
                      <a:gd name="connsiteY7" fmla="*/ 3621 h 73034"/>
                      <a:gd name="connsiteX8" fmla="*/ 47308 w 64373"/>
                      <a:gd name="connsiteY8" fmla="*/ -354 h 73034"/>
                      <a:gd name="connsiteX9" fmla="*/ 34231 w 64373"/>
                      <a:gd name="connsiteY9" fmla="*/ -1725 h 73034"/>
                      <a:gd name="connsiteX10" fmla="*/ 7898 w 64373"/>
                      <a:gd name="connsiteY10" fmla="*/ 7953 h 73034"/>
                      <a:gd name="connsiteX11" fmla="*/ -1805 w 64373"/>
                      <a:gd name="connsiteY11" fmla="*/ 34186 h 73034"/>
                      <a:gd name="connsiteX12" fmla="*/ 7402 w 64373"/>
                      <a:gd name="connsiteY12" fmla="*/ 61273 h 73034"/>
                      <a:gd name="connsiteX13" fmla="*/ 32246 w 64373"/>
                      <a:gd name="connsiteY13" fmla="*/ 71310 h 73034"/>
                      <a:gd name="connsiteX14" fmla="*/ 54412 w 64373"/>
                      <a:gd name="connsiteY14" fmla="*/ 62267 h 73034"/>
                      <a:gd name="connsiteX15" fmla="*/ 62568 w 64373"/>
                      <a:gd name="connsiteY15" fmla="*/ 37723 h 73034"/>
                      <a:gd name="connsiteX16" fmla="*/ 51158 w 64373"/>
                      <a:gd name="connsiteY16" fmla="*/ 41082 h 73034"/>
                      <a:gd name="connsiteX17" fmla="*/ 45919 w 64373"/>
                      <a:gd name="connsiteY17" fmla="*/ 56027 h 73034"/>
                      <a:gd name="connsiteX18" fmla="*/ 32365 w 64373"/>
                      <a:gd name="connsiteY18" fmla="*/ 61631 h 73034"/>
                      <a:gd name="connsiteX19" fmla="*/ 17086 w 64373"/>
                      <a:gd name="connsiteY19" fmla="*/ 56226 h 73034"/>
                      <a:gd name="connsiteX20" fmla="*/ 10478 w 64373"/>
                      <a:gd name="connsiteY20" fmla="*/ 41003 h 73034"/>
                      <a:gd name="connsiteX21" fmla="*/ 51158 w 64373"/>
                      <a:gd name="connsiteY21" fmla="*/ 41082 h 7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4373" h="73034">
                        <a:moveTo>
                          <a:pt x="62568" y="37723"/>
                        </a:moveTo>
                        <a:lnTo>
                          <a:pt x="62568" y="32139"/>
                        </a:lnTo>
                        <a:lnTo>
                          <a:pt x="10101" y="32139"/>
                        </a:lnTo>
                        <a:cubicBezTo>
                          <a:pt x="10603" y="24269"/>
                          <a:pt x="12972" y="18274"/>
                          <a:pt x="17205" y="14153"/>
                        </a:cubicBezTo>
                        <a:cubicBezTo>
                          <a:pt x="21438" y="10033"/>
                          <a:pt x="27338" y="7973"/>
                          <a:pt x="34905" y="7973"/>
                        </a:cubicBezTo>
                        <a:cubicBezTo>
                          <a:pt x="39284" y="7973"/>
                          <a:pt x="43531" y="8509"/>
                          <a:pt x="47645" y="9583"/>
                        </a:cubicBezTo>
                        <a:cubicBezTo>
                          <a:pt x="51759" y="10656"/>
                          <a:pt x="55847" y="12272"/>
                          <a:pt x="59909" y="14432"/>
                        </a:cubicBezTo>
                        <a:lnTo>
                          <a:pt x="59909" y="3621"/>
                        </a:lnTo>
                        <a:cubicBezTo>
                          <a:pt x="55808" y="1885"/>
                          <a:pt x="51607" y="560"/>
                          <a:pt x="47308" y="-354"/>
                        </a:cubicBezTo>
                        <a:cubicBezTo>
                          <a:pt x="43008" y="-1268"/>
                          <a:pt x="38649" y="-1725"/>
                          <a:pt x="34231" y="-1725"/>
                        </a:cubicBezTo>
                        <a:cubicBezTo>
                          <a:pt x="23145" y="-1725"/>
                          <a:pt x="14367" y="1501"/>
                          <a:pt x="7898" y="7953"/>
                        </a:cubicBezTo>
                        <a:cubicBezTo>
                          <a:pt x="1429" y="14418"/>
                          <a:pt x="-1805" y="23163"/>
                          <a:pt x="-1805" y="34186"/>
                        </a:cubicBezTo>
                        <a:cubicBezTo>
                          <a:pt x="-1805" y="45567"/>
                          <a:pt x="1264" y="54596"/>
                          <a:pt x="7402" y="61273"/>
                        </a:cubicBezTo>
                        <a:cubicBezTo>
                          <a:pt x="13540" y="67964"/>
                          <a:pt x="21822" y="71310"/>
                          <a:pt x="32246" y="71310"/>
                        </a:cubicBezTo>
                        <a:cubicBezTo>
                          <a:pt x="41586" y="71310"/>
                          <a:pt x="48975" y="68295"/>
                          <a:pt x="54412" y="62267"/>
                        </a:cubicBezTo>
                        <a:cubicBezTo>
                          <a:pt x="59849" y="56252"/>
                          <a:pt x="62568" y="48071"/>
                          <a:pt x="62568" y="37723"/>
                        </a:cubicBezTo>
                        <a:close/>
                        <a:moveTo>
                          <a:pt x="51158" y="41082"/>
                        </a:moveTo>
                        <a:cubicBezTo>
                          <a:pt x="51078" y="47322"/>
                          <a:pt x="49332" y="52304"/>
                          <a:pt x="45919" y="56027"/>
                        </a:cubicBezTo>
                        <a:cubicBezTo>
                          <a:pt x="42506" y="59763"/>
                          <a:pt x="37988" y="61631"/>
                          <a:pt x="32365" y="61631"/>
                        </a:cubicBezTo>
                        <a:cubicBezTo>
                          <a:pt x="26002" y="61631"/>
                          <a:pt x="20909" y="59829"/>
                          <a:pt x="17086" y="56226"/>
                        </a:cubicBezTo>
                        <a:cubicBezTo>
                          <a:pt x="13262" y="52622"/>
                          <a:pt x="11060" y="47547"/>
                          <a:pt x="10478" y="41003"/>
                        </a:cubicBezTo>
                        <a:lnTo>
                          <a:pt x="51158" y="41082"/>
                        </a:lnTo>
                        <a:close/>
                      </a:path>
                    </a:pathLst>
                  </a:custGeom>
                  <a:solidFill>
                    <a:srgbClr val="000000"/>
                  </a:solidFill>
                  <a:ln w="20" cap="flat">
                    <a:noFill/>
                    <a:prstDash val="solid"/>
                    <a:round/>
                  </a:ln>
                </p:spPr>
                <p:txBody>
                  <a:bodyPr rtlCol="0" anchor="ctr"/>
                  <a:lstStyle/>
                  <a:p>
                    <a:endParaRPr lang="en-US" sz="3200"/>
                  </a:p>
                </p:txBody>
              </p:sp>
              <p:sp>
                <p:nvSpPr>
                  <p:cNvPr id="439" name="Freeform: Shape 438">
                    <a:extLst>
                      <a:ext uri="{FF2B5EF4-FFF2-40B4-BE49-F238E27FC236}">
                        <a16:creationId xmlns:a16="http://schemas.microsoft.com/office/drawing/2014/main" id="{8C1B7C55-A8E9-512E-7C06-2F0C5F40C450}"/>
                      </a:ext>
                    </a:extLst>
                  </p:cNvPr>
                  <p:cNvSpPr/>
                  <p:nvPr/>
                </p:nvSpPr>
                <p:spPr>
                  <a:xfrm flipV="1">
                    <a:off x="9538307" y="6177269"/>
                    <a:ext cx="62071" cy="98453"/>
                  </a:xfrm>
                  <a:custGeom>
                    <a:avLst/>
                    <a:gdLst>
                      <a:gd name="connsiteX0" fmla="*/ 48920 w 62071"/>
                      <a:gd name="connsiteY0" fmla="*/ 58447 h 98453"/>
                      <a:gd name="connsiteX1" fmla="*/ 48920 w 62071"/>
                      <a:gd name="connsiteY1" fmla="*/ 96087 h 98453"/>
                      <a:gd name="connsiteX2" fmla="*/ 60330 w 62071"/>
                      <a:gd name="connsiteY2" fmla="*/ 96087 h 98453"/>
                      <a:gd name="connsiteX3" fmla="*/ 60330 w 62071"/>
                      <a:gd name="connsiteY3" fmla="*/ -557 h 98453"/>
                      <a:gd name="connsiteX4" fmla="*/ 48920 w 62071"/>
                      <a:gd name="connsiteY4" fmla="*/ -557 h 98453"/>
                      <a:gd name="connsiteX5" fmla="*/ 48920 w 62071"/>
                      <a:gd name="connsiteY5" fmla="*/ 9876 h 98453"/>
                      <a:gd name="connsiteX6" fmla="*/ 39831 w 62071"/>
                      <a:gd name="connsiteY6" fmla="*/ 655 h 98453"/>
                      <a:gd name="connsiteX7" fmla="*/ 26655 w 62071"/>
                      <a:gd name="connsiteY7" fmla="*/ -2366 h 98453"/>
                      <a:gd name="connsiteX8" fmla="*/ 6156 w 62071"/>
                      <a:gd name="connsiteY8" fmla="*/ 7690 h 98453"/>
                      <a:gd name="connsiteX9" fmla="*/ -1741 w 62071"/>
                      <a:gd name="connsiteY9" fmla="*/ 34161 h 98453"/>
                      <a:gd name="connsiteX10" fmla="*/ 6156 w 62071"/>
                      <a:gd name="connsiteY10" fmla="*/ 60613 h 98453"/>
                      <a:gd name="connsiteX11" fmla="*/ 26655 w 62071"/>
                      <a:gd name="connsiteY11" fmla="*/ 70669 h 98453"/>
                      <a:gd name="connsiteX12" fmla="*/ 39831 w 62071"/>
                      <a:gd name="connsiteY12" fmla="*/ 67648 h 98453"/>
                      <a:gd name="connsiteX13" fmla="*/ 48920 w 62071"/>
                      <a:gd name="connsiteY13" fmla="*/ 58447 h 98453"/>
                      <a:gd name="connsiteX14" fmla="*/ 10046 w 62071"/>
                      <a:gd name="connsiteY14" fmla="*/ 34161 h 98453"/>
                      <a:gd name="connsiteX15" fmla="*/ 15225 w 62071"/>
                      <a:gd name="connsiteY15" fmla="*/ 14387 h 98453"/>
                      <a:gd name="connsiteX16" fmla="*/ 29453 w 62071"/>
                      <a:gd name="connsiteY16" fmla="*/ 7213 h 98453"/>
                      <a:gd name="connsiteX17" fmla="*/ 43701 w 62071"/>
                      <a:gd name="connsiteY17" fmla="*/ 14387 h 98453"/>
                      <a:gd name="connsiteX18" fmla="*/ 48920 w 62071"/>
                      <a:gd name="connsiteY18" fmla="*/ 34161 h 98453"/>
                      <a:gd name="connsiteX19" fmla="*/ 43701 w 62071"/>
                      <a:gd name="connsiteY19" fmla="*/ 53936 h 98453"/>
                      <a:gd name="connsiteX20" fmla="*/ 29453 w 62071"/>
                      <a:gd name="connsiteY20" fmla="*/ 61110 h 98453"/>
                      <a:gd name="connsiteX21" fmla="*/ 15225 w 62071"/>
                      <a:gd name="connsiteY21" fmla="*/ 53936 h 98453"/>
                      <a:gd name="connsiteX22" fmla="*/ 10046 w 62071"/>
                      <a:gd name="connsiteY22" fmla="*/ 34161 h 9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2071" h="98453">
                        <a:moveTo>
                          <a:pt x="48920" y="58447"/>
                        </a:moveTo>
                        <a:lnTo>
                          <a:pt x="48920" y="96087"/>
                        </a:lnTo>
                        <a:lnTo>
                          <a:pt x="60330" y="96087"/>
                        </a:lnTo>
                        <a:lnTo>
                          <a:pt x="60330" y="-557"/>
                        </a:lnTo>
                        <a:lnTo>
                          <a:pt x="48920" y="-557"/>
                        </a:lnTo>
                        <a:lnTo>
                          <a:pt x="48920" y="9876"/>
                        </a:lnTo>
                        <a:cubicBezTo>
                          <a:pt x="46525" y="5742"/>
                          <a:pt x="43496" y="2669"/>
                          <a:pt x="39831" y="655"/>
                        </a:cubicBezTo>
                        <a:cubicBezTo>
                          <a:pt x="36180" y="-1359"/>
                          <a:pt x="31788" y="-2366"/>
                          <a:pt x="26655" y="-2366"/>
                        </a:cubicBezTo>
                        <a:cubicBezTo>
                          <a:pt x="18268" y="-2366"/>
                          <a:pt x="11435" y="986"/>
                          <a:pt x="6156" y="7690"/>
                        </a:cubicBezTo>
                        <a:cubicBezTo>
                          <a:pt x="891" y="14407"/>
                          <a:pt x="-1741" y="23231"/>
                          <a:pt x="-1741" y="34161"/>
                        </a:cubicBezTo>
                        <a:cubicBezTo>
                          <a:pt x="-1741" y="45092"/>
                          <a:pt x="891" y="53909"/>
                          <a:pt x="6156" y="60613"/>
                        </a:cubicBezTo>
                        <a:cubicBezTo>
                          <a:pt x="11435" y="67317"/>
                          <a:pt x="18268" y="70669"/>
                          <a:pt x="26655" y="70669"/>
                        </a:cubicBezTo>
                        <a:cubicBezTo>
                          <a:pt x="31788" y="70669"/>
                          <a:pt x="36180" y="69662"/>
                          <a:pt x="39831" y="67648"/>
                        </a:cubicBezTo>
                        <a:cubicBezTo>
                          <a:pt x="43496" y="65648"/>
                          <a:pt x="46525" y="62581"/>
                          <a:pt x="48920" y="58447"/>
                        </a:cubicBezTo>
                        <a:close/>
                        <a:moveTo>
                          <a:pt x="10046" y="34161"/>
                        </a:moveTo>
                        <a:cubicBezTo>
                          <a:pt x="10046" y="25762"/>
                          <a:pt x="11772" y="19170"/>
                          <a:pt x="15225" y="14387"/>
                        </a:cubicBezTo>
                        <a:cubicBezTo>
                          <a:pt x="18678" y="9605"/>
                          <a:pt x="23420" y="7213"/>
                          <a:pt x="29453" y="7213"/>
                        </a:cubicBezTo>
                        <a:cubicBezTo>
                          <a:pt x="35485" y="7213"/>
                          <a:pt x="40235" y="9605"/>
                          <a:pt x="43701" y="14387"/>
                        </a:cubicBezTo>
                        <a:cubicBezTo>
                          <a:pt x="47180" y="19170"/>
                          <a:pt x="48920" y="25762"/>
                          <a:pt x="48920" y="34161"/>
                        </a:cubicBezTo>
                        <a:cubicBezTo>
                          <a:pt x="48920" y="42561"/>
                          <a:pt x="47180" y="49153"/>
                          <a:pt x="43701" y="53936"/>
                        </a:cubicBezTo>
                        <a:cubicBezTo>
                          <a:pt x="40235" y="58719"/>
                          <a:pt x="35485" y="61110"/>
                          <a:pt x="29453" y="61110"/>
                        </a:cubicBezTo>
                        <a:cubicBezTo>
                          <a:pt x="23420" y="61110"/>
                          <a:pt x="18678" y="58719"/>
                          <a:pt x="15225" y="53936"/>
                        </a:cubicBezTo>
                        <a:cubicBezTo>
                          <a:pt x="11772" y="49153"/>
                          <a:pt x="10046" y="42561"/>
                          <a:pt x="10046" y="34161"/>
                        </a:cubicBezTo>
                        <a:close/>
                      </a:path>
                    </a:pathLst>
                  </a:custGeom>
                  <a:solidFill>
                    <a:srgbClr val="000000"/>
                  </a:solidFill>
                  <a:ln w="20" cap="flat">
                    <a:noFill/>
                    <a:prstDash val="solid"/>
                    <a:round/>
                  </a:ln>
                </p:spPr>
                <p:txBody>
                  <a:bodyPr rtlCol="0" anchor="ctr"/>
                  <a:lstStyle/>
                  <a:p>
                    <a:endParaRPr lang="en-US" sz="3200"/>
                  </a:p>
                </p:txBody>
              </p:sp>
            </p:grpSp>
            <p:sp>
              <p:nvSpPr>
                <p:cNvPr id="424" name="Freeform: Shape 423">
                  <a:extLst>
                    <a:ext uri="{FF2B5EF4-FFF2-40B4-BE49-F238E27FC236}">
                      <a16:creationId xmlns:a16="http://schemas.microsoft.com/office/drawing/2014/main" id="{C1647002-9B70-8C40-BD8D-4AEE24063107}"/>
                    </a:ext>
                  </a:extLst>
                </p:cNvPr>
                <p:cNvSpPr/>
                <p:nvPr/>
              </p:nvSpPr>
              <p:spPr>
                <a:xfrm>
                  <a:off x="8663796" y="6371573"/>
                  <a:ext cx="254000" cy="89033"/>
                </a:xfrm>
                <a:custGeom>
                  <a:avLst/>
                  <a:gdLst>
                    <a:gd name="connsiteX0" fmla="*/ 0 w 254000"/>
                    <a:gd name="connsiteY0" fmla="*/ 89033 h 89033"/>
                    <a:gd name="connsiteX1" fmla="*/ 254000 w 254000"/>
                    <a:gd name="connsiteY1" fmla="*/ 89033 h 89033"/>
                    <a:gd name="connsiteX2" fmla="*/ 254000 w 254000"/>
                    <a:gd name="connsiteY2" fmla="*/ 0 h 89033"/>
                    <a:gd name="connsiteX3" fmla="*/ 0 w 254000"/>
                    <a:gd name="connsiteY3" fmla="*/ 0 h 89033"/>
                  </a:gdLst>
                  <a:ahLst/>
                  <a:cxnLst>
                    <a:cxn ang="0">
                      <a:pos x="connsiteX0" y="connsiteY0"/>
                    </a:cxn>
                    <a:cxn ang="0">
                      <a:pos x="connsiteX1" y="connsiteY1"/>
                    </a:cxn>
                    <a:cxn ang="0">
                      <a:pos x="connsiteX2" y="connsiteY2"/>
                    </a:cxn>
                    <a:cxn ang="0">
                      <a:pos x="connsiteX3" y="connsiteY3"/>
                    </a:cxn>
                  </a:cxnLst>
                  <a:rect l="l" t="t" r="r" b="b"/>
                  <a:pathLst>
                    <a:path w="254000" h="89033">
                      <a:moveTo>
                        <a:pt x="0" y="89033"/>
                      </a:moveTo>
                      <a:lnTo>
                        <a:pt x="254000" y="89033"/>
                      </a:lnTo>
                      <a:lnTo>
                        <a:pt x="254000" y="0"/>
                      </a:lnTo>
                      <a:lnTo>
                        <a:pt x="0" y="0"/>
                      </a:lnTo>
                      <a:close/>
                    </a:path>
                  </a:pathLst>
                </a:custGeom>
                <a:solidFill>
                  <a:srgbClr val="FEB24C">
                    <a:alpha val="50000"/>
                  </a:srgbClr>
                </a:solidFill>
                <a:ln w="6350" cap="flat">
                  <a:solidFill>
                    <a:srgbClr val="000000">
                      <a:alpha val="50000"/>
                    </a:srgbClr>
                  </a:solidFill>
                  <a:prstDash val="solid"/>
                  <a:miter/>
                </a:ln>
              </p:spPr>
              <p:txBody>
                <a:bodyPr rtlCol="0" anchor="ctr"/>
                <a:lstStyle/>
                <a:p>
                  <a:endParaRPr lang="en-US" sz="3200"/>
                </a:p>
              </p:txBody>
            </p:sp>
            <p:grpSp>
              <p:nvGrpSpPr>
                <p:cNvPr id="425" name="Graphic 1979">
                  <a:extLst>
                    <a:ext uri="{FF2B5EF4-FFF2-40B4-BE49-F238E27FC236}">
                      <a16:creationId xmlns:a16="http://schemas.microsoft.com/office/drawing/2014/main" id="{C665383B-B1A3-10E5-6D7A-2B43DE7FF2A6}"/>
                    </a:ext>
                  </a:extLst>
                </p:cNvPr>
                <p:cNvGrpSpPr/>
                <p:nvPr/>
              </p:nvGrpSpPr>
              <p:grpSpPr>
                <a:xfrm>
                  <a:off x="9031857" y="6363961"/>
                  <a:ext cx="416783" cy="98453"/>
                  <a:chOff x="9031857" y="6363961"/>
                  <a:chExt cx="416783" cy="98453"/>
                </a:xfrm>
                <a:solidFill>
                  <a:srgbClr val="000000"/>
                </a:solidFill>
              </p:grpSpPr>
              <p:sp>
                <p:nvSpPr>
                  <p:cNvPr id="426" name="Freeform: Shape 425">
                    <a:extLst>
                      <a:ext uri="{FF2B5EF4-FFF2-40B4-BE49-F238E27FC236}">
                        <a16:creationId xmlns:a16="http://schemas.microsoft.com/office/drawing/2014/main" id="{11AEC4A1-0CF1-00B4-4C02-1D818EC38396}"/>
                      </a:ext>
                    </a:extLst>
                  </p:cNvPr>
                  <p:cNvSpPr/>
                  <p:nvPr/>
                </p:nvSpPr>
                <p:spPr>
                  <a:xfrm flipV="1">
                    <a:off x="9031857" y="6367876"/>
                    <a:ext cx="59789" cy="92729"/>
                  </a:xfrm>
                  <a:custGeom>
                    <a:avLst/>
                    <a:gdLst>
                      <a:gd name="connsiteX0" fmla="*/ 10523 w 59789"/>
                      <a:gd name="connsiteY0" fmla="*/ 80117 h 92729"/>
                      <a:gd name="connsiteX1" fmla="*/ 10523 w 59789"/>
                      <a:gd name="connsiteY1" fmla="*/ 45279 h 92729"/>
                      <a:gd name="connsiteX2" fmla="*/ 26278 w 59789"/>
                      <a:gd name="connsiteY2" fmla="*/ 45279 h 92729"/>
                      <a:gd name="connsiteX3" fmla="*/ 39792 w 59789"/>
                      <a:gd name="connsiteY3" fmla="*/ 49810 h 92729"/>
                      <a:gd name="connsiteX4" fmla="*/ 44574 w 59789"/>
                      <a:gd name="connsiteY4" fmla="*/ 62728 h 92729"/>
                      <a:gd name="connsiteX5" fmla="*/ 39792 w 59789"/>
                      <a:gd name="connsiteY5" fmla="*/ 75586 h 92729"/>
                      <a:gd name="connsiteX6" fmla="*/ 26278 w 59789"/>
                      <a:gd name="connsiteY6" fmla="*/ 80117 h 92729"/>
                      <a:gd name="connsiteX7" fmla="*/ 10523 w 59789"/>
                      <a:gd name="connsiteY7" fmla="*/ 80117 h 92729"/>
                      <a:gd name="connsiteX8" fmla="*/ -1999 w 59789"/>
                      <a:gd name="connsiteY8" fmla="*/ 90431 h 92729"/>
                      <a:gd name="connsiteX9" fmla="*/ 26278 w 59789"/>
                      <a:gd name="connsiteY9" fmla="*/ 90431 h 92729"/>
                      <a:gd name="connsiteX10" fmla="*/ 49813 w 59789"/>
                      <a:gd name="connsiteY10" fmla="*/ 83376 h 92729"/>
                      <a:gd name="connsiteX11" fmla="*/ 57790 w 59789"/>
                      <a:gd name="connsiteY11" fmla="*/ 62728 h 92729"/>
                      <a:gd name="connsiteX12" fmla="*/ 49813 w 59789"/>
                      <a:gd name="connsiteY12" fmla="*/ 41980 h 92729"/>
                      <a:gd name="connsiteX13" fmla="*/ 26278 w 59789"/>
                      <a:gd name="connsiteY13" fmla="*/ 34965 h 92729"/>
                      <a:gd name="connsiteX14" fmla="*/ 10523 w 59789"/>
                      <a:gd name="connsiteY14" fmla="*/ 34965 h 92729"/>
                      <a:gd name="connsiteX15" fmla="*/ 10523 w 59789"/>
                      <a:gd name="connsiteY15" fmla="*/ -2298 h 92729"/>
                      <a:gd name="connsiteX16" fmla="*/ -1999 w 59789"/>
                      <a:gd name="connsiteY16" fmla="*/ -2298 h 92729"/>
                      <a:gd name="connsiteX17" fmla="*/ -1999 w 59789"/>
                      <a:gd name="connsiteY17" fmla="*/ 90431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789" h="92729">
                        <a:moveTo>
                          <a:pt x="10523" y="80117"/>
                        </a:moveTo>
                        <a:lnTo>
                          <a:pt x="10523" y="45279"/>
                        </a:lnTo>
                        <a:lnTo>
                          <a:pt x="26278" y="45279"/>
                        </a:lnTo>
                        <a:cubicBezTo>
                          <a:pt x="32113" y="45279"/>
                          <a:pt x="36617" y="46789"/>
                          <a:pt x="39792" y="49810"/>
                        </a:cubicBezTo>
                        <a:cubicBezTo>
                          <a:pt x="42980" y="52831"/>
                          <a:pt x="44574" y="57137"/>
                          <a:pt x="44574" y="62728"/>
                        </a:cubicBezTo>
                        <a:cubicBezTo>
                          <a:pt x="44574" y="68279"/>
                          <a:pt x="42980" y="72565"/>
                          <a:pt x="39792" y="75586"/>
                        </a:cubicBezTo>
                        <a:cubicBezTo>
                          <a:pt x="36617" y="78607"/>
                          <a:pt x="32113" y="80117"/>
                          <a:pt x="26278" y="80117"/>
                        </a:cubicBezTo>
                        <a:lnTo>
                          <a:pt x="10523" y="80117"/>
                        </a:lnTo>
                        <a:close/>
                        <a:moveTo>
                          <a:pt x="-1999" y="90431"/>
                        </a:moveTo>
                        <a:lnTo>
                          <a:pt x="26278" y="90431"/>
                        </a:lnTo>
                        <a:cubicBezTo>
                          <a:pt x="36663" y="90431"/>
                          <a:pt x="44508" y="88080"/>
                          <a:pt x="49813" y="83376"/>
                        </a:cubicBezTo>
                        <a:cubicBezTo>
                          <a:pt x="55131" y="78673"/>
                          <a:pt x="57790" y="71790"/>
                          <a:pt x="57790" y="62728"/>
                        </a:cubicBezTo>
                        <a:cubicBezTo>
                          <a:pt x="57790" y="53573"/>
                          <a:pt x="55131" y="46657"/>
                          <a:pt x="49813" y="41980"/>
                        </a:cubicBezTo>
                        <a:cubicBezTo>
                          <a:pt x="44508" y="37303"/>
                          <a:pt x="36663" y="34965"/>
                          <a:pt x="26278" y="34965"/>
                        </a:cubicBezTo>
                        <a:lnTo>
                          <a:pt x="10523" y="34965"/>
                        </a:lnTo>
                        <a:lnTo>
                          <a:pt x="10523" y="-2298"/>
                        </a:lnTo>
                        <a:lnTo>
                          <a:pt x="-1999" y="-2298"/>
                        </a:lnTo>
                        <a:lnTo>
                          <a:pt x="-1999" y="90431"/>
                        </a:lnTo>
                        <a:close/>
                      </a:path>
                    </a:pathLst>
                  </a:custGeom>
                  <a:solidFill>
                    <a:srgbClr val="000000"/>
                  </a:solidFill>
                  <a:ln w="20" cap="flat">
                    <a:noFill/>
                    <a:prstDash val="solid"/>
                    <a:round/>
                  </a:ln>
                </p:spPr>
                <p:txBody>
                  <a:bodyPr rtlCol="0" anchor="ctr"/>
                  <a:lstStyle/>
                  <a:p>
                    <a:endParaRPr lang="en-US" sz="3200"/>
                  </a:p>
                </p:txBody>
              </p:sp>
              <p:sp>
                <p:nvSpPr>
                  <p:cNvPr id="427" name="Freeform: Shape 426">
                    <a:extLst>
                      <a:ext uri="{FF2B5EF4-FFF2-40B4-BE49-F238E27FC236}">
                        <a16:creationId xmlns:a16="http://schemas.microsoft.com/office/drawing/2014/main" id="{047DC05E-DE81-775C-8340-8C9B33F19377}"/>
                      </a:ext>
                    </a:extLst>
                  </p:cNvPr>
                  <p:cNvSpPr/>
                  <p:nvPr/>
                </p:nvSpPr>
                <p:spPr>
                  <a:xfrm flipV="1">
                    <a:off x="9105287" y="6389379"/>
                    <a:ext cx="40679" cy="71226"/>
                  </a:xfrm>
                  <a:custGeom>
                    <a:avLst/>
                    <a:gdLst>
                      <a:gd name="connsiteX0" fmla="*/ 39214 w 40679"/>
                      <a:gd name="connsiteY0" fmla="*/ 57129 h 71226"/>
                      <a:gd name="connsiteX1" fmla="*/ 35027 w 40679"/>
                      <a:gd name="connsiteY1" fmla="*/ 58758 h 71226"/>
                      <a:gd name="connsiteX2" fmla="*/ 30047 w 40679"/>
                      <a:gd name="connsiteY2" fmla="*/ 59295 h 71226"/>
                      <a:gd name="connsiteX3" fmla="*/ 15184 w 40679"/>
                      <a:gd name="connsiteY3" fmla="*/ 52995 h 71226"/>
                      <a:gd name="connsiteX4" fmla="*/ 10004 w 40679"/>
                      <a:gd name="connsiteY4" fmla="*/ 34890 h 71226"/>
                      <a:gd name="connsiteX5" fmla="*/ 10004 w 40679"/>
                      <a:gd name="connsiteY5" fmla="*/ -1756 h 71226"/>
                      <a:gd name="connsiteX6" fmla="*/ -1465 w 40679"/>
                      <a:gd name="connsiteY6" fmla="*/ -1756 h 71226"/>
                      <a:gd name="connsiteX7" fmla="*/ -1465 w 40679"/>
                      <a:gd name="connsiteY7" fmla="*/ 67801 h 71226"/>
                      <a:gd name="connsiteX8" fmla="*/ 10004 w 40679"/>
                      <a:gd name="connsiteY8" fmla="*/ 67801 h 71226"/>
                      <a:gd name="connsiteX9" fmla="*/ 10004 w 40679"/>
                      <a:gd name="connsiteY9" fmla="*/ 56990 h 71226"/>
                      <a:gd name="connsiteX10" fmla="*/ 19371 w 40679"/>
                      <a:gd name="connsiteY10" fmla="*/ 66390 h 71226"/>
                      <a:gd name="connsiteX11" fmla="*/ 33400 w 40679"/>
                      <a:gd name="connsiteY11" fmla="*/ 69470 h 71226"/>
                      <a:gd name="connsiteX12" fmla="*/ 36000 w 40679"/>
                      <a:gd name="connsiteY12" fmla="*/ 69311 h 71226"/>
                      <a:gd name="connsiteX13" fmla="*/ 39155 w 40679"/>
                      <a:gd name="connsiteY13" fmla="*/ 68854 h 71226"/>
                      <a:gd name="connsiteX14" fmla="*/ 39214 w 40679"/>
                      <a:gd name="connsiteY14" fmla="*/ 57129 h 7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679" h="71226">
                        <a:moveTo>
                          <a:pt x="39214" y="57129"/>
                        </a:moveTo>
                        <a:cubicBezTo>
                          <a:pt x="37931" y="57871"/>
                          <a:pt x="36535" y="58414"/>
                          <a:pt x="35027" y="58758"/>
                        </a:cubicBezTo>
                        <a:cubicBezTo>
                          <a:pt x="33519" y="59116"/>
                          <a:pt x="31859" y="59295"/>
                          <a:pt x="30047" y="59295"/>
                        </a:cubicBezTo>
                        <a:cubicBezTo>
                          <a:pt x="23591" y="59295"/>
                          <a:pt x="18636" y="57195"/>
                          <a:pt x="15184" y="52995"/>
                        </a:cubicBezTo>
                        <a:cubicBezTo>
                          <a:pt x="11731" y="48795"/>
                          <a:pt x="10004" y="42760"/>
                          <a:pt x="10004" y="34890"/>
                        </a:cubicBezTo>
                        <a:lnTo>
                          <a:pt x="10004" y="-1756"/>
                        </a:lnTo>
                        <a:lnTo>
                          <a:pt x="-1465" y="-1756"/>
                        </a:lnTo>
                        <a:lnTo>
                          <a:pt x="-1465" y="67801"/>
                        </a:lnTo>
                        <a:lnTo>
                          <a:pt x="10004" y="67801"/>
                        </a:lnTo>
                        <a:lnTo>
                          <a:pt x="10004" y="56990"/>
                        </a:lnTo>
                        <a:cubicBezTo>
                          <a:pt x="12412" y="61216"/>
                          <a:pt x="15534" y="64349"/>
                          <a:pt x="19371" y="66390"/>
                        </a:cubicBezTo>
                        <a:cubicBezTo>
                          <a:pt x="23220" y="68443"/>
                          <a:pt x="27897" y="69470"/>
                          <a:pt x="33400" y="69470"/>
                        </a:cubicBezTo>
                        <a:cubicBezTo>
                          <a:pt x="34181" y="69470"/>
                          <a:pt x="35047" y="69417"/>
                          <a:pt x="36000" y="69311"/>
                        </a:cubicBezTo>
                        <a:cubicBezTo>
                          <a:pt x="36952" y="69218"/>
                          <a:pt x="38004" y="69066"/>
                          <a:pt x="39155" y="68854"/>
                        </a:cubicBezTo>
                        <a:lnTo>
                          <a:pt x="39214" y="57129"/>
                        </a:lnTo>
                        <a:close/>
                      </a:path>
                    </a:pathLst>
                  </a:custGeom>
                  <a:solidFill>
                    <a:srgbClr val="000000"/>
                  </a:solidFill>
                  <a:ln w="20" cap="flat">
                    <a:noFill/>
                    <a:prstDash val="solid"/>
                    <a:round/>
                  </a:ln>
                </p:spPr>
                <p:txBody>
                  <a:bodyPr rtlCol="0" anchor="ctr"/>
                  <a:lstStyle/>
                  <a:p>
                    <a:endParaRPr lang="en-US" sz="3200"/>
                  </a:p>
                </p:txBody>
              </p:sp>
              <p:sp>
                <p:nvSpPr>
                  <p:cNvPr id="428" name="Freeform: Shape 427">
                    <a:extLst>
                      <a:ext uri="{FF2B5EF4-FFF2-40B4-BE49-F238E27FC236}">
                        <a16:creationId xmlns:a16="http://schemas.microsoft.com/office/drawing/2014/main" id="{10973D7C-8E10-9BE9-755E-DEC7FDD86850}"/>
                      </a:ext>
                    </a:extLst>
                  </p:cNvPr>
                  <p:cNvSpPr/>
                  <p:nvPr/>
                </p:nvSpPr>
                <p:spPr>
                  <a:xfrm flipV="1">
                    <a:off x="9150119" y="6389379"/>
                    <a:ext cx="63757" cy="73034"/>
                  </a:xfrm>
                  <a:custGeom>
                    <a:avLst/>
                    <a:gdLst>
                      <a:gd name="connsiteX0" fmla="*/ 30055 w 63757"/>
                      <a:gd name="connsiteY0" fmla="*/ 61646 h 73034"/>
                      <a:gd name="connsiteX1" fmla="*/ 15549 w 63757"/>
                      <a:gd name="connsiteY1" fmla="*/ 54472 h 73034"/>
                      <a:gd name="connsiteX2" fmla="*/ 10211 w 63757"/>
                      <a:gd name="connsiteY2" fmla="*/ 34817 h 73034"/>
                      <a:gd name="connsiteX3" fmla="*/ 15509 w 63757"/>
                      <a:gd name="connsiteY3" fmla="*/ 15162 h 73034"/>
                      <a:gd name="connsiteX4" fmla="*/ 30055 w 63757"/>
                      <a:gd name="connsiteY4" fmla="*/ 7987 h 73034"/>
                      <a:gd name="connsiteX5" fmla="*/ 44501 w 63757"/>
                      <a:gd name="connsiteY5" fmla="*/ 15182 h 73034"/>
                      <a:gd name="connsiteX6" fmla="*/ 49839 w 63757"/>
                      <a:gd name="connsiteY6" fmla="*/ 34817 h 73034"/>
                      <a:gd name="connsiteX7" fmla="*/ 44501 w 63757"/>
                      <a:gd name="connsiteY7" fmla="*/ 54412 h 73034"/>
                      <a:gd name="connsiteX8" fmla="*/ 30055 w 63757"/>
                      <a:gd name="connsiteY8" fmla="*/ 61646 h 73034"/>
                      <a:gd name="connsiteX9" fmla="*/ 30055 w 63757"/>
                      <a:gd name="connsiteY9" fmla="*/ 71324 h 73034"/>
                      <a:gd name="connsiteX10" fmla="*/ 53431 w 63757"/>
                      <a:gd name="connsiteY10" fmla="*/ 61626 h 73034"/>
                      <a:gd name="connsiteX11" fmla="*/ 61944 w 63757"/>
                      <a:gd name="connsiteY11" fmla="*/ 34817 h 73034"/>
                      <a:gd name="connsiteX12" fmla="*/ 53431 w 63757"/>
                      <a:gd name="connsiteY12" fmla="*/ 8007 h 73034"/>
                      <a:gd name="connsiteX13" fmla="*/ 30055 w 63757"/>
                      <a:gd name="connsiteY13" fmla="*/ -1711 h 73034"/>
                      <a:gd name="connsiteX14" fmla="*/ 6639 w 63757"/>
                      <a:gd name="connsiteY14" fmla="*/ 8007 h 73034"/>
                      <a:gd name="connsiteX15" fmla="*/ -1814 w 63757"/>
                      <a:gd name="connsiteY15" fmla="*/ 34817 h 73034"/>
                      <a:gd name="connsiteX16" fmla="*/ 6639 w 63757"/>
                      <a:gd name="connsiteY16" fmla="*/ 61626 h 73034"/>
                      <a:gd name="connsiteX17" fmla="*/ 30055 w 63757"/>
                      <a:gd name="connsiteY17" fmla="*/ 71324 h 7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57" h="73034">
                        <a:moveTo>
                          <a:pt x="30055" y="61646"/>
                        </a:moveTo>
                        <a:cubicBezTo>
                          <a:pt x="23943" y="61646"/>
                          <a:pt x="19107" y="59254"/>
                          <a:pt x="15549" y="54472"/>
                        </a:cubicBezTo>
                        <a:cubicBezTo>
                          <a:pt x="11990" y="49689"/>
                          <a:pt x="10211" y="43137"/>
                          <a:pt x="10211" y="34817"/>
                        </a:cubicBezTo>
                        <a:cubicBezTo>
                          <a:pt x="10211" y="26496"/>
                          <a:pt x="11977" y="19945"/>
                          <a:pt x="15509" y="15162"/>
                        </a:cubicBezTo>
                        <a:cubicBezTo>
                          <a:pt x="19055" y="10379"/>
                          <a:pt x="23903" y="7987"/>
                          <a:pt x="30055" y="7987"/>
                        </a:cubicBezTo>
                        <a:cubicBezTo>
                          <a:pt x="36140" y="7987"/>
                          <a:pt x="40955" y="10386"/>
                          <a:pt x="44501" y="15182"/>
                        </a:cubicBezTo>
                        <a:cubicBezTo>
                          <a:pt x="48060" y="19991"/>
                          <a:pt x="49839" y="26536"/>
                          <a:pt x="49839" y="34817"/>
                        </a:cubicBezTo>
                        <a:cubicBezTo>
                          <a:pt x="49839" y="43058"/>
                          <a:pt x="48060" y="49589"/>
                          <a:pt x="44501" y="54412"/>
                        </a:cubicBezTo>
                        <a:cubicBezTo>
                          <a:pt x="40955" y="59235"/>
                          <a:pt x="36140" y="61646"/>
                          <a:pt x="30055" y="61646"/>
                        </a:cubicBezTo>
                        <a:close/>
                        <a:moveTo>
                          <a:pt x="30055" y="71324"/>
                        </a:moveTo>
                        <a:cubicBezTo>
                          <a:pt x="39977" y="71324"/>
                          <a:pt x="47769" y="68091"/>
                          <a:pt x="53431" y="61626"/>
                        </a:cubicBezTo>
                        <a:cubicBezTo>
                          <a:pt x="59106" y="55174"/>
                          <a:pt x="61944" y="46237"/>
                          <a:pt x="61944" y="34817"/>
                        </a:cubicBezTo>
                        <a:cubicBezTo>
                          <a:pt x="61944" y="23436"/>
                          <a:pt x="59106" y="14499"/>
                          <a:pt x="53431" y="8007"/>
                        </a:cubicBezTo>
                        <a:cubicBezTo>
                          <a:pt x="47769" y="1529"/>
                          <a:pt x="39977" y="-1711"/>
                          <a:pt x="30055" y="-1711"/>
                        </a:cubicBezTo>
                        <a:cubicBezTo>
                          <a:pt x="20093" y="-1711"/>
                          <a:pt x="12288" y="1529"/>
                          <a:pt x="6639" y="8007"/>
                        </a:cubicBezTo>
                        <a:cubicBezTo>
                          <a:pt x="1003" y="14499"/>
                          <a:pt x="-1814" y="23436"/>
                          <a:pt x="-1814" y="34817"/>
                        </a:cubicBezTo>
                        <a:cubicBezTo>
                          <a:pt x="-1814" y="46237"/>
                          <a:pt x="1003" y="55174"/>
                          <a:pt x="6639" y="61626"/>
                        </a:cubicBezTo>
                        <a:cubicBezTo>
                          <a:pt x="12288" y="68091"/>
                          <a:pt x="20093" y="71324"/>
                          <a:pt x="30055" y="71324"/>
                        </a:cubicBezTo>
                        <a:close/>
                      </a:path>
                    </a:pathLst>
                  </a:custGeom>
                  <a:solidFill>
                    <a:srgbClr val="000000"/>
                  </a:solidFill>
                  <a:ln w="20" cap="flat">
                    <a:noFill/>
                    <a:prstDash val="solid"/>
                    <a:round/>
                  </a:ln>
                </p:spPr>
                <p:txBody>
                  <a:bodyPr rtlCol="0" anchor="ctr"/>
                  <a:lstStyle/>
                  <a:p>
                    <a:endParaRPr lang="en-US" sz="3200"/>
                  </a:p>
                </p:txBody>
              </p:sp>
              <p:sp>
                <p:nvSpPr>
                  <p:cNvPr id="429" name="Freeform: Shape 428">
                    <a:extLst>
                      <a:ext uri="{FF2B5EF4-FFF2-40B4-BE49-F238E27FC236}">
                        <a16:creationId xmlns:a16="http://schemas.microsoft.com/office/drawing/2014/main" id="{21FE726A-4B9B-1D09-CCEA-F35F4D9F2A42}"/>
                      </a:ext>
                    </a:extLst>
                  </p:cNvPr>
                  <p:cNvSpPr/>
                  <p:nvPr/>
                </p:nvSpPr>
                <p:spPr>
                  <a:xfrm flipV="1">
                    <a:off x="9232344" y="6363961"/>
                    <a:ext cx="62150" cy="98453"/>
                  </a:xfrm>
                  <a:custGeom>
                    <a:avLst/>
                    <a:gdLst>
                      <a:gd name="connsiteX0" fmla="*/ 48308 w 62150"/>
                      <a:gd name="connsiteY0" fmla="*/ 34176 h 98453"/>
                      <a:gd name="connsiteX1" fmla="*/ 43129 w 62150"/>
                      <a:gd name="connsiteY1" fmla="*/ 53950 h 98453"/>
                      <a:gd name="connsiteX2" fmla="*/ 28901 w 62150"/>
                      <a:gd name="connsiteY2" fmla="*/ 61125 h 98453"/>
                      <a:gd name="connsiteX3" fmla="*/ 14653 w 62150"/>
                      <a:gd name="connsiteY3" fmla="*/ 53950 h 98453"/>
                      <a:gd name="connsiteX4" fmla="*/ 9474 w 62150"/>
                      <a:gd name="connsiteY4" fmla="*/ 34176 h 98453"/>
                      <a:gd name="connsiteX5" fmla="*/ 14653 w 62150"/>
                      <a:gd name="connsiteY5" fmla="*/ 14402 h 98453"/>
                      <a:gd name="connsiteX6" fmla="*/ 28901 w 62150"/>
                      <a:gd name="connsiteY6" fmla="*/ 7228 h 98453"/>
                      <a:gd name="connsiteX7" fmla="*/ 43129 w 62150"/>
                      <a:gd name="connsiteY7" fmla="*/ 14402 h 98453"/>
                      <a:gd name="connsiteX8" fmla="*/ 48308 w 62150"/>
                      <a:gd name="connsiteY8" fmla="*/ 34176 h 98453"/>
                      <a:gd name="connsiteX9" fmla="*/ 9474 w 62150"/>
                      <a:gd name="connsiteY9" fmla="*/ 58462 h 98453"/>
                      <a:gd name="connsiteX10" fmla="*/ 18563 w 62150"/>
                      <a:gd name="connsiteY10" fmla="*/ 67663 h 98453"/>
                      <a:gd name="connsiteX11" fmla="*/ 31679 w 62150"/>
                      <a:gd name="connsiteY11" fmla="*/ 70684 h 98453"/>
                      <a:gd name="connsiteX12" fmla="*/ 52237 w 62150"/>
                      <a:gd name="connsiteY12" fmla="*/ 60628 h 98453"/>
                      <a:gd name="connsiteX13" fmla="*/ 60155 w 62150"/>
                      <a:gd name="connsiteY13" fmla="*/ 34176 h 98453"/>
                      <a:gd name="connsiteX14" fmla="*/ 52237 w 62150"/>
                      <a:gd name="connsiteY14" fmla="*/ 7705 h 98453"/>
                      <a:gd name="connsiteX15" fmla="*/ 31679 w 62150"/>
                      <a:gd name="connsiteY15" fmla="*/ -2351 h 98453"/>
                      <a:gd name="connsiteX16" fmla="*/ 18563 w 62150"/>
                      <a:gd name="connsiteY16" fmla="*/ 670 h 98453"/>
                      <a:gd name="connsiteX17" fmla="*/ 9474 w 62150"/>
                      <a:gd name="connsiteY17" fmla="*/ 9891 h 98453"/>
                      <a:gd name="connsiteX18" fmla="*/ 9474 w 62150"/>
                      <a:gd name="connsiteY18" fmla="*/ -543 h 98453"/>
                      <a:gd name="connsiteX19" fmla="*/ -1995 w 62150"/>
                      <a:gd name="connsiteY19" fmla="*/ -543 h 98453"/>
                      <a:gd name="connsiteX20" fmla="*/ -1995 w 62150"/>
                      <a:gd name="connsiteY20" fmla="*/ 96102 h 98453"/>
                      <a:gd name="connsiteX21" fmla="*/ 9474 w 62150"/>
                      <a:gd name="connsiteY21" fmla="*/ 96102 h 98453"/>
                      <a:gd name="connsiteX22" fmla="*/ 9474 w 62150"/>
                      <a:gd name="connsiteY22" fmla="*/ 58462 h 9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2150" h="98453">
                        <a:moveTo>
                          <a:pt x="48308" y="34176"/>
                        </a:moveTo>
                        <a:cubicBezTo>
                          <a:pt x="48308" y="42576"/>
                          <a:pt x="46582" y="49167"/>
                          <a:pt x="43129" y="53950"/>
                        </a:cubicBezTo>
                        <a:cubicBezTo>
                          <a:pt x="39676" y="58733"/>
                          <a:pt x="34934" y="61125"/>
                          <a:pt x="28901" y="61125"/>
                        </a:cubicBezTo>
                        <a:cubicBezTo>
                          <a:pt x="22855" y="61125"/>
                          <a:pt x="18106" y="58733"/>
                          <a:pt x="14653" y="53950"/>
                        </a:cubicBezTo>
                        <a:cubicBezTo>
                          <a:pt x="11201" y="49167"/>
                          <a:pt x="9474" y="42576"/>
                          <a:pt x="9474" y="34176"/>
                        </a:cubicBezTo>
                        <a:cubicBezTo>
                          <a:pt x="9474" y="25776"/>
                          <a:pt x="11201" y="19185"/>
                          <a:pt x="14653" y="14402"/>
                        </a:cubicBezTo>
                        <a:cubicBezTo>
                          <a:pt x="18106" y="9619"/>
                          <a:pt x="22855" y="7228"/>
                          <a:pt x="28901" y="7228"/>
                        </a:cubicBezTo>
                        <a:cubicBezTo>
                          <a:pt x="34934" y="7228"/>
                          <a:pt x="39676" y="9619"/>
                          <a:pt x="43129" y="14402"/>
                        </a:cubicBezTo>
                        <a:cubicBezTo>
                          <a:pt x="46582" y="19185"/>
                          <a:pt x="48308" y="25776"/>
                          <a:pt x="48308" y="34176"/>
                        </a:cubicBezTo>
                        <a:close/>
                        <a:moveTo>
                          <a:pt x="9474" y="58462"/>
                        </a:moveTo>
                        <a:cubicBezTo>
                          <a:pt x="11882" y="62595"/>
                          <a:pt x="14911" y="65662"/>
                          <a:pt x="18563" y="67663"/>
                        </a:cubicBezTo>
                        <a:cubicBezTo>
                          <a:pt x="22227" y="69677"/>
                          <a:pt x="26599" y="70684"/>
                          <a:pt x="31679" y="70684"/>
                        </a:cubicBezTo>
                        <a:cubicBezTo>
                          <a:pt x="40120" y="70684"/>
                          <a:pt x="46972" y="67332"/>
                          <a:pt x="52237" y="60628"/>
                        </a:cubicBezTo>
                        <a:cubicBezTo>
                          <a:pt x="57516" y="53924"/>
                          <a:pt x="60155" y="45107"/>
                          <a:pt x="60155" y="34176"/>
                        </a:cubicBezTo>
                        <a:cubicBezTo>
                          <a:pt x="60155" y="23246"/>
                          <a:pt x="57516" y="14422"/>
                          <a:pt x="52237" y="7705"/>
                        </a:cubicBezTo>
                        <a:cubicBezTo>
                          <a:pt x="46972" y="1001"/>
                          <a:pt x="40120" y="-2351"/>
                          <a:pt x="31679" y="-2351"/>
                        </a:cubicBezTo>
                        <a:cubicBezTo>
                          <a:pt x="26599" y="-2351"/>
                          <a:pt x="22227" y="-1344"/>
                          <a:pt x="18563" y="670"/>
                        </a:cubicBezTo>
                        <a:cubicBezTo>
                          <a:pt x="14911" y="2683"/>
                          <a:pt x="11882" y="5757"/>
                          <a:pt x="9474" y="9891"/>
                        </a:cubicBezTo>
                        <a:lnTo>
                          <a:pt x="9474" y="-543"/>
                        </a:lnTo>
                        <a:lnTo>
                          <a:pt x="-1995" y="-543"/>
                        </a:lnTo>
                        <a:lnTo>
                          <a:pt x="-1995" y="96102"/>
                        </a:lnTo>
                        <a:lnTo>
                          <a:pt x="9474" y="96102"/>
                        </a:lnTo>
                        <a:lnTo>
                          <a:pt x="9474" y="58462"/>
                        </a:lnTo>
                        <a:close/>
                      </a:path>
                    </a:pathLst>
                  </a:custGeom>
                  <a:solidFill>
                    <a:srgbClr val="000000"/>
                  </a:solidFill>
                  <a:ln w="20" cap="flat">
                    <a:noFill/>
                    <a:prstDash val="solid"/>
                    <a:round/>
                  </a:ln>
                </p:spPr>
                <p:txBody>
                  <a:bodyPr rtlCol="0" anchor="ctr"/>
                  <a:lstStyle/>
                  <a:p>
                    <a:endParaRPr lang="en-US" sz="3200"/>
                  </a:p>
                </p:txBody>
              </p:sp>
              <p:sp>
                <p:nvSpPr>
                  <p:cNvPr id="430" name="Freeform: Shape 429">
                    <a:extLst>
                      <a:ext uri="{FF2B5EF4-FFF2-40B4-BE49-F238E27FC236}">
                        <a16:creationId xmlns:a16="http://schemas.microsoft.com/office/drawing/2014/main" id="{751401E0-D4C4-7071-E087-CF7B90ED82E5}"/>
                      </a:ext>
                    </a:extLst>
                  </p:cNvPr>
                  <p:cNvSpPr/>
                  <p:nvPr/>
                </p:nvSpPr>
                <p:spPr>
                  <a:xfrm flipV="1">
                    <a:off x="9308434" y="6389379"/>
                    <a:ext cx="64373" cy="73034"/>
                  </a:xfrm>
                  <a:custGeom>
                    <a:avLst/>
                    <a:gdLst>
                      <a:gd name="connsiteX0" fmla="*/ 62556 w 64373"/>
                      <a:gd name="connsiteY0" fmla="*/ 37738 h 73034"/>
                      <a:gd name="connsiteX1" fmla="*/ 62556 w 64373"/>
                      <a:gd name="connsiteY1" fmla="*/ 32154 h 73034"/>
                      <a:gd name="connsiteX2" fmla="*/ 10089 w 64373"/>
                      <a:gd name="connsiteY2" fmla="*/ 32154 h 73034"/>
                      <a:gd name="connsiteX3" fmla="*/ 17193 w 64373"/>
                      <a:gd name="connsiteY3" fmla="*/ 14168 h 73034"/>
                      <a:gd name="connsiteX4" fmla="*/ 34894 w 64373"/>
                      <a:gd name="connsiteY4" fmla="*/ 7987 h 73034"/>
                      <a:gd name="connsiteX5" fmla="*/ 47633 w 64373"/>
                      <a:gd name="connsiteY5" fmla="*/ 9597 h 73034"/>
                      <a:gd name="connsiteX6" fmla="*/ 59897 w 64373"/>
                      <a:gd name="connsiteY6" fmla="*/ 14446 h 73034"/>
                      <a:gd name="connsiteX7" fmla="*/ 59897 w 64373"/>
                      <a:gd name="connsiteY7" fmla="*/ 3635 h 73034"/>
                      <a:gd name="connsiteX8" fmla="*/ 47296 w 64373"/>
                      <a:gd name="connsiteY8" fmla="*/ -339 h 73034"/>
                      <a:gd name="connsiteX9" fmla="*/ 34219 w 64373"/>
                      <a:gd name="connsiteY9" fmla="*/ -1711 h 73034"/>
                      <a:gd name="connsiteX10" fmla="*/ 7886 w 64373"/>
                      <a:gd name="connsiteY10" fmla="*/ 7968 h 73034"/>
                      <a:gd name="connsiteX11" fmla="*/ -1817 w 64373"/>
                      <a:gd name="connsiteY11" fmla="*/ 34201 h 73034"/>
                      <a:gd name="connsiteX12" fmla="*/ 7390 w 64373"/>
                      <a:gd name="connsiteY12" fmla="*/ 61288 h 73034"/>
                      <a:gd name="connsiteX13" fmla="*/ 32234 w 64373"/>
                      <a:gd name="connsiteY13" fmla="*/ 71324 h 73034"/>
                      <a:gd name="connsiteX14" fmla="*/ 54400 w 64373"/>
                      <a:gd name="connsiteY14" fmla="*/ 62282 h 73034"/>
                      <a:gd name="connsiteX15" fmla="*/ 62556 w 64373"/>
                      <a:gd name="connsiteY15" fmla="*/ 37738 h 73034"/>
                      <a:gd name="connsiteX16" fmla="*/ 51146 w 64373"/>
                      <a:gd name="connsiteY16" fmla="*/ 41097 h 73034"/>
                      <a:gd name="connsiteX17" fmla="*/ 45907 w 64373"/>
                      <a:gd name="connsiteY17" fmla="*/ 56042 h 73034"/>
                      <a:gd name="connsiteX18" fmla="*/ 32354 w 64373"/>
                      <a:gd name="connsiteY18" fmla="*/ 61646 h 73034"/>
                      <a:gd name="connsiteX19" fmla="*/ 17074 w 64373"/>
                      <a:gd name="connsiteY19" fmla="*/ 56240 h 73034"/>
                      <a:gd name="connsiteX20" fmla="*/ 10466 w 64373"/>
                      <a:gd name="connsiteY20" fmla="*/ 41017 h 73034"/>
                      <a:gd name="connsiteX21" fmla="*/ 51146 w 64373"/>
                      <a:gd name="connsiteY21" fmla="*/ 41097 h 7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4373" h="73034">
                        <a:moveTo>
                          <a:pt x="62556" y="37738"/>
                        </a:moveTo>
                        <a:lnTo>
                          <a:pt x="62556" y="32154"/>
                        </a:lnTo>
                        <a:lnTo>
                          <a:pt x="10089" y="32154"/>
                        </a:lnTo>
                        <a:cubicBezTo>
                          <a:pt x="10592" y="24284"/>
                          <a:pt x="12960" y="18289"/>
                          <a:pt x="17193" y="14168"/>
                        </a:cubicBezTo>
                        <a:cubicBezTo>
                          <a:pt x="21426" y="10048"/>
                          <a:pt x="27327" y="7987"/>
                          <a:pt x="34894" y="7987"/>
                        </a:cubicBezTo>
                        <a:cubicBezTo>
                          <a:pt x="39272" y="7987"/>
                          <a:pt x="43519" y="8524"/>
                          <a:pt x="47633" y="9597"/>
                        </a:cubicBezTo>
                        <a:cubicBezTo>
                          <a:pt x="51747" y="10670"/>
                          <a:pt x="55835" y="12287"/>
                          <a:pt x="59897" y="14446"/>
                        </a:cubicBezTo>
                        <a:lnTo>
                          <a:pt x="59897" y="3635"/>
                        </a:lnTo>
                        <a:cubicBezTo>
                          <a:pt x="55796" y="1900"/>
                          <a:pt x="51595" y="575"/>
                          <a:pt x="47296" y="-339"/>
                        </a:cubicBezTo>
                        <a:cubicBezTo>
                          <a:pt x="42996" y="-1254"/>
                          <a:pt x="38637" y="-1711"/>
                          <a:pt x="34219" y="-1711"/>
                        </a:cubicBezTo>
                        <a:cubicBezTo>
                          <a:pt x="23133" y="-1711"/>
                          <a:pt x="14355" y="1515"/>
                          <a:pt x="7886" y="7968"/>
                        </a:cubicBezTo>
                        <a:cubicBezTo>
                          <a:pt x="1417" y="14433"/>
                          <a:pt x="-1817" y="23177"/>
                          <a:pt x="-1817" y="34201"/>
                        </a:cubicBezTo>
                        <a:cubicBezTo>
                          <a:pt x="-1817" y="45582"/>
                          <a:pt x="1252" y="54611"/>
                          <a:pt x="7390" y="61288"/>
                        </a:cubicBezTo>
                        <a:cubicBezTo>
                          <a:pt x="13528" y="67979"/>
                          <a:pt x="21810" y="71324"/>
                          <a:pt x="32234" y="71324"/>
                        </a:cubicBezTo>
                        <a:cubicBezTo>
                          <a:pt x="41574" y="71324"/>
                          <a:pt x="48963" y="68310"/>
                          <a:pt x="54400" y="62282"/>
                        </a:cubicBezTo>
                        <a:cubicBezTo>
                          <a:pt x="59837" y="56267"/>
                          <a:pt x="62556" y="48086"/>
                          <a:pt x="62556" y="37738"/>
                        </a:cubicBezTo>
                        <a:close/>
                        <a:moveTo>
                          <a:pt x="51146" y="41097"/>
                        </a:moveTo>
                        <a:cubicBezTo>
                          <a:pt x="51066" y="47337"/>
                          <a:pt x="49320" y="52319"/>
                          <a:pt x="45907" y="56042"/>
                        </a:cubicBezTo>
                        <a:cubicBezTo>
                          <a:pt x="42494" y="59778"/>
                          <a:pt x="37976" y="61646"/>
                          <a:pt x="32354" y="61646"/>
                        </a:cubicBezTo>
                        <a:cubicBezTo>
                          <a:pt x="25990" y="61646"/>
                          <a:pt x="20897" y="59844"/>
                          <a:pt x="17074" y="56240"/>
                        </a:cubicBezTo>
                        <a:cubicBezTo>
                          <a:pt x="13251" y="52637"/>
                          <a:pt x="11048" y="47562"/>
                          <a:pt x="10466" y="41017"/>
                        </a:cubicBezTo>
                        <a:lnTo>
                          <a:pt x="51146" y="41097"/>
                        </a:lnTo>
                        <a:close/>
                      </a:path>
                    </a:pathLst>
                  </a:custGeom>
                  <a:solidFill>
                    <a:srgbClr val="000000"/>
                  </a:solidFill>
                  <a:ln w="20" cap="flat">
                    <a:noFill/>
                    <a:prstDash val="solid"/>
                    <a:round/>
                  </a:ln>
                </p:spPr>
                <p:txBody>
                  <a:bodyPr rtlCol="0" anchor="ctr"/>
                  <a:lstStyle/>
                  <a:p>
                    <a:endParaRPr lang="en-US" sz="3200"/>
                  </a:p>
                </p:txBody>
              </p:sp>
              <p:sp>
                <p:nvSpPr>
                  <p:cNvPr id="431" name="Freeform: Shape 430">
                    <a:extLst>
                      <a:ext uri="{FF2B5EF4-FFF2-40B4-BE49-F238E27FC236}">
                        <a16:creationId xmlns:a16="http://schemas.microsoft.com/office/drawing/2014/main" id="{0DCFB9B1-6217-5F14-05B3-B02EB78F2F81}"/>
                      </a:ext>
                    </a:extLst>
                  </p:cNvPr>
                  <p:cNvSpPr/>
                  <p:nvPr/>
                </p:nvSpPr>
                <p:spPr>
                  <a:xfrm flipV="1">
                    <a:off x="9386570" y="6363961"/>
                    <a:ext cx="62071" cy="98453"/>
                  </a:xfrm>
                  <a:custGeom>
                    <a:avLst/>
                    <a:gdLst>
                      <a:gd name="connsiteX0" fmla="*/ 48908 w 62071"/>
                      <a:gd name="connsiteY0" fmla="*/ 58462 h 98453"/>
                      <a:gd name="connsiteX1" fmla="*/ 48908 w 62071"/>
                      <a:gd name="connsiteY1" fmla="*/ 96102 h 98453"/>
                      <a:gd name="connsiteX2" fmla="*/ 60318 w 62071"/>
                      <a:gd name="connsiteY2" fmla="*/ 96102 h 98453"/>
                      <a:gd name="connsiteX3" fmla="*/ 60318 w 62071"/>
                      <a:gd name="connsiteY3" fmla="*/ -543 h 98453"/>
                      <a:gd name="connsiteX4" fmla="*/ 48908 w 62071"/>
                      <a:gd name="connsiteY4" fmla="*/ -543 h 98453"/>
                      <a:gd name="connsiteX5" fmla="*/ 48908 w 62071"/>
                      <a:gd name="connsiteY5" fmla="*/ 9891 h 98453"/>
                      <a:gd name="connsiteX6" fmla="*/ 39819 w 62071"/>
                      <a:gd name="connsiteY6" fmla="*/ 670 h 98453"/>
                      <a:gd name="connsiteX7" fmla="*/ 26643 w 62071"/>
                      <a:gd name="connsiteY7" fmla="*/ -2351 h 98453"/>
                      <a:gd name="connsiteX8" fmla="*/ 6144 w 62071"/>
                      <a:gd name="connsiteY8" fmla="*/ 7705 h 98453"/>
                      <a:gd name="connsiteX9" fmla="*/ -1753 w 62071"/>
                      <a:gd name="connsiteY9" fmla="*/ 34176 h 98453"/>
                      <a:gd name="connsiteX10" fmla="*/ 6144 w 62071"/>
                      <a:gd name="connsiteY10" fmla="*/ 60628 h 98453"/>
                      <a:gd name="connsiteX11" fmla="*/ 26643 w 62071"/>
                      <a:gd name="connsiteY11" fmla="*/ 70684 h 98453"/>
                      <a:gd name="connsiteX12" fmla="*/ 39819 w 62071"/>
                      <a:gd name="connsiteY12" fmla="*/ 67663 h 98453"/>
                      <a:gd name="connsiteX13" fmla="*/ 48908 w 62071"/>
                      <a:gd name="connsiteY13" fmla="*/ 58462 h 98453"/>
                      <a:gd name="connsiteX14" fmla="*/ 10034 w 62071"/>
                      <a:gd name="connsiteY14" fmla="*/ 34176 h 98453"/>
                      <a:gd name="connsiteX15" fmla="*/ 15213 w 62071"/>
                      <a:gd name="connsiteY15" fmla="*/ 14402 h 98453"/>
                      <a:gd name="connsiteX16" fmla="*/ 29441 w 62071"/>
                      <a:gd name="connsiteY16" fmla="*/ 7228 h 98453"/>
                      <a:gd name="connsiteX17" fmla="*/ 43689 w 62071"/>
                      <a:gd name="connsiteY17" fmla="*/ 14402 h 98453"/>
                      <a:gd name="connsiteX18" fmla="*/ 48908 w 62071"/>
                      <a:gd name="connsiteY18" fmla="*/ 34176 h 98453"/>
                      <a:gd name="connsiteX19" fmla="*/ 43689 w 62071"/>
                      <a:gd name="connsiteY19" fmla="*/ 53950 h 98453"/>
                      <a:gd name="connsiteX20" fmla="*/ 29441 w 62071"/>
                      <a:gd name="connsiteY20" fmla="*/ 61125 h 98453"/>
                      <a:gd name="connsiteX21" fmla="*/ 15213 w 62071"/>
                      <a:gd name="connsiteY21" fmla="*/ 53950 h 98453"/>
                      <a:gd name="connsiteX22" fmla="*/ 10034 w 62071"/>
                      <a:gd name="connsiteY22" fmla="*/ 34176 h 9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2071" h="98453">
                        <a:moveTo>
                          <a:pt x="48908" y="58462"/>
                        </a:moveTo>
                        <a:lnTo>
                          <a:pt x="48908" y="96102"/>
                        </a:lnTo>
                        <a:lnTo>
                          <a:pt x="60318" y="96102"/>
                        </a:lnTo>
                        <a:lnTo>
                          <a:pt x="60318" y="-543"/>
                        </a:lnTo>
                        <a:lnTo>
                          <a:pt x="48908" y="-543"/>
                        </a:lnTo>
                        <a:lnTo>
                          <a:pt x="48908" y="9891"/>
                        </a:lnTo>
                        <a:cubicBezTo>
                          <a:pt x="46513" y="5757"/>
                          <a:pt x="43484" y="2683"/>
                          <a:pt x="39819" y="670"/>
                        </a:cubicBezTo>
                        <a:cubicBezTo>
                          <a:pt x="36168" y="-1344"/>
                          <a:pt x="31776" y="-2351"/>
                          <a:pt x="26643" y="-2351"/>
                        </a:cubicBezTo>
                        <a:cubicBezTo>
                          <a:pt x="18256" y="-2351"/>
                          <a:pt x="11423" y="1001"/>
                          <a:pt x="6144" y="7705"/>
                        </a:cubicBezTo>
                        <a:cubicBezTo>
                          <a:pt x="879" y="14422"/>
                          <a:pt x="-1753" y="23246"/>
                          <a:pt x="-1753" y="34176"/>
                        </a:cubicBezTo>
                        <a:cubicBezTo>
                          <a:pt x="-1753" y="45107"/>
                          <a:pt x="879" y="53924"/>
                          <a:pt x="6144" y="60628"/>
                        </a:cubicBezTo>
                        <a:cubicBezTo>
                          <a:pt x="11423" y="67332"/>
                          <a:pt x="18256" y="70684"/>
                          <a:pt x="26643" y="70684"/>
                        </a:cubicBezTo>
                        <a:cubicBezTo>
                          <a:pt x="31776" y="70684"/>
                          <a:pt x="36168" y="69677"/>
                          <a:pt x="39819" y="67663"/>
                        </a:cubicBezTo>
                        <a:cubicBezTo>
                          <a:pt x="43484" y="65662"/>
                          <a:pt x="46513" y="62595"/>
                          <a:pt x="48908" y="58462"/>
                        </a:cubicBezTo>
                        <a:close/>
                        <a:moveTo>
                          <a:pt x="10034" y="34176"/>
                        </a:moveTo>
                        <a:cubicBezTo>
                          <a:pt x="10034" y="25776"/>
                          <a:pt x="11760" y="19185"/>
                          <a:pt x="15213" y="14402"/>
                        </a:cubicBezTo>
                        <a:cubicBezTo>
                          <a:pt x="18666" y="9619"/>
                          <a:pt x="23409" y="7228"/>
                          <a:pt x="29441" y="7228"/>
                        </a:cubicBezTo>
                        <a:cubicBezTo>
                          <a:pt x="35474" y="7228"/>
                          <a:pt x="40223" y="9619"/>
                          <a:pt x="43689" y="14402"/>
                        </a:cubicBezTo>
                        <a:cubicBezTo>
                          <a:pt x="47168" y="19185"/>
                          <a:pt x="48908" y="25776"/>
                          <a:pt x="48908" y="34176"/>
                        </a:cubicBezTo>
                        <a:cubicBezTo>
                          <a:pt x="48908" y="42576"/>
                          <a:pt x="47168" y="49167"/>
                          <a:pt x="43689" y="53950"/>
                        </a:cubicBezTo>
                        <a:cubicBezTo>
                          <a:pt x="40223" y="58733"/>
                          <a:pt x="35474" y="61125"/>
                          <a:pt x="29441" y="61125"/>
                        </a:cubicBezTo>
                        <a:cubicBezTo>
                          <a:pt x="23409" y="61125"/>
                          <a:pt x="18666" y="58733"/>
                          <a:pt x="15213" y="53950"/>
                        </a:cubicBezTo>
                        <a:cubicBezTo>
                          <a:pt x="11760" y="49167"/>
                          <a:pt x="10034" y="42576"/>
                          <a:pt x="10034" y="34176"/>
                        </a:cubicBezTo>
                        <a:close/>
                      </a:path>
                    </a:pathLst>
                  </a:custGeom>
                  <a:solidFill>
                    <a:srgbClr val="000000"/>
                  </a:solidFill>
                  <a:ln w="20" cap="flat">
                    <a:noFill/>
                    <a:prstDash val="solid"/>
                    <a:round/>
                  </a:ln>
                </p:spPr>
                <p:txBody>
                  <a:bodyPr rtlCol="0" anchor="ctr"/>
                  <a:lstStyle/>
                  <a:p>
                    <a:endParaRPr lang="en-US" sz="3200"/>
                  </a:p>
                </p:txBody>
              </p:sp>
            </p:grpSp>
          </p:grpSp>
        </p:grpSp>
      </p:grpSp>
      <p:sp>
        <p:nvSpPr>
          <p:cNvPr id="1312" name="Rectangle 1311">
            <a:extLst>
              <a:ext uri="{FF2B5EF4-FFF2-40B4-BE49-F238E27FC236}">
                <a16:creationId xmlns:a16="http://schemas.microsoft.com/office/drawing/2014/main" id="{343B859B-3E15-A37F-43BF-A1C9AF8840A8}"/>
              </a:ext>
            </a:extLst>
          </p:cNvPr>
          <p:cNvSpPr/>
          <p:nvPr/>
        </p:nvSpPr>
        <p:spPr>
          <a:xfrm>
            <a:off x="44504067" y="7501868"/>
            <a:ext cx="808198" cy="23421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313" name="TextBox 1312">
            <a:extLst>
              <a:ext uri="{FF2B5EF4-FFF2-40B4-BE49-F238E27FC236}">
                <a16:creationId xmlns:a16="http://schemas.microsoft.com/office/drawing/2014/main" id="{850D3177-FD5A-3F8C-E0F7-0678644FEC6C}"/>
              </a:ext>
            </a:extLst>
          </p:cNvPr>
          <p:cNvSpPr txBox="1"/>
          <p:nvPr/>
        </p:nvSpPr>
        <p:spPr>
          <a:xfrm rot="16200000">
            <a:off x="43100939" y="8567246"/>
            <a:ext cx="3372929" cy="584775"/>
          </a:xfrm>
          <a:prstGeom prst="rect">
            <a:avLst/>
          </a:prstGeom>
          <a:noFill/>
        </p:spPr>
        <p:txBody>
          <a:bodyPr wrap="square">
            <a:spAutoFit/>
          </a:bodyPr>
          <a:lstStyle/>
          <a:p>
            <a:pPr algn="ctr"/>
            <a:r>
              <a:rPr lang="en-US" sz="3200" b="0" i="0" u="none" strike="noStrike" baseline="0" dirty="0">
                <a:latin typeface="Calibri" panose="020F0502020204030204" pitchFamily="34" charset="0"/>
                <a:ea typeface="Calibri" panose="020F0502020204030204" pitchFamily="34" charset="0"/>
                <a:cs typeface="Calibri" panose="020F0502020204030204" pitchFamily="34" charset="0"/>
              </a:rPr>
              <a:t>Modulation</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1316" name="矩形 17">
            <a:extLst>
              <a:ext uri="{FF2B5EF4-FFF2-40B4-BE49-F238E27FC236}">
                <a16:creationId xmlns:a16="http://schemas.microsoft.com/office/drawing/2014/main" id="{99774238-51EE-BB44-AF0A-95DFC4A829DA}"/>
              </a:ext>
            </a:extLst>
          </p:cNvPr>
          <p:cNvSpPr/>
          <p:nvPr/>
        </p:nvSpPr>
        <p:spPr>
          <a:xfrm>
            <a:off x="33219473" y="16658705"/>
            <a:ext cx="17457538" cy="12232444"/>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grpSp>
        <p:nvGrpSpPr>
          <p:cNvPr id="4933" name="Group 4932">
            <a:extLst>
              <a:ext uri="{FF2B5EF4-FFF2-40B4-BE49-F238E27FC236}">
                <a16:creationId xmlns:a16="http://schemas.microsoft.com/office/drawing/2014/main" id="{C2BCE6E1-CBE6-D0CE-2B5B-35EDEB4DB6FF}"/>
              </a:ext>
            </a:extLst>
          </p:cNvPr>
          <p:cNvGrpSpPr/>
          <p:nvPr/>
        </p:nvGrpSpPr>
        <p:grpSpPr>
          <a:xfrm>
            <a:off x="33533663" y="19167193"/>
            <a:ext cx="17063030" cy="8200626"/>
            <a:chOff x="33220232" y="19167193"/>
            <a:chExt cx="17063030" cy="8200626"/>
          </a:xfrm>
        </p:grpSpPr>
        <p:grpSp>
          <p:nvGrpSpPr>
            <p:cNvPr id="4932" name="Group 4931">
              <a:extLst>
                <a:ext uri="{FF2B5EF4-FFF2-40B4-BE49-F238E27FC236}">
                  <a16:creationId xmlns:a16="http://schemas.microsoft.com/office/drawing/2014/main" id="{F38A5FA3-3092-9870-5F8E-7B75696A5F02}"/>
                </a:ext>
              </a:extLst>
            </p:cNvPr>
            <p:cNvGrpSpPr/>
            <p:nvPr/>
          </p:nvGrpSpPr>
          <p:grpSpPr>
            <a:xfrm>
              <a:off x="33220232" y="23427719"/>
              <a:ext cx="16910488" cy="3940100"/>
              <a:chOff x="33220232" y="18746964"/>
              <a:chExt cx="16910488" cy="3940100"/>
            </a:xfrm>
          </p:grpSpPr>
          <p:pic>
            <p:nvPicPr>
              <p:cNvPr id="1318" name="Graphic 1317">
                <a:extLst>
                  <a:ext uri="{FF2B5EF4-FFF2-40B4-BE49-F238E27FC236}">
                    <a16:creationId xmlns:a16="http://schemas.microsoft.com/office/drawing/2014/main" id="{994FB2B3-BF06-98F7-2E8F-5F328B796148}"/>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34130300" y="19280874"/>
                <a:ext cx="4291347" cy="3165111"/>
              </a:xfrm>
              <a:prstGeom prst="rect">
                <a:avLst/>
              </a:prstGeom>
            </p:spPr>
          </p:pic>
          <p:sp>
            <p:nvSpPr>
              <p:cNvPr id="1319" name="TextBox 1318">
                <a:extLst>
                  <a:ext uri="{FF2B5EF4-FFF2-40B4-BE49-F238E27FC236}">
                    <a16:creationId xmlns:a16="http://schemas.microsoft.com/office/drawing/2014/main" id="{4F1310BA-2ADE-A642-2802-06ED6EC60E31}"/>
                  </a:ext>
                </a:extLst>
              </p:cNvPr>
              <p:cNvSpPr txBox="1"/>
              <p:nvPr/>
            </p:nvSpPr>
            <p:spPr>
              <a:xfrm>
                <a:off x="34959017" y="22190971"/>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S Corr</a:t>
                </a:r>
              </a:p>
            </p:txBody>
          </p:sp>
          <p:sp>
            <p:nvSpPr>
              <p:cNvPr id="1320" name="TextBox 1319">
                <a:extLst>
                  <a:ext uri="{FF2B5EF4-FFF2-40B4-BE49-F238E27FC236}">
                    <a16:creationId xmlns:a16="http://schemas.microsoft.com/office/drawing/2014/main" id="{578FC4C3-8A26-1077-523B-C75C7BD6CA43}"/>
                  </a:ext>
                </a:extLst>
              </p:cNvPr>
              <p:cNvSpPr txBox="1"/>
              <p:nvPr/>
            </p:nvSpPr>
            <p:spPr>
              <a:xfrm rot="16200000">
                <a:off x="33006996" y="20474647"/>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P Corr</a:t>
                </a:r>
              </a:p>
            </p:txBody>
          </p:sp>
          <p:sp>
            <p:nvSpPr>
              <p:cNvPr id="1321" name="TextBox 1320">
                <a:extLst>
                  <a:ext uri="{FF2B5EF4-FFF2-40B4-BE49-F238E27FC236}">
                    <a16:creationId xmlns:a16="http://schemas.microsoft.com/office/drawing/2014/main" id="{C2C3FCA6-6F93-6FCE-90A4-843EC6BB904E}"/>
                  </a:ext>
                </a:extLst>
              </p:cNvPr>
              <p:cNvSpPr txBox="1"/>
              <p:nvPr/>
            </p:nvSpPr>
            <p:spPr>
              <a:xfrm>
                <a:off x="42039255" y="18746964"/>
                <a:ext cx="3422296" cy="541193"/>
              </a:xfrm>
              <a:prstGeom prst="rect">
                <a:avLst/>
              </a:prstGeom>
              <a:noFill/>
            </p:spPr>
            <p:txBody>
              <a:bodyPr wrap="square">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After Learning</a:t>
                </a:r>
              </a:p>
            </p:txBody>
          </p:sp>
          <mc:AlternateContent xmlns:mc="http://schemas.openxmlformats.org/markup-compatibility/2006" xmlns:a14="http://schemas.microsoft.com/office/drawing/2010/main">
            <mc:Choice Requires="a14">
              <p:sp>
                <p:nvSpPr>
                  <p:cNvPr id="1322" name="TextBox 1321">
                    <a:extLst>
                      <a:ext uri="{FF2B5EF4-FFF2-40B4-BE49-F238E27FC236}">
                        <a16:creationId xmlns:a16="http://schemas.microsoft.com/office/drawing/2014/main" id="{4B75428D-204B-D2DC-F529-F79A1B05658B}"/>
                      </a:ext>
                    </a:extLst>
                  </p:cNvPr>
                  <p:cNvSpPr txBox="1"/>
                  <p:nvPr/>
                </p:nvSpPr>
                <p:spPr>
                  <a:xfrm>
                    <a:off x="35608095" y="19823426"/>
                    <a:ext cx="1634102" cy="496093"/>
                  </a:xfrm>
                  <a:prstGeom prst="rect">
                    <a:avLst/>
                  </a:prstGeom>
                  <a:noFill/>
                </p:spPr>
                <p:txBody>
                  <a:bodyPr wrap="square">
                    <a:spAutoFit/>
                  </a:bodyPr>
                  <a:lstStyle/>
                  <a:p>
                    <a:pPr algn="ctr"/>
                    <a14:m>
                      <m:oMathPara xmlns:m="http://schemas.openxmlformats.org/officeDocument/2006/math">
                        <m:oMath>
                          <m:r>
                            <a:rPr lang="en-US" sz="1600" b="1" i="1" smtClean="0">
                              <a:latin typeface="Cambria Math" panose="02040503050406030204" pitchFamily="18" charset="0"/>
                              <a:ea typeface="Calibri" panose="020F0502020204030204" pitchFamily="34" charset="0"/>
                              <a:cs typeface="Calibri" panose="020F0502020204030204" pitchFamily="34" charset="0"/>
                            </a:rPr>
                            <m:t>𝜽</m:t>
                          </m:r>
                        </m:oMath>
                      </m:oMathPara>
                    </a14:m>
                    <a:endParaRPr lang="en-US" sz="16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322" name="TextBox 1321">
                    <a:extLst>
                      <a:ext uri="{FF2B5EF4-FFF2-40B4-BE49-F238E27FC236}">
                        <a16:creationId xmlns:a16="http://schemas.microsoft.com/office/drawing/2014/main" id="{4B75428D-204B-D2DC-F529-F79A1B05658B}"/>
                      </a:ext>
                    </a:extLst>
                  </p:cNvPr>
                  <p:cNvSpPr txBox="1">
                    <a:spLocks noRot="1" noChangeAspect="1" noMove="1" noResize="1" noEditPoints="1" noAdjustHandles="1" noChangeArrowheads="1" noChangeShapeType="1" noTextEdit="1"/>
                  </p:cNvSpPr>
                  <p:nvPr/>
                </p:nvSpPr>
                <p:spPr>
                  <a:xfrm>
                    <a:off x="35608095" y="19823426"/>
                    <a:ext cx="1634102" cy="496093"/>
                  </a:xfrm>
                  <a:prstGeom prst="rect">
                    <a:avLst/>
                  </a:prstGeom>
                  <a:blipFill>
                    <a:blip r:embed="rId26"/>
                    <a:stretch>
                      <a:fillRect/>
                    </a:stretch>
                  </a:blipFill>
                </p:spPr>
                <p:txBody>
                  <a:bodyPr/>
                  <a:lstStyle/>
                  <a:p>
                    <a:r>
                      <a:rPr lang="en-US">
                        <a:noFill/>
                      </a:rPr>
                      <a:t> </a:t>
                    </a:r>
                  </a:p>
                </p:txBody>
              </p:sp>
            </mc:Fallback>
          </mc:AlternateContent>
          <p:cxnSp>
            <p:nvCxnSpPr>
              <p:cNvPr id="1323" name="Straight Connector 1322">
                <a:extLst>
                  <a:ext uri="{FF2B5EF4-FFF2-40B4-BE49-F238E27FC236}">
                    <a16:creationId xmlns:a16="http://schemas.microsoft.com/office/drawing/2014/main" id="{A31882AC-ED68-8D26-1E13-7592E73515CF}"/>
                  </a:ext>
                </a:extLst>
              </p:cNvPr>
              <p:cNvCxnSpPr>
                <a:cxnSpLocks/>
              </p:cNvCxnSpPr>
              <p:nvPr/>
            </p:nvCxnSpPr>
            <p:spPr>
              <a:xfrm flipH="1">
                <a:off x="34880567" y="19886343"/>
                <a:ext cx="1929014" cy="1929395"/>
              </a:xfrm>
              <a:prstGeom prst="line">
                <a:avLst/>
              </a:prstGeom>
              <a:ln w="9525">
                <a:prstDash val="sysDash"/>
              </a:ln>
            </p:spPr>
            <p:style>
              <a:lnRef idx="2">
                <a:schemeClr val="dk1"/>
              </a:lnRef>
              <a:fillRef idx="0">
                <a:schemeClr val="dk1"/>
              </a:fillRef>
              <a:effectRef idx="1">
                <a:schemeClr val="dk1"/>
              </a:effectRef>
              <a:fontRef idx="minor">
                <a:schemeClr val="tx1"/>
              </a:fontRef>
            </p:style>
          </p:cxnSp>
          <p:sp>
            <p:nvSpPr>
              <p:cNvPr id="1324" name="Arc 1323">
                <a:extLst>
                  <a:ext uri="{FF2B5EF4-FFF2-40B4-BE49-F238E27FC236}">
                    <a16:creationId xmlns:a16="http://schemas.microsoft.com/office/drawing/2014/main" id="{DFF7B76E-9550-CB7B-BDC4-17B3BA245EFF}"/>
                  </a:ext>
                </a:extLst>
              </p:cNvPr>
              <p:cNvSpPr/>
              <p:nvPr/>
            </p:nvSpPr>
            <p:spPr>
              <a:xfrm rot="21362394">
                <a:off x="36050302" y="20199756"/>
                <a:ext cx="301563" cy="304627"/>
              </a:xfrm>
              <a:prstGeom prst="arc">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325" name="Straight Connector 1324">
                <a:extLst>
                  <a:ext uri="{FF2B5EF4-FFF2-40B4-BE49-F238E27FC236}">
                    <a16:creationId xmlns:a16="http://schemas.microsoft.com/office/drawing/2014/main" id="{2323A5D5-31C8-BD0C-69FD-02849E97EA45}"/>
                  </a:ext>
                </a:extLst>
              </p:cNvPr>
              <p:cNvCxnSpPr>
                <a:cxnSpLocks/>
              </p:cNvCxnSpPr>
              <p:nvPr/>
            </p:nvCxnSpPr>
            <p:spPr>
              <a:xfrm flipH="1">
                <a:off x="36051046" y="19625250"/>
                <a:ext cx="300075" cy="1022145"/>
              </a:xfrm>
              <a:prstGeom prst="line">
                <a:avLst/>
              </a:prstGeom>
              <a:ln w="9525">
                <a:prstDash val="sysDash"/>
              </a:ln>
            </p:spPr>
            <p:style>
              <a:lnRef idx="2">
                <a:schemeClr val="dk1"/>
              </a:lnRef>
              <a:fillRef idx="0">
                <a:schemeClr val="dk1"/>
              </a:fillRef>
              <a:effectRef idx="1">
                <a:schemeClr val="dk1"/>
              </a:effectRef>
              <a:fontRef idx="minor">
                <a:schemeClr val="tx1"/>
              </a:fontRef>
            </p:style>
          </p:cxnSp>
          <p:grpSp>
            <p:nvGrpSpPr>
              <p:cNvPr id="1326" name="Group 1325">
                <a:extLst>
                  <a:ext uri="{FF2B5EF4-FFF2-40B4-BE49-F238E27FC236}">
                    <a16:creationId xmlns:a16="http://schemas.microsoft.com/office/drawing/2014/main" id="{A70DC4D9-858D-6EB3-4466-E569904A14A2}"/>
                  </a:ext>
                </a:extLst>
              </p:cNvPr>
              <p:cNvGrpSpPr/>
              <p:nvPr/>
            </p:nvGrpSpPr>
            <p:grpSpPr>
              <a:xfrm>
                <a:off x="38640500" y="19402445"/>
                <a:ext cx="3633242" cy="2913020"/>
                <a:chOff x="13052628" y="3526636"/>
                <a:chExt cx="2479471" cy="1987963"/>
              </a:xfrm>
            </p:grpSpPr>
            <p:grpSp>
              <p:nvGrpSpPr>
                <p:cNvPr id="4873" name="Group 4872">
                  <a:extLst>
                    <a:ext uri="{FF2B5EF4-FFF2-40B4-BE49-F238E27FC236}">
                      <a16:creationId xmlns:a16="http://schemas.microsoft.com/office/drawing/2014/main" id="{099C3211-F3D4-53F1-599F-71FC78F3F9D6}"/>
                    </a:ext>
                  </a:extLst>
                </p:cNvPr>
                <p:cNvGrpSpPr/>
                <p:nvPr/>
              </p:nvGrpSpPr>
              <p:grpSpPr>
                <a:xfrm>
                  <a:off x="13052628" y="3526636"/>
                  <a:ext cx="2263850" cy="1502350"/>
                  <a:chOff x="13052628" y="3526636"/>
                  <a:chExt cx="2263850" cy="1502350"/>
                </a:xfrm>
              </p:grpSpPr>
              <p:sp>
                <p:nvSpPr>
                  <p:cNvPr id="4888" name="Freeform: Shape 4887">
                    <a:extLst>
                      <a:ext uri="{FF2B5EF4-FFF2-40B4-BE49-F238E27FC236}">
                        <a16:creationId xmlns:a16="http://schemas.microsoft.com/office/drawing/2014/main" id="{59B1A6AF-513F-06C2-9814-A682DFF33FE9}"/>
                      </a:ext>
                    </a:extLst>
                  </p:cNvPr>
                  <p:cNvSpPr/>
                  <p:nvPr/>
                </p:nvSpPr>
                <p:spPr>
                  <a:xfrm>
                    <a:off x="13334763" y="3526636"/>
                    <a:ext cx="1981715" cy="1452213"/>
                  </a:xfrm>
                  <a:custGeom>
                    <a:avLst/>
                    <a:gdLst>
                      <a:gd name="connsiteX0" fmla="*/ 0 w 1981715"/>
                      <a:gd name="connsiteY0" fmla="*/ 1452214 h 1452213"/>
                      <a:gd name="connsiteX1" fmla="*/ 1981716 w 1981715"/>
                      <a:gd name="connsiteY1" fmla="*/ 1452214 h 1452213"/>
                      <a:gd name="connsiteX2" fmla="*/ 1981716 w 1981715"/>
                      <a:gd name="connsiteY2" fmla="*/ 0 h 1452213"/>
                      <a:gd name="connsiteX3" fmla="*/ 0 w 1981715"/>
                      <a:gd name="connsiteY3" fmla="*/ 0 h 1452213"/>
                    </a:gdLst>
                    <a:ahLst/>
                    <a:cxnLst>
                      <a:cxn ang="0">
                        <a:pos x="connsiteX0" y="connsiteY0"/>
                      </a:cxn>
                      <a:cxn ang="0">
                        <a:pos x="connsiteX1" y="connsiteY1"/>
                      </a:cxn>
                      <a:cxn ang="0">
                        <a:pos x="connsiteX2" y="connsiteY2"/>
                      </a:cxn>
                      <a:cxn ang="0">
                        <a:pos x="connsiteX3" y="connsiteY3"/>
                      </a:cxn>
                    </a:cxnLst>
                    <a:rect l="l" t="t" r="r" b="b"/>
                    <a:pathLst>
                      <a:path w="1981715" h="1452213">
                        <a:moveTo>
                          <a:pt x="0" y="1452214"/>
                        </a:moveTo>
                        <a:lnTo>
                          <a:pt x="1981716" y="1452214"/>
                        </a:lnTo>
                        <a:lnTo>
                          <a:pt x="1981716" y="0"/>
                        </a:lnTo>
                        <a:lnTo>
                          <a:pt x="0" y="0"/>
                        </a:lnTo>
                        <a:close/>
                      </a:path>
                    </a:pathLst>
                  </a:custGeom>
                  <a:solidFill>
                    <a:srgbClr val="FFFFFF"/>
                  </a:solidFill>
                  <a:ln w="12684" cap="flat">
                    <a:noFill/>
                    <a:prstDash val="solid"/>
                    <a:round/>
                  </a:ln>
                </p:spPr>
                <p:txBody>
                  <a:bodyPr rtlCol="0" anchor="ctr"/>
                  <a:lstStyle/>
                  <a:p>
                    <a:endParaRPr lang="en-US"/>
                  </a:p>
                </p:txBody>
              </p:sp>
              <p:sp>
                <p:nvSpPr>
                  <p:cNvPr id="4889" name="Freeform: Shape 4888">
                    <a:extLst>
                      <a:ext uri="{FF2B5EF4-FFF2-40B4-BE49-F238E27FC236}">
                        <a16:creationId xmlns:a16="http://schemas.microsoft.com/office/drawing/2014/main" id="{FA7BDBE1-0496-413D-79CE-2A7577C434D5}"/>
                      </a:ext>
                    </a:extLst>
                  </p:cNvPr>
                  <p:cNvSpPr/>
                  <p:nvPr/>
                </p:nvSpPr>
                <p:spPr>
                  <a:xfrm>
                    <a:off x="13424841" y="4818892"/>
                    <a:ext cx="90079" cy="159957"/>
                  </a:xfrm>
                  <a:custGeom>
                    <a:avLst/>
                    <a:gdLst>
                      <a:gd name="connsiteX0" fmla="*/ 0 w 90079"/>
                      <a:gd name="connsiteY0" fmla="*/ 159958 h 159957"/>
                      <a:gd name="connsiteX1" fmla="*/ 90079 w 90079"/>
                      <a:gd name="connsiteY1" fmla="*/ 159958 h 159957"/>
                      <a:gd name="connsiteX2" fmla="*/ 90079 w 90079"/>
                      <a:gd name="connsiteY2" fmla="*/ 0 h 159957"/>
                      <a:gd name="connsiteX3" fmla="*/ 0 w 90079"/>
                      <a:gd name="connsiteY3" fmla="*/ 0 h 159957"/>
                    </a:gdLst>
                    <a:ahLst/>
                    <a:cxnLst>
                      <a:cxn ang="0">
                        <a:pos x="connsiteX0" y="connsiteY0"/>
                      </a:cxn>
                      <a:cxn ang="0">
                        <a:pos x="connsiteX1" y="connsiteY1"/>
                      </a:cxn>
                      <a:cxn ang="0">
                        <a:pos x="connsiteX2" y="connsiteY2"/>
                      </a:cxn>
                      <a:cxn ang="0">
                        <a:pos x="connsiteX3" y="connsiteY3"/>
                      </a:cxn>
                    </a:cxnLst>
                    <a:rect l="l" t="t" r="r" b="b"/>
                    <a:pathLst>
                      <a:path w="90079" h="159957">
                        <a:moveTo>
                          <a:pt x="0" y="159958"/>
                        </a:moveTo>
                        <a:lnTo>
                          <a:pt x="90079" y="159958"/>
                        </a:lnTo>
                        <a:lnTo>
                          <a:pt x="90079"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0" name="Freeform: Shape 4889">
                    <a:extLst>
                      <a:ext uri="{FF2B5EF4-FFF2-40B4-BE49-F238E27FC236}">
                        <a16:creationId xmlns:a16="http://schemas.microsoft.com/office/drawing/2014/main" id="{85AE6F96-D1A9-7309-A0AB-11F77131D720}"/>
                      </a:ext>
                    </a:extLst>
                  </p:cNvPr>
                  <p:cNvSpPr/>
                  <p:nvPr/>
                </p:nvSpPr>
                <p:spPr>
                  <a:xfrm>
                    <a:off x="13514920" y="4861585"/>
                    <a:ext cx="90077" cy="117265"/>
                  </a:xfrm>
                  <a:custGeom>
                    <a:avLst/>
                    <a:gdLst>
                      <a:gd name="connsiteX0" fmla="*/ 0 w 90077"/>
                      <a:gd name="connsiteY0" fmla="*/ 117265 h 117265"/>
                      <a:gd name="connsiteX1" fmla="*/ 90078 w 90077"/>
                      <a:gd name="connsiteY1" fmla="*/ 117265 h 117265"/>
                      <a:gd name="connsiteX2" fmla="*/ 90078 w 90077"/>
                      <a:gd name="connsiteY2" fmla="*/ 0 h 117265"/>
                      <a:gd name="connsiteX3" fmla="*/ 0 w 90077"/>
                      <a:gd name="connsiteY3" fmla="*/ 0 h 117265"/>
                    </a:gdLst>
                    <a:ahLst/>
                    <a:cxnLst>
                      <a:cxn ang="0">
                        <a:pos x="connsiteX0" y="connsiteY0"/>
                      </a:cxn>
                      <a:cxn ang="0">
                        <a:pos x="connsiteX1" y="connsiteY1"/>
                      </a:cxn>
                      <a:cxn ang="0">
                        <a:pos x="connsiteX2" y="connsiteY2"/>
                      </a:cxn>
                      <a:cxn ang="0">
                        <a:pos x="connsiteX3" y="connsiteY3"/>
                      </a:cxn>
                    </a:cxnLst>
                    <a:rect l="l" t="t" r="r" b="b"/>
                    <a:pathLst>
                      <a:path w="90077" h="117265">
                        <a:moveTo>
                          <a:pt x="0" y="117265"/>
                        </a:moveTo>
                        <a:lnTo>
                          <a:pt x="90078" y="117265"/>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1" name="Freeform: Shape 4890">
                    <a:extLst>
                      <a:ext uri="{FF2B5EF4-FFF2-40B4-BE49-F238E27FC236}">
                        <a16:creationId xmlns:a16="http://schemas.microsoft.com/office/drawing/2014/main" id="{4D401399-ECE5-37F4-713D-8F0666E662BF}"/>
                      </a:ext>
                    </a:extLst>
                  </p:cNvPr>
                  <p:cNvSpPr/>
                  <p:nvPr/>
                </p:nvSpPr>
                <p:spPr>
                  <a:xfrm>
                    <a:off x="13604998" y="4899901"/>
                    <a:ext cx="90077" cy="78948"/>
                  </a:xfrm>
                  <a:custGeom>
                    <a:avLst/>
                    <a:gdLst>
                      <a:gd name="connsiteX0" fmla="*/ 0 w 90077"/>
                      <a:gd name="connsiteY0" fmla="*/ 78948 h 78948"/>
                      <a:gd name="connsiteX1" fmla="*/ 90078 w 90077"/>
                      <a:gd name="connsiteY1" fmla="*/ 78948 h 78948"/>
                      <a:gd name="connsiteX2" fmla="*/ 90078 w 90077"/>
                      <a:gd name="connsiteY2" fmla="*/ 0 h 78948"/>
                      <a:gd name="connsiteX3" fmla="*/ 0 w 90077"/>
                      <a:gd name="connsiteY3" fmla="*/ 0 h 78948"/>
                    </a:gdLst>
                    <a:ahLst/>
                    <a:cxnLst>
                      <a:cxn ang="0">
                        <a:pos x="connsiteX0" y="connsiteY0"/>
                      </a:cxn>
                      <a:cxn ang="0">
                        <a:pos x="connsiteX1" y="connsiteY1"/>
                      </a:cxn>
                      <a:cxn ang="0">
                        <a:pos x="connsiteX2" y="connsiteY2"/>
                      </a:cxn>
                      <a:cxn ang="0">
                        <a:pos x="connsiteX3" y="connsiteY3"/>
                      </a:cxn>
                    </a:cxnLst>
                    <a:rect l="l" t="t" r="r" b="b"/>
                    <a:pathLst>
                      <a:path w="90077" h="78948">
                        <a:moveTo>
                          <a:pt x="0" y="78948"/>
                        </a:moveTo>
                        <a:lnTo>
                          <a:pt x="90078" y="78948"/>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2" name="Freeform: Shape 4891">
                    <a:extLst>
                      <a:ext uri="{FF2B5EF4-FFF2-40B4-BE49-F238E27FC236}">
                        <a16:creationId xmlns:a16="http://schemas.microsoft.com/office/drawing/2014/main" id="{EA383F54-EDA6-D175-30F5-788EAE073750}"/>
                      </a:ext>
                    </a:extLst>
                  </p:cNvPr>
                  <p:cNvSpPr/>
                  <p:nvPr/>
                </p:nvSpPr>
                <p:spPr>
                  <a:xfrm>
                    <a:off x="13695076" y="4828242"/>
                    <a:ext cx="90077" cy="150607"/>
                  </a:xfrm>
                  <a:custGeom>
                    <a:avLst/>
                    <a:gdLst>
                      <a:gd name="connsiteX0" fmla="*/ 0 w 90077"/>
                      <a:gd name="connsiteY0" fmla="*/ 150608 h 150607"/>
                      <a:gd name="connsiteX1" fmla="*/ 90078 w 90077"/>
                      <a:gd name="connsiteY1" fmla="*/ 150608 h 150607"/>
                      <a:gd name="connsiteX2" fmla="*/ 90078 w 90077"/>
                      <a:gd name="connsiteY2" fmla="*/ 0 h 150607"/>
                      <a:gd name="connsiteX3" fmla="*/ 0 w 90077"/>
                      <a:gd name="connsiteY3" fmla="*/ 0 h 150607"/>
                    </a:gdLst>
                    <a:ahLst/>
                    <a:cxnLst>
                      <a:cxn ang="0">
                        <a:pos x="connsiteX0" y="connsiteY0"/>
                      </a:cxn>
                      <a:cxn ang="0">
                        <a:pos x="connsiteX1" y="connsiteY1"/>
                      </a:cxn>
                      <a:cxn ang="0">
                        <a:pos x="connsiteX2" y="connsiteY2"/>
                      </a:cxn>
                      <a:cxn ang="0">
                        <a:pos x="connsiteX3" y="connsiteY3"/>
                      </a:cxn>
                    </a:cxnLst>
                    <a:rect l="l" t="t" r="r" b="b"/>
                    <a:pathLst>
                      <a:path w="90077" h="150607">
                        <a:moveTo>
                          <a:pt x="0" y="150608"/>
                        </a:moveTo>
                        <a:lnTo>
                          <a:pt x="90078" y="150608"/>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3" name="Freeform: Shape 4892">
                    <a:extLst>
                      <a:ext uri="{FF2B5EF4-FFF2-40B4-BE49-F238E27FC236}">
                        <a16:creationId xmlns:a16="http://schemas.microsoft.com/office/drawing/2014/main" id="{88017D31-3595-95C7-98FA-A9C3504662E3}"/>
                      </a:ext>
                    </a:extLst>
                  </p:cNvPr>
                  <p:cNvSpPr/>
                  <p:nvPr/>
                </p:nvSpPr>
                <p:spPr>
                  <a:xfrm>
                    <a:off x="13785154" y="4795625"/>
                    <a:ext cx="90077" cy="183225"/>
                  </a:xfrm>
                  <a:custGeom>
                    <a:avLst/>
                    <a:gdLst>
                      <a:gd name="connsiteX0" fmla="*/ 0 w 90077"/>
                      <a:gd name="connsiteY0" fmla="*/ 183225 h 183225"/>
                      <a:gd name="connsiteX1" fmla="*/ 90078 w 90077"/>
                      <a:gd name="connsiteY1" fmla="*/ 183225 h 183225"/>
                      <a:gd name="connsiteX2" fmla="*/ 90078 w 90077"/>
                      <a:gd name="connsiteY2" fmla="*/ 0 h 183225"/>
                      <a:gd name="connsiteX3" fmla="*/ 0 w 90077"/>
                      <a:gd name="connsiteY3" fmla="*/ 0 h 183225"/>
                    </a:gdLst>
                    <a:ahLst/>
                    <a:cxnLst>
                      <a:cxn ang="0">
                        <a:pos x="connsiteX0" y="connsiteY0"/>
                      </a:cxn>
                      <a:cxn ang="0">
                        <a:pos x="connsiteX1" y="connsiteY1"/>
                      </a:cxn>
                      <a:cxn ang="0">
                        <a:pos x="connsiteX2" y="connsiteY2"/>
                      </a:cxn>
                      <a:cxn ang="0">
                        <a:pos x="connsiteX3" y="connsiteY3"/>
                      </a:cxn>
                    </a:cxnLst>
                    <a:rect l="l" t="t" r="r" b="b"/>
                    <a:pathLst>
                      <a:path w="90077" h="183225">
                        <a:moveTo>
                          <a:pt x="0" y="183225"/>
                        </a:moveTo>
                        <a:lnTo>
                          <a:pt x="90078" y="183225"/>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4" name="Freeform: Shape 4893">
                    <a:extLst>
                      <a:ext uri="{FF2B5EF4-FFF2-40B4-BE49-F238E27FC236}">
                        <a16:creationId xmlns:a16="http://schemas.microsoft.com/office/drawing/2014/main" id="{CF767335-B69D-4CF7-BE35-A39C69672607}"/>
                      </a:ext>
                    </a:extLst>
                  </p:cNvPr>
                  <p:cNvSpPr/>
                  <p:nvPr/>
                </p:nvSpPr>
                <p:spPr>
                  <a:xfrm>
                    <a:off x="13875231" y="4616024"/>
                    <a:ext cx="90077" cy="362825"/>
                  </a:xfrm>
                  <a:custGeom>
                    <a:avLst/>
                    <a:gdLst>
                      <a:gd name="connsiteX0" fmla="*/ 0 w 90077"/>
                      <a:gd name="connsiteY0" fmla="*/ 362826 h 362825"/>
                      <a:gd name="connsiteX1" fmla="*/ 90078 w 90077"/>
                      <a:gd name="connsiteY1" fmla="*/ 362826 h 362825"/>
                      <a:gd name="connsiteX2" fmla="*/ 90078 w 90077"/>
                      <a:gd name="connsiteY2" fmla="*/ 0 h 362825"/>
                      <a:gd name="connsiteX3" fmla="*/ 0 w 90077"/>
                      <a:gd name="connsiteY3" fmla="*/ 0 h 362825"/>
                    </a:gdLst>
                    <a:ahLst/>
                    <a:cxnLst>
                      <a:cxn ang="0">
                        <a:pos x="connsiteX0" y="connsiteY0"/>
                      </a:cxn>
                      <a:cxn ang="0">
                        <a:pos x="connsiteX1" y="connsiteY1"/>
                      </a:cxn>
                      <a:cxn ang="0">
                        <a:pos x="connsiteX2" y="connsiteY2"/>
                      </a:cxn>
                      <a:cxn ang="0">
                        <a:pos x="connsiteX3" y="connsiteY3"/>
                      </a:cxn>
                    </a:cxnLst>
                    <a:rect l="l" t="t" r="r" b="b"/>
                    <a:pathLst>
                      <a:path w="90077" h="362825">
                        <a:moveTo>
                          <a:pt x="0" y="362826"/>
                        </a:moveTo>
                        <a:lnTo>
                          <a:pt x="90078" y="362826"/>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5" name="Freeform: Shape 4894">
                    <a:extLst>
                      <a:ext uri="{FF2B5EF4-FFF2-40B4-BE49-F238E27FC236}">
                        <a16:creationId xmlns:a16="http://schemas.microsoft.com/office/drawing/2014/main" id="{EF005D71-5DB0-3AFA-4F33-7B7E1652A5C3}"/>
                      </a:ext>
                    </a:extLst>
                  </p:cNvPr>
                  <p:cNvSpPr/>
                  <p:nvPr/>
                </p:nvSpPr>
                <p:spPr>
                  <a:xfrm>
                    <a:off x="13965309" y="4611112"/>
                    <a:ext cx="90079" cy="367737"/>
                  </a:xfrm>
                  <a:custGeom>
                    <a:avLst/>
                    <a:gdLst>
                      <a:gd name="connsiteX0" fmla="*/ 0 w 90079"/>
                      <a:gd name="connsiteY0" fmla="*/ 367737 h 367737"/>
                      <a:gd name="connsiteX1" fmla="*/ 90079 w 90079"/>
                      <a:gd name="connsiteY1" fmla="*/ 367737 h 367737"/>
                      <a:gd name="connsiteX2" fmla="*/ 90079 w 90079"/>
                      <a:gd name="connsiteY2" fmla="*/ 0 h 367737"/>
                      <a:gd name="connsiteX3" fmla="*/ 0 w 90079"/>
                      <a:gd name="connsiteY3" fmla="*/ 0 h 367737"/>
                    </a:gdLst>
                    <a:ahLst/>
                    <a:cxnLst>
                      <a:cxn ang="0">
                        <a:pos x="connsiteX0" y="connsiteY0"/>
                      </a:cxn>
                      <a:cxn ang="0">
                        <a:pos x="connsiteX1" y="connsiteY1"/>
                      </a:cxn>
                      <a:cxn ang="0">
                        <a:pos x="connsiteX2" y="connsiteY2"/>
                      </a:cxn>
                      <a:cxn ang="0">
                        <a:pos x="connsiteX3" y="connsiteY3"/>
                      </a:cxn>
                    </a:cxnLst>
                    <a:rect l="l" t="t" r="r" b="b"/>
                    <a:pathLst>
                      <a:path w="90079" h="367737">
                        <a:moveTo>
                          <a:pt x="0" y="367737"/>
                        </a:moveTo>
                        <a:lnTo>
                          <a:pt x="90079" y="367737"/>
                        </a:lnTo>
                        <a:lnTo>
                          <a:pt x="90079"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6" name="Freeform: Shape 4895">
                    <a:extLst>
                      <a:ext uri="{FF2B5EF4-FFF2-40B4-BE49-F238E27FC236}">
                        <a16:creationId xmlns:a16="http://schemas.microsoft.com/office/drawing/2014/main" id="{93FA2BA7-6F08-6805-3945-C1AAA0F8A699}"/>
                      </a:ext>
                    </a:extLst>
                  </p:cNvPr>
                  <p:cNvSpPr/>
                  <p:nvPr/>
                </p:nvSpPr>
                <p:spPr>
                  <a:xfrm>
                    <a:off x="14055388" y="4442442"/>
                    <a:ext cx="90077" cy="536407"/>
                  </a:xfrm>
                  <a:custGeom>
                    <a:avLst/>
                    <a:gdLst>
                      <a:gd name="connsiteX0" fmla="*/ 0 w 90077"/>
                      <a:gd name="connsiteY0" fmla="*/ 536408 h 536407"/>
                      <a:gd name="connsiteX1" fmla="*/ 90078 w 90077"/>
                      <a:gd name="connsiteY1" fmla="*/ 536408 h 536407"/>
                      <a:gd name="connsiteX2" fmla="*/ 90078 w 90077"/>
                      <a:gd name="connsiteY2" fmla="*/ 0 h 536407"/>
                      <a:gd name="connsiteX3" fmla="*/ 0 w 90077"/>
                      <a:gd name="connsiteY3" fmla="*/ 0 h 536407"/>
                    </a:gdLst>
                    <a:ahLst/>
                    <a:cxnLst>
                      <a:cxn ang="0">
                        <a:pos x="connsiteX0" y="connsiteY0"/>
                      </a:cxn>
                      <a:cxn ang="0">
                        <a:pos x="connsiteX1" y="connsiteY1"/>
                      </a:cxn>
                      <a:cxn ang="0">
                        <a:pos x="connsiteX2" y="connsiteY2"/>
                      </a:cxn>
                      <a:cxn ang="0">
                        <a:pos x="connsiteX3" y="connsiteY3"/>
                      </a:cxn>
                    </a:cxnLst>
                    <a:rect l="l" t="t" r="r" b="b"/>
                    <a:pathLst>
                      <a:path w="90077" h="536407">
                        <a:moveTo>
                          <a:pt x="0" y="536408"/>
                        </a:moveTo>
                        <a:lnTo>
                          <a:pt x="90078" y="536408"/>
                        </a:lnTo>
                        <a:lnTo>
                          <a:pt x="9007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7" name="Freeform: Shape 4896">
                    <a:extLst>
                      <a:ext uri="{FF2B5EF4-FFF2-40B4-BE49-F238E27FC236}">
                        <a16:creationId xmlns:a16="http://schemas.microsoft.com/office/drawing/2014/main" id="{614EB241-9327-ACAA-B652-38FB14785EB7}"/>
                      </a:ext>
                    </a:extLst>
                  </p:cNvPr>
                  <p:cNvSpPr/>
                  <p:nvPr/>
                </p:nvSpPr>
                <p:spPr>
                  <a:xfrm>
                    <a:off x="14145466" y="4344958"/>
                    <a:ext cx="90074" cy="633891"/>
                  </a:xfrm>
                  <a:custGeom>
                    <a:avLst/>
                    <a:gdLst>
                      <a:gd name="connsiteX0" fmla="*/ 0 w 90074"/>
                      <a:gd name="connsiteY0" fmla="*/ 633891 h 633891"/>
                      <a:gd name="connsiteX1" fmla="*/ 90074 w 90074"/>
                      <a:gd name="connsiteY1" fmla="*/ 633891 h 633891"/>
                      <a:gd name="connsiteX2" fmla="*/ 90074 w 90074"/>
                      <a:gd name="connsiteY2" fmla="*/ 0 h 633891"/>
                      <a:gd name="connsiteX3" fmla="*/ 0 w 90074"/>
                      <a:gd name="connsiteY3" fmla="*/ 0 h 633891"/>
                    </a:gdLst>
                    <a:ahLst/>
                    <a:cxnLst>
                      <a:cxn ang="0">
                        <a:pos x="connsiteX0" y="connsiteY0"/>
                      </a:cxn>
                      <a:cxn ang="0">
                        <a:pos x="connsiteX1" y="connsiteY1"/>
                      </a:cxn>
                      <a:cxn ang="0">
                        <a:pos x="connsiteX2" y="connsiteY2"/>
                      </a:cxn>
                      <a:cxn ang="0">
                        <a:pos x="connsiteX3" y="connsiteY3"/>
                      </a:cxn>
                    </a:cxnLst>
                    <a:rect l="l" t="t" r="r" b="b"/>
                    <a:pathLst>
                      <a:path w="90074" h="633891">
                        <a:moveTo>
                          <a:pt x="0" y="633891"/>
                        </a:moveTo>
                        <a:lnTo>
                          <a:pt x="90074" y="633891"/>
                        </a:lnTo>
                        <a:lnTo>
                          <a:pt x="9007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8" name="Freeform: Shape 4897">
                    <a:extLst>
                      <a:ext uri="{FF2B5EF4-FFF2-40B4-BE49-F238E27FC236}">
                        <a16:creationId xmlns:a16="http://schemas.microsoft.com/office/drawing/2014/main" id="{57D13FCD-5FE0-917D-8887-DFB4FDC5DD25}"/>
                      </a:ext>
                    </a:extLst>
                  </p:cNvPr>
                  <p:cNvSpPr/>
                  <p:nvPr/>
                </p:nvSpPr>
                <p:spPr>
                  <a:xfrm>
                    <a:off x="14235540" y="4417537"/>
                    <a:ext cx="90080" cy="561312"/>
                  </a:xfrm>
                  <a:custGeom>
                    <a:avLst/>
                    <a:gdLst>
                      <a:gd name="connsiteX0" fmla="*/ 0 w 90080"/>
                      <a:gd name="connsiteY0" fmla="*/ 561313 h 561312"/>
                      <a:gd name="connsiteX1" fmla="*/ 90080 w 90080"/>
                      <a:gd name="connsiteY1" fmla="*/ 561313 h 561312"/>
                      <a:gd name="connsiteX2" fmla="*/ 90080 w 90080"/>
                      <a:gd name="connsiteY2" fmla="*/ 0 h 561312"/>
                      <a:gd name="connsiteX3" fmla="*/ 0 w 90080"/>
                      <a:gd name="connsiteY3" fmla="*/ 0 h 561312"/>
                    </a:gdLst>
                    <a:ahLst/>
                    <a:cxnLst>
                      <a:cxn ang="0">
                        <a:pos x="connsiteX0" y="connsiteY0"/>
                      </a:cxn>
                      <a:cxn ang="0">
                        <a:pos x="connsiteX1" y="connsiteY1"/>
                      </a:cxn>
                      <a:cxn ang="0">
                        <a:pos x="connsiteX2" y="connsiteY2"/>
                      </a:cxn>
                      <a:cxn ang="0">
                        <a:pos x="connsiteX3" y="connsiteY3"/>
                      </a:cxn>
                    </a:cxnLst>
                    <a:rect l="l" t="t" r="r" b="b"/>
                    <a:pathLst>
                      <a:path w="90080" h="561312">
                        <a:moveTo>
                          <a:pt x="0" y="561313"/>
                        </a:moveTo>
                        <a:lnTo>
                          <a:pt x="90080" y="561313"/>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99" name="Freeform: Shape 4898">
                    <a:extLst>
                      <a:ext uri="{FF2B5EF4-FFF2-40B4-BE49-F238E27FC236}">
                        <a16:creationId xmlns:a16="http://schemas.microsoft.com/office/drawing/2014/main" id="{872F1240-D87E-B933-897C-0C67B4166C67}"/>
                      </a:ext>
                    </a:extLst>
                  </p:cNvPr>
                  <p:cNvSpPr/>
                  <p:nvPr/>
                </p:nvSpPr>
                <p:spPr>
                  <a:xfrm>
                    <a:off x="14325620" y="3595789"/>
                    <a:ext cx="90080" cy="1383060"/>
                  </a:xfrm>
                  <a:custGeom>
                    <a:avLst/>
                    <a:gdLst>
                      <a:gd name="connsiteX0" fmla="*/ 0 w 90080"/>
                      <a:gd name="connsiteY0" fmla="*/ 1383061 h 1383060"/>
                      <a:gd name="connsiteX1" fmla="*/ 90080 w 90080"/>
                      <a:gd name="connsiteY1" fmla="*/ 1383061 h 1383060"/>
                      <a:gd name="connsiteX2" fmla="*/ 90080 w 90080"/>
                      <a:gd name="connsiteY2" fmla="*/ 0 h 1383060"/>
                      <a:gd name="connsiteX3" fmla="*/ 0 w 90080"/>
                      <a:gd name="connsiteY3" fmla="*/ 0 h 1383060"/>
                    </a:gdLst>
                    <a:ahLst/>
                    <a:cxnLst>
                      <a:cxn ang="0">
                        <a:pos x="connsiteX0" y="connsiteY0"/>
                      </a:cxn>
                      <a:cxn ang="0">
                        <a:pos x="connsiteX1" y="connsiteY1"/>
                      </a:cxn>
                      <a:cxn ang="0">
                        <a:pos x="connsiteX2" y="connsiteY2"/>
                      </a:cxn>
                      <a:cxn ang="0">
                        <a:pos x="connsiteX3" y="connsiteY3"/>
                      </a:cxn>
                    </a:cxnLst>
                    <a:rect l="l" t="t" r="r" b="b"/>
                    <a:pathLst>
                      <a:path w="90080" h="1383060">
                        <a:moveTo>
                          <a:pt x="0" y="1383061"/>
                        </a:moveTo>
                        <a:lnTo>
                          <a:pt x="90080" y="1383061"/>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0" name="Freeform: Shape 4899">
                    <a:extLst>
                      <a:ext uri="{FF2B5EF4-FFF2-40B4-BE49-F238E27FC236}">
                        <a16:creationId xmlns:a16="http://schemas.microsoft.com/office/drawing/2014/main" id="{18555B70-9306-423B-3AB9-E3E6B163EFCE}"/>
                      </a:ext>
                    </a:extLst>
                  </p:cNvPr>
                  <p:cNvSpPr/>
                  <p:nvPr/>
                </p:nvSpPr>
                <p:spPr>
                  <a:xfrm>
                    <a:off x="14415701" y="4418953"/>
                    <a:ext cx="90080" cy="559896"/>
                  </a:xfrm>
                  <a:custGeom>
                    <a:avLst/>
                    <a:gdLst>
                      <a:gd name="connsiteX0" fmla="*/ 0 w 90080"/>
                      <a:gd name="connsiteY0" fmla="*/ 559897 h 559896"/>
                      <a:gd name="connsiteX1" fmla="*/ 90080 w 90080"/>
                      <a:gd name="connsiteY1" fmla="*/ 559897 h 559896"/>
                      <a:gd name="connsiteX2" fmla="*/ 90080 w 90080"/>
                      <a:gd name="connsiteY2" fmla="*/ 0 h 559896"/>
                      <a:gd name="connsiteX3" fmla="*/ 0 w 90080"/>
                      <a:gd name="connsiteY3" fmla="*/ 0 h 559896"/>
                    </a:gdLst>
                    <a:ahLst/>
                    <a:cxnLst>
                      <a:cxn ang="0">
                        <a:pos x="connsiteX0" y="connsiteY0"/>
                      </a:cxn>
                      <a:cxn ang="0">
                        <a:pos x="connsiteX1" y="connsiteY1"/>
                      </a:cxn>
                      <a:cxn ang="0">
                        <a:pos x="connsiteX2" y="connsiteY2"/>
                      </a:cxn>
                      <a:cxn ang="0">
                        <a:pos x="connsiteX3" y="connsiteY3"/>
                      </a:cxn>
                    </a:cxnLst>
                    <a:rect l="l" t="t" r="r" b="b"/>
                    <a:pathLst>
                      <a:path w="90080" h="559896">
                        <a:moveTo>
                          <a:pt x="0" y="559897"/>
                        </a:moveTo>
                        <a:lnTo>
                          <a:pt x="90080" y="559897"/>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1" name="Freeform: Shape 4900">
                    <a:extLst>
                      <a:ext uri="{FF2B5EF4-FFF2-40B4-BE49-F238E27FC236}">
                        <a16:creationId xmlns:a16="http://schemas.microsoft.com/office/drawing/2014/main" id="{764BA467-7373-274F-5C77-0B56201E3275}"/>
                      </a:ext>
                    </a:extLst>
                  </p:cNvPr>
                  <p:cNvSpPr/>
                  <p:nvPr/>
                </p:nvSpPr>
                <p:spPr>
                  <a:xfrm>
                    <a:off x="14505781" y="4393176"/>
                    <a:ext cx="90080" cy="585673"/>
                  </a:xfrm>
                  <a:custGeom>
                    <a:avLst/>
                    <a:gdLst>
                      <a:gd name="connsiteX0" fmla="*/ 0 w 90080"/>
                      <a:gd name="connsiteY0" fmla="*/ 585674 h 585673"/>
                      <a:gd name="connsiteX1" fmla="*/ 90080 w 90080"/>
                      <a:gd name="connsiteY1" fmla="*/ 585674 h 585673"/>
                      <a:gd name="connsiteX2" fmla="*/ 90080 w 90080"/>
                      <a:gd name="connsiteY2" fmla="*/ 0 h 585673"/>
                      <a:gd name="connsiteX3" fmla="*/ 0 w 90080"/>
                      <a:gd name="connsiteY3" fmla="*/ 0 h 585673"/>
                    </a:gdLst>
                    <a:ahLst/>
                    <a:cxnLst>
                      <a:cxn ang="0">
                        <a:pos x="connsiteX0" y="connsiteY0"/>
                      </a:cxn>
                      <a:cxn ang="0">
                        <a:pos x="connsiteX1" y="connsiteY1"/>
                      </a:cxn>
                      <a:cxn ang="0">
                        <a:pos x="connsiteX2" y="connsiteY2"/>
                      </a:cxn>
                      <a:cxn ang="0">
                        <a:pos x="connsiteX3" y="connsiteY3"/>
                      </a:cxn>
                    </a:cxnLst>
                    <a:rect l="l" t="t" r="r" b="b"/>
                    <a:pathLst>
                      <a:path w="90080" h="585673">
                        <a:moveTo>
                          <a:pt x="0" y="585674"/>
                        </a:moveTo>
                        <a:lnTo>
                          <a:pt x="90080" y="585674"/>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2" name="Freeform: Shape 4901">
                    <a:extLst>
                      <a:ext uri="{FF2B5EF4-FFF2-40B4-BE49-F238E27FC236}">
                        <a16:creationId xmlns:a16="http://schemas.microsoft.com/office/drawing/2014/main" id="{CD492936-7F43-1E52-9176-2333FF5B80CD}"/>
                      </a:ext>
                    </a:extLst>
                  </p:cNvPr>
                  <p:cNvSpPr/>
                  <p:nvPr/>
                </p:nvSpPr>
                <p:spPr>
                  <a:xfrm>
                    <a:off x="14595862" y="4298157"/>
                    <a:ext cx="90067" cy="680693"/>
                  </a:xfrm>
                  <a:custGeom>
                    <a:avLst/>
                    <a:gdLst>
                      <a:gd name="connsiteX0" fmla="*/ 0 w 90067"/>
                      <a:gd name="connsiteY0" fmla="*/ 680693 h 680693"/>
                      <a:gd name="connsiteX1" fmla="*/ 90068 w 90067"/>
                      <a:gd name="connsiteY1" fmla="*/ 680693 h 680693"/>
                      <a:gd name="connsiteX2" fmla="*/ 90068 w 90067"/>
                      <a:gd name="connsiteY2" fmla="*/ 0 h 680693"/>
                      <a:gd name="connsiteX3" fmla="*/ 0 w 90067"/>
                      <a:gd name="connsiteY3" fmla="*/ 0 h 680693"/>
                    </a:gdLst>
                    <a:ahLst/>
                    <a:cxnLst>
                      <a:cxn ang="0">
                        <a:pos x="connsiteX0" y="connsiteY0"/>
                      </a:cxn>
                      <a:cxn ang="0">
                        <a:pos x="connsiteX1" y="connsiteY1"/>
                      </a:cxn>
                      <a:cxn ang="0">
                        <a:pos x="connsiteX2" y="connsiteY2"/>
                      </a:cxn>
                      <a:cxn ang="0">
                        <a:pos x="connsiteX3" y="connsiteY3"/>
                      </a:cxn>
                    </a:cxnLst>
                    <a:rect l="l" t="t" r="r" b="b"/>
                    <a:pathLst>
                      <a:path w="90067" h="680693">
                        <a:moveTo>
                          <a:pt x="0" y="680693"/>
                        </a:moveTo>
                        <a:lnTo>
                          <a:pt x="90068" y="680693"/>
                        </a:lnTo>
                        <a:lnTo>
                          <a:pt x="9006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3" name="Freeform: Shape 4902">
                    <a:extLst>
                      <a:ext uri="{FF2B5EF4-FFF2-40B4-BE49-F238E27FC236}">
                        <a16:creationId xmlns:a16="http://schemas.microsoft.com/office/drawing/2014/main" id="{93D790C3-1600-1979-DE83-2086E64B0AB2}"/>
                      </a:ext>
                    </a:extLst>
                  </p:cNvPr>
                  <p:cNvSpPr/>
                  <p:nvPr/>
                </p:nvSpPr>
                <p:spPr>
                  <a:xfrm>
                    <a:off x="14685929" y="4537961"/>
                    <a:ext cx="90080" cy="440888"/>
                  </a:xfrm>
                  <a:custGeom>
                    <a:avLst/>
                    <a:gdLst>
                      <a:gd name="connsiteX0" fmla="*/ 0 w 90080"/>
                      <a:gd name="connsiteY0" fmla="*/ 440889 h 440888"/>
                      <a:gd name="connsiteX1" fmla="*/ 90080 w 90080"/>
                      <a:gd name="connsiteY1" fmla="*/ 440889 h 440888"/>
                      <a:gd name="connsiteX2" fmla="*/ 90080 w 90080"/>
                      <a:gd name="connsiteY2" fmla="*/ 0 h 440888"/>
                      <a:gd name="connsiteX3" fmla="*/ 0 w 90080"/>
                      <a:gd name="connsiteY3" fmla="*/ 0 h 440888"/>
                    </a:gdLst>
                    <a:ahLst/>
                    <a:cxnLst>
                      <a:cxn ang="0">
                        <a:pos x="connsiteX0" y="connsiteY0"/>
                      </a:cxn>
                      <a:cxn ang="0">
                        <a:pos x="connsiteX1" y="connsiteY1"/>
                      </a:cxn>
                      <a:cxn ang="0">
                        <a:pos x="connsiteX2" y="connsiteY2"/>
                      </a:cxn>
                      <a:cxn ang="0">
                        <a:pos x="connsiteX3" y="connsiteY3"/>
                      </a:cxn>
                    </a:cxnLst>
                    <a:rect l="l" t="t" r="r" b="b"/>
                    <a:pathLst>
                      <a:path w="90080" h="440888">
                        <a:moveTo>
                          <a:pt x="0" y="440889"/>
                        </a:moveTo>
                        <a:lnTo>
                          <a:pt x="90080" y="440889"/>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4" name="Freeform: Shape 4903">
                    <a:extLst>
                      <a:ext uri="{FF2B5EF4-FFF2-40B4-BE49-F238E27FC236}">
                        <a16:creationId xmlns:a16="http://schemas.microsoft.com/office/drawing/2014/main" id="{6633B6EB-10FB-5B5F-40DE-BC8F3E2BCECA}"/>
                      </a:ext>
                    </a:extLst>
                  </p:cNvPr>
                  <p:cNvSpPr/>
                  <p:nvPr/>
                </p:nvSpPr>
                <p:spPr>
                  <a:xfrm>
                    <a:off x="14776010" y="4903959"/>
                    <a:ext cx="90080" cy="74890"/>
                  </a:xfrm>
                  <a:custGeom>
                    <a:avLst/>
                    <a:gdLst>
                      <a:gd name="connsiteX0" fmla="*/ 0 w 90080"/>
                      <a:gd name="connsiteY0" fmla="*/ 74890 h 74890"/>
                      <a:gd name="connsiteX1" fmla="*/ 90080 w 90080"/>
                      <a:gd name="connsiteY1" fmla="*/ 74890 h 74890"/>
                      <a:gd name="connsiteX2" fmla="*/ 90080 w 90080"/>
                      <a:gd name="connsiteY2" fmla="*/ 0 h 74890"/>
                      <a:gd name="connsiteX3" fmla="*/ 0 w 90080"/>
                      <a:gd name="connsiteY3" fmla="*/ 0 h 74890"/>
                    </a:gdLst>
                    <a:ahLst/>
                    <a:cxnLst>
                      <a:cxn ang="0">
                        <a:pos x="connsiteX0" y="connsiteY0"/>
                      </a:cxn>
                      <a:cxn ang="0">
                        <a:pos x="connsiteX1" y="connsiteY1"/>
                      </a:cxn>
                      <a:cxn ang="0">
                        <a:pos x="connsiteX2" y="connsiteY2"/>
                      </a:cxn>
                      <a:cxn ang="0">
                        <a:pos x="connsiteX3" y="connsiteY3"/>
                      </a:cxn>
                    </a:cxnLst>
                    <a:rect l="l" t="t" r="r" b="b"/>
                    <a:pathLst>
                      <a:path w="90080" h="74890">
                        <a:moveTo>
                          <a:pt x="0" y="74890"/>
                        </a:moveTo>
                        <a:lnTo>
                          <a:pt x="90080" y="74890"/>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5" name="Freeform: Shape 4904">
                    <a:extLst>
                      <a:ext uri="{FF2B5EF4-FFF2-40B4-BE49-F238E27FC236}">
                        <a16:creationId xmlns:a16="http://schemas.microsoft.com/office/drawing/2014/main" id="{3A10796B-8CFF-8EB1-9E37-11F47BCAE58B}"/>
                      </a:ext>
                    </a:extLst>
                  </p:cNvPr>
                  <p:cNvSpPr/>
                  <p:nvPr/>
                </p:nvSpPr>
                <p:spPr>
                  <a:xfrm>
                    <a:off x="14866090" y="4768808"/>
                    <a:ext cx="90080" cy="210041"/>
                  </a:xfrm>
                  <a:custGeom>
                    <a:avLst/>
                    <a:gdLst>
                      <a:gd name="connsiteX0" fmla="*/ 0 w 90080"/>
                      <a:gd name="connsiteY0" fmla="*/ 210042 h 210041"/>
                      <a:gd name="connsiteX1" fmla="*/ 90080 w 90080"/>
                      <a:gd name="connsiteY1" fmla="*/ 210042 h 210041"/>
                      <a:gd name="connsiteX2" fmla="*/ 90080 w 90080"/>
                      <a:gd name="connsiteY2" fmla="*/ 0 h 210041"/>
                      <a:gd name="connsiteX3" fmla="*/ 0 w 90080"/>
                      <a:gd name="connsiteY3" fmla="*/ 0 h 210041"/>
                    </a:gdLst>
                    <a:ahLst/>
                    <a:cxnLst>
                      <a:cxn ang="0">
                        <a:pos x="connsiteX0" y="connsiteY0"/>
                      </a:cxn>
                      <a:cxn ang="0">
                        <a:pos x="connsiteX1" y="connsiteY1"/>
                      </a:cxn>
                      <a:cxn ang="0">
                        <a:pos x="connsiteX2" y="connsiteY2"/>
                      </a:cxn>
                      <a:cxn ang="0">
                        <a:pos x="connsiteX3" y="connsiteY3"/>
                      </a:cxn>
                    </a:cxnLst>
                    <a:rect l="l" t="t" r="r" b="b"/>
                    <a:pathLst>
                      <a:path w="90080" h="210041">
                        <a:moveTo>
                          <a:pt x="0" y="210042"/>
                        </a:moveTo>
                        <a:lnTo>
                          <a:pt x="90080" y="210042"/>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6" name="Freeform: Shape 4905">
                    <a:extLst>
                      <a:ext uri="{FF2B5EF4-FFF2-40B4-BE49-F238E27FC236}">
                        <a16:creationId xmlns:a16="http://schemas.microsoft.com/office/drawing/2014/main" id="{503AC985-48D3-D33A-47F4-6C0075613490}"/>
                      </a:ext>
                    </a:extLst>
                  </p:cNvPr>
                  <p:cNvSpPr/>
                  <p:nvPr/>
                </p:nvSpPr>
                <p:spPr>
                  <a:xfrm>
                    <a:off x="14956170" y="4861585"/>
                    <a:ext cx="90080" cy="117265"/>
                  </a:xfrm>
                  <a:custGeom>
                    <a:avLst/>
                    <a:gdLst>
                      <a:gd name="connsiteX0" fmla="*/ 0 w 90080"/>
                      <a:gd name="connsiteY0" fmla="*/ 117265 h 117265"/>
                      <a:gd name="connsiteX1" fmla="*/ 90080 w 90080"/>
                      <a:gd name="connsiteY1" fmla="*/ 117265 h 117265"/>
                      <a:gd name="connsiteX2" fmla="*/ 90080 w 90080"/>
                      <a:gd name="connsiteY2" fmla="*/ 0 h 117265"/>
                      <a:gd name="connsiteX3" fmla="*/ 0 w 90080"/>
                      <a:gd name="connsiteY3" fmla="*/ 0 h 117265"/>
                    </a:gdLst>
                    <a:ahLst/>
                    <a:cxnLst>
                      <a:cxn ang="0">
                        <a:pos x="connsiteX0" y="connsiteY0"/>
                      </a:cxn>
                      <a:cxn ang="0">
                        <a:pos x="connsiteX1" y="connsiteY1"/>
                      </a:cxn>
                      <a:cxn ang="0">
                        <a:pos x="connsiteX2" y="connsiteY2"/>
                      </a:cxn>
                      <a:cxn ang="0">
                        <a:pos x="connsiteX3" y="connsiteY3"/>
                      </a:cxn>
                    </a:cxnLst>
                    <a:rect l="l" t="t" r="r" b="b"/>
                    <a:pathLst>
                      <a:path w="90080" h="117265">
                        <a:moveTo>
                          <a:pt x="0" y="117265"/>
                        </a:moveTo>
                        <a:lnTo>
                          <a:pt x="90080" y="117265"/>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7" name="Freeform: Shape 4906">
                    <a:extLst>
                      <a:ext uri="{FF2B5EF4-FFF2-40B4-BE49-F238E27FC236}">
                        <a16:creationId xmlns:a16="http://schemas.microsoft.com/office/drawing/2014/main" id="{6057E31A-DBF8-F05E-6A8E-2FC65BE73A1F}"/>
                      </a:ext>
                    </a:extLst>
                  </p:cNvPr>
                  <p:cNvSpPr/>
                  <p:nvPr/>
                </p:nvSpPr>
                <p:spPr>
                  <a:xfrm>
                    <a:off x="15046251" y="4716205"/>
                    <a:ext cx="90067" cy="262644"/>
                  </a:xfrm>
                  <a:custGeom>
                    <a:avLst/>
                    <a:gdLst>
                      <a:gd name="connsiteX0" fmla="*/ 0 w 90067"/>
                      <a:gd name="connsiteY0" fmla="*/ 262644 h 262644"/>
                      <a:gd name="connsiteX1" fmla="*/ 90068 w 90067"/>
                      <a:gd name="connsiteY1" fmla="*/ 262644 h 262644"/>
                      <a:gd name="connsiteX2" fmla="*/ 90068 w 90067"/>
                      <a:gd name="connsiteY2" fmla="*/ 0 h 262644"/>
                      <a:gd name="connsiteX3" fmla="*/ 0 w 90067"/>
                      <a:gd name="connsiteY3" fmla="*/ 0 h 262644"/>
                    </a:gdLst>
                    <a:ahLst/>
                    <a:cxnLst>
                      <a:cxn ang="0">
                        <a:pos x="connsiteX0" y="connsiteY0"/>
                      </a:cxn>
                      <a:cxn ang="0">
                        <a:pos x="connsiteX1" y="connsiteY1"/>
                      </a:cxn>
                      <a:cxn ang="0">
                        <a:pos x="connsiteX2" y="connsiteY2"/>
                      </a:cxn>
                      <a:cxn ang="0">
                        <a:pos x="connsiteX3" y="connsiteY3"/>
                      </a:cxn>
                    </a:cxnLst>
                    <a:rect l="l" t="t" r="r" b="b"/>
                    <a:pathLst>
                      <a:path w="90067" h="262644">
                        <a:moveTo>
                          <a:pt x="0" y="262644"/>
                        </a:moveTo>
                        <a:lnTo>
                          <a:pt x="90068" y="262644"/>
                        </a:lnTo>
                        <a:lnTo>
                          <a:pt x="90068"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908" name="Freeform: Shape 4907">
                    <a:extLst>
                      <a:ext uri="{FF2B5EF4-FFF2-40B4-BE49-F238E27FC236}">
                        <a16:creationId xmlns:a16="http://schemas.microsoft.com/office/drawing/2014/main" id="{3AFC265A-1B30-EABE-645E-D636AE3681BB}"/>
                      </a:ext>
                    </a:extLst>
                  </p:cNvPr>
                  <p:cNvSpPr/>
                  <p:nvPr/>
                </p:nvSpPr>
                <p:spPr>
                  <a:xfrm>
                    <a:off x="15136318" y="4736572"/>
                    <a:ext cx="90080" cy="242277"/>
                  </a:xfrm>
                  <a:custGeom>
                    <a:avLst/>
                    <a:gdLst>
                      <a:gd name="connsiteX0" fmla="*/ 0 w 90080"/>
                      <a:gd name="connsiteY0" fmla="*/ 242277 h 242277"/>
                      <a:gd name="connsiteX1" fmla="*/ 90080 w 90080"/>
                      <a:gd name="connsiteY1" fmla="*/ 242277 h 242277"/>
                      <a:gd name="connsiteX2" fmla="*/ 90080 w 90080"/>
                      <a:gd name="connsiteY2" fmla="*/ 0 h 242277"/>
                      <a:gd name="connsiteX3" fmla="*/ 0 w 90080"/>
                      <a:gd name="connsiteY3" fmla="*/ 0 h 242277"/>
                    </a:gdLst>
                    <a:ahLst/>
                    <a:cxnLst>
                      <a:cxn ang="0">
                        <a:pos x="connsiteX0" y="connsiteY0"/>
                      </a:cxn>
                      <a:cxn ang="0">
                        <a:pos x="connsiteX1" y="connsiteY1"/>
                      </a:cxn>
                      <a:cxn ang="0">
                        <a:pos x="connsiteX2" y="connsiteY2"/>
                      </a:cxn>
                      <a:cxn ang="0">
                        <a:pos x="connsiteX3" y="connsiteY3"/>
                      </a:cxn>
                    </a:cxnLst>
                    <a:rect l="l" t="t" r="r" b="b"/>
                    <a:pathLst>
                      <a:path w="90080" h="242277">
                        <a:moveTo>
                          <a:pt x="0" y="242277"/>
                        </a:moveTo>
                        <a:lnTo>
                          <a:pt x="90080" y="242277"/>
                        </a:lnTo>
                        <a:lnTo>
                          <a:pt x="90080"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grpSp>
                <p:nvGrpSpPr>
                  <p:cNvPr id="4909" name="Graphic 41">
                    <a:extLst>
                      <a:ext uri="{FF2B5EF4-FFF2-40B4-BE49-F238E27FC236}">
                        <a16:creationId xmlns:a16="http://schemas.microsoft.com/office/drawing/2014/main" id="{6252C25C-14A8-3C99-AE90-BCB855CF27E6}"/>
                      </a:ext>
                    </a:extLst>
                  </p:cNvPr>
                  <p:cNvGrpSpPr/>
                  <p:nvPr/>
                </p:nvGrpSpPr>
                <p:grpSpPr>
                  <a:xfrm>
                    <a:off x="13052628" y="3963959"/>
                    <a:ext cx="282134" cy="1065027"/>
                    <a:chOff x="11735553" y="3836353"/>
                    <a:chExt cx="282134" cy="1065027"/>
                  </a:xfrm>
                  <a:solidFill>
                    <a:srgbClr val="000000"/>
                  </a:solidFill>
                </p:grpSpPr>
                <p:grpSp>
                  <p:nvGrpSpPr>
                    <p:cNvPr id="4912" name="Graphic 41">
                      <a:extLst>
                        <a:ext uri="{FF2B5EF4-FFF2-40B4-BE49-F238E27FC236}">
                          <a16:creationId xmlns:a16="http://schemas.microsoft.com/office/drawing/2014/main" id="{5045E0C0-E920-5C0F-18EB-42007569F0C9}"/>
                        </a:ext>
                      </a:extLst>
                    </p:cNvPr>
                    <p:cNvGrpSpPr/>
                    <p:nvPr/>
                  </p:nvGrpSpPr>
                  <p:grpSpPr>
                    <a:xfrm>
                      <a:off x="11735553" y="4805156"/>
                      <a:ext cx="282134" cy="96224"/>
                      <a:chOff x="11735553" y="4805156"/>
                      <a:chExt cx="282134" cy="96224"/>
                    </a:xfrm>
                    <a:solidFill>
                      <a:srgbClr val="000000"/>
                    </a:solidFill>
                  </p:grpSpPr>
                  <p:sp>
                    <p:nvSpPr>
                      <p:cNvPr id="4925" name="Freeform: Shape 4924">
                        <a:extLst>
                          <a:ext uri="{FF2B5EF4-FFF2-40B4-BE49-F238E27FC236}">
                            <a16:creationId xmlns:a16="http://schemas.microsoft.com/office/drawing/2014/main" id="{E210A241-E4A5-77A9-735F-04B39EBD98D8}"/>
                          </a:ext>
                        </a:extLst>
                      </p:cNvPr>
                      <p:cNvSpPr/>
                      <p:nvPr/>
                    </p:nvSpPr>
                    <p:spPr>
                      <a:xfrm>
                        <a:off x="11973295" y="4851244"/>
                        <a:ext cx="44393" cy="12721"/>
                      </a:xfrm>
                      <a:custGeom>
                        <a:avLst/>
                        <a:gdLst>
                          <a:gd name="connsiteX0" fmla="*/ 44423 w 44393"/>
                          <a:gd name="connsiteY0" fmla="*/ 121 h 12721"/>
                          <a:gd name="connsiteX1" fmla="*/ 30 w 44393"/>
                          <a:gd name="connsiteY1" fmla="*/ 121 h 12721"/>
                        </a:gdLst>
                        <a:ahLst/>
                        <a:cxnLst>
                          <a:cxn ang="0">
                            <a:pos x="connsiteX0" y="connsiteY0"/>
                          </a:cxn>
                          <a:cxn ang="0">
                            <a:pos x="connsiteX1" y="connsiteY1"/>
                          </a:cxn>
                        </a:cxnLst>
                        <a:rect l="l" t="t" r="r" b="b"/>
                        <a:pathLst>
                          <a:path w="44393" h="12721">
                            <a:moveTo>
                              <a:pt x="44423" y="121"/>
                            </a:moveTo>
                            <a:lnTo>
                              <a:pt x="30" y="121"/>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926" name="Graphic 41">
                        <a:extLst>
                          <a:ext uri="{FF2B5EF4-FFF2-40B4-BE49-F238E27FC236}">
                            <a16:creationId xmlns:a16="http://schemas.microsoft.com/office/drawing/2014/main" id="{CAA15E26-E21E-E290-2DE0-CB035D752730}"/>
                          </a:ext>
                        </a:extLst>
                      </p:cNvPr>
                      <p:cNvGrpSpPr/>
                      <p:nvPr/>
                    </p:nvGrpSpPr>
                    <p:grpSpPr>
                      <a:xfrm>
                        <a:off x="11735553" y="4805156"/>
                        <a:ext cx="184930" cy="96224"/>
                        <a:chOff x="11735553" y="4805156"/>
                        <a:chExt cx="184930" cy="96224"/>
                      </a:xfrm>
                      <a:solidFill>
                        <a:srgbClr val="000000"/>
                      </a:solidFill>
                    </p:grpSpPr>
                    <p:sp>
                      <p:nvSpPr>
                        <p:cNvPr id="4927" name="Freeform: Shape 4926">
                          <a:extLst>
                            <a:ext uri="{FF2B5EF4-FFF2-40B4-BE49-F238E27FC236}">
                              <a16:creationId xmlns:a16="http://schemas.microsoft.com/office/drawing/2014/main" id="{4BBF12DE-DBAE-341A-E0FF-243740F1B4F5}"/>
                            </a:ext>
                          </a:extLst>
                        </p:cNvPr>
                        <p:cNvSpPr/>
                        <p:nvPr/>
                      </p:nvSpPr>
                      <p:spPr>
                        <a:xfrm flipV="1">
                          <a:off x="11735553" y="4805156"/>
                          <a:ext cx="63914" cy="96224"/>
                        </a:xfrm>
                        <a:custGeom>
                          <a:avLst/>
                          <a:gdLst>
                            <a:gd name="connsiteX0" fmla="*/ 29923 w 63914"/>
                            <a:gd name="connsiteY0" fmla="*/ 84078 h 96224"/>
                            <a:gd name="connsiteX1" fmla="*/ 15396 w 63914"/>
                            <a:gd name="connsiteY1" fmla="*/ 74537 h 96224"/>
                            <a:gd name="connsiteX2" fmla="*/ 10541 w 63914"/>
                            <a:gd name="connsiteY2" fmla="*/ 45875 h 96224"/>
                            <a:gd name="connsiteX3" fmla="*/ 15396 w 63914"/>
                            <a:gd name="connsiteY3" fmla="*/ 17272 h 96224"/>
                            <a:gd name="connsiteX4" fmla="*/ 29923 w 63914"/>
                            <a:gd name="connsiteY4" fmla="*/ 7731 h 96224"/>
                            <a:gd name="connsiteX5" fmla="*/ 44510 w 63914"/>
                            <a:gd name="connsiteY5" fmla="*/ 17272 h 96224"/>
                            <a:gd name="connsiteX6" fmla="*/ 49385 w 63914"/>
                            <a:gd name="connsiteY6" fmla="*/ 45875 h 96224"/>
                            <a:gd name="connsiteX7" fmla="*/ 44510 w 63914"/>
                            <a:gd name="connsiteY7" fmla="*/ 74537 h 96224"/>
                            <a:gd name="connsiteX8" fmla="*/ 29923 w 63914"/>
                            <a:gd name="connsiteY8" fmla="*/ 84078 h 96224"/>
                            <a:gd name="connsiteX9" fmla="*/ 29923 w 63914"/>
                            <a:gd name="connsiteY9" fmla="*/ 94017 h 96224"/>
                            <a:gd name="connsiteX10" fmla="*/ 53686 w 63914"/>
                            <a:gd name="connsiteY10" fmla="*/ 81673 h 96224"/>
                            <a:gd name="connsiteX11" fmla="*/ 61890 w 63914"/>
                            <a:gd name="connsiteY11" fmla="*/ 45875 h 96224"/>
                            <a:gd name="connsiteX12" fmla="*/ 53686 w 63914"/>
                            <a:gd name="connsiteY12" fmla="*/ 10116 h 96224"/>
                            <a:gd name="connsiteX13" fmla="*/ 29923 w 63914"/>
                            <a:gd name="connsiteY13" fmla="*/ -2208 h 96224"/>
                            <a:gd name="connsiteX14" fmla="*/ 6181 w 63914"/>
                            <a:gd name="connsiteY14" fmla="*/ 10116 h 96224"/>
                            <a:gd name="connsiteX15" fmla="*/ -2024 w 63914"/>
                            <a:gd name="connsiteY15" fmla="*/ 45875 h 96224"/>
                            <a:gd name="connsiteX16" fmla="*/ 6181 w 63914"/>
                            <a:gd name="connsiteY16" fmla="*/ 81673 h 96224"/>
                            <a:gd name="connsiteX17" fmla="*/ 29923 w 63914"/>
                            <a:gd name="connsiteY17" fmla="*/ 94017 h 9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4" h="96224">
                              <a:moveTo>
                                <a:pt x="29923" y="84078"/>
                              </a:moveTo>
                              <a:cubicBezTo>
                                <a:pt x="23489" y="84078"/>
                                <a:pt x="18647" y="80898"/>
                                <a:pt x="15396" y="74537"/>
                              </a:cubicBezTo>
                              <a:cubicBezTo>
                                <a:pt x="12159" y="68190"/>
                                <a:pt x="10541" y="58636"/>
                                <a:pt x="10541" y="45875"/>
                              </a:cubicBezTo>
                              <a:cubicBezTo>
                                <a:pt x="10541" y="33167"/>
                                <a:pt x="12159" y="23632"/>
                                <a:pt x="15396" y="17272"/>
                              </a:cubicBezTo>
                              <a:cubicBezTo>
                                <a:pt x="18647" y="10911"/>
                                <a:pt x="23489" y="7731"/>
                                <a:pt x="29923" y="7731"/>
                              </a:cubicBezTo>
                              <a:cubicBezTo>
                                <a:pt x="36410" y="7731"/>
                                <a:pt x="41273" y="10911"/>
                                <a:pt x="44510" y="17272"/>
                              </a:cubicBezTo>
                              <a:cubicBezTo>
                                <a:pt x="47760" y="23632"/>
                                <a:pt x="49385" y="33167"/>
                                <a:pt x="49385" y="45875"/>
                              </a:cubicBezTo>
                              <a:cubicBezTo>
                                <a:pt x="49385" y="58636"/>
                                <a:pt x="47760" y="68190"/>
                                <a:pt x="44510" y="74537"/>
                              </a:cubicBezTo>
                              <a:cubicBezTo>
                                <a:pt x="41273" y="80898"/>
                                <a:pt x="36410" y="84078"/>
                                <a:pt x="29923" y="84078"/>
                              </a:cubicBezTo>
                              <a:close/>
                              <a:moveTo>
                                <a:pt x="29923" y="94017"/>
                              </a:moveTo>
                              <a:cubicBezTo>
                                <a:pt x="40295" y="94017"/>
                                <a:pt x="48216" y="89902"/>
                                <a:pt x="53686" y="81673"/>
                              </a:cubicBezTo>
                              <a:cubicBezTo>
                                <a:pt x="59155" y="73457"/>
                                <a:pt x="61890" y="61524"/>
                                <a:pt x="61890" y="45875"/>
                              </a:cubicBezTo>
                              <a:cubicBezTo>
                                <a:pt x="61890" y="30265"/>
                                <a:pt x="59155" y="18345"/>
                                <a:pt x="53686" y="10116"/>
                              </a:cubicBezTo>
                              <a:cubicBezTo>
                                <a:pt x="48216" y="1900"/>
                                <a:pt x="40295" y="-2208"/>
                                <a:pt x="29923" y="-2208"/>
                              </a:cubicBezTo>
                              <a:cubicBezTo>
                                <a:pt x="19565" y="-2208"/>
                                <a:pt x="11651" y="1900"/>
                                <a:pt x="6181" y="10116"/>
                              </a:cubicBezTo>
                              <a:cubicBezTo>
                                <a:pt x="711" y="18345"/>
                                <a:pt x="-2024" y="30265"/>
                                <a:pt x="-2024" y="45875"/>
                              </a:cubicBezTo>
                              <a:cubicBezTo>
                                <a:pt x="-2024" y="61524"/>
                                <a:pt x="711" y="73457"/>
                                <a:pt x="6181" y="81673"/>
                              </a:cubicBezTo>
                              <a:cubicBezTo>
                                <a:pt x="11651" y="89902"/>
                                <a:pt x="19565" y="94017"/>
                                <a:pt x="29923" y="94017"/>
                              </a:cubicBezTo>
                              <a:close/>
                            </a:path>
                          </a:pathLst>
                        </a:custGeom>
                        <a:solidFill>
                          <a:srgbClr val="000000"/>
                        </a:solidFill>
                        <a:ln w="20" cap="flat">
                          <a:noFill/>
                          <a:prstDash val="solid"/>
                          <a:round/>
                        </a:ln>
                      </p:spPr>
                      <p:txBody>
                        <a:bodyPr rtlCol="0" anchor="ctr"/>
                        <a:lstStyle/>
                        <a:p>
                          <a:endParaRPr lang="en-US"/>
                        </a:p>
                      </p:txBody>
                    </p:sp>
                    <p:sp>
                      <p:nvSpPr>
                        <p:cNvPr id="4928" name="Freeform: Shape 4927">
                          <a:extLst>
                            <a:ext uri="{FF2B5EF4-FFF2-40B4-BE49-F238E27FC236}">
                              <a16:creationId xmlns:a16="http://schemas.microsoft.com/office/drawing/2014/main" id="{73E0B7F1-D834-1ADC-2382-E98DD63996AD}"/>
                            </a:ext>
                          </a:extLst>
                        </p:cNvPr>
                        <p:cNvSpPr/>
                        <p:nvPr/>
                      </p:nvSpPr>
                      <p:spPr>
                        <a:xfrm flipV="1">
                          <a:off x="11821444" y="4883790"/>
                          <a:ext cx="13080" cy="15782"/>
                        </a:xfrm>
                        <a:custGeom>
                          <a:avLst/>
                          <a:gdLst>
                            <a:gd name="connsiteX0" fmla="*/ -999 w 13080"/>
                            <a:gd name="connsiteY0" fmla="*/ 15510 h 15782"/>
                            <a:gd name="connsiteX1" fmla="*/ 12081 w 13080"/>
                            <a:gd name="connsiteY1" fmla="*/ 15510 h 15782"/>
                            <a:gd name="connsiteX2" fmla="*/ 12081 w 13080"/>
                            <a:gd name="connsiteY2" fmla="*/ -272 h 15782"/>
                            <a:gd name="connsiteX3" fmla="*/ -999 w 13080"/>
                            <a:gd name="connsiteY3" fmla="*/ -272 h 15782"/>
                            <a:gd name="connsiteX4" fmla="*/ -999 w 13080"/>
                            <a:gd name="connsiteY4" fmla="*/ 15510 h 15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2">
                              <a:moveTo>
                                <a:pt x="-999" y="15510"/>
                              </a:moveTo>
                              <a:lnTo>
                                <a:pt x="12081" y="15510"/>
                              </a:lnTo>
                              <a:lnTo>
                                <a:pt x="12081" y="-272"/>
                              </a:lnTo>
                              <a:lnTo>
                                <a:pt x="-999" y="-272"/>
                              </a:lnTo>
                              <a:lnTo>
                                <a:pt x="-999" y="15510"/>
                              </a:lnTo>
                              <a:close/>
                            </a:path>
                          </a:pathLst>
                        </a:custGeom>
                        <a:solidFill>
                          <a:srgbClr val="000000"/>
                        </a:solidFill>
                        <a:ln w="20" cap="flat">
                          <a:noFill/>
                          <a:prstDash val="solid"/>
                          <a:round/>
                        </a:ln>
                      </p:spPr>
                      <p:txBody>
                        <a:bodyPr rtlCol="0" anchor="ctr"/>
                        <a:lstStyle/>
                        <a:p>
                          <a:endParaRPr lang="en-US"/>
                        </a:p>
                      </p:txBody>
                    </p:sp>
                    <p:sp>
                      <p:nvSpPr>
                        <p:cNvPr id="4929" name="Freeform: Shape 4928">
                          <a:extLst>
                            <a:ext uri="{FF2B5EF4-FFF2-40B4-BE49-F238E27FC236}">
                              <a16:creationId xmlns:a16="http://schemas.microsoft.com/office/drawing/2014/main" id="{3F5882F0-6923-985E-5FBD-CDC565ADD0CF}"/>
                            </a:ext>
                          </a:extLst>
                        </p:cNvPr>
                        <p:cNvSpPr/>
                        <p:nvPr/>
                      </p:nvSpPr>
                      <p:spPr>
                        <a:xfrm flipV="1">
                          <a:off x="11856570" y="4805156"/>
                          <a:ext cx="63914" cy="96224"/>
                        </a:xfrm>
                        <a:custGeom>
                          <a:avLst/>
                          <a:gdLst>
                            <a:gd name="connsiteX0" fmla="*/ 29933 w 63914"/>
                            <a:gd name="connsiteY0" fmla="*/ 84078 h 96224"/>
                            <a:gd name="connsiteX1" fmla="*/ 15406 w 63914"/>
                            <a:gd name="connsiteY1" fmla="*/ 74537 h 96224"/>
                            <a:gd name="connsiteX2" fmla="*/ 10550 w 63914"/>
                            <a:gd name="connsiteY2" fmla="*/ 45875 h 96224"/>
                            <a:gd name="connsiteX3" fmla="*/ 15406 w 63914"/>
                            <a:gd name="connsiteY3" fmla="*/ 17272 h 96224"/>
                            <a:gd name="connsiteX4" fmla="*/ 29933 w 63914"/>
                            <a:gd name="connsiteY4" fmla="*/ 7731 h 96224"/>
                            <a:gd name="connsiteX5" fmla="*/ 44519 w 63914"/>
                            <a:gd name="connsiteY5" fmla="*/ 17272 h 96224"/>
                            <a:gd name="connsiteX6" fmla="*/ 49394 w 63914"/>
                            <a:gd name="connsiteY6" fmla="*/ 45875 h 96224"/>
                            <a:gd name="connsiteX7" fmla="*/ 44519 w 63914"/>
                            <a:gd name="connsiteY7" fmla="*/ 74537 h 96224"/>
                            <a:gd name="connsiteX8" fmla="*/ 29933 w 63914"/>
                            <a:gd name="connsiteY8" fmla="*/ 84078 h 96224"/>
                            <a:gd name="connsiteX9" fmla="*/ 29933 w 63914"/>
                            <a:gd name="connsiteY9" fmla="*/ 94017 h 96224"/>
                            <a:gd name="connsiteX10" fmla="*/ 53695 w 63914"/>
                            <a:gd name="connsiteY10" fmla="*/ 81673 h 96224"/>
                            <a:gd name="connsiteX11" fmla="*/ 61900 w 63914"/>
                            <a:gd name="connsiteY11" fmla="*/ 45875 h 96224"/>
                            <a:gd name="connsiteX12" fmla="*/ 53695 w 63914"/>
                            <a:gd name="connsiteY12" fmla="*/ 10116 h 96224"/>
                            <a:gd name="connsiteX13" fmla="*/ 29933 w 63914"/>
                            <a:gd name="connsiteY13" fmla="*/ -2208 h 96224"/>
                            <a:gd name="connsiteX14" fmla="*/ 6190 w 63914"/>
                            <a:gd name="connsiteY14" fmla="*/ 10116 h 96224"/>
                            <a:gd name="connsiteX15" fmla="*/ -2015 w 63914"/>
                            <a:gd name="connsiteY15" fmla="*/ 45875 h 96224"/>
                            <a:gd name="connsiteX16" fmla="*/ 6190 w 63914"/>
                            <a:gd name="connsiteY16" fmla="*/ 81673 h 96224"/>
                            <a:gd name="connsiteX17" fmla="*/ 29933 w 63914"/>
                            <a:gd name="connsiteY17" fmla="*/ 94017 h 9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4" h="96224">
                              <a:moveTo>
                                <a:pt x="29933" y="84078"/>
                              </a:moveTo>
                              <a:cubicBezTo>
                                <a:pt x="23498" y="84078"/>
                                <a:pt x="18656" y="80898"/>
                                <a:pt x="15406" y="74537"/>
                              </a:cubicBezTo>
                              <a:cubicBezTo>
                                <a:pt x="12169" y="68190"/>
                                <a:pt x="10550" y="58636"/>
                                <a:pt x="10550" y="45875"/>
                              </a:cubicBezTo>
                              <a:cubicBezTo>
                                <a:pt x="10550" y="33167"/>
                                <a:pt x="12169" y="23632"/>
                                <a:pt x="15406" y="17272"/>
                              </a:cubicBezTo>
                              <a:cubicBezTo>
                                <a:pt x="18656" y="10911"/>
                                <a:pt x="23498" y="7731"/>
                                <a:pt x="29933" y="7731"/>
                              </a:cubicBezTo>
                              <a:cubicBezTo>
                                <a:pt x="36420" y="7731"/>
                                <a:pt x="41282" y="10911"/>
                                <a:pt x="44519" y="17272"/>
                              </a:cubicBezTo>
                              <a:cubicBezTo>
                                <a:pt x="47769" y="23632"/>
                                <a:pt x="49394" y="33167"/>
                                <a:pt x="49394" y="45875"/>
                              </a:cubicBezTo>
                              <a:cubicBezTo>
                                <a:pt x="49394" y="58636"/>
                                <a:pt x="47769" y="68190"/>
                                <a:pt x="44519" y="74537"/>
                              </a:cubicBezTo>
                              <a:cubicBezTo>
                                <a:pt x="41282" y="80898"/>
                                <a:pt x="36420" y="84078"/>
                                <a:pt x="29933" y="84078"/>
                              </a:cubicBezTo>
                              <a:close/>
                              <a:moveTo>
                                <a:pt x="29933" y="94017"/>
                              </a:moveTo>
                              <a:cubicBezTo>
                                <a:pt x="40304" y="94017"/>
                                <a:pt x="48225" y="89902"/>
                                <a:pt x="53695" y="81673"/>
                              </a:cubicBezTo>
                              <a:cubicBezTo>
                                <a:pt x="59165" y="73457"/>
                                <a:pt x="61900" y="61524"/>
                                <a:pt x="61900" y="45875"/>
                              </a:cubicBezTo>
                              <a:cubicBezTo>
                                <a:pt x="61900" y="30265"/>
                                <a:pt x="59165" y="18345"/>
                                <a:pt x="53695" y="10116"/>
                              </a:cubicBezTo>
                              <a:cubicBezTo>
                                <a:pt x="48225" y="1900"/>
                                <a:pt x="40304" y="-2208"/>
                                <a:pt x="29933" y="-2208"/>
                              </a:cubicBezTo>
                              <a:cubicBezTo>
                                <a:pt x="19574" y="-2208"/>
                                <a:pt x="11660" y="1900"/>
                                <a:pt x="6190" y="10116"/>
                              </a:cubicBezTo>
                              <a:cubicBezTo>
                                <a:pt x="720" y="18345"/>
                                <a:pt x="-2015" y="30265"/>
                                <a:pt x="-2015" y="45875"/>
                              </a:cubicBezTo>
                              <a:cubicBezTo>
                                <a:pt x="-2015" y="61524"/>
                                <a:pt x="720" y="73457"/>
                                <a:pt x="6190" y="81673"/>
                              </a:cubicBezTo>
                              <a:cubicBezTo>
                                <a:pt x="11660" y="89902"/>
                                <a:pt x="19574" y="94017"/>
                                <a:pt x="29933" y="94017"/>
                              </a:cubicBezTo>
                              <a:close/>
                            </a:path>
                          </a:pathLst>
                        </a:custGeom>
                        <a:solidFill>
                          <a:srgbClr val="000000"/>
                        </a:solidFill>
                        <a:ln w="20" cap="flat">
                          <a:noFill/>
                          <a:prstDash val="solid"/>
                          <a:round/>
                        </a:ln>
                      </p:spPr>
                      <p:txBody>
                        <a:bodyPr rtlCol="0" anchor="ctr"/>
                        <a:lstStyle/>
                        <a:p>
                          <a:endParaRPr lang="en-US"/>
                        </a:p>
                      </p:txBody>
                    </p:sp>
                  </p:grpSp>
                </p:grpSp>
                <p:grpSp>
                  <p:nvGrpSpPr>
                    <p:cNvPr id="4913" name="Graphic 41">
                      <a:extLst>
                        <a:ext uri="{FF2B5EF4-FFF2-40B4-BE49-F238E27FC236}">
                          <a16:creationId xmlns:a16="http://schemas.microsoft.com/office/drawing/2014/main" id="{DF576357-F7B4-CEF3-40EF-DD27823729F6}"/>
                        </a:ext>
                      </a:extLst>
                    </p:cNvPr>
                    <p:cNvGrpSpPr/>
                    <p:nvPr/>
                  </p:nvGrpSpPr>
                  <p:grpSpPr>
                    <a:xfrm>
                      <a:off x="11735553" y="4320755"/>
                      <a:ext cx="282134" cy="96224"/>
                      <a:chOff x="11735553" y="4320755"/>
                      <a:chExt cx="282134" cy="96224"/>
                    </a:xfrm>
                    <a:solidFill>
                      <a:srgbClr val="000000"/>
                    </a:solidFill>
                  </p:grpSpPr>
                  <p:sp>
                    <p:nvSpPr>
                      <p:cNvPr id="4920" name="Freeform: Shape 4919">
                        <a:extLst>
                          <a:ext uri="{FF2B5EF4-FFF2-40B4-BE49-F238E27FC236}">
                            <a16:creationId xmlns:a16="http://schemas.microsoft.com/office/drawing/2014/main" id="{E1706686-C272-7860-9F0C-B0E4360BA77C}"/>
                          </a:ext>
                        </a:extLst>
                      </p:cNvPr>
                      <p:cNvSpPr/>
                      <p:nvPr/>
                    </p:nvSpPr>
                    <p:spPr>
                      <a:xfrm>
                        <a:off x="11973295" y="4366840"/>
                        <a:ext cx="44393" cy="12721"/>
                      </a:xfrm>
                      <a:custGeom>
                        <a:avLst/>
                        <a:gdLst>
                          <a:gd name="connsiteX0" fmla="*/ 44423 w 44393"/>
                          <a:gd name="connsiteY0" fmla="*/ 83 h 12721"/>
                          <a:gd name="connsiteX1" fmla="*/ 30 w 44393"/>
                          <a:gd name="connsiteY1" fmla="*/ 83 h 12721"/>
                        </a:gdLst>
                        <a:ahLst/>
                        <a:cxnLst>
                          <a:cxn ang="0">
                            <a:pos x="connsiteX0" y="connsiteY0"/>
                          </a:cxn>
                          <a:cxn ang="0">
                            <a:pos x="connsiteX1" y="connsiteY1"/>
                          </a:cxn>
                        </a:cxnLst>
                        <a:rect l="l" t="t" r="r" b="b"/>
                        <a:pathLst>
                          <a:path w="44393" h="12721">
                            <a:moveTo>
                              <a:pt x="44423" y="83"/>
                            </a:moveTo>
                            <a:lnTo>
                              <a:pt x="30" y="83"/>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921" name="Graphic 41">
                        <a:extLst>
                          <a:ext uri="{FF2B5EF4-FFF2-40B4-BE49-F238E27FC236}">
                            <a16:creationId xmlns:a16="http://schemas.microsoft.com/office/drawing/2014/main" id="{28B5D8D0-46E6-87EF-2E71-EF5C4DDF48D0}"/>
                          </a:ext>
                        </a:extLst>
                      </p:cNvPr>
                      <p:cNvGrpSpPr/>
                      <p:nvPr/>
                    </p:nvGrpSpPr>
                    <p:grpSpPr>
                      <a:xfrm>
                        <a:off x="11735553" y="4320755"/>
                        <a:ext cx="180650" cy="96224"/>
                        <a:chOff x="11735553" y="4320755"/>
                        <a:chExt cx="180650" cy="96224"/>
                      </a:xfrm>
                      <a:solidFill>
                        <a:srgbClr val="000000"/>
                      </a:solidFill>
                    </p:grpSpPr>
                    <p:sp>
                      <p:nvSpPr>
                        <p:cNvPr id="4922" name="Freeform: Shape 4921">
                          <a:extLst>
                            <a:ext uri="{FF2B5EF4-FFF2-40B4-BE49-F238E27FC236}">
                              <a16:creationId xmlns:a16="http://schemas.microsoft.com/office/drawing/2014/main" id="{B311A6B4-798A-E391-C6A4-F7AC5EC89BE0}"/>
                            </a:ext>
                          </a:extLst>
                        </p:cNvPr>
                        <p:cNvSpPr/>
                        <p:nvPr/>
                      </p:nvSpPr>
                      <p:spPr>
                        <a:xfrm flipV="1">
                          <a:off x="11735553" y="4320755"/>
                          <a:ext cx="63914" cy="96224"/>
                        </a:xfrm>
                        <a:custGeom>
                          <a:avLst/>
                          <a:gdLst>
                            <a:gd name="connsiteX0" fmla="*/ 29923 w 63914"/>
                            <a:gd name="connsiteY0" fmla="*/ 84040 h 96224"/>
                            <a:gd name="connsiteX1" fmla="*/ 15396 w 63914"/>
                            <a:gd name="connsiteY1" fmla="*/ 74499 h 96224"/>
                            <a:gd name="connsiteX2" fmla="*/ 10541 w 63914"/>
                            <a:gd name="connsiteY2" fmla="*/ 45837 h 96224"/>
                            <a:gd name="connsiteX3" fmla="*/ 15396 w 63914"/>
                            <a:gd name="connsiteY3" fmla="*/ 17233 h 96224"/>
                            <a:gd name="connsiteX4" fmla="*/ 29923 w 63914"/>
                            <a:gd name="connsiteY4" fmla="*/ 7692 h 96224"/>
                            <a:gd name="connsiteX5" fmla="*/ 44510 w 63914"/>
                            <a:gd name="connsiteY5" fmla="*/ 17233 h 96224"/>
                            <a:gd name="connsiteX6" fmla="*/ 49385 w 63914"/>
                            <a:gd name="connsiteY6" fmla="*/ 45837 h 96224"/>
                            <a:gd name="connsiteX7" fmla="*/ 44510 w 63914"/>
                            <a:gd name="connsiteY7" fmla="*/ 74499 h 96224"/>
                            <a:gd name="connsiteX8" fmla="*/ 29923 w 63914"/>
                            <a:gd name="connsiteY8" fmla="*/ 84040 h 96224"/>
                            <a:gd name="connsiteX9" fmla="*/ 29923 w 63914"/>
                            <a:gd name="connsiteY9" fmla="*/ 93979 h 96224"/>
                            <a:gd name="connsiteX10" fmla="*/ 53686 w 63914"/>
                            <a:gd name="connsiteY10" fmla="*/ 81635 h 96224"/>
                            <a:gd name="connsiteX11" fmla="*/ 61890 w 63914"/>
                            <a:gd name="connsiteY11" fmla="*/ 45837 h 96224"/>
                            <a:gd name="connsiteX12" fmla="*/ 53686 w 63914"/>
                            <a:gd name="connsiteY12" fmla="*/ 10078 h 96224"/>
                            <a:gd name="connsiteX13" fmla="*/ 29923 w 63914"/>
                            <a:gd name="connsiteY13" fmla="*/ -2246 h 96224"/>
                            <a:gd name="connsiteX14" fmla="*/ 6181 w 63914"/>
                            <a:gd name="connsiteY14" fmla="*/ 10078 h 96224"/>
                            <a:gd name="connsiteX15" fmla="*/ -2024 w 63914"/>
                            <a:gd name="connsiteY15" fmla="*/ 45837 h 96224"/>
                            <a:gd name="connsiteX16" fmla="*/ 6181 w 63914"/>
                            <a:gd name="connsiteY16" fmla="*/ 81635 h 96224"/>
                            <a:gd name="connsiteX17" fmla="*/ 29923 w 63914"/>
                            <a:gd name="connsiteY17" fmla="*/ 93979 h 9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4" h="96224">
                              <a:moveTo>
                                <a:pt x="29923" y="84040"/>
                              </a:moveTo>
                              <a:cubicBezTo>
                                <a:pt x="23489" y="84040"/>
                                <a:pt x="18647" y="80860"/>
                                <a:pt x="15396" y="74499"/>
                              </a:cubicBezTo>
                              <a:cubicBezTo>
                                <a:pt x="12159" y="68152"/>
                                <a:pt x="10541" y="58598"/>
                                <a:pt x="10541" y="45837"/>
                              </a:cubicBezTo>
                              <a:cubicBezTo>
                                <a:pt x="10541" y="33129"/>
                                <a:pt x="12159" y="23594"/>
                                <a:pt x="15396" y="17233"/>
                              </a:cubicBezTo>
                              <a:cubicBezTo>
                                <a:pt x="18647" y="10873"/>
                                <a:pt x="23489" y="7692"/>
                                <a:pt x="29923" y="7692"/>
                              </a:cubicBezTo>
                              <a:cubicBezTo>
                                <a:pt x="36410" y="7692"/>
                                <a:pt x="41273" y="10873"/>
                                <a:pt x="44510" y="17233"/>
                              </a:cubicBezTo>
                              <a:cubicBezTo>
                                <a:pt x="47760" y="23594"/>
                                <a:pt x="49385" y="33129"/>
                                <a:pt x="49385" y="45837"/>
                              </a:cubicBezTo>
                              <a:cubicBezTo>
                                <a:pt x="49385" y="58598"/>
                                <a:pt x="47760" y="68152"/>
                                <a:pt x="44510" y="74499"/>
                              </a:cubicBezTo>
                              <a:cubicBezTo>
                                <a:pt x="41273" y="80860"/>
                                <a:pt x="36410" y="84040"/>
                                <a:pt x="29923" y="84040"/>
                              </a:cubicBezTo>
                              <a:close/>
                              <a:moveTo>
                                <a:pt x="29923" y="93979"/>
                              </a:moveTo>
                              <a:cubicBezTo>
                                <a:pt x="40295" y="93979"/>
                                <a:pt x="48216" y="89864"/>
                                <a:pt x="53686" y="81635"/>
                              </a:cubicBezTo>
                              <a:cubicBezTo>
                                <a:pt x="59155" y="73419"/>
                                <a:pt x="61890" y="61486"/>
                                <a:pt x="61890" y="45837"/>
                              </a:cubicBezTo>
                              <a:cubicBezTo>
                                <a:pt x="61890" y="30226"/>
                                <a:pt x="59155" y="18307"/>
                                <a:pt x="53686" y="10078"/>
                              </a:cubicBezTo>
                              <a:cubicBezTo>
                                <a:pt x="48216" y="1862"/>
                                <a:pt x="40295" y="-2246"/>
                                <a:pt x="29923" y="-2246"/>
                              </a:cubicBezTo>
                              <a:cubicBezTo>
                                <a:pt x="19565" y="-2246"/>
                                <a:pt x="11651" y="1862"/>
                                <a:pt x="6181" y="10078"/>
                              </a:cubicBezTo>
                              <a:cubicBezTo>
                                <a:pt x="711" y="18307"/>
                                <a:pt x="-2024" y="30226"/>
                                <a:pt x="-2024" y="45837"/>
                              </a:cubicBezTo>
                              <a:cubicBezTo>
                                <a:pt x="-2024" y="61486"/>
                                <a:pt x="711" y="73419"/>
                                <a:pt x="6181" y="81635"/>
                              </a:cubicBezTo>
                              <a:cubicBezTo>
                                <a:pt x="11651" y="89864"/>
                                <a:pt x="19565" y="93979"/>
                                <a:pt x="29923" y="93979"/>
                              </a:cubicBezTo>
                              <a:close/>
                            </a:path>
                          </a:pathLst>
                        </a:custGeom>
                        <a:solidFill>
                          <a:srgbClr val="000000"/>
                        </a:solidFill>
                        <a:ln w="20" cap="flat">
                          <a:noFill/>
                          <a:prstDash val="solid"/>
                          <a:round/>
                        </a:ln>
                      </p:spPr>
                      <p:txBody>
                        <a:bodyPr rtlCol="0" anchor="ctr"/>
                        <a:lstStyle/>
                        <a:p>
                          <a:endParaRPr lang="en-US"/>
                        </a:p>
                      </p:txBody>
                    </p:sp>
                    <p:sp>
                      <p:nvSpPr>
                        <p:cNvPr id="4923" name="Freeform: Shape 4922">
                          <a:extLst>
                            <a:ext uri="{FF2B5EF4-FFF2-40B4-BE49-F238E27FC236}">
                              <a16:creationId xmlns:a16="http://schemas.microsoft.com/office/drawing/2014/main" id="{6B728CFC-5D83-F96F-5ED6-AED02761C22F}"/>
                            </a:ext>
                          </a:extLst>
                        </p:cNvPr>
                        <p:cNvSpPr/>
                        <p:nvPr/>
                      </p:nvSpPr>
                      <p:spPr>
                        <a:xfrm flipV="1">
                          <a:off x="11821444" y="4399389"/>
                          <a:ext cx="13080" cy="15782"/>
                        </a:xfrm>
                        <a:custGeom>
                          <a:avLst/>
                          <a:gdLst>
                            <a:gd name="connsiteX0" fmla="*/ -999 w 13080"/>
                            <a:gd name="connsiteY0" fmla="*/ 15472 h 15782"/>
                            <a:gd name="connsiteX1" fmla="*/ 12081 w 13080"/>
                            <a:gd name="connsiteY1" fmla="*/ 15472 h 15782"/>
                            <a:gd name="connsiteX2" fmla="*/ 12081 w 13080"/>
                            <a:gd name="connsiteY2" fmla="*/ -311 h 15782"/>
                            <a:gd name="connsiteX3" fmla="*/ -999 w 13080"/>
                            <a:gd name="connsiteY3" fmla="*/ -311 h 15782"/>
                            <a:gd name="connsiteX4" fmla="*/ -999 w 13080"/>
                            <a:gd name="connsiteY4" fmla="*/ 15472 h 15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2">
                              <a:moveTo>
                                <a:pt x="-999" y="15472"/>
                              </a:moveTo>
                              <a:lnTo>
                                <a:pt x="12081" y="15472"/>
                              </a:lnTo>
                              <a:lnTo>
                                <a:pt x="12081" y="-311"/>
                              </a:lnTo>
                              <a:lnTo>
                                <a:pt x="-999" y="-311"/>
                              </a:lnTo>
                              <a:lnTo>
                                <a:pt x="-999" y="15472"/>
                              </a:lnTo>
                              <a:close/>
                            </a:path>
                          </a:pathLst>
                        </a:custGeom>
                        <a:solidFill>
                          <a:srgbClr val="000000"/>
                        </a:solidFill>
                        <a:ln w="20" cap="flat">
                          <a:noFill/>
                          <a:prstDash val="solid"/>
                          <a:round/>
                        </a:ln>
                      </p:spPr>
                      <p:txBody>
                        <a:bodyPr rtlCol="0" anchor="ctr"/>
                        <a:lstStyle/>
                        <a:p>
                          <a:endParaRPr lang="en-US"/>
                        </a:p>
                      </p:txBody>
                    </p:sp>
                    <p:sp>
                      <p:nvSpPr>
                        <p:cNvPr id="4924" name="Freeform: Shape 4923">
                          <a:extLst>
                            <a:ext uri="{FF2B5EF4-FFF2-40B4-BE49-F238E27FC236}">
                              <a16:creationId xmlns:a16="http://schemas.microsoft.com/office/drawing/2014/main" id="{18CAA07C-EBB1-BD41-836A-429E8640B3B2}"/>
                            </a:ext>
                          </a:extLst>
                        </p:cNvPr>
                        <p:cNvSpPr/>
                        <p:nvPr/>
                      </p:nvSpPr>
                      <p:spPr>
                        <a:xfrm flipV="1">
                          <a:off x="11857501" y="4320755"/>
                          <a:ext cx="58702" cy="94415"/>
                        </a:xfrm>
                        <a:custGeom>
                          <a:avLst/>
                          <a:gdLst>
                            <a:gd name="connsiteX0" fmla="*/ 13112 w 58702"/>
                            <a:gd name="connsiteY0" fmla="*/ 8263 h 94415"/>
                            <a:gd name="connsiteX1" fmla="*/ 56772 w 58702"/>
                            <a:gd name="connsiteY1" fmla="*/ 8263 h 94415"/>
                            <a:gd name="connsiteX2" fmla="*/ 56772 w 58702"/>
                            <a:gd name="connsiteY2" fmla="*/ -2292 h 94415"/>
                            <a:gd name="connsiteX3" fmla="*/ -1930 w 58702"/>
                            <a:gd name="connsiteY3" fmla="*/ -2292 h 94415"/>
                            <a:gd name="connsiteX4" fmla="*/ -1930 w 58702"/>
                            <a:gd name="connsiteY4" fmla="*/ 8263 h 94415"/>
                            <a:gd name="connsiteX5" fmla="*/ 17472 w 58702"/>
                            <a:gd name="connsiteY5" fmla="*/ 28100 h 94415"/>
                            <a:gd name="connsiteX6" fmla="*/ 32930 w 58702"/>
                            <a:gd name="connsiteY6" fmla="*/ 44181 h 94415"/>
                            <a:gd name="connsiteX7" fmla="*/ 41314 w 58702"/>
                            <a:gd name="connsiteY7" fmla="*/ 55630 h 94415"/>
                            <a:gd name="connsiteX8" fmla="*/ 43712 w 58702"/>
                            <a:gd name="connsiteY8" fmla="*/ 64853 h 94415"/>
                            <a:gd name="connsiteX9" fmla="*/ 38539 w 58702"/>
                            <a:gd name="connsiteY9" fmla="*/ 76899 h 94415"/>
                            <a:gd name="connsiteX10" fmla="*/ 25063 w 58702"/>
                            <a:gd name="connsiteY10" fmla="*/ 81570 h 94415"/>
                            <a:gd name="connsiteX11" fmla="*/ 12636 w 58702"/>
                            <a:gd name="connsiteY11" fmla="*/ 79522 h 94415"/>
                            <a:gd name="connsiteX12" fmla="*/ -1316 w 58702"/>
                            <a:gd name="connsiteY12" fmla="*/ 73301 h 94415"/>
                            <a:gd name="connsiteX13" fmla="*/ -1316 w 58702"/>
                            <a:gd name="connsiteY13" fmla="*/ 85982 h 94415"/>
                            <a:gd name="connsiteX14" fmla="*/ 12795 w 58702"/>
                            <a:gd name="connsiteY14" fmla="*/ 90574 h 94415"/>
                            <a:gd name="connsiteX15" fmla="*/ 24825 w 58702"/>
                            <a:gd name="connsiteY15" fmla="*/ 92124 h 94415"/>
                            <a:gd name="connsiteX16" fmla="*/ 47735 w 58702"/>
                            <a:gd name="connsiteY16" fmla="*/ 84909 h 94415"/>
                            <a:gd name="connsiteX17" fmla="*/ 56277 w 58702"/>
                            <a:gd name="connsiteY17" fmla="*/ 65668 h 94415"/>
                            <a:gd name="connsiteX18" fmla="*/ 54136 w 58702"/>
                            <a:gd name="connsiteY18" fmla="*/ 54815 h 94415"/>
                            <a:gd name="connsiteX19" fmla="*/ 46367 w 58702"/>
                            <a:gd name="connsiteY19" fmla="*/ 42750 h 94415"/>
                            <a:gd name="connsiteX20" fmla="*/ 36518 w 58702"/>
                            <a:gd name="connsiteY20" fmla="*/ 32334 h 94415"/>
                            <a:gd name="connsiteX21" fmla="*/ 13112 w 58702"/>
                            <a:gd name="connsiteY21" fmla="*/ 8263 h 9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8702" h="94415">
                              <a:moveTo>
                                <a:pt x="13112" y="8263"/>
                              </a:moveTo>
                              <a:lnTo>
                                <a:pt x="56772" y="8263"/>
                              </a:lnTo>
                              <a:lnTo>
                                <a:pt x="56772" y="-2292"/>
                              </a:lnTo>
                              <a:lnTo>
                                <a:pt x="-1930" y="-2292"/>
                              </a:lnTo>
                              <a:lnTo>
                                <a:pt x="-1930" y="8263"/>
                              </a:lnTo>
                              <a:cubicBezTo>
                                <a:pt x="2813" y="13193"/>
                                <a:pt x="9280" y="19805"/>
                                <a:pt x="17472" y="28100"/>
                              </a:cubicBezTo>
                              <a:cubicBezTo>
                                <a:pt x="25677" y="36409"/>
                                <a:pt x="30830" y="41769"/>
                                <a:pt x="32930" y="44181"/>
                              </a:cubicBezTo>
                              <a:cubicBezTo>
                                <a:pt x="36934" y="48686"/>
                                <a:pt x="39728" y="52503"/>
                                <a:pt x="41314" y="55630"/>
                              </a:cubicBezTo>
                              <a:cubicBezTo>
                                <a:pt x="42912" y="58757"/>
                                <a:pt x="43712" y="61832"/>
                                <a:pt x="43712" y="64853"/>
                              </a:cubicBezTo>
                              <a:cubicBezTo>
                                <a:pt x="43712" y="69783"/>
                                <a:pt x="41987" y="73798"/>
                                <a:pt x="38539" y="76899"/>
                              </a:cubicBezTo>
                              <a:cubicBezTo>
                                <a:pt x="35091" y="80013"/>
                                <a:pt x="30598" y="81570"/>
                                <a:pt x="25063" y="81570"/>
                              </a:cubicBezTo>
                              <a:cubicBezTo>
                                <a:pt x="21138" y="81570"/>
                                <a:pt x="16996" y="80887"/>
                                <a:pt x="12636" y="79522"/>
                              </a:cubicBezTo>
                              <a:cubicBezTo>
                                <a:pt x="8290" y="78157"/>
                                <a:pt x="3639" y="76084"/>
                                <a:pt x="-1316" y="73301"/>
                              </a:cubicBezTo>
                              <a:lnTo>
                                <a:pt x="-1316" y="85982"/>
                              </a:lnTo>
                              <a:cubicBezTo>
                                <a:pt x="3718" y="88010"/>
                                <a:pt x="8422" y="89540"/>
                                <a:pt x="12795" y="90574"/>
                              </a:cubicBezTo>
                              <a:cubicBezTo>
                                <a:pt x="17181" y="91608"/>
                                <a:pt x="21191" y="92124"/>
                                <a:pt x="24825" y="92124"/>
                              </a:cubicBezTo>
                              <a:cubicBezTo>
                                <a:pt x="34404" y="92124"/>
                                <a:pt x="42040" y="89719"/>
                                <a:pt x="47735" y="84909"/>
                              </a:cubicBezTo>
                              <a:cubicBezTo>
                                <a:pt x="53429" y="80112"/>
                                <a:pt x="56277" y="73698"/>
                                <a:pt x="56277" y="65668"/>
                              </a:cubicBezTo>
                              <a:cubicBezTo>
                                <a:pt x="56277" y="61852"/>
                                <a:pt x="55563" y="58234"/>
                                <a:pt x="54136" y="54815"/>
                              </a:cubicBezTo>
                              <a:cubicBezTo>
                                <a:pt x="52723" y="51410"/>
                                <a:pt x="50133" y="47388"/>
                                <a:pt x="46367" y="42750"/>
                              </a:cubicBezTo>
                              <a:cubicBezTo>
                                <a:pt x="45337" y="41544"/>
                                <a:pt x="42053" y="38072"/>
                                <a:pt x="36518" y="32334"/>
                              </a:cubicBezTo>
                              <a:cubicBezTo>
                                <a:pt x="30995" y="26596"/>
                                <a:pt x="23193" y="18573"/>
                                <a:pt x="13112" y="8263"/>
                              </a:cubicBezTo>
                              <a:close/>
                            </a:path>
                          </a:pathLst>
                        </a:custGeom>
                        <a:solidFill>
                          <a:srgbClr val="000000"/>
                        </a:solidFill>
                        <a:ln w="20" cap="flat">
                          <a:noFill/>
                          <a:prstDash val="solid"/>
                          <a:round/>
                        </a:ln>
                      </p:spPr>
                      <p:txBody>
                        <a:bodyPr rtlCol="0" anchor="ctr"/>
                        <a:lstStyle/>
                        <a:p>
                          <a:endParaRPr lang="en-US"/>
                        </a:p>
                      </p:txBody>
                    </p:sp>
                  </p:grpSp>
                </p:grpSp>
                <p:grpSp>
                  <p:nvGrpSpPr>
                    <p:cNvPr id="4914" name="Graphic 41">
                      <a:extLst>
                        <a:ext uri="{FF2B5EF4-FFF2-40B4-BE49-F238E27FC236}">
                          <a16:creationId xmlns:a16="http://schemas.microsoft.com/office/drawing/2014/main" id="{59932F98-AAB7-4F3E-7987-45EA69D6ECC3}"/>
                        </a:ext>
                      </a:extLst>
                    </p:cNvPr>
                    <p:cNvGrpSpPr/>
                    <p:nvPr/>
                  </p:nvGrpSpPr>
                  <p:grpSpPr>
                    <a:xfrm>
                      <a:off x="11735553" y="3836353"/>
                      <a:ext cx="282134" cy="96224"/>
                      <a:chOff x="11735553" y="3836353"/>
                      <a:chExt cx="282134" cy="96224"/>
                    </a:xfrm>
                    <a:solidFill>
                      <a:srgbClr val="000000"/>
                    </a:solidFill>
                  </p:grpSpPr>
                  <p:sp>
                    <p:nvSpPr>
                      <p:cNvPr id="4915" name="Freeform: Shape 4914">
                        <a:extLst>
                          <a:ext uri="{FF2B5EF4-FFF2-40B4-BE49-F238E27FC236}">
                            <a16:creationId xmlns:a16="http://schemas.microsoft.com/office/drawing/2014/main" id="{C085D5DB-E95B-D86E-E70B-5CDE3EC9CE8D}"/>
                          </a:ext>
                        </a:extLst>
                      </p:cNvPr>
                      <p:cNvSpPr/>
                      <p:nvPr/>
                    </p:nvSpPr>
                    <p:spPr>
                      <a:xfrm>
                        <a:off x="11973295" y="3882437"/>
                        <a:ext cx="44393" cy="12721"/>
                      </a:xfrm>
                      <a:custGeom>
                        <a:avLst/>
                        <a:gdLst>
                          <a:gd name="connsiteX0" fmla="*/ 44423 w 44393"/>
                          <a:gd name="connsiteY0" fmla="*/ 45 h 12721"/>
                          <a:gd name="connsiteX1" fmla="*/ 30 w 44393"/>
                          <a:gd name="connsiteY1" fmla="*/ 45 h 12721"/>
                        </a:gdLst>
                        <a:ahLst/>
                        <a:cxnLst>
                          <a:cxn ang="0">
                            <a:pos x="connsiteX0" y="connsiteY0"/>
                          </a:cxn>
                          <a:cxn ang="0">
                            <a:pos x="connsiteX1" y="connsiteY1"/>
                          </a:cxn>
                        </a:cxnLst>
                        <a:rect l="l" t="t" r="r" b="b"/>
                        <a:pathLst>
                          <a:path w="44393" h="12721">
                            <a:moveTo>
                              <a:pt x="44423" y="45"/>
                            </a:moveTo>
                            <a:lnTo>
                              <a:pt x="30" y="45"/>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916" name="Graphic 41">
                        <a:extLst>
                          <a:ext uri="{FF2B5EF4-FFF2-40B4-BE49-F238E27FC236}">
                            <a16:creationId xmlns:a16="http://schemas.microsoft.com/office/drawing/2014/main" id="{EC080C2B-A553-9AA7-3EBD-64E65AAED7E8}"/>
                          </a:ext>
                        </a:extLst>
                      </p:cNvPr>
                      <p:cNvGrpSpPr/>
                      <p:nvPr/>
                    </p:nvGrpSpPr>
                    <p:grpSpPr>
                      <a:xfrm>
                        <a:off x="11735553" y="3836353"/>
                        <a:ext cx="186238" cy="96224"/>
                        <a:chOff x="11735553" y="3836353"/>
                        <a:chExt cx="186238" cy="96224"/>
                      </a:xfrm>
                      <a:solidFill>
                        <a:srgbClr val="000000"/>
                      </a:solidFill>
                    </p:grpSpPr>
                    <p:sp>
                      <p:nvSpPr>
                        <p:cNvPr id="4917" name="Freeform: Shape 4916">
                          <a:extLst>
                            <a:ext uri="{FF2B5EF4-FFF2-40B4-BE49-F238E27FC236}">
                              <a16:creationId xmlns:a16="http://schemas.microsoft.com/office/drawing/2014/main" id="{1224988C-04CD-C0F4-5E7C-CC945307ECD1}"/>
                            </a:ext>
                          </a:extLst>
                        </p:cNvPr>
                        <p:cNvSpPr/>
                        <p:nvPr/>
                      </p:nvSpPr>
                      <p:spPr>
                        <a:xfrm flipV="1">
                          <a:off x="11735553" y="3836353"/>
                          <a:ext cx="63914" cy="96224"/>
                        </a:xfrm>
                        <a:custGeom>
                          <a:avLst/>
                          <a:gdLst>
                            <a:gd name="connsiteX0" fmla="*/ 29923 w 63914"/>
                            <a:gd name="connsiteY0" fmla="*/ 84002 h 96224"/>
                            <a:gd name="connsiteX1" fmla="*/ 15396 w 63914"/>
                            <a:gd name="connsiteY1" fmla="*/ 74461 h 96224"/>
                            <a:gd name="connsiteX2" fmla="*/ 10541 w 63914"/>
                            <a:gd name="connsiteY2" fmla="*/ 45798 h 96224"/>
                            <a:gd name="connsiteX3" fmla="*/ 15396 w 63914"/>
                            <a:gd name="connsiteY3" fmla="*/ 17195 h 96224"/>
                            <a:gd name="connsiteX4" fmla="*/ 29923 w 63914"/>
                            <a:gd name="connsiteY4" fmla="*/ 7654 h 96224"/>
                            <a:gd name="connsiteX5" fmla="*/ 44510 w 63914"/>
                            <a:gd name="connsiteY5" fmla="*/ 17195 h 96224"/>
                            <a:gd name="connsiteX6" fmla="*/ 49385 w 63914"/>
                            <a:gd name="connsiteY6" fmla="*/ 45798 h 96224"/>
                            <a:gd name="connsiteX7" fmla="*/ 44510 w 63914"/>
                            <a:gd name="connsiteY7" fmla="*/ 74461 h 96224"/>
                            <a:gd name="connsiteX8" fmla="*/ 29923 w 63914"/>
                            <a:gd name="connsiteY8" fmla="*/ 84002 h 96224"/>
                            <a:gd name="connsiteX9" fmla="*/ 29923 w 63914"/>
                            <a:gd name="connsiteY9" fmla="*/ 93941 h 96224"/>
                            <a:gd name="connsiteX10" fmla="*/ 53686 w 63914"/>
                            <a:gd name="connsiteY10" fmla="*/ 81597 h 96224"/>
                            <a:gd name="connsiteX11" fmla="*/ 61890 w 63914"/>
                            <a:gd name="connsiteY11" fmla="*/ 45798 h 96224"/>
                            <a:gd name="connsiteX12" fmla="*/ 53686 w 63914"/>
                            <a:gd name="connsiteY12" fmla="*/ 10040 h 96224"/>
                            <a:gd name="connsiteX13" fmla="*/ 29923 w 63914"/>
                            <a:gd name="connsiteY13" fmla="*/ -2284 h 96224"/>
                            <a:gd name="connsiteX14" fmla="*/ 6181 w 63914"/>
                            <a:gd name="connsiteY14" fmla="*/ 10040 h 96224"/>
                            <a:gd name="connsiteX15" fmla="*/ -2024 w 63914"/>
                            <a:gd name="connsiteY15" fmla="*/ 45798 h 96224"/>
                            <a:gd name="connsiteX16" fmla="*/ 6181 w 63914"/>
                            <a:gd name="connsiteY16" fmla="*/ 81597 h 96224"/>
                            <a:gd name="connsiteX17" fmla="*/ 29923 w 63914"/>
                            <a:gd name="connsiteY17" fmla="*/ 93941 h 9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4" h="96224">
                              <a:moveTo>
                                <a:pt x="29923" y="84002"/>
                              </a:moveTo>
                              <a:cubicBezTo>
                                <a:pt x="23489" y="84002"/>
                                <a:pt x="18647" y="80822"/>
                                <a:pt x="15396" y="74461"/>
                              </a:cubicBezTo>
                              <a:cubicBezTo>
                                <a:pt x="12159" y="68114"/>
                                <a:pt x="10541" y="58559"/>
                                <a:pt x="10541" y="45798"/>
                              </a:cubicBezTo>
                              <a:cubicBezTo>
                                <a:pt x="10541" y="33090"/>
                                <a:pt x="12159" y="23556"/>
                                <a:pt x="15396" y="17195"/>
                              </a:cubicBezTo>
                              <a:cubicBezTo>
                                <a:pt x="18647" y="10835"/>
                                <a:pt x="23489" y="7654"/>
                                <a:pt x="29923" y="7654"/>
                              </a:cubicBezTo>
                              <a:cubicBezTo>
                                <a:pt x="36410" y="7654"/>
                                <a:pt x="41273" y="10835"/>
                                <a:pt x="44510" y="17195"/>
                              </a:cubicBezTo>
                              <a:cubicBezTo>
                                <a:pt x="47760" y="23556"/>
                                <a:pt x="49385" y="33090"/>
                                <a:pt x="49385" y="45798"/>
                              </a:cubicBezTo>
                              <a:cubicBezTo>
                                <a:pt x="49385" y="58559"/>
                                <a:pt x="47760" y="68114"/>
                                <a:pt x="44510" y="74461"/>
                              </a:cubicBezTo>
                              <a:cubicBezTo>
                                <a:pt x="41273" y="80822"/>
                                <a:pt x="36410" y="84002"/>
                                <a:pt x="29923" y="84002"/>
                              </a:cubicBezTo>
                              <a:close/>
                              <a:moveTo>
                                <a:pt x="29923" y="93941"/>
                              </a:moveTo>
                              <a:cubicBezTo>
                                <a:pt x="40295" y="93941"/>
                                <a:pt x="48216" y="89826"/>
                                <a:pt x="53686" y="81597"/>
                              </a:cubicBezTo>
                              <a:cubicBezTo>
                                <a:pt x="59155" y="73381"/>
                                <a:pt x="61890" y="61448"/>
                                <a:pt x="61890" y="45798"/>
                              </a:cubicBezTo>
                              <a:cubicBezTo>
                                <a:pt x="61890" y="30188"/>
                                <a:pt x="59155" y="18269"/>
                                <a:pt x="53686" y="10040"/>
                              </a:cubicBezTo>
                              <a:cubicBezTo>
                                <a:pt x="48216" y="1824"/>
                                <a:pt x="40295" y="-2284"/>
                                <a:pt x="29923" y="-2284"/>
                              </a:cubicBezTo>
                              <a:cubicBezTo>
                                <a:pt x="19565" y="-2284"/>
                                <a:pt x="11651" y="1824"/>
                                <a:pt x="6181" y="10040"/>
                              </a:cubicBezTo>
                              <a:cubicBezTo>
                                <a:pt x="711" y="18269"/>
                                <a:pt x="-2024" y="30188"/>
                                <a:pt x="-2024" y="45798"/>
                              </a:cubicBezTo>
                              <a:cubicBezTo>
                                <a:pt x="-2024" y="61448"/>
                                <a:pt x="711" y="73381"/>
                                <a:pt x="6181" y="81597"/>
                              </a:cubicBezTo>
                              <a:cubicBezTo>
                                <a:pt x="11651" y="89826"/>
                                <a:pt x="19565" y="93941"/>
                                <a:pt x="29923" y="93941"/>
                              </a:cubicBezTo>
                              <a:close/>
                            </a:path>
                          </a:pathLst>
                        </a:custGeom>
                        <a:solidFill>
                          <a:srgbClr val="000000"/>
                        </a:solidFill>
                        <a:ln w="20" cap="flat">
                          <a:noFill/>
                          <a:prstDash val="solid"/>
                          <a:round/>
                        </a:ln>
                      </p:spPr>
                      <p:txBody>
                        <a:bodyPr rtlCol="0" anchor="ctr"/>
                        <a:lstStyle/>
                        <a:p>
                          <a:endParaRPr lang="en-US"/>
                        </a:p>
                      </p:txBody>
                    </p:sp>
                    <p:sp>
                      <p:nvSpPr>
                        <p:cNvPr id="4918" name="Freeform: Shape 4917">
                          <a:extLst>
                            <a:ext uri="{FF2B5EF4-FFF2-40B4-BE49-F238E27FC236}">
                              <a16:creationId xmlns:a16="http://schemas.microsoft.com/office/drawing/2014/main" id="{1E6D58EA-F403-5336-5B2F-02D15FDEA32D}"/>
                            </a:ext>
                          </a:extLst>
                        </p:cNvPr>
                        <p:cNvSpPr/>
                        <p:nvPr/>
                      </p:nvSpPr>
                      <p:spPr>
                        <a:xfrm flipV="1">
                          <a:off x="11821444" y="3914987"/>
                          <a:ext cx="13080" cy="15782"/>
                        </a:xfrm>
                        <a:custGeom>
                          <a:avLst/>
                          <a:gdLst>
                            <a:gd name="connsiteX0" fmla="*/ -999 w 13080"/>
                            <a:gd name="connsiteY0" fmla="*/ 15434 h 15782"/>
                            <a:gd name="connsiteX1" fmla="*/ 12081 w 13080"/>
                            <a:gd name="connsiteY1" fmla="*/ 15434 h 15782"/>
                            <a:gd name="connsiteX2" fmla="*/ 12081 w 13080"/>
                            <a:gd name="connsiteY2" fmla="*/ -349 h 15782"/>
                            <a:gd name="connsiteX3" fmla="*/ -999 w 13080"/>
                            <a:gd name="connsiteY3" fmla="*/ -349 h 15782"/>
                            <a:gd name="connsiteX4" fmla="*/ -999 w 13080"/>
                            <a:gd name="connsiteY4" fmla="*/ 15434 h 15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2">
                              <a:moveTo>
                                <a:pt x="-999" y="15434"/>
                              </a:moveTo>
                              <a:lnTo>
                                <a:pt x="12081" y="15434"/>
                              </a:lnTo>
                              <a:lnTo>
                                <a:pt x="12081" y="-349"/>
                              </a:lnTo>
                              <a:lnTo>
                                <a:pt x="-999" y="-349"/>
                              </a:lnTo>
                              <a:lnTo>
                                <a:pt x="-999" y="15434"/>
                              </a:lnTo>
                              <a:close/>
                            </a:path>
                          </a:pathLst>
                        </a:custGeom>
                        <a:solidFill>
                          <a:srgbClr val="000000"/>
                        </a:solidFill>
                        <a:ln w="20" cap="flat">
                          <a:noFill/>
                          <a:prstDash val="solid"/>
                          <a:round/>
                        </a:ln>
                      </p:spPr>
                      <p:txBody>
                        <a:bodyPr rtlCol="0" anchor="ctr"/>
                        <a:lstStyle/>
                        <a:p>
                          <a:endParaRPr lang="en-US"/>
                        </a:p>
                      </p:txBody>
                    </p:sp>
                    <p:sp>
                      <p:nvSpPr>
                        <p:cNvPr id="4919" name="Freeform: Shape 4918">
                          <a:extLst>
                            <a:ext uri="{FF2B5EF4-FFF2-40B4-BE49-F238E27FC236}">
                              <a16:creationId xmlns:a16="http://schemas.microsoft.com/office/drawing/2014/main" id="{2CAC6DBB-98AD-3BA9-AA72-ABAC52E308FE}"/>
                            </a:ext>
                          </a:extLst>
                        </p:cNvPr>
                        <p:cNvSpPr/>
                        <p:nvPr/>
                      </p:nvSpPr>
                      <p:spPr>
                        <a:xfrm flipV="1">
                          <a:off x="11854409" y="3838023"/>
                          <a:ext cx="67382" cy="92746"/>
                        </a:xfrm>
                        <a:custGeom>
                          <a:avLst/>
                          <a:gdLst>
                            <a:gd name="connsiteX0" fmla="*/ 39745 w 67382"/>
                            <a:gd name="connsiteY0" fmla="*/ 79526 h 92746"/>
                            <a:gd name="connsiteX1" fmla="*/ 8154 w 67382"/>
                            <a:gd name="connsiteY1" fmla="*/ 30013 h 92746"/>
                            <a:gd name="connsiteX2" fmla="*/ 39745 w 67382"/>
                            <a:gd name="connsiteY2" fmla="*/ 30013 h 92746"/>
                            <a:gd name="connsiteX3" fmla="*/ 39745 w 67382"/>
                            <a:gd name="connsiteY3" fmla="*/ 79526 h 92746"/>
                            <a:gd name="connsiteX4" fmla="*/ 36455 w 67382"/>
                            <a:gd name="connsiteY4" fmla="*/ 90459 h 92746"/>
                            <a:gd name="connsiteX5" fmla="*/ 52191 w 67382"/>
                            <a:gd name="connsiteY5" fmla="*/ 90459 h 92746"/>
                            <a:gd name="connsiteX6" fmla="*/ 52191 w 67382"/>
                            <a:gd name="connsiteY6" fmla="*/ 30013 h 92746"/>
                            <a:gd name="connsiteX7" fmla="*/ 65390 w 67382"/>
                            <a:gd name="connsiteY7" fmla="*/ 30013 h 92746"/>
                            <a:gd name="connsiteX8" fmla="*/ 65390 w 67382"/>
                            <a:gd name="connsiteY8" fmla="*/ 19577 h 92746"/>
                            <a:gd name="connsiteX9" fmla="*/ 52191 w 67382"/>
                            <a:gd name="connsiteY9" fmla="*/ 19577 h 92746"/>
                            <a:gd name="connsiteX10" fmla="*/ 52191 w 67382"/>
                            <a:gd name="connsiteY10" fmla="*/ -2288 h 92746"/>
                            <a:gd name="connsiteX11" fmla="*/ 39745 w 67382"/>
                            <a:gd name="connsiteY11" fmla="*/ -2288 h 92746"/>
                            <a:gd name="connsiteX12" fmla="*/ 39745 w 67382"/>
                            <a:gd name="connsiteY12" fmla="*/ 19577 h 92746"/>
                            <a:gd name="connsiteX13" fmla="*/ -1993 w 67382"/>
                            <a:gd name="connsiteY13" fmla="*/ 19577 h 92746"/>
                            <a:gd name="connsiteX14" fmla="*/ -1993 w 67382"/>
                            <a:gd name="connsiteY14" fmla="*/ 31682 h 92746"/>
                            <a:gd name="connsiteX15" fmla="*/ 36455 w 67382"/>
                            <a:gd name="connsiteY15" fmla="*/ 90459 h 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382" h="92746">
                              <a:moveTo>
                                <a:pt x="39745" y="79526"/>
                              </a:moveTo>
                              <a:lnTo>
                                <a:pt x="8154" y="30013"/>
                              </a:lnTo>
                              <a:lnTo>
                                <a:pt x="39745" y="30013"/>
                              </a:lnTo>
                              <a:lnTo>
                                <a:pt x="39745" y="79526"/>
                              </a:lnTo>
                              <a:close/>
                              <a:moveTo>
                                <a:pt x="36455" y="90459"/>
                              </a:moveTo>
                              <a:lnTo>
                                <a:pt x="52191" y="90459"/>
                              </a:lnTo>
                              <a:lnTo>
                                <a:pt x="52191" y="30013"/>
                              </a:lnTo>
                              <a:lnTo>
                                <a:pt x="65390" y="30013"/>
                              </a:lnTo>
                              <a:lnTo>
                                <a:pt x="65390" y="19577"/>
                              </a:lnTo>
                              <a:lnTo>
                                <a:pt x="52191" y="19577"/>
                              </a:lnTo>
                              <a:lnTo>
                                <a:pt x="52191" y="-2288"/>
                              </a:lnTo>
                              <a:lnTo>
                                <a:pt x="39745" y="-2288"/>
                              </a:lnTo>
                              <a:lnTo>
                                <a:pt x="39745" y="19577"/>
                              </a:lnTo>
                              <a:lnTo>
                                <a:pt x="-1993" y="19577"/>
                              </a:lnTo>
                              <a:lnTo>
                                <a:pt x="-1993" y="31682"/>
                              </a:lnTo>
                              <a:lnTo>
                                <a:pt x="36455" y="90459"/>
                              </a:lnTo>
                              <a:close/>
                            </a:path>
                          </a:pathLst>
                        </a:custGeom>
                        <a:solidFill>
                          <a:srgbClr val="000000"/>
                        </a:solidFill>
                        <a:ln w="20" cap="flat">
                          <a:noFill/>
                          <a:prstDash val="solid"/>
                          <a:round/>
                        </a:ln>
                      </p:spPr>
                      <p:txBody>
                        <a:bodyPr rtlCol="0" anchor="ctr"/>
                        <a:lstStyle/>
                        <a:p>
                          <a:endParaRPr lang="en-US"/>
                        </a:p>
                      </p:txBody>
                    </p:sp>
                  </p:grpSp>
                </p:grpSp>
              </p:grpSp>
              <p:sp>
                <p:nvSpPr>
                  <p:cNvPr id="4910" name="Freeform: Shape 4909">
                    <a:extLst>
                      <a:ext uri="{FF2B5EF4-FFF2-40B4-BE49-F238E27FC236}">
                        <a16:creationId xmlns:a16="http://schemas.microsoft.com/office/drawing/2014/main" id="{D5465A73-718B-A192-44DC-C7D0BA1AAD3D}"/>
                      </a:ext>
                    </a:extLst>
                  </p:cNvPr>
                  <p:cNvSpPr/>
                  <p:nvPr/>
                </p:nvSpPr>
                <p:spPr>
                  <a:xfrm>
                    <a:off x="13334763" y="3526636"/>
                    <a:ext cx="12683" cy="1452213"/>
                  </a:xfrm>
                  <a:custGeom>
                    <a:avLst/>
                    <a:gdLst>
                      <a:gd name="connsiteX0" fmla="*/ 0 w 12683"/>
                      <a:gd name="connsiteY0" fmla="*/ 1452214 h 1452213"/>
                      <a:gd name="connsiteX1" fmla="*/ 0 w 12683"/>
                      <a:gd name="connsiteY1" fmla="*/ 0 h 1452213"/>
                    </a:gdLst>
                    <a:ahLst/>
                    <a:cxnLst>
                      <a:cxn ang="0">
                        <a:pos x="connsiteX0" y="connsiteY0"/>
                      </a:cxn>
                      <a:cxn ang="0">
                        <a:pos x="connsiteX1" y="connsiteY1"/>
                      </a:cxn>
                    </a:cxnLst>
                    <a:rect l="l" t="t" r="r" b="b"/>
                    <a:pathLst>
                      <a:path w="12683" h="1452213">
                        <a:moveTo>
                          <a:pt x="0" y="1452214"/>
                        </a:moveTo>
                        <a:lnTo>
                          <a:pt x="0" y="0"/>
                        </a:lnTo>
                      </a:path>
                    </a:pathLst>
                  </a:custGeom>
                  <a:noFill/>
                  <a:ln w="10147" cap="sq">
                    <a:solidFill>
                      <a:srgbClr val="000000"/>
                    </a:solidFill>
                    <a:prstDash val="solid"/>
                    <a:miter/>
                  </a:ln>
                </p:spPr>
                <p:txBody>
                  <a:bodyPr rtlCol="0" anchor="ctr"/>
                  <a:lstStyle/>
                  <a:p>
                    <a:endParaRPr lang="en-US"/>
                  </a:p>
                </p:txBody>
              </p:sp>
              <p:sp>
                <p:nvSpPr>
                  <p:cNvPr id="4911" name="Freeform: Shape 4910">
                    <a:extLst>
                      <a:ext uri="{FF2B5EF4-FFF2-40B4-BE49-F238E27FC236}">
                        <a16:creationId xmlns:a16="http://schemas.microsoft.com/office/drawing/2014/main" id="{D87D206A-4CAA-47F5-3AE7-675517F1304A}"/>
                      </a:ext>
                    </a:extLst>
                  </p:cNvPr>
                  <p:cNvSpPr/>
                  <p:nvPr/>
                </p:nvSpPr>
                <p:spPr>
                  <a:xfrm>
                    <a:off x="13334763" y="4978850"/>
                    <a:ext cx="1981715" cy="12721"/>
                  </a:xfrm>
                  <a:custGeom>
                    <a:avLst/>
                    <a:gdLst>
                      <a:gd name="connsiteX0" fmla="*/ 0 w 1981715"/>
                      <a:gd name="connsiteY0" fmla="*/ 0 h 12721"/>
                      <a:gd name="connsiteX1" fmla="*/ 1981716 w 1981715"/>
                      <a:gd name="connsiteY1" fmla="*/ 0 h 12721"/>
                    </a:gdLst>
                    <a:ahLst/>
                    <a:cxnLst>
                      <a:cxn ang="0">
                        <a:pos x="connsiteX0" y="connsiteY0"/>
                      </a:cxn>
                      <a:cxn ang="0">
                        <a:pos x="connsiteX1" y="connsiteY1"/>
                      </a:cxn>
                    </a:cxnLst>
                    <a:rect l="l" t="t" r="r" b="b"/>
                    <a:pathLst>
                      <a:path w="1981715" h="12721">
                        <a:moveTo>
                          <a:pt x="0" y="0"/>
                        </a:moveTo>
                        <a:lnTo>
                          <a:pt x="1981716" y="0"/>
                        </a:lnTo>
                      </a:path>
                    </a:pathLst>
                  </a:custGeom>
                  <a:noFill/>
                  <a:ln w="10147" cap="sq">
                    <a:solidFill>
                      <a:srgbClr val="000000"/>
                    </a:solidFill>
                    <a:prstDash val="solid"/>
                    <a:miter/>
                  </a:ln>
                </p:spPr>
                <p:txBody>
                  <a:bodyPr rtlCol="0" anchor="ctr"/>
                  <a:lstStyle/>
                  <a:p>
                    <a:endParaRPr lang="en-US"/>
                  </a:p>
                </p:txBody>
              </p:sp>
            </p:grpSp>
            <p:grpSp>
              <p:nvGrpSpPr>
                <p:cNvPr id="4874" name="Group 4873">
                  <a:extLst>
                    <a:ext uri="{FF2B5EF4-FFF2-40B4-BE49-F238E27FC236}">
                      <a16:creationId xmlns:a16="http://schemas.microsoft.com/office/drawing/2014/main" id="{F8F87FF8-825F-19F8-0A1D-5FCFBACDBCD4}"/>
                    </a:ext>
                  </a:extLst>
                </p:cNvPr>
                <p:cNvGrpSpPr/>
                <p:nvPr/>
              </p:nvGrpSpPr>
              <p:grpSpPr>
                <a:xfrm>
                  <a:off x="13112750" y="4953952"/>
                  <a:ext cx="2419349" cy="560647"/>
                  <a:chOff x="12560577" y="1354025"/>
                  <a:chExt cx="2528189" cy="609642"/>
                </a:xfrm>
              </p:grpSpPr>
              <p:grpSp>
                <p:nvGrpSpPr>
                  <p:cNvPr id="4875" name="Group 4874">
                    <a:extLst>
                      <a:ext uri="{FF2B5EF4-FFF2-40B4-BE49-F238E27FC236}">
                        <a16:creationId xmlns:a16="http://schemas.microsoft.com/office/drawing/2014/main" id="{810BE2B4-EF0F-7540-E612-DEB8B688A1C4}"/>
                      </a:ext>
                    </a:extLst>
                  </p:cNvPr>
                  <p:cNvGrpSpPr/>
                  <p:nvPr/>
                </p:nvGrpSpPr>
                <p:grpSpPr>
                  <a:xfrm>
                    <a:off x="12560577" y="1354025"/>
                    <a:ext cx="2528189" cy="333687"/>
                    <a:chOff x="3617943" y="6077165"/>
                    <a:chExt cx="2528189" cy="333687"/>
                  </a:xfrm>
                </p:grpSpPr>
                <p:sp>
                  <p:nvSpPr>
                    <p:cNvPr id="4877" name="Freeform: Shape 4876">
                      <a:extLst>
                        <a:ext uri="{FF2B5EF4-FFF2-40B4-BE49-F238E27FC236}">
                          <a16:creationId xmlns:a16="http://schemas.microsoft.com/office/drawing/2014/main" id="{D9E38CF8-EE07-CE63-105C-FE280F1428E4}"/>
                        </a:ext>
                      </a:extLst>
                    </p:cNvPr>
                    <p:cNvSpPr/>
                    <p:nvPr/>
                  </p:nvSpPr>
                  <p:spPr>
                    <a:xfrm>
                      <a:off x="3938277" y="6103076"/>
                      <a:ext cx="13301" cy="46693"/>
                    </a:xfrm>
                    <a:custGeom>
                      <a:avLst/>
                      <a:gdLst>
                        <a:gd name="connsiteX0" fmla="*/ 37 w 13301"/>
                        <a:gd name="connsiteY0" fmla="*/ 121 h 46693"/>
                        <a:gd name="connsiteX1" fmla="*/ 37 w 13301"/>
                        <a:gd name="connsiteY1" fmla="*/ 46815 h 46693"/>
                      </a:gdLst>
                      <a:ahLst/>
                      <a:cxnLst>
                        <a:cxn ang="0">
                          <a:pos x="connsiteX0" y="connsiteY0"/>
                        </a:cxn>
                        <a:cxn ang="0">
                          <a:pos x="connsiteX1" y="connsiteY1"/>
                        </a:cxn>
                      </a:cxnLst>
                      <a:rect l="l" t="t" r="r" b="b"/>
                      <a:pathLst>
                        <a:path w="13301" h="46693">
                          <a:moveTo>
                            <a:pt x="37" y="121"/>
                          </a:moveTo>
                          <a:lnTo>
                            <a:pt x="37"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78" name="Freeform: Shape 4877">
                      <a:extLst>
                        <a:ext uri="{FF2B5EF4-FFF2-40B4-BE49-F238E27FC236}">
                          <a16:creationId xmlns:a16="http://schemas.microsoft.com/office/drawing/2014/main" id="{F715BED9-CFCF-7C14-ABA1-376739183E7A}"/>
                        </a:ext>
                      </a:extLst>
                    </p:cNvPr>
                    <p:cNvSpPr/>
                    <p:nvPr/>
                  </p:nvSpPr>
                  <p:spPr>
                    <a:xfrm>
                      <a:off x="4882940" y="6103076"/>
                      <a:ext cx="13301" cy="46693"/>
                    </a:xfrm>
                    <a:custGeom>
                      <a:avLst/>
                      <a:gdLst>
                        <a:gd name="connsiteX0" fmla="*/ 108 w 13301"/>
                        <a:gd name="connsiteY0" fmla="*/ 121 h 46693"/>
                        <a:gd name="connsiteX1" fmla="*/ 108 w 13301"/>
                        <a:gd name="connsiteY1" fmla="*/ 46815 h 46693"/>
                      </a:gdLst>
                      <a:ahLst/>
                      <a:cxnLst>
                        <a:cxn ang="0">
                          <a:pos x="connsiteX0" y="connsiteY0"/>
                        </a:cxn>
                        <a:cxn ang="0">
                          <a:pos x="connsiteX1" y="connsiteY1"/>
                        </a:cxn>
                      </a:cxnLst>
                      <a:rect l="l" t="t" r="r" b="b"/>
                      <a:pathLst>
                        <a:path w="13301" h="46693">
                          <a:moveTo>
                            <a:pt x="108" y="121"/>
                          </a:moveTo>
                          <a:lnTo>
                            <a:pt x="108"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79" name="Freeform: Shape 4878">
                      <a:extLst>
                        <a:ext uri="{FF2B5EF4-FFF2-40B4-BE49-F238E27FC236}">
                          <a16:creationId xmlns:a16="http://schemas.microsoft.com/office/drawing/2014/main" id="{8D9F21D3-CD77-17BA-7BF8-A5A360331FBC}"/>
                        </a:ext>
                      </a:extLst>
                    </p:cNvPr>
                    <p:cNvSpPr/>
                    <p:nvPr/>
                  </p:nvSpPr>
                  <p:spPr>
                    <a:xfrm>
                      <a:off x="5355270"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80" name="Freeform: Shape 4879">
                      <a:extLst>
                        <a:ext uri="{FF2B5EF4-FFF2-40B4-BE49-F238E27FC236}">
                          <a16:creationId xmlns:a16="http://schemas.microsoft.com/office/drawing/2014/main" id="{0644EF62-9588-D5D0-8914-1E64688B087A}"/>
                        </a:ext>
                      </a:extLst>
                    </p:cNvPr>
                    <p:cNvSpPr/>
                    <p:nvPr/>
                  </p:nvSpPr>
                  <p:spPr>
                    <a:xfrm>
                      <a:off x="5827601" y="6103076"/>
                      <a:ext cx="13301" cy="46693"/>
                    </a:xfrm>
                    <a:custGeom>
                      <a:avLst/>
                      <a:gdLst>
                        <a:gd name="connsiteX0" fmla="*/ 179 w 13301"/>
                        <a:gd name="connsiteY0" fmla="*/ 121 h 46693"/>
                        <a:gd name="connsiteX1" fmla="*/ 179 w 13301"/>
                        <a:gd name="connsiteY1" fmla="*/ 46815 h 46693"/>
                      </a:gdLst>
                      <a:ahLst/>
                      <a:cxnLst>
                        <a:cxn ang="0">
                          <a:pos x="connsiteX0" y="connsiteY0"/>
                        </a:cxn>
                        <a:cxn ang="0">
                          <a:pos x="connsiteX1" y="connsiteY1"/>
                        </a:cxn>
                      </a:cxnLst>
                      <a:rect l="l" t="t" r="r" b="b"/>
                      <a:pathLst>
                        <a:path w="13301" h="46693">
                          <a:moveTo>
                            <a:pt x="179" y="121"/>
                          </a:moveTo>
                          <a:lnTo>
                            <a:pt x="179"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81" name="Freeform: Shape 4880">
                      <a:extLst>
                        <a:ext uri="{FF2B5EF4-FFF2-40B4-BE49-F238E27FC236}">
                          <a16:creationId xmlns:a16="http://schemas.microsoft.com/office/drawing/2014/main" id="{F7EFA659-0BDE-4763-A7EA-4DF759B88CD3}"/>
                        </a:ext>
                      </a:extLst>
                    </p:cNvPr>
                    <p:cNvSpPr/>
                    <p:nvPr/>
                  </p:nvSpPr>
                  <p:spPr>
                    <a:xfrm>
                      <a:off x="3843811" y="6103076"/>
                      <a:ext cx="2078258" cy="13341"/>
                    </a:xfrm>
                    <a:custGeom>
                      <a:avLst/>
                      <a:gdLst>
                        <a:gd name="connsiteX0" fmla="*/ 0 w 2078258"/>
                        <a:gd name="connsiteY0" fmla="*/ 0 h 13341"/>
                        <a:gd name="connsiteX1" fmla="*/ 2078259 w 2078258"/>
                        <a:gd name="connsiteY1" fmla="*/ 0 h 13341"/>
                      </a:gdLst>
                      <a:ahLst/>
                      <a:cxnLst>
                        <a:cxn ang="0">
                          <a:pos x="connsiteX0" y="connsiteY0"/>
                        </a:cxn>
                        <a:cxn ang="0">
                          <a:pos x="connsiteX1" y="connsiteY1"/>
                        </a:cxn>
                      </a:cxnLst>
                      <a:rect l="l" t="t" r="r" b="b"/>
                      <a:pathLst>
                        <a:path w="2078258" h="13341">
                          <a:moveTo>
                            <a:pt x="0" y="0"/>
                          </a:moveTo>
                          <a:lnTo>
                            <a:pt x="2078259" y="0"/>
                          </a:lnTo>
                        </a:path>
                      </a:pathLst>
                    </a:custGeom>
                    <a:noFill/>
                    <a:ln w="10614" cap="sq">
                      <a:solidFill>
                        <a:srgbClr val="000000"/>
                      </a:solidFill>
                      <a:prstDash val="solid"/>
                      <a:miter/>
                    </a:ln>
                  </p:spPr>
                  <p:txBody>
                    <a:bodyPr rtlCol="0" anchor="ctr"/>
                    <a:lstStyle/>
                    <a:p>
                      <a:endParaRPr lang="en-US" sz="1200" dirty="0"/>
                    </a:p>
                  </p:txBody>
                </p:sp>
                <p:sp>
                  <p:nvSpPr>
                    <p:cNvPr id="4882" name="Freeform: Shape 4881">
                      <a:extLst>
                        <a:ext uri="{FF2B5EF4-FFF2-40B4-BE49-F238E27FC236}">
                          <a16:creationId xmlns:a16="http://schemas.microsoft.com/office/drawing/2014/main" id="{9DA9D5CE-5C79-3406-02CB-19914428466A}"/>
                        </a:ext>
                      </a:extLst>
                    </p:cNvPr>
                    <p:cNvSpPr/>
                    <p:nvPr/>
                  </p:nvSpPr>
                  <p:spPr>
                    <a:xfrm>
                      <a:off x="4404192"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mc:AlternateContent xmlns:mc="http://schemas.openxmlformats.org/markup-compatibility/2006" xmlns:a14="http://schemas.microsoft.com/office/drawing/2010/main">
                  <mc:Choice Requires="a14">
                    <p:sp>
                      <p:nvSpPr>
                        <p:cNvPr id="4883" name="TextBox 4882">
                          <a:extLst>
                            <a:ext uri="{FF2B5EF4-FFF2-40B4-BE49-F238E27FC236}">
                              <a16:creationId xmlns:a16="http://schemas.microsoft.com/office/drawing/2014/main" id="{3EEE60F5-EDA9-28BE-4DE5-560FD2236403}"/>
                            </a:ext>
                          </a:extLst>
                        </p:cNvPr>
                        <p:cNvSpPr txBox="1"/>
                        <p:nvPr/>
                      </p:nvSpPr>
                      <p:spPr>
                        <a:xfrm>
                          <a:off x="4675096" y="6103075"/>
                          <a:ext cx="44740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𝟎</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5" name="TextBox 2364">
                          <a:extLst>
                            <a:ext uri="{FF2B5EF4-FFF2-40B4-BE49-F238E27FC236}">
                              <a16:creationId xmlns:a16="http://schemas.microsoft.com/office/drawing/2014/main" id="{D1748ABE-98F0-3D02-A065-004E92A648CA}"/>
                            </a:ext>
                          </a:extLst>
                        </p:cNvPr>
                        <p:cNvSpPr txBox="1">
                          <a:spLocks noRot="1" noChangeAspect="1" noMove="1" noResize="1" noEditPoints="1" noAdjustHandles="1" noChangeArrowheads="1" noChangeShapeType="1" noTextEdit="1"/>
                        </p:cNvSpPr>
                        <p:nvPr/>
                      </p:nvSpPr>
                      <p:spPr>
                        <a:xfrm>
                          <a:off x="4675096" y="6103075"/>
                          <a:ext cx="447406" cy="30777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84" name="TextBox 4883">
                          <a:extLst>
                            <a:ext uri="{FF2B5EF4-FFF2-40B4-BE49-F238E27FC236}">
                              <a16:creationId xmlns:a16="http://schemas.microsoft.com/office/drawing/2014/main" id="{FEB10FBA-4244-9D09-2383-47BE50CCBEE6}"/>
                            </a:ext>
                          </a:extLst>
                        </p:cNvPr>
                        <p:cNvSpPr txBox="1"/>
                        <p:nvPr/>
                      </p:nvSpPr>
                      <p:spPr>
                        <a:xfrm>
                          <a:off x="5060796"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6" name="TextBox 2365">
                          <a:extLst>
                            <a:ext uri="{FF2B5EF4-FFF2-40B4-BE49-F238E27FC236}">
                              <a16:creationId xmlns:a16="http://schemas.microsoft.com/office/drawing/2014/main" id="{F847EA64-23EB-0220-EF74-4D72CBC647FB}"/>
                            </a:ext>
                          </a:extLst>
                        </p:cNvPr>
                        <p:cNvSpPr txBox="1">
                          <a:spLocks noRot="1" noChangeAspect="1" noMove="1" noResize="1" noEditPoints="1" noAdjustHandles="1" noChangeArrowheads="1" noChangeShapeType="1" noTextEdit="1"/>
                        </p:cNvSpPr>
                        <p:nvPr/>
                      </p:nvSpPr>
                      <p:spPr>
                        <a:xfrm>
                          <a:off x="5060796" y="6077165"/>
                          <a:ext cx="629792" cy="307777"/>
                        </a:xfrm>
                        <a:prstGeom prst="rect">
                          <a:avLst/>
                        </a:prstGeom>
                        <a:blipFill>
                          <a:blip r:embed="rId28"/>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85" name="TextBox 4884">
                          <a:extLst>
                            <a:ext uri="{FF2B5EF4-FFF2-40B4-BE49-F238E27FC236}">
                              <a16:creationId xmlns:a16="http://schemas.microsoft.com/office/drawing/2014/main" id="{95BC29C8-5420-D621-681A-7B80C2097AD1}"/>
                            </a:ext>
                          </a:extLst>
                        </p:cNvPr>
                        <p:cNvSpPr txBox="1"/>
                        <p:nvPr/>
                      </p:nvSpPr>
                      <p:spPr>
                        <a:xfrm>
                          <a:off x="5516340"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7" name="TextBox 2366">
                          <a:extLst>
                            <a:ext uri="{FF2B5EF4-FFF2-40B4-BE49-F238E27FC236}">
                              <a16:creationId xmlns:a16="http://schemas.microsoft.com/office/drawing/2014/main" id="{93AFBD3E-C5FD-5F9D-DF2B-6AB630C85911}"/>
                            </a:ext>
                          </a:extLst>
                        </p:cNvPr>
                        <p:cNvSpPr txBox="1">
                          <a:spLocks noRot="1" noChangeAspect="1" noMove="1" noResize="1" noEditPoints="1" noAdjustHandles="1" noChangeArrowheads="1" noChangeShapeType="1" noTextEdit="1"/>
                        </p:cNvSpPr>
                        <p:nvPr/>
                      </p:nvSpPr>
                      <p:spPr>
                        <a:xfrm>
                          <a:off x="5516340" y="6077165"/>
                          <a:ext cx="629792" cy="30777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86" name="TextBox 4885">
                          <a:extLst>
                            <a:ext uri="{FF2B5EF4-FFF2-40B4-BE49-F238E27FC236}">
                              <a16:creationId xmlns:a16="http://schemas.microsoft.com/office/drawing/2014/main" id="{8253BA57-E965-BC67-9AFF-C69CEF44ECE3}"/>
                            </a:ext>
                          </a:extLst>
                        </p:cNvPr>
                        <p:cNvSpPr txBox="1"/>
                        <p:nvPr/>
                      </p:nvSpPr>
                      <p:spPr>
                        <a:xfrm>
                          <a:off x="4072659" y="6077165"/>
                          <a:ext cx="66025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8" name="TextBox 2367">
                          <a:extLst>
                            <a:ext uri="{FF2B5EF4-FFF2-40B4-BE49-F238E27FC236}">
                              <a16:creationId xmlns:a16="http://schemas.microsoft.com/office/drawing/2014/main" id="{B0AD0E3D-B915-B9FE-5E95-188A03BE95C0}"/>
                            </a:ext>
                          </a:extLst>
                        </p:cNvPr>
                        <p:cNvSpPr txBox="1">
                          <a:spLocks noRot="1" noChangeAspect="1" noMove="1" noResize="1" noEditPoints="1" noAdjustHandles="1" noChangeArrowheads="1" noChangeShapeType="1" noTextEdit="1"/>
                        </p:cNvSpPr>
                        <p:nvPr/>
                      </p:nvSpPr>
                      <p:spPr>
                        <a:xfrm>
                          <a:off x="4072659" y="6077165"/>
                          <a:ext cx="660256" cy="307777"/>
                        </a:xfrm>
                        <a:prstGeom prst="rect">
                          <a:avLst/>
                        </a:prstGeom>
                        <a:blipFill>
                          <a:blip r:embed="rId31"/>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87" name="TextBox 4886">
                          <a:extLst>
                            <a:ext uri="{FF2B5EF4-FFF2-40B4-BE49-F238E27FC236}">
                              <a16:creationId xmlns:a16="http://schemas.microsoft.com/office/drawing/2014/main" id="{0C656FDF-4E18-5060-D9F0-6D8DF181AC19}"/>
                            </a:ext>
                          </a:extLst>
                        </p:cNvPr>
                        <p:cNvSpPr txBox="1"/>
                        <p:nvPr/>
                      </p:nvSpPr>
                      <p:spPr>
                        <a:xfrm>
                          <a:off x="3617943"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35" name="TextBox 2634">
                          <a:extLst>
                            <a:ext uri="{FF2B5EF4-FFF2-40B4-BE49-F238E27FC236}">
                              <a16:creationId xmlns:a16="http://schemas.microsoft.com/office/drawing/2014/main" id="{5D22760F-E876-1C7F-EE59-444633643ECD}"/>
                            </a:ext>
                          </a:extLst>
                        </p:cNvPr>
                        <p:cNvSpPr txBox="1">
                          <a:spLocks noRot="1" noChangeAspect="1" noMove="1" noResize="1" noEditPoints="1" noAdjustHandles="1" noChangeArrowheads="1" noChangeShapeType="1" noTextEdit="1"/>
                        </p:cNvSpPr>
                        <p:nvPr/>
                      </p:nvSpPr>
                      <p:spPr>
                        <a:xfrm>
                          <a:off x="3617943" y="6077165"/>
                          <a:ext cx="629792" cy="307777"/>
                        </a:xfrm>
                        <a:prstGeom prst="rect">
                          <a:avLst/>
                        </a:prstGeom>
                        <a:blipFill>
                          <a:blip r:embed="rId3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876" name="TextBox 4875">
                        <a:extLst>
                          <a:ext uri="{FF2B5EF4-FFF2-40B4-BE49-F238E27FC236}">
                            <a16:creationId xmlns:a16="http://schemas.microsoft.com/office/drawing/2014/main" id="{EE009102-4F55-60D9-D7B4-8FF02351145D}"/>
                          </a:ext>
                        </a:extLst>
                      </p:cNvPr>
                      <p:cNvSpPr txBox="1"/>
                      <p:nvPr/>
                    </p:nvSpPr>
                    <p:spPr>
                      <a:xfrm>
                        <a:off x="13270402" y="1628994"/>
                        <a:ext cx="1115177" cy="334673"/>
                      </a:xfrm>
                      <a:prstGeom prst="rect">
                        <a:avLst/>
                      </a:prstGeom>
                      <a:noFill/>
                    </p:spPr>
                    <p:txBody>
                      <a:bodyPr wrap="square">
                        <a:spAutoFit/>
                      </a:bodyPr>
                      <a:lstStyle/>
                      <a:p>
                        <a:pPr algn="ctr"/>
                        <a14:m>
                          <m:oMathPara xmlns:m="http://schemas.openxmlformats.org/officeDocument/2006/math">
                            <m:oMath>
                              <m:r>
                                <a:rPr lang="en-US" sz="1400" b="1" i="1" smtClean="0">
                                  <a:latin typeface="Cambria Math" panose="02040503050406030204" pitchFamily="18" charset="0"/>
                                  <a:ea typeface="Calibri" panose="020F0502020204030204" pitchFamily="34" charset="0"/>
                                  <a:cs typeface="Calibri" panose="020F0502020204030204" pitchFamily="34" charset="0"/>
                                </a:rPr>
                                <m:t>𝜽</m:t>
                              </m:r>
                            </m:oMath>
                          </m:oMathPara>
                        </a14:m>
                        <a:endParaRPr lang="en-US"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44" name="TextBox 8043">
                        <a:extLst>
                          <a:ext uri="{FF2B5EF4-FFF2-40B4-BE49-F238E27FC236}">
                            <a16:creationId xmlns:a16="http://schemas.microsoft.com/office/drawing/2014/main" id="{8EEE9670-B0D3-FB73-A242-93B1A1898831}"/>
                          </a:ext>
                        </a:extLst>
                      </p:cNvPr>
                      <p:cNvSpPr txBox="1">
                        <a:spLocks noRot="1" noChangeAspect="1" noMove="1" noResize="1" noEditPoints="1" noAdjustHandles="1" noChangeArrowheads="1" noChangeShapeType="1" noTextEdit="1"/>
                      </p:cNvSpPr>
                      <p:nvPr/>
                    </p:nvSpPr>
                    <p:spPr>
                      <a:xfrm>
                        <a:off x="13270402" y="1628994"/>
                        <a:ext cx="1115177" cy="334673"/>
                      </a:xfrm>
                      <a:prstGeom prst="rect">
                        <a:avLst/>
                      </a:prstGeom>
                      <a:blipFill>
                        <a:blip r:embed="rId33"/>
                        <a:stretch>
                          <a:fillRect/>
                        </a:stretch>
                      </a:blipFill>
                    </p:spPr>
                    <p:txBody>
                      <a:bodyPr/>
                      <a:lstStyle/>
                      <a:p>
                        <a:r>
                          <a:rPr lang="en-US">
                            <a:noFill/>
                          </a:rPr>
                          <a:t> </a:t>
                        </a:r>
                      </a:p>
                    </p:txBody>
                  </p:sp>
                </mc:Fallback>
              </mc:AlternateContent>
            </p:grpSp>
          </p:grpSp>
          <p:sp>
            <p:nvSpPr>
              <p:cNvPr id="1327" name="TextBox 1326">
                <a:extLst>
                  <a:ext uri="{FF2B5EF4-FFF2-40B4-BE49-F238E27FC236}">
                    <a16:creationId xmlns:a16="http://schemas.microsoft.com/office/drawing/2014/main" id="{2F739A59-5AFF-4FBD-4282-7A34C09FAF46}"/>
                  </a:ext>
                </a:extLst>
              </p:cNvPr>
              <p:cNvSpPr txBox="1"/>
              <p:nvPr/>
            </p:nvSpPr>
            <p:spPr>
              <a:xfrm rot="16200000">
                <a:off x="37542050" y="20294251"/>
                <a:ext cx="2211353" cy="856888"/>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 Weighted Density</a:t>
                </a:r>
              </a:p>
            </p:txBody>
          </p:sp>
          <p:sp>
            <p:nvSpPr>
              <p:cNvPr id="1328" name="TextBox 1327">
                <a:extLst>
                  <a:ext uri="{FF2B5EF4-FFF2-40B4-BE49-F238E27FC236}">
                    <a16:creationId xmlns:a16="http://schemas.microsoft.com/office/drawing/2014/main" id="{BEAB2FC9-A7B0-6847-2F95-1A6843302CAE}"/>
                  </a:ext>
                </a:extLst>
              </p:cNvPr>
              <p:cNvSpPr txBox="1"/>
              <p:nvPr/>
            </p:nvSpPr>
            <p:spPr>
              <a:xfrm>
                <a:off x="34170283" y="18746964"/>
                <a:ext cx="3422296" cy="541193"/>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Before Learning</a:t>
                </a:r>
              </a:p>
            </p:txBody>
          </p:sp>
          <p:sp>
            <p:nvSpPr>
              <p:cNvPr id="1329" name="TextBox 1328">
                <a:extLst>
                  <a:ext uri="{FF2B5EF4-FFF2-40B4-BE49-F238E27FC236}">
                    <a16:creationId xmlns:a16="http://schemas.microsoft.com/office/drawing/2014/main" id="{28308859-E7D0-CE25-A197-4731517FABCA}"/>
                  </a:ext>
                </a:extLst>
              </p:cNvPr>
              <p:cNvSpPr txBox="1"/>
              <p:nvPr/>
            </p:nvSpPr>
            <p:spPr>
              <a:xfrm rot="16200000">
                <a:off x="32406942" y="20434103"/>
                <a:ext cx="2211355" cy="584775"/>
              </a:xfrm>
              <a:prstGeom prst="rect">
                <a:avLst/>
              </a:prstGeom>
              <a:noFill/>
            </p:spPr>
            <p:txBody>
              <a:bodyPr wrap="square"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Model</a:t>
                </a:r>
              </a:p>
            </p:txBody>
          </p:sp>
          <p:sp>
            <p:nvSpPr>
              <p:cNvPr id="4811" name="TextBox 4810">
                <a:extLst>
                  <a:ext uri="{FF2B5EF4-FFF2-40B4-BE49-F238E27FC236}">
                    <a16:creationId xmlns:a16="http://schemas.microsoft.com/office/drawing/2014/main" id="{15EDF521-66AD-3BCB-96CC-6E5B2B24AFC1}"/>
                  </a:ext>
                </a:extLst>
              </p:cNvPr>
              <p:cNvSpPr txBox="1"/>
              <p:nvPr/>
            </p:nvSpPr>
            <p:spPr>
              <a:xfrm rot="16200000">
                <a:off x="45350151" y="20294249"/>
                <a:ext cx="2211353" cy="856888"/>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 Weighted Density</a:t>
                </a:r>
              </a:p>
            </p:txBody>
          </p:sp>
          <p:pic>
            <p:nvPicPr>
              <p:cNvPr id="4842" name="Graphic 4841">
                <a:extLst>
                  <a:ext uri="{FF2B5EF4-FFF2-40B4-BE49-F238E27FC236}">
                    <a16:creationId xmlns:a16="http://schemas.microsoft.com/office/drawing/2014/main" id="{9B17A4F1-D37F-6526-5A96-36430C9C2EF4}"/>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42774934" y="19280874"/>
                <a:ext cx="3281618" cy="3165111"/>
              </a:xfrm>
              <a:prstGeom prst="rect">
                <a:avLst/>
              </a:prstGeom>
            </p:spPr>
          </p:pic>
          <p:sp>
            <p:nvSpPr>
              <p:cNvPr id="4843" name="Arrow: Right 4842">
                <a:extLst>
                  <a:ext uri="{FF2B5EF4-FFF2-40B4-BE49-F238E27FC236}">
                    <a16:creationId xmlns:a16="http://schemas.microsoft.com/office/drawing/2014/main" id="{3CB7338D-32F9-9EED-6D36-0887ED29ACF7}"/>
                  </a:ext>
                </a:extLst>
              </p:cNvPr>
              <p:cNvSpPr/>
              <p:nvPr/>
            </p:nvSpPr>
            <p:spPr>
              <a:xfrm rot="10800000">
                <a:off x="44208104" y="20052692"/>
                <a:ext cx="275286" cy="100314"/>
              </a:xfrm>
              <a:prstGeom prst="rightArrow">
                <a:avLst/>
              </a:prstGeom>
              <a:solidFill>
                <a:srgbClr val="EC7A3C"/>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4844" name="Arrow: Right 4843">
                <a:extLst>
                  <a:ext uri="{FF2B5EF4-FFF2-40B4-BE49-F238E27FC236}">
                    <a16:creationId xmlns:a16="http://schemas.microsoft.com/office/drawing/2014/main" id="{8B31C5E7-1B23-8A74-7E14-7894FCA552BF}"/>
                  </a:ext>
                </a:extLst>
              </p:cNvPr>
              <p:cNvSpPr/>
              <p:nvPr/>
            </p:nvSpPr>
            <p:spPr>
              <a:xfrm rot="5400000">
                <a:off x="45192984" y="20851147"/>
                <a:ext cx="275286" cy="100314"/>
              </a:xfrm>
              <a:prstGeom prst="rightArrow">
                <a:avLst/>
              </a:prstGeom>
              <a:solidFill>
                <a:srgbClr val="3A9D3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4845" name="TextBox 4844">
                <a:extLst>
                  <a:ext uri="{FF2B5EF4-FFF2-40B4-BE49-F238E27FC236}">
                    <a16:creationId xmlns:a16="http://schemas.microsoft.com/office/drawing/2014/main" id="{B0F780ED-FA01-8E8A-A7DA-A3DBCD1DCB0B}"/>
                  </a:ext>
                </a:extLst>
              </p:cNvPr>
              <p:cNvSpPr txBox="1"/>
              <p:nvPr/>
            </p:nvSpPr>
            <p:spPr>
              <a:xfrm>
                <a:off x="43911133" y="20014151"/>
                <a:ext cx="923363" cy="541193"/>
              </a:xfrm>
              <a:prstGeom prst="rect">
                <a:avLst/>
              </a:prstGeom>
              <a:noFill/>
            </p:spPr>
            <p:txBody>
              <a:bodyPr wrap="square">
                <a:spAutoFit/>
              </a:bodyPr>
              <a:lstStyle/>
              <a:p>
                <a:r>
                  <a:rPr lang="en-US" b="1" dirty="0" err="1">
                    <a:latin typeface="Calibri" panose="020F0502020204030204" pitchFamily="34" charset="0"/>
                    <a:ea typeface="Calibri" panose="020F0502020204030204" pitchFamily="34" charset="0"/>
                    <a:cs typeface="Calibri" panose="020F0502020204030204" pitchFamily="34" charset="0"/>
                  </a:rPr>
                  <a:t>nPE</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4846" name="TextBox 4845">
                <a:extLst>
                  <a:ext uri="{FF2B5EF4-FFF2-40B4-BE49-F238E27FC236}">
                    <a16:creationId xmlns:a16="http://schemas.microsoft.com/office/drawing/2014/main" id="{0D7A33D9-1CF8-28BD-4023-39686E3A9E14}"/>
                  </a:ext>
                </a:extLst>
              </p:cNvPr>
              <p:cNvSpPr txBox="1"/>
              <p:nvPr/>
            </p:nvSpPr>
            <p:spPr>
              <a:xfrm>
                <a:off x="44543356" y="20581250"/>
                <a:ext cx="923363" cy="541193"/>
              </a:xfrm>
              <a:prstGeom prst="rect">
                <a:avLst/>
              </a:prstGeom>
              <a:noFill/>
            </p:spPr>
            <p:txBody>
              <a:bodyPr wrap="square">
                <a:spAutoFit/>
              </a:bodyPr>
              <a:lstStyle/>
              <a:p>
                <a:r>
                  <a:rPr lang="en-US" b="1" dirty="0" err="1">
                    <a:latin typeface="Calibri" panose="020F0502020204030204" pitchFamily="34" charset="0"/>
                    <a:ea typeface="Calibri" panose="020F0502020204030204" pitchFamily="34" charset="0"/>
                    <a:cs typeface="Calibri" panose="020F0502020204030204" pitchFamily="34" charset="0"/>
                  </a:rPr>
                  <a:t>pPE</a:t>
                </a:r>
                <a:endParaRPr lang="en-US" b="1" dirty="0">
                  <a:latin typeface="Calibri" panose="020F0502020204030204" pitchFamily="34" charset="0"/>
                  <a:ea typeface="Calibri" panose="020F0502020204030204" pitchFamily="34" charset="0"/>
                  <a:cs typeface="Calibri" panose="020F0502020204030204" pitchFamily="34" charset="0"/>
                </a:endParaRPr>
              </a:p>
            </p:txBody>
          </p:sp>
          <p:sp>
            <p:nvSpPr>
              <p:cNvPr id="4847" name="TextBox 4846">
                <a:extLst>
                  <a:ext uri="{FF2B5EF4-FFF2-40B4-BE49-F238E27FC236}">
                    <a16:creationId xmlns:a16="http://schemas.microsoft.com/office/drawing/2014/main" id="{8B5B28C6-66C1-693D-17C8-50B441A85545}"/>
                  </a:ext>
                </a:extLst>
              </p:cNvPr>
              <p:cNvSpPr txBox="1"/>
              <p:nvPr/>
            </p:nvSpPr>
            <p:spPr>
              <a:xfrm>
                <a:off x="43310617" y="22190971"/>
                <a:ext cx="2716766"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S Corr</a:t>
                </a:r>
              </a:p>
            </p:txBody>
          </p:sp>
          <p:sp>
            <p:nvSpPr>
              <p:cNvPr id="4848" name="TextBox 4847">
                <a:extLst>
                  <a:ext uri="{FF2B5EF4-FFF2-40B4-BE49-F238E27FC236}">
                    <a16:creationId xmlns:a16="http://schemas.microsoft.com/office/drawing/2014/main" id="{C2E18AB9-1133-B6E8-E1DF-738E17DBCBCA}"/>
                  </a:ext>
                </a:extLst>
              </p:cNvPr>
              <p:cNvSpPr txBox="1"/>
              <p:nvPr/>
            </p:nvSpPr>
            <p:spPr>
              <a:xfrm rot="16200000">
                <a:off x="41585671" y="20474647"/>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P Corr</a:t>
                </a:r>
              </a:p>
            </p:txBody>
          </p:sp>
          <p:grpSp>
            <p:nvGrpSpPr>
              <p:cNvPr id="4931" name="Group 4930">
                <a:extLst>
                  <a:ext uri="{FF2B5EF4-FFF2-40B4-BE49-F238E27FC236}">
                    <a16:creationId xmlns:a16="http://schemas.microsoft.com/office/drawing/2014/main" id="{E4C5D507-BC90-7149-78A9-298560B900F5}"/>
                  </a:ext>
                </a:extLst>
              </p:cNvPr>
              <p:cNvGrpSpPr/>
              <p:nvPr/>
            </p:nvGrpSpPr>
            <p:grpSpPr>
              <a:xfrm>
                <a:off x="46504152" y="19475695"/>
                <a:ext cx="3626568" cy="2969028"/>
                <a:chOff x="46968424" y="19475695"/>
                <a:chExt cx="3626568" cy="2969028"/>
              </a:xfrm>
            </p:grpSpPr>
            <p:sp>
              <p:nvSpPr>
                <p:cNvPr id="4812" name="Freeform: Shape 4811">
                  <a:extLst>
                    <a:ext uri="{FF2B5EF4-FFF2-40B4-BE49-F238E27FC236}">
                      <a16:creationId xmlns:a16="http://schemas.microsoft.com/office/drawing/2014/main" id="{C59E0D04-3E4E-081E-B647-77DB46BDCA19}"/>
                    </a:ext>
                  </a:extLst>
                </p:cNvPr>
                <p:cNvSpPr/>
                <p:nvPr/>
              </p:nvSpPr>
              <p:spPr>
                <a:xfrm>
                  <a:off x="47366127" y="19526740"/>
                  <a:ext cx="2903985" cy="2127903"/>
                </a:xfrm>
                <a:custGeom>
                  <a:avLst/>
                  <a:gdLst>
                    <a:gd name="connsiteX0" fmla="*/ 0 w 1981797"/>
                    <a:gd name="connsiteY0" fmla="*/ 1452167 h 1452167"/>
                    <a:gd name="connsiteX1" fmla="*/ 1981797 w 1981797"/>
                    <a:gd name="connsiteY1" fmla="*/ 1452167 h 1452167"/>
                    <a:gd name="connsiteX2" fmla="*/ 1981797 w 1981797"/>
                    <a:gd name="connsiteY2" fmla="*/ 0 h 1452167"/>
                    <a:gd name="connsiteX3" fmla="*/ 0 w 1981797"/>
                    <a:gd name="connsiteY3" fmla="*/ 0 h 1452167"/>
                  </a:gdLst>
                  <a:ahLst/>
                  <a:cxnLst>
                    <a:cxn ang="0">
                      <a:pos x="connsiteX0" y="connsiteY0"/>
                    </a:cxn>
                    <a:cxn ang="0">
                      <a:pos x="connsiteX1" y="connsiteY1"/>
                    </a:cxn>
                    <a:cxn ang="0">
                      <a:pos x="connsiteX2" y="connsiteY2"/>
                    </a:cxn>
                    <a:cxn ang="0">
                      <a:pos x="connsiteX3" y="connsiteY3"/>
                    </a:cxn>
                  </a:cxnLst>
                  <a:rect l="l" t="t" r="r" b="b"/>
                  <a:pathLst>
                    <a:path w="1981797" h="1452167">
                      <a:moveTo>
                        <a:pt x="0" y="1452167"/>
                      </a:moveTo>
                      <a:lnTo>
                        <a:pt x="1981797" y="1452167"/>
                      </a:lnTo>
                      <a:lnTo>
                        <a:pt x="1981797" y="0"/>
                      </a:lnTo>
                      <a:lnTo>
                        <a:pt x="0" y="0"/>
                      </a:lnTo>
                      <a:close/>
                    </a:path>
                  </a:pathLst>
                </a:custGeom>
                <a:solidFill>
                  <a:srgbClr val="FFFFFF"/>
                </a:solidFill>
                <a:ln w="12684" cap="flat">
                  <a:noFill/>
                  <a:prstDash val="solid"/>
                  <a:round/>
                </a:ln>
              </p:spPr>
              <p:txBody>
                <a:bodyPr rtlCol="0" anchor="ctr"/>
                <a:lstStyle/>
                <a:p>
                  <a:endParaRPr lang="en-US"/>
                </a:p>
              </p:txBody>
            </p:sp>
            <p:sp>
              <p:nvSpPr>
                <p:cNvPr id="4813" name="Freeform: Shape 4812">
                  <a:extLst>
                    <a:ext uri="{FF2B5EF4-FFF2-40B4-BE49-F238E27FC236}">
                      <a16:creationId xmlns:a16="http://schemas.microsoft.com/office/drawing/2014/main" id="{9291902C-E81E-1B60-8715-44517C5BC4A6}"/>
                    </a:ext>
                  </a:extLst>
                </p:cNvPr>
                <p:cNvSpPr/>
                <p:nvPr/>
              </p:nvSpPr>
              <p:spPr>
                <a:xfrm>
                  <a:off x="47498127" y="21654643"/>
                  <a:ext cx="132000" cy="18639"/>
                </a:xfrm>
                <a:custGeom>
                  <a:avLst/>
                  <a:gdLst>
                    <a:gd name="connsiteX0" fmla="*/ 0 w 90082"/>
                    <a:gd name="connsiteY0" fmla="*/ 0 h 12720"/>
                    <a:gd name="connsiteX1" fmla="*/ 90082 w 90082"/>
                    <a:gd name="connsiteY1" fmla="*/ 0 h 12720"/>
                    <a:gd name="connsiteX2" fmla="*/ 90082 w 90082"/>
                    <a:gd name="connsiteY2" fmla="*/ 0 h 12720"/>
                    <a:gd name="connsiteX3" fmla="*/ 0 w 90082"/>
                    <a:gd name="connsiteY3" fmla="*/ 0 h 12720"/>
                  </a:gdLst>
                  <a:ahLst/>
                  <a:cxnLst>
                    <a:cxn ang="0">
                      <a:pos x="connsiteX0" y="connsiteY0"/>
                    </a:cxn>
                    <a:cxn ang="0">
                      <a:pos x="connsiteX1" y="connsiteY1"/>
                    </a:cxn>
                    <a:cxn ang="0">
                      <a:pos x="connsiteX2" y="connsiteY2"/>
                    </a:cxn>
                    <a:cxn ang="0">
                      <a:pos x="connsiteX3" y="connsiteY3"/>
                    </a:cxn>
                  </a:cxnLst>
                  <a:rect l="l" t="t" r="r" b="b"/>
                  <a:pathLst>
                    <a:path w="90082" h="12720">
                      <a:moveTo>
                        <a:pt x="0" y="0"/>
                      </a:moveTo>
                      <a:lnTo>
                        <a:pt x="90082" y="0"/>
                      </a:lnTo>
                      <a:lnTo>
                        <a:pt x="90082"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4" name="Freeform: Shape 4813">
                  <a:extLst>
                    <a:ext uri="{FF2B5EF4-FFF2-40B4-BE49-F238E27FC236}">
                      <a16:creationId xmlns:a16="http://schemas.microsoft.com/office/drawing/2014/main" id="{88491CCA-17BD-06DE-006E-BAD15F1ADCC4}"/>
                    </a:ext>
                  </a:extLst>
                </p:cNvPr>
                <p:cNvSpPr/>
                <p:nvPr/>
              </p:nvSpPr>
              <p:spPr>
                <a:xfrm>
                  <a:off x="47630127" y="21654643"/>
                  <a:ext cx="131998" cy="18639"/>
                </a:xfrm>
                <a:custGeom>
                  <a:avLst/>
                  <a:gdLst>
                    <a:gd name="connsiteX0" fmla="*/ 0 w 90081"/>
                    <a:gd name="connsiteY0" fmla="*/ 0 h 12720"/>
                    <a:gd name="connsiteX1" fmla="*/ 90081 w 90081"/>
                    <a:gd name="connsiteY1" fmla="*/ 0 h 12720"/>
                    <a:gd name="connsiteX2" fmla="*/ 90081 w 90081"/>
                    <a:gd name="connsiteY2" fmla="*/ 0 h 12720"/>
                    <a:gd name="connsiteX3" fmla="*/ 0 w 90081"/>
                    <a:gd name="connsiteY3" fmla="*/ 0 h 12720"/>
                  </a:gdLst>
                  <a:ahLst/>
                  <a:cxnLst>
                    <a:cxn ang="0">
                      <a:pos x="connsiteX0" y="connsiteY0"/>
                    </a:cxn>
                    <a:cxn ang="0">
                      <a:pos x="connsiteX1" y="connsiteY1"/>
                    </a:cxn>
                    <a:cxn ang="0">
                      <a:pos x="connsiteX2" y="connsiteY2"/>
                    </a:cxn>
                    <a:cxn ang="0">
                      <a:pos x="connsiteX3" y="connsiteY3"/>
                    </a:cxn>
                  </a:cxnLst>
                  <a:rect l="l" t="t" r="r" b="b"/>
                  <a:pathLst>
                    <a:path w="90081" h="12720">
                      <a:moveTo>
                        <a:pt x="0" y="0"/>
                      </a:moveTo>
                      <a:lnTo>
                        <a:pt x="90081" y="0"/>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5" name="Freeform: Shape 4814">
                  <a:extLst>
                    <a:ext uri="{FF2B5EF4-FFF2-40B4-BE49-F238E27FC236}">
                      <a16:creationId xmlns:a16="http://schemas.microsoft.com/office/drawing/2014/main" id="{CB173E52-886A-4637-E145-670BCE82AB11}"/>
                    </a:ext>
                  </a:extLst>
                </p:cNvPr>
                <p:cNvSpPr/>
                <p:nvPr/>
              </p:nvSpPr>
              <p:spPr>
                <a:xfrm>
                  <a:off x="47762125" y="21654643"/>
                  <a:ext cx="131998" cy="18639"/>
                </a:xfrm>
                <a:custGeom>
                  <a:avLst/>
                  <a:gdLst>
                    <a:gd name="connsiteX0" fmla="*/ 0 w 90081"/>
                    <a:gd name="connsiteY0" fmla="*/ 0 h 12720"/>
                    <a:gd name="connsiteX1" fmla="*/ 90081 w 90081"/>
                    <a:gd name="connsiteY1" fmla="*/ 0 h 12720"/>
                    <a:gd name="connsiteX2" fmla="*/ 90081 w 90081"/>
                    <a:gd name="connsiteY2" fmla="*/ 0 h 12720"/>
                    <a:gd name="connsiteX3" fmla="*/ 0 w 90081"/>
                    <a:gd name="connsiteY3" fmla="*/ 0 h 12720"/>
                  </a:gdLst>
                  <a:ahLst/>
                  <a:cxnLst>
                    <a:cxn ang="0">
                      <a:pos x="connsiteX0" y="connsiteY0"/>
                    </a:cxn>
                    <a:cxn ang="0">
                      <a:pos x="connsiteX1" y="connsiteY1"/>
                    </a:cxn>
                    <a:cxn ang="0">
                      <a:pos x="connsiteX2" y="connsiteY2"/>
                    </a:cxn>
                    <a:cxn ang="0">
                      <a:pos x="connsiteX3" y="connsiteY3"/>
                    </a:cxn>
                  </a:cxnLst>
                  <a:rect l="l" t="t" r="r" b="b"/>
                  <a:pathLst>
                    <a:path w="90081" h="12720">
                      <a:moveTo>
                        <a:pt x="0" y="0"/>
                      </a:moveTo>
                      <a:lnTo>
                        <a:pt x="90081" y="0"/>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6" name="Freeform: Shape 4815">
                  <a:extLst>
                    <a:ext uri="{FF2B5EF4-FFF2-40B4-BE49-F238E27FC236}">
                      <a16:creationId xmlns:a16="http://schemas.microsoft.com/office/drawing/2014/main" id="{2CA2F9B2-98C2-7E05-DD9D-6398D1EED440}"/>
                    </a:ext>
                  </a:extLst>
                </p:cNvPr>
                <p:cNvSpPr/>
                <p:nvPr/>
              </p:nvSpPr>
              <p:spPr>
                <a:xfrm>
                  <a:off x="47894125" y="21654643"/>
                  <a:ext cx="131998" cy="18639"/>
                </a:xfrm>
                <a:custGeom>
                  <a:avLst/>
                  <a:gdLst>
                    <a:gd name="connsiteX0" fmla="*/ 0 w 90081"/>
                    <a:gd name="connsiteY0" fmla="*/ 0 h 12720"/>
                    <a:gd name="connsiteX1" fmla="*/ 90081 w 90081"/>
                    <a:gd name="connsiteY1" fmla="*/ 0 h 12720"/>
                    <a:gd name="connsiteX2" fmla="*/ 90081 w 90081"/>
                    <a:gd name="connsiteY2" fmla="*/ 0 h 12720"/>
                    <a:gd name="connsiteX3" fmla="*/ 0 w 90081"/>
                    <a:gd name="connsiteY3" fmla="*/ 0 h 12720"/>
                  </a:gdLst>
                  <a:ahLst/>
                  <a:cxnLst>
                    <a:cxn ang="0">
                      <a:pos x="connsiteX0" y="connsiteY0"/>
                    </a:cxn>
                    <a:cxn ang="0">
                      <a:pos x="connsiteX1" y="connsiteY1"/>
                    </a:cxn>
                    <a:cxn ang="0">
                      <a:pos x="connsiteX2" y="connsiteY2"/>
                    </a:cxn>
                    <a:cxn ang="0">
                      <a:pos x="connsiteX3" y="connsiteY3"/>
                    </a:cxn>
                  </a:cxnLst>
                  <a:rect l="l" t="t" r="r" b="b"/>
                  <a:pathLst>
                    <a:path w="90081" h="12720">
                      <a:moveTo>
                        <a:pt x="0" y="0"/>
                      </a:moveTo>
                      <a:lnTo>
                        <a:pt x="90081" y="0"/>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7" name="Freeform: Shape 4816">
                  <a:extLst>
                    <a:ext uri="{FF2B5EF4-FFF2-40B4-BE49-F238E27FC236}">
                      <a16:creationId xmlns:a16="http://schemas.microsoft.com/office/drawing/2014/main" id="{62FD4447-FB0E-EB61-BC72-953327EEFCA4}"/>
                    </a:ext>
                  </a:extLst>
                </p:cNvPr>
                <p:cNvSpPr/>
                <p:nvPr/>
              </p:nvSpPr>
              <p:spPr>
                <a:xfrm>
                  <a:off x="48026123" y="21654643"/>
                  <a:ext cx="131998" cy="18639"/>
                </a:xfrm>
                <a:custGeom>
                  <a:avLst/>
                  <a:gdLst>
                    <a:gd name="connsiteX0" fmla="*/ 0 w 90081"/>
                    <a:gd name="connsiteY0" fmla="*/ 0 h 12720"/>
                    <a:gd name="connsiteX1" fmla="*/ 90081 w 90081"/>
                    <a:gd name="connsiteY1" fmla="*/ 0 h 12720"/>
                    <a:gd name="connsiteX2" fmla="*/ 90081 w 90081"/>
                    <a:gd name="connsiteY2" fmla="*/ 0 h 12720"/>
                    <a:gd name="connsiteX3" fmla="*/ 0 w 90081"/>
                    <a:gd name="connsiteY3" fmla="*/ 0 h 12720"/>
                  </a:gdLst>
                  <a:ahLst/>
                  <a:cxnLst>
                    <a:cxn ang="0">
                      <a:pos x="connsiteX0" y="connsiteY0"/>
                    </a:cxn>
                    <a:cxn ang="0">
                      <a:pos x="connsiteX1" y="connsiteY1"/>
                    </a:cxn>
                    <a:cxn ang="0">
                      <a:pos x="connsiteX2" y="connsiteY2"/>
                    </a:cxn>
                    <a:cxn ang="0">
                      <a:pos x="connsiteX3" y="connsiteY3"/>
                    </a:cxn>
                  </a:cxnLst>
                  <a:rect l="l" t="t" r="r" b="b"/>
                  <a:pathLst>
                    <a:path w="90081" h="12720">
                      <a:moveTo>
                        <a:pt x="0" y="0"/>
                      </a:moveTo>
                      <a:lnTo>
                        <a:pt x="90081" y="0"/>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8" name="Freeform: Shape 4817">
                  <a:extLst>
                    <a:ext uri="{FF2B5EF4-FFF2-40B4-BE49-F238E27FC236}">
                      <a16:creationId xmlns:a16="http://schemas.microsoft.com/office/drawing/2014/main" id="{CEB853F2-34D9-E9DB-9F4B-519DC5B4019C}"/>
                    </a:ext>
                  </a:extLst>
                </p:cNvPr>
                <p:cNvSpPr/>
                <p:nvPr/>
              </p:nvSpPr>
              <p:spPr>
                <a:xfrm>
                  <a:off x="48158122" y="20391876"/>
                  <a:ext cx="132000" cy="1262765"/>
                </a:xfrm>
                <a:custGeom>
                  <a:avLst/>
                  <a:gdLst>
                    <a:gd name="connsiteX0" fmla="*/ 0 w 90082"/>
                    <a:gd name="connsiteY0" fmla="*/ 861763 h 861762"/>
                    <a:gd name="connsiteX1" fmla="*/ 90082 w 90082"/>
                    <a:gd name="connsiteY1" fmla="*/ 861763 h 861762"/>
                    <a:gd name="connsiteX2" fmla="*/ 90082 w 90082"/>
                    <a:gd name="connsiteY2" fmla="*/ 0 h 861762"/>
                    <a:gd name="connsiteX3" fmla="*/ 0 w 90082"/>
                    <a:gd name="connsiteY3" fmla="*/ 0 h 861762"/>
                  </a:gdLst>
                  <a:ahLst/>
                  <a:cxnLst>
                    <a:cxn ang="0">
                      <a:pos x="connsiteX0" y="connsiteY0"/>
                    </a:cxn>
                    <a:cxn ang="0">
                      <a:pos x="connsiteX1" y="connsiteY1"/>
                    </a:cxn>
                    <a:cxn ang="0">
                      <a:pos x="connsiteX2" y="connsiteY2"/>
                    </a:cxn>
                    <a:cxn ang="0">
                      <a:pos x="connsiteX3" y="connsiteY3"/>
                    </a:cxn>
                  </a:cxnLst>
                  <a:rect l="l" t="t" r="r" b="b"/>
                  <a:pathLst>
                    <a:path w="90082" h="861762">
                      <a:moveTo>
                        <a:pt x="0" y="861763"/>
                      </a:moveTo>
                      <a:lnTo>
                        <a:pt x="90082" y="861763"/>
                      </a:lnTo>
                      <a:lnTo>
                        <a:pt x="90082"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19" name="Freeform: Shape 4818">
                  <a:extLst>
                    <a:ext uri="{FF2B5EF4-FFF2-40B4-BE49-F238E27FC236}">
                      <a16:creationId xmlns:a16="http://schemas.microsoft.com/office/drawing/2014/main" id="{0FFEE89C-3EEC-396F-4C20-3B19B4174BFC}"/>
                    </a:ext>
                  </a:extLst>
                </p:cNvPr>
                <p:cNvSpPr/>
                <p:nvPr/>
              </p:nvSpPr>
              <p:spPr>
                <a:xfrm>
                  <a:off x="48290123" y="20839180"/>
                  <a:ext cx="131998" cy="815462"/>
                </a:xfrm>
                <a:custGeom>
                  <a:avLst/>
                  <a:gdLst>
                    <a:gd name="connsiteX0" fmla="*/ 0 w 90081"/>
                    <a:gd name="connsiteY0" fmla="*/ 556505 h 556504"/>
                    <a:gd name="connsiteX1" fmla="*/ 90081 w 90081"/>
                    <a:gd name="connsiteY1" fmla="*/ 556505 h 556504"/>
                    <a:gd name="connsiteX2" fmla="*/ 90081 w 90081"/>
                    <a:gd name="connsiteY2" fmla="*/ 0 h 556504"/>
                    <a:gd name="connsiteX3" fmla="*/ 0 w 90081"/>
                    <a:gd name="connsiteY3" fmla="*/ 0 h 556504"/>
                  </a:gdLst>
                  <a:ahLst/>
                  <a:cxnLst>
                    <a:cxn ang="0">
                      <a:pos x="connsiteX0" y="connsiteY0"/>
                    </a:cxn>
                    <a:cxn ang="0">
                      <a:pos x="connsiteX1" y="connsiteY1"/>
                    </a:cxn>
                    <a:cxn ang="0">
                      <a:pos x="connsiteX2" y="connsiteY2"/>
                    </a:cxn>
                    <a:cxn ang="0">
                      <a:pos x="connsiteX3" y="connsiteY3"/>
                    </a:cxn>
                  </a:cxnLst>
                  <a:rect l="l" t="t" r="r" b="b"/>
                  <a:pathLst>
                    <a:path w="90081" h="556504">
                      <a:moveTo>
                        <a:pt x="0" y="556505"/>
                      </a:moveTo>
                      <a:lnTo>
                        <a:pt x="90081" y="556505"/>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0" name="Freeform: Shape 4819">
                  <a:extLst>
                    <a:ext uri="{FF2B5EF4-FFF2-40B4-BE49-F238E27FC236}">
                      <a16:creationId xmlns:a16="http://schemas.microsoft.com/office/drawing/2014/main" id="{EB46E56F-D86D-AB4B-26FC-37E6E1C3D434}"/>
                    </a:ext>
                  </a:extLst>
                </p:cNvPr>
                <p:cNvSpPr/>
                <p:nvPr/>
              </p:nvSpPr>
              <p:spPr>
                <a:xfrm>
                  <a:off x="48422121" y="21258090"/>
                  <a:ext cx="131998" cy="396553"/>
                </a:xfrm>
                <a:custGeom>
                  <a:avLst/>
                  <a:gdLst>
                    <a:gd name="connsiteX0" fmla="*/ 0 w 90081"/>
                    <a:gd name="connsiteY0" fmla="*/ 270624 h 270624"/>
                    <a:gd name="connsiteX1" fmla="*/ 90081 w 90081"/>
                    <a:gd name="connsiteY1" fmla="*/ 270624 h 270624"/>
                    <a:gd name="connsiteX2" fmla="*/ 90081 w 90081"/>
                    <a:gd name="connsiteY2" fmla="*/ 0 h 270624"/>
                    <a:gd name="connsiteX3" fmla="*/ 0 w 90081"/>
                    <a:gd name="connsiteY3" fmla="*/ 0 h 270624"/>
                  </a:gdLst>
                  <a:ahLst/>
                  <a:cxnLst>
                    <a:cxn ang="0">
                      <a:pos x="connsiteX0" y="connsiteY0"/>
                    </a:cxn>
                    <a:cxn ang="0">
                      <a:pos x="connsiteX1" y="connsiteY1"/>
                    </a:cxn>
                    <a:cxn ang="0">
                      <a:pos x="connsiteX2" y="connsiteY2"/>
                    </a:cxn>
                    <a:cxn ang="0">
                      <a:pos x="connsiteX3" y="connsiteY3"/>
                    </a:cxn>
                  </a:cxnLst>
                  <a:rect l="l" t="t" r="r" b="b"/>
                  <a:pathLst>
                    <a:path w="90081" h="270624">
                      <a:moveTo>
                        <a:pt x="0" y="270624"/>
                      </a:moveTo>
                      <a:lnTo>
                        <a:pt x="90081" y="270624"/>
                      </a:lnTo>
                      <a:lnTo>
                        <a:pt x="9008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1" name="Freeform: Shape 4820">
                  <a:extLst>
                    <a:ext uri="{FF2B5EF4-FFF2-40B4-BE49-F238E27FC236}">
                      <a16:creationId xmlns:a16="http://schemas.microsoft.com/office/drawing/2014/main" id="{5EE8B37C-F363-7CD6-FEF8-220FF9C010F3}"/>
                    </a:ext>
                  </a:extLst>
                </p:cNvPr>
                <p:cNvSpPr/>
                <p:nvPr/>
              </p:nvSpPr>
              <p:spPr>
                <a:xfrm>
                  <a:off x="48554119" y="21424715"/>
                  <a:ext cx="132001" cy="229928"/>
                </a:xfrm>
                <a:custGeom>
                  <a:avLst/>
                  <a:gdLst>
                    <a:gd name="connsiteX0" fmla="*/ 0 w 90083"/>
                    <a:gd name="connsiteY0" fmla="*/ 156912 h 156912"/>
                    <a:gd name="connsiteX1" fmla="*/ 90084 w 90083"/>
                    <a:gd name="connsiteY1" fmla="*/ 156912 h 156912"/>
                    <a:gd name="connsiteX2" fmla="*/ 90084 w 90083"/>
                    <a:gd name="connsiteY2" fmla="*/ 0 h 156912"/>
                    <a:gd name="connsiteX3" fmla="*/ 0 w 90083"/>
                    <a:gd name="connsiteY3" fmla="*/ 0 h 156912"/>
                  </a:gdLst>
                  <a:ahLst/>
                  <a:cxnLst>
                    <a:cxn ang="0">
                      <a:pos x="connsiteX0" y="connsiteY0"/>
                    </a:cxn>
                    <a:cxn ang="0">
                      <a:pos x="connsiteX1" y="connsiteY1"/>
                    </a:cxn>
                    <a:cxn ang="0">
                      <a:pos x="connsiteX2" y="connsiteY2"/>
                    </a:cxn>
                    <a:cxn ang="0">
                      <a:pos x="connsiteX3" y="connsiteY3"/>
                    </a:cxn>
                  </a:cxnLst>
                  <a:rect l="l" t="t" r="r" b="b"/>
                  <a:pathLst>
                    <a:path w="90083" h="156912">
                      <a:moveTo>
                        <a:pt x="0" y="156912"/>
                      </a:moveTo>
                      <a:lnTo>
                        <a:pt x="90084" y="156912"/>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2" name="Freeform: Shape 4821">
                  <a:extLst>
                    <a:ext uri="{FF2B5EF4-FFF2-40B4-BE49-F238E27FC236}">
                      <a16:creationId xmlns:a16="http://schemas.microsoft.com/office/drawing/2014/main" id="{36AD588A-D8CE-9792-4352-AC078BACA709}"/>
                    </a:ext>
                  </a:extLst>
                </p:cNvPr>
                <p:cNvSpPr/>
                <p:nvPr/>
              </p:nvSpPr>
              <p:spPr>
                <a:xfrm>
                  <a:off x="48686122" y="21558850"/>
                  <a:ext cx="132001" cy="95792"/>
                </a:xfrm>
                <a:custGeom>
                  <a:avLst/>
                  <a:gdLst>
                    <a:gd name="connsiteX0" fmla="*/ 0 w 90083"/>
                    <a:gd name="connsiteY0" fmla="*/ 65373 h 65372"/>
                    <a:gd name="connsiteX1" fmla="*/ 90084 w 90083"/>
                    <a:gd name="connsiteY1" fmla="*/ 65373 h 65372"/>
                    <a:gd name="connsiteX2" fmla="*/ 90084 w 90083"/>
                    <a:gd name="connsiteY2" fmla="*/ 0 h 65372"/>
                    <a:gd name="connsiteX3" fmla="*/ 0 w 90083"/>
                    <a:gd name="connsiteY3" fmla="*/ 0 h 65372"/>
                  </a:gdLst>
                  <a:ahLst/>
                  <a:cxnLst>
                    <a:cxn ang="0">
                      <a:pos x="connsiteX0" y="connsiteY0"/>
                    </a:cxn>
                    <a:cxn ang="0">
                      <a:pos x="connsiteX1" y="connsiteY1"/>
                    </a:cxn>
                    <a:cxn ang="0">
                      <a:pos x="connsiteX2" y="connsiteY2"/>
                    </a:cxn>
                    <a:cxn ang="0">
                      <a:pos x="connsiteX3" y="connsiteY3"/>
                    </a:cxn>
                  </a:cxnLst>
                  <a:rect l="l" t="t" r="r" b="b"/>
                  <a:pathLst>
                    <a:path w="90083" h="65372">
                      <a:moveTo>
                        <a:pt x="0" y="65373"/>
                      </a:moveTo>
                      <a:lnTo>
                        <a:pt x="90084" y="65373"/>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3" name="Freeform: Shape 4822">
                  <a:extLst>
                    <a:ext uri="{FF2B5EF4-FFF2-40B4-BE49-F238E27FC236}">
                      <a16:creationId xmlns:a16="http://schemas.microsoft.com/office/drawing/2014/main" id="{AD68F8C9-0A37-7E79-0EA9-23271F66F589}"/>
                    </a:ext>
                  </a:extLst>
                </p:cNvPr>
                <p:cNvSpPr/>
                <p:nvPr/>
              </p:nvSpPr>
              <p:spPr>
                <a:xfrm>
                  <a:off x="48818125" y="21461306"/>
                  <a:ext cx="131984" cy="193337"/>
                </a:xfrm>
                <a:custGeom>
                  <a:avLst/>
                  <a:gdLst>
                    <a:gd name="connsiteX0" fmla="*/ 0 w 90071"/>
                    <a:gd name="connsiteY0" fmla="*/ 131941 h 131941"/>
                    <a:gd name="connsiteX1" fmla="*/ 90071 w 90071"/>
                    <a:gd name="connsiteY1" fmla="*/ 131941 h 131941"/>
                    <a:gd name="connsiteX2" fmla="*/ 90071 w 90071"/>
                    <a:gd name="connsiteY2" fmla="*/ 0 h 131941"/>
                    <a:gd name="connsiteX3" fmla="*/ 0 w 90071"/>
                    <a:gd name="connsiteY3" fmla="*/ 0 h 131941"/>
                  </a:gdLst>
                  <a:ahLst/>
                  <a:cxnLst>
                    <a:cxn ang="0">
                      <a:pos x="connsiteX0" y="connsiteY0"/>
                    </a:cxn>
                    <a:cxn ang="0">
                      <a:pos x="connsiteX1" y="connsiteY1"/>
                    </a:cxn>
                    <a:cxn ang="0">
                      <a:pos x="connsiteX2" y="connsiteY2"/>
                    </a:cxn>
                    <a:cxn ang="0">
                      <a:pos x="connsiteX3" y="connsiteY3"/>
                    </a:cxn>
                  </a:cxnLst>
                  <a:rect l="l" t="t" r="r" b="b"/>
                  <a:pathLst>
                    <a:path w="90071" h="131941">
                      <a:moveTo>
                        <a:pt x="0" y="131941"/>
                      </a:moveTo>
                      <a:lnTo>
                        <a:pt x="90071" y="131941"/>
                      </a:lnTo>
                      <a:lnTo>
                        <a:pt x="9007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4" name="Freeform: Shape 4823">
                  <a:extLst>
                    <a:ext uri="{FF2B5EF4-FFF2-40B4-BE49-F238E27FC236}">
                      <a16:creationId xmlns:a16="http://schemas.microsoft.com/office/drawing/2014/main" id="{47635A03-1FA7-BE42-0DA1-3FD1EA3BBEE2}"/>
                    </a:ext>
                  </a:extLst>
                </p:cNvPr>
                <p:cNvSpPr/>
                <p:nvPr/>
              </p:nvSpPr>
              <p:spPr>
                <a:xfrm>
                  <a:off x="48950109" y="21326592"/>
                  <a:ext cx="132001" cy="328049"/>
                </a:xfrm>
                <a:custGeom>
                  <a:avLst/>
                  <a:gdLst>
                    <a:gd name="connsiteX0" fmla="*/ 0 w 90083"/>
                    <a:gd name="connsiteY0" fmla="*/ 223875 h 223874"/>
                    <a:gd name="connsiteX1" fmla="*/ 90084 w 90083"/>
                    <a:gd name="connsiteY1" fmla="*/ 223875 h 223874"/>
                    <a:gd name="connsiteX2" fmla="*/ 90084 w 90083"/>
                    <a:gd name="connsiteY2" fmla="*/ 0 h 223874"/>
                    <a:gd name="connsiteX3" fmla="*/ 0 w 90083"/>
                    <a:gd name="connsiteY3" fmla="*/ 0 h 223874"/>
                  </a:gdLst>
                  <a:ahLst/>
                  <a:cxnLst>
                    <a:cxn ang="0">
                      <a:pos x="connsiteX0" y="connsiteY0"/>
                    </a:cxn>
                    <a:cxn ang="0">
                      <a:pos x="connsiteX1" y="connsiteY1"/>
                    </a:cxn>
                    <a:cxn ang="0">
                      <a:pos x="connsiteX2" y="connsiteY2"/>
                    </a:cxn>
                    <a:cxn ang="0">
                      <a:pos x="connsiteX3" y="connsiteY3"/>
                    </a:cxn>
                  </a:cxnLst>
                  <a:rect l="l" t="t" r="r" b="b"/>
                  <a:pathLst>
                    <a:path w="90083" h="223874">
                      <a:moveTo>
                        <a:pt x="0" y="223875"/>
                      </a:moveTo>
                      <a:lnTo>
                        <a:pt x="90084" y="223875"/>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5" name="Freeform: Shape 4824">
                  <a:extLst>
                    <a:ext uri="{FF2B5EF4-FFF2-40B4-BE49-F238E27FC236}">
                      <a16:creationId xmlns:a16="http://schemas.microsoft.com/office/drawing/2014/main" id="{A5B2B0A9-B465-BE51-ECE1-43D18E4137B2}"/>
                    </a:ext>
                  </a:extLst>
                </p:cNvPr>
                <p:cNvSpPr/>
                <p:nvPr/>
              </p:nvSpPr>
              <p:spPr>
                <a:xfrm>
                  <a:off x="49082111" y="21215235"/>
                  <a:ext cx="132001" cy="439407"/>
                </a:xfrm>
                <a:custGeom>
                  <a:avLst/>
                  <a:gdLst>
                    <a:gd name="connsiteX0" fmla="*/ 0 w 90083"/>
                    <a:gd name="connsiteY0" fmla="*/ 299870 h 299869"/>
                    <a:gd name="connsiteX1" fmla="*/ 90084 w 90083"/>
                    <a:gd name="connsiteY1" fmla="*/ 299870 h 299869"/>
                    <a:gd name="connsiteX2" fmla="*/ 90084 w 90083"/>
                    <a:gd name="connsiteY2" fmla="*/ 0 h 299869"/>
                    <a:gd name="connsiteX3" fmla="*/ 0 w 90083"/>
                    <a:gd name="connsiteY3" fmla="*/ 0 h 299869"/>
                  </a:gdLst>
                  <a:ahLst/>
                  <a:cxnLst>
                    <a:cxn ang="0">
                      <a:pos x="connsiteX0" y="connsiteY0"/>
                    </a:cxn>
                    <a:cxn ang="0">
                      <a:pos x="connsiteX1" y="connsiteY1"/>
                    </a:cxn>
                    <a:cxn ang="0">
                      <a:pos x="connsiteX2" y="connsiteY2"/>
                    </a:cxn>
                    <a:cxn ang="0">
                      <a:pos x="connsiteX3" y="connsiteY3"/>
                    </a:cxn>
                  </a:cxnLst>
                  <a:rect l="l" t="t" r="r" b="b"/>
                  <a:pathLst>
                    <a:path w="90083" h="299869">
                      <a:moveTo>
                        <a:pt x="0" y="299870"/>
                      </a:moveTo>
                      <a:lnTo>
                        <a:pt x="90084" y="299870"/>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6" name="Freeform: Shape 4825">
                  <a:extLst>
                    <a:ext uri="{FF2B5EF4-FFF2-40B4-BE49-F238E27FC236}">
                      <a16:creationId xmlns:a16="http://schemas.microsoft.com/office/drawing/2014/main" id="{508325DD-A841-19E7-0AFD-BB2B8D1E0924}"/>
                    </a:ext>
                  </a:extLst>
                </p:cNvPr>
                <p:cNvSpPr/>
                <p:nvPr/>
              </p:nvSpPr>
              <p:spPr>
                <a:xfrm>
                  <a:off x="49214113" y="20721652"/>
                  <a:ext cx="132001" cy="932991"/>
                </a:xfrm>
                <a:custGeom>
                  <a:avLst/>
                  <a:gdLst>
                    <a:gd name="connsiteX0" fmla="*/ 0 w 90083"/>
                    <a:gd name="connsiteY0" fmla="*/ 636711 h 636711"/>
                    <a:gd name="connsiteX1" fmla="*/ 90084 w 90083"/>
                    <a:gd name="connsiteY1" fmla="*/ 636711 h 636711"/>
                    <a:gd name="connsiteX2" fmla="*/ 90084 w 90083"/>
                    <a:gd name="connsiteY2" fmla="*/ 0 h 636711"/>
                    <a:gd name="connsiteX3" fmla="*/ 0 w 90083"/>
                    <a:gd name="connsiteY3" fmla="*/ 0 h 636711"/>
                  </a:gdLst>
                  <a:ahLst/>
                  <a:cxnLst>
                    <a:cxn ang="0">
                      <a:pos x="connsiteX0" y="connsiteY0"/>
                    </a:cxn>
                    <a:cxn ang="0">
                      <a:pos x="connsiteX1" y="connsiteY1"/>
                    </a:cxn>
                    <a:cxn ang="0">
                      <a:pos x="connsiteX2" y="connsiteY2"/>
                    </a:cxn>
                    <a:cxn ang="0">
                      <a:pos x="connsiteX3" y="connsiteY3"/>
                    </a:cxn>
                  </a:cxnLst>
                  <a:rect l="l" t="t" r="r" b="b"/>
                  <a:pathLst>
                    <a:path w="90083" h="636711">
                      <a:moveTo>
                        <a:pt x="0" y="636711"/>
                      </a:moveTo>
                      <a:lnTo>
                        <a:pt x="90084" y="636711"/>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7" name="Freeform: Shape 4826">
                  <a:extLst>
                    <a:ext uri="{FF2B5EF4-FFF2-40B4-BE49-F238E27FC236}">
                      <a16:creationId xmlns:a16="http://schemas.microsoft.com/office/drawing/2014/main" id="{A38DE044-E110-2FF5-7F69-669040A1C273}"/>
                    </a:ext>
                  </a:extLst>
                </p:cNvPr>
                <p:cNvSpPr/>
                <p:nvPr/>
              </p:nvSpPr>
              <p:spPr>
                <a:xfrm>
                  <a:off x="49346115" y="19628069"/>
                  <a:ext cx="132001" cy="2026574"/>
                </a:xfrm>
                <a:custGeom>
                  <a:avLst/>
                  <a:gdLst>
                    <a:gd name="connsiteX0" fmla="*/ 0 w 90083"/>
                    <a:gd name="connsiteY0" fmla="*/ 1383016 h 1383016"/>
                    <a:gd name="connsiteX1" fmla="*/ 90084 w 90083"/>
                    <a:gd name="connsiteY1" fmla="*/ 1383016 h 1383016"/>
                    <a:gd name="connsiteX2" fmla="*/ 90084 w 90083"/>
                    <a:gd name="connsiteY2" fmla="*/ 0 h 1383016"/>
                    <a:gd name="connsiteX3" fmla="*/ 0 w 90083"/>
                    <a:gd name="connsiteY3" fmla="*/ 0 h 1383016"/>
                  </a:gdLst>
                  <a:ahLst/>
                  <a:cxnLst>
                    <a:cxn ang="0">
                      <a:pos x="connsiteX0" y="connsiteY0"/>
                    </a:cxn>
                    <a:cxn ang="0">
                      <a:pos x="connsiteX1" y="connsiteY1"/>
                    </a:cxn>
                    <a:cxn ang="0">
                      <a:pos x="connsiteX2" y="connsiteY2"/>
                    </a:cxn>
                    <a:cxn ang="0">
                      <a:pos x="connsiteX3" y="connsiteY3"/>
                    </a:cxn>
                  </a:cxnLst>
                  <a:rect l="l" t="t" r="r" b="b"/>
                  <a:pathLst>
                    <a:path w="90083" h="1383016">
                      <a:moveTo>
                        <a:pt x="0" y="1383016"/>
                      </a:moveTo>
                      <a:lnTo>
                        <a:pt x="90084" y="1383016"/>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8" name="Freeform: Shape 4827">
                  <a:extLst>
                    <a:ext uri="{FF2B5EF4-FFF2-40B4-BE49-F238E27FC236}">
                      <a16:creationId xmlns:a16="http://schemas.microsoft.com/office/drawing/2014/main" id="{747AD530-ABCD-CD64-AAA3-A39E3576237F}"/>
                    </a:ext>
                  </a:extLst>
                </p:cNvPr>
                <p:cNvSpPr/>
                <p:nvPr/>
              </p:nvSpPr>
              <p:spPr>
                <a:xfrm>
                  <a:off x="49478118" y="21654643"/>
                  <a:ext cx="132001" cy="18639"/>
                </a:xfrm>
                <a:custGeom>
                  <a:avLst/>
                  <a:gdLst>
                    <a:gd name="connsiteX0" fmla="*/ 0 w 90083"/>
                    <a:gd name="connsiteY0" fmla="*/ 0 h 12720"/>
                    <a:gd name="connsiteX1" fmla="*/ 90084 w 90083"/>
                    <a:gd name="connsiteY1" fmla="*/ 0 h 12720"/>
                    <a:gd name="connsiteX2" fmla="*/ 90084 w 90083"/>
                    <a:gd name="connsiteY2" fmla="*/ 0 h 12720"/>
                    <a:gd name="connsiteX3" fmla="*/ 0 w 90083"/>
                    <a:gd name="connsiteY3" fmla="*/ 0 h 12720"/>
                  </a:gdLst>
                  <a:ahLst/>
                  <a:cxnLst>
                    <a:cxn ang="0">
                      <a:pos x="connsiteX0" y="connsiteY0"/>
                    </a:cxn>
                    <a:cxn ang="0">
                      <a:pos x="connsiteX1" y="connsiteY1"/>
                    </a:cxn>
                    <a:cxn ang="0">
                      <a:pos x="connsiteX2" y="connsiteY2"/>
                    </a:cxn>
                    <a:cxn ang="0">
                      <a:pos x="connsiteX3" y="connsiteY3"/>
                    </a:cxn>
                  </a:cxnLst>
                  <a:rect l="l" t="t" r="r" b="b"/>
                  <a:pathLst>
                    <a:path w="90083" h="12720">
                      <a:moveTo>
                        <a:pt x="0" y="0"/>
                      </a:moveTo>
                      <a:lnTo>
                        <a:pt x="90084" y="0"/>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29" name="Freeform: Shape 4828">
                  <a:extLst>
                    <a:ext uri="{FF2B5EF4-FFF2-40B4-BE49-F238E27FC236}">
                      <a16:creationId xmlns:a16="http://schemas.microsoft.com/office/drawing/2014/main" id="{29B603FE-8EE0-4CA4-244C-8D228DE2FF43}"/>
                    </a:ext>
                  </a:extLst>
                </p:cNvPr>
                <p:cNvSpPr/>
                <p:nvPr/>
              </p:nvSpPr>
              <p:spPr>
                <a:xfrm>
                  <a:off x="49610121" y="21654643"/>
                  <a:ext cx="131984" cy="18639"/>
                </a:xfrm>
                <a:custGeom>
                  <a:avLst/>
                  <a:gdLst>
                    <a:gd name="connsiteX0" fmla="*/ 0 w 90071"/>
                    <a:gd name="connsiteY0" fmla="*/ 0 h 12720"/>
                    <a:gd name="connsiteX1" fmla="*/ 90071 w 90071"/>
                    <a:gd name="connsiteY1" fmla="*/ 0 h 12720"/>
                    <a:gd name="connsiteX2" fmla="*/ 90071 w 90071"/>
                    <a:gd name="connsiteY2" fmla="*/ 0 h 12720"/>
                    <a:gd name="connsiteX3" fmla="*/ 0 w 90071"/>
                    <a:gd name="connsiteY3" fmla="*/ 0 h 12720"/>
                  </a:gdLst>
                  <a:ahLst/>
                  <a:cxnLst>
                    <a:cxn ang="0">
                      <a:pos x="connsiteX0" y="connsiteY0"/>
                    </a:cxn>
                    <a:cxn ang="0">
                      <a:pos x="connsiteX1" y="connsiteY1"/>
                    </a:cxn>
                    <a:cxn ang="0">
                      <a:pos x="connsiteX2" y="connsiteY2"/>
                    </a:cxn>
                    <a:cxn ang="0">
                      <a:pos x="connsiteX3" y="connsiteY3"/>
                    </a:cxn>
                  </a:cxnLst>
                  <a:rect l="l" t="t" r="r" b="b"/>
                  <a:pathLst>
                    <a:path w="90071" h="12720">
                      <a:moveTo>
                        <a:pt x="0" y="0"/>
                      </a:moveTo>
                      <a:lnTo>
                        <a:pt x="90071" y="0"/>
                      </a:lnTo>
                      <a:lnTo>
                        <a:pt x="90071"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30" name="Freeform: Shape 4829">
                  <a:extLst>
                    <a:ext uri="{FF2B5EF4-FFF2-40B4-BE49-F238E27FC236}">
                      <a16:creationId xmlns:a16="http://schemas.microsoft.com/office/drawing/2014/main" id="{70C96925-942F-B239-058F-0056E08E8F9C}"/>
                    </a:ext>
                  </a:extLst>
                </p:cNvPr>
                <p:cNvSpPr/>
                <p:nvPr/>
              </p:nvSpPr>
              <p:spPr>
                <a:xfrm>
                  <a:off x="49742104" y="21654643"/>
                  <a:ext cx="132001" cy="18639"/>
                </a:xfrm>
                <a:custGeom>
                  <a:avLst/>
                  <a:gdLst>
                    <a:gd name="connsiteX0" fmla="*/ 0 w 90083"/>
                    <a:gd name="connsiteY0" fmla="*/ 0 h 12720"/>
                    <a:gd name="connsiteX1" fmla="*/ 90084 w 90083"/>
                    <a:gd name="connsiteY1" fmla="*/ 0 h 12720"/>
                    <a:gd name="connsiteX2" fmla="*/ 90084 w 90083"/>
                    <a:gd name="connsiteY2" fmla="*/ 0 h 12720"/>
                    <a:gd name="connsiteX3" fmla="*/ 0 w 90083"/>
                    <a:gd name="connsiteY3" fmla="*/ 0 h 12720"/>
                  </a:gdLst>
                  <a:ahLst/>
                  <a:cxnLst>
                    <a:cxn ang="0">
                      <a:pos x="connsiteX0" y="connsiteY0"/>
                    </a:cxn>
                    <a:cxn ang="0">
                      <a:pos x="connsiteX1" y="connsiteY1"/>
                    </a:cxn>
                    <a:cxn ang="0">
                      <a:pos x="connsiteX2" y="connsiteY2"/>
                    </a:cxn>
                    <a:cxn ang="0">
                      <a:pos x="connsiteX3" y="connsiteY3"/>
                    </a:cxn>
                  </a:cxnLst>
                  <a:rect l="l" t="t" r="r" b="b"/>
                  <a:pathLst>
                    <a:path w="90083" h="12720">
                      <a:moveTo>
                        <a:pt x="0" y="0"/>
                      </a:moveTo>
                      <a:lnTo>
                        <a:pt x="90084" y="0"/>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31" name="Freeform: Shape 4830">
                  <a:extLst>
                    <a:ext uri="{FF2B5EF4-FFF2-40B4-BE49-F238E27FC236}">
                      <a16:creationId xmlns:a16="http://schemas.microsoft.com/office/drawing/2014/main" id="{7A0D2D4C-FF35-EBE8-F743-96A7F63CE136}"/>
                    </a:ext>
                  </a:extLst>
                </p:cNvPr>
                <p:cNvSpPr/>
                <p:nvPr/>
              </p:nvSpPr>
              <p:spPr>
                <a:xfrm>
                  <a:off x="49874106" y="21654643"/>
                  <a:ext cx="132001" cy="18639"/>
                </a:xfrm>
                <a:custGeom>
                  <a:avLst/>
                  <a:gdLst>
                    <a:gd name="connsiteX0" fmla="*/ 0 w 90083"/>
                    <a:gd name="connsiteY0" fmla="*/ 0 h 12720"/>
                    <a:gd name="connsiteX1" fmla="*/ 90084 w 90083"/>
                    <a:gd name="connsiteY1" fmla="*/ 0 h 12720"/>
                    <a:gd name="connsiteX2" fmla="*/ 90084 w 90083"/>
                    <a:gd name="connsiteY2" fmla="*/ 0 h 12720"/>
                    <a:gd name="connsiteX3" fmla="*/ 0 w 90083"/>
                    <a:gd name="connsiteY3" fmla="*/ 0 h 12720"/>
                  </a:gdLst>
                  <a:ahLst/>
                  <a:cxnLst>
                    <a:cxn ang="0">
                      <a:pos x="connsiteX0" y="connsiteY0"/>
                    </a:cxn>
                    <a:cxn ang="0">
                      <a:pos x="connsiteX1" y="connsiteY1"/>
                    </a:cxn>
                    <a:cxn ang="0">
                      <a:pos x="connsiteX2" y="connsiteY2"/>
                    </a:cxn>
                    <a:cxn ang="0">
                      <a:pos x="connsiteX3" y="connsiteY3"/>
                    </a:cxn>
                  </a:cxnLst>
                  <a:rect l="l" t="t" r="r" b="b"/>
                  <a:pathLst>
                    <a:path w="90083" h="12720">
                      <a:moveTo>
                        <a:pt x="0" y="0"/>
                      </a:moveTo>
                      <a:lnTo>
                        <a:pt x="90084" y="0"/>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32" name="Freeform: Shape 4831">
                  <a:extLst>
                    <a:ext uri="{FF2B5EF4-FFF2-40B4-BE49-F238E27FC236}">
                      <a16:creationId xmlns:a16="http://schemas.microsoft.com/office/drawing/2014/main" id="{22810FB8-8C8D-C7B5-E841-D03BE135B106}"/>
                    </a:ext>
                  </a:extLst>
                </p:cNvPr>
                <p:cNvSpPr/>
                <p:nvPr/>
              </p:nvSpPr>
              <p:spPr>
                <a:xfrm>
                  <a:off x="50006108" y="21654643"/>
                  <a:ext cx="132001" cy="18639"/>
                </a:xfrm>
                <a:custGeom>
                  <a:avLst/>
                  <a:gdLst>
                    <a:gd name="connsiteX0" fmla="*/ 0 w 90083"/>
                    <a:gd name="connsiteY0" fmla="*/ 0 h 12720"/>
                    <a:gd name="connsiteX1" fmla="*/ 90084 w 90083"/>
                    <a:gd name="connsiteY1" fmla="*/ 0 h 12720"/>
                    <a:gd name="connsiteX2" fmla="*/ 90084 w 90083"/>
                    <a:gd name="connsiteY2" fmla="*/ 0 h 12720"/>
                    <a:gd name="connsiteX3" fmla="*/ 0 w 90083"/>
                    <a:gd name="connsiteY3" fmla="*/ 0 h 12720"/>
                  </a:gdLst>
                  <a:ahLst/>
                  <a:cxnLst>
                    <a:cxn ang="0">
                      <a:pos x="connsiteX0" y="connsiteY0"/>
                    </a:cxn>
                    <a:cxn ang="0">
                      <a:pos x="connsiteX1" y="connsiteY1"/>
                    </a:cxn>
                    <a:cxn ang="0">
                      <a:pos x="connsiteX2" y="connsiteY2"/>
                    </a:cxn>
                    <a:cxn ang="0">
                      <a:pos x="connsiteX3" y="connsiteY3"/>
                    </a:cxn>
                  </a:cxnLst>
                  <a:rect l="l" t="t" r="r" b="b"/>
                  <a:pathLst>
                    <a:path w="90083" h="12720">
                      <a:moveTo>
                        <a:pt x="0" y="0"/>
                      </a:moveTo>
                      <a:lnTo>
                        <a:pt x="90084" y="0"/>
                      </a:lnTo>
                      <a:lnTo>
                        <a:pt x="90084" y="0"/>
                      </a:lnTo>
                      <a:lnTo>
                        <a:pt x="0" y="0"/>
                      </a:lnTo>
                      <a:close/>
                    </a:path>
                  </a:pathLst>
                </a:custGeom>
                <a:solidFill>
                  <a:srgbClr val="0000FF">
                    <a:alpha val="70000"/>
                  </a:srgbClr>
                </a:solidFill>
                <a:ln w="12684" cap="flat">
                  <a:solidFill>
                    <a:srgbClr val="000000">
                      <a:alpha val="70000"/>
                    </a:srgbClr>
                  </a:solidFill>
                  <a:prstDash val="solid"/>
                  <a:miter/>
                </a:ln>
              </p:spPr>
              <p:txBody>
                <a:bodyPr rtlCol="0" anchor="ctr"/>
                <a:lstStyle/>
                <a:p>
                  <a:endParaRPr lang="en-US"/>
                </a:p>
              </p:txBody>
            </p:sp>
            <p:sp>
              <p:nvSpPr>
                <p:cNvPr id="4833" name="Freeform: Shape 4832">
                  <a:extLst>
                    <a:ext uri="{FF2B5EF4-FFF2-40B4-BE49-F238E27FC236}">
                      <a16:creationId xmlns:a16="http://schemas.microsoft.com/office/drawing/2014/main" id="{6DBADD6B-7C03-9515-4148-BEEB5FF72D2A}"/>
                    </a:ext>
                  </a:extLst>
                </p:cNvPr>
                <p:cNvSpPr/>
                <p:nvPr/>
              </p:nvSpPr>
              <p:spPr>
                <a:xfrm>
                  <a:off x="47301074" y="21654643"/>
                  <a:ext cx="65052" cy="18639"/>
                </a:xfrm>
                <a:custGeom>
                  <a:avLst/>
                  <a:gdLst>
                    <a:gd name="connsiteX0" fmla="*/ 44431 w 44394"/>
                    <a:gd name="connsiteY0" fmla="*/ 124 h 12720"/>
                    <a:gd name="connsiteX1" fmla="*/ 36 w 44394"/>
                    <a:gd name="connsiteY1" fmla="*/ 124 h 12720"/>
                  </a:gdLst>
                  <a:ahLst/>
                  <a:cxnLst>
                    <a:cxn ang="0">
                      <a:pos x="connsiteX0" y="connsiteY0"/>
                    </a:cxn>
                    <a:cxn ang="0">
                      <a:pos x="connsiteX1" y="connsiteY1"/>
                    </a:cxn>
                  </a:cxnLst>
                  <a:rect l="l" t="t" r="r" b="b"/>
                  <a:pathLst>
                    <a:path w="44394" h="12720">
                      <a:moveTo>
                        <a:pt x="44431" y="124"/>
                      </a:moveTo>
                      <a:lnTo>
                        <a:pt x="36" y="124"/>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834" name="Graphic 4384">
                  <a:extLst>
                    <a:ext uri="{FF2B5EF4-FFF2-40B4-BE49-F238E27FC236}">
                      <a16:creationId xmlns:a16="http://schemas.microsoft.com/office/drawing/2014/main" id="{136C2037-FA0A-AE41-E393-FEEBD0034AD7}"/>
                    </a:ext>
                  </a:extLst>
                </p:cNvPr>
                <p:cNvGrpSpPr/>
                <p:nvPr/>
              </p:nvGrpSpPr>
              <p:grpSpPr>
                <a:xfrm>
                  <a:off x="46968424" y="21587112"/>
                  <a:ext cx="270994" cy="140995"/>
                  <a:chOff x="13066543" y="7439015"/>
                  <a:chExt cx="184937" cy="96221"/>
                </a:xfrm>
                <a:solidFill>
                  <a:srgbClr val="000000"/>
                </a:solidFill>
              </p:grpSpPr>
              <p:sp>
                <p:nvSpPr>
                  <p:cNvPr id="4870" name="Freeform: Shape 4869">
                    <a:extLst>
                      <a:ext uri="{FF2B5EF4-FFF2-40B4-BE49-F238E27FC236}">
                        <a16:creationId xmlns:a16="http://schemas.microsoft.com/office/drawing/2014/main" id="{3A207073-5B17-F0C8-B4C0-6108EB9F6582}"/>
                      </a:ext>
                    </a:extLst>
                  </p:cNvPr>
                  <p:cNvSpPr/>
                  <p:nvPr/>
                </p:nvSpPr>
                <p:spPr>
                  <a:xfrm flipV="1">
                    <a:off x="13066543" y="7439015"/>
                    <a:ext cx="63916" cy="96221"/>
                  </a:xfrm>
                  <a:custGeom>
                    <a:avLst/>
                    <a:gdLst>
                      <a:gd name="connsiteX0" fmla="*/ 29924 w 63916"/>
                      <a:gd name="connsiteY0" fmla="*/ 84078 h 96221"/>
                      <a:gd name="connsiteX1" fmla="*/ 15397 w 63916"/>
                      <a:gd name="connsiteY1" fmla="*/ 74538 h 96221"/>
                      <a:gd name="connsiteX2" fmla="*/ 10541 w 63916"/>
                      <a:gd name="connsiteY2" fmla="*/ 45876 h 96221"/>
                      <a:gd name="connsiteX3" fmla="*/ 15397 w 63916"/>
                      <a:gd name="connsiteY3" fmla="*/ 17274 h 96221"/>
                      <a:gd name="connsiteX4" fmla="*/ 29924 w 63916"/>
                      <a:gd name="connsiteY4" fmla="*/ 7733 h 96221"/>
                      <a:gd name="connsiteX5" fmla="*/ 44511 w 63916"/>
                      <a:gd name="connsiteY5" fmla="*/ 17274 h 96221"/>
                      <a:gd name="connsiteX6" fmla="*/ 49387 w 63916"/>
                      <a:gd name="connsiteY6" fmla="*/ 45876 h 96221"/>
                      <a:gd name="connsiteX7" fmla="*/ 44511 w 63916"/>
                      <a:gd name="connsiteY7" fmla="*/ 74538 h 96221"/>
                      <a:gd name="connsiteX8" fmla="*/ 29924 w 63916"/>
                      <a:gd name="connsiteY8" fmla="*/ 84078 h 96221"/>
                      <a:gd name="connsiteX9" fmla="*/ 29924 w 63916"/>
                      <a:gd name="connsiteY9" fmla="*/ 94017 h 96221"/>
                      <a:gd name="connsiteX10" fmla="*/ 53688 w 63916"/>
                      <a:gd name="connsiteY10" fmla="*/ 81673 h 96221"/>
                      <a:gd name="connsiteX11" fmla="*/ 61893 w 63916"/>
                      <a:gd name="connsiteY11" fmla="*/ 45876 h 96221"/>
                      <a:gd name="connsiteX12" fmla="*/ 53688 w 63916"/>
                      <a:gd name="connsiteY12" fmla="*/ 10118 h 96221"/>
                      <a:gd name="connsiteX13" fmla="*/ 29924 w 63916"/>
                      <a:gd name="connsiteY13" fmla="*/ -2205 h 96221"/>
                      <a:gd name="connsiteX14" fmla="*/ 6181 w 63916"/>
                      <a:gd name="connsiteY14" fmla="*/ 10118 h 96221"/>
                      <a:gd name="connsiteX15" fmla="*/ -2024 w 63916"/>
                      <a:gd name="connsiteY15" fmla="*/ 45876 h 96221"/>
                      <a:gd name="connsiteX16" fmla="*/ 6181 w 63916"/>
                      <a:gd name="connsiteY16" fmla="*/ 81673 h 96221"/>
                      <a:gd name="connsiteX17" fmla="*/ 29924 w 63916"/>
                      <a:gd name="connsiteY17" fmla="*/ 94017 h 9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6" h="96221">
                        <a:moveTo>
                          <a:pt x="29924" y="84078"/>
                        </a:moveTo>
                        <a:cubicBezTo>
                          <a:pt x="23490" y="84078"/>
                          <a:pt x="18647" y="80898"/>
                          <a:pt x="15397" y="74538"/>
                        </a:cubicBezTo>
                        <a:cubicBezTo>
                          <a:pt x="12160" y="68191"/>
                          <a:pt x="10541" y="58637"/>
                          <a:pt x="10541" y="45876"/>
                        </a:cubicBezTo>
                        <a:cubicBezTo>
                          <a:pt x="10541" y="33168"/>
                          <a:pt x="12160" y="23634"/>
                          <a:pt x="15397" y="17274"/>
                        </a:cubicBezTo>
                        <a:cubicBezTo>
                          <a:pt x="18647" y="10913"/>
                          <a:pt x="23490" y="7733"/>
                          <a:pt x="29924" y="7733"/>
                        </a:cubicBezTo>
                        <a:cubicBezTo>
                          <a:pt x="36412" y="7733"/>
                          <a:pt x="41274" y="10913"/>
                          <a:pt x="44511" y="17274"/>
                        </a:cubicBezTo>
                        <a:cubicBezTo>
                          <a:pt x="47762" y="23634"/>
                          <a:pt x="49387" y="33168"/>
                          <a:pt x="49387" y="45876"/>
                        </a:cubicBezTo>
                        <a:cubicBezTo>
                          <a:pt x="49387" y="58637"/>
                          <a:pt x="47762" y="68191"/>
                          <a:pt x="44511" y="74538"/>
                        </a:cubicBezTo>
                        <a:cubicBezTo>
                          <a:pt x="41274" y="80898"/>
                          <a:pt x="36412" y="84078"/>
                          <a:pt x="29924" y="84078"/>
                        </a:cubicBezTo>
                        <a:close/>
                        <a:moveTo>
                          <a:pt x="29924" y="94017"/>
                        </a:moveTo>
                        <a:cubicBezTo>
                          <a:pt x="40296" y="94017"/>
                          <a:pt x="48218" y="89902"/>
                          <a:pt x="53688" y="81673"/>
                        </a:cubicBezTo>
                        <a:cubicBezTo>
                          <a:pt x="59158" y="73458"/>
                          <a:pt x="61893" y="61525"/>
                          <a:pt x="61893" y="45876"/>
                        </a:cubicBezTo>
                        <a:cubicBezTo>
                          <a:pt x="61893" y="30266"/>
                          <a:pt x="59158" y="18347"/>
                          <a:pt x="53688" y="10118"/>
                        </a:cubicBezTo>
                        <a:cubicBezTo>
                          <a:pt x="48218" y="1903"/>
                          <a:pt x="40296" y="-2205"/>
                          <a:pt x="29924" y="-2205"/>
                        </a:cubicBezTo>
                        <a:cubicBezTo>
                          <a:pt x="19566" y="-2205"/>
                          <a:pt x="11651" y="1903"/>
                          <a:pt x="6181" y="10118"/>
                        </a:cubicBezTo>
                        <a:cubicBezTo>
                          <a:pt x="711" y="18347"/>
                          <a:pt x="-2024" y="30266"/>
                          <a:pt x="-2024" y="45876"/>
                        </a:cubicBezTo>
                        <a:cubicBezTo>
                          <a:pt x="-2024" y="61525"/>
                          <a:pt x="711" y="73458"/>
                          <a:pt x="6181" y="81673"/>
                        </a:cubicBezTo>
                        <a:cubicBezTo>
                          <a:pt x="11651" y="89902"/>
                          <a:pt x="19566" y="94017"/>
                          <a:pt x="29924" y="94017"/>
                        </a:cubicBezTo>
                        <a:close/>
                      </a:path>
                    </a:pathLst>
                  </a:custGeom>
                  <a:solidFill>
                    <a:srgbClr val="000000"/>
                  </a:solidFill>
                  <a:ln w="20" cap="flat">
                    <a:noFill/>
                    <a:prstDash val="solid"/>
                    <a:round/>
                  </a:ln>
                </p:spPr>
                <p:txBody>
                  <a:bodyPr rtlCol="0" anchor="ctr"/>
                  <a:lstStyle/>
                  <a:p>
                    <a:endParaRPr lang="en-US"/>
                  </a:p>
                </p:txBody>
              </p:sp>
              <p:sp>
                <p:nvSpPr>
                  <p:cNvPr id="4871" name="Freeform: Shape 4870">
                    <a:extLst>
                      <a:ext uri="{FF2B5EF4-FFF2-40B4-BE49-F238E27FC236}">
                        <a16:creationId xmlns:a16="http://schemas.microsoft.com/office/drawing/2014/main" id="{B30B77AC-CA34-A387-AC1C-69143C6E8A9A}"/>
                      </a:ext>
                    </a:extLst>
                  </p:cNvPr>
                  <p:cNvSpPr/>
                  <p:nvPr/>
                </p:nvSpPr>
                <p:spPr>
                  <a:xfrm flipV="1">
                    <a:off x="13152437" y="7517646"/>
                    <a:ext cx="13080" cy="15781"/>
                  </a:xfrm>
                  <a:custGeom>
                    <a:avLst/>
                    <a:gdLst>
                      <a:gd name="connsiteX0" fmla="*/ -999 w 13080"/>
                      <a:gd name="connsiteY0" fmla="*/ 15512 h 15781"/>
                      <a:gd name="connsiteX1" fmla="*/ 12082 w 13080"/>
                      <a:gd name="connsiteY1" fmla="*/ 15512 h 15781"/>
                      <a:gd name="connsiteX2" fmla="*/ 12082 w 13080"/>
                      <a:gd name="connsiteY2" fmla="*/ -270 h 15781"/>
                      <a:gd name="connsiteX3" fmla="*/ -999 w 13080"/>
                      <a:gd name="connsiteY3" fmla="*/ -270 h 15781"/>
                      <a:gd name="connsiteX4" fmla="*/ -999 w 13080"/>
                      <a:gd name="connsiteY4" fmla="*/ 15512 h 15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1">
                        <a:moveTo>
                          <a:pt x="-999" y="15512"/>
                        </a:moveTo>
                        <a:lnTo>
                          <a:pt x="12082" y="15512"/>
                        </a:lnTo>
                        <a:lnTo>
                          <a:pt x="12082" y="-270"/>
                        </a:lnTo>
                        <a:lnTo>
                          <a:pt x="-999" y="-270"/>
                        </a:lnTo>
                        <a:lnTo>
                          <a:pt x="-999" y="15512"/>
                        </a:lnTo>
                        <a:close/>
                      </a:path>
                    </a:pathLst>
                  </a:custGeom>
                  <a:solidFill>
                    <a:srgbClr val="000000"/>
                  </a:solidFill>
                  <a:ln w="20" cap="flat">
                    <a:noFill/>
                    <a:prstDash val="solid"/>
                    <a:round/>
                  </a:ln>
                </p:spPr>
                <p:txBody>
                  <a:bodyPr rtlCol="0" anchor="ctr"/>
                  <a:lstStyle/>
                  <a:p>
                    <a:endParaRPr lang="en-US"/>
                  </a:p>
                </p:txBody>
              </p:sp>
              <p:sp>
                <p:nvSpPr>
                  <p:cNvPr id="4872" name="Freeform: Shape 4871">
                    <a:extLst>
                      <a:ext uri="{FF2B5EF4-FFF2-40B4-BE49-F238E27FC236}">
                        <a16:creationId xmlns:a16="http://schemas.microsoft.com/office/drawing/2014/main" id="{0F9120FF-1559-1A60-1CDB-CADB07FE6CD9}"/>
                      </a:ext>
                    </a:extLst>
                  </p:cNvPr>
                  <p:cNvSpPr/>
                  <p:nvPr/>
                </p:nvSpPr>
                <p:spPr>
                  <a:xfrm flipV="1">
                    <a:off x="13187564" y="7439015"/>
                    <a:ext cx="63916" cy="96221"/>
                  </a:xfrm>
                  <a:custGeom>
                    <a:avLst/>
                    <a:gdLst>
                      <a:gd name="connsiteX0" fmla="*/ 29934 w 63916"/>
                      <a:gd name="connsiteY0" fmla="*/ 84078 h 96221"/>
                      <a:gd name="connsiteX1" fmla="*/ 15406 w 63916"/>
                      <a:gd name="connsiteY1" fmla="*/ 74538 h 96221"/>
                      <a:gd name="connsiteX2" fmla="*/ 10551 w 63916"/>
                      <a:gd name="connsiteY2" fmla="*/ 45876 h 96221"/>
                      <a:gd name="connsiteX3" fmla="*/ 15406 w 63916"/>
                      <a:gd name="connsiteY3" fmla="*/ 17274 h 96221"/>
                      <a:gd name="connsiteX4" fmla="*/ 29934 w 63916"/>
                      <a:gd name="connsiteY4" fmla="*/ 7733 h 96221"/>
                      <a:gd name="connsiteX5" fmla="*/ 44521 w 63916"/>
                      <a:gd name="connsiteY5" fmla="*/ 17274 h 96221"/>
                      <a:gd name="connsiteX6" fmla="*/ 49396 w 63916"/>
                      <a:gd name="connsiteY6" fmla="*/ 45876 h 96221"/>
                      <a:gd name="connsiteX7" fmla="*/ 44521 w 63916"/>
                      <a:gd name="connsiteY7" fmla="*/ 74538 h 96221"/>
                      <a:gd name="connsiteX8" fmla="*/ 29934 w 63916"/>
                      <a:gd name="connsiteY8" fmla="*/ 84078 h 96221"/>
                      <a:gd name="connsiteX9" fmla="*/ 29934 w 63916"/>
                      <a:gd name="connsiteY9" fmla="*/ 94017 h 96221"/>
                      <a:gd name="connsiteX10" fmla="*/ 53697 w 63916"/>
                      <a:gd name="connsiteY10" fmla="*/ 81673 h 96221"/>
                      <a:gd name="connsiteX11" fmla="*/ 61902 w 63916"/>
                      <a:gd name="connsiteY11" fmla="*/ 45876 h 96221"/>
                      <a:gd name="connsiteX12" fmla="*/ 53697 w 63916"/>
                      <a:gd name="connsiteY12" fmla="*/ 10118 h 96221"/>
                      <a:gd name="connsiteX13" fmla="*/ 29934 w 63916"/>
                      <a:gd name="connsiteY13" fmla="*/ -2205 h 96221"/>
                      <a:gd name="connsiteX14" fmla="*/ 6191 w 63916"/>
                      <a:gd name="connsiteY14" fmla="*/ 10118 h 96221"/>
                      <a:gd name="connsiteX15" fmla="*/ -2015 w 63916"/>
                      <a:gd name="connsiteY15" fmla="*/ 45876 h 96221"/>
                      <a:gd name="connsiteX16" fmla="*/ 6191 w 63916"/>
                      <a:gd name="connsiteY16" fmla="*/ 81673 h 96221"/>
                      <a:gd name="connsiteX17" fmla="*/ 29934 w 63916"/>
                      <a:gd name="connsiteY17" fmla="*/ 94017 h 9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6" h="96221">
                        <a:moveTo>
                          <a:pt x="29934" y="84078"/>
                        </a:moveTo>
                        <a:cubicBezTo>
                          <a:pt x="23499" y="84078"/>
                          <a:pt x="18657" y="80898"/>
                          <a:pt x="15406" y="74538"/>
                        </a:cubicBezTo>
                        <a:cubicBezTo>
                          <a:pt x="12169" y="68191"/>
                          <a:pt x="10551" y="58637"/>
                          <a:pt x="10551" y="45876"/>
                        </a:cubicBezTo>
                        <a:cubicBezTo>
                          <a:pt x="10551" y="33168"/>
                          <a:pt x="12169" y="23634"/>
                          <a:pt x="15406" y="17274"/>
                        </a:cubicBezTo>
                        <a:cubicBezTo>
                          <a:pt x="18657" y="10913"/>
                          <a:pt x="23499" y="7733"/>
                          <a:pt x="29934" y="7733"/>
                        </a:cubicBezTo>
                        <a:cubicBezTo>
                          <a:pt x="36421" y="7733"/>
                          <a:pt x="41284" y="10913"/>
                          <a:pt x="44521" y="17274"/>
                        </a:cubicBezTo>
                        <a:cubicBezTo>
                          <a:pt x="47771" y="23634"/>
                          <a:pt x="49396" y="33168"/>
                          <a:pt x="49396" y="45876"/>
                        </a:cubicBezTo>
                        <a:cubicBezTo>
                          <a:pt x="49396" y="58637"/>
                          <a:pt x="47771" y="68191"/>
                          <a:pt x="44521" y="74538"/>
                        </a:cubicBezTo>
                        <a:cubicBezTo>
                          <a:pt x="41284" y="80898"/>
                          <a:pt x="36421" y="84078"/>
                          <a:pt x="29934" y="84078"/>
                        </a:cubicBezTo>
                        <a:close/>
                        <a:moveTo>
                          <a:pt x="29934" y="94017"/>
                        </a:moveTo>
                        <a:cubicBezTo>
                          <a:pt x="40306" y="94017"/>
                          <a:pt x="48227" y="89902"/>
                          <a:pt x="53697" y="81673"/>
                        </a:cubicBezTo>
                        <a:cubicBezTo>
                          <a:pt x="59167" y="73458"/>
                          <a:pt x="61902" y="61525"/>
                          <a:pt x="61902" y="45876"/>
                        </a:cubicBezTo>
                        <a:cubicBezTo>
                          <a:pt x="61902" y="30266"/>
                          <a:pt x="59167" y="18347"/>
                          <a:pt x="53697" y="10118"/>
                        </a:cubicBezTo>
                        <a:cubicBezTo>
                          <a:pt x="48227" y="1903"/>
                          <a:pt x="40306" y="-2205"/>
                          <a:pt x="29934" y="-2205"/>
                        </a:cubicBezTo>
                        <a:cubicBezTo>
                          <a:pt x="19575" y="-2205"/>
                          <a:pt x="11661" y="1903"/>
                          <a:pt x="6191" y="10118"/>
                        </a:cubicBezTo>
                        <a:cubicBezTo>
                          <a:pt x="720" y="18347"/>
                          <a:pt x="-2015" y="30266"/>
                          <a:pt x="-2015" y="45876"/>
                        </a:cubicBezTo>
                        <a:cubicBezTo>
                          <a:pt x="-2015" y="61525"/>
                          <a:pt x="720" y="73458"/>
                          <a:pt x="6191" y="81673"/>
                        </a:cubicBezTo>
                        <a:cubicBezTo>
                          <a:pt x="11661" y="89902"/>
                          <a:pt x="19575" y="94017"/>
                          <a:pt x="29934" y="94017"/>
                        </a:cubicBezTo>
                        <a:close/>
                      </a:path>
                    </a:pathLst>
                  </a:custGeom>
                  <a:solidFill>
                    <a:srgbClr val="000000"/>
                  </a:solidFill>
                  <a:ln w="20" cap="flat">
                    <a:noFill/>
                    <a:prstDash val="solid"/>
                    <a:round/>
                  </a:ln>
                </p:spPr>
                <p:txBody>
                  <a:bodyPr rtlCol="0" anchor="ctr"/>
                  <a:lstStyle/>
                  <a:p>
                    <a:endParaRPr lang="en-US"/>
                  </a:p>
                </p:txBody>
              </p:sp>
            </p:grpSp>
            <p:sp>
              <p:nvSpPr>
                <p:cNvPr id="4835" name="Freeform: Shape 4834">
                  <a:extLst>
                    <a:ext uri="{FF2B5EF4-FFF2-40B4-BE49-F238E27FC236}">
                      <a16:creationId xmlns:a16="http://schemas.microsoft.com/office/drawing/2014/main" id="{31109024-303B-4A0A-C394-28254912C40A}"/>
                    </a:ext>
                  </a:extLst>
                </p:cNvPr>
                <p:cNvSpPr/>
                <p:nvPr/>
              </p:nvSpPr>
              <p:spPr>
                <a:xfrm>
                  <a:off x="47301074" y="20598933"/>
                  <a:ext cx="65052" cy="18639"/>
                </a:xfrm>
                <a:custGeom>
                  <a:avLst/>
                  <a:gdLst>
                    <a:gd name="connsiteX0" fmla="*/ 44431 w 44394"/>
                    <a:gd name="connsiteY0" fmla="*/ 68 h 12720"/>
                    <a:gd name="connsiteX1" fmla="*/ 36 w 44394"/>
                    <a:gd name="connsiteY1" fmla="*/ 68 h 12720"/>
                  </a:gdLst>
                  <a:ahLst/>
                  <a:cxnLst>
                    <a:cxn ang="0">
                      <a:pos x="connsiteX0" y="connsiteY0"/>
                    </a:cxn>
                    <a:cxn ang="0">
                      <a:pos x="connsiteX1" y="connsiteY1"/>
                    </a:cxn>
                  </a:cxnLst>
                  <a:rect l="l" t="t" r="r" b="b"/>
                  <a:pathLst>
                    <a:path w="44394" h="12720">
                      <a:moveTo>
                        <a:pt x="44431" y="68"/>
                      </a:moveTo>
                      <a:lnTo>
                        <a:pt x="36" y="68"/>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836" name="Graphic 4384">
                  <a:extLst>
                    <a:ext uri="{FF2B5EF4-FFF2-40B4-BE49-F238E27FC236}">
                      <a16:creationId xmlns:a16="http://schemas.microsoft.com/office/drawing/2014/main" id="{96C20455-1D3F-EF54-6109-E9DFB6F294F1}"/>
                    </a:ext>
                  </a:extLst>
                </p:cNvPr>
                <p:cNvGrpSpPr/>
                <p:nvPr/>
              </p:nvGrpSpPr>
              <p:grpSpPr>
                <a:xfrm>
                  <a:off x="46968424" y="20531405"/>
                  <a:ext cx="267103" cy="140995"/>
                  <a:chOff x="13066543" y="6718558"/>
                  <a:chExt cx="182282" cy="96221"/>
                </a:xfrm>
                <a:solidFill>
                  <a:srgbClr val="000000"/>
                </a:solidFill>
              </p:grpSpPr>
              <p:sp>
                <p:nvSpPr>
                  <p:cNvPr id="4867" name="Freeform: Shape 4866">
                    <a:extLst>
                      <a:ext uri="{FF2B5EF4-FFF2-40B4-BE49-F238E27FC236}">
                        <a16:creationId xmlns:a16="http://schemas.microsoft.com/office/drawing/2014/main" id="{4C5F9D93-5EF5-09A0-B657-B4F8160E8D9A}"/>
                      </a:ext>
                    </a:extLst>
                  </p:cNvPr>
                  <p:cNvSpPr/>
                  <p:nvPr/>
                </p:nvSpPr>
                <p:spPr>
                  <a:xfrm flipV="1">
                    <a:off x="13066543" y="6718558"/>
                    <a:ext cx="63916" cy="96221"/>
                  </a:xfrm>
                  <a:custGeom>
                    <a:avLst/>
                    <a:gdLst>
                      <a:gd name="connsiteX0" fmla="*/ 29924 w 63916"/>
                      <a:gd name="connsiteY0" fmla="*/ 84022 h 96221"/>
                      <a:gd name="connsiteX1" fmla="*/ 15397 w 63916"/>
                      <a:gd name="connsiteY1" fmla="*/ 74481 h 96221"/>
                      <a:gd name="connsiteX2" fmla="*/ 10541 w 63916"/>
                      <a:gd name="connsiteY2" fmla="*/ 45819 h 96221"/>
                      <a:gd name="connsiteX3" fmla="*/ 15397 w 63916"/>
                      <a:gd name="connsiteY3" fmla="*/ 17217 h 96221"/>
                      <a:gd name="connsiteX4" fmla="*/ 29924 w 63916"/>
                      <a:gd name="connsiteY4" fmla="*/ 7676 h 96221"/>
                      <a:gd name="connsiteX5" fmla="*/ 44511 w 63916"/>
                      <a:gd name="connsiteY5" fmla="*/ 17217 h 96221"/>
                      <a:gd name="connsiteX6" fmla="*/ 49387 w 63916"/>
                      <a:gd name="connsiteY6" fmla="*/ 45819 h 96221"/>
                      <a:gd name="connsiteX7" fmla="*/ 44511 w 63916"/>
                      <a:gd name="connsiteY7" fmla="*/ 74481 h 96221"/>
                      <a:gd name="connsiteX8" fmla="*/ 29924 w 63916"/>
                      <a:gd name="connsiteY8" fmla="*/ 84022 h 96221"/>
                      <a:gd name="connsiteX9" fmla="*/ 29924 w 63916"/>
                      <a:gd name="connsiteY9" fmla="*/ 93960 h 96221"/>
                      <a:gd name="connsiteX10" fmla="*/ 53688 w 63916"/>
                      <a:gd name="connsiteY10" fmla="*/ 81617 h 96221"/>
                      <a:gd name="connsiteX11" fmla="*/ 61893 w 63916"/>
                      <a:gd name="connsiteY11" fmla="*/ 45819 h 96221"/>
                      <a:gd name="connsiteX12" fmla="*/ 53688 w 63916"/>
                      <a:gd name="connsiteY12" fmla="*/ 10062 h 96221"/>
                      <a:gd name="connsiteX13" fmla="*/ 29924 w 63916"/>
                      <a:gd name="connsiteY13" fmla="*/ -2262 h 96221"/>
                      <a:gd name="connsiteX14" fmla="*/ 6181 w 63916"/>
                      <a:gd name="connsiteY14" fmla="*/ 10062 h 96221"/>
                      <a:gd name="connsiteX15" fmla="*/ -2024 w 63916"/>
                      <a:gd name="connsiteY15" fmla="*/ 45819 h 96221"/>
                      <a:gd name="connsiteX16" fmla="*/ 6181 w 63916"/>
                      <a:gd name="connsiteY16" fmla="*/ 81617 h 96221"/>
                      <a:gd name="connsiteX17" fmla="*/ 29924 w 63916"/>
                      <a:gd name="connsiteY17" fmla="*/ 93960 h 9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6" h="96221">
                        <a:moveTo>
                          <a:pt x="29924" y="84022"/>
                        </a:moveTo>
                        <a:cubicBezTo>
                          <a:pt x="23490" y="84022"/>
                          <a:pt x="18647" y="80841"/>
                          <a:pt x="15397" y="74481"/>
                        </a:cubicBezTo>
                        <a:cubicBezTo>
                          <a:pt x="12160" y="68134"/>
                          <a:pt x="10541" y="58580"/>
                          <a:pt x="10541" y="45819"/>
                        </a:cubicBezTo>
                        <a:cubicBezTo>
                          <a:pt x="10541" y="33112"/>
                          <a:pt x="12160" y="23578"/>
                          <a:pt x="15397" y="17217"/>
                        </a:cubicBezTo>
                        <a:cubicBezTo>
                          <a:pt x="18647" y="10857"/>
                          <a:pt x="23490" y="7676"/>
                          <a:pt x="29924" y="7676"/>
                        </a:cubicBezTo>
                        <a:cubicBezTo>
                          <a:pt x="36412" y="7676"/>
                          <a:pt x="41274" y="10857"/>
                          <a:pt x="44511" y="17217"/>
                        </a:cubicBezTo>
                        <a:cubicBezTo>
                          <a:pt x="47762" y="23578"/>
                          <a:pt x="49387" y="33112"/>
                          <a:pt x="49387" y="45819"/>
                        </a:cubicBezTo>
                        <a:cubicBezTo>
                          <a:pt x="49387" y="58580"/>
                          <a:pt x="47762" y="68134"/>
                          <a:pt x="44511" y="74481"/>
                        </a:cubicBezTo>
                        <a:cubicBezTo>
                          <a:pt x="41274" y="80841"/>
                          <a:pt x="36412" y="84022"/>
                          <a:pt x="29924" y="84022"/>
                        </a:cubicBezTo>
                        <a:close/>
                        <a:moveTo>
                          <a:pt x="29924" y="93960"/>
                        </a:moveTo>
                        <a:cubicBezTo>
                          <a:pt x="40296" y="93960"/>
                          <a:pt x="48218" y="89845"/>
                          <a:pt x="53688" y="81617"/>
                        </a:cubicBezTo>
                        <a:cubicBezTo>
                          <a:pt x="59158" y="73401"/>
                          <a:pt x="61893" y="61469"/>
                          <a:pt x="61893" y="45819"/>
                        </a:cubicBezTo>
                        <a:cubicBezTo>
                          <a:pt x="61893" y="30210"/>
                          <a:pt x="59158" y="18290"/>
                          <a:pt x="53688" y="10062"/>
                        </a:cubicBezTo>
                        <a:cubicBezTo>
                          <a:pt x="48218" y="1846"/>
                          <a:pt x="40296" y="-2262"/>
                          <a:pt x="29924" y="-2262"/>
                        </a:cubicBezTo>
                        <a:cubicBezTo>
                          <a:pt x="19566" y="-2262"/>
                          <a:pt x="11651" y="1846"/>
                          <a:pt x="6181" y="10062"/>
                        </a:cubicBezTo>
                        <a:cubicBezTo>
                          <a:pt x="711" y="18290"/>
                          <a:pt x="-2024" y="30210"/>
                          <a:pt x="-2024" y="45819"/>
                        </a:cubicBezTo>
                        <a:cubicBezTo>
                          <a:pt x="-2024" y="61469"/>
                          <a:pt x="711" y="73401"/>
                          <a:pt x="6181" y="81617"/>
                        </a:cubicBezTo>
                        <a:cubicBezTo>
                          <a:pt x="11651" y="89845"/>
                          <a:pt x="19566" y="93960"/>
                          <a:pt x="29924" y="93960"/>
                        </a:cubicBezTo>
                        <a:close/>
                      </a:path>
                    </a:pathLst>
                  </a:custGeom>
                  <a:solidFill>
                    <a:srgbClr val="000000"/>
                  </a:solidFill>
                  <a:ln w="20" cap="flat">
                    <a:noFill/>
                    <a:prstDash val="solid"/>
                    <a:round/>
                  </a:ln>
                </p:spPr>
                <p:txBody>
                  <a:bodyPr rtlCol="0" anchor="ctr"/>
                  <a:lstStyle/>
                  <a:p>
                    <a:endParaRPr lang="en-US"/>
                  </a:p>
                </p:txBody>
              </p:sp>
              <p:sp>
                <p:nvSpPr>
                  <p:cNvPr id="4868" name="Freeform: Shape 4867">
                    <a:extLst>
                      <a:ext uri="{FF2B5EF4-FFF2-40B4-BE49-F238E27FC236}">
                        <a16:creationId xmlns:a16="http://schemas.microsoft.com/office/drawing/2014/main" id="{03CB9FC6-0C59-68E2-0A63-E775871AFAEC}"/>
                      </a:ext>
                    </a:extLst>
                  </p:cNvPr>
                  <p:cNvSpPr/>
                  <p:nvPr/>
                </p:nvSpPr>
                <p:spPr>
                  <a:xfrm flipV="1">
                    <a:off x="13152437" y="6797189"/>
                    <a:ext cx="13080" cy="15781"/>
                  </a:xfrm>
                  <a:custGeom>
                    <a:avLst/>
                    <a:gdLst>
                      <a:gd name="connsiteX0" fmla="*/ -999 w 13080"/>
                      <a:gd name="connsiteY0" fmla="*/ 15456 h 15781"/>
                      <a:gd name="connsiteX1" fmla="*/ 12082 w 13080"/>
                      <a:gd name="connsiteY1" fmla="*/ 15456 h 15781"/>
                      <a:gd name="connsiteX2" fmla="*/ 12082 w 13080"/>
                      <a:gd name="connsiteY2" fmla="*/ -326 h 15781"/>
                      <a:gd name="connsiteX3" fmla="*/ -999 w 13080"/>
                      <a:gd name="connsiteY3" fmla="*/ -326 h 15781"/>
                      <a:gd name="connsiteX4" fmla="*/ -999 w 13080"/>
                      <a:gd name="connsiteY4" fmla="*/ 15456 h 15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1">
                        <a:moveTo>
                          <a:pt x="-999" y="15456"/>
                        </a:moveTo>
                        <a:lnTo>
                          <a:pt x="12082" y="15456"/>
                        </a:lnTo>
                        <a:lnTo>
                          <a:pt x="12082" y="-326"/>
                        </a:lnTo>
                        <a:lnTo>
                          <a:pt x="-999" y="-326"/>
                        </a:lnTo>
                        <a:lnTo>
                          <a:pt x="-999" y="15456"/>
                        </a:lnTo>
                        <a:close/>
                      </a:path>
                    </a:pathLst>
                  </a:custGeom>
                  <a:solidFill>
                    <a:srgbClr val="000000"/>
                  </a:solidFill>
                  <a:ln w="20" cap="flat">
                    <a:noFill/>
                    <a:prstDash val="solid"/>
                    <a:round/>
                  </a:ln>
                </p:spPr>
                <p:txBody>
                  <a:bodyPr rtlCol="0" anchor="ctr"/>
                  <a:lstStyle/>
                  <a:p>
                    <a:endParaRPr lang="en-US"/>
                  </a:p>
                </p:txBody>
              </p:sp>
              <p:sp>
                <p:nvSpPr>
                  <p:cNvPr id="4869" name="Freeform: Shape 4868">
                    <a:extLst>
                      <a:ext uri="{FF2B5EF4-FFF2-40B4-BE49-F238E27FC236}">
                        <a16:creationId xmlns:a16="http://schemas.microsoft.com/office/drawing/2014/main" id="{1F92A4C8-06F8-3152-CC2B-253784902670}"/>
                      </a:ext>
                    </a:extLst>
                  </p:cNvPr>
                  <p:cNvSpPr/>
                  <p:nvPr/>
                </p:nvSpPr>
                <p:spPr>
                  <a:xfrm flipV="1">
                    <a:off x="13188991" y="6720228"/>
                    <a:ext cx="59834" cy="94551"/>
                  </a:xfrm>
                  <a:custGeom>
                    <a:avLst/>
                    <a:gdLst>
                      <a:gd name="connsiteX0" fmla="*/ 1921 w 59834"/>
                      <a:gd name="connsiteY0" fmla="*/ 92332 h 94551"/>
                      <a:gd name="connsiteX1" fmla="*/ 51033 w 59834"/>
                      <a:gd name="connsiteY1" fmla="*/ 92332 h 94551"/>
                      <a:gd name="connsiteX2" fmla="*/ 51033 w 59834"/>
                      <a:gd name="connsiteY2" fmla="*/ 81758 h 94551"/>
                      <a:gd name="connsiteX3" fmla="*/ 13376 w 59834"/>
                      <a:gd name="connsiteY3" fmla="*/ 81758 h 94551"/>
                      <a:gd name="connsiteX4" fmla="*/ 13376 w 59834"/>
                      <a:gd name="connsiteY4" fmla="*/ 59039 h 94551"/>
                      <a:gd name="connsiteX5" fmla="*/ 18807 w 59834"/>
                      <a:gd name="connsiteY5" fmla="*/ 60431 h 94551"/>
                      <a:gd name="connsiteX6" fmla="*/ 24277 w 59834"/>
                      <a:gd name="connsiteY6" fmla="*/ 60888 h 94551"/>
                      <a:gd name="connsiteX7" fmla="*/ 48793 w 59834"/>
                      <a:gd name="connsiteY7" fmla="*/ 52381 h 94551"/>
                      <a:gd name="connsiteX8" fmla="*/ 57851 w 59834"/>
                      <a:gd name="connsiteY8" fmla="*/ 29344 h 94551"/>
                      <a:gd name="connsiteX9" fmla="*/ 48555 w 59834"/>
                      <a:gd name="connsiteY9" fmla="*/ 6069 h 94551"/>
                      <a:gd name="connsiteX10" fmla="*/ 22354 w 59834"/>
                      <a:gd name="connsiteY10" fmla="*/ -2220 h 94551"/>
                      <a:gd name="connsiteX11" fmla="*/ 10483 w 59834"/>
                      <a:gd name="connsiteY11" fmla="*/ -1226 h 94551"/>
                      <a:gd name="connsiteX12" fmla="*/ -1984 w 59834"/>
                      <a:gd name="connsiteY12" fmla="*/ 1756 h 94551"/>
                      <a:gd name="connsiteX13" fmla="*/ -1984 w 59834"/>
                      <a:gd name="connsiteY13" fmla="*/ 14377 h 94551"/>
                      <a:gd name="connsiteX14" fmla="*/ 9531 w 59834"/>
                      <a:gd name="connsiteY14" fmla="*/ 9845 h 94551"/>
                      <a:gd name="connsiteX15" fmla="*/ 22097 w 59834"/>
                      <a:gd name="connsiteY15" fmla="*/ 8355 h 94551"/>
                      <a:gd name="connsiteX16" fmla="*/ 39062 w 59834"/>
                      <a:gd name="connsiteY16" fmla="*/ 13999 h 94551"/>
                      <a:gd name="connsiteX17" fmla="*/ 45325 w 59834"/>
                      <a:gd name="connsiteY17" fmla="*/ 29344 h 94551"/>
                      <a:gd name="connsiteX18" fmla="*/ 39062 w 59834"/>
                      <a:gd name="connsiteY18" fmla="*/ 44669 h 94551"/>
                      <a:gd name="connsiteX19" fmla="*/ 22097 w 59834"/>
                      <a:gd name="connsiteY19" fmla="*/ 50334 h 94551"/>
                      <a:gd name="connsiteX20" fmla="*/ 12088 w 59834"/>
                      <a:gd name="connsiteY20" fmla="*/ 49220 h 94551"/>
                      <a:gd name="connsiteX21" fmla="*/ 1921 w 59834"/>
                      <a:gd name="connsiteY21" fmla="*/ 45742 h 94551"/>
                      <a:gd name="connsiteX22" fmla="*/ 1921 w 59834"/>
                      <a:gd name="connsiteY22" fmla="*/ 92332 h 9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834" h="94551">
                        <a:moveTo>
                          <a:pt x="1921" y="92332"/>
                        </a:moveTo>
                        <a:lnTo>
                          <a:pt x="51033" y="92332"/>
                        </a:lnTo>
                        <a:lnTo>
                          <a:pt x="51033" y="81758"/>
                        </a:lnTo>
                        <a:lnTo>
                          <a:pt x="13376" y="81758"/>
                        </a:lnTo>
                        <a:lnTo>
                          <a:pt x="13376" y="59039"/>
                        </a:lnTo>
                        <a:cubicBezTo>
                          <a:pt x="15186" y="59662"/>
                          <a:pt x="16997" y="60126"/>
                          <a:pt x="18807" y="60431"/>
                        </a:cubicBezTo>
                        <a:cubicBezTo>
                          <a:pt x="20630" y="60735"/>
                          <a:pt x="22453" y="60888"/>
                          <a:pt x="24277" y="60888"/>
                        </a:cubicBezTo>
                        <a:cubicBezTo>
                          <a:pt x="34596" y="60888"/>
                          <a:pt x="42768" y="58052"/>
                          <a:pt x="48793" y="52381"/>
                        </a:cubicBezTo>
                        <a:cubicBezTo>
                          <a:pt x="54831" y="46709"/>
                          <a:pt x="57851" y="39030"/>
                          <a:pt x="57851" y="29344"/>
                        </a:cubicBezTo>
                        <a:cubicBezTo>
                          <a:pt x="57851" y="19366"/>
                          <a:pt x="54752" y="11608"/>
                          <a:pt x="48555" y="6069"/>
                        </a:cubicBezTo>
                        <a:cubicBezTo>
                          <a:pt x="42358" y="543"/>
                          <a:pt x="33625" y="-2220"/>
                          <a:pt x="22354" y="-2220"/>
                        </a:cubicBezTo>
                        <a:cubicBezTo>
                          <a:pt x="18470" y="-2220"/>
                          <a:pt x="14512" y="-1888"/>
                          <a:pt x="10483" y="-1226"/>
                        </a:cubicBezTo>
                        <a:cubicBezTo>
                          <a:pt x="6466" y="-563"/>
                          <a:pt x="2311" y="431"/>
                          <a:pt x="-1984" y="1756"/>
                        </a:cubicBezTo>
                        <a:lnTo>
                          <a:pt x="-1984" y="14377"/>
                        </a:lnTo>
                        <a:cubicBezTo>
                          <a:pt x="1729" y="12350"/>
                          <a:pt x="5567" y="10839"/>
                          <a:pt x="9531" y="9845"/>
                        </a:cubicBezTo>
                        <a:cubicBezTo>
                          <a:pt x="13495" y="8852"/>
                          <a:pt x="17684" y="8355"/>
                          <a:pt x="22097" y="8355"/>
                        </a:cubicBezTo>
                        <a:cubicBezTo>
                          <a:pt x="29245" y="8355"/>
                          <a:pt x="34900" y="10236"/>
                          <a:pt x="39062" y="13999"/>
                        </a:cubicBezTo>
                        <a:cubicBezTo>
                          <a:pt x="43237" y="17763"/>
                          <a:pt x="45325" y="22878"/>
                          <a:pt x="45325" y="29344"/>
                        </a:cubicBezTo>
                        <a:cubicBezTo>
                          <a:pt x="45325" y="35797"/>
                          <a:pt x="43237" y="40906"/>
                          <a:pt x="39062" y="44669"/>
                        </a:cubicBezTo>
                        <a:cubicBezTo>
                          <a:pt x="34900" y="48445"/>
                          <a:pt x="29245" y="50334"/>
                          <a:pt x="22097" y="50334"/>
                        </a:cubicBezTo>
                        <a:cubicBezTo>
                          <a:pt x="18754" y="50334"/>
                          <a:pt x="15418" y="49962"/>
                          <a:pt x="12088" y="49220"/>
                        </a:cubicBezTo>
                        <a:cubicBezTo>
                          <a:pt x="8772" y="48478"/>
                          <a:pt x="5383" y="47319"/>
                          <a:pt x="1921" y="45742"/>
                        </a:cubicBezTo>
                        <a:lnTo>
                          <a:pt x="1921" y="92332"/>
                        </a:lnTo>
                        <a:close/>
                      </a:path>
                    </a:pathLst>
                  </a:custGeom>
                  <a:solidFill>
                    <a:srgbClr val="000000"/>
                  </a:solidFill>
                  <a:ln w="20" cap="flat">
                    <a:noFill/>
                    <a:prstDash val="solid"/>
                    <a:round/>
                  </a:ln>
                </p:spPr>
                <p:txBody>
                  <a:bodyPr rtlCol="0" anchor="ctr"/>
                  <a:lstStyle/>
                  <a:p>
                    <a:endParaRPr lang="en-US"/>
                  </a:p>
                </p:txBody>
              </p:sp>
            </p:grpSp>
            <p:sp>
              <p:nvSpPr>
                <p:cNvPr id="4837" name="Freeform: Shape 4836">
                  <a:extLst>
                    <a:ext uri="{FF2B5EF4-FFF2-40B4-BE49-F238E27FC236}">
                      <a16:creationId xmlns:a16="http://schemas.microsoft.com/office/drawing/2014/main" id="{75B61F3A-7C34-EA27-F239-4E3376150404}"/>
                    </a:ext>
                  </a:extLst>
                </p:cNvPr>
                <p:cNvSpPr/>
                <p:nvPr/>
              </p:nvSpPr>
              <p:spPr>
                <a:xfrm>
                  <a:off x="47301074" y="19543224"/>
                  <a:ext cx="65052" cy="18639"/>
                </a:xfrm>
                <a:custGeom>
                  <a:avLst/>
                  <a:gdLst>
                    <a:gd name="connsiteX0" fmla="*/ 44431 w 44394"/>
                    <a:gd name="connsiteY0" fmla="*/ 11 h 12720"/>
                    <a:gd name="connsiteX1" fmla="*/ 36 w 44394"/>
                    <a:gd name="connsiteY1" fmla="*/ 11 h 12720"/>
                  </a:gdLst>
                  <a:ahLst/>
                  <a:cxnLst>
                    <a:cxn ang="0">
                      <a:pos x="connsiteX0" y="connsiteY0"/>
                    </a:cxn>
                    <a:cxn ang="0">
                      <a:pos x="connsiteX1" y="connsiteY1"/>
                    </a:cxn>
                  </a:cxnLst>
                  <a:rect l="l" t="t" r="r" b="b"/>
                  <a:pathLst>
                    <a:path w="44394" h="12720">
                      <a:moveTo>
                        <a:pt x="44431" y="11"/>
                      </a:moveTo>
                      <a:lnTo>
                        <a:pt x="36" y="11"/>
                      </a:lnTo>
                    </a:path>
                  </a:pathLst>
                </a:custGeom>
                <a:solidFill>
                  <a:srgbClr val="000000"/>
                </a:solidFill>
                <a:ln w="10147" cap="flat">
                  <a:solidFill>
                    <a:srgbClr val="000000"/>
                  </a:solidFill>
                  <a:prstDash val="solid"/>
                  <a:round/>
                </a:ln>
              </p:spPr>
              <p:txBody>
                <a:bodyPr rtlCol="0" anchor="ctr"/>
                <a:lstStyle/>
                <a:p>
                  <a:endParaRPr lang="en-US"/>
                </a:p>
              </p:txBody>
            </p:sp>
            <p:grpSp>
              <p:nvGrpSpPr>
                <p:cNvPr id="4838" name="Graphic 4384">
                  <a:extLst>
                    <a:ext uri="{FF2B5EF4-FFF2-40B4-BE49-F238E27FC236}">
                      <a16:creationId xmlns:a16="http://schemas.microsoft.com/office/drawing/2014/main" id="{80DA6DD1-7769-2311-0CFC-659A2DACEEF2}"/>
                    </a:ext>
                  </a:extLst>
                </p:cNvPr>
                <p:cNvGrpSpPr/>
                <p:nvPr/>
              </p:nvGrpSpPr>
              <p:grpSpPr>
                <a:xfrm>
                  <a:off x="46976584" y="19475695"/>
                  <a:ext cx="262833" cy="140995"/>
                  <a:chOff x="13072112" y="5998099"/>
                  <a:chExt cx="179368" cy="96221"/>
                </a:xfrm>
                <a:solidFill>
                  <a:srgbClr val="000000"/>
                </a:solidFill>
              </p:grpSpPr>
              <p:sp>
                <p:nvSpPr>
                  <p:cNvPr id="4864" name="Freeform: Shape 4863">
                    <a:extLst>
                      <a:ext uri="{FF2B5EF4-FFF2-40B4-BE49-F238E27FC236}">
                        <a16:creationId xmlns:a16="http://schemas.microsoft.com/office/drawing/2014/main" id="{CEE7D827-FD95-06DB-44C5-83AF3EED3F4A}"/>
                      </a:ext>
                    </a:extLst>
                  </p:cNvPr>
                  <p:cNvSpPr/>
                  <p:nvPr/>
                </p:nvSpPr>
                <p:spPr>
                  <a:xfrm flipV="1">
                    <a:off x="13072112" y="5999769"/>
                    <a:ext cx="55057" cy="92743"/>
                  </a:xfrm>
                  <a:custGeom>
                    <a:avLst/>
                    <a:gdLst>
                      <a:gd name="connsiteX0" fmla="*/ -278 w 55057"/>
                      <a:gd name="connsiteY0" fmla="*/ 8233 h 92743"/>
                      <a:gd name="connsiteX1" fmla="*/ 20156 w 55057"/>
                      <a:gd name="connsiteY1" fmla="*/ 8233 h 92743"/>
                      <a:gd name="connsiteX2" fmla="*/ 20156 w 55057"/>
                      <a:gd name="connsiteY2" fmla="*/ 78992 h 92743"/>
                      <a:gd name="connsiteX3" fmla="*/ -2082 w 55057"/>
                      <a:gd name="connsiteY3" fmla="*/ 74520 h 92743"/>
                      <a:gd name="connsiteX4" fmla="*/ -2082 w 55057"/>
                      <a:gd name="connsiteY4" fmla="*/ 85949 h 92743"/>
                      <a:gd name="connsiteX5" fmla="*/ 20037 w 55057"/>
                      <a:gd name="connsiteY5" fmla="*/ 90421 h 92743"/>
                      <a:gd name="connsiteX6" fmla="*/ 32543 w 55057"/>
                      <a:gd name="connsiteY6" fmla="*/ 90421 h 92743"/>
                      <a:gd name="connsiteX7" fmla="*/ 32543 w 55057"/>
                      <a:gd name="connsiteY7" fmla="*/ 8233 h 92743"/>
                      <a:gd name="connsiteX8" fmla="*/ 52976 w 55057"/>
                      <a:gd name="connsiteY8" fmla="*/ 8233 h 92743"/>
                      <a:gd name="connsiteX9" fmla="*/ 52976 w 55057"/>
                      <a:gd name="connsiteY9" fmla="*/ -2322 h 92743"/>
                      <a:gd name="connsiteX10" fmla="*/ -278 w 55057"/>
                      <a:gd name="connsiteY10" fmla="*/ -2322 h 92743"/>
                      <a:gd name="connsiteX11" fmla="*/ -278 w 55057"/>
                      <a:gd name="connsiteY11" fmla="*/ 8233 h 9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057" h="92743">
                        <a:moveTo>
                          <a:pt x="-278" y="8233"/>
                        </a:moveTo>
                        <a:lnTo>
                          <a:pt x="20156" y="8233"/>
                        </a:lnTo>
                        <a:lnTo>
                          <a:pt x="20156" y="78992"/>
                        </a:lnTo>
                        <a:lnTo>
                          <a:pt x="-2082" y="74520"/>
                        </a:lnTo>
                        <a:lnTo>
                          <a:pt x="-2082" y="85949"/>
                        </a:lnTo>
                        <a:lnTo>
                          <a:pt x="20037" y="90421"/>
                        </a:lnTo>
                        <a:lnTo>
                          <a:pt x="32543" y="90421"/>
                        </a:lnTo>
                        <a:lnTo>
                          <a:pt x="32543" y="8233"/>
                        </a:lnTo>
                        <a:lnTo>
                          <a:pt x="52976" y="8233"/>
                        </a:lnTo>
                        <a:lnTo>
                          <a:pt x="52976" y="-2322"/>
                        </a:lnTo>
                        <a:lnTo>
                          <a:pt x="-278" y="-2322"/>
                        </a:lnTo>
                        <a:lnTo>
                          <a:pt x="-278" y="8233"/>
                        </a:lnTo>
                        <a:close/>
                      </a:path>
                    </a:pathLst>
                  </a:custGeom>
                  <a:solidFill>
                    <a:srgbClr val="000000"/>
                  </a:solidFill>
                  <a:ln w="20" cap="flat">
                    <a:noFill/>
                    <a:prstDash val="solid"/>
                    <a:round/>
                  </a:ln>
                </p:spPr>
                <p:txBody>
                  <a:bodyPr rtlCol="0" anchor="ctr"/>
                  <a:lstStyle/>
                  <a:p>
                    <a:endParaRPr lang="en-US"/>
                  </a:p>
                </p:txBody>
              </p:sp>
              <p:sp>
                <p:nvSpPr>
                  <p:cNvPr id="4865" name="Freeform: Shape 4864">
                    <a:extLst>
                      <a:ext uri="{FF2B5EF4-FFF2-40B4-BE49-F238E27FC236}">
                        <a16:creationId xmlns:a16="http://schemas.microsoft.com/office/drawing/2014/main" id="{01269C26-16DE-A421-A867-4E48B05849B8}"/>
                      </a:ext>
                    </a:extLst>
                  </p:cNvPr>
                  <p:cNvSpPr/>
                  <p:nvPr/>
                </p:nvSpPr>
                <p:spPr>
                  <a:xfrm flipV="1">
                    <a:off x="13152437" y="6076730"/>
                    <a:ext cx="13080" cy="15781"/>
                  </a:xfrm>
                  <a:custGeom>
                    <a:avLst/>
                    <a:gdLst>
                      <a:gd name="connsiteX0" fmla="*/ -999 w 13080"/>
                      <a:gd name="connsiteY0" fmla="*/ 15399 h 15781"/>
                      <a:gd name="connsiteX1" fmla="*/ 12082 w 13080"/>
                      <a:gd name="connsiteY1" fmla="*/ 15399 h 15781"/>
                      <a:gd name="connsiteX2" fmla="*/ 12082 w 13080"/>
                      <a:gd name="connsiteY2" fmla="*/ -383 h 15781"/>
                      <a:gd name="connsiteX3" fmla="*/ -999 w 13080"/>
                      <a:gd name="connsiteY3" fmla="*/ -383 h 15781"/>
                      <a:gd name="connsiteX4" fmla="*/ -999 w 13080"/>
                      <a:gd name="connsiteY4" fmla="*/ 15399 h 15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80" h="15781">
                        <a:moveTo>
                          <a:pt x="-999" y="15399"/>
                        </a:moveTo>
                        <a:lnTo>
                          <a:pt x="12082" y="15399"/>
                        </a:lnTo>
                        <a:lnTo>
                          <a:pt x="12082" y="-383"/>
                        </a:lnTo>
                        <a:lnTo>
                          <a:pt x="-999" y="-383"/>
                        </a:lnTo>
                        <a:lnTo>
                          <a:pt x="-999" y="15399"/>
                        </a:lnTo>
                        <a:close/>
                      </a:path>
                    </a:pathLst>
                  </a:custGeom>
                  <a:solidFill>
                    <a:srgbClr val="000000"/>
                  </a:solidFill>
                  <a:ln w="20" cap="flat">
                    <a:noFill/>
                    <a:prstDash val="solid"/>
                    <a:round/>
                  </a:ln>
                </p:spPr>
                <p:txBody>
                  <a:bodyPr rtlCol="0" anchor="ctr"/>
                  <a:lstStyle/>
                  <a:p>
                    <a:endParaRPr lang="en-US"/>
                  </a:p>
                </p:txBody>
              </p:sp>
              <p:sp>
                <p:nvSpPr>
                  <p:cNvPr id="4866" name="Freeform: Shape 4865">
                    <a:extLst>
                      <a:ext uri="{FF2B5EF4-FFF2-40B4-BE49-F238E27FC236}">
                        <a16:creationId xmlns:a16="http://schemas.microsoft.com/office/drawing/2014/main" id="{D96DEDE7-89CD-C1D5-ECC6-1D3E71ACFE23}"/>
                      </a:ext>
                    </a:extLst>
                  </p:cNvPr>
                  <p:cNvSpPr/>
                  <p:nvPr/>
                </p:nvSpPr>
                <p:spPr>
                  <a:xfrm flipV="1">
                    <a:off x="13187564" y="5998099"/>
                    <a:ext cx="63916" cy="96221"/>
                  </a:xfrm>
                  <a:custGeom>
                    <a:avLst/>
                    <a:gdLst>
                      <a:gd name="connsiteX0" fmla="*/ 29934 w 63916"/>
                      <a:gd name="connsiteY0" fmla="*/ 83965 h 96221"/>
                      <a:gd name="connsiteX1" fmla="*/ 15406 w 63916"/>
                      <a:gd name="connsiteY1" fmla="*/ 74424 h 96221"/>
                      <a:gd name="connsiteX2" fmla="*/ 10551 w 63916"/>
                      <a:gd name="connsiteY2" fmla="*/ 45763 h 96221"/>
                      <a:gd name="connsiteX3" fmla="*/ 15406 w 63916"/>
                      <a:gd name="connsiteY3" fmla="*/ 17161 h 96221"/>
                      <a:gd name="connsiteX4" fmla="*/ 29934 w 63916"/>
                      <a:gd name="connsiteY4" fmla="*/ 7620 h 96221"/>
                      <a:gd name="connsiteX5" fmla="*/ 44521 w 63916"/>
                      <a:gd name="connsiteY5" fmla="*/ 17161 h 96221"/>
                      <a:gd name="connsiteX6" fmla="*/ 49396 w 63916"/>
                      <a:gd name="connsiteY6" fmla="*/ 45763 h 96221"/>
                      <a:gd name="connsiteX7" fmla="*/ 44521 w 63916"/>
                      <a:gd name="connsiteY7" fmla="*/ 74424 h 96221"/>
                      <a:gd name="connsiteX8" fmla="*/ 29934 w 63916"/>
                      <a:gd name="connsiteY8" fmla="*/ 83965 h 96221"/>
                      <a:gd name="connsiteX9" fmla="*/ 29934 w 63916"/>
                      <a:gd name="connsiteY9" fmla="*/ 93903 h 96221"/>
                      <a:gd name="connsiteX10" fmla="*/ 53697 w 63916"/>
                      <a:gd name="connsiteY10" fmla="*/ 81560 h 96221"/>
                      <a:gd name="connsiteX11" fmla="*/ 61902 w 63916"/>
                      <a:gd name="connsiteY11" fmla="*/ 45763 h 96221"/>
                      <a:gd name="connsiteX12" fmla="*/ 53697 w 63916"/>
                      <a:gd name="connsiteY12" fmla="*/ 10005 h 96221"/>
                      <a:gd name="connsiteX13" fmla="*/ 29934 w 63916"/>
                      <a:gd name="connsiteY13" fmla="*/ -2318 h 96221"/>
                      <a:gd name="connsiteX14" fmla="*/ 6191 w 63916"/>
                      <a:gd name="connsiteY14" fmla="*/ 10005 h 96221"/>
                      <a:gd name="connsiteX15" fmla="*/ -2015 w 63916"/>
                      <a:gd name="connsiteY15" fmla="*/ 45763 h 96221"/>
                      <a:gd name="connsiteX16" fmla="*/ 6191 w 63916"/>
                      <a:gd name="connsiteY16" fmla="*/ 81560 h 96221"/>
                      <a:gd name="connsiteX17" fmla="*/ 29934 w 63916"/>
                      <a:gd name="connsiteY17" fmla="*/ 93903 h 9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916" h="96221">
                        <a:moveTo>
                          <a:pt x="29934" y="83965"/>
                        </a:moveTo>
                        <a:cubicBezTo>
                          <a:pt x="23499" y="83965"/>
                          <a:pt x="18657" y="80785"/>
                          <a:pt x="15406" y="74424"/>
                        </a:cubicBezTo>
                        <a:cubicBezTo>
                          <a:pt x="12169" y="68077"/>
                          <a:pt x="10551" y="58523"/>
                          <a:pt x="10551" y="45763"/>
                        </a:cubicBezTo>
                        <a:cubicBezTo>
                          <a:pt x="10551" y="33055"/>
                          <a:pt x="12169" y="23521"/>
                          <a:pt x="15406" y="17161"/>
                        </a:cubicBezTo>
                        <a:cubicBezTo>
                          <a:pt x="18657" y="10800"/>
                          <a:pt x="23499" y="7620"/>
                          <a:pt x="29934" y="7620"/>
                        </a:cubicBezTo>
                        <a:cubicBezTo>
                          <a:pt x="36421" y="7620"/>
                          <a:pt x="41284" y="10800"/>
                          <a:pt x="44521" y="17161"/>
                        </a:cubicBezTo>
                        <a:cubicBezTo>
                          <a:pt x="47771" y="23521"/>
                          <a:pt x="49396" y="33055"/>
                          <a:pt x="49396" y="45763"/>
                        </a:cubicBezTo>
                        <a:cubicBezTo>
                          <a:pt x="49396" y="58523"/>
                          <a:pt x="47771" y="68077"/>
                          <a:pt x="44521" y="74424"/>
                        </a:cubicBezTo>
                        <a:cubicBezTo>
                          <a:pt x="41284" y="80785"/>
                          <a:pt x="36421" y="83965"/>
                          <a:pt x="29934" y="83965"/>
                        </a:cubicBezTo>
                        <a:close/>
                        <a:moveTo>
                          <a:pt x="29934" y="93903"/>
                        </a:moveTo>
                        <a:cubicBezTo>
                          <a:pt x="40306" y="93903"/>
                          <a:pt x="48227" y="89789"/>
                          <a:pt x="53697" y="81560"/>
                        </a:cubicBezTo>
                        <a:cubicBezTo>
                          <a:pt x="59167" y="73345"/>
                          <a:pt x="61902" y="61412"/>
                          <a:pt x="61902" y="45763"/>
                        </a:cubicBezTo>
                        <a:cubicBezTo>
                          <a:pt x="61902" y="30153"/>
                          <a:pt x="59167" y="18234"/>
                          <a:pt x="53697" y="10005"/>
                        </a:cubicBezTo>
                        <a:cubicBezTo>
                          <a:pt x="48227" y="1789"/>
                          <a:pt x="40306" y="-2318"/>
                          <a:pt x="29934" y="-2318"/>
                        </a:cubicBezTo>
                        <a:cubicBezTo>
                          <a:pt x="19575" y="-2318"/>
                          <a:pt x="11661" y="1789"/>
                          <a:pt x="6191" y="10005"/>
                        </a:cubicBezTo>
                        <a:cubicBezTo>
                          <a:pt x="720" y="18234"/>
                          <a:pt x="-2015" y="30153"/>
                          <a:pt x="-2015" y="45763"/>
                        </a:cubicBezTo>
                        <a:cubicBezTo>
                          <a:pt x="-2015" y="61412"/>
                          <a:pt x="720" y="73345"/>
                          <a:pt x="6191" y="81560"/>
                        </a:cubicBezTo>
                        <a:cubicBezTo>
                          <a:pt x="11661" y="89789"/>
                          <a:pt x="19575" y="93903"/>
                          <a:pt x="29934" y="93903"/>
                        </a:cubicBezTo>
                        <a:close/>
                      </a:path>
                    </a:pathLst>
                  </a:custGeom>
                  <a:solidFill>
                    <a:srgbClr val="000000"/>
                  </a:solidFill>
                  <a:ln w="20" cap="flat">
                    <a:noFill/>
                    <a:prstDash val="solid"/>
                    <a:round/>
                  </a:ln>
                </p:spPr>
                <p:txBody>
                  <a:bodyPr rtlCol="0" anchor="ctr"/>
                  <a:lstStyle/>
                  <a:p>
                    <a:endParaRPr lang="en-US"/>
                  </a:p>
                </p:txBody>
              </p:sp>
            </p:grpSp>
            <p:sp>
              <p:nvSpPr>
                <p:cNvPr id="4839" name="Freeform: Shape 4838">
                  <a:extLst>
                    <a:ext uri="{FF2B5EF4-FFF2-40B4-BE49-F238E27FC236}">
                      <a16:creationId xmlns:a16="http://schemas.microsoft.com/office/drawing/2014/main" id="{3C5C03A3-8005-6A0E-AB19-5D7EFF5B0A27}"/>
                    </a:ext>
                  </a:extLst>
                </p:cNvPr>
                <p:cNvSpPr/>
                <p:nvPr/>
              </p:nvSpPr>
              <p:spPr>
                <a:xfrm>
                  <a:off x="47366127" y="19526740"/>
                  <a:ext cx="18586" cy="2127903"/>
                </a:xfrm>
                <a:custGeom>
                  <a:avLst/>
                  <a:gdLst>
                    <a:gd name="connsiteX0" fmla="*/ 0 w 12684"/>
                    <a:gd name="connsiteY0" fmla="*/ 1452167 h 1452167"/>
                    <a:gd name="connsiteX1" fmla="*/ 0 w 12684"/>
                    <a:gd name="connsiteY1" fmla="*/ 0 h 1452167"/>
                  </a:gdLst>
                  <a:ahLst/>
                  <a:cxnLst>
                    <a:cxn ang="0">
                      <a:pos x="connsiteX0" y="connsiteY0"/>
                    </a:cxn>
                    <a:cxn ang="0">
                      <a:pos x="connsiteX1" y="connsiteY1"/>
                    </a:cxn>
                  </a:cxnLst>
                  <a:rect l="l" t="t" r="r" b="b"/>
                  <a:pathLst>
                    <a:path w="12684" h="1452167">
                      <a:moveTo>
                        <a:pt x="0" y="1452167"/>
                      </a:moveTo>
                      <a:lnTo>
                        <a:pt x="0" y="0"/>
                      </a:lnTo>
                    </a:path>
                  </a:pathLst>
                </a:custGeom>
                <a:noFill/>
                <a:ln w="10147" cap="sq">
                  <a:solidFill>
                    <a:srgbClr val="000000"/>
                  </a:solidFill>
                  <a:prstDash val="solid"/>
                  <a:miter/>
                </a:ln>
              </p:spPr>
              <p:txBody>
                <a:bodyPr rtlCol="0" anchor="ctr"/>
                <a:lstStyle/>
                <a:p>
                  <a:endParaRPr lang="en-US"/>
                </a:p>
              </p:txBody>
            </p:sp>
            <p:sp>
              <p:nvSpPr>
                <p:cNvPr id="4840" name="Freeform: Shape 4839">
                  <a:extLst>
                    <a:ext uri="{FF2B5EF4-FFF2-40B4-BE49-F238E27FC236}">
                      <a16:creationId xmlns:a16="http://schemas.microsoft.com/office/drawing/2014/main" id="{4292DA52-74CF-6DAF-3B29-081788BA060C}"/>
                    </a:ext>
                  </a:extLst>
                </p:cNvPr>
                <p:cNvSpPr/>
                <p:nvPr/>
              </p:nvSpPr>
              <p:spPr>
                <a:xfrm>
                  <a:off x="47366127" y="21654643"/>
                  <a:ext cx="2903985" cy="18639"/>
                </a:xfrm>
                <a:custGeom>
                  <a:avLst/>
                  <a:gdLst>
                    <a:gd name="connsiteX0" fmla="*/ 0 w 1981797"/>
                    <a:gd name="connsiteY0" fmla="*/ 0 h 12720"/>
                    <a:gd name="connsiteX1" fmla="*/ 1981797 w 1981797"/>
                    <a:gd name="connsiteY1" fmla="*/ 0 h 12720"/>
                  </a:gdLst>
                  <a:ahLst/>
                  <a:cxnLst>
                    <a:cxn ang="0">
                      <a:pos x="connsiteX0" y="connsiteY0"/>
                    </a:cxn>
                    <a:cxn ang="0">
                      <a:pos x="connsiteX1" y="connsiteY1"/>
                    </a:cxn>
                  </a:cxnLst>
                  <a:rect l="l" t="t" r="r" b="b"/>
                  <a:pathLst>
                    <a:path w="1981797" h="12720">
                      <a:moveTo>
                        <a:pt x="0" y="0"/>
                      </a:moveTo>
                      <a:lnTo>
                        <a:pt x="1981797" y="0"/>
                      </a:lnTo>
                    </a:path>
                  </a:pathLst>
                </a:custGeom>
                <a:noFill/>
                <a:ln w="10147" cap="sq">
                  <a:solidFill>
                    <a:srgbClr val="000000"/>
                  </a:solidFill>
                  <a:prstDash val="solid"/>
                  <a:miter/>
                </a:ln>
              </p:spPr>
              <p:txBody>
                <a:bodyPr rtlCol="0" anchor="ctr"/>
                <a:lstStyle/>
                <a:p>
                  <a:endParaRPr lang="en-US"/>
                </a:p>
              </p:txBody>
            </p:sp>
            <p:grpSp>
              <p:nvGrpSpPr>
                <p:cNvPr id="4841" name="Group 4840">
                  <a:extLst>
                    <a:ext uri="{FF2B5EF4-FFF2-40B4-BE49-F238E27FC236}">
                      <a16:creationId xmlns:a16="http://schemas.microsoft.com/office/drawing/2014/main" id="{2E24F87B-5D6D-DFE3-6875-3C4FEF3BFCDB}"/>
                    </a:ext>
                  </a:extLst>
                </p:cNvPr>
                <p:cNvGrpSpPr/>
                <p:nvPr/>
              </p:nvGrpSpPr>
              <p:grpSpPr>
                <a:xfrm>
                  <a:off x="47049849" y="21623191"/>
                  <a:ext cx="3545143" cy="821532"/>
                  <a:chOff x="12560577" y="1354025"/>
                  <a:chExt cx="2528189" cy="609642"/>
                </a:xfrm>
              </p:grpSpPr>
              <p:grpSp>
                <p:nvGrpSpPr>
                  <p:cNvPr id="4851" name="Group 4850">
                    <a:extLst>
                      <a:ext uri="{FF2B5EF4-FFF2-40B4-BE49-F238E27FC236}">
                        <a16:creationId xmlns:a16="http://schemas.microsoft.com/office/drawing/2014/main" id="{13C70E92-F26D-4562-7941-7AF36870421F}"/>
                      </a:ext>
                    </a:extLst>
                  </p:cNvPr>
                  <p:cNvGrpSpPr/>
                  <p:nvPr/>
                </p:nvGrpSpPr>
                <p:grpSpPr>
                  <a:xfrm>
                    <a:off x="12560577" y="1354025"/>
                    <a:ext cx="2528189" cy="333687"/>
                    <a:chOff x="3617943" y="6077165"/>
                    <a:chExt cx="2528189" cy="333687"/>
                  </a:xfrm>
                </p:grpSpPr>
                <p:sp>
                  <p:nvSpPr>
                    <p:cNvPr id="4853" name="Freeform: Shape 4852">
                      <a:extLst>
                        <a:ext uri="{FF2B5EF4-FFF2-40B4-BE49-F238E27FC236}">
                          <a16:creationId xmlns:a16="http://schemas.microsoft.com/office/drawing/2014/main" id="{F82F0104-D560-C3BD-0B41-49C5494FEBD9}"/>
                        </a:ext>
                      </a:extLst>
                    </p:cNvPr>
                    <p:cNvSpPr/>
                    <p:nvPr/>
                  </p:nvSpPr>
                  <p:spPr>
                    <a:xfrm>
                      <a:off x="3938277" y="6103076"/>
                      <a:ext cx="13301" cy="46693"/>
                    </a:xfrm>
                    <a:custGeom>
                      <a:avLst/>
                      <a:gdLst>
                        <a:gd name="connsiteX0" fmla="*/ 37 w 13301"/>
                        <a:gd name="connsiteY0" fmla="*/ 121 h 46693"/>
                        <a:gd name="connsiteX1" fmla="*/ 37 w 13301"/>
                        <a:gd name="connsiteY1" fmla="*/ 46815 h 46693"/>
                      </a:gdLst>
                      <a:ahLst/>
                      <a:cxnLst>
                        <a:cxn ang="0">
                          <a:pos x="connsiteX0" y="connsiteY0"/>
                        </a:cxn>
                        <a:cxn ang="0">
                          <a:pos x="connsiteX1" y="connsiteY1"/>
                        </a:cxn>
                      </a:cxnLst>
                      <a:rect l="l" t="t" r="r" b="b"/>
                      <a:pathLst>
                        <a:path w="13301" h="46693">
                          <a:moveTo>
                            <a:pt x="37" y="121"/>
                          </a:moveTo>
                          <a:lnTo>
                            <a:pt x="37"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54" name="Freeform: Shape 4853">
                      <a:extLst>
                        <a:ext uri="{FF2B5EF4-FFF2-40B4-BE49-F238E27FC236}">
                          <a16:creationId xmlns:a16="http://schemas.microsoft.com/office/drawing/2014/main" id="{19974522-0880-A679-C043-B5C841E859CF}"/>
                        </a:ext>
                      </a:extLst>
                    </p:cNvPr>
                    <p:cNvSpPr/>
                    <p:nvPr/>
                  </p:nvSpPr>
                  <p:spPr>
                    <a:xfrm>
                      <a:off x="4882940" y="6103076"/>
                      <a:ext cx="13301" cy="46693"/>
                    </a:xfrm>
                    <a:custGeom>
                      <a:avLst/>
                      <a:gdLst>
                        <a:gd name="connsiteX0" fmla="*/ 108 w 13301"/>
                        <a:gd name="connsiteY0" fmla="*/ 121 h 46693"/>
                        <a:gd name="connsiteX1" fmla="*/ 108 w 13301"/>
                        <a:gd name="connsiteY1" fmla="*/ 46815 h 46693"/>
                      </a:gdLst>
                      <a:ahLst/>
                      <a:cxnLst>
                        <a:cxn ang="0">
                          <a:pos x="connsiteX0" y="connsiteY0"/>
                        </a:cxn>
                        <a:cxn ang="0">
                          <a:pos x="connsiteX1" y="connsiteY1"/>
                        </a:cxn>
                      </a:cxnLst>
                      <a:rect l="l" t="t" r="r" b="b"/>
                      <a:pathLst>
                        <a:path w="13301" h="46693">
                          <a:moveTo>
                            <a:pt x="108" y="121"/>
                          </a:moveTo>
                          <a:lnTo>
                            <a:pt x="108"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55" name="Freeform: Shape 4854">
                      <a:extLst>
                        <a:ext uri="{FF2B5EF4-FFF2-40B4-BE49-F238E27FC236}">
                          <a16:creationId xmlns:a16="http://schemas.microsoft.com/office/drawing/2014/main" id="{EDAAA49D-6FC6-992A-53C8-C68A88FD6235}"/>
                        </a:ext>
                      </a:extLst>
                    </p:cNvPr>
                    <p:cNvSpPr/>
                    <p:nvPr/>
                  </p:nvSpPr>
                  <p:spPr>
                    <a:xfrm>
                      <a:off x="5355270"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56" name="Freeform: Shape 4855">
                      <a:extLst>
                        <a:ext uri="{FF2B5EF4-FFF2-40B4-BE49-F238E27FC236}">
                          <a16:creationId xmlns:a16="http://schemas.microsoft.com/office/drawing/2014/main" id="{EA9B2BBE-8742-7745-EEC6-FA34742508D8}"/>
                        </a:ext>
                      </a:extLst>
                    </p:cNvPr>
                    <p:cNvSpPr/>
                    <p:nvPr/>
                  </p:nvSpPr>
                  <p:spPr>
                    <a:xfrm>
                      <a:off x="5827601" y="6103076"/>
                      <a:ext cx="13301" cy="46693"/>
                    </a:xfrm>
                    <a:custGeom>
                      <a:avLst/>
                      <a:gdLst>
                        <a:gd name="connsiteX0" fmla="*/ 179 w 13301"/>
                        <a:gd name="connsiteY0" fmla="*/ 121 h 46693"/>
                        <a:gd name="connsiteX1" fmla="*/ 179 w 13301"/>
                        <a:gd name="connsiteY1" fmla="*/ 46815 h 46693"/>
                      </a:gdLst>
                      <a:ahLst/>
                      <a:cxnLst>
                        <a:cxn ang="0">
                          <a:pos x="connsiteX0" y="connsiteY0"/>
                        </a:cxn>
                        <a:cxn ang="0">
                          <a:pos x="connsiteX1" y="connsiteY1"/>
                        </a:cxn>
                      </a:cxnLst>
                      <a:rect l="l" t="t" r="r" b="b"/>
                      <a:pathLst>
                        <a:path w="13301" h="46693">
                          <a:moveTo>
                            <a:pt x="179" y="121"/>
                          </a:moveTo>
                          <a:lnTo>
                            <a:pt x="179"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857" name="Freeform: Shape 4856">
                      <a:extLst>
                        <a:ext uri="{FF2B5EF4-FFF2-40B4-BE49-F238E27FC236}">
                          <a16:creationId xmlns:a16="http://schemas.microsoft.com/office/drawing/2014/main" id="{B8B9B7A8-82A3-4596-086C-7A9D29D5D757}"/>
                        </a:ext>
                      </a:extLst>
                    </p:cNvPr>
                    <p:cNvSpPr/>
                    <p:nvPr/>
                  </p:nvSpPr>
                  <p:spPr>
                    <a:xfrm>
                      <a:off x="3843811" y="6103076"/>
                      <a:ext cx="2078258" cy="13341"/>
                    </a:xfrm>
                    <a:custGeom>
                      <a:avLst/>
                      <a:gdLst>
                        <a:gd name="connsiteX0" fmla="*/ 0 w 2078258"/>
                        <a:gd name="connsiteY0" fmla="*/ 0 h 13341"/>
                        <a:gd name="connsiteX1" fmla="*/ 2078259 w 2078258"/>
                        <a:gd name="connsiteY1" fmla="*/ 0 h 13341"/>
                      </a:gdLst>
                      <a:ahLst/>
                      <a:cxnLst>
                        <a:cxn ang="0">
                          <a:pos x="connsiteX0" y="connsiteY0"/>
                        </a:cxn>
                        <a:cxn ang="0">
                          <a:pos x="connsiteX1" y="connsiteY1"/>
                        </a:cxn>
                      </a:cxnLst>
                      <a:rect l="l" t="t" r="r" b="b"/>
                      <a:pathLst>
                        <a:path w="2078258" h="13341">
                          <a:moveTo>
                            <a:pt x="0" y="0"/>
                          </a:moveTo>
                          <a:lnTo>
                            <a:pt x="2078259" y="0"/>
                          </a:lnTo>
                        </a:path>
                      </a:pathLst>
                    </a:custGeom>
                    <a:noFill/>
                    <a:ln w="10614" cap="sq">
                      <a:solidFill>
                        <a:srgbClr val="000000"/>
                      </a:solidFill>
                      <a:prstDash val="solid"/>
                      <a:miter/>
                    </a:ln>
                  </p:spPr>
                  <p:txBody>
                    <a:bodyPr rtlCol="0" anchor="ctr"/>
                    <a:lstStyle/>
                    <a:p>
                      <a:endParaRPr lang="en-US" sz="1200" dirty="0"/>
                    </a:p>
                  </p:txBody>
                </p:sp>
                <p:sp>
                  <p:nvSpPr>
                    <p:cNvPr id="4858" name="Freeform: Shape 4857">
                      <a:extLst>
                        <a:ext uri="{FF2B5EF4-FFF2-40B4-BE49-F238E27FC236}">
                          <a16:creationId xmlns:a16="http://schemas.microsoft.com/office/drawing/2014/main" id="{CB711F4B-F426-2E70-0D0F-F93B188BFB21}"/>
                        </a:ext>
                      </a:extLst>
                    </p:cNvPr>
                    <p:cNvSpPr/>
                    <p:nvPr/>
                  </p:nvSpPr>
                  <p:spPr>
                    <a:xfrm>
                      <a:off x="4404192"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mc:AlternateContent xmlns:mc="http://schemas.openxmlformats.org/markup-compatibility/2006" xmlns:a14="http://schemas.microsoft.com/office/drawing/2010/main">
                  <mc:Choice Requires="a14">
                    <p:sp>
                      <p:nvSpPr>
                        <p:cNvPr id="4859" name="TextBox 4858">
                          <a:extLst>
                            <a:ext uri="{FF2B5EF4-FFF2-40B4-BE49-F238E27FC236}">
                              <a16:creationId xmlns:a16="http://schemas.microsoft.com/office/drawing/2014/main" id="{1F9A0B36-0837-9B43-51F5-35D017DEE3F0}"/>
                            </a:ext>
                          </a:extLst>
                        </p:cNvPr>
                        <p:cNvSpPr txBox="1"/>
                        <p:nvPr/>
                      </p:nvSpPr>
                      <p:spPr>
                        <a:xfrm>
                          <a:off x="4675096" y="6103075"/>
                          <a:ext cx="44740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𝟎</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5" name="TextBox 2364">
                          <a:extLst>
                            <a:ext uri="{FF2B5EF4-FFF2-40B4-BE49-F238E27FC236}">
                              <a16:creationId xmlns:a16="http://schemas.microsoft.com/office/drawing/2014/main" id="{D1748ABE-98F0-3D02-A065-004E92A648CA}"/>
                            </a:ext>
                          </a:extLst>
                        </p:cNvPr>
                        <p:cNvSpPr txBox="1">
                          <a:spLocks noRot="1" noChangeAspect="1" noMove="1" noResize="1" noEditPoints="1" noAdjustHandles="1" noChangeArrowheads="1" noChangeShapeType="1" noTextEdit="1"/>
                        </p:cNvSpPr>
                        <p:nvPr/>
                      </p:nvSpPr>
                      <p:spPr>
                        <a:xfrm>
                          <a:off x="4675096" y="6103075"/>
                          <a:ext cx="447406" cy="30777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60" name="TextBox 4859">
                          <a:extLst>
                            <a:ext uri="{FF2B5EF4-FFF2-40B4-BE49-F238E27FC236}">
                              <a16:creationId xmlns:a16="http://schemas.microsoft.com/office/drawing/2014/main" id="{D510ADF9-3A26-FA8F-9C2E-1E4BE0250451}"/>
                            </a:ext>
                          </a:extLst>
                        </p:cNvPr>
                        <p:cNvSpPr txBox="1"/>
                        <p:nvPr/>
                      </p:nvSpPr>
                      <p:spPr>
                        <a:xfrm>
                          <a:off x="5060796"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6" name="TextBox 2365">
                          <a:extLst>
                            <a:ext uri="{FF2B5EF4-FFF2-40B4-BE49-F238E27FC236}">
                              <a16:creationId xmlns:a16="http://schemas.microsoft.com/office/drawing/2014/main" id="{F847EA64-23EB-0220-EF74-4D72CBC647FB}"/>
                            </a:ext>
                          </a:extLst>
                        </p:cNvPr>
                        <p:cNvSpPr txBox="1">
                          <a:spLocks noRot="1" noChangeAspect="1" noMove="1" noResize="1" noEditPoints="1" noAdjustHandles="1" noChangeArrowheads="1" noChangeShapeType="1" noTextEdit="1"/>
                        </p:cNvSpPr>
                        <p:nvPr/>
                      </p:nvSpPr>
                      <p:spPr>
                        <a:xfrm>
                          <a:off x="5060796" y="6077165"/>
                          <a:ext cx="629792" cy="307777"/>
                        </a:xfrm>
                        <a:prstGeom prst="rect">
                          <a:avLst/>
                        </a:prstGeom>
                        <a:blipFill>
                          <a:blip r:embed="rId28"/>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61" name="TextBox 4860">
                          <a:extLst>
                            <a:ext uri="{FF2B5EF4-FFF2-40B4-BE49-F238E27FC236}">
                              <a16:creationId xmlns:a16="http://schemas.microsoft.com/office/drawing/2014/main" id="{9B606A66-08DE-D54F-3476-8E5C379E45EB}"/>
                            </a:ext>
                          </a:extLst>
                        </p:cNvPr>
                        <p:cNvSpPr txBox="1"/>
                        <p:nvPr/>
                      </p:nvSpPr>
                      <p:spPr>
                        <a:xfrm>
                          <a:off x="5516340"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7" name="TextBox 2366">
                          <a:extLst>
                            <a:ext uri="{FF2B5EF4-FFF2-40B4-BE49-F238E27FC236}">
                              <a16:creationId xmlns:a16="http://schemas.microsoft.com/office/drawing/2014/main" id="{93AFBD3E-C5FD-5F9D-DF2B-6AB630C85911}"/>
                            </a:ext>
                          </a:extLst>
                        </p:cNvPr>
                        <p:cNvSpPr txBox="1">
                          <a:spLocks noRot="1" noChangeAspect="1" noMove="1" noResize="1" noEditPoints="1" noAdjustHandles="1" noChangeArrowheads="1" noChangeShapeType="1" noTextEdit="1"/>
                        </p:cNvSpPr>
                        <p:nvPr/>
                      </p:nvSpPr>
                      <p:spPr>
                        <a:xfrm>
                          <a:off x="5516340" y="6077165"/>
                          <a:ext cx="629792" cy="30777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62" name="TextBox 4861">
                          <a:extLst>
                            <a:ext uri="{FF2B5EF4-FFF2-40B4-BE49-F238E27FC236}">
                              <a16:creationId xmlns:a16="http://schemas.microsoft.com/office/drawing/2014/main" id="{7926DF55-4693-BB51-4884-F71FE0203523}"/>
                            </a:ext>
                          </a:extLst>
                        </p:cNvPr>
                        <p:cNvSpPr txBox="1"/>
                        <p:nvPr/>
                      </p:nvSpPr>
                      <p:spPr>
                        <a:xfrm>
                          <a:off x="4072659" y="6077165"/>
                          <a:ext cx="66025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8" name="TextBox 2367">
                          <a:extLst>
                            <a:ext uri="{FF2B5EF4-FFF2-40B4-BE49-F238E27FC236}">
                              <a16:creationId xmlns:a16="http://schemas.microsoft.com/office/drawing/2014/main" id="{B0AD0E3D-B915-B9FE-5E95-188A03BE95C0}"/>
                            </a:ext>
                          </a:extLst>
                        </p:cNvPr>
                        <p:cNvSpPr txBox="1">
                          <a:spLocks noRot="1" noChangeAspect="1" noMove="1" noResize="1" noEditPoints="1" noAdjustHandles="1" noChangeArrowheads="1" noChangeShapeType="1" noTextEdit="1"/>
                        </p:cNvSpPr>
                        <p:nvPr/>
                      </p:nvSpPr>
                      <p:spPr>
                        <a:xfrm>
                          <a:off x="4072659" y="6077165"/>
                          <a:ext cx="660256" cy="307777"/>
                        </a:xfrm>
                        <a:prstGeom prst="rect">
                          <a:avLst/>
                        </a:prstGeom>
                        <a:blipFill>
                          <a:blip r:embed="rId31"/>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63" name="TextBox 4862">
                          <a:extLst>
                            <a:ext uri="{FF2B5EF4-FFF2-40B4-BE49-F238E27FC236}">
                              <a16:creationId xmlns:a16="http://schemas.microsoft.com/office/drawing/2014/main" id="{BE5FEDE5-CA1C-2E8D-1D06-7736D3695037}"/>
                            </a:ext>
                          </a:extLst>
                        </p:cNvPr>
                        <p:cNvSpPr txBox="1"/>
                        <p:nvPr/>
                      </p:nvSpPr>
                      <p:spPr>
                        <a:xfrm>
                          <a:off x="3617943"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35" name="TextBox 2634">
                          <a:extLst>
                            <a:ext uri="{FF2B5EF4-FFF2-40B4-BE49-F238E27FC236}">
                              <a16:creationId xmlns:a16="http://schemas.microsoft.com/office/drawing/2014/main" id="{5D22760F-E876-1C7F-EE59-444633643ECD}"/>
                            </a:ext>
                          </a:extLst>
                        </p:cNvPr>
                        <p:cNvSpPr txBox="1">
                          <a:spLocks noRot="1" noChangeAspect="1" noMove="1" noResize="1" noEditPoints="1" noAdjustHandles="1" noChangeArrowheads="1" noChangeShapeType="1" noTextEdit="1"/>
                        </p:cNvSpPr>
                        <p:nvPr/>
                      </p:nvSpPr>
                      <p:spPr>
                        <a:xfrm>
                          <a:off x="3617943" y="6077165"/>
                          <a:ext cx="629792" cy="307777"/>
                        </a:xfrm>
                        <a:prstGeom prst="rect">
                          <a:avLst/>
                        </a:prstGeom>
                        <a:blipFill>
                          <a:blip r:embed="rId3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852" name="TextBox 4851">
                        <a:extLst>
                          <a:ext uri="{FF2B5EF4-FFF2-40B4-BE49-F238E27FC236}">
                            <a16:creationId xmlns:a16="http://schemas.microsoft.com/office/drawing/2014/main" id="{D0D78CA2-3630-F24D-CC43-32730C314BB1}"/>
                          </a:ext>
                        </a:extLst>
                      </p:cNvPr>
                      <p:cNvSpPr txBox="1"/>
                      <p:nvPr/>
                    </p:nvSpPr>
                    <p:spPr>
                      <a:xfrm>
                        <a:off x="13270402" y="1628994"/>
                        <a:ext cx="1115177" cy="334673"/>
                      </a:xfrm>
                      <a:prstGeom prst="rect">
                        <a:avLst/>
                      </a:prstGeom>
                      <a:noFill/>
                    </p:spPr>
                    <p:txBody>
                      <a:bodyPr wrap="square">
                        <a:spAutoFit/>
                      </a:bodyPr>
                      <a:lstStyle/>
                      <a:p>
                        <a:pPr algn="ctr"/>
                        <a14:m>
                          <m:oMathPara xmlns:m="http://schemas.openxmlformats.org/officeDocument/2006/math">
                            <m:oMath>
                              <m:r>
                                <a:rPr lang="en-US" sz="1400" b="1" i="1" smtClean="0">
                                  <a:latin typeface="Cambria Math" panose="02040503050406030204" pitchFamily="18" charset="0"/>
                                  <a:ea typeface="Calibri" panose="020F0502020204030204" pitchFamily="34" charset="0"/>
                                  <a:cs typeface="Calibri" panose="020F0502020204030204" pitchFamily="34" charset="0"/>
                                </a:rPr>
                                <m:t>𝜽</m:t>
                              </m:r>
                            </m:oMath>
                          </m:oMathPara>
                        </a14:m>
                        <a:endParaRPr lang="en-US"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25" name="TextBox 8124">
                        <a:extLst>
                          <a:ext uri="{FF2B5EF4-FFF2-40B4-BE49-F238E27FC236}">
                            <a16:creationId xmlns:a16="http://schemas.microsoft.com/office/drawing/2014/main" id="{1C4576A8-29E6-D6E5-B88A-6673A0C990F9}"/>
                          </a:ext>
                        </a:extLst>
                      </p:cNvPr>
                      <p:cNvSpPr txBox="1">
                        <a:spLocks noRot="1" noChangeAspect="1" noMove="1" noResize="1" noEditPoints="1" noAdjustHandles="1" noChangeArrowheads="1" noChangeShapeType="1" noTextEdit="1"/>
                      </p:cNvSpPr>
                      <p:nvPr/>
                    </p:nvSpPr>
                    <p:spPr>
                      <a:xfrm>
                        <a:off x="13270402" y="1628994"/>
                        <a:ext cx="1115177" cy="334673"/>
                      </a:xfrm>
                      <a:prstGeom prst="rect">
                        <a:avLst/>
                      </a:prstGeom>
                      <a:blipFill>
                        <a:blip r:embed="rId35"/>
                        <a:stretch>
                          <a:fillRect/>
                        </a:stretch>
                      </a:blipFill>
                    </p:spPr>
                    <p:txBody>
                      <a:bodyPr/>
                      <a:lstStyle/>
                      <a:p>
                        <a:r>
                          <a:rPr lang="en-US">
                            <a:noFill/>
                          </a:rPr>
                          <a:t> </a:t>
                        </a:r>
                      </a:p>
                    </p:txBody>
                  </p:sp>
                </mc:Fallback>
              </mc:AlternateContent>
            </p:grpSp>
            <p:sp>
              <p:nvSpPr>
                <p:cNvPr id="4849" name="TextBox 4848">
                  <a:extLst>
                    <a:ext uri="{FF2B5EF4-FFF2-40B4-BE49-F238E27FC236}">
                      <a16:creationId xmlns:a16="http://schemas.microsoft.com/office/drawing/2014/main" id="{C5CB6CAF-904A-7557-A936-A6520BAB0C21}"/>
                    </a:ext>
                  </a:extLst>
                </p:cNvPr>
                <p:cNvSpPr txBox="1"/>
                <p:nvPr/>
              </p:nvSpPr>
              <p:spPr>
                <a:xfrm>
                  <a:off x="47498543" y="19601485"/>
                  <a:ext cx="1398578" cy="541193"/>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pPE</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sp>
              <p:nvSpPr>
                <p:cNvPr id="4850" name="TextBox 4849">
                  <a:extLst>
                    <a:ext uri="{FF2B5EF4-FFF2-40B4-BE49-F238E27FC236}">
                      <a16:creationId xmlns:a16="http://schemas.microsoft.com/office/drawing/2014/main" id="{3208133A-4F80-C165-2F8C-7DB8B87F6EB4}"/>
                    </a:ext>
                  </a:extLst>
                </p:cNvPr>
                <p:cNvSpPr txBox="1"/>
                <p:nvPr/>
              </p:nvSpPr>
              <p:spPr>
                <a:xfrm>
                  <a:off x="49143846" y="19601485"/>
                  <a:ext cx="1398578" cy="541193"/>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nPE</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1347" name="Group 1346">
              <a:extLst>
                <a:ext uri="{FF2B5EF4-FFF2-40B4-BE49-F238E27FC236}">
                  <a16:creationId xmlns:a16="http://schemas.microsoft.com/office/drawing/2014/main" id="{96189A62-4559-004E-B06F-931862524D72}"/>
                </a:ext>
              </a:extLst>
            </p:cNvPr>
            <p:cNvGrpSpPr>
              <a:grpSpLocks noChangeAspect="1"/>
            </p:cNvGrpSpPr>
            <p:nvPr/>
          </p:nvGrpSpPr>
          <p:grpSpPr>
            <a:xfrm>
              <a:off x="39011675" y="19852942"/>
              <a:ext cx="3073027" cy="2416035"/>
              <a:chOff x="4293444" y="9675341"/>
              <a:chExt cx="2762250" cy="2171700"/>
            </a:xfrm>
          </p:grpSpPr>
          <p:grpSp>
            <p:nvGrpSpPr>
              <p:cNvPr id="4756" name="Graphic 11693">
                <a:extLst>
                  <a:ext uri="{FF2B5EF4-FFF2-40B4-BE49-F238E27FC236}">
                    <a16:creationId xmlns:a16="http://schemas.microsoft.com/office/drawing/2014/main" id="{D5508C52-8578-6EDD-7940-2BB0A700784B}"/>
                  </a:ext>
                </a:extLst>
              </p:cNvPr>
              <p:cNvGrpSpPr/>
              <p:nvPr/>
            </p:nvGrpSpPr>
            <p:grpSpPr>
              <a:xfrm>
                <a:off x="4293444" y="11809893"/>
                <a:ext cx="2762250" cy="27622"/>
                <a:chOff x="4293444" y="11809893"/>
                <a:chExt cx="2762250" cy="27622"/>
              </a:xfrm>
            </p:grpSpPr>
            <p:sp>
              <p:nvSpPr>
                <p:cNvPr id="4788" name="Freeform: Shape 4787">
                  <a:extLst>
                    <a:ext uri="{FF2B5EF4-FFF2-40B4-BE49-F238E27FC236}">
                      <a16:creationId xmlns:a16="http://schemas.microsoft.com/office/drawing/2014/main" id="{5750F0AC-F63B-9B82-3895-DDF631021A14}"/>
                    </a:ext>
                  </a:extLst>
                </p:cNvPr>
                <p:cNvSpPr/>
                <p:nvPr/>
              </p:nvSpPr>
              <p:spPr>
                <a:xfrm>
                  <a:off x="4293444" y="11837516"/>
                  <a:ext cx="2762250" cy="9525"/>
                </a:xfrm>
                <a:custGeom>
                  <a:avLst/>
                  <a:gdLst>
                    <a:gd name="connsiteX0" fmla="*/ 0 w 2762250"/>
                    <a:gd name="connsiteY0" fmla="*/ 0 h 9525"/>
                    <a:gd name="connsiteX1" fmla="*/ 2762250 w 2762250"/>
                    <a:gd name="connsiteY1" fmla="*/ 0 h 9525"/>
                  </a:gdLst>
                  <a:ahLst/>
                  <a:cxnLst>
                    <a:cxn ang="0">
                      <a:pos x="connsiteX0" y="connsiteY0"/>
                    </a:cxn>
                    <a:cxn ang="0">
                      <a:pos x="connsiteX1" y="connsiteY1"/>
                    </a:cxn>
                  </a:cxnLst>
                  <a:rect l="l" t="t" r="r" b="b"/>
                  <a:pathLst>
                    <a:path w="2762250" h="9525">
                      <a:moveTo>
                        <a:pt x="0" y="0"/>
                      </a:moveTo>
                      <a:lnTo>
                        <a:pt x="276225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9" name="Freeform: Shape 4788">
                  <a:extLst>
                    <a:ext uri="{FF2B5EF4-FFF2-40B4-BE49-F238E27FC236}">
                      <a16:creationId xmlns:a16="http://schemas.microsoft.com/office/drawing/2014/main" id="{E829E712-2FD7-4A35-AFE9-3A30DEB44515}"/>
                    </a:ext>
                  </a:extLst>
                </p:cNvPr>
                <p:cNvSpPr/>
                <p:nvPr/>
              </p:nvSpPr>
              <p:spPr>
                <a:xfrm>
                  <a:off x="4391222" y="11809893"/>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0" name="Freeform: Shape 4789">
                  <a:extLst>
                    <a:ext uri="{FF2B5EF4-FFF2-40B4-BE49-F238E27FC236}">
                      <a16:creationId xmlns:a16="http://schemas.microsoft.com/office/drawing/2014/main" id="{C244DEC9-D39C-2D78-9018-388BFAE1C7BC}"/>
                    </a:ext>
                  </a:extLst>
                </p:cNvPr>
                <p:cNvSpPr/>
                <p:nvPr/>
              </p:nvSpPr>
              <p:spPr>
                <a:xfrm>
                  <a:off x="5002342" y="11809893"/>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1" name="Freeform: Shape 4790">
                  <a:extLst>
                    <a:ext uri="{FF2B5EF4-FFF2-40B4-BE49-F238E27FC236}">
                      <a16:creationId xmlns:a16="http://schemas.microsoft.com/office/drawing/2014/main" id="{AC5E8E47-8533-5DF0-0A69-ECC5424C11A0}"/>
                    </a:ext>
                  </a:extLst>
                </p:cNvPr>
                <p:cNvSpPr/>
                <p:nvPr/>
              </p:nvSpPr>
              <p:spPr>
                <a:xfrm>
                  <a:off x="5613456" y="11809893"/>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2" name="Freeform: Shape 4791">
                  <a:extLst>
                    <a:ext uri="{FF2B5EF4-FFF2-40B4-BE49-F238E27FC236}">
                      <a16:creationId xmlns:a16="http://schemas.microsoft.com/office/drawing/2014/main" id="{0F47CBD8-BA69-5B7D-FEA0-CC9F65B72BDB}"/>
                    </a:ext>
                  </a:extLst>
                </p:cNvPr>
                <p:cNvSpPr/>
                <p:nvPr/>
              </p:nvSpPr>
              <p:spPr>
                <a:xfrm>
                  <a:off x="6224571" y="11809893"/>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3" name="Freeform: Shape 4792">
                  <a:extLst>
                    <a:ext uri="{FF2B5EF4-FFF2-40B4-BE49-F238E27FC236}">
                      <a16:creationId xmlns:a16="http://schemas.microsoft.com/office/drawing/2014/main" id="{7976687D-CB7B-A341-E2AD-80EDAD28CF1A}"/>
                    </a:ext>
                  </a:extLst>
                </p:cNvPr>
                <p:cNvSpPr/>
                <p:nvPr/>
              </p:nvSpPr>
              <p:spPr>
                <a:xfrm>
                  <a:off x="6835695" y="11809893"/>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4" name="Freeform: Shape 4793">
                  <a:extLst>
                    <a:ext uri="{FF2B5EF4-FFF2-40B4-BE49-F238E27FC236}">
                      <a16:creationId xmlns:a16="http://schemas.microsoft.com/office/drawing/2014/main" id="{2AEE178F-A287-95B8-4F77-FC262F1024FD}"/>
                    </a:ext>
                  </a:extLst>
                </p:cNvPr>
                <p:cNvSpPr/>
                <p:nvPr/>
              </p:nvSpPr>
              <p:spPr>
                <a:xfrm>
                  <a:off x="4513445"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5" name="Freeform: Shape 4794">
                  <a:extLst>
                    <a:ext uri="{FF2B5EF4-FFF2-40B4-BE49-F238E27FC236}">
                      <a16:creationId xmlns:a16="http://schemas.microsoft.com/office/drawing/2014/main" id="{80183107-ABBB-9A1C-A513-53EB348D07BA}"/>
                    </a:ext>
                  </a:extLst>
                </p:cNvPr>
                <p:cNvSpPr/>
                <p:nvPr/>
              </p:nvSpPr>
              <p:spPr>
                <a:xfrm>
                  <a:off x="4635669"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6" name="Freeform: Shape 4795">
                  <a:extLst>
                    <a:ext uri="{FF2B5EF4-FFF2-40B4-BE49-F238E27FC236}">
                      <a16:creationId xmlns:a16="http://schemas.microsoft.com/office/drawing/2014/main" id="{B7B7FB9C-D5BC-58F1-9F19-27B15E201EEC}"/>
                    </a:ext>
                  </a:extLst>
                </p:cNvPr>
                <p:cNvSpPr/>
                <p:nvPr/>
              </p:nvSpPr>
              <p:spPr>
                <a:xfrm>
                  <a:off x="4757893"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7" name="Freeform: Shape 4796">
                  <a:extLst>
                    <a:ext uri="{FF2B5EF4-FFF2-40B4-BE49-F238E27FC236}">
                      <a16:creationId xmlns:a16="http://schemas.microsoft.com/office/drawing/2014/main" id="{24FE3810-8A32-F76E-C44C-8D67F44992B3}"/>
                    </a:ext>
                  </a:extLst>
                </p:cNvPr>
                <p:cNvSpPr/>
                <p:nvPr/>
              </p:nvSpPr>
              <p:spPr>
                <a:xfrm>
                  <a:off x="4880117"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8" name="Freeform: Shape 4797">
                  <a:extLst>
                    <a:ext uri="{FF2B5EF4-FFF2-40B4-BE49-F238E27FC236}">
                      <a16:creationId xmlns:a16="http://schemas.microsoft.com/office/drawing/2014/main" id="{FB7A9E70-6E3A-16EB-59E5-546429BFC41E}"/>
                    </a:ext>
                  </a:extLst>
                </p:cNvPr>
                <p:cNvSpPr/>
                <p:nvPr/>
              </p:nvSpPr>
              <p:spPr>
                <a:xfrm>
                  <a:off x="5124566"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99" name="Freeform: Shape 4798">
                  <a:extLst>
                    <a:ext uri="{FF2B5EF4-FFF2-40B4-BE49-F238E27FC236}">
                      <a16:creationId xmlns:a16="http://schemas.microsoft.com/office/drawing/2014/main" id="{E1EE3FE4-AA91-8A6D-9E4B-E7C517A4136B}"/>
                    </a:ext>
                  </a:extLst>
                </p:cNvPr>
                <p:cNvSpPr/>
                <p:nvPr/>
              </p:nvSpPr>
              <p:spPr>
                <a:xfrm>
                  <a:off x="5246791"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0" name="Freeform: Shape 4799">
                  <a:extLst>
                    <a:ext uri="{FF2B5EF4-FFF2-40B4-BE49-F238E27FC236}">
                      <a16:creationId xmlns:a16="http://schemas.microsoft.com/office/drawing/2014/main" id="{1CA749D0-B04B-1637-3D98-52F0CBC83104}"/>
                    </a:ext>
                  </a:extLst>
                </p:cNvPr>
                <p:cNvSpPr/>
                <p:nvPr/>
              </p:nvSpPr>
              <p:spPr>
                <a:xfrm>
                  <a:off x="5369007"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1" name="Freeform: Shape 4800">
                  <a:extLst>
                    <a:ext uri="{FF2B5EF4-FFF2-40B4-BE49-F238E27FC236}">
                      <a16:creationId xmlns:a16="http://schemas.microsoft.com/office/drawing/2014/main" id="{157CAAAC-F64B-7544-F2F9-83B2D9AE4F56}"/>
                    </a:ext>
                  </a:extLst>
                </p:cNvPr>
                <p:cNvSpPr/>
                <p:nvPr/>
              </p:nvSpPr>
              <p:spPr>
                <a:xfrm>
                  <a:off x="5491231"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2" name="Freeform: Shape 4801">
                  <a:extLst>
                    <a:ext uri="{FF2B5EF4-FFF2-40B4-BE49-F238E27FC236}">
                      <a16:creationId xmlns:a16="http://schemas.microsoft.com/office/drawing/2014/main" id="{217E7581-2BBA-34BC-2322-5CCAC1E1D90B}"/>
                    </a:ext>
                  </a:extLst>
                </p:cNvPr>
                <p:cNvSpPr/>
                <p:nvPr/>
              </p:nvSpPr>
              <p:spPr>
                <a:xfrm>
                  <a:off x="5735681"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3" name="Freeform: Shape 4802">
                  <a:extLst>
                    <a:ext uri="{FF2B5EF4-FFF2-40B4-BE49-F238E27FC236}">
                      <a16:creationId xmlns:a16="http://schemas.microsoft.com/office/drawing/2014/main" id="{2F55E786-ADD5-E50F-273D-62D9333E7290}"/>
                    </a:ext>
                  </a:extLst>
                </p:cNvPr>
                <p:cNvSpPr/>
                <p:nvPr/>
              </p:nvSpPr>
              <p:spPr>
                <a:xfrm>
                  <a:off x="5857906"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4" name="Freeform: Shape 4803">
                  <a:extLst>
                    <a:ext uri="{FF2B5EF4-FFF2-40B4-BE49-F238E27FC236}">
                      <a16:creationId xmlns:a16="http://schemas.microsoft.com/office/drawing/2014/main" id="{2278894E-546F-B719-60EB-A4ABD5C31000}"/>
                    </a:ext>
                  </a:extLst>
                </p:cNvPr>
                <p:cNvSpPr/>
                <p:nvPr/>
              </p:nvSpPr>
              <p:spPr>
                <a:xfrm>
                  <a:off x="5980131"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5" name="Freeform: Shape 4804">
                  <a:extLst>
                    <a:ext uri="{FF2B5EF4-FFF2-40B4-BE49-F238E27FC236}">
                      <a16:creationId xmlns:a16="http://schemas.microsoft.com/office/drawing/2014/main" id="{CB964D6C-44AC-590C-6BAF-883D970F3F1D}"/>
                    </a:ext>
                  </a:extLst>
                </p:cNvPr>
                <p:cNvSpPr/>
                <p:nvPr/>
              </p:nvSpPr>
              <p:spPr>
                <a:xfrm>
                  <a:off x="6102346"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6" name="Freeform: Shape 4805">
                  <a:extLst>
                    <a:ext uri="{FF2B5EF4-FFF2-40B4-BE49-F238E27FC236}">
                      <a16:creationId xmlns:a16="http://schemas.microsoft.com/office/drawing/2014/main" id="{6169FE2F-7689-9BFB-4651-9345C30E845B}"/>
                    </a:ext>
                  </a:extLst>
                </p:cNvPr>
                <p:cNvSpPr/>
                <p:nvPr/>
              </p:nvSpPr>
              <p:spPr>
                <a:xfrm>
                  <a:off x="6346795"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7" name="Freeform: Shape 4806">
                  <a:extLst>
                    <a:ext uri="{FF2B5EF4-FFF2-40B4-BE49-F238E27FC236}">
                      <a16:creationId xmlns:a16="http://schemas.microsoft.com/office/drawing/2014/main" id="{8AB43EE1-4ABD-D3FB-3D40-A7F490DE86FD}"/>
                    </a:ext>
                  </a:extLst>
                </p:cNvPr>
                <p:cNvSpPr/>
                <p:nvPr/>
              </p:nvSpPr>
              <p:spPr>
                <a:xfrm>
                  <a:off x="6469020"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8" name="Freeform: Shape 4807">
                  <a:extLst>
                    <a:ext uri="{FF2B5EF4-FFF2-40B4-BE49-F238E27FC236}">
                      <a16:creationId xmlns:a16="http://schemas.microsoft.com/office/drawing/2014/main" id="{DF3DAAD1-487F-D098-B034-826AD5F6685F}"/>
                    </a:ext>
                  </a:extLst>
                </p:cNvPr>
                <p:cNvSpPr/>
                <p:nvPr/>
              </p:nvSpPr>
              <p:spPr>
                <a:xfrm>
                  <a:off x="6591245"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09" name="Freeform: Shape 4808">
                  <a:extLst>
                    <a:ext uri="{FF2B5EF4-FFF2-40B4-BE49-F238E27FC236}">
                      <a16:creationId xmlns:a16="http://schemas.microsoft.com/office/drawing/2014/main" id="{5D418067-7B88-69AC-169A-B2243D261635}"/>
                    </a:ext>
                  </a:extLst>
                </p:cNvPr>
                <p:cNvSpPr/>
                <p:nvPr/>
              </p:nvSpPr>
              <p:spPr>
                <a:xfrm>
                  <a:off x="6713470"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810" name="Freeform: Shape 4809">
                  <a:extLst>
                    <a:ext uri="{FF2B5EF4-FFF2-40B4-BE49-F238E27FC236}">
                      <a16:creationId xmlns:a16="http://schemas.microsoft.com/office/drawing/2014/main" id="{EC0D348D-36EF-C309-FE56-D016EC12D736}"/>
                    </a:ext>
                  </a:extLst>
                </p:cNvPr>
                <p:cNvSpPr/>
                <p:nvPr/>
              </p:nvSpPr>
              <p:spPr>
                <a:xfrm>
                  <a:off x="6957919" y="11823704"/>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nvGrpSpPr>
              <p:cNvPr id="4757" name="Graphic 11693">
                <a:extLst>
                  <a:ext uri="{FF2B5EF4-FFF2-40B4-BE49-F238E27FC236}">
                    <a16:creationId xmlns:a16="http://schemas.microsoft.com/office/drawing/2014/main" id="{3376AA83-FE8F-53BD-9298-5418FC7A1C41}"/>
                  </a:ext>
                </a:extLst>
              </p:cNvPr>
              <p:cNvGrpSpPr/>
              <p:nvPr/>
            </p:nvGrpSpPr>
            <p:grpSpPr>
              <a:xfrm>
                <a:off x="4293444" y="9675341"/>
                <a:ext cx="27622" cy="2162175"/>
                <a:chOff x="4293444" y="9675341"/>
                <a:chExt cx="27622" cy="2162175"/>
              </a:xfrm>
            </p:grpSpPr>
            <p:sp>
              <p:nvSpPr>
                <p:cNvPr id="4782" name="Freeform: Shape 4781">
                  <a:extLst>
                    <a:ext uri="{FF2B5EF4-FFF2-40B4-BE49-F238E27FC236}">
                      <a16:creationId xmlns:a16="http://schemas.microsoft.com/office/drawing/2014/main" id="{00508DDA-6112-638A-CB38-C4E68DFFFA45}"/>
                    </a:ext>
                  </a:extLst>
                </p:cNvPr>
                <p:cNvSpPr/>
                <p:nvPr/>
              </p:nvSpPr>
              <p:spPr>
                <a:xfrm>
                  <a:off x="4293444" y="9675341"/>
                  <a:ext cx="9525" cy="2162175"/>
                </a:xfrm>
                <a:custGeom>
                  <a:avLst/>
                  <a:gdLst>
                    <a:gd name="connsiteX0" fmla="*/ 0 w 9525"/>
                    <a:gd name="connsiteY0" fmla="*/ 2162175 h 2162175"/>
                    <a:gd name="connsiteX1" fmla="*/ 0 w 9525"/>
                    <a:gd name="connsiteY1" fmla="*/ 0 h 2162175"/>
                  </a:gdLst>
                  <a:ahLst/>
                  <a:cxnLst>
                    <a:cxn ang="0">
                      <a:pos x="connsiteX0" y="connsiteY0"/>
                    </a:cxn>
                    <a:cxn ang="0">
                      <a:pos x="connsiteX1" y="connsiteY1"/>
                    </a:cxn>
                  </a:cxnLst>
                  <a:rect l="l" t="t" r="r" b="b"/>
                  <a:pathLst>
                    <a:path w="9525" h="2162175">
                      <a:moveTo>
                        <a:pt x="0" y="2162175"/>
                      </a:moveTo>
                      <a:lnTo>
                        <a:pt x="0" y="0"/>
                      </a:lnTo>
                    </a:path>
                  </a:pathLst>
                </a:custGeom>
                <a:ln w="12700"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3" name="Freeform: Shape 4782">
                  <a:extLst>
                    <a:ext uri="{FF2B5EF4-FFF2-40B4-BE49-F238E27FC236}">
                      <a16:creationId xmlns:a16="http://schemas.microsoft.com/office/drawing/2014/main" id="{54007317-2858-177B-5396-E7B6A1F35691}"/>
                    </a:ext>
                  </a:extLst>
                </p:cNvPr>
                <p:cNvSpPr/>
                <p:nvPr/>
              </p:nvSpPr>
              <p:spPr>
                <a:xfrm>
                  <a:off x="4293444" y="11837516"/>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4" name="Freeform: Shape 4783">
                  <a:extLst>
                    <a:ext uri="{FF2B5EF4-FFF2-40B4-BE49-F238E27FC236}">
                      <a16:creationId xmlns:a16="http://schemas.microsoft.com/office/drawing/2014/main" id="{B30789C0-0861-163F-BDC6-EE5366806949}"/>
                    </a:ext>
                  </a:extLst>
                </p:cNvPr>
                <p:cNvSpPr/>
                <p:nvPr/>
              </p:nvSpPr>
              <p:spPr>
                <a:xfrm>
                  <a:off x="4293444" y="11296972"/>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5" name="Freeform: Shape 4784">
                  <a:extLst>
                    <a:ext uri="{FF2B5EF4-FFF2-40B4-BE49-F238E27FC236}">
                      <a16:creationId xmlns:a16="http://schemas.microsoft.com/office/drawing/2014/main" id="{31920789-981C-6E26-D193-945377B0451C}"/>
                    </a:ext>
                  </a:extLst>
                </p:cNvPr>
                <p:cNvSpPr/>
                <p:nvPr/>
              </p:nvSpPr>
              <p:spPr>
                <a:xfrm>
                  <a:off x="4293444" y="10756428"/>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6" name="Freeform: Shape 4785">
                  <a:extLst>
                    <a:ext uri="{FF2B5EF4-FFF2-40B4-BE49-F238E27FC236}">
                      <a16:creationId xmlns:a16="http://schemas.microsoft.com/office/drawing/2014/main" id="{40F71C41-8259-55BA-DC4E-1B77BC301675}"/>
                    </a:ext>
                  </a:extLst>
                </p:cNvPr>
                <p:cNvSpPr/>
                <p:nvPr/>
              </p:nvSpPr>
              <p:spPr>
                <a:xfrm>
                  <a:off x="4293444" y="10215884"/>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7" name="Freeform: Shape 4786">
                  <a:extLst>
                    <a:ext uri="{FF2B5EF4-FFF2-40B4-BE49-F238E27FC236}">
                      <a16:creationId xmlns:a16="http://schemas.microsoft.com/office/drawing/2014/main" id="{0AC0C8B2-310E-7D95-51F4-61734FDF7F7F}"/>
                    </a:ext>
                  </a:extLst>
                </p:cNvPr>
                <p:cNvSpPr/>
                <p:nvPr/>
              </p:nvSpPr>
              <p:spPr>
                <a:xfrm>
                  <a:off x="4293444" y="9675341"/>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sp>
            <p:nvSpPr>
              <p:cNvPr id="4758" name="Freeform: Shape 4757">
                <a:extLst>
                  <a:ext uri="{FF2B5EF4-FFF2-40B4-BE49-F238E27FC236}">
                    <a16:creationId xmlns:a16="http://schemas.microsoft.com/office/drawing/2014/main" id="{3AB13A28-F25A-E1EB-649F-6E3934A2E887}"/>
                  </a:ext>
                </a:extLst>
              </p:cNvPr>
              <p:cNvSpPr/>
              <p:nvPr/>
            </p:nvSpPr>
            <p:spPr>
              <a:xfrm>
                <a:off x="4293444" y="11837516"/>
                <a:ext cx="2762250" cy="9525"/>
              </a:xfrm>
              <a:custGeom>
                <a:avLst/>
                <a:gdLst>
                  <a:gd name="connsiteX0" fmla="*/ 0 w 2762250"/>
                  <a:gd name="connsiteY0" fmla="*/ 0 h 9525"/>
                  <a:gd name="connsiteX1" fmla="*/ 2762250 w 2762250"/>
                  <a:gd name="connsiteY1" fmla="*/ 0 h 9525"/>
                </a:gdLst>
                <a:ahLst/>
                <a:cxnLst>
                  <a:cxn ang="0">
                    <a:pos x="connsiteX0" y="connsiteY0"/>
                  </a:cxn>
                  <a:cxn ang="0">
                    <a:pos x="connsiteX1" y="connsiteY1"/>
                  </a:cxn>
                </a:cxnLst>
                <a:rect l="l" t="t" r="r" b="b"/>
                <a:pathLst>
                  <a:path w="2762250" h="9525">
                    <a:moveTo>
                      <a:pt x="0" y="0"/>
                    </a:moveTo>
                    <a:lnTo>
                      <a:pt x="2762250" y="0"/>
                    </a:lnTo>
                  </a:path>
                </a:pathLst>
              </a:custGeom>
              <a:ln w="7937" cap="flat">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9" name="Freeform: Shape 4758">
                <a:extLst>
                  <a:ext uri="{FF2B5EF4-FFF2-40B4-BE49-F238E27FC236}">
                    <a16:creationId xmlns:a16="http://schemas.microsoft.com/office/drawing/2014/main" id="{8EE9AF57-72D5-8F36-E96F-59BE1BBE7A9A}"/>
                  </a:ext>
                </a:extLst>
              </p:cNvPr>
              <p:cNvSpPr/>
              <p:nvPr/>
            </p:nvSpPr>
            <p:spPr>
              <a:xfrm>
                <a:off x="4391222" y="9772890"/>
                <a:ext cx="2444472" cy="2064625"/>
              </a:xfrm>
              <a:custGeom>
                <a:avLst/>
                <a:gdLst>
                  <a:gd name="connsiteX0" fmla="*/ 122223 w 2444472"/>
                  <a:gd name="connsiteY0" fmla="*/ 2064626 h 2064625"/>
                  <a:gd name="connsiteX1" fmla="*/ 122223 w 2444472"/>
                  <a:gd name="connsiteY1" fmla="*/ 1775161 h 2064625"/>
                  <a:gd name="connsiteX2" fmla="*/ 0 w 2444472"/>
                  <a:gd name="connsiteY2" fmla="*/ 1775161 h 2064625"/>
                  <a:gd name="connsiteX3" fmla="*/ 0 w 2444472"/>
                  <a:gd name="connsiteY3" fmla="*/ 2064626 h 2064625"/>
                  <a:gd name="connsiteX4" fmla="*/ 244447 w 2444472"/>
                  <a:gd name="connsiteY4" fmla="*/ 2064626 h 2064625"/>
                  <a:gd name="connsiteX5" fmla="*/ 244447 w 2444472"/>
                  <a:gd name="connsiteY5" fmla="*/ 1913483 h 2064625"/>
                  <a:gd name="connsiteX6" fmla="*/ 122223 w 2444472"/>
                  <a:gd name="connsiteY6" fmla="*/ 1913483 h 2064625"/>
                  <a:gd name="connsiteX7" fmla="*/ 122223 w 2444472"/>
                  <a:gd name="connsiteY7" fmla="*/ 2064626 h 2064625"/>
                  <a:gd name="connsiteX8" fmla="*/ 366671 w 2444472"/>
                  <a:gd name="connsiteY8" fmla="*/ 2064626 h 2064625"/>
                  <a:gd name="connsiteX9" fmla="*/ 366671 w 2444472"/>
                  <a:gd name="connsiteY9" fmla="*/ 2020277 h 2064625"/>
                  <a:gd name="connsiteX10" fmla="*/ 244447 w 2444472"/>
                  <a:gd name="connsiteY10" fmla="*/ 2020277 h 2064625"/>
                  <a:gd name="connsiteX11" fmla="*/ 244447 w 2444472"/>
                  <a:gd name="connsiteY11" fmla="*/ 2064626 h 2064625"/>
                  <a:gd name="connsiteX12" fmla="*/ 488894 w 2444472"/>
                  <a:gd name="connsiteY12" fmla="*/ 2064626 h 2064625"/>
                  <a:gd name="connsiteX13" fmla="*/ 488894 w 2444472"/>
                  <a:gd name="connsiteY13" fmla="*/ 1753492 h 2064625"/>
                  <a:gd name="connsiteX14" fmla="*/ 366671 w 2444472"/>
                  <a:gd name="connsiteY14" fmla="*/ 1753492 h 2064625"/>
                  <a:gd name="connsiteX15" fmla="*/ 366671 w 2444472"/>
                  <a:gd name="connsiteY15" fmla="*/ 2064626 h 2064625"/>
                  <a:gd name="connsiteX16" fmla="*/ 611119 w 2444472"/>
                  <a:gd name="connsiteY16" fmla="*/ 2064626 h 2064625"/>
                  <a:gd name="connsiteX17" fmla="*/ 611119 w 2444472"/>
                  <a:gd name="connsiteY17" fmla="*/ 1825101 h 2064625"/>
                  <a:gd name="connsiteX18" fmla="*/ 488894 w 2444472"/>
                  <a:gd name="connsiteY18" fmla="*/ 1825101 h 2064625"/>
                  <a:gd name="connsiteX19" fmla="*/ 488894 w 2444472"/>
                  <a:gd name="connsiteY19" fmla="*/ 2064626 h 2064625"/>
                  <a:gd name="connsiteX20" fmla="*/ 733344 w 2444472"/>
                  <a:gd name="connsiteY20" fmla="*/ 2064626 h 2064625"/>
                  <a:gd name="connsiteX21" fmla="*/ 733344 w 2444472"/>
                  <a:gd name="connsiteY21" fmla="*/ 1897195 h 2064625"/>
                  <a:gd name="connsiteX22" fmla="*/ 611119 w 2444472"/>
                  <a:gd name="connsiteY22" fmla="*/ 1897195 h 2064625"/>
                  <a:gd name="connsiteX23" fmla="*/ 611119 w 2444472"/>
                  <a:gd name="connsiteY23" fmla="*/ 2064626 h 2064625"/>
                  <a:gd name="connsiteX24" fmla="*/ 855569 w 2444472"/>
                  <a:gd name="connsiteY24" fmla="*/ 2064626 h 2064625"/>
                  <a:gd name="connsiteX25" fmla="*/ 855569 w 2444472"/>
                  <a:gd name="connsiteY25" fmla="*/ 1566097 h 2064625"/>
                  <a:gd name="connsiteX26" fmla="*/ 733344 w 2444472"/>
                  <a:gd name="connsiteY26" fmla="*/ 1566097 h 2064625"/>
                  <a:gd name="connsiteX27" fmla="*/ 733344 w 2444472"/>
                  <a:gd name="connsiteY27" fmla="*/ 2064626 h 2064625"/>
                  <a:gd name="connsiteX28" fmla="*/ 977784 w 2444472"/>
                  <a:gd name="connsiteY28" fmla="*/ 2064626 h 2064625"/>
                  <a:gd name="connsiteX29" fmla="*/ 977784 w 2444472"/>
                  <a:gd name="connsiteY29" fmla="*/ 1384169 h 2064625"/>
                  <a:gd name="connsiteX30" fmla="*/ 855569 w 2444472"/>
                  <a:gd name="connsiteY30" fmla="*/ 1384169 h 2064625"/>
                  <a:gd name="connsiteX31" fmla="*/ 855569 w 2444472"/>
                  <a:gd name="connsiteY31" fmla="*/ 2064626 h 2064625"/>
                  <a:gd name="connsiteX32" fmla="*/ 1100009 w 2444472"/>
                  <a:gd name="connsiteY32" fmla="*/ 2064626 h 2064625"/>
                  <a:gd name="connsiteX33" fmla="*/ 1100009 w 2444472"/>
                  <a:gd name="connsiteY33" fmla="*/ 636523 h 2064625"/>
                  <a:gd name="connsiteX34" fmla="*/ 977784 w 2444472"/>
                  <a:gd name="connsiteY34" fmla="*/ 636523 h 2064625"/>
                  <a:gd name="connsiteX35" fmla="*/ 977784 w 2444472"/>
                  <a:gd name="connsiteY35" fmla="*/ 2064626 h 2064625"/>
                  <a:gd name="connsiteX36" fmla="*/ 1222234 w 2444472"/>
                  <a:gd name="connsiteY36" fmla="*/ 2064626 h 2064625"/>
                  <a:gd name="connsiteX37" fmla="*/ 1222234 w 2444472"/>
                  <a:gd name="connsiteY37" fmla="*/ 0 h 2064625"/>
                  <a:gd name="connsiteX38" fmla="*/ 1100009 w 2444472"/>
                  <a:gd name="connsiteY38" fmla="*/ 0 h 2064625"/>
                  <a:gd name="connsiteX39" fmla="*/ 1100009 w 2444472"/>
                  <a:gd name="connsiteY39" fmla="*/ 2064626 h 2064625"/>
                  <a:gd name="connsiteX40" fmla="*/ 1344459 w 2444472"/>
                  <a:gd name="connsiteY40" fmla="*/ 2064626 h 2064625"/>
                  <a:gd name="connsiteX41" fmla="*/ 1344459 w 2444472"/>
                  <a:gd name="connsiteY41" fmla="*/ 630466 h 2064625"/>
                  <a:gd name="connsiteX42" fmla="*/ 1222234 w 2444472"/>
                  <a:gd name="connsiteY42" fmla="*/ 630466 h 2064625"/>
                  <a:gd name="connsiteX43" fmla="*/ 1222234 w 2444472"/>
                  <a:gd name="connsiteY43" fmla="*/ 2064626 h 2064625"/>
                  <a:gd name="connsiteX44" fmla="*/ 1466683 w 2444472"/>
                  <a:gd name="connsiteY44" fmla="*/ 2064626 h 2064625"/>
                  <a:gd name="connsiteX45" fmla="*/ 1466683 w 2444472"/>
                  <a:gd name="connsiteY45" fmla="*/ 1693913 h 2064625"/>
                  <a:gd name="connsiteX46" fmla="*/ 1344459 w 2444472"/>
                  <a:gd name="connsiteY46" fmla="*/ 1693913 h 2064625"/>
                  <a:gd name="connsiteX47" fmla="*/ 1344459 w 2444472"/>
                  <a:gd name="connsiteY47" fmla="*/ 2064626 h 2064625"/>
                  <a:gd name="connsiteX48" fmla="*/ 1588908 w 2444472"/>
                  <a:gd name="connsiteY48" fmla="*/ 2064626 h 2064625"/>
                  <a:gd name="connsiteX49" fmla="*/ 1588908 w 2444472"/>
                  <a:gd name="connsiteY49" fmla="*/ 1783848 h 2064625"/>
                  <a:gd name="connsiteX50" fmla="*/ 1466683 w 2444472"/>
                  <a:gd name="connsiteY50" fmla="*/ 1783848 h 2064625"/>
                  <a:gd name="connsiteX51" fmla="*/ 1466683 w 2444472"/>
                  <a:gd name="connsiteY51" fmla="*/ 2064626 h 2064625"/>
                  <a:gd name="connsiteX52" fmla="*/ 1711123 w 2444472"/>
                  <a:gd name="connsiteY52" fmla="*/ 2064626 h 2064625"/>
                  <a:gd name="connsiteX53" fmla="*/ 1711123 w 2444472"/>
                  <a:gd name="connsiteY53" fmla="*/ 2003361 h 2064625"/>
                  <a:gd name="connsiteX54" fmla="*/ 1588908 w 2444472"/>
                  <a:gd name="connsiteY54" fmla="*/ 2003361 h 2064625"/>
                  <a:gd name="connsiteX55" fmla="*/ 1588908 w 2444472"/>
                  <a:gd name="connsiteY55" fmla="*/ 2064626 h 2064625"/>
                  <a:gd name="connsiteX56" fmla="*/ 1833348 w 2444472"/>
                  <a:gd name="connsiteY56" fmla="*/ 2064626 h 2064625"/>
                  <a:gd name="connsiteX57" fmla="*/ 1833348 w 2444472"/>
                  <a:gd name="connsiteY57" fmla="*/ 1932571 h 2064625"/>
                  <a:gd name="connsiteX58" fmla="*/ 1711123 w 2444472"/>
                  <a:gd name="connsiteY58" fmla="*/ 1932571 h 2064625"/>
                  <a:gd name="connsiteX59" fmla="*/ 1711123 w 2444472"/>
                  <a:gd name="connsiteY59" fmla="*/ 2064626 h 2064625"/>
                  <a:gd name="connsiteX60" fmla="*/ 1955573 w 2444472"/>
                  <a:gd name="connsiteY60" fmla="*/ 2064626 h 2064625"/>
                  <a:gd name="connsiteX61" fmla="*/ 1955573 w 2444472"/>
                  <a:gd name="connsiteY61" fmla="*/ 1861934 h 2064625"/>
                  <a:gd name="connsiteX62" fmla="*/ 1833348 w 2444472"/>
                  <a:gd name="connsiteY62" fmla="*/ 1861934 h 2064625"/>
                  <a:gd name="connsiteX63" fmla="*/ 1833348 w 2444472"/>
                  <a:gd name="connsiteY63" fmla="*/ 2064626 h 2064625"/>
                  <a:gd name="connsiteX64" fmla="*/ 2077798 w 2444472"/>
                  <a:gd name="connsiteY64" fmla="*/ 2064626 h 2064625"/>
                  <a:gd name="connsiteX65" fmla="*/ 2077798 w 2444472"/>
                  <a:gd name="connsiteY65" fmla="*/ 1989150 h 2064625"/>
                  <a:gd name="connsiteX66" fmla="*/ 1955573 w 2444472"/>
                  <a:gd name="connsiteY66" fmla="*/ 1989150 h 2064625"/>
                  <a:gd name="connsiteX67" fmla="*/ 1955573 w 2444472"/>
                  <a:gd name="connsiteY67" fmla="*/ 2064626 h 2064625"/>
                  <a:gd name="connsiteX68" fmla="*/ 2200023 w 2444472"/>
                  <a:gd name="connsiteY68" fmla="*/ 2064626 h 2064625"/>
                  <a:gd name="connsiteX69" fmla="*/ 2200023 w 2444472"/>
                  <a:gd name="connsiteY69" fmla="*/ 2047271 h 2064625"/>
                  <a:gd name="connsiteX70" fmla="*/ 2077798 w 2444472"/>
                  <a:gd name="connsiteY70" fmla="*/ 2047271 h 2064625"/>
                  <a:gd name="connsiteX71" fmla="*/ 2077798 w 2444472"/>
                  <a:gd name="connsiteY71" fmla="*/ 2064626 h 2064625"/>
                  <a:gd name="connsiteX72" fmla="*/ 2322248 w 2444472"/>
                  <a:gd name="connsiteY72" fmla="*/ 2064626 h 2064625"/>
                  <a:gd name="connsiteX73" fmla="*/ 2322248 w 2444472"/>
                  <a:gd name="connsiteY73" fmla="*/ 1988111 h 2064625"/>
                  <a:gd name="connsiteX74" fmla="*/ 2200023 w 2444472"/>
                  <a:gd name="connsiteY74" fmla="*/ 1988111 h 2064625"/>
                  <a:gd name="connsiteX75" fmla="*/ 2200023 w 2444472"/>
                  <a:gd name="connsiteY75" fmla="*/ 2064626 h 2064625"/>
                  <a:gd name="connsiteX76" fmla="*/ 2444472 w 2444472"/>
                  <a:gd name="connsiteY76" fmla="*/ 2064626 h 2064625"/>
                  <a:gd name="connsiteX77" fmla="*/ 2444472 w 2444472"/>
                  <a:gd name="connsiteY77" fmla="*/ 1987369 h 2064625"/>
                  <a:gd name="connsiteX78" fmla="*/ 2322248 w 2444472"/>
                  <a:gd name="connsiteY78" fmla="*/ 1987369 h 2064625"/>
                  <a:gd name="connsiteX79" fmla="*/ 2322248 w 2444472"/>
                  <a:gd name="connsiteY79" fmla="*/ 2064626 h 206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444472" h="2064625">
                    <a:moveTo>
                      <a:pt x="122223" y="2064626"/>
                    </a:moveTo>
                    <a:lnTo>
                      <a:pt x="122223" y="1775161"/>
                    </a:lnTo>
                    <a:lnTo>
                      <a:pt x="0" y="1775161"/>
                    </a:lnTo>
                    <a:lnTo>
                      <a:pt x="0" y="2064626"/>
                    </a:lnTo>
                    <a:close/>
                    <a:moveTo>
                      <a:pt x="244447" y="2064626"/>
                    </a:moveTo>
                    <a:lnTo>
                      <a:pt x="244447" y="1913483"/>
                    </a:lnTo>
                    <a:lnTo>
                      <a:pt x="122223" y="1913483"/>
                    </a:lnTo>
                    <a:lnTo>
                      <a:pt x="122223" y="2064626"/>
                    </a:lnTo>
                    <a:close/>
                    <a:moveTo>
                      <a:pt x="366671" y="2064626"/>
                    </a:moveTo>
                    <a:lnTo>
                      <a:pt x="366671" y="2020277"/>
                    </a:lnTo>
                    <a:lnTo>
                      <a:pt x="244447" y="2020277"/>
                    </a:lnTo>
                    <a:lnTo>
                      <a:pt x="244447" y="2064626"/>
                    </a:lnTo>
                    <a:close/>
                    <a:moveTo>
                      <a:pt x="488894" y="2064626"/>
                    </a:moveTo>
                    <a:lnTo>
                      <a:pt x="488894" y="1753492"/>
                    </a:lnTo>
                    <a:lnTo>
                      <a:pt x="366671" y="1753492"/>
                    </a:lnTo>
                    <a:lnTo>
                      <a:pt x="366671" y="2064626"/>
                    </a:lnTo>
                    <a:close/>
                    <a:moveTo>
                      <a:pt x="611119" y="2064626"/>
                    </a:moveTo>
                    <a:lnTo>
                      <a:pt x="611119" y="1825101"/>
                    </a:lnTo>
                    <a:lnTo>
                      <a:pt x="488894" y="1825101"/>
                    </a:lnTo>
                    <a:lnTo>
                      <a:pt x="488894" y="2064626"/>
                    </a:lnTo>
                    <a:close/>
                    <a:moveTo>
                      <a:pt x="733344" y="2064626"/>
                    </a:moveTo>
                    <a:lnTo>
                      <a:pt x="733344" y="1897195"/>
                    </a:lnTo>
                    <a:lnTo>
                      <a:pt x="611119" y="1897195"/>
                    </a:lnTo>
                    <a:lnTo>
                      <a:pt x="611119" y="2064626"/>
                    </a:lnTo>
                    <a:close/>
                    <a:moveTo>
                      <a:pt x="855569" y="2064626"/>
                    </a:moveTo>
                    <a:lnTo>
                      <a:pt x="855569" y="1566097"/>
                    </a:lnTo>
                    <a:lnTo>
                      <a:pt x="733344" y="1566097"/>
                    </a:lnTo>
                    <a:lnTo>
                      <a:pt x="733344" y="2064626"/>
                    </a:lnTo>
                    <a:close/>
                    <a:moveTo>
                      <a:pt x="977784" y="2064626"/>
                    </a:moveTo>
                    <a:lnTo>
                      <a:pt x="977784" y="1384169"/>
                    </a:lnTo>
                    <a:lnTo>
                      <a:pt x="855569" y="1384169"/>
                    </a:lnTo>
                    <a:lnTo>
                      <a:pt x="855569" y="2064626"/>
                    </a:lnTo>
                    <a:close/>
                    <a:moveTo>
                      <a:pt x="1100009" y="2064626"/>
                    </a:moveTo>
                    <a:lnTo>
                      <a:pt x="1100009" y="636523"/>
                    </a:lnTo>
                    <a:lnTo>
                      <a:pt x="977784" y="636523"/>
                    </a:lnTo>
                    <a:lnTo>
                      <a:pt x="977784" y="2064626"/>
                    </a:lnTo>
                    <a:close/>
                    <a:moveTo>
                      <a:pt x="1222234" y="2064626"/>
                    </a:moveTo>
                    <a:lnTo>
                      <a:pt x="1222234" y="0"/>
                    </a:lnTo>
                    <a:lnTo>
                      <a:pt x="1100009" y="0"/>
                    </a:lnTo>
                    <a:lnTo>
                      <a:pt x="1100009" y="2064626"/>
                    </a:lnTo>
                    <a:close/>
                    <a:moveTo>
                      <a:pt x="1344459" y="2064626"/>
                    </a:moveTo>
                    <a:lnTo>
                      <a:pt x="1344459" y="630466"/>
                    </a:lnTo>
                    <a:lnTo>
                      <a:pt x="1222234" y="630466"/>
                    </a:lnTo>
                    <a:lnTo>
                      <a:pt x="1222234" y="2064626"/>
                    </a:lnTo>
                    <a:close/>
                    <a:moveTo>
                      <a:pt x="1466683" y="2064626"/>
                    </a:moveTo>
                    <a:lnTo>
                      <a:pt x="1466683" y="1693913"/>
                    </a:lnTo>
                    <a:lnTo>
                      <a:pt x="1344459" y="1693913"/>
                    </a:lnTo>
                    <a:lnTo>
                      <a:pt x="1344459" y="2064626"/>
                    </a:lnTo>
                    <a:close/>
                    <a:moveTo>
                      <a:pt x="1588908" y="2064626"/>
                    </a:moveTo>
                    <a:lnTo>
                      <a:pt x="1588908" y="1783848"/>
                    </a:lnTo>
                    <a:lnTo>
                      <a:pt x="1466683" y="1783848"/>
                    </a:lnTo>
                    <a:lnTo>
                      <a:pt x="1466683" y="2064626"/>
                    </a:lnTo>
                    <a:close/>
                    <a:moveTo>
                      <a:pt x="1711123" y="2064626"/>
                    </a:moveTo>
                    <a:lnTo>
                      <a:pt x="1711123" y="2003361"/>
                    </a:lnTo>
                    <a:lnTo>
                      <a:pt x="1588908" y="2003361"/>
                    </a:lnTo>
                    <a:lnTo>
                      <a:pt x="1588908" y="2064626"/>
                    </a:lnTo>
                    <a:close/>
                    <a:moveTo>
                      <a:pt x="1833348" y="2064626"/>
                    </a:moveTo>
                    <a:lnTo>
                      <a:pt x="1833348" y="1932571"/>
                    </a:lnTo>
                    <a:lnTo>
                      <a:pt x="1711123" y="1932571"/>
                    </a:lnTo>
                    <a:lnTo>
                      <a:pt x="1711123" y="2064626"/>
                    </a:lnTo>
                    <a:close/>
                    <a:moveTo>
                      <a:pt x="1955573" y="2064626"/>
                    </a:moveTo>
                    <a:lnTo>
                      <a:pt x="1955573" y="1861934"/>
                    </a:lnTo>
                    <a:lnTo>
                      <a:pt x="1833348" y="1861934"/>
                    </a:lnTo>
                    <a:lnTo>
                      <a:pt x="1833348" y="2064626"/>
                    </a:lnTo>
                    <a:close/>
                    <a:moveTo>
                      <a:pt x="2077798" y="2064626"/>
                    </a:moveTo>
                    <a:lnTo>
                      <a:pt x="2077798" y="1989150"/>
                    </a:lnTo>
                    <a:lnTo>
                      <a:pt x="1955573" y="1989150"/>
                    </a:lnTo>
                    <a:lnTo>
                      <a:pt x="1955573" y="2064626"/>
                    </a:lnTo>
                    <a:close/>
                    <a:moveTo>
                      <a:pt x="2200023" y="2064626"/>
                    </a:moveTo>
                    <a:lnTo>
                      <a:pt x="2200023" y="2047271"/>
                    </a:lnTo>
                    <a:lnTo>
                      <a:pt x="2077798" y="2047271"/>
                    </a:lnTo>
                    <a:lnTo>
                      <a:pt x="2077798" y="2064626"/>
                    </a:lnTo>
                    <a:close/>
                    <a:moveTo>
                      <a:pt x="2322248" y="2064626"/>
                    </a:moveTo>
                    <a:lnTo>
                      <a:pt x="2322248" y="1988111"/>
                    </a:lnTo>
                    <a:lnTo>
                      <a:pt x="2200023" y="1988111"/>
                    </a:lnTo>
                    <a:lnTo>
                      <a:pt x="2200023" y="2064626"/>
                    </a:lnTo>
                    <a:close/>
                    <a:moveTo>
                      <a:pt x="2444472" y="2064626"/>
                    </a:moveTo>
                    <a:lnTo>
                      <a:pt x="2444472" y="1987369"/>
                    </a:lnTo>
                    <a:lnTo>
                      <a:pt x="2322248" y="1987369"/>
                    </a:lnTo>
                    <a:lnTo>
                      <a:pt x="2322248" y="2064626"/>
                    </a:lnTo>
                    <a:close/>
                  </a:path>
                </a:pathLst>
              </a:custGeom>
              <a:solidFill>
                <a:srgbClr val="0000FF">
                  <a:alpha val="70000"/>
                </a:srgbClr>
              </a:solidFill>
              <a:ln w="9525" cap="sq">
                <a:no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nvGrpSpPr>
              <p:cNvPr id="4760" name="Graphic 11693">
                <a:extLst>
                  <a:ext uri="{FF2B5EF4-FFF2-40B4-BE49-F238E27FC236}">
                    <a16:creationId xmlns:a16="http://schemas.microsoft.com/office/drawing/2014/main" id="{8322F73E-518D-455F-C35A-8719A0B350A4}"/>
                  </a:ext>
                </a:extLst>
              </p:cNvPr>
              <p:cNvGrpSpPr/>
              <p:nvPr/>
            </p:nvGrpSpPr>
            <p:grpSpPr>
              <a:xfrm>
                <a:off x="4391222" y="9772890"/>
                <a:ext cx="2566687" cy="2064625"/>
                <a:chOff x="4391222" y="9772890"/>
                <a:chExt cx="2566687" cy="2064625"/>
              </a:xfrm>
              <a:noFill/>
            </p:grpSpPr>
            <p:sp>
              <p:nvSpPr>
                <p:cNvPr id="4761" name="Freeform: Shape 4760">
                  <a:extLst>
                    <a:ext uri="{FF2B5EF4-FFF2-40B4-BE49-F238E27FC236}">
                      <a16:creationId xmlns:a16="http://schemas.microsoft.com/office/drawing/2014/main" id="{271FE9BC-4744-B0CA-BD12-9684C92B9DD1}"/>
                    </a:ext>
                  </a:extLst>
                </p:cNvPr>
                <p:cNvSpPr/>
                <p:nvPr/>
              </p:nvSpPr>
              <p:spPr>
                <a:xfrm>
                  <a:off x="4391222" y="11548051"/>
                  <a:ext cx="122222" cy="289464"/>
                </a:xfrm>
                <a:custGeom>
                  <a:avLst/>
                  <a:gdLst>
                    <a:gd name="connsiteX0" fmla="*/ 0 w 122222"/>
                    <a:gd name="connsiteY0" fmla="*/ 289465 h 289464"/>
                    <a:gd name="connsiteX1" fmla="*/ 0 w 122222"/>
                    <a:gd name="connsiteY1" fmla="*/ 0 h 289464"/>
                    <a:gd name="connsiteX2" fmla="*/ 122223 w 122222"/>
                    <a:gd name="connsiteY2" fmla="*/ 0 h 289464"/>
                    <a:gd name="connsiteX3" fmla="*/ 122223 w 122222"/>
                    <a:gd name="connsiteY3" fmla="*/ 289465 h 289464"/>
                  </a:gdLst>
                  <a:ahLst/>
                  <a:cxnLst>
                    <a:cxn ang="0">
                      <a:pos x="connsiteX0" y="connsiteY0"/>
                    </a:cxn>
                    <a:cxn ang="0">
                      <a:pos x="connsiteX1" y="connsiteY1"/>
                    </a:cxn>
                    <a:cxn ang="0">
                      <a:pos x="connsiteX2" y="connsiteY2"/>
                    </a:cxn>
                    <a:cxn ang="0">
                      <a:pos x="connsiteX3" y="connsiteY3"/>
                    </a:cxn>
                  </a:cxnLst>
                  <a:rect l="l" t="t" r="r" b="b"/>
                  <a:pathLst>
                    <a:path w="122222" h="289464">
                      <a:moveTo>
                        <a:pt x="0" y="289465"/>
                      </a:moveTo>
                      <a:lnTo>
                        <a:pt x="0" y="0"/>
                      </a:lnTo>
                      <a:lnTo>
                        <a:pt x="122223" y="0"/>
                      </a:lnTo>
                      <a:lnTo>
                        <a:pt x="122223" y="28946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2" name="Freeform: Shape 4761">
                  <a:extLst>
                    <a:ext uri="{FF2B5EF4-FFF2-40B4-BE49-F238E27FC236}">
                      <a16:creationId xmlns:a16="http://schemas.microsoft.com/office/drawing/2014/main" id="{73310F0C-44B2-6C38-9BBA-EAF863C320AA}"/>
                    </a:ext>
                  </a:extLst>
                </p:cNvPr>
                <p:cNvSpPr/>
                <p:nvPr/>
              </p:nvSpPr>
              <p:spPr>
                <a:xfrm>
                  <a:off x="4513445" y="11686373"/>
                  <a:ext cx="122223" cy="151142"/>
                </a:xfrm>
                <a:custGeom>
                  <a:avLst/>
                  <a:gdLst>
                    <a:gd name="connsiteX0" fmla="*/ 0 w 122223"/>
                    <a:gd name="connsiteY0" fmla="*/ 151143 h 151142"/>
                    <a:gd name="connsiteX1" fmla="*/ 0 w 122223"/>
                    <a:gd name="connsiteY1" fmla="*/ 0 h 151142"/>
                    <a:gd name="connsiteX2" fmla="*/ 122224 w 122223"/>
                    <a:gd name="connsiteY2" fmla="*/ 0 h 151142"/>
                    <a:gd name="connsiteX3" fmla="*/ 122224 w 122223"/>
                    <a:gd name="connsiteY3" fmla="*/ 151143 h 151142"/>
                  </a:gdLst>
                  <a:ahLst/>
                  <a:cxnLst>
                    <a:cxn ang="0">
                      <a:pos x="connsiteX0" y="connsiteY0"/>
                    </a:cxn>
                    <a:cxn ang="0">
                      <a:pos x="connsiteX1" y="connsiteY1"/>
                    </a:cxn>
                    <a:cxn ang="0">
                      <a:pos x="connsiteX2" y="connsiteY2"/>
                    </a:cxn>
                    <a:cxn ang="0">
                      <a:pos x="connsiteX3" y="connsiteY3"/>
                    </a:cxn>
                  </a:cxnLst>
                  <a:rect l="l" t="t" r="r" b="b"/>
                  <a:pathLst>
                    <a:path w="122223" h="151142">
                      <a:moveTo>
                        <a:pt x="0" y="151143"/>
                      </a:moveTo>
                      <a:lnTo>
                        <a:pt x="0" y="0"/>
                      </a:lnTo>
                      <a:lnTo>
                        <a:pt x="122224" y="0"/>
                      </a:lnTo>
                      <a:lnTo>
                        <a:pt x="122224" y="151143"/>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3" name="Freeform: Shape 4762">
                  <a:extLst>
                    <a:ext uri="{FF2B5EF4-FFF2-40B4-BE49-F238E27FC236}">
                      <a16:creationId xmlns:a16="http://schemas.microsoft.com/office/drawing/2014/main" id="{353C5929-745A-8531-49D1-718814E0E796}"/>
                    </a:ext>
                  </a:extLst>
                </p:cNvPr>
                <p:cNvSpPr/>
                <p:nvPr/>
              </p:nvSpPr>
              <p:spPr>
                <a:xfrm>
                  <a:off x="4635669" y="11793167"/>
                  <a:ext cx="122223" cy="44348"/>
                </a:xfrm>
                <a:custGeom>
                  <a:avLst/>
                  <a:gdLst>
                    <a:gd name="connsiteX0" fmla="*/ 0 w 122223"/>
                    <a:gd name="connsiteY0" fmla="*/ 44348 h 44348"/>
                    <a:gd name="connsiteX1" fmla="*/ 0 w 122223"/>
                    <a:gd name="connsiteY1" fmla="*/ 0 h 44348"/>
                    <a:gd name="connsiteX2" fmla="*/ 122224 w 122223"/>
                    <a:gd name="connsiteY2" fmla="*/ 0 h 44348"/>
                    <a:gd name="connsiteX3" fmla="*/ 122224 w 122223"/>
                    <a:gd name="connsiteY3" fmla="*/ 44348 h 44348"/>
                  </a:gdLst>
                  <a:ahLst/>
                  <a:cxnLst>
                    <a:cxn ang="0">
                      <a:pos x="connsiteX0" y="connsiteY0"/>
                    </a:cxn>
                    <a:cxn ang="0">
                      <a:pos x="connsiteX1" y="connsiteY1"/>
                    </a:cxn>
                    <a:cxn ang="0">
                      <a:pos x="connsiteX2" y="connsiteY2"/>
                    </a:cxn>
                    <a:cxn ang="0">
                      <a:pos x="connsiteX3" y="connsiteY3"/>
                    </a:cxn>
                  </a:cxnLst>
                  <a:rect l="l" t="t" r="r" b="b"/>
                  <a:pathLst>
                    <a:path w="122223" h="44348">
                      <a:moveTo>
                        <a:pt x="0" y="44348"/>
                      </a:moveTo>
                      <a:lnTo>
                        <a:pt x="0" y="0"/>
                      </a:lnTo>
                      <a:lnTo>
                        <a:pt x="122224" y="0"/>
                      </a:lnTo>
                      <a:lnTo>
                        <a:pt x="122224" y="44348"/>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4" name="Freeform: Shape 4763">
                  <a:extLst>
                    <a:ext uri="{FF2B5EF4-FFF2-40B4-BE49-F238E27FC236}">
                      <a16:creationId xmlns:a16="http://schemas.microsoft.com/office/drawing/2014/main" id="{19F758B6-6DE1-4C92-DEFF-24DF0F4B6ED9}"/>
                    </a:ext>
                  </a:extLst>
                </p:cNvPr>
                <p:cNvSpPr/>
                <p:nvPr/>
              </p:nvSpPr>
              <p:spPr>
                <a:xfrm>
                  <a:off x="4757893" y="11526381"/>
                  <a:ext cx="122223" cy="311134"/>
                </a:xfrm>
                <a:custGeom>
                  <a:avLst/>
                  <a:gdLst>
                    <a:gd name="connsiteX0" fmla="*/ 0 w 122223"/>
                    <a:gd name="connsiteY0" fmla="*/ 311134 h 311134"/>
                    <a:gd name="connsiteX1" fmla="*/ 0 w 122223"/>
                    <a:gd name="connsiteY1" fmla="*/ 0 h 311134"/>
                    <a:gd name="connsiteX2" fmla="*/ 122224 w 122223"/>
                    <a:gd name="connsiteY2" fmla="*/ 0 h 311134"/>
                    <a:gd name="connsiteX3" fmla="*/ 122224 w 122223"/>
                    <a:gd name="connsiteY3" fmla="*/ 311134 h 311134"/>
                  </a:gdLst>
                  <a:ahLst/>
                  <a:cxnLst>
                    <a:cxn ang="0">
                      <a:pos x="connsiteX0" y="connsiteY0"/>
                    </a:cxn>
                    <a:cxn ang="0">
                      <a:pos x="connsiteX1" y="connsiteY1"/>
                    </a:cxn>
                    <a:cxn ang="0">
                      <a:pos x="connsiteX2" y="connsiteY2"/>
                    </a:cxn>
                    <a:cxn ang="0">
                      <a:pos x="connsiteX3" y="connsiteY3"/>
                    </a:cxn>
                  </a:cxnLst>
                  <a:rect l="l" t="t" r="r" b="b"/>
                  <a:pathLst>
                    <a:path w="122223" h="311134">
                      <a:moveTo>
                        <a:pt x="0" y="311134"/>
                      </a:moveTo>
                      <a:lnTo>
                        <a:pt x="0" y="0"/>
                      </a:lnTo>
                      <a:lnTo>
                        <a:pt x="122224" y="0"/>
                      </a:lnTo>
                      <a:lnTo>
                        <a:pt x="122224" y="311134"/>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5" name="Freeform: Shape 4764">
                  <a:extLst>
                    <a:ext uri="{FF2B5EF4-FFF2-40B4-BE49-F238E27FC236}">
                      <a16:creationId xmlns:a16="http://schemas.microsoft.com/office/drawing/2014/main" id="{72B39B05-9EEE-E314-F8EC-14F55D512ED9}"/>
                    </a:ext>
                  </a:extLst>
                </p:cNvPr>
                <p:cNvSpPr/>
                <p:nvPr/>
              </p:nvSpPr>
              <p:spPr>
                <a:xfrm>
                  <a:off x="4880117" y="11597990"/>
                  <a:ext cx="122224" cy="239525"/>
                </a:xfrm>
                <a:custGeom>
                  <a:avLst/>
                  <a:gdLst>
                    <a:gd name="connsiteX0" fmla="*/ 0 w 122224"/>
                    <a:gd name="connsiteY0" fmla="*/ 239525 h 239525"/>
                    <a:gd name="connsiteX1" fmla="*/ 0 w 122224"/>
                    <a:gd name="connsiteY1" fmla="*/ 0 h 239525"/>
                    <a:gd name="connsiteX2" fmla="*/ 122225 w 122224"/>
                    <a:gd name="connsiteY2" fmla="*/ 0 h 239525"/>
                    <a:gd name="connsiteX3" fmla="*/ 122225 w 122224"/>
                    <a:gd name="connsiteY3" fmla="*/ 239525 h 239525"/>
                  </a:gdLst>
                  <a:ahLst/>
                  <a:cxnLst>
                    <a:cxn ang="0">
                      <a:pos x="connsiteX0" y="connsiteY0"/>
                    </a:cxn>
                    <a:cxn ang="0">
                      <a:pos x="connsiteX1" y="connsiteY1"/>
                    </a:cxn>
                    <a:cxn ang="0">
                      <a:pos x="connsiteX2" y="connsiteY2"/>
                    </a:cxn>
                    <a:cxn ang="0">
                      <a:pos x="connsiteX3" y="connsiteY3"/>
                    </a:cxn>
                  </a:cxnLst>
                  <a:rect l="l" t="t" r="r" b="b"/>
                  <a:pathLst>
                    <a:path w="122224" h="239525">
                      <a:moveTo>
                        <a:pt x="0" y="239525"/>
                      </a:moveTo>
                      <a:lnTo>
                        <a:pt x="0" y="0"/>
                      </a:lnTo>
                      <a:lnTo>
                        <a:pt x="122225" y="0"/>
                      </a:lnTo>
                      <a:lnTo>
                        <a:pt x="122225" y="23952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6" name="Freeform: Shape 4765">
                  <a:extLst>
                    <a:ext uri="{FF2B5EF4-FFF2-40B4-BE49-F238E27FC236}">
                      <a16:creationId xmlns:a16="http://schemas.microsoft.com/office/drawing/2014/main" id="{221BE7D3-36F4-C7E1-E870-DBC5A0C6A8C3}"/>
                    </a:ext>
                  </a:extLst>
                </p:cNvPr>
                <p:cNvSpPr/>
                <p:nvPr/>
              </p:nvSpPr>
              <p:spPr>
                <a:xfrm>
                  <a:off x="5002342" y="11670085"/>
                  <a:ext cx="122224" cy="167430"/>
                </a:xfrm>
                <a:custGeom>
                  <a:avLst/>
                  <a:gdLst>
                    <a:gd name="connsiteX0" fmla="*/ 0 w 122224"/>
                    <a:gd name="connsiteY0" fmla="*/ 167430 h 167430"/>
                    <a:gd name="connsiteX1" fmla="*/ 0 w 122224"/>
                    <a:gd name="connsiteY1" fmla="*/ 0 h 167430"/>
                    <a:gd name="connsiteX2" fmla="*/ 122225 w 122224"/>
                    <a:gd name="connsiteY2" fmla="*/ 0 h 167430"/>
                    <a:gd name="connsiteX3" fmla="*/ 122225 w 122224"/>
                    <a:gd name="connsiteY3" fmla="*/ 167430 h 167430"/>
                  </a:gdLst>
                  <a:ahLst/>
                  <a:cxnLst>
                    <a:cxn ang="0">
                      <a:pos x="connsiteX0" y="connsiteY0"/>
                    </a:cxn>
                    <a:cxn ang="0">
                      <a:pos x="connsiteX1" y="connsiteY1"/>
                    </a:cxn>
                    <a:cxn ang="0">
                      <a:pos x="connsiteX2" y="connsiteY2"/>
                    </a:cxn>
                    <a:cxn ang="0">
                      <a:pos x="connsiteX3" y="connsiteY3"/>
                    </a:cxn>
                  </a:cxnLst>
                  <a:rect l="l" t="t" r="r" b="b"/>
                  <a:pathLst>
                    <a:path w="122224" h="167430">
                      <a:moveTo>
                        <a:pt x="0" y="167430"/>
                      </a:moveTo>
                      <a:lnTo>
                        <a:pt x="0" y="0"/>
                      </a:lnTo>
                      <a:lnTo>
                        <a:pt x="122225" y="0"/>
                      </a:lnTo>
                      <a:lnTo>
                        <a:pt x="122225" y="167430"/>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7" name="Freeform: Shape 4766">
                  <a:extLst>
                    <a:ext uri="{FF2B5EF4-FFF2-40B4-BE49-F238E27FC236}">
                      <a16:creationId xmlns:a16="http://schemas.microsoft.com/office/drawing/2014/main" id="{2D564CD5-BAC9-13C6-603C-9D4C200BC41E}"/>
                    </a:ext>
                  </a:extLst>
                </p:cNvPr>
                <p:cNvSpPr/>
                <p:nvPr/>
              </p:nvSpPr>
              <p:spPr>
                <a:xfrm>
                  <a:off x="5124566" y="11338986"/>
                  <a:ext cx="122224" cy="498529"/>
                </a:xfrm>
                <a:custGeom>
                  <a:avLst/>
                  <a:gdLst>
                    <a:gd name="connsiteX0" fmla="*/ 0 w 122224"/>
                    <a:gd name="connsiteY0" fmla="*/ 498529 h 498529"/>
                    <a:gd name="connsiteX1" fmla="*/ 0 w 122224"/>
                    <a:gd name="connsiteY1" fmla="*/ 0 h 498529"/>
                    <a:gd name="connsiteX2" fmla="*/ 122225 w 122224"/>
                    <a:gd name="connsiteY2" fmla="*/ 0 h 498529"/>
                    <a:gd name="connsiteX3" fmla="*/ 122225 w 122224"/>
                    <a:gd name="connsiteY3" fmla="*/ 498529 h 498529"/>
                  </a:gdLst>
                  <a:ahLst/>
                  <a:cxnLst>
                    <a:cxn ang="0">
                      <a:pos x="connsiteX0" y="connsiteY0"/>
                    </a:cxn>
                    <a:cxn ang="0">
                      <a:pos x="connsiteX1" y="connsiteY1"/>
                    </a:cxn>
                    <a:cxn ang="0">
                      <a:pos x="connsiteX2" y="connsiteY2"/>
                    </a:cxn>
                    <a:cxn ang="0">
                      <a:pos x="connsiteX3" y="connsiteY3"/>
                    </a:cxn>
                  </a:cxnLst>
                  <a:rect l="l" t="t" r="r" b="b"/>
                  <a:pathLst>
                    <a:path w="122224" h="498529">
                      <a:moveTo>
                        <a:pt x="0" y="498529"/>
                      </a:moveTo>
                      <a:lnTo>
                        <a:pt x="0" y="0"/>
                      </a:lnTo>
                      <a:lnTo>
                        <a:pt x="122225" y="0"/>
                      </a:lnTo>
                      <a:lnTo>
                        <a:pt x="122225" y="498529"/>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8" name="Freeform: Shape 4767">
                  <a:extLst>
                    <a:ext uri="{FF2B5EF4-FFF2-40B4-BE49-F238E27FC236}">
                      <a16:creationId xmlns:a16="http://schemas.microsoft.com/office/drawing/2014/main" id="{7E06FF71-4986-D655-7182-576702D08BC5}"/>
                    </a:ext>
                  </a:extLst>
                </p:cNvPr>
                <p:cNvSpPr/>
                <p:nvPr/>
              </p:nvSpPr>
              <p:spPr>
                <a:xfrm>
                  <a:off x="5246791" y="11157059"/>
                  <a:ext cx="122215" cy="680456"/>
                </a:xfrm>
                <a:custGeom>
                  <a:avLst/>
                  <a:gdLst>
                    <a:gd name="connsiteX0" fmla="*/ 0 w 122215"/>
                    <a:gd name="connsiteY0" fmla="*/ 680456 h 680456"/>
                    <a:gd name="connsiteX1" fmla="*/ 0 w 122215"/>
                    <a:gd name="connsiteY1" fmla="*/ 0 h 680456"/>
                    <a:gd name="connsiteX2" fmla="*/ 122215 w 122215"/>
                    <a:gd name="connsiteY2" fmla="*/ 0 h 680456"/>
                    <a:gd name="connsiteX3" fmla="*/ 122215 w 122215"/>
                    <a:gd name="connsiteY3" fmla="*/ 680456 h 680456"/>
                  </a:gdLst>
                  <a:ahLst/>
                  <a:cxnLst>
                    <a:cxn ang="0">
                      <a:pos x="connsiteX0" y="connsiteY0"/>
                    </a:cxn>
                    <a:cxn ang="0">
                      <a:pos x="connsiteX1" y="connsiteY1"/>
                    </a:cxn>
                    <a:cxn ang="0">
                      <a:pos x="connsiteX2" y="connsiteY2"/>
                    </a:cxn>
                    <a:cxn ang="0">
                      <a:pos x="connsiteX3" y="connsiteY3"/>
                    </a:cxn>
                  </a:cxnLst>
                  <a:rect l="l" t="t" r="r" b="b"/>
                  <a:pathLst>
                    <a:path w="122215" h="680456">
                      <a:moveTo>
                        <a:pt x="0" y="680456"/>
                      </a:moveTo>
                      <a:lnTo>
                        <a:pt x="0" y="0"/>
                      </a:lnTo>
                      <a:lnTo>
                        <a:pt x="122215" y="0"/>
                      </a:lnTo>
                      <a:lnTo>
                        <a:pt x="122215" y="680456"/>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69" name="Freeform: Shape 4768">
                  <a:extLst>
                    <a:ext uri="{FF2B5EF4-FFF2-40B4-BE49-F238E27FC236}">
                      <a16:creationId xmlns:a16="http://schemas.microsoft.com/office/drawing/2014/main" id="{DC26C208-5AAB-AE0A-268A-F2D62652FEC4}"/>
                    </a:ext>
                  </a:extLst>
                </p:cNvPr>
                <p:cNvSpPr/>
                <p:nvPr/>
              </p:nvSpPr>
              <p:spPr>
                <a:xfrm>
                  <a:off x="5369006" y="10409413"/>
                  <a:ext cx="122224" cy="1428102"/>
                </a:xfrm>
                <a:custGeom>
                  <a:avLst/>
                  <a:gdLst>
                    <a:gd name="connsiteX0" fmla="*/ 0 w 122224"/>
                    <a:gd name="connsiteY0" fmla="*/ 1428102 h 1428102"/>
                    <a:gd name="connsiteX1" fmla="*/ 0 w 122224"/>
                    <a:gd name="connsiteY1" fmla="*/ 0 h 1428102"/>
                    <a:gd name="connsiteX2" fmla="*/ 122225 w 122224"/>
                    <a:gd name="connsiteY2" fmla="*/ 0 h 1428102"/>
                    <a:gd name="connsiteX3" fmla="*/ 122225 w 122224"/>
                    <a:gd name="connsiteY3" fmla="*/ 1428102 h 1428102"/>
                  </a:gdLst>
                  <a:ahLst/>
                  <a:cxnLst>
                    <a:cxn ang="0">
                      <a:pos x="connsiteX0" y="connsiteY0"/>
                    </a:cxn>
                    <a:cxn ang="0">
                      <a:pos x="connsiteX1" y="connsiteY1"/>
                    </a:cxn>
                    <a:cxn ang="0">
                      <a:pos x="connsiteX2" y="connsiteY2"/>
                    </a:cxn>
                    <a:cxn ang="0">
                      <a:pos x="connsiteX3" y="connsiteY3"/>
                    </a:cxn>
                  </a:cxnLst>
                  <a:rect l="l" t="t" r="r" b="b"/>
                  <a:pathLst>
                    <a:path w="122224" h="1428102">
                      <a:moveTo>
                        <a:pt x="0" y="1428102"/>
                      </a:moveTo>
                      <a:lnTo>
                        <a:pt x="0" y="0"/>
                      </a:lnTo>
                      <a:lnTo>
                        <a:pt x="122225" y="0"/>
                      </a:lnTo>
                      <a:lnTo>
                        <a:pt x="122225" y="1428102"/>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0" name="Freeform: Shape 4769">
                  <a:extLst>
                    <a:ext uri="{FF2B5EF4-FFF2-40B4-BE49-F238E27FC236}">
                      <a16:creationId xmlns:a16="http://schemas.microsoft.com/office/drawing/2014/main" id="{78FA0CEA-194B-397E-8BE8-26A766B512B6}"/>
                    </a:ext>
                  </a:extLst>
                </p:cNvPr>
                <p:cNvSpPr/>
                <p:nvPr/>
              </p:nvSpPr>
              <p:spPr>
                <a:xfrm>
                  <a:off x="5491231" y="9772890"/>
                  <a:ext cx="122224" cy="2064625"/>
                </a:xfrm>
                <a:custGeom>
                  <a:avLst/>
                  <a:gdLst>
                    <a:gd name="connsiteX0" fmla="*/ 0 w 122224"/>
                    <a:gd name="connsiteY0" fmla="*/ 2064626 h 2064625"/>
                    <a:gd name="connsiteX1" fmla="*/ 0 w 122224"/>
                    <a:gd name="connsiteY1" fmla="*/ 0 h 2064625"/>
                    <a:gd name="connsiteX2" fmla="*/ 122225 w 122224"/>
                    <a:gd name="connsiteY2" fmla="*/ 0 h 2064625"/>
                    <a:gd name="connsiteX3" fmla="*/ 122225 w 122224"/>
                    <a:gd name="connsiteY3" fmla="*/ 2064626 h 2064625"/>
                  </a:gdLst>
                  <a:ahLst/>
                  <a:cxnLst>
                    <a:cxn ang="0">
                      <a:pos x="connsiteX0" y="connsiteY0"/>
                    </a:cxn>
                    <a:cxn ang="0">
                      <a:pos x="connsiteX1" y="connsiteY1"/>
                    </a:cxn>
                    <a:cxn ang="0">
                      <a:pos x="connsiteX2" y="connsiteY2"/>
                    </a:cxn>
                    <a:cxn ang="0">
                      <a:pos x="connsiteX3" y="connsiteY3"/>
                    </a:cxn>
                  </a:cxnLst>
                  <a:rect l="l" t="t" r="r" b="b"/>
                  <a:pathLst>
                    <a:path w="122224" h="2064625">
                      <a:moveTo>
                        <a:pt x="0" y="2064626"/>
                      </a:moveTo>
                      <a:lnTo>
                        <a:pt x="0" y="0"/>
                      </a:lnTo>
                      <a:lnTo>
                        <a:pt x="122225" y="0"/>
                      </a:lnTo>
                      <a:lnTo>
                        <a:pt x="122225" y="2064626"/>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1" name="Freeform: Shape 4770">
                  <a:extLst>
                    <a:ext uri="{FF2B5EF4-FFF2-40B4-BE49-F238E27FC236}">
                      <a16:creationId xmlns:a16="http://schemas.microsoft.com/office/drawing/2014/main" id="{EF89EC5E-96D3-6200-DA35-4CB0F3F8C739}"/>
                    </a:ext>
                  </a:extLst>
                </p:cNvPr>
                <p:cNvSpPr/>
                <p:nvPr/>
              </p:nvSpPr>
              <p:spPr>
                <a:xfrm>
                  <a:off x="5613456" y="10403356"/>
                  <a:ext cx="122224" cy="1434159"/>
                </a:xfrm>
                <a:custGeom>
                  <a:avLst/>
                  <a:gdLst>
                    <a:gd name="connsiteX0" fmla="*/ 0 w 122224"/>
                    <a:gd name="connsiteY0" fmla="*/ 1434159 h 1434159"/>
                    <a:gd name="connsiteX1" fmla="*/ 0 w 122224"/>
                    <a:gd name="connsiteY1" fmla="*/ 0 h 1434159"/>
                    <a:gd name="connsiteX2" fmla="*/ 122225 w 122224"/>
                    <a:gd name="connsiteY2" fmla="*/ 0 h 1434159"/>
                    <a:gd name="connsiteX3" fmla="*/ 122225 w 122224"/>
                    <a:gd name="connsiteY3" fmla="*/ 1434159 h 1434159"/>
                  </a:gdLst>
                  <a:ahLst/>
                  <a:cxnLst>
                    <a:cxn ang="0">
                      <a:pos x="connsiteX0" y="connsiteY0"/>
                    </a:cxn>
                    <a:cxn ang="0">
                      <a:pos x="connsiteX1" y="connsiteY1"/>
                    </a:cxn>
                    <a:cxn ang="0">
                      <a:pos x="connsiteX2" y="connsiteY2"/>
                    </a:cxn>
                    <a:cxn ang="0">
                      <a:pos x="connsiteX3" y="connsiteY3"/>
                    </a:cxn>
                  </a:cxnLst>
                  <a:rect l="l" t="t" r="r" b="b"/>
                  <a:pathLst>
                    <a:path w="122224" h="1434159">
                      <a:moveTo>
                        <a:pt x="0" y="1434159"/>
                      </a:moveTo>
                      <a:lnTo>
                        <a:pt x="0" y="0"/>
                      </a:lnTo>
                      <a:lnTo>
                        <a:pt x="122225" y="0"/>
                      </a:lnTo>
                      <a:lnTo>
                        <a:pt x="122225" y="1434159"/>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2" name="Freeform: Shape 4771">
                  <a:extLst>
                    <a:ext uri="{FF2B5EF4-FFF2-40B4-BE49-F238E27FC236}">
                      <a16:creationId xmlns:a16="http://schemas.microsoft.com/office/drawing/2014/main" id="{C0EC8F52-C4A8-8644-2335-46B6D1610DC4}"/>
                    </a:ext>
                  </a:extLst>
                </p:cNvPr>
                <p:cNvSpPr/>
                <p:nvPr/>
              </p:nvSpPr>
              <p:spPr>
                <a:xfrm>
                  <a:off x="5735681" y="11466803"/>
                  <a:ext cx="122224" cy="370712"/>
                </a:xfrm>
                <a:custGeom>
                  <a:avLst/>
                  <a:gdLst>
                    <a:gd name="connsiteX0" fmla="*/ 0 w 122224"/>
                    <a:gd name="connsiteY0" fmla="*/ 370713 h 370712"/>
                    <a:gd name="connsiteX1" fmla="*/ 0 w 122224"/>
                    <a:gd name="connsiteY1" fmla="*/ 0 h 370712"/>
                    <a:gd name="connsiteX2" fmla="*/ 122225 w 122224"/>
                    <a:gd name="connsiteY2" fmla="*/ 0 h 370712"/>
                    <a:gd name="connsiteX3" fmla="*/ 122225 w 122224"/>
                    <a:gd name="connsiteY3" fmla="*/ 370713 h 370712"/>
                  </a:gdLst>
                  <a:ahLst/>
                  <a:cxnLst>
                    <a:cxn ang="0">
                      <a:pos x="connsiteX0" y="connsiteY0"/>
                    </a:cxn>
                    <a:cxn ang="0">
                      <a:pos x="connsiteX1" y="connsiteY1"/>
                    </a:cxn>
                    <a:cxn ang="0">
                      <a:pos x="connsiteX2" y="connsiteY2"/>
                    </a:cxn>
                    <a:cxn ang="0">
                      <a:pos x="connsiteX3" y="connsiteY3"/>
                    </a:cxn>
                  </a:cxnLst>
                  <a:rect l="l" t="t" r="r" b="b"/>
                  <a:pathLst>
                    <a:path w="122224" h="370712">
                      <a:moveTo>
                        <a:pt x="0" y="370713"/>
                      </a:moveTo>
                      <a:lnTo>
                        <a:pt x="0" y="0"/>
                      </a:lnTo>
                      <a:lnTo>
                        <a:pt x="122225" y="0"/>
                      </a:lnTo>
                      <a:lnTo>
                        <a:pt x="122225" y="370713"/>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3" name="Freeform: Shape 4772">
                  <a:extLst>
                    <a:ext uri="{FF2B5EF4-FFF2-40B4-BE49-F238E27FC236}">
                      <a16:creationId xmlns:a16="http://schemas.microsoft.com/office/drawing/2014/main" id="{D5FB97B7-1794-D813-CC7E-BEED8E49625D}"/>
                    </a:ext>
                  </a:extLst>
                </p:cNvPr>
                <p:cNvSpPr/>
                <p:nvPr/>
              </p:nvSpPr>
              <p:spPr>
                <a:xfrm>
                  <a:off x="5857906" y="11556738"/>
                  <a:ext cx="122224" cy="280777"/>
                </a:xfrm>
                <a:custGeom>
                  <a:avLst/>
                  <a:gdLst>
                    <a:gd name="connsiteX0" fmla="*/ 0 w 122224"/>
                    <a:gd name="connsiteY0" fmla="*/ 280778 h 280777"/>
                    <a:gd name="connsiteX1" fmla="*/ 0 w 122224"/>
                    <a:gd name="connsiteY1" fmla="*/ 0 h 280777"/>
                    <a:gd name="connsiteX2" fmla="*/ 122225 w 122224"/>
                    <a:gd name="connsiteY2" fmla="*/ 0 h 280777"/>
                    <a:gd name="connsiteX3" fmla="*/ 122225 w 122224"/>
                    <a:gd name="connsiteY3" fmla="*/ 280778 h 280777"/>
                  </a:gdLst>
                  <a:ahLst/>
                  <a:cxnLst>
                    <a:cxn ang="0">
                      <a:pos x="connsiteX0" y="connsiteY0"/>
                    </a:cxn>
                    <a:cxn ang="0">
                      <a:pos x="connsiteX1" y="connsiteY1"/>
                    </a:cxn>
                    <a:cxn ang="0">
                      <a:pos x="connsiteX2" y="connsiteY2"/>
                    </a:cxn>
                    <a:cxn ang="0">
                      <a:pos x="connsiteX3" y="connsiteY3"/>
                    </a:cxn>
                  </a:cxnLst>
                  <a:rect l="l" t="t" r="r" b="b"/>
                  <a:pathLst>
                    <a:path w="122224" h="280777">
                      <a:moveTo>
                        <a:pt x="0" y="280778"/>
                      </a:moveTo>
                      <a:lnTo>
                        <a:pt x="0" y="0"/>
                      </a:lnTo>
                      <a:lnTo>
                        <a:pt x="122225" y="0"/>
                      </a:lnTo>
                      <a:lnTo>
                        <a:pt x="122225" y="280778"/>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4" name="Freeform: Shape 4773">
                  <a:extLst>
                    <a:ext uri="{FF2B5EF4-FFF2-40B4-BE49-F238E27FC236}">
                      <a16:creationId xmlns:a16="http://schemas.microsoft.com/office/drawing/2014/main" id="{285F7EB3-D5AD-D3C3-5D7B-28DC6B2E3897}"/>
                    </a:ext>
                  </a:extLst>
                </p:cNvPr>
                <p:cNvSpPr/>
                <p:nvPr/>
              </p:nvSpPr>
              <p:spPr>
                <a:xfrm>
                  <a:off x="5980131" y="11776251"/>
                  <a:ext cx="122215" cy="61264"/>
                </a:xfrm>
                <a:custGeom>
                  <a:avLst/>
                  <a:gdLst>
                    <a:gd name="connsiteX0" fmla="*/ 0 w 122215"/>
                    <a:gd name="connsiteY0" fmla="*/ 61265 h 61264"/>
                    <a:gd name="connsiteX1" fmla="*/ 0 w 122215"/>
                    <a:gd name="connsiteY1" fmla="*/ 0 h 61264"/>
                    <a:gd name="connsiteX2" fmla="*/ 122215 w 122215"/>
                    <a:gd name="connsiteY2" fmla="*/ 0 h 61264"/>
                    <a:gd name="connsiteX3" fmla="*/ 122215 w 122215"/>
                    <a:gd name="connsiteY3" fmla="*/ 61265 h 61264"/>
                  </a:gdLst>
                  <a:ahLst/>
                  <a:cxnLst>
                    <a:cxn ang="0">
                      <a:pos x="connsiteX0" y="connsiteY0"/>
                    </a:cxn>
                    <a:cxn ang="0">
                      <a:pos x="connsiteX1" y="connsiteY1"/>
                    </a:cxn>
                    <a:cxn ang="0">
                      <a:pos x="connsiteX2" y="connsiteY2"/>
                    </a:cxn>
                    <a:cxn ang="0">
                      <a:pos x="connsiteX3" y="connsiteY3"/>
                    </a:cxn>
                  </a:cxnLst>
                  <a:rect l="l" t="t" r="r" b="b"/>
                  <a:pathLst>
                    <a:path w="122215" h="61264">
                      <a:moveTo>
                        <a:pt x="0" y="61265"/>
                      </a:moveTo>
                      <a:lnTo>
                        <a:pt x="0" y="0"/>
                      </a:lnTo>
                      <a:lnTo>
                        <a:pt x="122215" y="0"/>
                      </a:lnTo>
                      <a:lnTo>
                        <a:pt x="122215" y="6126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5" name="Freeform: Shape 4774">
                  <a:extLst>
                    <a:ext uri="{FF2B5EF4-FFF2-40B4-BE49-F238E27FC236}">
                      <a16:creationId xmlns:a16="http://schemas.microsoft.com/office/drawing/2014/main" id="{BBFF624A-2024-D605-3091-D49A669DBF51}"/>
                    </a:ext>
                  </a:extLst>
                </p:cNvPr>
                <p:cNvSpPr/>
                <p:nvPr/>
              </p:nvSpPr>
              <p:spPr>
                <a:xfrm>
                  <a:off x="6102346" y="11705461"/>
                  <a:ext cx="122224" cy="132054"/>
                </a:xfrm>
                <a:custGeom>
                  <a:avLst/>
                  <a:gdLst>
                    <a:gd name="connsiteX0" fmla="*/ 0 w 122224"/>
                    <a:gd name="connsiteY0" fmla="*/ 132055 h 132054"/>
                    <a:gd name="connsiteX1" fmla="*/ 0 w 122224"/>
                    <a:gd name="connsiteY1" fmla="*/ 0 h 132054"/>
                    <a:gd name="connsiteX2" fmla="*/ 122225 w 122224"/>
                    <a:gd name="connsiteY2" fmla="*/ 0 h 132054"/>
                    <a:gd name="connsiteX3" fmla="*/ 122225 w 122224"/>
                    <a:gd name="connsiteY3" fmla="*/ 132055 h 132054"/>
                  </a:gdLst>
                  <a:ahLst/>
                  <a:cxnLst>
                    <a:cxn ang="0">
                      <a:pos x="connsiteX0" y="connsiteY0"/>
                    </a:cxn>
                    <a:cxn ang="0">
                      <a:pos x="connsiteX1" y="connsiteY1"/>
                    </a:cxn>
                    <a:cxn ang="0">
                      <a:pos x="connsiteX2" y="connsiteY2"/>
                    </a:cxn>
                    <a:cxn ang="0">
                      <a:pos x="connsiteX3" y="connsiteY3"/>
                    </a:cxn>
                  </a:cxnLst>
                  <a:rect l="l" t="t" r="r" b="b"/>
                  <a:pathLst>
                    <a:path w="122224" h="132054">
                      <a:moveTo>
                        <a:pt x="0" y="132055"/>
                      </a:moveTo>
                      <a:lnTo>
                        <a:pt x="0" y="0"/>
                      </a:lnTo>
                      <a:lnTo>
                        <a:pt x="122225" y="0"/>
                      </a:lnTo>
                      <a:lnTo>
                        <a:pt x="122225" y="13205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6" name="Freeform: Shape 4775">
                  <a:extLst>
                    <a:ext uri="{FF2B5EF4-FFF2-40B4-BE49-F238E27FC236}">
                      <a16:creationId xmlns:a16="http://schemas.microsoft.com/office/drawing/2014/main" id="{625127A7-1013-619B-9CB8-ADCCE85018E1}"/>
                    </a:ext>
                  </a:extLst>
                </p:cNvPr>
                <p:cNvSpPr/>
                <p:nvPr/>
              </p:nvSpPr>
              <p:spPr>
                <a:xfrm>
                  <a:off x="6224571" y="11634824"/>
                  <a:ext cx="122224" cy="202691"/>
                </a:xfrm>
                <a:custGeom>
                  <a:avLst/>
                  <a:gdLst>
                    <a:gd name="connsiteX0" fmla="*/ 0 w 122224"/>
                    <a:gd name="connsiteY0" fmla="*/ 202692 h 202691"/>
                    <a:gd name="connsiteX1" fmla="*/ 0 w 122224"/>
                    <a:gd name="connsiteY1" fmla="*/ 0 h 202691"/>
                    <a:gd name="connsiteX2" fmla="*/ 122225 w 122224"/>
                    <a:gd name="connsiteY2" fmla="*/ 0 h 202691"/>
                    <a:gd name="connsiteX3" fmla="*/ 122225 w 122224"/>
                    <a:gd name="connsiteY3" fmla="*/ 202692 h 202691"/>
                  </a:gdLst>
                  <a:ahLst/>
                  <a:cxnLst>
                    <a:cxn ang="0">
                      <a:pos x="connsiteX0" y="connsiteY0"/>
                    </a:cxn>
                    <a:cxn ang="0">
                      <a:pos x="connsiteX1" y="connsiteY1"/>
                    </a:cxn>
                    <a:cxn ang="0">
                      <a:pos x="connsiteX2" y="connsiteY2"/>
                    </a:cxn>
                    <a:cxn ang="0">
                      <a:pos x="connsiteX3" y="connsiteY3"/>
                    </a:cxn>
                  </a:cxnLst>
                  <a:rect l="l" t="t" r="r" b="b"/>
                  <a:pathLst>
                    <a:path w="122224" h="202691">
                      <a:moveTo>
                        <a:pt x="0" y="202692"/>
                      </a:moveTo>
                      <a:lnTo>
                        <a:pt x="0" y="0"/>
                      </a:lnTo>
                      <a:lnTo>
                        <a:pt x="122225" y="0"/>
                      </a:lnTo>
                      <a:lnTo>
                        <a:pt x="122225" y="202692"/>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7" name="Freeform: Shape 4776">
                  <a:extLst>
                    <a:ext uri="{FF2B5EF4-FFF2-40B4-BE49-F238E27FC236}">
                      <a16:creationId xmlns:a16="http://schemas.microsoft.com/office/drawing/2014/main" id="{6FA6E023-1611-7595-04CF-E1ABFC7DCF13}"/>
                    </a:ext>
                  </a:extLst>
                </p:cNvPr>
                <p:cNvSpPr/>
                <p:nvPr/>
              </p:nvSpPr>
              <p:spPr>
                <a:xfrm>
                  <a:off x="6346795" y="11762039"/>
                  <a:ext cx="122224" cy="75476"/>
                </a:xfrm>
                <a:custGeom>
                  <a:avLst/>
                  <a:gdLst>
                    <a:gd name="connsiteX0" fmla="*/ 0 w 122224"/>
                    <a:gd name="connsiteY0" fmla="*/ 75476 h 75476"/>
                    <a:gd name="connsiteX1" fmla="*/ 0 w 122224"/>
                    <a:gd name="connsiteY1" fmla="*/ 0 h 75476"/>
                    <a:gd name="connsiteX2" fmla="*/ 122225 w 122224"/>
                    <a:gd name="connsiteY2" fmla="*/ 0 h 75476"/>
                    <a:gd name="connsiteX3" fmla="*/ 122225 w 122224"/>
                    <a:gd name="connsiteY3" fmla="*/ 75476 h 75476"/>
                  </a:gdLst>
                  <a:ahLst/>
                  <a:cxnLst>
                    <a:cxn ang="0">
                      <a:pos x="connsiteX0" y="connsiteY0"/>
                    </a:cxn>
                    <a:cxn ang="0">
                      <a:pos x="connsiteX1" y="connsiteY1"/>
                    </a:cxn>
                    <a:cxn ang="0">
                      <a:pos x="connsiteX2" y="connsiteY2"/>
                    </a:cxn>
                    <a:cxn ang="0">
                      <a:pos x="connsiteX3" y="connsiteY3"/>
                    </a:cxn>
                  </a:cxnLst>
                  <a:rect l="l" t="t" r="r" b="b"/>
                  <a:pathLst>
                    <a:path w="122224" h="75476">
                      <a:moveTo>
                        <a:pt x="0" y="75476"/>
                      </a:moveTo>
                      <a:lnTo>
                        <a:pt x="0" y="0"/>
                      </a:lnTo>
                      <a:lnTo>
                        <a:pt x="122225" y="0"/>
                      </a:lnTo>
                      <a:lnTo>
                        <a:pt x="122225" y="75476"/>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8" name="Freeform: Shape 4777">
                  <a:extLst>
                    <a:ext uri="{FF2B5EF4-FFF2-40B4-BE49-F238E27FC236}">
                      <a16:creationId xmlns:a16="http://schemas.microsoft.com/office/drawing/2014/main" id="{1AD1E3F8-36AF-0172-1857-0F10DCF20A6B}"/>
                    </a:ext>
                  </a:extLst>
                </p:cNvPr>
                <p:cNvSpPr/>
                <p:nvPr/>
              </p:nvSpPr>
              <p:spPr>
                <a:xfrm>
                  <a:off x="6469020" y="11820161"/>
                  <a:ext cx="122224" cy="17354"/>
                </a:xfrm>
                <a:custGeom>
                  <a:avLst/>
                  <a:gdLst>
                    <a:gd name="connsiteX0" fmla="*/ 0 w 122224"/>
                    <a:gd name="connsiteY0" fmla="*/ 17355 h 17354"/>
                    <a:gd name="connsiteX1" fmla="*/ 0 w 122224"/>
                    <a:gd name="connsiteY1" fmla="*/ 0 h 17354"/>
                    <a:gd name="connsiteX2" fmla="*/ 122225 w 122224"/>
                    <a:gd name="connsiteY2" fmla="*/ 0 h 17354"/>
                    <a:gd name="connsiteX3" fmla="*/ 122225 w 122224"/>
                    <a:gd name="connsiteY3" fmla="*/ 17355 h 17354"/>
                  </a:gdLst>
                  <a:ahLst/>
                  <a:cxnLst>
                    <a:cxn ang="0">
                      <a:pos x="connsiteX0" y="connsiteY0"/>
                    </a:cxn>
                    <a:cxn ang="0">
                      <a:pos x="connsiteX1" y="connsiteY1"/>
                    </a:cxn>
                    <a:cxn ang="0">
                      <a:pos x="connsiteX2" y="connsiteY2"/>
                    </a:cxn>
                    <a:cxn ang="0">
                      <a:pos x="connsiteX3" y="connsiteY3"/>
                    </a:cxn>
                  </a:cxnLst>
                  <a:rect l="l" t="t" r="r" b="b"/>
                  <a:pathLst>
                    <a:path w="122224" h="17354">
                      <a:moveTo>
                        <a:pt x="0" y="17355"/>
                      </a:moveTo>
                      <a:lnTo>
                        <a:pt x="0" y="0"/>
                      </a:lnTo>
                      <a:lnTo>
                        <a:pt x="122225" y="0"/>
                      </a:lnTo>
                      <a:lnTo>
                        <a:pt x="122225" y="1735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79" name="Freeform: Shape 4778">
                  <a:extLst>
                    <a:ext uri="{FF2B5EF4-FFF2-40B4-BE49-F238E27FC236}">
                      <a16:creationId xmlns:a16="http://schemas.microsoft.com/office/drawing/2014/main" id="{1CD300A0-0179-FA72-83B8-5861D2399F07}"/>
                    </a:ext>
                  </a:extLst>
                </p:cNvPr>
                <p:cNvSpPr/>
                <p:nvPr/>
              </p:nvSpPr>
              <p:spPr>
                <a:xfrm>
                  <a:off x="6591245" y="11761001"/>
                  <a:ext cx="122224" cy="76514"/>
                </a:xfrm>
                <a:custGeom>
                  <a:avLst/>
                  <a:gdLst>
                    <a:gd name="connsiteX0" fmla="*/ 0 w 122224"/>
                    <a:gd name="connsiteY0" fmla="*/ 76514 h 76514"/>
                    <a:gd name="connsiteX1" fmla="*/ 0 w 122224"/>
                    <a:gd name="connsiteY1" fmla="*/ 0 h 76514"/>
                    <a:gd name="connsiteX2" fmla="*/ 122225 w 122224"/>
                    <a:gd name="connsiteY2" fmla="*/ 0 h 76514"/>
                    <a:gd name="connsiteX3" fmla="*/ 122225 w 122224"/>
                    <a:gd name="connsiteY3" fmla="*/ 76514 h 76514"/>
                  </a:gdLst>
                  <a:ahLst/>
                  <a:cxnLst>
                    <a:cxn ang="0">
                      <a:pos x="connsiteX0" y="connsiteY0"/>
                    </a:cxn>
                    <a:cxn ang="0">
                      <a:pos x="connsiteX1" y="connsiteY1"/>
                    </a:cxn>
                    <a:cxn ang="0">
                      <a:pos x="connsiteX2" y="connsiteY2"/>
                    </a:cxn>
                    <a:cxn ang="0">
                      <a:pos x="connsiteX3" y="connsiteY3"/>
                    </a:cxn>
                  </a:cxnLst>
                  <a:rect l="l" t="t" r="r" b="b"/>
                  <a:pathLst>
                    <a:path w="122224" h="76514">
                      <a:moveTo>
                        <a:pt x="0" y="76514"/>
                      </a:moveTo>
                      <a:lnTo>
                        <a:pt x="0" y="0"/>
                      </a:lnTo>
                      <a:lnTo>
                        <a:pt x="122225" y="0"/>
                      </a:lnTo>
                      <a:lnTo>
                        <a:pt x="122225" y="76514"/>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0" name="Freeform: Shape 4779">
                  <a:extLst>
                    <a:ext uri="{FF2B5EF4-FFF2-40B4-BE49-F238E27FC236}">
                      <a16:creationId xmlns:a16="http://schemas.microsoft.com/office/drawing/2014/main" id="{1971CF2A-8B2A-6AAD-A52F-81FA3BE95542}"/>
                    </a:ext>
                  </a:extLst>
                </p:cNvPr>
                <p:cNvSpPr/>
                <p:nvPr/>
              </p:nvSpPr>
              <p:spPr>
                <a:xfrm>
                  <a:off x="6713470" y="11760258"/>
                  <a:ext cx="122224" cy="77257"/>
                </a:xfrm>
                <a:custGeom>
                  <a:avLst/>
                  <a:gdLst>
                    <a:gd name="connsiteX0" fmla="*/ 0 w 122224"/>
                    <a:gd name="connsiteY0" fmla="*/ 77257 h 77257"/>
                    <a:gd name="connsiteX1" fmla="*/ 0 w 122224"/>
                    <a:gd name="connsiteY1" fmla="*/ 0 h 77257"/>
                    <a:gd name="connsiteX2" fmla="*/ 122225 w 122224"/>
                    <a:gd name="connsiteY2" fmla="*/ 0 h 77257"/>
                    <a:gd name="connsiteX3" fmla="*/ 122225 w 122224"/>
                    <a:gd name="connsiteY3" fmla="*/ 77257 h 77257"/>
                  </a:gdLst>
                  <a:ahLst/>
                  <a:cxnLst>
                    <a:cxn ang="0">
                      <a:pos x="connsiteX0" y="connsiteY0"/>
                    </a:cxn>
                    <a:cxn ang="0">
                      <a:pos x="connsiteX1" y="connsiteY1"/>
                    </a:cxn>
                    <a:cxn ang="0">
                      <a:pos x="connsiteX2" y="connsiteY2"/>
                    </a:cxn>
                    <a:cxn ang="0">
                      <a:pos x="connsiteX3" y="connsiteY3"/>
                    </a:cxn>
                  </a:cxnLst>
                  <a:rect l="l" t="t" r="r" b="b"/>
                  <a:pathLst>
                    <a:path w="122224" h="77257">
                      <a:moveTo>
                        <a:pt x="0" y="77257"/>
                      </a:moveTo>
                      <a:lnTo>
                        <a:pt x="0" y="0"/>
                      </a:lnTo>
                      <a:lnTo>
                        <a:pt x="122225" y="0"/>
                      </a:lnTo>
                      <a:lnTo>
                        <a:pt x="122225" y="77257"/>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81" name="Freeform: Shape 4780">
                  <a:extLst>
                    <a:ext uri="{FF2B5EF4-FFF2-40B4-BE49-F238E27FC236}">
                      <a16:creationId xmlns:a16="http://schemas.microsoft.com/office/drawing/2014/main" id="{279B596C-B893-628F-A587-89ED40DE4B68}"/>
                    </a:ext>
                  </a:extLst>
                </p:cNvPr>
                <p:cNvSpPr/>
                <p:nvPr/>
              </p:nvSpPr>
              <p:spPr>
                <a:xfrm>
                  <a:off x="6835695" y="11837516"/>
                  <a:ext cx="122215" cy="9525"/>
                </a:xfrm>
                <a:custGeom>
                  <a:avLst/>
                  <a:gdLst>
                    <a:gd name="connsiteX0" fmla="*/ 0 w 122215"/>
                    <a:gd name="connsiteY0" fmla="*/ 0 h 9525"/>
                    <a:gd name="connsiteX1" fmla="*/ 0 w 122215"/>
                    <a:gd name="connsiteY1" fmla="*/ 0 h 9525"/>
                    <a:gd name="connsiteX2" fmla="*/ 122215 w 122215"/>
                    <a:gd name="connsiteY2" fmla="*/ 0 h 9525"/>
                    <a:gd name="connsiteX3" fmla="*/ 122215 w 122215"/>
                    <a:gd name="connsiteY3" fmla="*/ 0 h 9525"/>
                  </a:gdLst>
                  <a:ahLst/>
                  <a:cxnLst>
                    <a:cxn ang="0">
                      <a:pos x="connsiteX0" y="connsiteY0"/>
                    </a:cxn>
                    <a:cxn ang="0">
                      <a:pos x="connsiteX1" y="connsiteY1"/>
                    </a:cxn>
                    <a:cxn ang="0">
                      <a:pos x="connsiteX2" y="connsiteY2"/>
                    </a:cxn>
                    <a:cxn ang="0">
                      <a:pos x="connsiteX3" y="connsiteY3"/>
                    </a:cxn>
                  </a:cxnLst>
                  <a:rect l="l" t="t" r="r" b="b"/>
                  <a:pathLst>
                    <a:path w="122215" h="9525">
                      <a:moveTo>
                        <a:pt x="0" y="0"/>
                      </a:moveTo>
                      <a:lnTo>
                        <a:pt x="0" y="0"/>
                      </a:lnTo>
                      <a:lnTo>
                        <a:pt x="122215" y="0"/>
                      </a:lnTo>
                      <a:lnTo>
                        <a:pt x="122215" y="0"/>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1348" name="Group 1347">
              <a:extLst>
                <a:ext uri="{FF2B5EF4-FFF2-40B4-BE49-F238E27FC236}">
                  <a16:creationId xmlns:a16="http://schemas.microsoft.com/office/drawing/2014/main" id="{980CDC7B-C500-7F3F-AD7A-408202DC67F3}"/>
                </a:ext>
              </a:extLst>
            </p:cNvPr>
            <p:cNvGrpSpPr>
              <a:grpSpLocks noChangeAspect="1"/>
            </p:cNvGrpSpPr>
            <p:nvPr/>
          </p:nvGrpSpPr>
          <p:grpSpPr>
            <a:xfrm>
              <a:off x="46922500" y="19905694"/>
              <a:ext cx="3032769" cy="2384384"/>
              <a:chOff x="9469621" y="10274478"/>
              <a:chExt cx="2762250" cy="2171700"/>
            </a:xfrm>
          </p:grpSpPr>
          <p:grpSp>
            <p:nvGrpSpPr>
              <p:cNvPr id="4701" name="Graphic 33">
                <a:extLst>
                  <a:ext uri="{FF2B5EF4-FFF2-40B4-BE49-F238E27FC236}">
                    <a16:creationId xmlns:a16="http://schemas.microsoft.com/office/drawing/2014/main" id="{B29D7311-41DE-5F5C-FE56-E00EBB8B471C}"/>
                  </a:ext>
                </a:extLst>
              </p:cNvPr>
              <p:cNvGrpSpPr/>
              <p:nvPr/>
            </p:nvGrpSpPr>
            <p:grpSpPr>
              <a:xfrm>
                <a:off x="9469621" y="12409030"/>
                <a:ext cx="2762250" cy="27622"/>
                <a:chOff x="9364217" y="11922200"/>
                <a:chExt cx="2762250" cy="27622"/>
              </a:xfrm>
            </p:grpSpPr>
            <p:sp>
              <p:nvSpPr>
                <p:cNvPr id="4733" name="Freeform: Shape 4732">
                  <a:extLst>
                    <a:ext uri="{FF2B5EF4-FFF2-40B4-BE49-F238E27FC236}">
                      <a16:creationId xmlns:a16="http://schemas.microsoft.com/office/drawing/2014/main" id="{AC5AB776-FE36-DF7D-1783-B81F9E5C7F5D}"/>
                    </a:ext>
                  </a:extLst>
                </p:cNvPr>
                <p:cNvSpPr/>
                <p:nvPr/>
              </p:nvSpPr>
              <p:spPr>
                <a:xfrm>
                  <a:off x="9364217" y="11949823"/>
                  <a:ext cx="2762250" cy="9525"/>
                </a:xfrm>
                <a:custGeom>
                  <a:avLst/>
                  <a:gdLst>
                    <a:gd name="connsiteX0" fmla="*/ 0 w 2762250"/>
                    <a:gd name="connsiteY0" fmla="*/ 0 h 9525"/>
                    <a:gd name="connsiteX1" fmla="*/ 2762250 w 2762250"/>
                    <a:gd name="connsiteY1" fmla="*/ 0 h 9525"/>
                  </a:gdLst>
                  <a:ahLst/>
                  <a:cxnLst>
                    <a:cxn ang="0">
                      <a:pos x="connsiteX0" y="connsiteY0"/>
                    </a:cxn>
                    <a:cxn ang="0">
                      <a:pos x="connsiteX1" y="connsiteY1"/>
                    </a:cxn>
                  </a:cxnLst>
                  <a:rect l="l" t="t" r="r" b="b"/>
                  <a:pathLst>
                    <a:path w="2762250" h="9525">
                      <a:moveTo>
                        <a:pt x="0" y="0"/>
                      </a:moveTo>
                      <a:lnTo>
                        <a:pt x="276225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4" name="Freeform: Shape 4733">
                  <a:extLst>
                    <a:ext uri="{FF2B5EF4-FFF2-40B4-BE49-F238E27FC236}">
                      <a16:creationId xmlns:a16="http://schemas.microsoft.com/office/drawing/2014/main" id="{B57B3DF0-6572-2B6E-AE4F-90DD26B39770}"/>
                    </a:ext>
                  </a:extLst>
                </p:cNvPr>
                <p:cNvSpPr/>
                <p:nvPr/>
              </p:nvSpPr>
              <p:spPr>
                <a:xfrm>
                  <a:off x="9461995" y="11922200"/>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5" name="Freeform: Shape 4734">
                  <a:extLst>
                    <a:ext uri="{FF2B5EF4-FFF2-40B4-BE49-F238E27FC236}">
                      <a16:creationId xmlns:a16="http://schemas.microsoft.com/office/drawing/2014/main" id="{B977EE72-9905-80DF-9161-30B8D7B1223A}"/>
                    </a:ext>
                  </a:extLst>
                </p:cNvPr>
                <p:cNvSpPr/>
                <p:nvPr/>
              </p:nvSpPr>
              <p:spPr>
                <a:xfrm>
                  <a:off x="10073115" y="11922200"/>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6" name="Freeform: Shape 4735">
                  <a:extLst>
                    <a:ext uri="{FF2B5EF4-FFF2-40B4-BE49-F238E27FC236}">
                      <a16:creationId xmlns:a16="http://schemas.microsoft.com/office/drawing/2014/main" id="{0891CC58-C3ED-0E3C-5118-DEC93A5F5655}"/>
                    </a:ext>
                  </a:extLst>
                </p:cNvPr>
                <p:cNvSpPr/>
                <p:nvPr/>
              </p:nvSpPr>
              <p:spPr>
                <a:xfrm>
                  <a:off x="10684229" y="11922200"/>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7" name="Freeform: Shape 4736">
                  <a:extLst>
                    <a:ext uri="{FF2B5EF4-FFF2-40B4-BE49-F238E27FC236}">
                      <a16:creationId xmlns:a16="http://schemas.microsoft.com/office/drawing/2014/main" id="{1283288C-FF93-8566-B7CB-7B2CD820A959}"/>
                    </a:ext>
                  </a:extLst>
                </p:cNvPr>
                <p:cNvSpPr/>
                <p:nvPr/>
              </p:nvSpPr>
              <p:spPr>
                <a:xfrm>
                  <a:off x="11295344" y="11922200"/>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8" name="Freeform: Shape 4737">
                  <a:extLst>
                    <a:ext uri="{FF2B5EF4-FFF2-40B4-BE49-F238E27FC236}">
                      <a16:creationId xmlns:a16="http://schemas.microsoft.com/office/drawing/2014/main" id="{243D5488-55E5-0CD0-3BA1-19C89E843CDE}"/>
                    </a:ext>
                  </a:extLst>
                </p:cNvPr>
                <p:cNvSpPr/>
                <p:nvPr/>
              </p:nvSpPr>
              <p:spPr>
                <a:xfrm>
                  <a:off x="11906468" y="11922200"/>
                  <a:ext cx="9525" cy="27622"/>
                </a:xfrm>
                <a:custGeom>
                  <a:avLst/>
                  <a:gdLst>
                    <a:gd name="connsiteX0" fmla="*/ 0 w 9525"/>
                    <a:gd name="connsiteY0" fmla="*/ 27623 h 27622"/>
                    <a:gd name="connsiteX1" fmla="*/ 0 w 9525"/>
                    <a:gd name="connsiteY1" fmla="*/ 0 h 27622"/>
                  </a:gdLst>
                  <a:ahLst/>
                  <a:cxnLst>
                    <a:cxn ang="0">
                      <a:pos x="connsiteX0" y="connsiteY0"/>
                    </a:cxn>
                    <a:cxn ang="0">
                      <a:pos x="connsiteX1" y="connsiteY1"/>
                    </a:cxn>
                  </a:cxnLst>
                  <a:rect l="l" t="t" r="r" b="b"/>
                  <a:pathLst>
                    <a:path w="9525" h="27622">
                      <a:moveTo>
                        <a:pt x="0" y="27623"/>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9" name="Freeform: Shape 4738">
                  <a:extLst>
                    <a:ext uri="{FF2B5EF4-FFF2-40B4-BE49-F238E27FC236}">
                      <a16:creationId xmlns:a16="http://schemas.microsoft.com/office/drawing/2014/main" id="{BA9E8404-0E70-2FFA-A65D-EA0DD93298A8}"/>
                    </a:ext>
                  </a:extLst>
                </p:cNvPr>
                <p:cNvSpPr/>
                <p:nvPr/>
              </p:nvSpPr>
              <p:spPr>
                <a:xfrm>
                  <a:off x="9584218"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0" name="Freeform: Shape 4739">
                  <a:extLst>
                    <a:ext uri="{FF2B5EF4-FFF2-40B4-BE49-F238E27FC236}">
                      <a16:creationId xmlns:a16="http://schemas.microsoft.com/office/drawing/2014/main" id="{8F629CEE-23E3-E98D-126D-0C723FEE852A}"/>
                    </a:ext>
                  </a:extLst>
                </p:cNvPr>
                <p:cNvSpPr/>
                <p:nvPr/>
              </p:nvSpPr>
              <p:spPr>
                <a:xfrm>
                  <a:off x="9706442"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1" name="Freeform: Shape 4740">
                  <a:extLst>
                    <a:ext uri="{FF2B5EF4-FFF2-40B4-BE49-F238E27FC236}">
                      <a16:creationId xmlns:a16="http://schemas.microsoft.com/office/drawing/2014/main" id="{663302E3-6D41-D796-B801-96317519C1DA}"/>
                    </a:ext>
                  </a:extLst>
                </p:cNvPr>
                <p:cNvSpPr/>
                <p:nvPr/>
              </p:nvSpPr>
              <p:spPr>
                <a:xfrm>
                  <a:off x="9828666"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2" name="Freeform: Shape 4741">
                  <a:extLst>
                    <a:ext uri="{FF2B5EF4-FFF2-40B4-BE49-F238E27FC236}">
                      <a16:creationId xmlns:a16="http://schemas.microsoft.com/office/drawing/2014/main" id="{D37A59F8-AD24-DAF2-AFD6-A06935318609}"/>
                    </a:ext>
                  </a:extLst>
                </p:cNvPr>
                <p:cNvSpPr/>
                <p:nvPr/>
              </p:nvSpPr>
              <p:spPr>
                <a:xfrm>
                  <a:off x="9950890"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3" name="Freeform: Shape 4742">
                  <a:extLst>
                    <a:ext uri="{FF2B5EF4-FFF2-40B4-BE49-F238E27FC236}">
                      <a16:creationId xmlns:a16="http://schemas.microsoft.com/office/drawing/2014/main" id="{7BBB8749-A274-1B62-AC54-38D1E5145F58}"/>
                    </a:ext>
                  </a:extLst>
                </p:cNvPr>
                <p:cNvSpPr/>
                <p:nvPr/>
              </p:nvSpPr>
              <p:spPr>
                <a:xfrm>
                  <a:off x="10195339"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4" name="Freeform: Shape 4743">
                  <a:extLst>
                    <a:ext uri="{FF2B5EF4-FFF2-40B4-BE49-F238E27FC236}">
                      <a16:creationId xmlns:a16="http://schemas.microsoft.com/office/drawing/2014/main" id="{622AA08D-00F8-E00B-9646-633B39F25171}"/>
                    </a:ext>
                  </a:extLst>
                </p:cNvPr>
                <p:cNvSpPr/>
                <p:nvPr/>
              </p:nvSpPr>
              <p:spPr>
                <a:xfrm>
                  <a:off x="10317564"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5" name="Freeform: Shape 4744">
                  <a:extLst>
                    <a:ext uri="{FF2B5EF4-FFF2-40B4-BE49-F238E27FC236}">
                      <a16:creationId xmlns:a16="http://schemas.microsoft.com/office/drawing/2014/main" id="{228A3FFD-4712-A480-22F2-9C66682773B0}"/>
                    </a:ext>
                  </a:extLst>
                </p:cNvPr>
                <p:cNvSpPr/>
                <p:nvPr/>
              </p:nvSpPr>
              <p:spPr>
                <a:xfrm>
                  <a:off x="10439780"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6" name="Freeform: Shape 4745">
                  <a:extLst>
                    <a:ext uri="{FF2B5EF4-FFF2-40B4-BE49-F238E27FC236}">
                      <a16:creationId xmlns:a16="http://schemas.microsoft.com/office/drawing/2014/main" id="{7F71618F-0AD5-7DA1-1405-BA4DFD4E0E87}"/>
                    </a:ext>
                  </a:extLst>
                </p:cNvPr>
                <p:cNvSpPr/>
                <p:nvPr/>
              </p:nvSpPr>
              <p:spPr>
                <a:xfrm>
                  <a:off x="10562004"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7" name="Freeform: Shape 4746">
                  <a:extLst>
                    <a:ext uri="{FF2B5EF4-FFF2-40B4-BE49-F238E27FC236}">
                      <a16:creationId xmlns:a16="http://schemas.microsoft.com/office/drawing/2014/main" id="{EB5E6687-3019-14E2-B3FF-246B32654AC1}"/>
                    </a:ext>
                  </a:extLst>
                </p:cNvPr>
                <p:cNvSpPr/>
                <p:nvPr/>
              </p:nvSpPr>
              <p:spPr>
                <a:xfrm>
                  <a:off x="10806454"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8" name="Freeform: Shape 4747">
                  <a:extLst>
                    <a:ext uri="{FF2B5EF4-FFF2-40B4-BE49-F238E27FC236}">
                      <a16:creationId xmlns:a16="http://schemas.microsoft.com/office/drawing/2014/main" id="{6220F5F9-F0C8-9623-4020-132CD2861985}"/>
                    </a:ext>
                  </a:extLst>
                </p:cNvPr>
                <p:cNvSpPr/>
                <p:nvPr/>
              </p:nvSpPr>
              <p:spPr>
                <a:xfrm>
                  <a:off x="10928679"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49" name="Freeform: Shape 4748">
                  <a:extLst>
                    <a:ext uri="{FF2B5EF4-FFF2-40B4-BE49-F238E27FC236}">
                      <a16:creationId xmlns:a16="http://schemas.microsoft.com/office/drawing/2014/main" id="{C1238685-779C-0252-F55A-CCA9C8A63661}"/>
                    </a:ext>
                  </a:extLst>
                </p:cNvPr>
                <p:cNvSpPr/>
                <p:nvPr/>
              </p:nvSpPr>
              <p:spPr>
                <a:xfrm>
                  <a:off x="11050904"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0" name="Freeform: Shape 4749">
                  <a:extLst>
                    <a:ext uri="{FF2B5EF4-FFF2-40B4-BE49-F238E27FC236}">
                      <a16:creationId xmlns:a16="http://schemas.microsoft.com/office/drawing/2014/main" id="{0BC6F028-CB41-FFF6-76B7-80F84408BA41}"/>
                    </a:ext>
                  </a:extLst>
                </p:cNvPr>
                <p:cNvSpPr/>
                <p:nvPr/>
              </p:nvSpPr>
              <p:spPr>
                <a:xfrm>
                  <a:off x="11173119"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1" name="Freeform: Shape 4750">
                  <a:extLst>
                    <a:ext uri="{FF2B5EF4-FFF2-40B4-BE49-F238E27FC236}">
                      <a16:creationId xmlns:a16="http://schemas.microsoft.com/office/drawing/2014/main" id="{58E37654-BF18-360A-EDBA-A0121BAACBD1}"/>
                    </a:ext>
                  </a:extLst>
                </p:cNvPr>
                <p:cNvSpPr/>
                <p:nvPr/>
              </p:nvSpPr>
              <p:spPr>
                <a:xfrm>
                  <a:off x="11417568"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2" name="Freeform: Shape 4751">
                  <a:extLst>
                    <a:ext uri="{FF2B5EF4-FFF2-40B4-BE49-F238E27FC236}">
                      <a16:creationId xmlns:a16="http://schemas.microsoft.com/office/drawing/2014/main" id="{BB859D39-E82D-5666-6610-D487D16BAD74}"/>
                    </a:ext>
                  </a:extLst>
                </p:cNvPr>
                <p:cNvSpPr/>
                <p:nvPr/>
              </p:nvSpPr>
              <p:spPr>
                <a:xfrm>
                  <a:off x="11539793"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3" name="Freeform: Shape 4752">
                  <a:extLst>
                    <a:ext uri="{FF2B5EF4-FFF2-40B4-BE49-F238E27FC236}">
                      <a16:creationId xmlns:a16="http://schemas.microsoft.com/office/drawing/2014/main" id="{AA38DEB9-AE75-5308-5B8B-82095FAFCA8E}"/>
                    </a:ext>
                  </a:extLst>
                </p:cNvPr>
                <p:cNvSpPr/>
                <p:nvPr/>
              </p:nvSpPr>
              <p:spPr>
                <a:xfrm>
                  <a:off x="11662018"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4" name="Freeform: Shape 4753">
                  <a:extLst>
                    <a:ext uri="{FF2B5EF4-FFF2-40B4-BE49-F238E27FC236}">
                      <a16:creationId xmlns:a16="http://schemas.microsoft.com/office/drawing/2014/main" id="{889073BC-1B4F-FDFD-F0F5-E5875E6A0E26}"/>
                    </a:ext>
                  </a:extLst>
                </p:cNvPr>
                <p:cNvSpPr/>
                <p:nvPr/>
              </p:nvSpPr>
              <p:spPr>
                <a:xfrm>
                  <a:off x="11784243"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55" name="Freeform: Shape 4754">
                  <a:extLst>
                    <a:ext uri="{FF2B5EF4-FFF2-40B4-BE49-F238E27FC236}">
                      <a16:creationId xmlns:a16="http://schemas.microsoft.com/office/drawing/2014/main" id="{69858128-44B5-6A83-6C9E-FA8201F4835D}"/>
                    </a:ext>
                  </a:extLst>
                </p:cNvPr>
                <p:cNvSpPr/>
                <p:nvPr/>
              </p:nvSpPr>
              <p:spPr>
                <a:xfrm>
                  <a:off x="12028692" y="11936011"/>
                  <a:ext cx="9525" cy="13811"/>
                </a:xfrm>
                <a:custGeom>
                  <a:avLst/>
                  <a:gdLst>
                    <a:gd name="connsiteX0" fmla="*/ 0 w 9525"/>
                    <a:gd name="connsiteY0" fmla="*/ 13811 h 13811"/>
                    <a:gd name="connsiteX1" fmla="*/ 0 w 9525"/>
                    <a:gd name="connsiteY1" fmla="*/ 0 h 13811"/>
                  </a:gdLst>
                  <a:ahLst/>
                  <a:cxnLst>
                    <a:cxn ang="0">
                      <a:pos x="connsiteX0" y="connsiteY0"/>
                    </a:cxn>
                    <a:cxn ang="0">
                      <a:pos x="connsiteX1" y="connsiteY1"/>
                    </a:cxn>
                  </a:cxnLst>
                  <a:rect l="l" t="t" r="r" b="b"/>
                  <a:pathLst>
                    <a:path w="9525" h="13811">
                      <a:moveTo>
                        <a:pt x="0" y="13811"/>
                      </a:moveTo>
                      <a:lnTo>
                        <a:pt x="0"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nvGrpSpPr>
              <p:cNvPr id="4702" name="Graphic 33">
                <a:extLst>
                  <a:ext uri="{FF2B5EF4-FFF2-40B4-BE49-F238E27FC236}">
                    <a16:creationId xmlns:a16="http://schemas.microsoft.com/office/drawing/2014/main" id="{937B743A-3AD7-C5E0-2BA7-8803C5764892}"/>
                  </a:ext>
                </a:extLst>
              </p:cNvPr>
              <p:cNvGrpSpPr/>
              <p:nvPr/>
            </p:nvGrpSpPr>
            <p:grpSpPr>
              <a:xfrm>
                <a:off x="9469621" y="10274478"/>
                <a:ext cx="27622" cy="2162175"/>
                <a:chOff x="9364217" y="9787648"/>
                <a:chExt cx="27622" cy="2162175"/>
              </a:xfrm>
            </p:grpSpPr>
            <p:sp>
              <p:nvSpPr>
                <p:cNvPr id="4727" name="Freeform: Shape 4726">
                  <a:extLst>
                    <a:ext uri="{FF2B5EF4-FFF2-40B4-BE49-F238E27FC236}">
                      <a16:creationId xmlns:a16="http://schemas.microsoft.com/office/drawing/2014/main" id="{BA2EA090-22BF-D23E-ABAA-03CD56C64033}"/>
                    </a:ext>
                  </a:extLst>
                </p:cNvPr>
                <p:cNvSpPr/>
                <p:nvPr/>
              </p:nvSpPr>
              <p:spPr>
                <a:xfrm>
                  <a:off x="9364217" y="9787648"/>
                  <a:ext cx="9525" cy="2162175"/>
                </a:xfrm>
                <a:custGeom>
                  <a:avLst/>
                  <a:gdLst>
                    <a:gd name="connsiteX0" fmla="*/ 0 w 9525"/>
                    <a:gd name="connsiteY0" fmla="*/ 2162175 h 2162175"/>
                    <a:gd name="connsiteX1" fmla="*/ 0 w 9525"/>
                    <a:gd name="connsiteY1" fmla="*/ 0 h 2162175"/>
                  </a:gdLst>
                  <a:ahLst/>
                  <a:cxnLst>
                    <a:cxn ang="0">
                      <a:pos x="connsiteX0" y="connsiteY0"/>
                    </a:cxn>
                    <a:cxn ang="0">
                      <a:pos x="connsiteX1" y="connsiteY1"/>
                    </a:cxn>
                  </a:cxnLst>
                  <a:rect l="l" t="t" r="r" b="b"/>
                  <a:pathLst>
                    <a:path w="9525" h="2162175">
                      <a:moveTo>
                        <a:pt x="0" y="2162175"/>
                      </a:moveTo>
                      <a:lnTo>
                        <a:pt x="0" y="0"/>
                      </a:lnTo>
                    </a:path>
                  </a:pathLst>
                </a:custGeom>
                <a:ln w="12700"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8" name="Freeform: Shape 4727">
                  <a:extLst>
                    <a:ext uri="{FF2B5EF4-FFF2-40B4-BE49-F238E27FC236}">
                      <a16:creationId xmlns:a16="http://schemas.microsoft.com/office/drawing/2014/main" id="{23E3002E-9833-AB3F-D257-ABF0F75FD3CD}"/>
                    </a:ext>
                  </a:extLst>
                </p:cNvPr>
                <p:cNvSpPr/>
                <p:nvPr/>
              </p:nvSpPr>
              <p:spPr>
                <a:xfrm>
                  <a:off x="9364217" y="11949823"/>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9" name="Freeform: Shape 4728">
                  <a:extLst>
                    <a:ext uri="{FF2B5EF4-FFF2-40B4-BE49-F238E27FC236}">
                      <a16:creationId xmlns:a16="http://schemas.microsoft.com/office/drawing/2014/main" id="{5A614CEF-B30D-C6B1-7A44-C15013982DD7}"/>
                    </a:ext>
                  </a:extLst>
                </p:cNvPr>
                <p:cNvSpPr/>
                <p:nvPr/>
              </p:nvSpPr>
              <p:spPr>
                <a:xfrm>
                  <a:off x="9364217" y="11448808"/>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0" name="Freeform: Shape 4729">
                  <a:extLst>
                    <a:ext uri="{FF2B5EF4-FFF2-40B4-BE49-F238E27FC236}">
                      <a16:creationId xmlns:a16="http://schemas.microsoft.com/office/drawing/2014/main" id="{29CF6A72-6D73-E865-9EFD-976441889DC1}"/>
                    </a:ext>
                  </a:extLst>
                </p:cNvPr>
                <p:cNvSpPr/>
                <p:nvPr/>
              </p:nvSpPr>
              <p:spPr>
                <a:xfrm>
                  <a:off x="9364217" y="10947802"/>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1" name="Freeform: Shape 4730">
                  <a:extLst>
                    <a:ext uri="{FF2B5EF4-FFF2-40B4-BE49-F238E27FC236}">
                      <a16:creationId xmlns:a16="http://schemas.microsoft.com/office/drawing/2014/main" id="{C1AF77CC-8D49-947E-5757-70616CA40A2A}"/>
                    </a:ext>
                  </a:extLst>
                </p:cNvPr>
                <p:cNvSpPr/>
                <p:nvPr/>
              </p:nvSpPr>
              <p:spPr>
                <a:xfrm>
                  <a:off x="9364217" y="10446790"/>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32" name="Freeform: Shape 4731">
                  <a:extLst>
                    <a:ext uri="{FF2B5EF4-FFF2-40B4-BE49-F238E27FC236}">
                      <a16:creationId xmlns:a16="http://schemas.microsoft.com/office/drawing/2014/main" id="{7A49BEF6-2C77-87D4-A507-75075461A69F}"/>
                    </a:ext>
                  </a:extLst>
                </p:cNvPr>
                <p:cNvSpPr/>
                <p:nvPr/>
              </p:nvSpPr>
              <p:spPr>
                <a:xfrm>
                  <a:off x="9364217" y="9945780"/>
                  <a:ext cx="27622" cy="9525"/>
                </a:xfrm>
                <a:custGeom>
                  <a:avLst/>
                  <a:gdLst>
                    <a:gd name="connsiteX0" fmla="*/ 0 w 27622"/>
                    <a:gd name="connsiteY0" fmla="*/ 0 h 9525"/>
                    <a:gd name="connsiteX1" fmla="*/ 27623 w 27622"/>
                    <a:gd name="connsiteY1" fmla="*/ 0 h 9525"/>
                  </a:gdLst>
                  <a:ahLst/>
                  <a:cxnLst>
                    <a:cxn ang="0">
                      <a:pos x="connsiteX0" y="connsiteY0"/>
                    </a:cxn>
                    <a:cxn ang="0">
                      <a:pos x="connsiteX1" y="connsiteY1"/>
                    </a:cxn>
                  </a:cxnLst>
                  <a:rect l="l" t="t" r="r" b="b"/>
                  <a:pathLst>
                    <a:path w="27622" h="9525">
                      <a:moveTo>
                        <a:pt x="0" y="0"/>
                      </a:moveTo>
                      <a:lnTo>
                        <a:pt x="27623" y="0"/>
                      </a:lnTo>
                    </a:path>
                  </a:pathLst>
                </a:custGeom>
                <a:ln w="7937" cap="sq">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sp>
            <p:nvSpPr>
              <p:cNvPr id="4703" name="Freeform: Shape 4702">
                <a:extLst>
                  <a:ext uri="{FF2B5EF4-FFF2-40B4-BE49-F238E27FC236}">
                    <a16:creationId xmlns:a16="http://schemas.microsoft.com/office/drawing/2014/main" id="{E07CCE47-ECED-EC0C-B781-1AB5769CE479}"/>
                  </a:ext>
                </a:extLst>
              </p:cNvPr>
              <p:cNvSpPr/>
              <p:nvPr/>
            </p:nvSpPr>
            <p:spPr>
              <a:xfrm>
                <a:off x="9469621" y="12436653"/>
                <a:ext cx="2762250" cy="9525"/>
              </a:xfrm>
              <a:custGeom>
                <a:avLst/>
                <a:gdLst>
                  <a:gd name="connsiteX0" fmla="*/ 0 w 2762250"/>
                  <a:gd name="connsiteY0" fmla="*/ 0 h 9525"/>
                  <a:gd name="connsiteX1" fmla="*/ 2762250 w 2762250"/>
                  <a:gd name="connsiteY1" fmla="*/ 0 h 9525"/>
                </a:gdLst>
                <a:ahLst/>
                <a:cxnLst>
                  <a:cxn ang="0">
                    <a:pos x="connsiteX0" y="connsiteY0"/>
                  </a:cxn>
                  <a:cxn ang="0">
                    <a:pos x="connsiteX1" y="connsiteY1"/>
                  </a:cxn>
                </a:cxnLst>
                <a:rect l="l" t="t" r="r" b="b"/>
                <a:pathLst>
                  <a:path w="2762250" h="9525">
                    <a:moveTo>
                      <a:pt x="0" y="0"/>
                    </a:moveTo>
                    <a:lnTo>
                      <a:pt x="2762250" y="0"/>
                    </a:lnTo>
                  </a:path>
                </a:pathLst>
              </a:custGeom>
              <a:ln w="7937" cap="flat">
                <a:solidFill>
                  <a:srgbClr val="262626"/>
                </a:solidFill>
                <a:prstDash val="solid"/>
                <a:round/>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04" name="Freeform: Shape 4703">
                <a:extLst>
                  <a:ext uri="{FF2B5EF4-FFF2-40B4-BE49-F238E27FC236}">
                    <a16:creationId xmlns:a16="http://schemas.microsoft.com/office/drawing/2014/main" id="{54C6EF67-BA59-4495-E0F3-0AD84662A1BC}"/>
                  </a:ext>
                </a:extLst>
              </p:cNvPr>
              <p:cNvSpPr/>
              <p:nvPr/>
            </p:nvSpPr>
            <p:spPr>
              <a:xfrm>
                <a:off x="9567399" y="10274478"/>
                <a:ext cx="2444472" cy="2162175"/>
              </a:xfrm>
              <a:custGeom>
                <a:avLst/>
                <a:gdLst>
                  <a:gd name="connsiteX0" fmla="*/ 122223 w 2444472"/>
                  <a:gd name="connsiteY0" fmla="*/ 2162175 h 2162175"/>
                  <a:gd name="connsiteX1" fmla="*/ 122223 w 2444472"/>
                  <a:gd name="connsiteY1" fmla="*/ 1904867 h 2162175"/>
                  <a:gd name="connsiteX2" fmla="*/ 0 w 2444472"/>
                  <a:gd name="connsiteY2" fmla="*/ 1904867 h 2162175"/>
                  <a:gd name="connsiteX3" fmla="*/ 0 w 2444472"/>
                  <a:gd name="connsiteY3" fmla="*/ 2162175 h 2162175"/>
                  <a:gd name="connsiteX4" fmla="*/ 244447 w 2444472"/>
                  <a:gd name="connsiteY4" fmla="*/ 2162175 h 2162175"/>
                  <a:gd name="connsiteX5" fmla="*/ 244447 w 2444472"/>
                  <a:gd name="connsiteY5" fmla="*/ 1960731 h 2162175"/>
                  <a:gd name="connsiteX6" fmla="*/ 122223 w 2444472"/>
                  <a:gd name="connsiteY6" fmla="*/ 1960731 h 2162175"/>
                  <a:gd name="connsiteX7" fmla="*/ 122223 w 2444472"/>
                  <a:gd name="connsiteY7" fmla="*/ 2162175 h 2162175"/>
                  <a:gd name="connsiteX8" fmla="*/ 366671 w 2444472"/>
                  <a:gd name="connsiteY8" fmla="*/ 2162175 h 2162175"/>
                  <a:gd name="connsiteX9" fmla="*/ 366671 w 2444472"/>
                  <a:gd name="connsiteY9" fmla="*/ 1723558 h 2162175"/>
                  <a:gd name="connsiteX10" fmla="*/ 244447 w 2444472"/>
                  <a:gd name="connsiteY10" fmla="*/ 1723558 h 2162175"/>
                  <a:gd name="connsiteX11" fmla="*/ 244447 w 2444472"/>
                  <a:gd name="connsiteY11" fmla="*/ 2162175 h 2162175"/>
                  <a:gd name="connsiteX12" fmla="*/ 488894 w 2444472"/>
                  <a:gd name="connsiteY12" fmla="*/ 2162175 h 2162175"/>
                  <a:gd name="connsiteX13" fmla="*/ 488894 w 2444472"/>
                  <a:gd name="connsiteY13" fmla="*/ 1545603 h 2162175"/>
                  <a:gd name="connsiteX14" fmla="*/ 366671 w 2444472"/>
                  <a:gd name="connsiteY14" fmla="*/ 1545603 h 2162175"/>
                  <a:gd name="connsiteX15" fmla="*/ 366671 w 2444472"/>
                  <a:gd name="connsiteY15" fmla="*/ 2162175 h 2162175"/>
                  <a:gd name="connsiteX16" fmla="*/ 611119 w 2444472"/>
                  <a:gd name="connsiteY16" fmla="*/ 2162175 h 2162175"/>
                  <a:gd name="connsiteX17" fmla="*/ 611119 w 2444472"/>
                  <a:gd name="connsiteY17" fmla="*/ 1386278 h 2162175"/>
                  <a:gd name="connsiteX18" fmla="*/ 488894 w 2444472"/>
                  <a:gd name="connsiteY18" fmla="*/ 1386278 h 2162175"/>
                  <a:gd name="connsiteX19" fmla="*/ 488894 w 2444472"/>
                  <a:gd name="connsiteY19" fmla="*/ 2162175 h 2162175"/>
                  <a:gd name="connsiteX20" fmla="*/ 733344 w 2444472"/>
                  <a:gd name="connsiteY20" fmla="*/ 2162175 h 2162175"/>
                  <a:gd name="connsiteX21" fmla="*/ 733344 w 2444472"/>
                  <a:gd name="connsiteY21" fmla="*/ 1149868 h 2162175"/>
                  <a:gd name="connsiteX22" fmla="*/ 611119 w 2444472"/>
                  <a:gd name="connsiteY22" fmla="*/ 1149868 h 2162175"/>
                  <a:gd name="connsiteX23" fmla="*/ 611119 w 2444472"/>
                  <a:gd name="connsiteY23" fmla="*/ 2162175 h 2162175"/>
                  <a:gd name="connsiteX24" fmla="*/ 855569 w 2444472"/>
                  <a:gd name="connsiteY24" fmla="*/ 2162175 h 2162175"/>
                  <a:gd name="connsiteX25" fmla="*/ 855569 w 2444472"/>
                  <a:gd name="connsiteY25" fmla="*/ 245052 h 2162175"/>
                  <a:gd name="connsiteX26" fmla="*/ 733344 w 2444472"/>
                  <a:gd name="connsiteY26" fmla="*/ 245052 h 2162175"/>
                  <a:gd name="connsiteX27" fmla="*/ 733344 w 2444472"/>
                  <a:gd name="connsiteY27" fmla="*/ 2162175 h 2162175"/>
                  <a:gd name="connsiteX28" fmla="*/ 977784 w 2444472"/>
                  <a:gd name="connsiteY28" fmla="*/ 2162175 h 2162175"/>
                  <a:gd name="connsiteX29" fmla="*/ 977784 w 2444472"/>
                  <a:gd name="connsiteY29" fmla="*/ 0 h 2162175"/>
                  <a:gd name="connsiteX30" fmla="*/ 855569 w 2444472"/>
                  <a:gd name="connsiteY30" fmla="*/ 0 h 2162175"/>
                  <a:gd name="connsiteX31" fmla="*/ 855569 w 2444472"/>
                  <a:gd name="connsiteY31" fmla="*/ 2162175 h 2162175"/>
                  <a:gd name="connsiteX32" fmla="*/ 1100009 w 2444472"/>
                  <a:gd name="connsiteY32" fmla="*/ 2162175 h 2162175"/>
                  <a:gd name="connsiteX33" fmla="*/ 1100009 w 2444472"/>
                  <a:gd name="connsiteY33" fmla="*/ 587573 h 2162175"/>
                  <a:gd name="connsiteX34" fmla="*/ 977784 w 2444472"/>
                  <a:gd name="connsiteY34" fmla="*/ 587573 h 2162175"/>
                  <a:gd name="connsiteX35" fmla="*/ 977784 w 2444472"/>
                  <a:gd name="connsiteY35" fmla="*/ 2162175 h 2162175"/>
                  <a:gd name="connsiteX36" fmla="*/ 1222234 w 2444472"/>
                  <a:gd name="connsiteY36" fmla="*/ 2162175 h 2162175"/>
                  <a:gd name="connsiteX37" fmla="*/ 1222234 w 2444472"/>
                  <a:gd name="connsiteY37" fmla="*/ 787260 h 2162175"/>
                  <a:gd name="connsiteX38" fmla="*/ 1100009 w 2444472"/>
                  <a:gd name="connsiteY38" fmla="*/ 787260 h 2162175"/>
                  <a:gd name="connsiteX39" fmla="*/ 1100009 w 2444472"/>
                  <a:gd name="connsiteY39" fmla="*/ 2162175 h 2162175"/>
                  <a:gd name="connsiteX40" fmla="*/ 1344459 w 2444472"/>
                  <a:gd name="connsiteY40" fmla="*/ 2162175 h 2162175"/>
                  <a:gd name="connsiteX41" fmla="*/ 1344459 w 2444472"/>
                  <a:gd name="connsiteY41" fmla="*/ 943728 h 2162175"/>
                  <a:gd name="connsiteX42" fmla="*/ 1222234 w 2444472"/>
                  <a:gd name="connsiteY42" fmla="*/ 943728 h 2162175"/>
                  <a:gd name="connsiteX43" fmla="*/ 1222234 w 2444472"/>
                  <a:gd name="connsiteY43" fmla="*/ 2162175 h 2162175"/>
                  <a:gd name="connsiteX44" fmla="*/ 1466683 w 2444472"/>
                  <a:gd name="connsiteY44" fmla="*/ 2162175 h 2162175"/>
                  <a:gd name="connsiteX45" fmla="*/ 1466683 w 2444472"/>
                  <a:gd name="connsiteY45" fmla="*/ 848058 h 2162175"/>
                  <a:gd name="connsiteX46" fmla="*/ 1344459 w 2444472"/>
                  <a:gd name="connsiteY46" fmla="*/ 848058 h 2162175"/>
                  <a:gd name="connsiteX47" fmla="*/ 1344459 w 2444472"/>
                  <a:gd name="connsiteY47" fmla="*/ 2162175 h 2162175"/>
                  <a:gd name="connsiteX48" fmla="*/ 1588908 w 2444472"/>
                  <a:gd name="connsiteY48" fmla="*/ 2162175 h 2162175"/>
                  <a:gd name="connsiteX49" fmla="*/ 1588908 w 2444472"/>
                  <a:gd name="connsiteY49" fmla="*/ 402974 h 2162175"/>
                  <a:gd name="connsiteX50" fmla="*/ 1466683 w 2444472"/>
                  <a:gd name="connsiteY50" fmla="*/ 402974 h 2162175"/>
                  <a:gd name="connsiteX51" fmla="*/ 1466683 w 2444472"/>
                  <a:gd name="connsiteY51" fmla="*/ 2162175 h 2162175"/>
                  <a:gd name="connsiteX52" fmla="*/ 1711123 w 2444472"/>
                  <a:gd name="connsiteY52" fmla="*/ 2162175 h 2162175"/>
                  <a:gd name="connsiteX53" fmla="*/ 1711123 w 2444472"/>
                  <a:gd name="connsiteY53" fmla="*/ 1757153 h 2162175"/>
                  <a:gd name="connsiteX54" fmla="*/ 1588908 w 2444472"/>
                  <a:gd name="connsiteY54" fmla="*/ 1757153 h 2162175"/>
                  <a:gd name="connsiteX55" fmla="*/ 1588908 w 2444472"/>
                  <a:gd name="connsiteY55" fmla="*/ 2162175 h 2162175"/>
                  <a:gd name="connsiteX56" fmla="*/ 1833348 w 2444472"/>
                  <a:gd name="connsiteY56" fmla="*/ 2162175 h 2162175"/>
                  <a:gd name="connsiteX57" fmla="*/ 1833348 w 2444472"/>
                  <a:gd name="connsiteY57" fmla="*/ 1981010 h 2162175"/>
                  <a:gd name="connsiteX58" fmla="*/ 1711123 w 2444472"/>
                  <a:gd name="connsiteY58" fmla="*/ 1981010 h 2162175"/>
                  <a:gd name="connsiteX59" fmla="*/ 1711123 w 2444472"/>
                  <a:gd name="connsiteY59" fmla="*/ 2162175 h 2162175"/>
                  <a:gd name="connsiteX60" fmla="*/ 1955573 w 2444472"/>
                  <a:gd name="connsiteY60" fmla="*/ 2162175 h 2162175"/>
                  <a:gd name="connsiteX61" fmla="*/ 1955573 w 2444472"/>
                  <a:gd name="connsiteY61" fmla="*/ 1880007 h 2162175"/>
                  <a:gd name="connsiteX62" fmla="*/ 1833348 w 2444472"/>
                  <a:gd name="connsiteY62" fmla="*/ 1880007 h 2162175"/>
                  <a:gd name="connsiteX63" fmla="*/ 1833348 w 2444472"/>
                  <a:gd name="connsiteY63" fmla="*/ 2162175 h 2162175"/>
                  <a:gd name="connsiteX64" fmla="*/ 2077798 w 2444472"/>
                  <a:gd name="connsiteY64" fmla="*/ 2162175 h 2162175"/>
                  <a:gd name="connsiteX65" fmla="*/ 2077798 w 2444472"/>
                  <a:gd name="connsiteY65" fmla="*/ 2060324 h 2162175"/>
                  <a:gd name="connsiteX66" fmla="*/ 1955573 w 2444472"/>
                  <a:gd name="connsiteY66" fmla="*/ 2060324 h 2162175"/>
                  <a:gd name="connsiteX67" fmla="*/ 1955573 w 2444472"/>
                  <a:gd name="connsiteY67" fmla="*/ 2162175 h 2162175"/>
                  <a:gd name="connsiteX68" fmla="*/ 2200023 w 2444472"/>
                  <a:gd name="connsiteY68" fmla="*/ 2162175 h 2162175"/>
                  <a:gd name="connsiteX69" fmla="*/ 2200023 w 2444472"/>
                  <a:gd name="connsiteY69" fmla="*/ 2086594 h 2162175"/>
                  <a:gd name="connsiteX70" fmla="*/ 2077798 w 2444472"/>
                  <a:gd name="connsiteY70" fmla="*/ 2086594 h 2162175"/>
                  <a:gd name="connsiteX71" fmla="*/ 2077798 w 2444472"/>
                  <a:gd name="connsiteY71" fmla="*/ 2162175 h 2162175"/>
                  <a:gd name="connsiteX72" fmla="*/ 2322248 w 2444472"/>
                  <a:gd name="connsiteY72" fmla="*/ 2162175 h 2162175"/>
                  <a:gd name="connsiteX73" fmla="*/ 2322248 w 2444472"/>
                  <a:gd name="connsiteY73" fmla="*/ 1993144 h 2162175"/>
                  <a:gd name="connsiteX74" fmla="*/ 2200023 w 2444472"/>
                  <a:gd name="connsiteY74" fmla="*/ 1993144 h 2162175"/>
                  <a:gd name="connsiteX75" fmla="*/ 2200023 w 2444472"/>
                  <a:gd name="connsiteY75" fmla="*/ 2162175 h 2162175"/>
                  <a:gd name="connsiteX76" fmla="*/ 2444472 w 2444472"/>
                  <a:gd name="connsiteY76" fmla="*/ 2162175 h 2162175"/>
                  <a:gd name="connsiteX77" fmla="*/ 2444472 w 2444472"/>
                  <a:gd name="connsiteY77" fmla="*/ 2052056 h 2162175"/>
                  <a:gd name="connsiteX78" fmla="*/ 2322248 w 2444472"/>
                  <a:gd name="connsiteY78" fmla="*/ 2052056 h 2162175"/>
                  <a:gd name="connsiteX79" fmla="*/ 2322248 w 2444472"/>
                  <a:gd name="connsiteY79" fmla="*/ 2162175 h 216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444472" h="2162175">
                    <a:moveTo>
                      <a:pt x="122223" y="2162175"/>
                    </a:moveTo>
                    <a:lnTo>
                      <a:pt x="122223" y="1904867"/>
                    </a:lnTo>
                    <a:lnTo>
                      <a:pt x="0" y="1904867"/>
                    </a:lnTo>
                    <a:lnTo>
                      <a:pt x="0" y="2162175"/>
                    </a:lnTo>
                    <a:close/>
                    <a:moveTo>
                      <a:pt x="244447" y="2162175"/>
                    </a:moveTo>
                    <a:lnTo>
                      <a:pt x="244447" y="1960731"/>
                    </a:lnTo>
                    <a:lnTo>
                      <a:pt x="122223" y="1960731"/>
                    </a:lnTo>
                    <a:lnTo>
                      <a:pt x="122223" y="2162175"/>
                    </a:lnTo>
                    <a:close/>
                    <a:moveTo>
                      <a:pt x="366671" y="2162175"/>
                    </a:moveTo>
                    <a:lnTo>
                      <a:pt x="366671" y="1723558"/>
                    </a:lnTo>
                    <a:lnTo>
                      <a:pt x="244447" y="1723558"/>
                    </a:lnTo>
                    <a:lnTo>
                      <a:pt x="244447" y="2162175"/>
                    </a:lnTo>
                    <a:close/>
                    <a:moveTo>
                      <a:pt x="488894" y="2162175"/>
                    </a:moveTo>
                    <a:lnTo>
                      <a:pt x="488894" y="1545603"/>
                    </a:lnTo>
                    <a:lnTo>
                      <a:pt x="366671" y="1545603"/>
                    </a:lnTo>
                    <a:lnTo>
                      <a:pt x="366671" y="2162175"/>
                    </a:lnTo>
                    <a:close/>
                    <a:moveTo>
                      <a:pt x="611119" y="2162175"/>
                    </a:moveTo>
                    <a:lnTo>
                      <a:pt x="611119" y="1386278"/>
                    </a:lnTo>
                    <a:lnTo>
                      <a:pt x="488894" y="1386278"/>
                    </a:lnTo>
                    <a:lnTo>
                      <a:pt x="488894" y="2162175"/>
                    </a:lnTo>
                    <a:close/>
                    <a:moveTo>
                      <a:pt x="733344" y="2162175"/>
                    </a:moveTo>
                    <a:lnTo>
                      <a:pt x="733344" y="1149868"/>
                    </a:lnTo>
                    <a:lnTo>
                      <a:pt x="611119" y="1149868"/>
                    </a:lnTo>
                    <a:lnTo>
                      <a:pt x="611119" y="2162175"/>
                    </a:lnTo>
                    <a:close/>
                    <a:moveTo>
                      <a:pt x="855569" y="2162175"/>
                    </a:moveTo>
                    <a:lnTo>
                      <a:pt x="855569" y="245052"/>
                    </a:lnTo>
                    <a:lnTo>
                      <a:pt x="733344" y="245052"/>
                    </a:lnTo>
                    <a:lnTo>
                      <a:pt x="733344" y="2162175"/>
                    </a:lnTo>
                    <a:close/>
                    <a:moveTo>
                      <a:pt x="977784" y="2162175"/>
                    </a:moveTo>
                    <a:lnTo>
                      <a:pt x="977784" y="0"/>
                    </a:lnTo>
                    <a:lnTo>
                      <a:pt x="855569" y="0"/>
                    </a:lnTo>
                    <a:lnTo>
                      <a:pt x="855569" y="2162175"/>
                    </a:lnTo>
                    <a:close/>
                    <a:moveTo>
                      <a:pt x="1100009" y="2162175"/>
                    </a:moveTo>
                    <a:lnTo>
                      <a:pt x="1100009" y="587573"/>
                    </a:lnTo>
                    <a:lnTo>
                      <a:pt x="977784" y="587573"/>
                    </a:lnTo>
                    <a:lnTo>
                      <a:pt x="977784" y="2162175"/>
                    </a:lnTo>
                    <a:close/>
                    <a:moveTo>
                      <a:pt x="1222234" y="2162175"/>
                    </a:moveTo>
                    <a:lnTo>
                      <a:pt x="1222234" y="787260"/>
                    </a:lnTo>
                    <a:lnTo>
                      <a:pt x="1100009" y="787260"/>
                    </a:lnTo>
                    <a:lnTo>
                      <a:pt x="1100009" y="2162175"/>
                    </a:lnTo>
                    <a:close/>
                    <a:moveTo>
                      <a:pt x="1344459" y="2162175"/>
                    </a:moveTo>
                    <a:lnTo>
                      <a:pt x="1344459" y="943728"/>
                    </a:lnTo>
                    <a:lnTo>
                      <a:pt x="1222234" y="943728"/>
                    </a:lnTo>
                    <a:lnTo>
                      <a:pt x="1222234" y="2162175"/>
                    </a:lnTo>
                    <a:close/>
                    <a:moveTo>
                      <a:pt x="1466683" y="2162175"/>
                    </a:moveTo>
                    <a:lnTo>
                      <a:pt x="1466683" y="848058"/>
                    </a:lnTo>
                    <a:lnTo>
                      <a:pt x="1344459" y="848058"/>
                    </a:lnTo>
                    <a:lnTo>
                      <a:pt x="1344459" y="2162175"/>
                    </a:lnTo>
                    <a:close/>
                    <a:moveTo>
                      <a:pt x="1588908" y="2162175"/>
                    </a:moveTo>
                    <a:lnTo>
                      <a:pt x="1588908" y="402974"/>
                    </a:lnTo>
                    <a:lnTo>
                      <a:pt x="1466683" y="402974"/>
                    </a:lnTo>
                    <a:lnTo>
                      <a:pt x="1466683" y="2162175"/>
                    </a:lnTo>
                    <a:close/>
                    <a:moveTo>
                      <a:pt x="1711123" y="2162175"/>
                    </a:moveTo>
                    <a:lnTo>
                      <a:pt x="1711123" y="1757153"/>
                    </a:lnTo>
                    <a:lnTo>
                      <a:pt x="1588908" y="1757153"/>
                    </a:lnTo>
                    <a:lnTo>
                      <a:pt x="1588908" y="2162175"/>
                    </a:lnTo>
                    <a:close/>
                    <a:moveTo>
                      <a:pt x="1833348" y="2162175"/>
                    </a:moveTo>
                    <a:lnTo>
                      <a:pt x="1833348" y="1981010"/>
                    </a:lnTo>
                    <a:lnTo>
                      <a:pt x="1711123" y="1981010"/>
                    </a:lnTo>
                    <a:lnTo>
                      <a:pt x="1711123" y="2162175"/>
                    </a:lnTo>
                    <a:close/>
                    <a:moveTo>
                      <a:pt x="1955573" y="2162175"/>
                    </a:moveTo>
                    <a:lnTo>
                      <a:pt x="1955573" y="1880007"/>
                    </a:lnTo>
                    <a:lnTo>
                      <a:pt x="1833348" y="1880007"/>
                    </a:lnTo>
                    <a:lnTo>
                      <a:pt x="1833348" y="2162175"/>
                    </a:lnTo>
                    <a:close/>
                    <a:moveTo>
                      <a:pt x="2077798" y="2162175"/>
                    </a:moveTo>
                    <a:lnTo>
                      <a:pt x="2077798" y="2060324"/>
                    </a:lnTo>
                    <a:lnTo>
                      <a:pt x="1955573" y="2060324"/>
                    </a:lnTo>
                    <a:lnTo>
                      <a:pt x="1955573" y="2162175"/>
                    </a:lnTo>
                    <a:close/>
                    <a:moveTo>
                      <a:pt x="2200023" y="2162175"/>
                    </a:moveTo>
                    <a:lnTo>
                      <a:pt x="2200023" y="2086594"/>
                    </a:lnTo>
                    <a:lnTo>
                      <a:pt x="2077798" y="2086594"/>
                    </a:lnTo>
                    <a:lnTo>
                      <a:pt x="2077798" y="2162175"/>
                    </a:lnTo>
                    <a:close/>
                    <a:moveTo>
                      <a:pt x="2322248" y="2162175"/>
                    </a:moveTo>
                    <a:lnTo>
                      <a:pt x="2322248" y="1993144"/>
                    </a:lnTo>
                    <a:lnTo>
                      <a:pt x="2200023" y="1993144"/>
                    </a:lnTo>
                    <a:lnTo>
                      <a:pt x="2200023" y="2162175"/>
                    </a:lnTo>
                    <a:close/>
                    <a:moveTo>
                      <a:pt x="2444472" y="2162175"/>
                    </a:moveTo>
                    <a:lnTo>
                      <a:pt x="2444472" y="2052056"/>
                    </a:lnTo>
                    <a:lnTo>
                      <a:pt x="2322248" y="2052056"/>
                    </a:lnTo>
                    <a:lnTo>
                      <a:pt x="2322248" y="2162175"/>
                    </a:lnTo>
                    <a:close/>
                  </a:path>
                </a:pathLst>
              </a:custGeom>
              <a:solidFill>
                <a:srgbClr val="0000FF">
                  <a:alpha val="70000"/>
                </a:srgbClr>
              </a:solidFill>
              <a:ln w="9525" cap="sq">
                <a:no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nvGrpSpPr>
              <p:cNvPr id="4705" name="Graphic 33">
                <a:extLst>
                  <a:ext uri="{FF2B5EF4-FFF2-40B4-BE49-F238E27FC236}">
                    <a16:creationId xmlns:a16="http://schemas.microsoft.com/office/drawing/2014/main" id="{C96354C1-2D11-3034-0853-3101D9D99FEE}"/>
                  </a:ext>
                </a:extLst>
              </p:cNvPr>
              <p:cNvGrpSpPr/>
              <p:nvPr/>
            </p:nvGrpSpPr>
            <p:grpSpPr>
              <a:xfrm>
                <a:off x="9567399" y="10274478"/>
                <a:ext cx="2566687" cy="2162175"/>
                <a:chOff x="9461995" y="9787648"/>
                <a:chExt cx="2566687" cy="2162175"/>
              </a:xfrm>
              <a:noFill/>
            </p:grpSpPr>
            <p:sp>
              <p:nvSpPr>
                <p:cNvPr id="4706" name="Freeform: Shape 4705">
                  <a:extLst>
                    <a:ext uri="{FF2B5EF4-FFF2-40B4-BE49-F238E27FC236}">
                      <a16:creationId xmlns:a16="http://schemas.microsoft.com/office/drawing/2014/main" id="{4A301735-0313-2A1D-6E3C-2C04B21E7F94}"/>
                    </a:ext>
                  </a:extLst>
                </p:cNvPr>
                <p:cNvSpPr/>
                <p:nvPr/>
              </p:nvSpPr>
              <p:spPr>
                <a:xfrm>
                  <a:off x="9461995" y="11692514"/>
                  <a:ext cx="122222" cy="257308"/>
                </a:xfrm>
                <a:custGeom>
                  <a:avLst/>
                  <a:gdLst>
                    <a:gd name="connsiteX0" fmla="*/ 0 w 122222"/>
                    <a:gd name="connsiteY0" fmla="*/ 257308 h 257308"/>
                    <a:gd name="connsiteX1" fmla="*/ 0 w 122222"/>
                    <a:gd name="connsiteY1" fmla="*/ 0 h 257308"/>
                    <a:gd name="connsiteX2" fmla="*/ 122223 w 122222"/>
                    <a:gd name="connsiteY2" fmla="*/ 0 h 257308"/>
                    <a:gd name="connsiteX3" fmla="*/ 122223 w 122222"/>
                    <a:gd name="connsiteY3" fmla="*/ 257308 h 257308"/>
                  </a:gdLst>
                  <a:ahLst/>
                  <a:cxnLst>
                    <a:cxn ang="0">
                      <a:pos x="connsiteX0" y="connsiteY0"/>
                    </a:cxn>
                    <a:cxn ang="0">
                      <a:pos x="connsiteX1" y="connsiteY1"/>
                    </a:cxn>
                    <a:cxn ang="0">
                      <a:pos x="connsiteX2" y="connsiteY2"/>
                    </a:cxn>
                    <a:cxn ang="0">
                      <a:pos x="connsiteX3" y="connsiteY3"/>
                    </a:cxn>
                  </a:cxnLst>
                  <a:rect l="l" t="t" r="r" b="b"/>
                  <a:pathLst>
                    <a:path w="122222" h="257308">
                      <a:moveTo>
                        <a:pt x="0" y="257308"/>
                      </a:moveTo>
                      <a:lnTo>
                        <a:pt x="0" y="0"/>
                      </a:lnTo>
                      <a:lnTo>
                        <a:pt x="122223" y="0"/>
                      </a:lnTo>
                      <a:lnTo>
                        <a:pt x="122223" y="257308"/>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07" name="Freeform: Shape 4706">
                  <a:extLst>
                    <a:ext uri="{FF2B5EF4-FFF2-40B4-BE49-F238E27FC236}">
                      <a16:creationId xmlns:a16="http://schemas.microsoft.com/office/drawing/2014/main" id="{88ED653C-511D-E8DE-66E5-40266106E2A4}"/>
                    </a:ext>
                  </a:extLst>
                </p:cNvPr>
                <p:cNvSpPr/>
                <p:nvPr/>
              </p:nvSpPr>
              <p:spPr>
                <a:xfrm>
                  <a:off x="9584218" y="11748378"/>
                  <a:ext cx="122223" cy="201444"/>
                </a:xfrm>
                <a:custGeom>
                  <a:avLst/>
                  <a:gdLst>
                    <a:gd name="connsiteX0" fmla="*/ 0 w 122223"/>
                    <a:gd name="connsiteY0" fmla="*/ 201444 h 201444"/>
                    <a:gd name="connsiteX1" fmla="*/ 0 w 122223"/>
                    <a:gd name="connsiteY1" fmla="*/ 0 h 201444"/>
                    <a:gd name="connsiteX2" fmla="*/ 122224 w 122223"/>
                    <a:gd name="connsiteY2" fmla="*/ 0 h 201444"/>
                    <a:gd name="connsiteX3" fmla="*/ 122224 w 122223"/>
                    <a:gd name="connsiteY3" fmla="*/ 201444 h 201444"/>
                  </a:gdLst>
                  <a:ahLst/>
                  <a:cxnLst>
                    <a:cxn ang="0">
                      <a:pos x="connsiteX0" y="connsiteY0"/>
                    </a:cxn>
                    <a:cxn ang="0">
                      <a:pos x="connsiteX1" y="connsiteY1"/>
                    </a:cxn>
                    <a:cxn ang="0">
                      <a:pos x="connsiteX2" y="connsiteY2"/>
                    </a:cxn>
                    <a:cxn ang="0">
                      <a:pos x="connsiteX3" y="connsiteY3"/>
                    </a:cxn>
                  </a:cxnLst>
                  <a:rect l="l" t="t" r="r" b="b"/>
                  <a:pathLst>
                    <a:path w="122223" h="201444">
                      <a:moveTo>
                        <a:pt x="0" y="201444"/>
                      </a:moveTo>
                      <a:lnTo>
                        <a:pt x="0" y="0"/>
                      </a:lnTo>
                      <a:lnTo>
                        <a:pt x="122224" y="0"/>
                      </a:lnTo>
                      <a:lnTo>
                        <a:pt x="122224" y="201444"/>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08" name="Freeform: Shape 4707">
                  <a:extLst>
                    <a:ext uri="{FF2B5EF4-FFF2-40B4-BE49-F238E27FC236}">
                      <a16:creationId xmlns:a16="http://schemas.microsoft.com/office/drawing/2014/main" id="{98AF9808-481A-65E1-643D-4CCE715BCBEB}"/>
                    </a:ext>
                  </a:extLst>
                </p:cNvPr>
                <p:cNvSpPr/>
                <p:nvPr/>
              </p:nvSpPr>
              <p:spPr>
                <a:xfrm>
                  <a:off x="9706442" y="11511206"/>
                  <a:ext cx="122223" cy="438616"/>
                </a:xfrm>
                <a:custGeom>
                  <a:avLst/>
                  <a:gdLst>
                    <a:gd name="connsiteX0" fmla="*/ 0 w 122223"/>
                    <a:gd name="connsiteY0" fmla="*/ 438617 h 438616"/>
                    <a:gd name="connsiteX1" fmla="*/ 0 w 122223"/>
                    <a:gd name="connsiteY1" fmla="*/ 0 h 438616"/>
                    <a:gd name="connsiteX2" fmla="*/ 122224 w 122223"/>
                    <a:gd name="connsiteY2" fmla="*/ 0 h 438616"/>
                    <a:gd name="connsiteX3" fmla="*/ 122224 w 122223"/>
                    <a:gd name="connsiteY3" fmla="*/ 438617 h 438616"/>
                  </a:gdLst>
                  <a:ahLst/>
                  <a:cxnLst>
                    <a:cxn ang="0">
                      <a:pos x="connsiteX0" y="connsiteY0"/>
                    </a:cxn>
                    <a:cxn ang="0">
                      <a:pos x="connsiteX1" y="connsiteY1"/>
                    </a:cxn>
                    <a:cxn ang="0">
                      <a:pos x="connsiteX2" y="connsiteY2"/>
                    </a:cxn>
                    <a:cxn ang="0">
                      <a:pos x="connsiteX3" y="connsiteY3"/>
                    </a:cxn>
                  </a:cxnLst>
                  <a:rect l="l" t="t" r="r" b="b"/>
                  <a:pathLst>
                    <a:path w="122223" h="438616">
                      <a:moveTo>
                        <a:pt x="0" y="438617"/>
                      </a:moveTo>
                      <a:lnTo>
                        <a:pt x="0" y="0"/>
                      </a:lnTo>
                      <a:lnTo>
                        <a:pt x="122224" y="0"/>
                      </a:lnTo>
                      <a:lnTo>
                        <a:pt x="122224" y="438617"/>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09" name="Freeform: Shape 4708">
                  <a:extLst>
                    <a:ext uri="{FF2B5EF4-FFF2-40B4-BE49-F238E27FC236}">
                      <a16:creationId xmlns:a16="http://schemas.microsoft.com/office/drawing/2014/main" id="{53CA4E36-E4E5-2D44-353C-A329F01745C4}"/>
                    </a:ext>
                  </a:extLst>
                </p:cNvPr>
                <p:cNvSpPr/>
                <p:nvPr/>
              </p:nvSpPr>
              <p:spPr>
                <a:xfrm>
                  <a:off x="9828666" y="11333250"/>
                  <a:ext cx="122223" cy="616572"/>
                </a:xfrm>
                <a:custGeom>
                  <a:avLst/>
                  <a:gdLst>
                    <a:gd name="connsiteX0" fmla="*/ 0 w 122223"/>
                    <a:gd name="connsiteY0" fmla="*/ 616572 h 616572"/>
                    <a:gd name="connsiteX1" fmla="*/ 0 w 122223"/>
                    <a:gd name="connsiteY1" fmla="*/ 0 h 616572"/>
                    <a:gd name="connsiteX2" fmla="*/ 122224 w 122223"/>
                    <a:gd name="connsiteY2" fmla="*/ 0 h 616572"/>
                    <a:gd name="connsiteX3" fmla="*/ 122224 w 122223"/>
                    <a:gd name="connsiteY3" fmla="*/ 616572 h 616572"/>
                  </a:gdLst>
                  <a:ahLst/>
                  <a:cxnLst>
                    <a:cxn ang="0">
                      <a:pos x="connsiteX0" y="connsiteY0"/>
                    </a:cxn>
                    <a:cxn ang="0">
                      <a:pos x="connsiteX1" y="connsiteY1"/>
                    </a:cxn>
                    <a:cxn ang="0">
                      <a:pos x="connsiteX2" y="connsiteY2"/>
                    </a:cxn>
                    <a:cxn ang="0">
                      <a:pos x="connsiteX3" y="connsiteY3"/>
                    </a:cxn>
                  </a:cxnLst>
                  <a:rect l="l" t="t" r="r" b="b"/>
                  <a:pathLst>
                    <a:path w="122223" h="616572">
                      <a:moveTo>
                        <a:pt x="0" y="616572"/>
                      </a:moveTo>
                      <a:lnTo>
                        <a:pt x="0" y="0"/>
                      </a:lnTo>
                      <a:lnTo>
                        <a:pt x="122224" y="0"/>
                      </a:lnTo>
                      <a:lnTo>
                        <a:pt x="122224" y="616572"/>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0" name="Freeform: Shape 4709">
                  <a:extLst>
                    <a:ext uri="{FF2B5EF4-FFF2-40B4-BE49-F238E27FC236}">
                      <a16:creationId xmlns:a16="http://schemas.microsoft.com/office/drawing/2014/main" id="{E85D665B-5E96-47F3-A262-179DDC93D2A3}"/>
                    </a:ext>
                  </a:extLst>
                </p:cNvPr>
                <p:cNvSpPr/>
                <p:nvPr/>
              </p:nvSpPr>
              <p:spPr>
                <a:xfrm>
                  <a:off x="9950890" y="11173926"/>
                  <a:ext cx="122224" cy="775896"/>
                </a:xfrm>
                <a:custGeom>
                  <a:avLst/>
                  <a:gdLst>
                    <a:gd name="connsiteX0" fmla="*/ 0 w 122224"/>
                    <a:gd name="connsiteY0" fmla="*/ 775897 h 775896"/>
                    <a:gd name="connsiteX1" fmla="*/ 0 w 122224"/>
                    <a:gd name="connsiteY1" fmla="*/ 0 h 775896"/>
                    <a:gd name="connsiteX2" fmla="*/ 122225 w 122224"/>
                    <a:gd name="connsiteY2" fmla="*/ 0 h 775896"/>
                    <a:gd name="connsiteX3" fmla="*/ 122225 w 122224"/>
                    <a:gd name="connsiteY3" fmla="*/ 775897 h 775896"/>
                  </a:gdLst>
                  <a:ahLst/>
                  <a:cxnLst>
                    <a:cxn ang="0">
                      <a:pos x="connsiteX0" y="connsiteY0"/>
                    </a:cxn>
                    <a:cxn ang="0">
                      <a:pos x="connsiteX1" y="connsiteY1"/>
                    </a:cxn>
                    <a:cxn ang="0">
                      <a:pos x="connsiteX2" y="connsiteY2"/>
                    </a:cxn>
                    <a:cxn ang="0">
                      <a:pos x="connsiteX3" y="connsiteY3"/>
                    </a:cxn>
                  </a:cxnLst>
                  <a:rect l="l" t="t" r="r" b="b"/>
                  <a:pathLst>
                    <a:path w="122224" h="775896">
                      <a:moveTo>
                        <a:pt x="0" y="775897"/>
                      </a:moveTo>
                      <a:lnTo>
                        <a:pt x="0" y="0"/>
                      </a:lnTo>
                      <a:lnTo>
                        <a:pt x="122225" y="0"/>
                      </a:lnTo>
                      <a:lnTo>
                        <a:pt x="122225" y="775897"/>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1" name="Freeform: Shape 4710">
                  <a:extLst>
                    <a:ext uri="{FF2B5EF4-FFF2-40B4-BE49-F238E27FC236}">
                      <a16:creationId xmlns:a16="http://schemas.microsoft.com/office/drawing/2014/main" id="{0E9FAE5F-30FB-54B1-78C2-4C6089750037}"/>
                    </a:ext>
                  </a:extLst>
                </p:cNvPr>
                <p:cNvSpPr/>
                <p:nvPr/>
              </p:nvSpPr>
              <p:spPr>
                <a:xfrm>
                  <a:off x="10073115" y="10937515"/>
                  <a:ext cx="122224" cy="1012307"/>
                </a:xfrm>
                <a:custGeom>
                  <a:avLst/>
                  <a:gdLst>
                    <a:gd name="connsiteX0" fmla="*/ 0 w 122224"/>
                    <a:gd name="connsiteY0" fmla="*/ 1012308 h 1012307"/>
                    <a:gd name="connsiteX1" fmla="*/ 0 w 122224"/>
                    <a:gd name="connsiteY1" fmla="*/ 0 h 1012307"/>
                    <a:gd name="connsiteX2" fmla="*/ 122225 w 122224"/>
                    <a:gd name="connsiteY2" fmla="*/ 0 h 1012307"/>
                    <a:gd name="connsiteX3" fmla="*/ 122225 w 122224"/>
                    <a:gd name="connsiteY3" fmla="*/ 1012308 h 1012307"/>
                  </a:gdLst>
                  <a:ahLst/>
                  <a:cxnLst>
                    <a:cxn ang="0">
                      <a:pos x="connsiteX0" y="connsiteY0"/>
                    </a:cxn>
                    <a:cxn ang="0">
                      <a:pos x="connsiteX1" y="connsiteY1"/>
                    </a:cxn>
                    <a:cxn ang="0">
                      <a:pos x="connsiteX2" y="connsiteY2"/>
                    </a:cxn>
                    <a:cxn ang="0">
                      <a:pos x="connsiteX3" y="connsiteY3"/>
                    </a:cxn>
                  </a:cxnLst>
                  <a:rect l="l" t="t" r="r" b="b"/>
                  <a:pathLst>
                    <a:path w="122224" h="1012307">
                      <a:moveTo>
                        <a:pt x="0" y="1012308"/>
                      </a:moveTo>
                      <a:lnTo>
                        <a:pt x="0" y="0"/>
                      </a:lnTo>
                      <a:lnTo>
                        <a:pt x="122225" y="0"/>
                      </a:lnTo>
                      <a:lnTo>
                        <a:pt x="122225" y="1012308"/>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2" name="Freeform: Shape 4711">
                  <a:extLst>
                    <a:ext uri="{FF2B5EF4-FFF2-40B4-BE49-F238E27FC236}">
                      <a16:creationId xmlns:a16="http://schemas.microsoft.com/office/drawing/2014/main" id="{61A1397D-3CF2-B62D-3B18-BF9573FE8017}"/>
                    </a:ext>
                  </a:extLst>
                </p:cNvPr>
                <p:cNvSpPr/>
                <p:nvPr/>
              </p:nvSpPr>
              <p:spPr>
                <a:xfrm>
                  <a:off x="10195339" y="10032699"/>
                  <a:ext cx="122224" cy="1917123"/>
                </a:xfrm>
                <a:custGeom>
                  <a:avLst/>
                  <a:gdLst>
                    <a:gd name="connsiteX0" fmla="*/ 0 w 122224"/>
                    <a:gd name="connsiteY0" fmla="*/ 1917123 h 1917123"/>
                    <a:gd name="connsiteX1" fmla="*/ 0 w 122224"/>
                    <a:gd name="connsiteY1" fmla="*/ 0 h 1917123"/>
                    <a:gd name="connsiteX2" fmla="*/ 122225 w 122224"/>
                    <a:gd name="connsiteY2" fmla="*/ 0 h 1917123"/>
                    <a:gd name="connsiteX3" fmla="*/ 122225 w 122224"/>
                    <a:gd name="connsiteY3" fmla="*/ 1917123 h 1917123"/>
                  </a:gdLst>
                  <a:ahLst/>
                  <a:cxnLst>
                    <a:cxn ang="0">
                      <a:pos x="connsiteX0" y="connsiteY0"/>
                    </a:cxn>
                    <a:cxn ang="0">
                      <a:pos x="connsiteX1" y="connsiteY1"/>
                    </a:cxn>
                    <a:cxn ang="0">
                      <a:pos x="connsiteX2" y="connsiteY2"/>
                    </a:cxn>
                    <a:cxn ang="0">
                      <a:pos x="connsiteX3" y="connsiteY3"/>
                    </a:cxn>
                  </a:cxnLst>
                  <a:rect l="l" t="t" r="r" b="b"/>
                  <a:pathLst>
                    <a:path w="122224" h="1917123">
                      <a:moveTo>
                        <a:pt x="0" y="1917123"/>
                      </a:moveTo>
                      <a:lnTo>
                        <a:pt x="0" y="0"/>
                      </a:lnTo>
                      <a:lnTo>
                        <a:pt x="122225" y="0"/>
                      </a:lnTo>
                      <a:lnTo>
                        <a:pt x="122225" y="1917123"/>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3" name="Freeform: Shape 4712">
                  <a:extLst>
                    <a:ext uri="{FF2B5EF4-FFF2-40B4-BE49-F238E27FC236}">
                      <a16:creationId xmlns:a16="http://schemas.microsoft.com/office/drawing/2014/main" id="{FFE05946-F996-07BB-3820-E15A1180A426}"/>
                    </a:ext>
                  </a:extLst>
                </p:cNvPr>
                <p:cNvSpPr/>
                <p:nvPr/>
              </p:nvSpPr>
              <p:spPr>
                <a:xfrm>
                  <a:off x="10317564" y="9787648"/>
                  <a:ext cx="122215" cy="2162175"/>
                </a:xfrm>
                <a:custGeom>
                  <a:avLst/>
                  <a:gdLst>
                    <a:gd name="connsiteX0" fmla="*/ 0 w 122215"/>
                    <a:gd name="connsiteY0" fmla="*/ 2162175 h 2162175"/>
                    <a:gd name="connsiteX1" fmla="*/ 0 w 122215"/>
                    <a:gd name="connsiteY1" fmla="*/ 0 h 2162175"/>
                    <a:gd name="connsiteX2" fmla="*/ 122215 w 122215"/>
                    <a:gd name="connsiteY2" fmla="*/ 0 h 2162175"/>
                    <a:gd name="connsiteX3" fmla="*/ 122215 w 122215"/>
                    <a:gd name="connsiteY3" fmla="*/ 2162175 h 2162175"/>
                  </a:gdLst>
                  <a:ahLst/>
                  <a:cxnLst>
                    <a:cxn ang="0">
                      <a:pos x="connsiteX0" y="connsiteY0"/>
                    </a:cxn>
                    <a:cxn ang="0">
                      <a:pos x="connsiteX1" y="connsiteY1"/>
                    </a:cxn>
                    <a:cxn ang="0">
                      <a:pos x="connsiteX2" y="connsiteY2"/>
                    </a:cxn>
                    <a:cxn ang="0">
                      <a:pos x="connsiteX3" y="connsiteY3"/>
                    </a:cxn>
                  </a:cxnLst>
                  <a:rect l="l" t="t" r="r" b="b"/>
                  <a:pathLst>
                    <a:path w="122215" h="2162175">
                      <a:moveTo>
                        <a:pt x="0" y="2162175"/>
                      </a:moveTo>
                      <a:lnTo>
                        <a:pt x="0" y="0"/>
                      </a:lnTo>
                      <a:lnTo>
                        <a:pt x="122215" y="0"/>
                      </a:lnTo>
                      <a:lnTo>
                        <a:pt x="122215" y="216217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4" name="Freeform: Shape 4713">
                  <a:extLst>
                    <a:ext uri="{FF2B5EF4-FFF2-40B4-BE49-F238E27FC236}">
                      <a16:creationId xmlns:a16="http://schemas.microsoft.com/office/drawing/2014/main" id="{98683811-75D7-92F5-2B30-AF64883A7B8A}"/>
                    </a:ext>
                  </a:extLst>
                </p:cNvPr>
                <p:cNvSpPr/>
                <p:nvPr/>
              </p:nvSpPr>
              <p:spPr>
                <a:xfrm>
                  <a:off x="10439779" y="10375220"/>
                  <a:ext cx="122224" cy="1574602"/>
                </a:xfrm>
                <a:custGeom>
                  <a:avLst/>
                  <a:gdLst>
                    <a:gd name="connsiteX0" fmla="*/ 0 w 122224"/>
                    <a:gd name="connsiteY0" fmla="*/ 1574603 h 1574602"/>
                    <a:gd name="connsiteX1" fmla="*/ 0 w 122224"/>
                    <a:gd name="connsiteY1" fmla="*/ 0 h 1574602"/>
                    <a:gd name="connsiteX2" fmla="*/ 122225 w 122224"/>
                    <a:gd name="connsiteY2" fmla="*/ 0 h 1574602"/>
                    <a:gd name="connsiteX3" fmla="*/ 122225 w 122224"/>
                    <a:gd name="connsiteY3" fmla="*/ 1574603 h 1574602"/>
                  </a:gdLst>
                  <a:ahLst/>
                  <a:cxnLst>
                    <a:cxn ang="0">
                      <a:pos x="connsiteX0" y="connsiteY0"/>
                    </a:cxn>
                    <a:cxn ang="0">
                      <a:pos x="connsiteX1" y="connsiteY1"/>
                    </a:cxn>
                    <a:cxn ang="0">
                      <a:pos x="connsiteX2" y="connsiteY2"/>
                    </a:cxn>
                    <a:cxn ang="0">
                      <a:pos x="connsiteX3" y="connsiteY3"/>
                    </a:cxn>
                  </a:cxnLst>
                  <a:rect l="l" t="t" r="r" b="b"/>
                  <a:pathLst>
                    <a:path w="122224" h="1574602">
                      <a:moveTo>
                        <a:pt x="0" y="1574603"/>
                      </a:moveTo>
                      <a:lnTo>
                        <a:pt x="0" y="0"/>
                      </a:lnTo>
                      <a:lnTo>
                        <a:pt x="122225" y="0"/>
                      </a:lnTo>
                      <a:lnTo>
                        <a:pt x="122225" y="1574603"/>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5" name="Freeform: Shape 4714">
                  <a:extLst>
                    <a:ext uri="{FF2B5EF4-FFF2-40B4-BE49-F238E27FC236}">
                      <a16:creationId xmlns:a16="http://schemas.microsoft.com/office/drawing/2014/main" id="{5FCD249B-08C4-C151-CC06-B2CEA8CB4A46}"/>
                    </a:ext>
                  </a:extLst>
                </p:cNvPr>
                <p:cNvSpPr/>
                <p:nvPr/>
              </p:nvSpPr>
              <p:spPr>
                <a:xfrm>
                  <a:off x="10562004" y="10574908"/>
                  <a:ext cx="122224" cy="1374914"/>
                </a:xfrm>
                <a:custGeom>
                  <a:avLst/>
                  <a:gdLst>
                    <a:gd name="connsiteX0" fmla="*/ 0 w 122224"/>
                    <a:gd name="connsiteY0" fmla="*/ 1374915 h 1374914"/>
                    <a:gd name="connsiteX1" fmla="*/ 0 w 122224"/>
                    <a:gd name="connsiteY1" fmla="*/ 0 h 1374914"/>
                    <a:gd name="connsiteX2" fmla="*/ 122225 w 122224"/>
                    <a:gd name="connsiteY2" fmla="*/ 0 h 1374914"/>
                    <a:gd name="connsiteX3" fmla="*/ 122225 w 122224"/>
                    <a:gd name="connsiteY3" fmla="*/ 1374915 h 1374914"/>
                  </a:gdLst>
                  <a:ahLst/>
                  <a:cxnLst>
                    <a:cxn ang="0">
                      <a:pos x="connsiteX0" y="connsiteY0"/>
                    </a:cxn>
                    <a:cxn ang="0">
                      <a:pos x="connsiteX1" y="connsiteY1"/>
                    </a:cxn>
                    <a:cxn ang="0">
                      <a:pos x="connsiteX2" y="connsiteY2"/>
                    </a:cxn>
                    <a:cxn ang="0">
                      <a:pos x="connsiteX3" y="connsiteY3"/>
                    </a:cxn>
                  </a:cxnLst>
                  <a:rect l="l" t="t" r="r" b="b"/>
                  <a:pathLst>
                    <a:path w="122224" h="1374914">
                      <a:moveTo>
                        <a:pt x="0" y="1374915"/>
                      </a:moveTo>
                      <a:lnTo>
                        <a:pt x="0" y="0"/>
                      </a:lnTo>
                      <a:lnTo>
                        <a:pt x="122225" y="0"/>
                      </a:lnTo>
                      <a:lnTo>
                        <a:pt x="122225" y="1374915"/>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6" name="Freeform: Shape 4715">
                  <a:extLst>
                    <a:ext uri="{FF2B5EF4-FFF2-40B4-BE49-F238E27FC236}">
                      <a16:creationId xmlns:a16="http://schemas.microsoft.com/office/drawing/2014/main" id="{DBD4D3EE-0E40-9241-F57D-7D5508909F4C}"/>
                    </a:ext>
                  </a:extLst>
                </p:cNvPr>
                <p:cNvSpPr/>
                <p:nvPr/>
              </p:nvSpPr>
              <p:spPr>
                <a:xfrm>
                  <a:off x="10684229" y="10731375"/>
                  <a:ext cx="122224" cy="1218447"/>
                </a:xfrm>
                <a:custGeom>
                  <a:avLst/>
                  <a:gdLst>
                    <a:gd name="connsiteX0" fmla="*/ 0 w 122224"/>
                    <a:gd name="connsiteY0" fmla="*/ 1218448 h 1218447"/>
                    <a:gd name="connsiteX1" fmla="*/ 0 w 122224"/>
                    <a:gd name="connsiteY1" fmla="*/ 0 h 1218447"/>
                    <a:gd name="connsiteX2" fmla="*/ 122225 w 122224"/>
                    <a:gd name="connsiteY2" fmla="*/ 0 h 1218447"/>
                    <a:gd name="connsiteX3" fmla="*/ 122225 w 122224"/>
                    <a:gd name="connsiteY3" fmla="*/ 1218448 h 1218447"/>
                  </a:gdLst>
                  <a:ahLst/>
                  <a:cxnLst>
                    <a:cxn ang="0">
                      <a:pos x="connsiteX0" y="connsiteY0"/>
                    </a:cxn>
                    <a:cxn ang="0">
                      <a:pos x="connsiteX1" y="connsiteY1"/>
                    </a:cxn>
                    <a:cxn ang="0">
                      <a:pos x="connsiteX2" y="connsiteY2"/>
                    </a:cxn>
                    <a:cxn ang="0">
                      <a:pos x="connsiteX3" y="connsiteY3"/>
                    </a:cxn>
                  </a:cxnLst>
                  <a:rect l="l" t="t" r="r" b="b"/>
                  <a:pathLst>
                    <a:path w="122224" h="1218447">
                      <a:moveTo>
                        <a:pt x="0" y="1218448"/>
                      </a:moveTo>
                      <a:lnTo>
                        <a:pt x="0" y="0"/>
                      </a:lnTo>
                      <a:lnTo>
                        <a:pt x="122225" y="0"/>
                      </a:lnTo>
                      <a:lnTo>
                        <a:pt x="122225" y="1218448"/>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7" name="Freeform: Shape 4716">
                  <a:extLst>
                    <a:ext uri="{FF2B5EF4-FFF2-40B4-BE49-F238E27FC236}">
                      <a16:creationId xmlns:a16="http://schemas.microsoft.com/office/drawing/2014/main" id="{012CBCE7-1A84-F9A9-83B1-D3001512F134}"/>
                    </a:ext>
                  </a:extLst>
                </p:cNvPr>
                <p:cNvSpPr/>
                <p:nvPr/>
              </p:nvSpPr>
              <p:spPr>
                <a:xfrm>
                  <a:off x="10806454" y="10635706"/>
                  <a:ext cx="122224" cy="1314116"/>
                </a:xfrm>
                <a:custGeom>
                  <a:avLst/>
                  <a:gdLst>
                    <a:gd name="connsiteX0" fmla="*/ 0 w 122224"/>
                    <a:gd name="connsiteY0" fmla="*/ 1314117 h 1314116"/>
                    <a:gd name="connsiteX1" fmla="*/ 0 w 122224"/>
                    <a:gd name="connsiteY1" fmla="*/ 0 h 1314116"/>
                    <a:gd name="connsiteX2" fmla="*/ 122225 w 122224"/>
                    <a:gd name="connsiteY2" fmla="*/ 0 h 1314116"/>
                    <a:gd name="connsiteX3" fmla="*/ 122225 w 122224"/>
                    <a:gd name="connsiteY3" fmla="*/ 1314117 h 1314116"/>
                  </a:gdLst>
                  <a:ahLst/>
                  <a:cxnLst>
                    <a:cxn ang="0">
                      <a:pos x="connsiteX0" y="connsiteY0"/>
                    </a:cxn>
                    <a:cxn ang="0">
                      <a:pos x="connsiteX1" y="connsiteY1"/>
                    </a:cxn>
                    <a:cxn ang="0">
                      <a:pos x="connsiteX2" y="connsiteY2"/>
                    </a:cxn>
                    <a:cxn ang="0">
                      <a:pos x="connsiteX3" y="connsiteY3"/>
                    </a:cxn>
                  </a:cxnLst>
                  <a:rect l="l" t="t" r="r" b="b"/>
                  <a:pathLst>
                    <a:path w="122224" h="1314116">
                      <a:moveTo>
                        <a:pt x="0" y="1314117"/>
                      </a:moveTo>
                      <a:lnTo>
                        <a:pt x="0" y="0"/>
                      </a:lnTo>
                      <a:lnTo>
                        <a:pt x="122225" y="0"/>
                      </a:lnTo>
                      <a:lnTo>
                        <a:pt x="122225" y="1314117"/>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8" name="Freeform: Shape 4717">
                  <a:extLst>
                    <a:ext uri="{FF2B5EF4-FFF2-40B4-BE49-F238E27FC236}">
                      <a16:creationId xmlns:a16="http://schemas.microsoft.com/office/drawing/2014/main" id="{94C39005-0BCE-247E-6984-9DB0EB50B69E}"/>
                    </a:ext>
                  </a:extLst>
                </p:cNvPr>
                <p:cNvSpPr/>
                <p:nvPr/>
              </p:nvSpPr>
              <p:spPr>
                <a:xfrm>
                  <a:off x="10928679" y="10190622"/>
                  <a:ext cx="122224" cy="1759200"/>
                </a:xfrm>
                <a:custGeom>
                  <a:avLst/>
                  <a:gdLst>
                    <a:gd name="connsiteX0" fmla="*/ 0 w 122224"/>
                    <a:gd name="connsiteY0" fmla="*/ 1759201 h 1759200"/>
                    <a:gd name="connsiteX1" fmla="*/ 0 w 122224"/>
                    <a:gd name="connsiteY1" fmla="*/ 0 h 1759200"/>
                    <a:gd name="connsiteX2" fmla="*/ 122225 w 122224"/>
                    <a:gd name="connsiteY2" fmla="*/ 0 h 1759200"/>
                    <a:gd name="connsiteX3" fmla="*/ 122225 w 122224"/>
                    <a:gd name="connsiteY3" fmla="*/ 1759201 h 1759200"/>
                  </a:gdLst>
                  <a:ahLst/>
                  <a:cxnLst>
                    <a:cxn ang="0">
                      <a:pos x="connsiteX0" y="connsiteY0"/>
                    </a:cxn>
                    <a:cxn ang="0">
                      <a:pos x="connsiteX1" y="connsiteY1"/>
                    </a:cxn>
                    <a:cxn ang="0">
                      <a:pos x="connsiteX2" y="connsiteY2"/>
                    </a:cxn>
                    <a:cxn ang="0">
                      <a:pos x="connsiteX3" y="connsiteY3"/>
                    </a:cxn>
                  </a:cxnLst>
                  <a:rect l="l" t="t" r="r" b="b"/>
                  <a:pathLst>
                    <a:path w="122224" h="1759200">
                      <a:moveTo>
                        <a:pt x="0" y="1759201"/>
                      </a:moveTo>
                      <a:lnTo>
                        <a:pt x="0" y="0"/>
                      </a:lnTo>
                      <a:lnTo>
                        <a:pt x="122225" y="0"/>
                      </a:lnTo>
                      <a:lnTo>
                        <a:pt x="122225" y="1759201"/>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19" name="Freeform: Shape 4718">
                  <a:extLst>
                    <a:ext uri="{FF2B5EF4-FFF2-40B4-BE49-F238E27FC236}">
                      <a16:creationId xmlns:a16="http://schemas.microsoft.com/office/drawing/2014/main" id="{17747DE7-FEBA-015A-8E75-3EAC6229714C}"/>
                    </a:ext>
                  </a:extLst>
                </p:cNvPr>
                <p:cNvSpPr/>
                <p:nvPr/>
              </p:nvSpPr>
              <p:spPr>
                <a:xfrm>
                  <a:off x="11050904" y="11544800"/>
                  <a:ext cx="122215" cy="405022"/>
                </a:xfrm>
                <a:custGeom>
                  <a:avLst/>
                  <a:gdLst>
                    <a:gd name="connsiteX0" fmla="*/ 0 w 122215"/>
                    <a:gd name="connsiteY0" fmla="*/ 405022 h 405022"/>
                    <a:gd name="connsiteX1" fmla="*/ 0 w 122215"/>
                    <a:gd name="connsiteY1" fmla="*/ 0 h 405022"/>
                    <a:gd name="connsiteX2" fmla="*/ 122215 w 122215"/>
                    <a:gd name="connsiteY2" fmla="*/ 0 h 405022"/>
                    <a:gd name="connsiteX3" fmla="*/ 122215 w 122215"/>
                    <a:gd name="connsiteY3" fmla="*/ 405022 h 405022"/>
                  </a:gdLst>
                  <a:ahLst/>
                  <a:cxnLst>
                    <a:cxn ang="0">
                      <a:pos x="connsiteX0" y="connsiteY0"/>
                    </a:cxn>
                    <a:cxn ang="0">
                      <a:pos x="connsiteX1" y="connsiteY1"/>
                    </a:cxn>
                    <a:cxn ang="0">
                      <a:pos x="connsiteX2" y="connsiteY2"/>
                    </a:cxn>
                    <a:cxn ang="0">
                      <a:pos x="connsiteX3" y="connsiteY3"/>
                    </a:cxn>
                  </a:cxnLst>
                  <a:rect l="l" t="t" r="r" b="b"/>
                  <a:pathLst>
                    <a:path w="122215" h="405022">
                      <a:moveTo>
                        <a:pt x="0" y="405022"/>
                      </a:moveTo>
                      <a:lnTo>
                        <a:pt x="0" y="0"/>
                      </a:lnTo>
                      <a:lnTo>
                        <a:pt x="122215" y="0"/>
                      </a:lnTo>
                      <a:lnTo>
                        <a:pt x="122215" y="405022"/>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0" name="Freeform: Shape 4719">
                  <a:extLst>
                    <a:ext uri="{FF2B5EF4-FFF2-40B4-BE49-F238E27FC236}">
                      <a16:creationId xmlns:a16="http://schemas.microsoft.com/office/drawing/2014/main" id="{182AF7E3-CF2C-5582-BE96-8D83B9636885}"/>
                    </a:ext>
                  </a:extLst>
                </p:cNvPr>
                <p:cNvSpPr/>
                <p:nvPr/>
              </p:nvSpPr>
              <p:spPr>
                <a:xfrm>
                  <a:off x="11173119" y="11768657"/>
                  <a:ext cx="122224" cy="181165"/>
                </a:xfrm>
                <a:custGeom>
                  <a:avLst/>
                  <a:gdLst>
                    <a:gd name="connsiteX0" fmla="*/ 0 w 122224"/>
                    <a:gd name="connsiteY0" fmla="*/ 181166 h 181165"/>
                    <a:gd name="connsiteX1" fmla="*/ 0 w 122224"/>
                    <a:gd name="connsiteY1" fmla="*/ 0 h 181165"/>
                    <a:gd name="connsiteX2" fmla="*/ 122225 w 122224"/>
                    <a:gd name="connsiteY2" fmla="*/ 0 h 181165"/>
                    <a:gd name="connsiteX3" fmla="*/ 122225 w 122224"/>
                    <a:gd name="connsiteY3" fmla="*/ 181166 h 181165"/>
                  </a:gdLst>
                  <a:ahLst/>
                  <a:cxnLst>
                    <a:cxn ang="0">
                      <a:pos x="connsiteX0" y="connsiteY0"/>
                    </a:cxn>
                    <a:cxn ang="0">
                      <a:pos x="connsiteX1" y="connsiteY1"/>
                    </a:cxn>
                    <a:cxn ang="0">
                      <a:pos x="connsiteX2" y="connsiteY2"/>
                    </a:cxn>
                    <a:cxn ang="0">
                      <a:pos x="connsiteX3" y="connsiteY3"/>
                    </a:cxn>
                  </a:cxnLst>
                  <a:rect l="l" t="t" r="r" b="b"/>
                  <a:pathLst>
                    <a:path w="122224" h="181165">
                      <a:moveTo>
                        <a:pt x="0" y="181166"/>
                      </a:moveTo>
                      <a:lnTo>
                        <a:pt x="0" y="0"/>
                      </a:lnTo>
                      <a:lnTo>
                        <a:pt x="122225" y="0"/>
                      </a:lnTo>
                      <a:lnTo>
                        <a:pt x="122225" y="181166"/>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1" name="Freeform: Shape 4720">
                  <a:extLst>
                    <a:ext uri="{FF2B5EF4-FFF2-40B4-BE49-F238E27FC236}">
                      <a16:creationId xmlns:a16="http://schemas.microsoft.com/office/drawing/2014/main" id="{E8474914-51C1-8D67-FEDF-5542F5631B87}"/>
                    </a:ext>
                  </a:extLst>
                </p:cNvPr>
                <p:cNvSpPr/>
                <p:nvPr/>
              </p:nvSpPr>
              <p:spPr>
                <a:xfrm>
                  <a:off x="11295344" y="11667654"/>
                  <a:ext cx="122224" cy="282168"/>
                </a:xfrm>
                <a:custGeom>
                  <a:avLst/>
                  <a:gdLst>
                    <a:gd name="connsiteX0" fmla="*/ 0 w 122224"/>
                    <a:gd name="connsiteY0" fmla="*/ 282169 h 282168"/>
                    <a:gd name="connsiteX1" fmla="*/ 0 w 122224"/>
                    <a:gd name="connsiteY1" fmla="*/ 0 h 282168"/>
                    <a:gd name="connsiteX2" fmla="*/ 122225 w 122224"/>
                    <a:gd name="connsiteY2" fmla="*/ 0 h 282168"/>
                    <a:gd name="connsiteX3" fmla="*/ 122225 w 122224"/>
                    <a:gd name="connsiteY3" fmla="*/ 282169 h 282168"/>
                  </a:gdLst>
                  <a:ahLst/>
                  <a:cxnLst>
                    <a:cxn ang="0">
                      <a:pos x="connsiteX0" y="connsiteY0"/>
                    </a:cxn>
                    <a:cxn ang="0">
                      <a:pos x="connsiteX1" y="connsiteY1"/>
                    </a:cxn>
                    <a:cxn ang="0">
                      <a:pos x="connsiteX2" y="connsiteY2"/>
                    </a:cxn>
                    <a:cxn ang="0">
                      <a:pos x="connsiteX3" y="connsiteY3"/>
                    </a:cxn>
                  </a:cxnLst>
                  <a:rect l="l" t="t" r="r" b="b"/>
                  <a:pathLst>
                    <a:path w="122224" h="282168">
                      <a:moveTo>
                        <a:pt x="0" y="282169"/>
                      </a:moveTo>
                      <a:lnTo>
                        <a:pt x="0" y="0"/>
                      </a:lnTo>
                      <a:lnTo>
                        <a:pt x="122225" y="0"/>
                      </a:lnTo>
                      <a:lnTo>
                        <a:pt x="122225" y="282169"/>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2" name="Freeform: Shape 4721">
                  <a:extLst>
                    <a:ext uri="{FF2B5EF4-FFF2-40B4-BE49-F238E27FC236}">
                      <a16:creationId xmlns:a16="http://schemas.microsoft.com/office/drawing/2014/main" id="{C55D3AC0-5403-99C0-2E5E-DB110F1BE465}"/>
                    </a:ext>
                  </a:extLst>
                </p:cNvPr>
                <p:cNvSpPr/>
                <p:nvPr/>
              </p:nvSpPr>
              <p:spPr>
                <a:xfrm>
                  <a:off x="11417568" y="11847972"/>
                  <a:ext cx="122224" cy="101850"/>
                </a:xfrm>
                <a:custGeom>
                  <a:avLst/>
                  <a:gdLst>
                    <a:gd name="connsiteX0" fmla="*/ 0 w 122224"/>
                    <a:gd name="connsiteY0" fmla="*/ 101851 h 101850"/>
                    <a:gd name="connsiteX1" fmla="*/ 0 w 122224"/>
                    <a:gd name="connsiteY1" fmla="*/ 0 h 101850"/>
                    <a:gd name="connsiteX2" fmla="*/ 122225 w 122224"/>
                    <a:gd name="connsiteY2" fmla="*/ 0 h 101850"/>
                    <a:gd name="connsiteX3" fmla="*/ 122225 w 122224"/>
                    <a:gd name="connsiteY3" fmla="*/ 101851 h 101850"/>
                  </a:gdLst>
                  <a:ahLst/>
                  <a:cxnLst>
                    <a:cxn ang="0">
                      <a:pos x="connsiteX0" y="connsiteY0"/>
                    </a:cxn>
                    <a:cxn ang="0">
                      <a:pos x="connsiteX1" y="connsiteY1"/>
                    </a:cxn>
                    <a:cxn ang="0">
                      <a:pos x="connsiteX2" y="connsiteY2"/>
                    </a:cxn>
                    <a:cxn ang="0">
                      <a:pos x="connsiteX3" y="connsiteY3"/>
                    </a:cxn>
                  </a:cxnLst>
                  <a:rect l="l" t="t" r="r" b="b"/>
                  <a:pathLst>
                    <a:path w="122224" h="101850">
                      <a:moveTo>
                        <a:pt x="0" y="101851"/>
                      </a:moveTo>
                      <a:lnTo>
                        <a:pt x="0" y="0"/>
                      </a:lnTo>
                      <a:lnTo>
                        <a:pt x="122225" y="0"/>
                      </a:lnTo>
                      <a:lnTo>
                        <a:pt x="122225" y="101851"/>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3" name="Freeform: Shape 4722">
                  <a:extLst>
                    <a:ext uri="{FF2B5EF4-FFF2-40B4-BE49-F238E27FC236}">
                      <a16:creationId xmlns:a16="http://schemas.microsoft.com/office/drawing/2014/main" id="{B6CFD4F4-F0B4-5C0B-3DAD-23E9746ED7CE}"/>
                    </a:ext>
                  </a:extLst>
                </p:cNvPr>
                <p:cNvSpPr/>
                <p:nvPr/>
              </p:nvSpPr>
              <p:spPr>
                <a:xfrm>
                  <a:off x="11539793" y="11874242"/>
                  <a:ext cx="122224" cy="75580"/>
                </a:xfrm>
                <a:custGeom>
                  <a:avLst/>
                  <a:gdLst>
                    <a:gd name="connsiteX0" fmla="*/ 0 w 122224"/>
                    <a:gd name="connsiteY0" fmla="*/ 75581 h 75580"/>
                    <a:gd name="connsiteX1" fmla="*/ 0 w 122224"/>
                    <a:gd name="connsiteY1" fmla="*/ 0 h 75580"/>
                    <a:gd name="connsiteX2" fmla="*/ 122225 w 122224"/>
                    <a:gd name="connsiteY2" fmla="*/ 0 h 75580"/>
                    <a:gd name="connsiteX3" fmla="*/ 122225 w 122224"/>
                    <a:gd name="connsiteY3" fmla="*/ 75581 h 75580"/>
                  </a:gdLst>
                  <a:ahLst/>
                  <a:cxnLst>
                    <a:cxn ang="0">
                      <a:pos x="connsiteX0" y="connsiteY0"/>
                    </a:cxn>
                    <a:cxn ang="0">
                      <a:pos x="connsiteX1" y="connsiteY1"/>
                    </a:cxn>
                    <a:cxn ang="0">
                      <a:pos x="connsiteX2" y="connsiteY2"/>
                    </a:cxn>
                    <a:cxn ang="0">
                      <a:pos x="connsiteX3" y="connsiteY3"/>
                    </a:cxn>
                  </a:cxnLst>
                  <a:rect l="l" t="t" r="r" b="b"/>
                  <a:pathLst>
                    <a:path w="122224" h="75580">
                      <a:moveTo>
                        <a:pt x="0" y="75581"/>
                      </a:moveTo>
                      <a:lnTo>
                        <a:pt x="0" y="0"/>
                      </a:lnTo>
                      <a:lnTo>
                        <a:pt x="122225" y="0"/>
                      </a:lnTo>
                      <a:lnTo>
                        <a:pt x="122225" y="75581"/>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4" name="Freeform: Shape 4723">
                  <a:extLst>
                    <a:ext uri="{FF2B5EF4-FFF2-40B4-BE49-F238E27FC236}">
                      <a16:creationId xmlns:a16="http://schemas.microsoft.com/office/drawing/2014/main" id="{2176995D-FC6C-1280-0013-8053E13C4620}"/>
                    </a:ext>
                  </a:extLst>
                </p:cNvPr>
                <p:cNvSpPr/>
                <p:nvPr/>
              </p:nvSpPr>
              <p:spPr>
                <a:xfrm>
                  <a:off x="11662018" y="11780792"/>
                  <a:ext cx="122224" cy="169030"/>
                </a:xfrm>
                <a:custGeom>
                  <a:avLst/>
                  <a:gdLst>
                    <a:gd name="connsiteX0" fmla="*/ 0 w 122224"/>
                    <a:gd name="connsiteY0" fmla="*/ 169031 h 169030"/>
                    <a:gd name="connsiteX1" fmla="*/ 0 w 122224"/>
                    <a:gd name="connsiteY1" fmla="*/ 0 h 169030"/>
                    <a:gd name="connsiteX2" fmla="*/ 122225 w 122224"/>
                    <a:gd name="connsiteY2" fmla="*/ 0 h 169030"/>
                    <a:gd name="connsiteX3" fmla="*/ 122225 w 122224"/>
                    <a:gd name="connsiteY3" fmla="*/ 169031 h 169030"/>
                  </a:gdLst>
                  <a:ahLst/>
                  <a:cxnLst>
                    <a:cxn ang="0">
                      <a:pos x="connsiteX0" y="connsiteY0"/>
                    </a:cxn>
                    <a:cxn ang="0">
                      <a:pos x="connsiteX1" y="connsiteY1"/>
                    </a:cxn>
                    <a:cxn ang="0">
                      <a:pos x="connsiteX2" y="connsiteY2"/>
                    </a:cxn>
                    <a:cxn ang="0">
                      <a:pos x="connsiteX3" y="connsiteY3"/>
                    </a:cxn>
                  </a:cxnLst>
                  <a:rect l="l" t="t" r="r" b="b"/>
                  <a:pathLst>
                    <a:path w="122224" h="169030">
                      <a:moveTo>
                        <a:pt x="0" y="169031"/>
                      </a:moveTo>
                      <a:lnTo>
                        <a:pt x="0" y="0"/>
                      </a:lnTo>
                      <a:lnTo>
                        <a:pt x="122225" y="0"/>
                      </a:lnTo>
                      <a:lnTo>
                        <a:pt x="122225" y="169031"/>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5" name="Freeform: Shape 4724">
                  <a:extLst>
                    <a:ext uri="{FF2B5EF4-FFF2-40B4-BE49-F238E27FC236}">
                      <a16:creationId xmlns:a16="http://schemas.microsoft.com/office/drawing/2014/main" id="{189CEA00-301F-3912-C094-4353C4D2E1A0}"/>
                    </a:ext>
                  </a:extLst>
                </p:cNvPr>
                <p:cNvSpPr/>
                <p:nvPr/>
              </p:nvSpPr>
              <p:spPr>
                <a:xfrm>
                  <a:off x="11784243" y="11839704"/>
                  <a:ext cx="122224" cy="110118"/>
                </a:xfrm>
                <a:custGeom>
                  <a:avLst/>
                  <a:gdLst>
                    <a:gd name="connsiteX0" fmla="*/ 0 w 122224"/>
                    <a:gd name="connsiteY0" fmla="*/ 110119 h 110118"/>
                    <a:gd name="connsiteX1" fmla="*/ 0 w 122224"/>
                    <a:gd name="connsiteY1" fmla="*/ 0 h 110118"/>
                    <a:gd name="connsiteX2" fmla="*/ 122225 w 122224"/>
                    <a:gd name="connsiteY2" fmla="*/ 0 h 110118"/>
                    <a:gd name="connsiteX3" fmla="*/ 122225 w 122224"/>
                    <a:gd name="connsiteY3" fmla="*/ 110119 h 110118"/>
                  </a:gdLst>
                  <a:ahLst/>
                  <a:cxnLst>
                    <a:cxn ang="0">
                      <a:pos x="connsiteX0" y="connsiteY0"/>
                    </a:cxn>
                    <a:cxn ang="0">
                      <a:pos x="connsiteX1" y="connsiteY1"/>
                    </a:cxn>
                    <a:cxn ang="0">
                      <a:pos x="connsiteX2" y="connsiteY2"/>
                    </a:cxn>
                    <a:cxn ang="0">
                      <a:pos x="connsiteX3" y="connsiteY3"/>
                    </a:cxn>
                  </a:cxnLst>
                  <a:rect l="l" t="t" r="r" b="b"/>
                  <a:pathLst>
                    <a:path w="122224" h="110118">
                      <a:moveTo>
                        <a:pt x="0" y="110119"/>
                      </a:moveTo>
                      <a:lnTo>
                        <a:pt x="0" y="0"/>
                      </a:lnTo>
                      <a:lnTo>
                        <a:pt x="122225" y="0"/>
                      </a:lnTo>
                      <a:lnTo>
                        <a:pt x="122225" y="110119"/>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sp>
              <p:nvSpPr>
                <p:cNvPr id="4726" name="Freeform: Shape 4725">
                  <a:extLst>
                    <a:ext uri="{FF2B5EF4-FFF2-40B4-BE49-F238E27FC236}">
                      <a16:creationId xmlns:a16="http://schemas.microsoft.com/office/drawing/2014/main" id="{F02C7582-51AD-CD78-27DC-589B8FBB59F4}"/>
                    </a:ext>
                  </a:extLst>
                </p:cNvPr>
                <p:cNvSpPr/>
                <p:nvPr/>
              </p:nvSpPr>
              <p:spPr>
                <a:xfrm>
                  <a:off x="11906468" y="11949823"/>
                  <a:ext cx="122215" cy="9525"/>
                </a:xfrm>
                <a:custGeom>
                  <a:avLst/>
                  <a:gdLst>
                    <a:gd name="connsiteX0" fmla="*/ 0 w 122215"/>
                    <a:gd name="connsiteY0" fmla="*/ 0 h 9525"/>
                    <a:gd name="connsiteX1" fmla="*/ 0 w 122215"/>
                    <a:gd name="connsiteY1" fmla="*/ 0 h 9525"/>
                    <a:gd name="connsiteX2" fmla="*/ 122215 w 122215"/>
                    <a:gd name="connsiteY2" fmla="*/ 0 h 9525"/>
                    <a:gd name="connsiteX3" fmla="*/ 122215 w 122215"/>
                    <a:gd name="connsiteY3" fmla="*/ 0 h 9525"/>
                  </a:gdLst>
                  <a:ahLst/>
                  <a:cxnLst>
                    <a:cxn ang="0">
                      <a:pos x="connsiteX0" y="connsiteY0"/>
                    </a:cxn>
                    <a:cxn ang="0">
                      <a:pos x="connsiteX1" y="connsiteY1"/>
                    </a:cxn>
                    <a:cxn ang="0">
                      <a:pos x="connsiteX2" y="connsiteY2"/>
                    </a:cxn>
                    <a:cxn ang="0">
                      <a:pos x="connsiteX3" y="connsiteY3"/>
                    </a:cxn>
                  </a:cxnLst>
                  <a:rect l="l" t="t" r="r" b="b"/>
                  <a:pathLst>
                    <a:path w="122215" h="9525">
                      <a:moveTo>
                        <a:pt x="0" y="0"/>
                      </a:moveTo>
                      <a:lnTo>
                        <a:pt x="0" y="0"/>
                      </a:lnTo>
                      <a:lnTo>
                        <a:pt x="122215" y="0"/>
                      </a:lnTo>
                      <a:lnTo>
                        <a:pt x="122215" y="0"/>
                      </a:lnTo>
                      <a:close/>
                    </a:path>
                  </a:pathLst>
                </a:custGeom>
                <a:noFill/>
                <a:ln w="7937" cap="flat">
                  <a:solidFill>
                    <a:srgbClr val="000000"/>
                  </a:solidFill>
                  <a:prstDash val="solid"/>
                  <a:miter/>
                </a:ln>
              </p:spPr>
              <p:txBody>
                <a:bodyPr rtlCol="0" anchor="ctr"/>
                <a:lstStyle/>
                <a:p>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1349" name="Group 1348">
              <a:extLst>
                <a:ext uri="{FF2B5EF4-FFF2-40B4-BE49-F238E27FC236}">
                  <a16:creationId xmlns:a16="http://schemas.microsoft.com/office/drawing/2014/main" id="{41078C9C-368D-F2D5-10B0-8BC0674E31E6}"/>
                </a:ext>
              </a:extLst>
            </p:cNvPr>
            <p:cNvGrpSpPr/>
            <p:nvPr/>
          </p:nvGrpSpPr>
          <p:grpSpPr>
            <a:xfrm>
              <a:off x="46571735" y="22249038"/>
              <a:ext cx="3576495" cy="773389"/>
              <a:chOff x="12560577" y="1354025"/>
              <a:chExt cx="2528189" cy="609642"/>
            </a:xfrm>
          </p:grpSpPr>
          <p:grpSp>
            <p:nvGrpSpPr>
              <p:cNvPr id="4688" name="Group 4687">
                <a:extLst>
                  <a:ext uri="{FF2B5EF4-FFF2-40B4-BE49-F238E27FC236}">
                    <a16:creationId xmlns:a16="http://schemas.microsoft.com/office/drawing/2014/main" id="{CF0F2497-E33C-9C8A-561E-1F8AB1A9EE19}"/>
                  </a:ext>
                </a:extLst>
              </p:cNvPr>
              <p:cNvGrpSpPr/>
              <p:nvPr/>
            </p:nvGrpSpPr>
            <p:grpSpPr>
              <a:xfrm>
                <a:off x="12560577" y="1354025"/>
                <a:ext cx="2528189" cy="333687"/>
                <a:chOff x="3617943" y="6077165"/>
                <a:chExt cx="2528189" cy="333687"/>
              </a:xfrm>
            </p:grpSpPr>
            <p:sp>
              <p:nvSpPr>
                <p:cNvPr id="4690" name="Freeform: Shape 4689">
                  <a:extLst>
                    <a:ext uri="{FF2B5EF4-FFF2-40B4-BE49-F238E27FC236}">
                      <a16:creationId xmlns:a16="http://schemas.microsoft.com/office/drawing/2014/main" id="{79B2FFEF-7628-E4B8-39DE-CACCD66CED4D}"/>
                    </a:ext>
                  </a:extLst>
                </p:cNvPr>
                <p:cNvSpPr/>
                <p:nvPr/>
              </p:nvSpPr>
              <p:spPr>
                <a:xfrm>
                  <a:off x="3938277" y="6103076"/>
                  <a:ext cx="13301" cy="46693"/>
                </a:xfrm>
                <a:custGeom>
                  <a:avLst/>
                  <a:gdLst>
                    <a:gd name="connsiteX0" fmla="*/ 37 w 13301"/>
                    <a:gd name="connsiteY0" fmla="*/ 121 h 46693"/>
                    <a:gd name="connsiteX1" fmla="*/ 37 w 13301"/>
                    <a:gd name="connsiteY1" fmla="*/ 46815 h 46693"/>
                  </a:gdLst>
                  <a:ahLst/>
                  <a:cxnLst>
                    <a:cxn ang="0">
                      <a:pos x="connsiteX0" y="connsiteY0"/>
                    </a:cxn>
                    <a:cxn ang="0">
                      <a:pos x="connsiteX1" y="connsiteY1"/>
                    </a:cxn>
                  </a:cxnLst>
                  <a:rect l="l" t="t" r="r" b="b"/>
                  <a:pathLst>
                    <a:path w="13301" h="46693">
                      <a:moveTo>
                        <a:pt x="37" y="121"/>
                      </a:moveTo>
                      <a:lnTo>
                        <a:pt x="37"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691" name="Freeform: Shape 4690">
                  <a:extLst>
                    <a:ext uri="{FF2B5EF4-FFF2-40B4-BE49-F238E27FC236}">
                      <a16:creationId xmlns:a16="http://schemas.microsoft.com/office/drawing/2014/main" id="{3F20B6CD-8225-3A3C-2948-54E71C2C8F41}"/>
                    </a:ext>
                  </a:extLst>
                </p:cNvPr>
                <p:cNvSpPr/>
                <p:nvPr/>
              </p:nvSpPr>
              <p:spPr>
                <a:xfrm>
                  <a:off x="4882940" y="6103076"/>
                  <a:ext cx="13301" cy="46693"/>
                </a:xfrm>
                <a:custGeom>
                  <a:avLst/>
                  <a:gdLst>
                    <a:gd name="connsiteX0" fmla="*/ 108 w 13301"/>
                    <a:gd name="connsiteY0" fmla="*/ 121 h 46693"/>
                    <a:gd name="connsiteX1" fmla="*/ 108 w 13301"/>
                    <a:gd name="connsiteY1" fmla="*/ 46815 h 46693"/>
                  </a:gdLst>
                  <a:ahLst/>
                  <a:cxnLst>
                    <a:cxn ang="0">
                      <a:pos x="connsiteX0" y="connsiteY0"/>
                    </a:cxn>
                    <a:cxn ang="0">
                      <a:pos x="connsiteX1" y="connsiteY1"/>
                    </a:cxn>
                  </a:cxnLst>
                  <a:rect l="l" t="t" r="r" b="b"/>
                  <a:pathLst>
                    <a:path w="13301" h="46693">
                      <a:moveTo>
                        <a:pt x="108" y="121"/>
                      </a:moveTo>
                      <a:lnTo>
                        <a:pt x="108"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692" name="Freeform: Shape 4691">
                  <a:extLst>
                    <a:ext uri="{FF2B5EF4-FFF2-40B4-BE49-F238E27FC236}">
                      <a16:creationId xmlns:a16="http://schemas.microsoft.com/office/drawing/2014/main" id="{C9A6DD5F-092B-6DA4-D007-8C050B46702F}"/>
                    </a:ext>
                  </a:extLst>
                </p:cNvPr>
                <p:cNvSpPr/>
                <p:nvPr/>
              </p:nvSpPr>
              <p:spPr>
                <a:xfrm>
                  <a:off x="5355270"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693" name="Freeform: Shape 4692">
                  <a:extLst>
                    <a:ext uri="{FF2B5EF4-FFF2-40B4-BE49-F238E27FC236}">
                      <a16:creationId xmlns:a16="http://schemas.microsoft.com/office/drawing/2014/main" id="{977F8384-68B2-7C71-24BF-AB4BD4BF744F}"/>
                    </a:ext>
                  </a:extLst>
                </p:cNvPr>
                <p:cNvSpPr/>
                <p:nvPr/>
              </p:nvSpPr>
              <p:spPr>
                <a:xfrm>
                  <a:off x="5827601" y="6103076"/>
                  <a:ext cx="13301" cy="46693"/>
                </a:xfrm>
                <a:custGeom>
                  <a:avLst/>
                  <a:gdLst>
                    <a:gd name="connsiteX0" fmla="*/ 179 w 13301"/>
                    <a:gd name="connsiteY0" fmla="*/ 121 h 46693"/>
                    <a:gd name="connsiteX1" fmla="*/ 179 w 13301"/>
                    <a:gd name="connsiteY1" fmla="*/ 46815 h 46693"/>
                  </a:gdLst>
                  <a:ahLst/>
                  <a:cxnLst>
                    <a:cxn ang="0">
                      <a:pos x="connsiteX0" y="connsiteY0"/>
                    </a:cxn>
                    <a:cxn ang="0">
                      <a:pos x="connsiteX1" y="connsiteY1"/>
                    </a:cxn>
                  </a:cxnLst>
                  <a:rect l="l" t="t" r="r" b="b"/>
                  <a:pathLst>
                    <a:path w="13301" h="46693">
                      <a:moveTo>
                        <a:pt x="179" y="121"/>
                      </a:moveTo>
                      <a:lnTo>
                        <a:pt x="179" y="46815"/>
                      </a:lnTo>
                    </a:path>
                  </a:pathLst>
                </a:custGeom>
                <a:solidFill>
                  <a:srgbClr val="000000"/>
                </a:solidFill>
                <a:ln w="10614" cap="flat">
                  <a:solidFill>
                    <a:srgbClr val="000000"/>
                  </a:solidFill>
                  <a:prstDash val="solid"/>
                  <a:round/>
                </a:ln>
              </p:spPr>
              <p:txBody>
                <a:bodyPr rtlCol="0" anchor="ctr"/>
                <a:lstStyle/>
                <a:p>
                  <a:endParaRPr lang="en-US" sz="1200"/>
                </a:p>
              </p:txBody>
            </p:sp>
            <p:sp>
              <p:nvSpPr>
                <p:cNvPr id="4694" name="Freeform: Shape 4693">
                  <a:extLst>
                    <a:ext uri="{FF2B5EF4-FFF2-40B4-BE49-F238E27FC236}">
                      <a16:creationId xmlns:a16="http://schemas.microsoft.com/office/drawing/2014/main" id="{B4EB0E43-CE81-A2A3-8E6D-0BF4C96B5D11}"/>
                    </a:ext>
                  </a:extLst>
                </p:cNvPr>
                <p:cNvSpPr/>
                <p:nvPr/>
              </p:nvSpPr>
              <p:spPr>
                <a:xfrm>
                  <a:off x="3843811" y="6103076"/>
                  <a:ext cx="2078258" cy="13341"/>
                </a:xfrm>
                <a:custGeom>
                  <a:avLst/>
                  <a:gdLst>
                    <a:gd name="connsiteX0" fmla="*/ 0 w 2078258"/>
                    <a:gd name="connsiteY0" fmla="*/ 0 h 13341"/>
                    <a:gd name="connsiteX1" fmla="*/ 2078259 w 2078258"/>
                    <a:gd name="connsiteY1" fmla="*/ 0 h 13341"/>
                  </a:gdLst>
                  <a:ahLst/>
                  <a:cxnLst>
                    <a:cxn ang="0">
                      <a:pos x="connsiteX0" y="connsiteY0"/>
                    </a:cxn>
                    <a:cxn ang="0">
                      <a:pos x="connsiteX1" y="connsiteY1"/>
                    </a:cxn>
                  </a:cxnLst>
                  <a:rect l="l" t="t" r="r" b="b"/>
                  <a:pathLst>
                    <a:path w="2078258" h="13341">
                      <a:moveTo>
                        <a:pt x="0" y="0"/>
                      </a:moveTo>
                      <a:lnTo>
                        <a:pt x="2078259" y="0"/>
                      </a:lnTo>
                    </a:path>
                  </a:pathLst>
                </a:custGeom>
                <a:noFill/>
                <a:ln w="10614" cap="sq">
                  <a:solidFill>
                    <a:srgbClr val="000000"/>
                  </a:solidFill>
                  <a:prstDash val="solid"/>
                  <a:miter/>
                </a:ln>
              </p:spPr>
              <p:txBody>
                <a:bodyPr rtlCol="0" anchor="ctr"/>
                <a:lstStyle/>
                <a:p>
                  <a:endParaRPr lang="en-US" sz="1200" dirty="0"/>
                </a:p>
              </p:txBody>
            </p:sp>
            <p:sp>
              <p:nvSpPr>
                <p:cNvPr id="4695" name="Freeform: Shape 4694">
                  <a:extLst>
                    <a:ext uri="{FF2B5EF4-FFF2-40B4-BE49-F238E27FC236}">
                      <a16:creationId xmlns:a16="http://schemas.microsoft.com/office/drawing/2014/main" id="{51ACA155-6E6A-AB04-4A51-30DB67655B43}"/>
                    </a:ext>
                  </a:extLst>
                </p:cNvPr>
                <p:cNvSpPr/>
                <p:nvPr/>
              </p:nvSpPr>
              <p:spPr>
                <a:xfrm>
                  <a:off x="4404192"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p>
              </p:txBody>
            </p:sp>
            <mc:AlternateContent xmlns:mc="http://schemas.openxmlformats.org/markup-compatibility/2006" xmlns:a14="http://schemas.microsoft.com/office/drawing/2010/main">
              <mc:Choice Requires="a14">
                <p:sp>
                  <p:nvSpPr>
                    <p:cNvPr id="4696" name="TextBox 4695">
                      <a:extLst>
                        <a:ext uri="{FF2B5EF4-FFF2-40B4-BE49-F238E27FC236}">
                          <a16:creationId xmlns:a16="http://schemas.microsoft.com/office/drawing/2014/main" id="{F31FB075-C594-CB10-D6A3-B17BC19AE7C2}"/>
                        </a:ext>
                      </a:extLst>
                    </p:cNvPr>
                    <p:cNvSpPr txBox="1"/>
                    <p:nvPr/>
                  </p:nvSpPr>
                  <p:spPr>
                    <a:xfrm>
                      <a:off x="4675096" y="6103075"/>
                      <a:ext cx="44740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𝟎</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5" name="TextBox 2364">
                      <a:extLst>
                        <a:ext uri="{FF2B5EF4-FFF2-40B4-BE49-F238E27FC236}">
                          <a16:creationId xmlns:a16="http://schemas.microsoft.com/office/drawing/2014/main" id="{D1748ABE-98F0-3D02-A065-004E92A648CA}"/>
                        </a:ext>
                      </a:extLst>
                    </p:cNvPr>
                    <p:cNvSpPr txBox="1">
                      <a:spLocks noRot="1" noChangeAspect="1" noMove="1" noResize="1" noEditPoints="1" noAdjustHandles="1" noChangeArrowheads="1" noChangeShapeType="1" noTextEdit="1"/>
                    </p:cNvSpPr>
                    <p:nvPr/>
                  </p:nvSpPr>
                  <p:spPr>
                    <a:xfrm>
                      <a:off x="4675096" y="6103075"/>
                      <a:ext cx="447406" cy="307777"/>
                    </a:xfrm>
                    <a:prstGeom prst="rect">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97" name="TextBox 4696">
                      <a:extLst>
                        <a:ext uri="{FF2B5EF4-FFF2-40B4-BE49-F238E27FC236}">
                          <a16:creationId xmlns:a16="http://schemas.microsoft.com/office/drawing/2014/main" id="{0053212D-2BCB-0F40-07DE-8CB84110FF1A}"/>
                        </a:ext>
                      </a:extLst>
                    </p:cNvPr>
                    <p:cNvSpPr txBox="1"/>
                    <p:nvPr/>
                  </p:nvSpPr>
                  <p:spPr>
                    <a:xfrm>
                      <a:off x="5060796"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6" name="TextBox 2365">
                      <a:extLst>
                        <a:ext uri="{FF2B5EF4-FFF2-40B4-BE49-F238E27FC236}">
                          <a16:creationId xmlns:a16="http://schemas.microsoft.com/office/drawing/2014/main" id="{F847EA64-23EB-0220-EF74-4D72CBC647FB}"/>
                        </a:ext>
                      </a:extLst>
                    </p:cNvPr>
                    <p:cNvSpPr txBox="1">
                      <a:spLocks noRot="1" noChangeAspect="1" noMove="1" noResize="1" noEditPoints="1" noAdjustHandles="1" noChangeArrowheads="1" noChangeShapeType="1" noTextEdit="1"/>
                    </p:cNvSpPr>
                    <p:nvPr/>
                  </p:nvSpPr>
                  <p:spPr>
                    <a:xfrm>
                      <a:off x="5060796" y="6077165"/>
                      <a:ext cx="629792" cy="307777"/>
                    </a:xfrm>
                    <a:prstGeom prst="rect">
                      <a:avLst/>
                    </a:prstGeom>
                    <a:blipFill>
                      <a:blip r:embed="rId37"/>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98" name="TextBox 4697">
                      <a:extLst>
                        <a:ext uri="{FF2B5EF4-FFF2-40B4-BE49-F238E27FC236}">
                          <a16:creationId xmlns:a16="http://schemas.microsoft.com/office/drawing/2014/main" id="{B0E00A0F-026A-946F-61D6-189E80052987}"/>
                        </a:ext>
                      </a:extLst>
                    </p:cNvPr>
                    <p:cNvSpPr txBox="1"/>
                    <p:nvPr/>
                  </p:nvSpPr>
                  <p:spPr>
                    <a:xfrm>
                      <a:off x="5516340"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7" name="TextBox 2366">
                      <a:extLst>
                        <a:ext uri="{FF2B5EF4-FFF2-40B4-BE49-F238E27FC236}">
                          <a16:creationId xmlns:a16="http://schemas.microsoft.com/office/drawing/2014/main" id="{93AFBD3E-C5FD-5F9D-DF2B-6AB630C85911}"/>
                        </a:ext>
                      </a:extLst>
                    </p:cNvPr>
                    <p:cNvSpPr txBox="1">
                      <a:spLocks noRot="1" noChangeAspect="1" noMove="1" noResize="1" noEditPoints="1" noAdjustHandles="1" noChangeArrowheads="1" noChangeShapeType="1" noTextEdit="1"/>
                    </p:cNvSpPr>
                    <p:nvPr/>
                  </p:nvSpPr>
                  <p:spPr>
                    <a:xfrm>
                      <a:off x="5516340" y="6077165"/>
                      <a:ext cx="629792" cy="307777"/>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99" name="TextBox 4698">
                      <a:extLst>
                        <a:ext uri="{FF2B5EF4-FFF2-40B4-BE49-F238E27FC236}">
                          <a16:creationId xmlns:a16="http://schemas.microsoft.com/office/drawing/2014/main" id="{EB44F471-FF33-DCE1-12D7-B46062BD8BDA}"/>
                        </a:ext>
                      </a:extLst>
                    </p:cNvPr>
                    <p:cNvSpPr txBox="1"/>
                    <p:nvPr/>
                  </p:nvSpPr>
                  <p:spPr>
                    <a:xfrm>
                      <a:off x="4072659" y="6077165"/>
                      <a:ext cx="660256"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68" name="TextBox 2367">
                      <a:extLst>
                        <a:ext uri="{FF2B5EF4-FFF2-40B4-BE49-F238E27FC236}">
                          <a16:creationId xmlns:a16="http://schemas.microsoft.com/office/drawing/2014/main" id="{B0AD0E3D-B915-B9FE-5E95-188A03BE95C0}"/>
                        </a:ext>
                      </a:extLst>
                    </p:cNvPr>
                    <p:cNvSpPr txBox="1">
                      <a:spLocks noRot="1" noChangeAspect="1" noMove="1" noResize="1" noEditPoints="1" noAdjustHandles="1" noChangeArrowheads="1" noChangeShapeType="1" noTextEdit="1"/>
                    </p:cNvSpPr>
                    <p:nvPr/>
                  </p:nvSpPr>
                  <p:spPr>
                    <a:xfrm>
                      <a:off x="4072659" y="6077165"/>
                      <a:ext cx="660256" cy="307777"/>
                    </a:xfrm>
                    <a:prstGeom prst="rect">
                      <a:avLst/>
                    </a:prstGeom>
                    <a:blipFill>
                      <a:blip r:embed="rId39"/>
                      <a:stretch>
                        <a:fillRect b="-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00" name="TextBox 4699">
                      <a:extLst>
                        <a:ext uri="{FF2B5EF4-FFF2-40B4-BE49-F238E27FC236}">
                          <a16:creationId xmlns:a16="http://schemas.microsoft.com/office/drawing/2014/main" id="{3B4ED0AA-2116-7058-4C97-880F0443DFF3}"/>
                        </a:ext>
                      </a:extLst>
                    </p:cNvPr>
                    <p:cNvSpPr txBox="1"/>
                    <p:nvPr/>
                  </p:nvSpPr>
                  <p:spPr>
                    <a:xfrm>
                      <a:off x="3617943" y="6077165"/>
                      <a:ext cx="629792" cy="307777"/>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35" name="TextBox 2634">
                      <a:extLst>
                        <a:ext uri="{FF2B5EF4-FFF2-40B4-BE49-F238E27FC236}">
                          <a16:creationId xmlns:a16="http://schemas.microsoft.com/office/drawing/2014/main" id="{5D22760F-E876-1C7F-EE59-444633643ECD}"/>
                        </a:ext>
                      </a:extLst>
                    </p:cNvPr>
                    <p:cNvSpPr txBox="1">
                      <a:spLocks noRot="1" noChangeAspect="1" noMove="1" noResize="1" noEditPoints="1" noAdjustHandles="1" noChangeArrowheads="1" noChangeShapeType="1" noTextEdit="1"/>
                    </p:cNvSpPr>
                    <p:nvPr/>
                  </p:nvSpPr>
                  <p:spPr>
                    <a:xfrm>
                      <a:off x="3617943" y="6077165"/>
                      <a:ext cx="629792" cy="307777"/>
                    </a:xfrm>
                    <a:prstGeom prst="rect">
                      <a:avLst/>
                    </a:prstGeom>
                    <a:blipFill>
                      <a:blip r:embed="rId4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689" name="TextBox 4688">
                    <a:extLst>
                      <a:ext uri="{FF2B5EF4-FFF2-40B4-BE49-F238E27FC236}">
                        <a16:creationId xmlns:a16="http://schemas.microsoft.com/office/drawing/2014/main" id="{718FC4B5-3A39-117B-313C-1951A8081FFA}"/>
                      </a:ext>
                    </a:extLst>
                  </p:cNvPr>
                  <p:cNvSpPr txBox="1"/>
                  <p:nvPr/>
                </p:nvSpPr>
                <p:spPr>
                  <a:xfrm>
                    <a:off x="13270402" y="1628994"/>
                    <a:ext cx="1115177" cy="334673"/>
                  </a:xfrm>
                  <a:prstGeom prst="rect">
                    <a:avLst/>
                  </a:prstGeom>
                  <a:noFill/>
                </p:spPr>
                <p:txBody>
                  <a:bodyPr wrap="square">
                    <a:spAutoFit/>
                  </a:bodyPr>
                  <a:lstStyle/>
                  <a:p>
                    <a:pPr algn="ctr"/>
                    <a14:m>
                      <m:oMathPara xmlns:m="http://schemas.openxmlformats.org/officeDocument/2006/math">
                        <m:oMath>
                          <m:r>
                            <a:rPr lang="en-US" sz="1400" b="1" i="1" smtClean="0">
                              <a:latin typeface="Cambria Math" panose="02040503050406030204" pitchFamily="18" charset="0"/>
                              <a:ea typeface="Calibri" panose="020F0502020204030204" pitchFamily="34" charset="0"/>
                              <a:cs typeface="Calibri" panose="020F0502020204030204" pitchFamily="34" charset="0"/>
                            </a:rPr>
                            <m:t>𝜽</m:t>
                          </m:r>
                        </m:oMath>
                      </m:oMathPara>
                    </a14:m>
                    <a:endParaRPr lang="en-US"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647" name="TextBox 11646">
                    <a:extLst>
                      <a:ext uri="{FF2B5EF4-FFF2-40B4-BE49-F238E27FC236}">
                        <a16:creationId xmlns:a16="http://schemas.microsoft.com/office/drawing/2014/main" id="{59290089-1C5B-B18F-C300-8BF0D1B007AB}"/>
                      </a:ext>
                    </a:extLst>
                  </p:cNvPr>
                  <p:cNvSpPr txBox="1">
                    <a:spLocks noRot="1" noChangeAspect="1" noMove="1" noResize="1" noEditPoints="1" noAdjustHandles="1" noChangeArrowheads="1" noChangeShapeType="1" noTextEdit="1"/>
                  </p:cNvSpPr>
                  <p:nvPr/>
                </p:nvSpPr>
                <p:spPr>
                  <a:xfrm>
                    <a:off x="13270402" y="1628994"/>
                    <a:ext cx="1115177" cy="334673"/>
                  </a:xfrm>
                  <a:prstGeom prst="rect">
                    <a:avLst/>
                  </a:prstGeom>
                  <a:blipFill>
                    <a:blip r:embed="rId41"/>
                    <a:stretch>
                      <a:fillRect/>
                    </a:stretch>
                  </a:blipFill>
                </p:spPr>
                <p:txBody>
                  <a:bodyPr/>
                  <a:lstStyle/>
                  <a:p>
                    <a:r>
                      <a:rPr lang="en-US">
                        <a:noFill/>
                      </a:rPr>
                      <a:t> </a:t>
                    </a:r>
                  </a:p>
                </p:txBody>
              </p:sp>
            </mc:Fallback>
          </mc:AlternateContent>
        </p:grpSp>
        <p:grpSp>
          <p:nvGrpSpPr>
            <p:cNvPr id="1350" name="Group 1349">
              <a:extLst>
                <a:ext uri="{FF2B5EF4-FFF2-40B4-BE49-F238E27FC236}">
                  <a16:creationId xmlns:a16="http://schemas.microsoft.com/office/drawing/2014/main" id="{B6221BBD-7739-FB6B-6ED5-3F30D5CFECFC}"/>
                </a:ext>
              </a:extLst>
            </p:cNvPr>
            <p:cNvGrpSpPr>
              <a:grpSpLocks noChangeAspect="1"/>
            </p:cNvGrpSpPr>
            <p:nvPr/>
          </p:nvGrpSpPr>
          <p:grpSpPr>
            <a:xfrm>
              <a:off x="34178933" y="19630362"/>
              <a:ext cx="3692630" cy="3198140"/>
              <a:chOff x="535416" y="6969332"/>
              <a:chExt cx="2461994" cy="2132302"/>
            </a:xfrm>
          </p:grpSpPr>
          <p:sp>
            <p:nvSpPr>
              <p:cNvPr id="3274" name="Freeform: Shape 3273">
                <a:extLst>
                  <a:ext uri="{FF2B5EF4-FFF2-40B4-BE49-F238E27FC236}">
                    <a16:creationId xmlns:a16="http://schemas.microsoft.com/office/drawing/2014/main" id="{29B28A88-6F16-4238-3869-9884E1B2C845}"/>
                  </a:ext>
                </a:extLst>
              </p:cNvPr>
              <p:cNvSpPr/>
              <p:nvPr/>
            </p:nvSpPr>
            <p:spPr>
              <a:xfrm>
                <a:off x="1774305" y="7103482"/>
                <a:ext cx="5760" cy="1762560"/>
              </a:xfrm>
              <a:custGeom>
                <a:avLst/>
                <a:gdLst>
                  <a:gd name="connsiteX0" fmla="*/ 0 w 5760"/>
                  <a:gd name="connsiteY0" fmla="*/ 1762560 h 1762560"/>
                  <a:gd name="connsiteX1" fmla="*/ 0 w 5760"/>
                  <a:gd name="connsiteY1" fmla="*/ 0 h 1762560"/>
                </a:gdLst>
                <a:ahLst/>
                <a:cxnLst>
                  <a:cxn ang="0">
                    <a:pos x="connsiteX0" y="connsiteY0"/>
                  </a:cxn>
                  <a:cxn ang="0">
                    <a:pos x="connsiteX1" y="connsiteY1"/>
                  </a:cxn>
                </a:cxnLst>
                <a:rect l="l" t="t" r="r" b="b"/>
                <a:pathLst>
                  <a:path w="5760" h="1762560">
                    <a:moveTo>
                      <a:pt x="0" y="1762560"/>
                    </a:moveTo>
                    <a:lnTo>
                      <a:pt x="0" y="0"/>
                    </a:lnTo>
                  </a:path>
                </a:pathLst>
              </a:custGeom>
              <a:ln w="9525" cap="flat">
                <a:solidFill>
                  <a:schemeClr val="tx1"/>
                </a:solidFill>
                <a:prstDash val="sysDash"/>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75" name="Freeform: Shape 3274">
                <a:extLst>
                  <a:ext uri="{FF2B5EF4-FFF2-40B4-BE49-F238E27FC236}">
                    <a16:creationId xmlns:a16="http://schemas.microsoft.com/office/drawing/2014/main" id="{E083DD02-F45D-3BA3-32DC-7D7AB91C7E5D}"/>
                  </a:ext>
                </a:extLst>
              </p:cNvPr>
              <p:cNvSpPr/>
              <p:nvPr/>
            </p:nvSpPr>
            <p:spPr>
              <a:xfrm>
                <a:off x="893025" y="7984762"/>
                <a:ext cx="1762560" cy="5760"/>
              </a:xfrm>
              <a:custGeom>
                <a:avLst/>
                <a:gdLst>
                  <a:gd name="connsiteX0" fmla="*/ 1762560 w 1762560"/>
                  <a:gd name="connsiteY0" fmla="*/ 0 h 5760"/>
                  <a:gd name="connsiteX1" fmla="*/ 0 w 1762560"/>
                  <a:gd name="connsiteY1" fmla="*/ 0 h 5760"/>
                </a:gdLst>
                <a:ahLst/>
                <a:cxnLst>
                  <a:cxn ang="0">
                    <a:pos x="connsiteX0" y="connsiteY0"/>
                  </a:cxn>
                  <a:cxn ang="0">
                    <a:pos x="connsiteX1" y="connsiteY1"/>
                  </a:cxn>
                </a:cxnLst>
                <a:rect l="l" t="t" r="r" b="b"/>
                <a:pathLst>
                  <a:path w="1762560" h="5760">
                    <a:moveTo>
                      <a:pt x="1762560" y="0"/>
                    </a:moveTo>
                    <a:lnTo>
                      <a:pt x="0" y="0"/>
                    </a:lnTo>
                  </a:path>
                </a:pathLst>
              </a:custGeom>
              <a:ln w="9525" cap="flat">
                <a:solidFill>
                  <a:schemeClr val="tx1"/>
                </a:solidFill>
                <a:prstDash val="sysDash"/>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76" name="Freeform: Shape 3275">
                <a:extLst>
                  <a:ext uri="{FF2B5EF4-FFF2-40B4-BE49-F238E27FC236}">
                    <a16:creationId xmlns:a16="http://schemas.microsoft.com/office/drawing/2014/main" id="{325B9D2E-1571-6F93-7EC5-C8086F329068}"/>
                  </a:ext>
                </a:extLst>
              </p:cNvPr>
              <p:cNvSpPr/>
              <p:nvPr/>
            </p:nvSpPr>
            <p:spPr>
              <a:xfrm>
                <a:off x="893025" y="8866042"/>
                <a:ext cx="1762560" cy="5760"/>
              </a:xfrm>
              <a:custGeom>
                <a:avLst/>
                <a:gdLst>
                  <a:gd name="connsiteX0" fmla="*/ 0 w 1762560"/>
                  <a:gd name="connsiteY0" fmla="*/ 0 h 5760"/>
                  <a:gd name="connsiteX1" fmla="*/ 1762560 w 1762560"/>
                  <a:gd name="connsiteY1" fmla="*/ 0 h 5760"/>
                </a:gdLst>
                <a:ahLst/>
                <a:cxnLst>
                  <a:cxn ang="0">
                    <a:pos x="connsiteX0" y="connsiteY0"/>
                  </a:cxn>
                  <a:cxn ang="0">
                    <a:pos x="connsiteX1" y="connsiteY1"/>
                  </a:cxn>
                </a:cxnLst>
                <a:rect l="l" t="t" r="r" b="b"/>
                <a:pathLst>
                  <a:path w="1762560" h="5760">
                    <a:moveTo>
                      <a:pt x="0" y="0"/>
                    </a:moveTo>
                    <a:lnTo>
                      <a:pt x="1762560" y="0"/>
                    </a:lnTo>
                  </a:path>
                </a:pathLst>
              </a:custGeom>
              <a:ln w="12700" cap="sq">
                <a:solidFill>
                  <a:srgbClr val="262626"/>
                </a:solid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77" name="Freeform: Shape 3276">
                <a:extLst>
                  <a:ext uri="{FF2B5EF4-FFF2-40B4-BE49-F238E27FC236}">
                    <a16:creationId xmlns:a16="http://schemas.microsoft.com/office/drawing/2014/main" id="{280E75C4-4612-293E-05A5-868C73C6606A}"/>
                  </a:ext>
                </a:extLst>
              </p:cNvPr>
              <p:cNvSpPr/>
              <p:nvPr/>
            </p:nvSpPr>
            <p:spPr>
              <a:xfrm>
                <a:off x="1774305" y="8848416"/>
                <a:ext cx="5760" cy="17625"/>
              </a:xfrm>
              <a:custGeom>
                <a:avLst/>
                <a:gdLst>
                  <a:gd name="connsiteX0" fmla="*/ 0 w 5760"/>
                  <a:gd name="connsiteY0" fmla="*/ 17626 h 17625"/>
                  <a:gd name="connsiteX1" fmla="*/ 0 w 5760"/>
                  <a:gd name="connsiteY1" fmla="*/ 0 h 17625"/>
                </a:gdLst>
                <a:ahLst/>
                <a:cxnLst>
                  <a:cxn ang="0">
                    <a:pos x="connsiteX0" y="connsiteY0"/>
                  </a:cxn>
                  <a:cxn ang="0">
                    <a:pos x="connsiteX1" y="connsiteY1"/>
                  </a:cxn>
                </a:cxnLst>
                <a:rect l="l" t="t" r="r" b="b"/>
                <a:pathLst>
                  <a:path w="5760" h="17625">
                    <a:moveTo>
                      <a:pt x="0" y="17626"/>
                    </a:moveTo>
                    <a:lnTo>
                      <a:pt x="0" y="0"/>
                    </a:lnTo>
                  </a:path>
                </a:pathLst>
              </a:custGeom>
              <a:ln w="4794" cap="sq">
                <a:solidFill>
                  <a:srgbClr val="262626"/>
                </a:solid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78" name="TextBox 3277">
                <a:extLst>
                  <a:ext uri="{FF2B5EF4-FFF2-40B4-BE49-F238E27FC236}">
                    <a16:creationId xmlns:a16="http://schemas.microsoft.com/office/drawing/2014/main" id="{7CE50AC1-58A6-B99D-F137-08295BD907C0}"/>
                  </a:ext>
                </a:extLst>
              </p:cNvPr>
              <p:cNvSpPr txBox="1"/>
              <p:nvPr/>
            </p:nvSpPr>
            <p:spPr>
              <a:xfrm>
                <a:off x="1653574" y="8813093"/>
                <a:ext cx="268022" cy="288541"/>
              </a:xfrm>
              <a:prstGeom prst="rect">
                <a:avLst/>
              </a:prstGeom>
              <a:noFill/>
            </p:spPr>
            <p:txBody>
              <a:bodyPr wrap="square" rtlCol="0">
                <a:spAutoFit/>
              </a:bodyPr>
              <a:lstStyle/>
              <a:p>
                <a:pPr algn="l"/>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grpSp>
            <p:nvGrpSpPr>
              <p:cNvPr id="3279" name="Graphic 4125">
                <a:extLst>
                  <a:ext uri="{FF2B5EF4-FFF2-40B4-BE49-F238E27FC236}">
                    <a16:creationId xmlns:a16="http://schemas.microsoft.com/office/drawing/2014/main" id="{A710602E-71CF-BC35-B12B-8C6FE87EEB04}"/>
                  </a:ext>
                </a:extLst>
              </p:cNvPr>
              <p:cNvGrpSpPr/>
              <p:nvPr/>
            </p:nvGrpSpPr>
            <p:grpSpPr>
              <a:xfrm>
                <a:off x="893025" y="7103482"/>
                <a:ext cx="17625" cy="1762560"/>
                <a:chOff x="252821" y="9837100"/>
                <a:chExt cx="17625" cy="1762560"/>
              </a:xfrm>
            </p:grpSpPr>
            <p:sp>
              <p:nvSpPr>
                <p:cNvPr id="4686" name="Freeform: Shape 4685">
                  <a:extLst>
                    <a:ext uri="{FF2B5EF4-FFF2-40B4-BE49-F238E27FC236}">
                      <a16:creationId xmlns:a16="http://schemas.microsoft.com/office/drawing/2014/main" id="{1377D2A9-F585-5291-C78D-3ABEF88D2487}"/>
                    </a:ext>
                  </a:extLst>
                </p:cNvPr>
                <p:cNvSpPr/>
                <p:nvPr/>
              </p:nvSpPr>
              <p:spPr>
                <a:xfrm>
                  <a:off x="252821" y="9837100"/>
                  <a:ext cx="5760" cy="1762560"/>
                </a:xfrm>
                <a:custGeom>
                  <a:avLst/>
                  <a:gdLst>
                    <a:gd name="connsiteX0" fmla="*/ 0 w 5760"/>
                    <a:gd name="connsiteY0" fmla="*/ 1762560 h 1762560"/>
                    <a:gd name="connsiteX1" fmla="*/ 0 w 5760"/>
                    <a:gd name="connsiteY1" fmla="*/ 0 h 1762560"/>
                  </a:gdLst>
                  <a:ahLst/>
                  <a:cxnLst>
                    <a:cxn ang="0">
                      <a:pos x="connsiteX0" y="connsiteY0"/>
                    </a:cxn>
                    <a:cxn ang="0">
                      <a:pos x="connsiteX1" y="connsiteY1"/>
                    </a:cxn>
                  </a:cxnLst>
                  <a:rect l="l" t="t" r="r" b="b"/>
                  <a:pathLst>
                    <a:path w="5760" h="1762560">
                      <a:moveTo>
                        <a:pt x="0" y="1762560"/>
                      </a:moveTo>
                      <a:lnTo>
                        <a:pt x="0" y="0"/>
                      </a:lnTo>
                    </a:path>
                  </a:pathLst>
                </a:custGeom>
                <a:ln w="12700" cap="sq">
                  <a:solidFill>
                    <a:srgbClr val="262626"/>
                  </a:solid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87" name="Freeform: Shape 4686">
                  <a:extLst>
                    <a:ext uri="{FF2B5EF4-FFF2-40B4-BE49-F238E27FC236}">
                      <a16:creationId xmlns:a16="http://schemas.microsoft.com/office/drawing/2014/main" id="{CC89543F-F0D9-E6DF-B8E6-1889242AFF06}"/>
                    </a:ext>
                  </a:extLst>
                </p:cNvPr>
                <p:cNvSpPr/>
                <p:nvPr/>
              </p:nvSpPr>
              <p:spPr>
                <a:xfrm>
                  <a:off x="252821" y="10718380"/>
                  <a:ext cx="17625" cy="5760"/>
                </a:xfrm>
                <a:custGeom>
                  <a:avLst/>
                  <a:gdLst>
                    <a:gd name="connsiteX0" fmla="*/ 0 w 17625"/>
                    <a:gd name="connsiteY0" fmla="*/ 0 h 5760"/>
                    <a:gd name="connsiteX1" fmla="*/ 17626 w 17625"/>
                    <a:gd name="connsiteY1" fmla="*/ 0 h 5760"/>
                  </a:gdLst>
                  <a:ahLst/>
                  <a:cxnLst>
                    <a:cxn ang="0">
                      <a:pos x="connsiteX0" y="connsiteY0"/>
                    </a:cxn>
                    <a:cxn ang="0">
                      <a:pos x="connsiteX1" y="connsiteY1"/>
                    </a:cxn>
                  </a:cxnLst>
                  <a:rect l="l" t="t" r="r" b="b"/>
                  <a:pathLst>
                    <a:path w="17625" h="5760">
                      <a:moveTo>
                        <a:pt x="0" y="0"/>
                      </a:moveTo>
                      <a:lnTo>
                        <a:pt x="17626" y="0"/>
                      </a:lnTo>
                    </a:path>
                  </a:pathLst>
                </a:custGeom>
                <a:ln w="12700" cap="sq">
                  <a:solidFill>
                    <a:srgbClr val="262626"/>
                  </a:solid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grpSp>
          <p:sp>
            <p:nvSpPr>
              <p:cNvPr id="3280" name="TextBox 3279">
                <a:extLst>
                  <a:ext uri="{FF2B5EF4-FFF2-40B4-BE49-F238E27FC236}">
                    <a16:creationId xmlns:a16="http://schemas.microsoft.com/office/drawing/2014/main" id="{DD03E45A-EC09-D1C2-E748-F7778FB75FDB}"/>
                  </a:ext>
                </a:extLst>
              </p:cNvPr>
              <p:cNvSpPr txBox="1"/>
              <p:nvPr/>
            </p:nvSpPr>
            <p:spPr>
              <a:xfrm>
                <a:off x="673834" y="7851982"/>
                <a:ext cx="268022" cy="288541"/>
              </a:xfrm>
              <a:prstGeom prst="rect">
                <a:avLst/>
              </a:prstGeom>
              <a:noFill/>
            </p:spPr>
            <p:txBody>
              <a:bodyPr wrap="square" rtlCol="0">
                <a:spAutoFit/>
              </a:bodyPr>
              <a:lstStyle/>
              <a:p>
                <a:pPr algn="l"/>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sp>
            <p:nvSpPr>
              <p:cNvPr id="3281" name="Freeform: Shape 3280">
                <a:extLst>
                  <a:ext uri="{FF2B5EF4-FFF2-40B4-BE49-F238E27FC236}">
                    <a16:creationId xmlns:a16="http://schemas.microsoft.com/office/drawing/2014/main" id="{172C1843-6AE0-1FA9-DF79-46992CFADE7F}"/>
                  </a:ext>
                </a:extLst>
              </p:cNvPr>
              <p:cNvSpPr/>
              <p:nvPr/>
            </p:nvSpPr>
            <p:spPr>
              <a:xfrm>
                <a:off x="1926671" y="7736468"/>
                <a:ext cx="37180" cy="37180"/>
              </a:xfrm>
              <a:custGeom>
                <a:avLst/>
                <a:gdLst>
                  <a:gd name="connsiteX0" fmla="*/ 37469 w 37180"/>
                  <a:gd name="connsiteY0" fmla="*/ 18732 h 37180"/>
                  <a:gd name="connsiteX1" fmla="*/ 18879 w 37180"/>
                  <a:gd name="connsiteY1" fmla="*/ 37322 h 37180"/>
                  <a:gd name="connsiteX2" fmla="*/ 289 w 37180"/>
                  <a:gd name="connsiteY2" fmla="*/ 18732 h 37180"/>
                  <a:gd name="connsiteX3" fmla="*/ 18879 w 37180"/>
                  <a:gd name="connsiteY3" fmla="*/ 141 h 37180"/>
                  <a:gd name="connsiteX4" fmla="*/ 37469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32"/>
                    </a:moveTo>
                    <a:cubicBezTo>
                      <a:pt x="37469" y="28999"/>
                      <a:pt x="29146" y="37322"/>
                      <a:pt x="18879" y="37322"/>
                    </a:cubicBezTo>
                    <a:cubicBezTo>
                      <a:pt x="8612" y="37322"/>
                      <a:pt x="289" y="28999"/>
                      <a:pt x="289" y="18732"/>
                    </a:cubicBezTo>
                    <a:cubicBezTo>
                      <a:pt x="289" y="8464"/>
                      <a:pt x="8612" y="141"/>
                      <a:pt x="18879" y="141"/>
                    </a:cubicBezTo>
                    <a:cubicBezTo>
                      <a:pt x="29146" y="141"/>
                      <a:pt x="37469" y="8464"/>
                      <a:pt x="37469" y="18732"/>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2" name="Freeform: Shape 3281">
                <a:extLst>
                  <a:ext uri="{FF2B5EF4-FFF2-40B4-BE49-F238E27FC236}">
                    <a16:creationId xmlns:a16="http://schemas.microsoft.com/office/drawing/2014/main" id="{B35A8F8C-A514-8C6A-DDDD-077A8FF27A10}"/>
                  </a:ext>
                </a:extLst>
              </p:cNvPr>
              <p:cNvSpPr/>
              <p:nvPr/>
            </p:nvSpPr>
            <p:spPr>
              <a:xfrm>
                <a:off x="1924271" y="7734068"/>
                <a:ext cx="41981" cy="41981"/>
              </a:xfrm>
              <a:custGeom>
                <a:avLst/>
                <a:gdLst>
                  <a:gd name="connsiteX0" fmla="*/ 21279 w 41981"/>
                  <a:gd name="connsiteY0" fmla="*/ 4942 h 41981"/>
                  <a:gd name="connsiteX1" fmla="*/ 37469 w 41981"/>
                  <a:gd name="connsiteY1" fmla="*/ 21132 h 41981"/>
                  <a:gd name="connsiteX2" fmla="*/ 37469 w 41981"/>
                  <a:gd name="connsiteY2" fmla="*/ 21132 h 41981"/>
                  <a:gd name="connsiteX3" fmla="*/ 21279 w 41981"/>
                  <a:gd name="connsiteY3" fmla="*/ 37322 h 41981"/>
                  <a:gd name="connsiteX4" fmla="*/ 5089 w 41981"/>
                  <a:gd name="connsiteY4" fmla="*/ 21132 h 41981"/>
                  <a:gd name="connsiteX5" fmla="*/ 21279 w 41981"/>
                  <a:gd name="connsiteY5" fmla="*/ 4942 h 41981"/>
                  <a:gd name="connsiteX6" fmla="*/ 21279 w 41981"/>
                  <a:gd name="connsiteY6" fmla="*/ 141 h 41981"/>
                  <a:gd name="connsiteX7" fmla="*/ 289 w 41981"/>
                  <a:gd name="connsiteY7" fmla="*/ 21132 h 41981"/>
                  <a:gd name="connsiteX8" fmla="*/ 21279 w 41981"/>
                  <a:gd name="connsiteY8" fmla="*/ 42122 h 41981"/>
                  <a:gd name="connsiteX9" fmla="*/ 42270 w 41981"/>
                  <a:gd name="connsiteY9" fmla="*/ 21132 h 41981"/>
                  <a:gd name="connsiteX10" fmla="*/ 42270 w 41981"/>
                  <a:gd name="connsiteY10" fmla="*/ 21132 h 41981"/>
                  <a:gd name="connsiteX11" fmla="*/ 21279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42"/>
                    </a:moveTo>
                    <a:cubicBezTo>
                      <a:pt x="30221" y="4942"/>
                      <a:pt x="37469" y="12190"/>
                      <a:pt x="37469" y="21132"/>
                    </a:cubicBezTo>
                    <a:lnTo>
                      <a:pt x="37469" y="21132"/>
                    </a:lnTo>
                    <a:cubicBezTo>
                      <a:pt x="37469" y="30074"/>
                      <a:pt x="30221" y="37322"/>
                      <a:pt x="21279" y="37322"/>
                    </a:cubicBezTo>
                    <a:cubicBezTo>
                      <a:pt x="12337" y="37322"/>
                      <a:pt x="5089" y="30074"/>
                      <a:pt x="5089" y="21132"/>
                    </a:cubicBezTo>
                    <a:cubicBezTo>
                      <a:pt x="5089" y="12190"/>
                      <a:pt x="12337" y="4942"/>
                      <a:pt x="21279" y="4942"/>
                    </a:cubicBezTo>
                    <a:close/>
                    <a:moveTo>
                      <a:pt x="21279" y="141"/>
                    </a:moveTo>
                    <a:cubicBezTo>
                      <a:pt x="9687" y="141"/>
                      <a:pt x="289" y="9539"/>
                      <a:pt x="289" y="21132"/>
                    </a:cubicBezTo>
                    <a:cubicBezTo>
                      <a:pt x="289" y="32724"/>
                      <a:pt x="9687" y="42122"/>
                      <a:pt x="21279" y="42122"/>
                    </a:cubicBezTo>
                    <a:cubicBezTo>
                      <a:pt x="32872" y="42122"/>
                      <a:pt x="42270" y="32724"/>
                      <a:pt x="42270" y="21132"/>
                    </a:cubicBezTo>
                    <a:lnTo>
                      <a:pt x="42270" y="21132"/>
                    </a:lnTo>
                    <a:cubicBezTo>
                      <a:pt x="42270" y="9539"/>
                      <a:pt x="32872" y="141"/>
                      <a:pt x="21279" y="14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3" name="Freeform: Shape 3282">
                <a:extLst>
                  <a:ext uri="{FF2B5EF4-FFF2-40B4-BE49-F238E27FC236}">
                    <a16:creationId xmlns:a16="http://schemas.microsoft.com/office/drawing/2014/main" id="{2A8A0400-099D-EEC9-2A75-1A29BE62BB9A}"/>
                  </a:ext>
                </a:extLst>
              </p:cNvPr>
              <p:cNvSpPr/>
              <p:nvPr/>
            </p:nvSpPr>
            <p:spPr>
              <a:xfrm>
                <a:off x="1735652" y="7971148"/>
                <a:ext cx="37180" cy="37180"/>
              </a:xfrm>
              <a:custGeom>
                <a:avLst/>
                <a:gdLst>
                  <a:gd name="connsiteX0" fmla="*/ 37436 w 37180"/>
                  <a:gd name="connsiteY0" fmla="*/ 18772 h 37180"/>
                  <a:gd name="connsiteX1" fmla="*/ 18846 w 37180"/>
                  <a:gd name="connsiteY1" fmla="*/ 37363 h 37180"/>
                  <a:gd name="connsiteX2" fmla="*/ 256 w 37180"/>
                  <a:gd name="connsiteY2" fmla="*/ 18772 h 37180"/>
                  <a:gd name="connsiteX3" fmla="*/ 18846 w 37180"/>
                  <a:gd name="connsiteY3" fmla="*/ 182 h 37180"/>
                  <a:gd name="connsiteX4" fmla="*/ 3743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2"/>
                    </a:moveTo>
                    <a:cubicBezTo>
                      <a:pt x="37436" y="29039"/>
                      <a:pt x="29113" y="37363"/>
                      <a:pt x="18846" y="37363"/>
                    </a:cubicBezTo>
                    <a:cubicBezTo>
                      <a:pt x="8579" y="37363"/>
                      <a:pt x="256" y="29039"/>
                      <a:pt x="256" y="18772"/>
                    </a:cubicBezTo>
                    <a:cubicBezTo>
                      <a:pt x="256" y="8505"/>
                      <a:pt x="8579" y="182"/>
                      <a:pt x="18846" y="182"/>
                    </a:cubicBezTo>
                    <a:cubicBezTo>
                      <a:pt x="29113" y="182"/>
                      <a:pt x="37436" y="8505"/>
                      <a:pt x="37436" y="18772"/>
                    </a:cubicBezTo>
                    <a:close/>
                  </a:path>
                </a:pathLst>
              </a:custGeom>
              <a:solidFill>
                <a:srgbClr val="B8F7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4" name="Freeform: Shape 3283">
                <a:extLst>
                  <a:ext uri="{FF2B5EF4-FFF2-40B4-BE49-F238E27FC236}">
                    <a16:creationId xmlns:a16="http://schemas.microsoft.com/office/drawing/2014/main" id="{CE737A6C-A498-48D7-2B4B-DA3B06EB891C}"/>
                  </a:ext>
                </a:extLst>
              </p:cNvPr>
              <p:cNvSpPr/>
              <p:nvPr/>
            </p:nvSpPr>
            <p:spPr>
              <a:xfrm>
                <a:off x="1733252" y="7968748"/>
                <a:ext cx="41981" cy="41981"/>
              </a:xfrm>
              <a:custGeom>
                <a:avLst/>
                <a:gdLst>
                  <a:gd name="connsiteX0" fmla="*/ 21246 w 41981"/>
                  <a:gd name="connsiteY0" fmla="*/ 4982 h 41981"/>
                  <a:gd name="connsiteX1" fmla="*/ 37436 w 41981"/>
                  <a:gd name="connsiteY1" fmla="*/ 21172 h 41981"/>
                  <a:gd name="connsiteX2" fmla="*/ 37436 w 41981"/>
                  <a:gd name="connsiteY2" fmla="*/ 21172 h 41981"/>
                  <a:gd name="connsiteX3" fmla="*/ 21246 w 41981"/>
                  <a:gd name="connsiteY3" fmla="*/ 37363 h 41981"/>
                  <a:gd name="connsiteX4" fmla="*/ 5056 w 41981"/>
                  <a:gd name="connsiteY4" fmla="*/ 21172 h 41981"/>
                  <a:gd name="connsiteX5" fmla="*/ 21246 w 41981"/>
                  <a:gd name="connsiteY5" fmla="*/ 4982 h 41981"/>
                  <a:gd name="connsiteX6" fmla="*/ 21246 w 41981"/>
                  <a:gd name="connsiteY6" fmla="*/ 182 h 41981"/>
                  <a:gd name="connsiteX7" fmla="*/ 256 w 41981"/>
                  <a:gd name="connsiteY7" fmla="*/ 21172 h 41981"/>
                  <a:gd name="connsiteX8" fmla="*/ 21246 w 41981"/>
                  <a:gd name="connsiteY8" fmla="*/ 42163 h 41981"/>
                  <a:gd name="connsiteX9" fmla="*/ 42237 w 41981"/>
                  <a:gd name="connsiteY9" fmla="*/ 21172 h 41981"/>
                  <a:gd name="connsiteX10" fmla="*/ 42237 w 41981"/>
                  <a:gd name="connsiteY10" fmla="*/ 21172 h 41981"/>
                  <a:gd name="connsiteX11" fmla="*/ 2124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2"/>
                    </a:moveTo>
                    <a:cubicBezTo>
                      <a:pt x="30188" y="4982"/>
                      <a:pt x="37436" y="12231"/>
                      <a:pt x="37436" y="21172"/>
                    </a:cubicBezTo>
                    <a:lnTo>
                      <a:pt x="37436" y="21172"/>
                    </a:lnTo>
                    <a:cubicBezTo>
                      <a:pt x="37436" y="30114"/>
                      <a:pt x="30188" y="37363"/>
                      <a:pt x="21246" y="37363"/>
                    </a:cubicBezTo>
                    <a:cubicBezTo>
                      <a:pt x="12304" y="37363"/>
                      <a:pt x="5056" y="30114"/>
                      <a:pt x="5056" y="21172"/>
                    </a:cubicBezTo>
                    <a:cubicBezTo>
                      <a:pt x="5056" y="12231"/>
                      <a:pt x="12304" y="4982"/>
                      <a:pt x="21246" y="4982"/>
                    </a:cubicBezTo>
                    <a:close/>
                    <a:moveTo>
                      <a:pt x="21246" y="182"/>
                    </a:moveTo>
                    <a:cubicBezTo>
                      <a:pt x="9654" y="182"/>
                      <a:pt x="256" y="9580"/>
                      <a:pt x="256" y="21172"/>
                    </a:cubicBezTo>
                    <a:cubicBezTo>
                      <a:pt x="256" y="32765"/>
                      <a:pt x="9654" y="42163"/>
                      <a:pt x="21246" y="42163"/>
                    </a:cubicBezTo>
                    <a:cubicBezTo>
                      <a:pt x="32839" y="42163"/>
                      <a:pt x="42237" y="32765"/>
                      <a:pt x="42237" y="21172"/>
                    </a:cubicBezTo>
                    <a:lnTo>
                      <a:pt x="42237" y="21172"/>
                    </a:lnTo>
                    <a:cubicBezTo>
                      <a:pt x="42237" y="9580"/>
                      <a:pt x="32839" y="182"/>
                      <a:pt x="21246"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5" name="Freeform: Shape 3284">
                <a:extLst>
                  <a:ext uri="{FF2B5EF4-FFF2-40B4-BE49-F238E27FC236}">
                    <a16:creationId xmlns:a16="http://schemas.microsoft.com/office/drawing/2014/main" id="{1D4EB8D5-652F-E6FC-E530-8D026B98FCDD}"/>
                  </a:ext>
                </a:extLst>
              </p:cNvPr>
              <p:cNvSpPr/>
              <p:nvPr/>
            </p:nvSpPr>
            <p:spPr>
              <a:xfrm>
                <a:off x="1840703" y="7850003"/>
                <a:ext cx="37180" cy="37180"/>
              </a:xfrm>
              <a:custGeom>
                <a:avLst/>
                <a:gdLst>
                  <a:gd name="connsiteX0" fmla="*/ 37455 w 37180"/>
                  <a:gd name="connsiteY0" fmla="*/ 18751 h 37180"/>
                  <a:gd name="connsiteX1" fmla="*/ 18864 w 37180"/>
                  <a:gd name="connsiteY1" fmla="*/ 37342 h 37180"/>
                  <a:gd name="connsiteX2" fmla="*/ 274 w 37180"/>
                  <a:gd name="connsiteY2" fmla="*/ 18751 h 37180"/>
                  <a:gd name="connsiteX3" fmla="*/ 18864 w 37180"/>
                  <a:gd name="connsiteY3" fmla="*/ 161 h 37180"/>
                  <a:gd name="connsiteX4" fmla="*/ 37455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1"/>
                    </a:moveTo>
                    <a:cubicBezTo>
                      <a:pt x="37455" y="29018"/>
                      <a:pt x="29131" y="37342"/>
                      <a:pt x="18864" y="37342"/>
                    </a:cubicBezTo>
                    <a:cubicBezTo>
                      <a:pt x="8597" y="37342"/>
                      <a:pt x="274" y="29018"/>
                      <a:pt x="274" y="18751"/>
                    </a:cubicBezTo>
                    <a:cubicBezTo>
                      <a:pt x="274" y="8484"/>
                      <a:pt x="8597" y="161"/>
                      <a:pt x="18864" y="161"/>
                    </a:cubicBezTo>
                    <a:cubicBezTo>
                      <a:pt x="29131" y="161"/>
                      <a:pt x="37455" y="8484"/>
                      <a:pt x="37455" y="18751"/>
                    </a:cubicBezTo>
                    <a:close/>
                  </a:path>
                </a:pathLst>
              </a:custGeom>
              <a:solidFill>
                <a:srgbClr val="4BF74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6" name="Freeform: Shape 3285">
                <a:extLst>
                  <a:ext uri="{FF2B5EF4-FFF2-40B4-BE49-F238E27FC236}">
                    <a16:creationId xmlns:a16="http://schemas.microsoft.com/office/drawing/2014/main" id="{21763EE6-BFFC-5927-C8E0-1341F39062EE}"/>
                  </a:ext>
                </a:extLst>
              </p:cNvPr>
              <p:cNvSpPr/>
              <p:nvPr/>
            </p:nvSpPr>
            <p:spPr>
              <a:xfrm>
                <a:off x="1838303" y="7847603"/>
                <a:ext cx="41981" cy="41981"/>
              </a:xfrm>
              <a:custGeom>
                <a:avLst/>
                <a:gdLst>
                  <a:gd name="connsiteX0" fmla="*/ 21264 w 41981"/>
                  <a:gd name="connsiteY0" fmla="*/ 4961 h 41981"/>
                  <a:gd name="connsiteX1" fmla="*/ 37455 w 41981"/>
                  <a:gd name="connsiteY1" fmla="*/ 21151 h 41981"/>
                  <a:gd name="connsiteX2" fmla="*/ 37455 w 41981"/>
                  <a:gd name="connsiteY2" fmla="*/ 21151 h 41981"/>
                  <a:gd name="connsiteX3" fmla="*/ 21264 w 41981"/>
                  <a:gd name="connsiteY3" fmla="*/ 37342 h 41981"/>
                  <a:gd name="connsiteX4" fmla="*/ 5074 w 41981"/>
                  <a:gd name="connsiteY4" fmla="*/ 21151 h 41981"/>
                  <a:gd name="connsiteX5" fmla="*/ 21264 w 41981"/>
                  <a:gd name="connsiteY5" fmla="*/ 4961 h 41981"/>
                  <a:gd name="connsiteX6" fmla="*/ 21264 w 41981"/>
                  <a:gd name="connsiteY6" fmla="*/ 161 h 41981"/>
                  <a:gd name="connsiteX7" fmla="*/ 274 w 41981"/>
                  <a:gd name="connsiteY7" fmla="*/ 21151 h 41981"/>
                  <a:gd name="connsiteX8" fmla="*/ 21264 w 41981"/>
                  <a:gd name="connsiteY8" fmla="*/ 42142 h 41981"/>
                  <a:gd name="connsiteX9" fmla="*/ 42255 w 41981"/>
                  <a:gd name="connsiteY9" fmla="*/ 21151 h 41981"/>
                  <a:gd name="connsiteX10" fmla="*/ 42255 w 41981"/>
                  <a:gd name="connsiteY10" fmla="*/ 21151 h 41981"/>
                  <a:gd name="connsiteX11" fmla="*/ 21264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1"/>
                    </a:moveTo>
                    <a:cubicBezTo>
                      <a:pt x="30206" y="4961"/>
                      <a:pt x="37455" y="12210"/>
                      <a:pt x="37455" y="21151"/>
                    </a:cubicBezTo>
                    <a:lnTo>
                      <a:pt x="37455" y="21151"/>
                    </a:lnTo>
                    <a:cubicBezTo>
                      <a:pt x="37455" y="30093"/>
                      <a:pt x="30206" y="37342"/>
                      <a:pt x="21264" y="37342"/>
                    </a:cubicBezTo>
                    <a:cubicBezTo>
                      <a:pt x="12323" y="37342"/>
                      <a:pt x="5074" y="30093"/>
                      <a:pt x="5074" y="21151"/>
                    </a:cubicBezTo>
                    <a:cubicBezTo>
                      <a:pt x="5074" y="12210"/>
                      <a:pt x="12323" y="4961"/>
                      <a:pt x="21264" y="4961"/>
                    </a:cubicBezTo>
                    <a:close/>
                    <a:moveTo>
                      <a:pt x="21264" y="161"/>
                    </a:moveTo>
                    <a:cubicBezTo>
                      <a:pt x="9672" y="161"/>
                      <a:pt x="274" y="9559"/>
                      <a:pt x="274" y="21151"/>
                    </a:cubicBezTo>
                    <a:cubicBezTo>
                      <a:pt x="274" y="32744"/>
                      <a:pt x="9672" y="42142"/>
                      <a:pt x="21264" y="42142"/>
                    </a:cubicBezTo>
                    <a:cubicBezTo>
                      <a:pt x="32857" y="42142"/>
                      <a:pt x="42255" y="32744"/>
                      <a:pt x="42255" y="21151"/>
                    </a:cubicBezTo>
                    <a:lnTo>
                      <a:pt x="42255" y="21151"/>
                    </a:lnTo>
                    <a:cubicBezTo>
                      <a:pt x="42255" y="9559"/>
                      <a:pt x="32857" y="161"/>
                      <a:pt x="21264"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7" name="Freeform: Shape 3286">
                <a:extLst>
                  <a:ext uri="{FF2B5EF4-FFF2-40B4-BE49-F238E27FC236}">
                    <a16:creationId xmlns:a16="http://schemas.microsoft.com/office/drawing/2014/main" id="{DF339439-EA16-C756-A22D-6416A6C68C1B}"/>
                  </a:ext>
                </a:extLst>
              </p:cNvPr>
              <p:cNvSpPr/>
              <p:nvPr/>
            </p:nvSpPr>
            <p:spPr>
              <a:xfrm>
                <a:off x="1535383" y="8080864"/>
                <a:ext cx="37180" cy="37180"/>
              </a:xfrm>
              <a:custGeom>
                <a:avLst/>
                <a:gdLst>
                  <a:gd name="connsiteX0" fmla="*/ 37402 w 37180"/>
                  <a:gd name="connsiteY0" fmla="*/ 18791 h 37180"/>
                  <a:gd name="connsiteX1" fmla="*/ 18811 w 37180"/>
                  <a:gd name="connsiteY1" fmla="*/ 37382 h 37180"/>
                  <a:gd name="connsiteX2" fmla="*/ 221 w 37180"/>
                  <a:gd name="connsiteY2" fmla="*/ 18791 h 37180"/>
                  <a:gd name="connsiteX3" fmla="*/ 18811 w 37180"/>
                  <a:gd name="connsiteY3" fmla="*/ 201 h 37180"/>
                  <a:gd name="connsiteX4" fmla="*/ 37402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2" y="18791"/>
                    </a:moveTo>
                    <a:cubicBezTo>
                      <a:pt x="37402" y="29059"/>
                      <a:pt x="29078" y="37382"/>
                      <a:pt x="18811" y="37382"/>
                    </a:cubicBezTo>
                    <a:cubicBezTo>
                      <a:pt x="8544" y="37382"/>
                      <a:pt x="221" y="29059"/>
                      <a:pt x="221" y="18791"/>
                    </a:cubicBezTo>
                    <a:cubicBezTo>
                      <a:pt x="221" y="8524"/>
                      <a:pt x="8544" y="201"/>
                      <a:pt x="18811" y="201"/>
                    </a:cubicBezTo>
                    <a:cubicBezTo>
                      <a:pt x="29078" y="201"/>
                      <a:pt x="37402" y="8524"/>
                      <a:pt x="37402" y="18791"/>
                    </a:cubicBezTo>
                    <a:close/>
                  </a:path>
                </a:pathLst>
              </a:custGeom>
              <a:solidFill>
                <a:srgbClr val="F7A5A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8" name="Freeform: Shape 3287">
                <a:extLst>
                  <a:ext uri="{FF2B5EF4-FFF2-40B4-BE49-F238E27FC236}">
                    <a16:creationId xmlns:a16="http://schemas.microsoft.com/office/drawing/2014/main" id="{E42FF53D-59E2-888A-7AE1-2862E68E0D30}"/>
                  </a:ext>
                </a:extLst>
              </p:cNvPr>
              <p:cNvSpPr/>
              <p:nvPr/>
            </p:nvSpPr>
            <p:spPr>
              <a:xfrm>
                <a:off x="1532982" y="8078464"/>
                <a:ext cx="41981" cy="41981"/>
              </a:xfrm>
              <a:custGeom>
                <a:avLst/>
                <a:gdLst>
                  <a:gd name="connsiteX0" fmla="*/ 21211 w 41981"/>
                  <a:gd name="connsiteY0" fmla="*/ 5001 h 41981"/>
                  <a:gd name="connsiteX1" fmla="*/ 37402 w 41981"/>
                  <a:gd name="connsiteY1" fmla="*/ 21192 h 41981"/>
                  <a:gd name="connsiteX2" fmla="*/ 37402 w 41981"/>
                  <a:gd name="connsiteY2" fmla="*/ 21192 h 41981"/>
                  <a:gd name="connsiteX3" fmla="*/ 21211 w 41981"/>
                  <a:gd name="connsiteY3" fmla="*/ 37382 h 41981"/>
                  <a:gd name="connsiteX4" fmla="*/ 5021 w 41981"/>
                  <a:gd name="connsiteY4" fmla="*/ 21192 h 41981"/>
                  <a:gd name="connsiteX5" fmla="*/ 21211 w 41981"/>
                  <a:gd name="connsiteY5" fmla="*/ 5001 h 41981"/>
                  <a:gd name="connsiteX6" fmla="*/ 21211 w 41981"/>
                  <a:gd name="connsiteY6" fmla="*/ 201 h 41981"/>
                  <a:gd name="connsiteX7" fmla="*/ 221 w 41981"/>
                  <a:gd name="connsiteY7" fmla="*/ 21192 h 41981"/>
                  <a:gd name="connsiteX8" fmla="*/ 21211 w 41981"/>
                  <a:gd name="connsiteY8" fmla="*/ 42182 h 41981"/>
                  <a:gd name="connsiteX9" fmla="*/ 42202 w 41981"/>
                  <a:gd name="connsiteY9" fmla="*/ 21192 h 41981"/>
                  <a:gd name="connsiteX10" fmla="*/ 42202 w 41981"/>
                  <a:gd name="connsiteY10" fmla="*/ 21192 h 41981"/>
                  <a:gd name="connsiteX11" fmla="*/ 21211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1" y="5001"/>
                    </a:moveTo>
                    <a:cubicBezTo>
                      <a:pt x="30153" y="5001"/>
                      <a:pt x="37402" y="12250"/>
                      <a:pt x="37402" y="21192"/>
                    </a:cubicBezTo>
                    <a:lnTo>
                      <a:pt x="37402" y="21192"/>
                    </a:lnTo>
                    <a:cubicBezTo>
                      <a:pt x="37402" y="30133"/>
                      <a:pt x="30153" y="37382"/>
                      <a:pt x="21211" y="37382"/>
                    </a:cubicBezTo>
                    <a:cubicBezTo>
                      <a:pt x="12270" y="37382"/>
                      <a:pt x="5021" y="30133"/>
                      <a:pt x="5021" y="21192"/>
                    </a:cubicBezTo>
                    <a:cubicBezTo>
                      <a:pt x="5021" y="12250"/>
                      <a:pt x="12270" y="5001"/>
                      <a:pt x="21211" y="5001"/>
                    </a:cubicBezTo>
                    <a:close/>
                    <a:moveTo>
                      <a:pt x="21211" y="201"/>
                    </a:moveTo>
                    <a:cubicBezTo>
                      <a:pt x="9619" y="201"/>
                      <a:pt x="221" y="9599"/>
                      <a:pt x="221" y="21192"/>
                    </a:cubicBezTo>
                    <a:cubicBezTo>
                      <a:pt x="221" y="32784"/>
                      <a:pt x="9619" y="42182"/>
                      <a:pt x="21211" y="42182"/>
                    </a:cubicBezTo>
                    <a:cubicBezTo>
                      <a:pt x="32804" y="42182"/>
                      <a:pt x="42202" y="32784"/>
                      <a:pt x="42202" y="21192"/>
                    </a:cubicBezTo>
                    <a:lnTo>
                      <a:pt x="42202" y="21192"/>
                    </a:lnTo>
                    <a:cubicBezTo>
                      <a:pt x="42202" y="9599"/>
                      <a:pt x="32804" y="201"/>
                      <a:pt x="21211"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89" name="Freeform: Shape 3288">
                <a:extLst>
                  <a:ext uri="{FF2B5EF4-FFF2-40B4-BE49-F238E27FC236}">
                    <a16:creationId xmlns:a16="http://schemas.microsoft.com/office/drawing/2014/main" id="{3407BF4F-D0B4-608E-2F86-D583B4A9F7C8}"/>
                  </a:ext>
                </a:extLst>
              </p:cNvPr>
              <p:cNvSpPr/>
              <p:nvPr/>
            </p:nvSpPr>
            <p:spPr>
              <a:xfrm>
                <a:off x="1847269" y="7763045"/>
                <a:ext cx="37180" cy="37180"/>
              </a:xfrm>
              <a:custGeom>
                <a:avLst/>
                <a:gdLst>
                  <a:gd name="connsiteX0" fmla="*/ 37456 w 37180"/>
                  <a:gd name="connsiteY0" fmla="*/ 18736 h 37180"/>
                  <a:gd name="connsiteX1" fmla="*/ 18865 w 37180"/>
                  <a:gd name="connsiteY1" fmla="*/ 37327 h 37180"/>
                  <a:gd name="connsiteX2" fmla="*/ 275 w 37180"/>
                  <a:gd name="connsiteY2" fmla="*/ 18736 h 37180"/>
                  <a:gd name="connsiteX3" fmla="*/ 18865 w 37180"/>
                  <a:gd name="connsiteY3" fmla="*/ 146 h 37180"/>
                  <a:gd name="connsiteX4" fmla="*/ 37456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36"/>
                    </a:moveTo>
                    <a:cubicBezTo>
                      <a:pt x="37456" y="29003"/>
                      <a:pt x="29132" y="37327"/>
                      <a:pt x="18865" y="37327"/>
                    </a:cubicBezTo>
                    <a:cubicBezTo>
                      <a:pt x="8598" y="37327"/>
                      <a:pt x="275" y="29003"/>
                      <a:pt x="275" y="18736"/>
                    </a:cubicBezTo>
                    <a:cubicBezTo>
                      <a:pt x="275" y="8469"/>
                      <a:pt x="8598" y="146"/>
                      <a:pt x="18865" y="146"/>
                    </a:cubicBezTo>
                    <a:cubicBezTo>
                      <a:pt x="29132" y="146"/>
                      <a:pt x="37456" y="8469"/>
                      <a:pt x="37456" y="18736"/>
                    </a:cubicBezTo>
                    <a:close/>
                  </a:path>
                </a:pathLst>
              </a:custGeom>
              <a:solidFill>
                <a:srgbClr val="55F75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0" name="Freeform: Shape 3289">
                <a:extLst>
                  <a:ext uri="{FF2B5EF4-FFF2-40B4-BE49-F238E27FC236}">
                    <a16:creationId xmlns:a16="http://schemas.microsoft.com/office/drawing/2014/main" id="{068EAC99-DD25-DBA6-52FB-1A74D5FB611C}"/>
                  </a:ext>
                </a:extLst>
              </p:cNvPr>
              <p:cNvSpPr/>
              <p:nvPr/>
            </p:nvSpPr>
            <p:spPr>
              <a:xfrm>
                <a:off x="1844869" y="7760645"/>
                <a:ext cx="41981" cy="41981"/>
              </a:xfrm>
              <a:custGeom>
                <a:avLst/>
                <a:gdLst>
                  <a:gd name="connsiteX0" fmla="*/ 21265 w 41981"/>
                  <a:gd name="connsiteY0" fmla="*/ 4946 h 41981"/>
                  <a:gd name="connsiteX1" fmla="*/ 37456 w 41981"/>
                  <a:gd name="connsiteY1" fmla="*/ 21136 h 41981"/>
                  <a:gd name="connsiteX2" fmla="*/ 37456 w 41981"/>
                  <a:gd name="connsiteY2" fmla="*/ 21136 h 41981"/>
                  <a:gd name="connsiteX3" fmla="*/ 21265 w 41981"/>
                  <a:gd name="connsiteY3" fmla="*/ 37327 h 41981"/>
                  <a:gd name="connsiteX4" fmla="*/ 5075 w 41981"/>
                  <a:gd name="connsiteY4" fmla="*/ 21136 h 41981"/>
                  <a:gd name="connsiteX5" fmla="*/ 21265 w 41981"/>
                  <a:gd name="connsiteY5" fmla="*/ 4946 h 41981"/>
                  <a:gd name="connsiteX6" fmla="*/ 21265 w 41981"/>
                  <a:gd name="connsiteY6" fmla="*/ 146 h 41981"/>
                  <a:gd name="connsiteX7" fmla="*/ 275 w 41981"/>
                  <a:gd name="connsiteY7" fmla="*/ 21136 h 41981"/>
                  <a:gd name="connsiteX8" fmla="*/ 21265 w 41981"/>
                  <a:gd name="connsiteY8" fmla="*/ 42127 h 41981"/>
                  <a:gd name="connsiteX9" fmla="*/ 42256 w 41981"/>
                  <a:gd name="connsiteY9" fmla="*/ 21136 h 41981"/>
                  <a:gd name="connsiteX10" fmla="*/ 42256 w 41981"/>
                  <a:gd name="connsiteY10" fmla="*/ 21136 h 41981"/>
                  <a:gd name="connsiteX11" fmla="*/ 21265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46"/>
                    </a:moveTo>
                    <a:cubicBezTo>
                      <a:pt x="30207" y="4946"/>
                      <a:pt x="37456" y="12195"/>
                      <a:pt x="37456" y="21136"/>
                    </a:cubicBezTo>
                    <a:lnTo>
                      <a:pt x="37456" y="21136"/>
                    </a:lnTo>
                    <a:cubicBezTo>
                      <a:pt x="37456" y="30078"/>
                      <a:pt x="30207" y="37327"/>
                      <a:pt x="21265" y="37327"/>
                    </a:cubicBezTo>
                    <a:cubicBezTo>
                      <a:pt x="12324" y="37327"/>
                      <a:pt x="5075" y="30078"/>
                      <a:pt x="5075" y="21136"/>
                    </a:cubicBezTo>
                    <a:cubicBezTo>
                      <a:pt x="5075" y="12195"/>
                      <a:pt x="12324" y="4946"/>
                      <a:pt x="21265" y="4946"/>
                    </a:cubicBezTo>
                    <a:close/>
                    <a:moveTo>
                      <a:pt x="21265" y="146"/>
                    </a:moveTo>
                    <a:cubicBezTo>
                      <a:pt x="9673" y="146"/>
                      <a:pt x="275" y="9544"/>
                      <a:pt x="275" y="21136"/>
                    </a:cubicBezTo>
                    <a:cubicBezTo>
                      <a:pt x="275" y="32729"/>
                      <a:pt x="9673" y="42127"/>
                      <a:pt x="21265" y="42127"/>
                    </a:cubicBezTo>
                    <a:cubicBezTo>
                      <a:pt x="32858" y="42127"/>
                      <a:pt x="42256" y="32729"/>
                      <a:pt x="42256" y="21136"/>
                    </a:cubicBezTo>
                    <a:lnTo>
                      <a:pt x="42256" y="21136"/>
                    </a:lnTo>
                    <a:cubicBezTo>
                      <a:pt x="42256" y="9544"/>
                      <a:pt x="32858" y="146"/>
                      <a:pt x="21265"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1" name="Freeform: Shape 3290">
                <a:extLst>
                  <a:ext uri="{FF2B5EF4-FFF2-40B4-BE49-F238E27FC236}">
                    <a16:creationId xmlns:a16="http://schemas.microsoft.com/office/drawing/2014/main" id="{77CA94EE-3E91-1AA5-89B3-404D08F12ED9}"/>
                  </a:ext>
                </a:extLst>
              </p:cNvPr>
              <p:cNvSpPr/>
              <p:nvPr/>
            </p:nvSpPr>
            <p:spPr>
              <a:xfrm>
                <a:off x="1917455" y="7850781"/>
                <a:ext cx="37180" cy="37180"/>
              </a:xfrm>
              <a:custGeom>
                <a:avLst/>
                <a:gdLst>
                  <a:gd name="connsiteX0" fmla="*/ 37468 w 37180"/>
                  <a:gd name="connsiteY0" fmla="*/ 18751 h 37180"/>
                  <a:gd name="connsiteX1" fmla="*/ 18877 w 37180"/>
                  <a:gd name="connsiteY1" fmla="*/ 37342 h 37180"/>
                  <a:gd name="connsiteX2" fmla="*/ 287 w 37180"/>
                  <a:gd name="connsiteY2" fmla="*/ 18751 h 37180"/>
                  <a:gd name="connsiteX3" fmla="*/ 18877 w 37180"/>
                  <a:gd name="connsiteY3" fmla="*/ 161 h 37180"/>
                  <a:gd name="connsiteX4" fmla="*/ 37468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8" y="18751"/>
                    </a:moveTo>
                    <a:cubicBezTo>
                      <a:pt x="37468" y="29019"/>
                      <a:pt x="29145" y="37342"/>
                      <a:pt x="18877" y="37342"/>
                    </a:cubicBezTo>
                    <a:cubicBezTo>
                      <a:pt x="8610" y="37342"/>
                      <a:pt x="287" y="29019"/>
                      <a:pt x="287" y="18751"/>
                    </a:cubicBezTo>
                    <a:cubicBezTo>
                      <a:pt x="287" y="8484"/>
                      <a:pt x="8610" y="161"/>
                      <a:pt x="18877" y="161"/>
                    </a:cubicBezTo>
                    <a:cubicBezTo>
                      <a:pt x="29145" y="161"/>
                      <a:pt x="37468" y="8484"/>
                      <a:pt x="37468" y="18751"/>
                    </a:cubicBezTo>
                    <a:close/>
                  </a:path>
                </a:pathLst>
              </a:custGeom>
              <a:solidFill>
                <a:srgbClr val="C6F7C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2" name="Freeform: Shape 3291">
                <a:extLst>
                  <a:ext uri="{FF2B5EF4-FFF2-40B4-BE49-F238E27FC236}">
                    <a16:creationId xmlns:a16="http://schemas.microsoft.com/office/drawing/2014/main" id="{E7BF76D5-C725-F33C-E271-7B8B93C350B0}"/>
                  </a:ext>
                </a:extLst>
              </p:cNvPr>
              <p:cNvSpPr/>
              <p:nvPr/>
            </p:nvSpPr>
            <p:spPr>
              <a:xfrm>
                <a:off x="1915055" y="7848381"/>
                <a:ext cx="41981" cy="41981"/>
              </a:xfrm>
              <a:custGeom>
                <a:avLst/>
                <a:gdLst>
                  <a:gd name="connsiteX0" fmla="*/ 21278 w 41981"/>
                  <a:gd name="connsiteY0" fmla="*/ 4961 h 41981"/>
                  <a:gd name="connsiteX1" fmla="*/ 37468 w 41981"/>
                  <a:gd name="connsiteY1" fmla="*/ 21152 h 41981"/>
                  <a:gd name="connsiteX2" fmla="*/ 37468 w 41981"/>
                  <a:gd name="connsiteY2" fmla="*/ 21152 h 41981"/>
                  <a:gd name="connsiteX3" fmla="*/ 21278 w 41981"/>
                  <a:gd name="connsiteY3" fmla="*/ 37342 h 41981"/>
                  <a:gd name="connsiteX4" fmla="*/ 5087 w 41981"/>
                  <a:gd name="connsiteY4" fmla="*/ 21152 h 41981"/>
                  <a:gd name="connsiteX5" fmla="*/ 21278 w 41981"/>
                  <a:gd name="connsiteY5" fmla="*/ 4961 h 41981"/>
                  <a:gd name="connsiteX6" fmla="*/ 21278 w 41981"/>
                  <a:gd name="connsiteY6" fmla="*/ 161 h 41981"/>
                  <a:gd name="connsiteX7" fmla="*/ 287 w 41981"/>
                  <a:gd name="connsiteY7" fmla="*/ 21152 h 41981"/>
                  <a:gd name="connsiteX8" fmla="*/ 21278 w 41981"/>
                  <a:gd name="connsiteY8" fmla="*/ 42142 h 41981"/>
                  <a:gd name="connsiteX9" fmla="*/ 42268 w 41981"/>
                  <a:gd name="connsiteY9" fmla="*/ 21152 h 41981"/>
                  <a:gd name="connsiteX10" fmla="*/ 42268 w 41981"/>
                  <a:gd name="connsiteY10" fmla="*/ 21152 h 41981"/>
                  <a:gd name="connsiteX11" fmla="*/ 21278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61"/>
                    </a:moveTo>
                    <a:cubicBezTo>
                      <a:pt x="30219" y="4961"/>
                      <a:pt x="37468" y="12210"/>
                      <a:pt x="37468" y="21152"/>
                    </a:cubicBezTo>
                    <a:lnTo>
                      <a:pt x="37468" y="21152"/>
                    </a:lnTo>
                    <a:cubicBezTo>
                      <a:pt x="37468" y="30093"/>
                      <a:pt x="30219" y="37342"/>
                      <a:pt x="21278" y="37342"/>
                    </a:cubicBezTo>
                    <a:cubicBezTo>
                      <a:pt x="12336" y="37342"/>
                      <a:pt x="5087" y="30093"/>
                      <a:pt x="5087" y="21152"/>
                    </a:cubicBezTo>
                    <a:cubicBezTo>
                      <a:pt x="5087" y="12210"/>
                      <a:pt x="12336" y="4961"/>
                      <a:pt x="21278" y="4961"/>
                    </a:cubicBezTo>
                    <a:close/>
                    <a:moveTo>
                      <a:pt x="21278" y="161"/>
                    </a:moveTo>
                    <a:cubicBezTo>
                      <a:pt x="9685" y="161"/>
                      <a:pt x="287" y="9559"/>
                      <a:pt x="287" y="21152"/>
                    </a:cubicBezTo>
                    <a:cubicBezTo>
                      <a:pt x="287" y="32744"/>
                      <a:pt x="9685" y="42142"/>
                      <a:pt x="21278" y="42142"/>
                    </a:cubicBezTo>
                    <a:cubicBezTo>
                      <a:pt x="32870" y="42142"/>
                      <a:pt x="42268" y="32744"/>
                      <a:pt x="42268" y="21152"/>
                    </a:cubicBezTo>
                    <a:lnTo>
                      <a:pt x="42268" y="21152"/>
                    </a:lnTo>
                    <a:cubicBezTo>
                      <a:pt x="42268" y="9559"/>
                      <a:pt x="32870" y="161"/>
                      <a:pt x="21278"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3" name="Freeform: Shape 3292">
                <a:extLst>
                  <a:ext uri="{FF2B5EF4-FFF2-40B4-BE49-F238E27FC236}">
                    <a16:creationId xmlns:a16="http://schemas.microsoft.com/office/drawing/2014/main" id="{2ADB52AE-8DF2-9F4C-B0A2-235A314E98F3}"/>
                  </a:ext>
                </a:extLst>
              </p:cNvPr>
              <p:cNvSpPr/>
              <p:nvPr/>
            </p:nvSpPr>
            <p:spPr>
              <a:xfrm>
                <a:off x="2018877" y="7561560"/>
                <a:ext cx="37180" cy="37180"/>
              </a:xfrm>
              <a:custGeom>
                <a:avLst/>
                <a:gdLst>
                  <a:gd name="connsiteX0" fmla="*/ 37485 w 37180"/>
                  <a:gd name="connsiteY0" fmla="*/ 18701 h 37180"/>
                  <a:gd name="connsiteX1" fmla="*/ 18895 w 37180"/>
                  <a:gd name="connsiteY1" fmla="*/ 37292 h 37180"/>
                  <a:gd name="connsiteX2" fmla="*/ 305 w 37180"/>
                  <a:gd name="connsiteY2" fmla="*/ 18701 h 37180"/>
                  <a:gd name="connsiteX3" fmla="*/ 18895 w 37180"/>
                  <a:gd name="connsiteY3" fmla="*/ 111 h 37180"/>
                  <a:gd name="connsiteX4" fmla="*/ 37485 w 37180"/>
                  <a:gd name="connsiteY4" fmla="*/ 187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701"/>
                    </a:moveTo>
                    <a:cubicBezTo>
                      <a:pt x="37485" y="28968"/>
                      <a:pt x="29162" y="37292"/>
                      <a:pt x="18895" y="37292"/>
                    </a:cubicBezTo>
                    <a:cubicBezTo>
                      <a:pt x="8628" y="37292"/>
                      <a:pt x="305" y="28968"/>
                      <a:pt x="305" y="18701"/>
                    </a:cubicBezTo>
                    <a:cubicBezTo>
                      <a:pt x="305" y="8434"/>
                      <a:pt x="8628" y="111"/>
                      <a:pt x="18895" y="111"/>
                    </a:cubicBezTo>
                    <a:cubicBezTo>
                      <a:pt x="29162" y="111"/>
                      <a:pt x="37485" y="8434"/>
                      <a:pt x="37485" y="18701"/>
                    </a:cubicBezTo>
                    <a:close/>
                  </a:path>
                </a:pathLst>
              </a:custGeom>
              <a:solidFill>
                <a:srgbClr val="A1F7A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4" name="Freeform: Shape 3293">
                <a:extLst>
                  <a:ext uri="{FF2B5EF4-FFF2-40B4-BE49-F238E27FC236}">
                    <a16:creationId xmlns:a16="http://schemas.microsoft.com/office/drawing/2014/main" id="{A416D2F3-FD54-BE30-4B85-163E21674153}"/>
                  </a:ext>
                </a:extLst>
              </p:cNvPr>
              <p:cNvSpPr/>
              <p:nvPr/>
            </p:nvSpPr>
            <p:spPr>
              <a:xfrm>
                <a:off x="2016477" y="7559160"/>
                <a:ext cx="41981" cy="41981"/>
              </a:xfrm>
              <a:custGeom>
                <a:avLst/>
                <a:gdLst>
                  <a:gd name="connsiteX0" fmla="*/ 21295 w 41981"/>
                  <a:gd name="connsiteY0" fmla="*/ 4911 h 41981"/>
                  <a:gd name="connsiteX1" fmla="*/ 37485 w 41981"/>
                  <a:gd name="connsiteY1" fmla="*/ 21101 h 41981"/>
                  <a:gd name="connsiteX2" fmla="*/ 37485 w 41981"/>
                  <a:gd name="connsiteY2" fmla="*/ 21101 h 41981"/>
                  <a:gd name="connsiteX3" fmla="*/ 21295 w 41981"/>
                  <a:gd name="connsiteY3" fmla="*/ 37292 h 41981"/>
                  <a:gd name="connsiteX4" fmla="*/ 5105 w 41981"/>
                  <a:gd name="connsiteY4" fmla="*/ 21101 h 41981"/>
                  <a:gd name="connsiteX5" fmla="*/ 21295 w 41981"/>
                  <a:gd name="connsiteY5" fmla="*/ 4911 h 41981"/>
                  <a:gd name="connsiteX6" fmla="*/ 21295 w 41981"/>
                  <a:gd name="connsiteY6" fmla="*/ 111 h 41981"/>
                  <a:gd name="connsiteX7" fmla="*/ 305 w 41981"/>
                  <a:gd name="connsiteY7" fmla="*/ 21101 h 41981"/>
                  <a:gd name="connsiteX8" fmla="*/ 21295 w 41981"/>
                  <a:gd name="connsiteY8" fmla="*/ 42092 h 41981"/>
                  <a:gd name="connsiteX9" fmla="*/ 42286 w 41981"/>
                  <a:gd name="connsiteY9" fmla="*/ 21101 h 41981"/>
                  <a:gd name="connsiteX10" fmla="*/ 42286 w 41981"/>
                  <a:gd name="connsiteY10" fmla="*/ 21101 h 41981"/>
                  <a:gd name="connsiteX11" fmla="*/ 21295 w 41981"/>
                  <a:gd name="connsiteY11" fmla="*/ 1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5" y="4911"/>
                    </a:moveTo>
                    <a:cubicBezTo>
                      <a:pt x="30237" y="4911"/>
                      <a:pt x="37485" y="12160"/>
                      <a:pt x="37485" y="21101"/>
                    </a:cubicBezTo>
                    <a:lnTo>
                      <a:pt x="37485" y="21101"/>
                    </a:lnTo>
                    <a:cubicBezTo>
                      <a:pt x="37485" y="30043"/>
                      <a:pt x="30237" y="37292"/>
                      <a:pt x="21295" y="37292"/>
                    </a:cubicBezTo>
                    <a:cubicBezTo>
                      <a:pt x="12353" y="37292"/>
                      <a:pt x="5105" y="30043"/>
                      <a:pt x="5105" y="21101"/>
                    </a:cubicBezTo>
                    <a:cubicBezTo>
                      <a:pt x="5105" y="12160"/>
                      <a:pt x="12353" y="4911"/>
                      <a:pt x="21295" y="4911"/>
                    </a:cubicBezTo>
                    <a:close/>
                    <a:moveTo>
                      <a:pt x="21295" y="111"/>
                    </a:moveTo>
                    <a:cubicBezTo>
                      <a:pt x="9703" y="111"/>
                      <a:pt x="305" y="9509"/>
                      <a:pt x="305" y="21101"/>
                    </a:cubicBezTo>
                    <a:cubicBezTo>
                      <a:pt x="305" y="32694"/>
                      <a:pt x="9703" y="42092"/>
                      <a:pt x="21295" y="42092"/>
                    </a:cubicBezTo>
                    <a:cubicBezTo>
                      <a:pt x="32888" y="42092"/>
                      <a:pt x="42286" y="32694"/>
                      <a:pt x="42286" y="21101"/>
                    </a:cubicBezTo>
                    <a:lnTo>
                      <a:pt x="42286" y="21101"/>
                    </a:lnTo>
                    <a:cubicBezTo>
                      <a:pt x="42286" y="9509"/>
                      <a:pt x="32888" y="111"/>
                      <a:pt x="21295" y="1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5" name="Freeform: Shape 3294">
                <a:extLst>
                  <a:ext uri="{FF2B5EF4-FFF2-40B4-BE49-F238E27FC236}">
                    <a16:creationId xmlns:a16="http://schemas.microsoft.com/office/drawing/2014/main" id="{0A1D24C4-7CEB-97C9-10B3-AFC35A3563B4}"/>
                  </a:ext>
                </a:extLst>
              </p:cNvPr>
              <p:cNvSpPr/>
              <p:nvPr/>
            </p:nvSpPr>
            <p:spPr>
              <a:xfrm>
                <a:off x="1714473" y="7647159"/>
                <a:ext cx="37180" cy="37180"/>
              </a:xfrm>
              <a:custGeom>
                <a:avLst/>
                <a:gdLst>
                  <a:gd name="connsiteX0" fmla="*/ 37433 w 37180"/>
                  <a:gd name="connsiteY0" fmla="*/ 18716 h 37180"/>
                  <a:gd name="connsiteX1" fmla="*/ 18842 w 37180"/>
                  <a:gd name="connsiteY1" fmla="*/ 37306 h 37180"/>
                  <a:gd name="connsiteX2" fmla="*/ 252 w 37180"/>
                  <a:gd name="connsiteY2" fmla="*/ 18716 h 37180"/>
                  <a:gd name="connsiteX3" fmla="*/ 18842 w 37180"/>
                  <a:gd name="connsiteY3" fmla="*/ 126 h 37180"/>
                  <a:gd name="connsiteX4" fmla="*/ 37433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16"/>
                    </a:moveTo>
                    <a:cubicBezTo>
                      <a:pt x="37433" y="28983"/>
                      <a:pt x="29109" y="37306"/>
                      <a:pt x="18842" y="37306"/>
                    </a:cubicBezTo>
                    <a:cubicBezTo>
                      <a:pt x="8575" y="37306"/>
                      <a:pt x="252" y="28983"/>
                      <a:pt x="252" y="18716"/>
                    </a:cubicBezTo>
                    <a:cubicBezTo>
                      <a:pt x="252" y="8449"/>
                      <a:pt x="8575" y="126"/>
                      <a:pt x="18842" y="126"/>
                    </a:cubicBezTo>
                    <a:cubicBezTo>
                      <a:pt x="29109" y="126"/>
                      <a:pt x="37433" y="8449"/>
                      <a:pt x="37433" y="1871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6" name="Freeform: Shape 3295">
                <a:extLst>
                  <a:ext uri="{FF2B5EF4-FFF2-40B4-BE49-F238E27FC236}">
                    <a16:creationId xmlns:a16="http://schemas.microsoft.com/office/drawing/2014/main" id="{D2B9A064-31C9-CD5E-AB3A-DC86EF2370C1}"/>
                  </a:ext>
                </a:extLst>
              </p:cNvPr>
              <p:cNvSpPr/>
              <p:nvPr/>
            </p:nvSpPr>
            <p:spPr>
              <a:xfrm>
                <a:off x="1712072" y="7644759"/>
                <a:ext cx="41981" cy="41981"/>
              </a:xfrm>
              <a:custGeom>
                <a:avLst/>
                <a:gdLst>
                  <a:gd name="connsiteX0" fmla="*/ 21242 w 41981"/>
                  <a:gd name="connsiteY0" fmla="*/ 4926 h 41981"/>
                  <a:gd name="connsiteX1" fmla="*/ 37433 w 41981"/>
                  <a:gd name="connsiteY1" fmla="*/ 21116 h 41981"/>
                  <a:gd name="connsiteX2" fmla="*/ 37433 w 41981"/>
                  <a:gd name="connsiteY2" fmla="*/ 21116 h 41981"/>
                  <a:gd name="connsiteX3" fmla="*/ 21242 w 41981"/>
                  <a:gd name="connsiteY3" fmla="*/ 37306 h 41981"/>
                  <a:gd name="connsiteX4" fmla="*/ 5052 w 41981"/>
                  <a:gd name="connsiteY4" fmla="*/ 21116 h 41981"/>
                  <a:gd name="connsiteX5" fmla="*/ 21242 w 41981"/>
                  <a:gd name="connsiteY5" fmla="*/ 4926 h 41981"/>
                  <a:gd name="connsiteX6" fmla="*/ 21242 w 41981"/>
                  <a:gd name="connsiteY6" fmla="*/ 126 h 41981"/>
                  <a:gd name="connsiteX7" fmla="*/ 252 w 41981"/>
                  <a:gd name="connsiteY7" fmla="*/ 21116 h 41981"/>
                  <a:gd name="connsiteX8" fmla="*/ 21242 w 41981"/>
                  <a:gd name="connsiteY8" fmla="*/ 42107 h 41981"/>
                  <a:gd name="connsiteX9" fmla="*/ 42233 w 41981"/>
                  <a:gd name="connsiteY9" fmla="*/ 21116 h 41981"/>
                  <a:gd name="connsiteX10" fmla="*/ 42233 w 41981"/>
                  <a:gd name="connsiteY10" fmla="*/ 21116 h 41981"/>
                  <a:gd name="connsiteX11" fmla="*/ 21242 w 41981"/>
                  <a:gd name="connsiteY11" fmla="*/ 12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26"/>
                    </a:moveTo>
                    <a:cubicBezTo>
                      <a:pt x="30184" y="4926"/>
                      <a:pt x="37433" y="12174"/>
                      <a:pt x="37433" y="21116"/>
                    </a:cubicBezTo>
                    <a:lnTo>
                      <a:pt x="37433" y="21116"/>
                    </a:lnTo>
                    <a:cubicBezTo>
                      <a:pt x="37433" y="30058"/>
                      <a:pt x="30184" y="37306"/>
                      <a:pt x="21242" y="37306"/>
                    </a:cubicBezTo>
                    <a:cubicBezTo>
                      <a:pt x="12301" y="37306"/>
                      <a:pt x="5052" y="30058"/>
                      <a:pt x="5052" y="21116"/>
                    </a:cubicBezTo>
                    <a:cubicBezTo>
                      <a:pt x="5052" y="12174"/>
                      <a:pt x="12301" y="4926"/>
                      <a:pt x="21242" y="4926"/>
                    </a:cubicBezTo>
                    <a:close/>
                    <a:moveTo>
                      <a:pt x="21242" y="126"/>
                    </a:moveTo>
                    <a:cubicBezTo>
                      <a:pt x="9650" y="126"/>
                      <a:pt x="252" y="9524"/>
                      <a:pt x="252" y="21116"/>
                    </a:cubicBezTo>
                    <a:cubicBezTo>
                      <a:pt x="252" y="32709"/>
                      <a:pt x="9650" y="42107"/>
                      <a:pt x="21242" y="42107"/>
                    </a:cubicBezTo>
                    <a:cubicBezTo>
                      <a:pt x="32835" y="42107"/>
                      <a:pt x="42233" y="32709"/>
                      <a:pt x="42233" y="21116"/>
                    </a:cubicBezTo>
                    <a:lnTo>
                      <a:pt x="42233" y="21116"/>
                    </a:lnTo>
                    <a:cubicBezTo>
                      <a:pt x="42233" y="9524"/>
                      <a:pt x="32835" y="126"/>
                      <a:pt x="21242" y="12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7" name="Freeform: Shape 3296">
                <a:extLst>
                  <a:ext uri="{FF2B5EF4-FFF2-40B4-BE49-F238E27FC236}">
                    <a16:creationId xmlns:a16="http://schemas.microsoft.com/office/drawing/2014/main" id="{057D0BDE-E111-4696-58EE-330E1EC631A3}"/>
                  </a:ext>
                </a:extLst>
              </p:cNvPr>
              <p:cNvSpPr/>
              <p:nvPr/>
            </p:nvSpPr>
            <p:spPr>
              <a:xfrm>
                <a:off x="1627157" y="7800848"/>
                <a:ext cx="37180" cy="37180"/>
              </a:xfrm>
              <a:custGeom>
                <a:avLst/>
                <a:gdLst>
                  <a:gd name="connsiteX0" fmla="*/ 37417 w 37180"/>
                  <a:gd name="connsiteY0" fmla="*/ 18743 h 37180"/>
                  <a:gd name="connsiteX1" fmla="*/ 18827 w 37180"/>
                  <a:gd name="connsiteY1" fmla="*/ 37333 h 37180"/>
                  <a:gd name="connsiteX2" fmla="*/ 237 w 37180"/>
                  <a:gd name="connsiteY2" fmla="*/ 18743 h 37180"/>
                  <a:gd name="connsiteX3" fmla="*/ 18827 w 37180"/>
                  <a:gd name="connsiteY3" fmla="*/ 152 h 37180"/>
                  <a:gd name="connsiteX4" fmla="*/ 37417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43"/>
                    </a:moveTo>
                    <a:cubicBezTo>
                      <a:pt x="37417" y="29010"/>
                      <a:pt x="29094" y="37333"/>
                      <a:pt x="18827" y="37333"/>
                    </a:cubicBezTo>
                    <a:cubicBezTo>
                      <a:pt x="8560" y="37333"/>
                      <a:pt x="237" y="29010"/>
                      <a:pt x="237" y="18743"/>
                    </a:cubicBezTo>
                    <a:cubicBezTo>
                      <a:pt x="237" y="8476"/>
                      <a:pt x="8560" y="152"/>
                      <a:pt x="18827" y="152"/>
                    </a:cubicBezTo>
                    <a:cubicBezTo>
                      <a:pt x="29094" y="152"/>
                      <a:pt x="37417" y="8476"/>
                      <a:pt x="37417" y="18743"/>
                    </a:cubicBezTo>
                    <a:close/>
                  </a:path>
                </a:pathLst>
              </a:custGeom>
              <a:solidFill>
                <a:srgbClr val="F7D2D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8" name="Freeform: Shape 3297">
                <a:extLst>
                  <a:ext uri="{FF2B5EF4-FFF2-40B4-BE49-F238E27FC236}">
                    <a16:creationId xmlns:a16="http://schemas.microsoft.com/office/drawing/2014/main" id="{EC17A555-068A-1A08-117C-092F4F4F8F88}"/>
                  </a:ext>
                </a:extLst>
              </p:cNvPr>
              <p:cNvSpPr/>
              <p:nvPr/>
            </p:nvSpPr>
            <p:spPr>
              <a:xfrm>
                <a:off x="1624756" y="7798447"/>
                <a:ext cx="41981" cy="41981"/>
              </a:xfrm>
              <a:custGeom>
                <a:avLst/>
                <a:gdLst>
                  <a:gd name="connsiteX0" fmla="*/ 21227 w 41981"/>
                  <a:gd name="connsiteY0" fmla="*/ 4953 h 41981"/>
                  <a:gd name="connsiteX1" fmla="*/ 37417 w 41981"/>
                  <a:gd name="connsiteY1" fmla="*/ 21143 h 41981"/>
                  <a:gd name="connsiteX2" fmla="*/ 37417 w 41981"/>
                  <a:gd name="connsiteY2" fmla="*/ 21143 h 41981"/>
                  <a:gd name="connsiteX3" fmla="*/ 21227 w 41981"/>
                  <a:gd name="connsiteY3" fmla="*/ 37333 h 41981"/>
                  <a:gd name="connsiteX4" fmla="*/ 5037 w 41981"/>
                  <a:gd name="connsiteY4" fmla="*/ 21143 h 41981"/>
                  <a:gd name="connsiteX5" fmla="*/ 21227 w 41981"/>
                  <a:gd name="connsiteY5" fmla="*/ 4953 h 41981"/>
                  <a:gd name="connsiteX6" fmla="*/ 21227 w 41981"/>
                  <a:gd name="connsiteY6" fmla="*/ 152 h 41981"/>
                  <a:gd name="connsiteX7" fmla="*/ 237 w 41981"/>
                  <a:gd name="connsiteY7" fmla="*/ 21143 h 41981"/>
                  <a:gd name="connsiteX8" fmla="*/ 21227 w 41981"/>
                  <a:gd name="connsiteY8" fmla="*/ 42133 h 41981"/>
                  <a:gd name="connsiteX9" fmla="*/ 42218 w 41981"/>
                  <a:gd name="connsiteY9" fmla="*/ 21143 h 41981"/>
                  <a:gd name="connsiteX10" fmla="*/ 42218 w 41981"/>
                  <a:gd name="connsiteY10" fmla="*/ 21143 h 41981"/>
                  <a:gd name="connsiteX11" fmla="*/ 21227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53"/>
                    </a:moveTo>
                    <a:cubicBezTo>
                      <a:pt x="30169" y="4953"/>
                      <a:pt x="37417" y="12201"/>
                      <a:pt x="37417" y="21143"/>
                    </a:cubicBezTo>
                    <a:lnTo>
                      <a:pt x="37417" y="21143"/>
                    </a:lnTo>
                    <a:cubicBezTo>
                      <a:pt x="37417" y="30085"/>
                      <a:pt x="30169" y="37333"/>
                      <a:pt x="21227" y="37333"/>
                    </a:cubicBezTo>
                    <a:cubicBezTo>
                      <a:pt x="12285" y="37333"/>
                      <a:pt x="5037" y="30085"/>
                      <a:pt x="5037" y="21143"/>
                    </a:cubicBezTo>
                    <a:cubicBezTo>
                      <a:pt x="5037" y="12201"/>
                      <a:pt x="12285" y="4953"/>
                      <a:pt x="21227" y="4953"/>
                    </a:cubicBezTo>
                    <a:close/>
                    <a:moveTo>
                      <a:pt x="21227" y="152"/>
                    </a:moveTo>
                    <a:cubicBezTo>
                      <a:pt x="9635" y="152"/>
                      <a:pt x="237" y="9550"/>
                      <a:pt x="237" y="21143"/>
                    </a:cubicBezTo>
                    <a:cubicBezTo>
                      <a:pt x="237" y="32735"/>
                      <a:pt x="9635" y="42133"/>
                      <a:pt x="21227" y="42133"/>
                    </a:cubicBezTo>
                    <a:cubicBezTo>
                      <a:pt x="32820" y="42133"/>
                      <a:pt x="42218" y="32735"/>
                      <a:pt x="42218" y="21143"/>
                    </a:cubicBezTo>
                    <a:lnTo>
                      <a:pt x="42218" y="21143"/>
                    </a:lnTo>
                    <a:cubicBezTo>
                      <a:pt x="42218" y="9550"/>
                      <a:pt x="32820" y="152"/>
                      <a:pt x="21227" y="15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299" name="Freeform: Shape 3298">
                <a:extLst>
                  <a:ext uri="{FF2B5EF4-FFF2-40B4-BE49-F238E27FC236}">
                    <a16:creationId xmlns:a16="http://schemas.microsoft.com/office/drawing/2014/main" id="{B71143D9-1003-B8D6-C8AC-24A44DAB8A45}"/>
                  </a:ext>
                </a:extLst>
              </p:cNvPr>
              <p:cNvSpPr/>
              <p:nvPr/>
            </p:nvSpPr>
            <p:spPr>
              <a:xfrm>
                <a:off x="1785021" y="7724948"/>
                <a:ext cx="37180" cy="37180"/>
              </a:xfrm>
              <a:custGeom>
                <a:avLst/>
                <a:gdLst>
                  <a:gd name="connsiteX0" fmla="*/ 37445 w 37180"/>
                  <a:gd name="connsiteY0" fmla="*/ 18730 h 37180"/>
                  <a:gd name="connsiteX1" fmla="*/ 18854 w 37180"/>
                  <a:gd name="connsiteY1" fmla="*/ 37320 h 37180"/>
                  <a:gd name="connsiteX2" fmla="*/ 264 w 37180"/>
                  <a:gd name="connsiteY2" fmla="*/ 18730 h 37180"/>
                  <a:gd name="connsiteX3" fmla="*/ 18854 w 37180"/>
                  <a:gd name="connsiteY3" fmla="*/ 139 h 37180"/>
                  <a:gd name="connsiteX4" fmla="*/ 37445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30"/>
                    </a:moveTo>
                    <a:cubicBezTo>
                      <a:pt x="37445" y="28997"/>
                      <a:pt x="29122" y="37320"/>
                      <a:pt x="18854" y="37320"/>
                    </a:cubicBezTo>
                    <a:cubicBezTo>
                      <a:pt x="8587" y="37320"/>
                      <a:pt x="264" y="28997"/>
                      <a:pt x="264" y="18730"/>
                    </a:cubicBezTo>
                    <a:cubicBezTo>
                      <a:pt x="264" y="8462"/>
                      <a:pt x="8587" y="139"/>
                      <a:pt x="18854" y="139"/>
                    </a:cubicBezTo>
                    <a:cubicBezTo>
                      <a:pt x="29122" y="139"/>
                      <a:pt x="37445" y="8462"/>
                      <a:pt x="37445" y="18730"/>
                    </a:cubicBezTo>
                    <a:close/>
                  </a:path>
                </a:pathLst>
              </a:custGeom>
              <a:solidFill>
                <a:srgbClr val="F7B0B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0" name="Freeform: Shape 3299">
                <a:extLst>
                  <a:ext uri="{FF2B5EF4-FFF2-40B4-BE49-F238E27FC236}">
                    <a16:creationId xmlns:a16="http://schemas.microsoft.com/office/drawing/2014/main" id="{ED96024F-DBC3-830D-B431-AB91BD6F5E9D}"/>
                  </a:ext>
                </a:extLst>
              </p:cNvPr>
              <p:cNvSpPr/>
              <p:nvPr/>
            </p:nvSpPr>
            <p:spPr>
              <a:xfrm>
                <a:off x="1782621" y="7722548"/>
                <a:ext cx="41981" cy="41981"/>
              </a:xfrm>
              <a:custGeom>
                <a:avLst/>
                <a:gdLst>
                  <a:gd name="connsiteX0" fmla="*/ 21255 w 41981"/>
                  <a:gd name="connsiteY0" fmla="*/ 4940 h 41981"/>
                  <a:gd name="connsiteX1" fmla="*/ 37445 w 41981"/>
                  <a:gd name="connsiteY1" fmla="*/ 21130 h 41981"/>
                  <a:gd name="connsiteX2" fmla="*/ 37445 w 41981"/>
                  <a:gd name="connsiteY2" fmla="*/ 21130 h 41981"/>
                  <a:gd name="connsiteX3" fmla="*/ 21255 w 41981"/>
                  <a:gd name="connsiteY3" fmla="*/ 37320 h 41981"/>
                  <a:gd name="connsiteX4" fmla="*/ 5064 w 41981"/>
                  <a:gd name="connsiteY4" fmla="*/ 21130 h 41981"/>
                  <a:gd name="connsiteX5" fmla="*/ 21255 w 41981"/>
                  <a:gd name="connsiteY5" fmla="*/ 4940 h 41981"/>
                  <a:gd name="connsiteX6" fmla="*/ 21255 w 41981"/>
                  <a:gd name="connsiteY6" fmla="*/ 139 h 41981"/>
                  <a:gd name="connsiteX7" fmla="*/ 264 w 41981"/>
                  <a:gd name="connsiteY7" fmla="*/ 21130 h 41981"/>
                  <a:gd name="connsiteX8" fmla="*/ 21255 w 41981"/>
                  <a:gd name="connsiteY8" fmla="*/ 42120 h 41981"/>
                  <a:gd name="connsiteX9" fmla="*/ 42245 w 41981"/>
                  <a:gd name="connsiteY9" fmla="*/ 21130 h 41981"/>
                  <a:gd name="connsiteX10" fmla="*/ 42245 w 41981"/>
                  <a:gd name="connsiteY10" fmla="*/ 21130 h 41981"/>
                  <a:gd name="connsiteX11" fmla="*/ 21255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40"/>
                    </a:moveTo>
                    <a:cubicBezTo>
                      <a:pt x="30197" y="4940"/>
                      <a:pt x="37445" y="12188"/>
                      <a:pt x="37445" y="21130"/>
                    </a:cubicBezTo>
                    <a:lnTo>
                      <a:pt x="37445" y="21130"/>
                    </a:lnTo>
                    <a:cubicBezTo>
                      <a:pt x="37445" y="30072"/>
                      <a:pt x="30197" y="37320"/>
                      <a:pt x="21255" y="37320"/>
                    </a:cubicBezTo>
                    <a:cubicBezTo>
                      <a:pt x="12313" y="37320"/>
                      <a:pt x="5064" y="30072"/>
                      <a:pt x="5064" y="21130"/>
                    </a:cubicBezTo>
                    <a:cubicBezTo>
                      <a:pt x="5064" y="12188"/>
                      <a:pt x="12313" y="4940"/>
                      <a:pt x="21255" y="4940"/>
                    </a:cubicBezTo>
                    <a:close/>
                    <a:moveTo>
                      <a:pt x="21255" y="139"/>
                    </a:moveTo>
                    <a:cubicBezTo>
                      <a:pt x="9662" y="139"/>
                      <a:pt x="264" y="9537"/>
                      <a:pt x="264" y="21130"/>
                    </a:cubicBezTo>
                    <a:cubicBezTo>
                      <a:pt x="264" y="32722"/>
                      <a:pt x="9662" y="42120"/>
                      <a:pt x="21255" y="42120"/>
                    </a:cubicBezTo>
                    <a:cubicBezTo>
                      <a:pt x="32847" y="42120"/>
                      <a:pt x="42245" y="32722"/>
                      <a:pt x="42245" y="21130"/>
                    </a:cubicBezTo>
                    <a:lnTo>
                      <a:pt x="42245" y="21130"/>
                    </a:lnTo>
                    <a:cubicBezTo>
                      <a:pt x="42245" y="9537"/>
                      <a:pt x="32847" y="139"/>
                      <a:pt x="21255" y="13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1" name="Freeform: Shape 3300">
                <a:extLst>
                  <a:ext uri="{FF2B5EF4-FFF2-40B4-BE49-F238E27FC236}">
                    <a16:creationId xmlns:a16="http://schemas.microsoft.com/office/drawing/2014/main" id="{BAC95C8D-2507-E3BA-F88A-85024F6348FE}"/>
                  </a:ext>
                </a:extLst>
              </p:cNvPr>
              <p:cNvSpPr/>
              <p:nvPr/>
            </p:nvSpPr>
            <p:spPr>
              <a:xfrm>
                <a:off x="1861024" y="7773833"/>
                <a:ext cx="37180" cy="37180"/>
              </a:xfrm>
              <a:custGeom>
                <a:avLst/>
                <a:gdLst>
                  <a:gd name="connsiteX0" fmla="*/ 37458 w 37180"/>
                  <a:gd name="connsiteY0" fmla="*/ 18738 h 37180"/>
                  <a:gd name="connsiteX1" fmla="*/ 18868 w 37180"/>
                  <a:gd name="connsiteY1" fmla="*/ 37328 h 37180"/>
                  <a:gd name="connsiteX2" fmla="*/ 277 w 37180"/>
                  <a:gd name="connsiteY2" fmla="*/ 18738 h 37180"/>
                  <a:gd name="connsiteX3" fmla="*/ 18868 w 37180"/>
                  <a:gd name="connsiteY3" fmla="*/ 148 h 37180"/>
                  <a:gd name="connsiteX4" fmla="*/ 37458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38"/>
                    </a:moveTo>
                    <a:cubicBezTo>
                      <a:pt x="37458" y="29005"/>
                      <a:pt x="29135" y="37328"/>
                      <a:pt x="18868" y="37328"/>
                    </a:cubicBezTo>
                    <a:cubicBezTo>
                      <a:pt x="8600" y="37328"/>
                      <a:pt x="277" y="29005"/>
                      <a:pt x="277" y="18738"/>
                    </a:cubicBezTo>
                    <a:cubicBezTo>
                      <a:pt x="277" y="8471"/>
                      <a:pt x="8600" y="148"/>
                      <a:pt x="18868" y="148"/>
                    </a:cubicBezTo>
                    <a:cubicBezTo>
                      <a:pt x="29135" y="148"/>
                      <a:pt x="37458" y="8471"/>
                      <a:pt x="37458" y="18738"/>
                    </a:cubicBezTo>
                    <a:close/>
                  </a:path>
                </a:pathLst>
              </a:custGeom>
              <a:solidFill>
                <a:srgbClr val="F7BBB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2" name="Freeform: Shape 3301">
                <a:extLst>
                  <a:ext uri="{FF2B5EF4-FFF2-40B4-BE49-F238E27FC236}">
                    <a16:creationId xmlns:a16="http://schemas.microsoft.com/office/drawing/2014/main" id="{B013BA27-02E8-9B76-463B-E2D717651963}"/>
                  </a:ext>
                </a:extLst>
              </p:cNvPr>
              <p:cNvSpPr/>
              <p:nvPr/>
            </p:nvSpPr>
            <p:spPr>
              <a:xfrm>
                <a:off x="1858624" y="7771433"/>
                <a:ext cx="41981" cy="41981"/>
              </a:xfrm>
              <a:custGeom>
                <a:avLst/>
                <a:gdLst>
                  <a:gd name="connsiteX0" fmla="*/ 21268 w 41981"/>
                  <a:gd name="connsiteY0" fmla="*/ 4948 h 41981"/>
                  <a:gd name="connsiteX1" fmla="*/ 37458 w 41981"/>
                  <a:gd name="connsiteY1" fmla="*/ 21138 h 41981"/>
                  <a:gd name="connsiteX2" fmla="*/ 37458 w 41981"/>
                  <a:gd name="connsiteY2" fmla="*/ 21138 h 41981"/>
                  <a:gd name="connsiteX3" fmla="*/ 21268 w 41981"/>
                  <a:gd name="connsiteY3" fmla="*/ 37328 h 41981"/>
                  <a:gd name="connsiteX4" fmla="*/ 5078 w 41981"/>
                  <a:gd name="connsiteY4" fmla="*/ 21138 h 41981"/>
                  <a:gd name="connsiteX5" fmla="*/ 21268 w 41981"/>
                  <a:gd name="connsiteY5" fmla="*/ 4948 h 41981"/>
                  <a:gd name="connsiteX6" fmla="*/ 21268 w 41981"/>
                  <a:gd name="connsiteY6" fmla="*/ 148 h 41981"/>
                  <a:gd name="connsiteX7" fmla="*/ 277 w 41981"/>
                  <a:gd name="connsiteY7" fmla="*/ 21138 h 41981"/>
                  <a:gd name="connsiteX8" fmla="*/ 21268 w 41981"/>
                  <a:gd name="connsiteY8" fmla="*/ 42129 h 41981"/>
                  <a:gd name="connsiteX9" fmla="*/ 42258 w 41981"/>
                  <a:gd name="connsiteY9" fmla="*/ 21138 h 41981"/>
                  <a:gd name="connsiteX10" fmla="*/ 42258 w 41981"/>
                  <a:gd name="connsiteY10" fmla="*/ 21138 h 41981"/>
                  <a:gd name="connsiteX11" fmla="*/ 21268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48"/>
                    </a:moveTo>
                    <a:cubicBezTo>
                      <a:pt x="30210" y="4948"/>
                      <a:pt x="37458" y="12196"/>
                      <a:pt x="37458" y="21138"/>
                    </a:cubicBezTo>
                    <a:lnTo>
                      <a:pt x="37458" y="21138"/>
                    </a:lnTo>
                    <a:cubicBezTo>
                      <a:pt x="37458" y="30080"/>
                      <a:pt x="30210" y="37328"/>
                      <a:pt x="21268" y="37328"/>
                    </a:cubicBezTo>
                    <a:cubicBezTo>
                      <a:pt x="12326" y="37328"/>
                      <a:pt x="5078" y="30080"/>
                      <a:pt x="5078" y="21138"/>
                    </a:cubicBezTo>
                    <a:cubicBezTo>
                      <a:pt x="5078" y="12196"/>
                      <a:pt x="12326" y="4948"/>
                      <a:pt x="21268" y="4948"/>
                    </a:cubicBezTo>
                    <a:close/>
                    <a:moveTo>
                      <a:pt x="21268" y="148"/>
                    </a:moveTo>
                    <a:cubicBezTo>
                      <a:pt x="9675" y="148"/>
                      <a:pt x="277" y="9546"/>
                      <a:pt x="277" y="21138"/>
                    </a:cubicBezTo>
                    <a:cubicBezTo>
                      <a:pt x="277" y="32731"/>
                      <a:pt x="9675" y="42129"/>
                      <a:pt x="21268" y="42129"/>
                    </a:cubicBezTo>
                    <a:cubicBezTo>
                      <a:pt x="32860" y="42129"/>
                      <a:pt x="42258" y="32731"/>
                      <a:pt x="42258" y="21138"/>
                    </a:cubicBezTo>
                    <a:lnTo>
                      <a:pt x="42258" y="21138"/>
                    </a:lnTo>
                    <a:cubicBezTo>
                      <a:pt x="42258" y="9546"/>
                      <a:pt x="32860" y="148"/>
                      <a:pt x="21268"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3" name="Freeform: Shape 3302">
                <a:extLst>
                  <a:ext uri="{FF2B5EF4-FFF2-40B4-BE49-F238E27FC236}">
                    <a16:creationId xmlns:a16="http://schemas.microsoft.com/office/drawing/2014/main" id="{19298A20-2FB9-125D-A785-5DFE39CC31F0}"/>
                  </a:ext>
                </a:extLst>
              </p:cNvPr>
              <p:cNvSpPr/>
              <p:nvPr/>
            </p:nvSpPr>
            <p:spPr>
              <a:xfrm>
                <a:off x="1766503" y="7824878"/>
                <a:ext cx="37180" cy="37180"/>
              </a:xfrm>
              <a:custGeom>
                <a:avLst/>
                <a:gdLst>
                  <a:gd name="connsiteX0" fmla="*/ 37442 w 37180"/>
                  <a:gd name="connsiteY0" fmla="*/ 18747 h 37180"/>
                  <a:gd name="connsiteX1" fmla="*/ 18851 w 37180"/>
                  <a:gd name="connsiteY1" fmla="*/ 37337 h 37180"/>
                  <a:gd name="connsiteX2" fmla="*/ 261 w 37180"/>
                  <a:gd name="connsiteY2" fmla="*/ 18747 h 37180"/>
                  <a:gd name="connsiteX3" fmla="*/ 18851 w 37180"/>
                  <a:gd name="connsiteY3" fmla="*/ 156 h 37180"/>
                  <a:gd name="connsiteX4" fmla="*/ 37442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47"/>
                    </a:moveTo>
                    <a:cubicBezTo>
                      <a:pt x="37442" y="29014"/>
                      <a:pt x="29118" y="37337"/>
                      <a:pt x="18851" y="37337"/>
                    </a:cubicBezTo>
                    <a:cubicBezTo>
                      <a:pt x="8584" y="37337"/>
                      <a:pt x="261" y="29014"/>
                      <a:pt x="261" y="18747"/>
                    </a:cubicBezTo>
                    <a:cubicBezTo>
                      <a:pt x="261" y="8480"/>
                      <a:pt x="8584" y="156"/>
                      <a:pt x="18851" y="156"/>
                    </a:cubicBezTo>
                    <a:cubicBezTo>
                      <a:pt x="29118" y="156"/>
                      <a:pt x="37442" y="8480"/>
                      <a:pt x="37442" y="18747"/>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4" name="Freeform: Shape 3303">
                <a:extLst>
                  <a:ext uri="{FF2B5EF4-FFF2-40B4-BE49-F238E27FC236}">
                    <a16:creationId xmlns:a16="http://schemas.microsoft.com/office/drawing/2014/main" id="{C17FD072-1E3F-0CA5-8D20-77C43A581FD6}"/>
                  </a:ext>
                </a:extLst>
              </p:cNvPr>
              <p:cNvSpPr/>
              <p:nvPr/>
            </p:nvSpPr>
            <p:spPr>
              <a:xfrm>
                <a:off x="1764102" y="7822478"/>
                <a:ext cx="41981" cy="41981"/>
              </a:xfrm>
              <a:custGeom>
                <a:avLst/>
                <a:gdLst>
                  <a:gd name="connsiteX0" fmla="*/ 21251 w 41981"/>
                  <a:gd name="connsiteY0" fmla="*/ 4957 h 41981"/>
                  <a:gd name="connsiteX1" fmla="*/ 37442 w 41981"/>
                  <a:gd name="connsiteY1" fmla="*/ 21147 h 41981"/>
                  <a:gd name="connsiteX2" fmla="*/ 37442 w 41981"/>
                  <a:gd name="connsiteY2" fmla="*/ 21147 h 41981"/>
                  <a:gd name="connsiteX3" fmla="*/ 21251 w 41981"/>
                  <a:gd name="connsiteY3" fmla="*/ 37337 h 41981"/>
                  <a:gd name="connsiteX4" fmla="*/ 5061 w 41981"/>
                  <a:gd name="connsiteY4" fmla="*/ 21147 h 41981"/>
                  <a:gd name="connsiteX5" fmla="*/ 21251 w 41981"/>
                  <a:gd name="connsiteY5" fmla="*/ 4957 h 41981"/>
                  <a:gd name="connsiteX6" fmla="*/ 21251 w 41981"/>
                  <a:gd name="connsiteY6" fmla="*/ 156 h 41981"/>
                  <a:gd name="connsiteX7" fmla="*/ 261 w 41981"/>
                  <a:gd name="connsiteY7" fmla="*/ 21147 h 41981"/>
                  <a:gd name="connsiteX8" fmla="*/ 21251 w 41981"/>
                  <a:gd name="connsiteY8" fmla="*/ 42138 h 41981"/>
                  <a:gd name="connsiteX9" fmla="*/ 42242 w 41981"/>
                  <a:gd name="connsiteY9" fmla="*/ 21147 h 41981"/>
                  <a:gd name="connsiteX10" fmla="*/ 42242 w 41981"/>
                  <a:gd name="connsiteY10" fmla="*/ 21147 h 41981"/>
                  <a:gd name="connsiteX11" fmla="*/ 21251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57"/>
                    </a:moveTo>
                    <a:cubicBezTo>
                      <a:pt x="30193" y="4957"/>
                      <a:pt x="37442" y="12205"/>
                      <a:pt x="37442" y="21147"/>
                    </a:cubicBezTo>
                    <a:lnTo>
                      <a:pt x="37442" y="21147"/>
                    </a:lnTo>
                    <a:cubicBezTo>
                      <a:pt x="37442" y="30089"/>
                      <a:pt x="30193" y="37337"/>
                      <a:pt x="21251" y="37337"/>
                    </a:cubicBezTo>
                    <a:cubicBezTo>
                      <a:pt x="12310" y="37337"/>
                      <a:pt x="5061" y="30089"/>
                      <a:pt x="5061" y="21147"/>
                    </a:cubicBezTo>
                    <a:cubicBezTo>
                      <a:pt x="5061" y="12205"/>
                      <a:pt x="12310" y="4957"/>
                      <a:pt x="21251" y="4957"/>
                    </a:cubicBezTo>
                    <a:close/>
                    <a:moveTo>
                      <a:pt x="21251" y="156"/>
                    </a:moveTo>
                    <a:cubicBezTo>
                      <a:pt x="9659" y="156"/>
                      <a:pt x="261" y="9554"/>
                      <a:pt x="261" y="21147"/>
                    </a:cubicBezTo>
                    <a:cubicBezTo>
                      <a:pt x="261" y="32740"/>
                      <a:pt x="9659" y="42138"/>
                      <a:pt x="21251" y="42138"/>
                    </a:cubicBezTo>
                    <a:cubicBezTo>
                      <a:pt x="32844" y="42138"/>
                      <a:pt x="42242" y="32740"/>
                      <a:pt x="42242" y="21147"/>
                    </a:cubicBezTo>
                    <a:lnTo>
                      <a:pt x="42242" y="21147"/>
                    </a:lnTo>
                    <a:cubicBezTo>
                      <a:pt x="42242" y="9554"/>
                      <a:pt x="32844" y="156"/>
                      <a:pt x="21251"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5" name="Freeform: Shape 3304">
                <a:extLst>
                  <a:ext uri="{FF2B5EF4-FFF2-40B4-BE49-F238E27FC236}">
                    <a16:creationId xmlns:a16="http://schemas.microsoft.com/office/drawing/2014/main" id="{0154E3F9-1837-9203-C018-0A6B36364C96}"/>
                  </a:ext>
                </a:extLst>
              </p:cNvPr>
              <p:cNvSpPr/>
              <p:nvPr/>
            </p:nvSpPr>
            <p:spPr>
              <a:xfrm>
                <a:off x="1851031" y="7725541"/>
                <a:ext cx="37180" cy="37180"/>
              </a:xfrm>
              <a:custGeom>
                <a:avLst/>
                <a:gdLst>
                  <a:gd name="connsiteX0" fmla="*/ 37456 w 37180"/>
                  <a:gd name="connsiteY0" fmla="*/ 18730 h 37180"/>
                  <a:gd name="connsiteX1" fmla="*/ 18866 w 37180"/>
                  <a:gd name="connsiteY1" fmla="*/ 37320 h 37180"/>
                  <a:gd name="connsiteX2" fmla="*/ 276 w 37180"/>
                  <a:gd name="connsiteY2" fmla="*/ 18730 h 37180"/>
                  <a:gd name="connsiteX3" fmla="*/ 18866 w 37180"/>
                  <a:gd name="connsiteY3" fmla="*/ 139 h 37180"/>
                  <a:gd name="connsiteX4" fmla="*/ 37456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30"/>
                    </a:moveTo>
                    <a:cubicBezTo>
                      <a:pt x="37456" y="28997"/>
                      <a:pt x="29133" y="37320"/>
                      <a:pt x="18866" y="37320"/>
                    </a:cubicBezTo>
                    <a:cubicBezTo>
                      <a:pt x="8599" y="37320"/>
                      <a:pt x="276" y="28997"/>
                      <a:pt x="276" y="18730"/>
                    </a:cubicBezTo>
                    <a:cubicBezTo>
                      <a:pt x="276" y="8462"/>
                      <a:pt x="8599" y="139"/>
                      <a:pt x="18866" y="139"/>
                    </a:cubicBezTo>
                    <a:cubicBezTo>
                      <a:pt x="29133" y="139"/>
                      <a:pt x="37456" y="8462"/>
                      <a:pt x="37456" y="18730"/>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6" name="Freeform: Shape 3305">
                <a:extLst>
                  <a:ext uri="{FF2B5EF4-FFF2-40B4-BE49-F238E27FC236}">
                    <a16:creationId xmlns:a16="http://schemas.microsoft.com/office/drawing/2014/main" id="{F4BF3072-AB6E-236B-E40B-EBB859C63A90}"/>
                  </a:ext>
                </a:extLst>
              </p:cNvPr>
              <p:cNvSpPr/>
              <p:nvPr/>
            </p:nvSpPr>
            <p:spPr>
              <a:xfrm>
                <a:off x="1848630" y="7723141"/>
                <a:ext cx="41981" cy="41981"/>
              </a:xfrm>
              <a:custGeom>
                <a:avLst/>
                <a:gdLst>
                  <a:gd name="connsiteX0" fmla="*/ 21266 w 41981"/>
                  <a:gd name="connsiteY0" fmla="*/ 4940 h 41981"/>
                  <a:gd name="connsiteX1" fmla="*/ 37456 w 41981"/>
                  <a:gd name="connsiteY1" fmla="*/ 21130 h 41981"/>
                  <a:gd name="connsiteX2" fmla="*/ 37456 w 41981"/>
                  <a:gd name="connsiteY2" fmla="*/ 21130 h 41981"/>
                  <a:gd name="connsiteX3" fmla="*/ 21266 w 41981"/>
                  <a:gd name="connsiteY3" fmla="*/ 37320 h 41981"/>
                  <a:gd name="connsiteX4" fmla="*/ 5076 w 41981"/>
                  <a:gd name="connsiteY4" fmla="*/ 21130 h 41981"/>
                  <a:gd name="connsiteX5" fmla="*/ 21266 w 41981"/>
                  <a:gd name="connsiteY5" fmla="*/ 4940 h 41981"/>
                  <a:gd name="connsiteX6" fmla="*/ 21266 w 41981"/>
                  <a:gd name="connsiteY6" fmla="*/ 139 h 41981"/>
                  <a:gd name="connsiteX7" fmla="*/ 276 w 41981"/>
                  <a:gd name="connsiteY7" fmla="*/ 21130 h 41981"/>
                  <a:gd name="connsiteX8" fmla="*/ 21266 w 41981"/>
                  <a:gd name="connsiteY8" fmla="*/ 42120 h 41981"/>
                  <a:gd name="connsiteX9" fmla="*/ 42257 w 41981"/>
                  <a:gd name="connsiteY9" fmla="*/ 21130 h 41981"/>
                  <a:gd name="connsiteX10" fmla="*/ 42257 w 41981"/>
                  <a:gd name="connsiteY10" fmla="*/ 21130 h 41981"/>
                  <a:gd name="connsiteX11" fmla="*/ 21266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40"/>
                    </a:moveTo>
                    <a:cubicBezTo>
                      <a:pt x="30208" y="4940"/>
                      <a:pt x="37456" y="12188"/>
                      <a:pt x="37456" y="21130"/>
                    </a:cubicBezTo>
                    <a:lnTo>
                      <a:pt x="37456" y="21130"/>
                    </a:lnTo>
                    <a:cubicBezTo>
                      <a:pt x="37456" y="30072"/>
                      <a:pt x="30208" y="37320"/>
                      <a:pt x="21266" y="37320"/>
                    </a:cubicBezTo>
                    <a:cubicBezTo>
                      <a:pt x="12324" y="37320"/>
                      <a:pt x="5076" y="30072"/>
                      <a:pt x="5076" y="21130"/>
                    </a:cubicBezTo>
                    <a:cubicBezTo>
                      <a:pt x="5076" y="12188"/>
                      <a:pt x="12324" y="4940"/>
                      <a:pt x="21266" y="4940"/>
                    </a:cubicBezTo>
                    <a:close/>
                    <a:moveTo>
                      <a:pt x="21266" y="139"/>
                    </a:moveTo>
                    <a:cubicBezTo>
                      <a:pt x="9674" y="139"/>
                      <a:pt x="276" y="9537"/>
                      <a:pt x="276" y="21130"/>
                    </a:cubicBezTo>
                    <a:cubicBezTo>
                      <a:pt x="276" y="32722"/>
                      <a:pt x="9674" y="42120"/>
                      <a:pt x="21266" y="42120"/>
                    </a:cubicBezTo>
                    <a:cubicBezTo>
                      <a:pt x="32859" y="42120"/>
                      <a:pt x="42257" y="32722"/>
                      <a:pt x="42257" y="21130"/>
                    </a:cubicBezTo>
                    <a:lnTo>
                      <a:pt x="42257" y="21130"/>
                    </a:lnTo>
                    <a:cubicBezTo>
                      <a:pt x="42257" y="9537"/>
                      <a:pt x="32859" y="139"/>
                      <a:pt x="21266" y="13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7" name="Freeform: Shape 3306">
                <a:extLst>
                  <a:ext uri="{FF2B5EF4-FFF2-40B4-BE49-F238E27FC236}">
                    <a16:creationId xmlns:a16="http://schemas.microsoft.com/office/drawing/2014/main" id="{11152D42-4D49-618A-2F41-05F2B300505A}"/>
                  </a:ext>
                </a:extLst>
              </p:cNvPr>
              <p:cNvSpPr/>
              <p:nvPr/>
            </p:nvSpPr>
            <p:spPr>
              <a:xfrm>
                <a:off x="1807111" y="7820748"/>
                <a:ext cx="37180" cy="37180"/>
              </a:xfrm>
              <a:custGeom>
                <a:avLst/>
                <a:gdLst>
                  <a:gd name="connsiteX0" fmla="*/ 37449 w 37180"/>
                  <a:gd name="connsiteY0" fmla="*/ 18746 h 37180"/>
                  <a:gd name="connsiteX1" fmla="*/ 18858 w 37180"/>
                  <a:gd name="connsiteY1" fmla="*/ 37337 h 37180"/>
                  <a:gd name="connsiteX2" fmla="*/ 268 w 37180"/>
                  <a:gd name="connsiteY2" fmla="*/ 18746 h 37180"/>
                  <a:gd name="connsiteX3" fmla="*/ 18858 w 37180"/>
                  <a:gd name="connsiteY3" fmla="*/ 156 h 37180"/>
                  <a:gd name="connsiteX4" fmla="*/ 37449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46"/>
                    </a:moveTo>
                    <a:cubicBezTo>
                      <a:pt x="37449" y="29013"/>
                      <a:pt x="29126" y="37337"/>
                      <a:pt x="18858" y="37337"/>
                    </a:cubicBezTo>
                    <a:cubicBezTo>
                      <a:pt x="8591" y="37337"/>
                      <a:pt x="268" y="29013"/>
                      <a:pt x="268" y="18746"/>
                    </a:cubicBezTo>
                    <a:cubicBezTo>
                      <a:pt x="268" y="8479"/>
                      <a:pt x="8591" y="156"/>
                      <a:pt x="18858" y="156"/>
                    </a:cubicBezTo>
                    <a:cubicBezTo>
                      <a:pt x="29126" y="156"/>
                      <a:pt x="37449" y="8479"/>
                      <a:pt x="37449" y="18746"/>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8" name="Freeform: Shape 3307">
                <a:extLst>
                  <a:ext uri="{FF2B5EF4-FFF2-40B4-BE49-F238E27FC236}">
                    <a16:creationId xmlns:a16="http://schemas.microsoft.com/office/drawing/2014/main" id="{7833A5DF-D28F-D2CB-FCDF-3591E2985A4C}"/>
                  </a:ext>
                </a:extLst>
              </p:cNvPr>
              <p:cNvSpPr/>
              <p:nvPr/>
            </p:nvSpPr>
            <p:spPr>
              <a:xfrm>
                <a:off x="1804710" y="7818348"/>
                <a:ext cx="41981" cy="41981"/>
              </a:xfrm>
              <a:custGeom>
                <a:avLst/>
                <a:gdLst>
                  <a:gd name="connsiteX0" fmla="*/ 21259 w 41981"/>
                  <a:gd name="connsiteY0" fmla="*/ 4956 h 41981"/>
                  <a:gd name="connsiteX1" fmla="*/ 37449 w 41981"/>
                  <a:gd name="connsiteY1" fmla="*/ 21146 h 41981"/>
                  <a:gd name="connsiteX2" fmla="*/ 37449 w 41981"/>
                  <a:gd name="connsiteY2" fmla="*/ 21146 h 41981"/>
                  <a:gd name="connsiteX3" fmla="*/ 21259 w 41981"/>
                  <a:gd name="connsiteY3" fmla="*/ 37337 h 41981"/>
                  <a:gd name="connsiteX4" fmla="*/ 5068 w 41981"/>
                  <a:gd name="connsiteY4" fmla="*/ 21146 h 41981"/>
                  <a:gd name="connsiteX5" fmla="*/ 21259 w 41981"/>
                  <a:gd name="connsiteY5" fmla="*/ 4956 h 41981"/>
                  <a:gd name="connsiteX6" fmla="*/ 21259 w 41981"/>
                  <a:gd name="connsiteY6" fmla="*/ 156 h 41981"/>
                  <a:gd name="connsiteX7" fmla="*/ 268 w 41981"/>
                  <a:gd name="connsiteY7" fmla="*/ 21146 h 41981"/>
                  <a:gd name="connsiteX8" fmla="*/ 21259 w 41981"/>
                  <a:gd name="connsiteY8" fmla="*/ 42137 h 41981"/>
                  <a:gd name="connsiteX9" fmla="*/ 42249 w 41981"/>
                  <a:gd name="connsiteY9" fmla="*/ 21146 h 41981"/>
                  <a:gd name="connsiteX10" fmla="*/ 42249 w 41981"/>
                  <a:gd name="connsiteY10" fmla="*/ 21146 h 41981"/>
                  <a:gd name="connsiteX11" fmla="*/ 21259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6"/>
                    </a:moveTo>
                    <a:cubicBezTo>
                      <a:pt x="30200" y="4956"/>
                      <a:pt x="37449" y="12205"/>
                      <a:pt x="37449" y="21146"/>
                    </a:cubicBezTo>
                    <a:lnTo>
                      <a:pt x="37449" y="21146"/>
                    </a:lnTo>
                    <a:cubicBezTo>
                      <a:pt x="37449" y="30088"/>
                      <a:pt x="30200" y="37337"/>
                      <a:pt x="21259" y="37337"/>
                    </a:cubicBezTo>
                    <a:cubicBezTo>
                      <a:pt x="12317" y="37337"/>
                      <a:pt x="5068" y="30088"/>
                      <a:pt x="5068" y="21146"/>
                    </a:cubicBezTo>
                    <a:cubicBezTo>
                      <a:pt x="5068" y="12205"/>
                      <a:pt x="12317" y="4956"/>
                      <a:pt x="21259" y="4956"/>
                    </a:cubicBezTo>
                    <a:close/>
                    <a:moveTo>
                      <a:pt x="21259" y="156"/>
                    </a:moveTo>
                    <a:cubicBezTo>
                      <a:pt x="9666" y="156"/>
                      <a:pt x="268" y="9554"/>
                      <a:pt x="268" y="21146"/>
                    </a:cubicBezTo>
                    <a:cubicBezTo>
                      <a:pt x="268" y="32739"/>
                      <a:pt x="9666" y="42137"/>
                      <a:pt x="21259" y="42137"/>
                    </a:cubicBezTo>
                    <a:cubicBezTo>
                      <a:pt x="32851" y="42137"/>
                      <a:pt x="42249" y="32739"/>
                      <a:pt x="42249" y="21146"/>
                    </a:cubicBezTo>
                    <a:lnTo>
                      <a:pt x="42249" y="21146"/>
                    </a:lnTo>
                    <a:cubicBezTo>
                      <a:pt x="42249" y="9554"/>
                      <a:pt x="32851" y="156"/>
                      <a:pt x="21259"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09" name="Freeform: Shape 3308">
                <a:extLst>
                  <a:ext uri="{FF2B5EF4-FFF2-40B4-BE49-F238E27FC236}">
                    <a16:creationId xmlns:a16="http://schemas.microsoft.com/office/drawing/2014/main" id="{18472673-49D8-3B0A-72F1-867E5BDE14E3}"/>
                  </a:ext>
                </a:extLst>
              </p:cNvPr>
              <p:cNvSpPr/>
              <p:nvPr/>
            </p:nvSpPr>
            <p:spPr>
              <a:xfrm>
                <a:off x="1821470" y="7822079"/>
                <a:ext cx="37180" cy="37180"/>
              </a:xfrm>
              <a:custGeom>
                <a:avLst/>
                <a:gdLst>
                  <a:gd name="connsiteX0" fmla="*/ 37451 w 37180"/>
                  <a:gd name="connsiteY0" fmla="*/ 18746 h 37180"/>
                  <a:gd name="connsiteX1" fmla="*/ 18861 w 37180"/>
                  <a:gd name="connsiteY1" fmla="*/ 37337 h 37180"/>
                  <a:gd name="connsiteX2" fmla="*/ 270 w 37180"/>
                  <a:gd name="connsiteY2" fmla="*/ 18746 h 37180"/>
                  <a:gd name="connsiteX3" fmla="*/ 18861 w 37180"/>
                  <a:gd name="connsiteY3" fmla="*/ 156 h 37180"/>
                  <a:gd name="connsiteX4" fmla="*/ 37451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6"/>
                    </a:moveTo>
                    <a:cubicBezTo>
                      <a:pt x="37451" y="29014"/>
                      <a:pt x="29128" y="37337"/>
                      <a:pt x="18861" y="37337"/>
                    </a:cubicBezTo>
                    <a:cubicBezTo>
                      <a:pt x="8594" y="37337"/>
                      <a:pt x="270" y="29014"/>
                      <a:pt x="270" y="18746"/>
                    </a:cubicBezTo>
                    <a:cubicBezTo>
                      <a:pt x="270" y="8479"/>
                      <a:pt x="8594" y="156"/>
                      <a:pt x="18861" y="156"/>
                    </a:cubicBezTo>
                    <a:cubicBezTo>
                      <a:pt x="29128" y="156"/>
                      <a:pt x="37451" y="8479"/>
                      <a:pt x="37451" y="18746"/>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0" name="Freeform: Shape 3309">
                <a:extLst>
                  <a:ext uri="{FF2B5EF4-FFF2-40B4-BE49-F238E27FC236}">
                    <a16:creationId xmlns:a16="http://schemas.microsoft.com/office/drawing/2014/main" id="{C446552F-FDD4-2F55-ACD5-6006C4D61DCC}"/>
                  </a:ext>
                </a:extLst>
              </p:cNvPr>
              <p:cNvSpPr/>
              <p:nvPr/>
            </p:nvSpPr>
            <p:spPr>
              <a:xfrm>
                <a:off x="1819070" y="7819679"/>
                <a:ext cx="41981" cy="41981"/>
              </a:xfrm>
              <a:custGeom>
                <a:avLst/>
                <a:gdLst>
                  <a:gd name="connsiteX0" fmla="*/ 21261 w 41981"/>
                  <a:gd name="connsiteY0" fmla="*/ 4956 h 41981"/>
                  <a:gd name="connsiteX1" fmla="*/ 37451 w 41981"/>
                  <a:gd name="connsiteY1" fmla="*/ 21147 h 41981"/>
                  <a:gd name="connsiteX2" fmla="*/ 37451 w 41981"/>
                  <a:gd name="connsiteY2" fmla="*/ 21147 h 41981"/>
                  <a:gd name="connsiteX3" fmla="*/ 21261 w 41981"/>
                  <a:gd name="connsiteY3" fmla="*/ 37337 h 41981"/>
                  <a:gd name="connsiteX4" fmla="*/ 5071 w 41981"/>
                  <a:gd name="connsiteY4" fmla="*/ 21147 h 41981"/>
                  <a:gd name="connsiteX5" fmla="*/ 21261 w 41981"/>
                  <a:gd name="connsiteY5" fmla="*/ 4956 h 41981"/>
                  <a:gd name="connsiteX6" fmla="*/ 21261 w 41981"/>
                  <a:gd name="connsiteY6" fmla="*/ 156 h 41981"/>
                  <a:gd name="connsiteX7" fmla="*/ 270 w 41981"/>
                  <a:gd name="connsiteY7" fmla="*/ 21147 h 41981"/>
                  <a:gd name="connsiteX8" fmla="*/ 21261 w 41981"/>
                  <a:gd name="connsiteY8" fmla="*/ 42137 h 41981"/>
                  <a:gd name="connsiteX9" fmla="*/ 42252 w 41981"/>
                  <a:gd name="connsiteY9" fmla="*/ 21147 h 41981"/>
                  <a:gd name="connsiteX10" fmla="*/ 42252 w 41981"/>
                  <a:gd name="connsiteY10" fmla="*/ 21147 h 41981"/>
                  <a:gd name="connsiteX11" fmla="*/ 21261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6"/>
                    </a:moveTo>
                    <a:cubicBezTo>
                      <a:pt x="30203" y="4956"/>
                      <a:pt x="37451" y="12205"/>
                      <a:pt x="37451" y="21147"/>
                    </a:cubicBezTo>
                    <a:lnTo>
                      <a:pt x="37451" y="21147"/>
                    </a:lnTo>
                    <a:cubicBezTo>
                      <a:pt x="37451" y="30088"/>
                      <a:pt x="30203" y="37337"/>
                      <a:pt x="21261" y="37337"/>
                    </a:cubicBezTo>
                    <a:cubicBezTo>
                      <a:pt x="12319" y="37337"/>
                      <a:pt x="5071" y="30088"/>
                      <a:pt x="5071" y="21147"/>
                    </a:cubicBezTo>
                    <a:cubicBezTo>
                      <a:pt x="5071" y="12205"/>
                      <a:pt x="12319" y="4956"/>
                      <a:pt x="21261" y="4956"/>
                    </a:cubicBezTo>
                    <a:close/>
                    <a:moveTo>
                      <a:pt x="21261" y="156"/>
                    </a:moveTo>
                    <a:cubicBezTo>
                      <a:pt x="9668" y="156"/>
                      <a:pt x="270" y="9554"/>
                      <a:pt x="270" y="21147"/>
                    </a:cubicBezTo>
                    <a:cubicBezTo>
                      <a:pt x="270" y="32739"/>
                      <a:pt x="9668" y="42137"/>
                      <a:pt x="21261" y="42137"/>
                    </a:cubicBezTo>
                    <a:cubicBezTo>
                      <a:pt x="32854" y="42137"/>
                      <a:pt x="42252" y="32739"/>
                      <a:pt x="42252" y="21147"/>
                    </a:cubicBezTo>
                    <a:lnTo>
                      <a:pt x="42252" y="21147"/>
                    </a:lnTo>
                    <a:cubicBezTo>
                      <a:pt x="42252" y="9554"/>
                      <a:pt x="32854" y="156"/>
                      <a:pt x="21261"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1" name="Freeform: Shape 3310">
                <a:extLst>
                  <a:ext uri="{FF2B5EF4-FFF2-40B4-BE49-F238E27FC236}">
                    <a16:creationId xmlns:a16="http://schemas.microsoft.com/office/drawing/2014/main" id="{528DEFFC-4B43-EAC5-95E7-37C375666A2E}"/>
                  </a:ext>
                </a:extLst>
              </p:cNvPr>
              <p:cNvSpPr/>
              <p:nvPr/>
            </p:nvSpPr>
            <p:spPr>
              <a:xfrm>
                <a:off x="1630181" y="8073134"/>
                <a:ext cx="37180" cy="37180"/>
              </a:xfrm>
              <a:custGeom>
                <a:avLst/>
                <a:gdLst>
                  <a:gd name="connsiteX0" fmla="*/ 37418 w 37180"/>
                  <a:gd name="connsiteY0" fmla="*/ 18790 h 37180"/>
                  <a:gd name="connsiteX1" fmla="*/ 18828 w 37180"/>
                  <a:gd name="connsiteY1" fmla="*/ 37380 h 37180"/>
                  <a:gd name="connsiteX2" fmla="*/ 237 w 37180"/>
                  <a:gd name="connsiteY2" fmla="*/ 18790 h 37180"/>
                  <a:gd name="connsiteX3" fmla="*/ 18828 w 37180"/>
                  <a:gd name="connsiteY3" fmla="*/ 200 h 37180"/>
                  <a:gd name="connsiteX4" fmla="*/ 37418 w 37180"/>
                  <a:gd name="connsiteY4" fmla="*/ 1879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90"/>
                    </a:moveTo>
                    <a:cubicBezTo>
                      <a:pt x="37418" y="29057"/>
                      <a:pt x="29095" y="37380"/>
                      <a:pt x="18828" y="37380"/>
                    </a:cubicBezTo>
                    <a:cubicBezTo>
                      <a:pt x="8560" y="37380"/>
                      <a:pt x="237" y="29057"/>
                      <a:pt x="237" y="18790"/>
                    </a:cubicBezTo>
                    <a:cubicBezTo>
                      <a:pt x="237" y="8523"/>
                      <a:pt x="8560" y="200"/>
                      <a:pt x="18828" y="200"/>
                    </a:cubicBezTo>
                    <a:cubicBezTo>
                      <a:pt x="29095" y="200"/>
                      <a:pt x="37418" y="8523"/>
                      <a:pt x="37418" y="18790"/>
                    </a:cubicBezTo>
                    <a:close/>
                  </a:path>
                </a:pathLst>
              </a:custGeom>
              <a:solidFill>
                <a:srgbClr val="F7D2D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2" name="Freeform: Shape 3311">
                <a:extLst>
                  <a:ext uri="{FF2B5EF4-FFF2-40B4-BE49-F238E27FC236}">
                    <a16:creationId xmlns:a16="http://schemas.microsoft.com/office/drawing/2014/main" id="{CACF85DD-5070-1701-38E5-339AC3332285}"/>
                  </a:ext>
                </a:extLst>
              </p:cNvPr>
              <p:cNvSpPr/>
              <p:nvPr/>
            </p:nvSpPr>
            <p:spPr>
              <a:xfrm>
                <a:off x="1627780" y="8070734"/>
                <a:ext cx="41981" cy="41981"/>
              </a:xfrm>
              <a:custGeom>
                <a:avLst/>
                <a:gdLst>
                  <a:gd name="connsiteX0" fmla="*/ 21228 w 41981"/>
                  <a:gd name="connsiteY0" fmla="*/ 5000 h 41981"/>
                  <a:gd name="connsiteX1" fmla="*/ 37418 w 41981"/>
                  <a:gd name="connsiteY1" fmla="*/ 21190 h 41981"/>
                  <a:gd name="connsiteX2" fmla="*/ 37418 w 41981"/>
                  <a:gd name="connsiteY2" fmla="*/ 21190 h 41981"/>
                  <a:gd name="connsiteX3" fmla="*/ 21228 w 41981"/>
                  <a:gd name="connsiteY3" fmla="*/ 37380 h 41981"/>
                  <a:gd name="connsiteX4" fmla="*/ 5038 w 41981"/>
                  <a:gd name="connsiteY4" fmla="*/ 21190 h 41981"/>
                  <a:gd name="connsiteX5" fmla="*/ 21228 w 41981"/>
                  <a:gd name="connsiteY5" fmla="*/ 5000 h 41981"/>
                  <a:gd name="connsiteX6" fmla="*/ 21228 w 41981"/>
                  <a:gd name="connsiteY6" fmla="*/ 200 h 41981"/>
                  <a:gd name="connsiteX7" fmla="*/ 237 w 41981"/>
                  <a:gd name="connsiteY7" fmla="*/ 21190 h 41981"/>
                  <a:gd name="connsiteX8" fmla="*/ 21228 w 41981"/>
                  <a:gd name="connsiteY8" fmla="*/ 42181 h 41981"/>
                  <a:gd name="connsiteX9" fmla="*/ 42218 w 41981"/>
                  <a:gd name="connsiteY9" fmla="*/ 21190 h 41981"/>
                  <a:gd name="connsiteX10" fmla="*/ 42218 w 41981"/>
                  <a:gd name="connsiteY10" fmla="*/ 21190 h 41981"/>
                  <a:gd name="connsiteX11" fmla="*/ 21228 w 41981"/>
                  <a:gd name="connsiteY11" fmla="*/ 20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5000"/>
                    </a:moveTo>
                    <a:cubicBezTo>
                      <a:pt x="30170" y="5000"/>
                      <a:pt x="37418" y="12248"/>
                      <a:pt x="37418" y="21190"/>
                    </a:cubicBezTo>
                    <a:lnTo>
                      <a:pt x="37418" y="21190"/>
                    </a:lnTo>
                    <a:cubicBezTo>
                      <a:pt x="37418" y="30132"/>
                      <a:pt x="30170" y="37380"/>
                      <a:pt x="21228" y="37380"/>
                    </a:cubicBezTo>
                    <a:cubicBezTo>
                      <a:pt x="12286" y="37380"/>
                      <a:pt x="5038" y="30132"/>
                      <a:pt x="5038" y="21190"/>
                    </a:cubicBezTo>
                    <a:cubicBezTo>
                      <a:pt x="5038" y="12248"/>
                      <a:pt x="12286" y="5000"/>
                      <a:pt x="21228" y="5000"/>
                    </a:cubicBezTo>
                    <a:close/>
                    <a:moveTo>
                      <a:pt x="21228" y="200"/>
                    </a:moveTo>
                    <a:cubicBezTo>
                      <a:pt x="9635" y="200"/>
                      <a:pt x="237" y="9598"/>
                      <a:pt x="237" y="21190"/>
                    </a:cubicBezTo>
                    <a:cubicBezTo>
                      <a:pt x="237" y="32783"/>
                      <a:pt x="9635" y="42181"/>
                      <a:pt x="21228" y="42181"/>
                    </a:cubicBezTo>
                    <a:cubicBezTo>
                      <a:pt x="32820" y="42181"/>
                      <a:pt x="42218" y="32783"/>
                      <a:pt x="42218" y="21190"/>
                    </a:cubicBezTo>
                    <a:lnTo>
                      <a:pt x="42218" y="21190"/>
                    </a:lnTo>
                    <a:cubicBezTo>
                      <a:pt x="42218" y="9598"/>
                      <a:pt x="32820" y="200"/>
                      <a:pt x="21228" y="20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3" name="Freeform: Shape 3312">
                <a:extLst>
                  <a:ext uri="{FF2B5EF4-FFF2-40B4-BE49-F238E27FC236}">
                    <a16:creationId xmlns:a16="http://schemas.microsoft.com/office/drawing/2014/main" id="{25077B68-6C14-325C-A94C-979CF5678AFB}"/>
                  </a:ext>
                </a:extLst>
              </p:cNvPr>
              <p:cNvSpPr/>
              <p:nvPr/>
            </p:nvSpPr>
            <p:spPr>
              <a:xfrm>
                <a:off x="1729742" y="7870918"/>
                <a:ext cx="37180" cy="37180"/>
              </a:xfrm>
              <a:custGeom>
                <a:avLst/>
                <a:gdLst>
                  <a:gd name="connsiteX0" fmla="*/ 37435 w 37180"/>
                  <a:gd name="connsiteY0" fmla="*/ 18755 h 37180"/>
                  <a:gd name="connsiteX1" fmla="*/ 18845 w 37180"/>
                  <a:gd name="connsiteY1" fmla="*/ 37345 h 37180"/>
                  <a:gd name="connsiteX2" fmla="*/ 254 w 37180"/>
                  <a:gd name="connsiteY2" fmla="*/ 18755 h 37180"/>
                  <a:gd name="connsiteX3" fmla="*/ 18845 w 37180"/>
                  <a:gd name="connsiteY3" fmla="*/ 164 h 37180"/>
                  <a:gd name="connsiteX4" fmla="*/ 37435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5"/>
                    </a:moveTo>
                    <a:cubicBezTo>
                      <a:pt x="37435" y="29022"/>
                      <a:pt x="29112" y="37345"/>
                      <a:pt x="18845" y="37345"/>
                    </a:cubicBezTo>
                    <a:cubicBezTo>
                      <a:pt x="8578" y="37345"/>
                      <a:pt x="254" y="29022"/>
                      <a:pt x="254" y="18755"/>
                    </a:cubicBezTo>
                    <a:cubicBezTo>
                      <a:pt x="254" y="8488"/>
                      <a:pt x="8578" y="164"/>
                      <a:pt x="18845" y="164"/>
                    </a:cubicBezTo>
                    <a:cubicBezTo>
                      <a:pt x="29112" y="164"/>
                      <a:pt x="37435" y="8488"/>
                      <a:pt x="37435" y="18755"/>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4" name="Freeform: Shape 3313">
                <a:extLst>
                  <a:ext uri="{FF2B5EF4-FFF2-40B4-BE49-F238E27FC236}">
                    <a16:creationId xmlns:a16="http://schemas.microsoft.com/office/drawing/2014/main" id="{74917E9A-E3A9-8168-9DB4-6A1ECB72E0B5}"/>
                  </a:ext>
                </a:extLst>
              </p:cNvPr>
              <p:cNvSpPr/>
              <p:nvPr/>
            </p:nvSpPr>
            <p:spPr>
              <a:xfrm>
                <a:off x="1727342" y="7868518"/>
                <a:ext cx="41981" cy="41981"/>
              </a:xfrm>
              <a:custGeom>
                <a:avLst/>
                <a:gdLst>
                  <a:gd name="connsiteX0" fmla="*/ 21245 w 41981"/>
                  <a:gd name="connsiteY0" fmla="*/ 4965 h 41981"/>
                  <a:gd name="connsiteX1" fmla="*/ 37435 w 41981"/>
                  <a:gd name="connsiteY1" fmla="*/ 21155 h 41981"/>
                  <a:gd name="connsiteX2" fmla="*/ 37435 w 41981"/>
                  <a:gd name="connsiteY2" fmla="*/ 21155 h 41981"/>
                  <a:gd name="connsiteX3" fmla="*/ 21245 w 41981"/>
                  <a:gd name="connsiteY3" fmla="*/ 37345 h 41981"/>
                  <a:gd name="connsiteX4" fmla="*/ 5055 w 41981"/>
                  <a:gd name="connsiteY4" fmla="*/ 21155 h 41981"/>
                  <a:gd name="connsiteX5" fmla="*/ 21245 w 41981"/>
                  <a:gd name="connsiteY5" fmla="*/ 4965 h 41981"/>
                  <a:gd name="connsiteX6" fmla="*/ 21245 w 41981"/>
                  <a:gd name="connsiteY6" fmla="*/ 164 h 41981"/>
                  <a:gd name="connsiteX7" fmla="*/ 254 w 41981"/>
                  <a:gd name="connsiteY7" fmla="*/ 21155 h 41981"/>
                  <a:gd name="connsiteX8" fmla="*/ 21245 w 41981"/>
                  <a:gd name="connsiteY8" fmla="*/ 42146 h 41981"/>
                  <a:gd name="connsiteX9" fmla="*/ 42236 w 41981"/>
                  <a:gd name="connsiteY9" fmla="*/ 21155 h 41981"/>
                  <a:gd name="connsiteX10" fmla="*/ 42236 w 41981"/>
                  <a:gd name="connsiteY10" fmla="*/ 21155 h 41981"/>
                  <a:gd name="connsiteX11" fmla="*/ 2124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5"/>
                    </a:moveTo>
                    <a:cubicBezTo>
                      <a:pt x="30187" y="4965"/>
                      <a:pt x="37435" y="12213"/>
                      <a:pt x="37435" y="21155"/>
                    </a:cubicBezTo>
                    <a:lnTo>
                      <a:pt x="37435" y="21155"/>
                    </a:lnTo>
                    <a:cubicBezTo>
                      <a:pt x="37435" y="30097"/>
                      <a:pt x="30187" y="37345"/>
                      <a:pt x="21245" y="37345"/>
                    </a:cubicBezTo>
                    <a:cubicBezTo>
                      <a:pt x="12303" y="37345"/>
                      <a:pt x="5055" y="30097"/>
                      <a:pt x="5055" y="21155"/>
                    </a:cubicBezTo>
                    <a:cubicBezTo>
                      <a:pt x="5055" y="12213"/>
                      <a:pt x="12303" y="4965"/>
                      <a:pt x="21245" y="4965"/>
                    </a:cubicBezTo>
                    <a:close/>
                    <a:moveTo>
                      <a:pt x="21245" y="164"/>
                    </a:moveTo>
                    <a:cubicBezTo>
                      <a:pt x="9653" y="164"/>
                      <a:pt x="254" y="9562"/>
                      <a:pt x="254" y="21155"/>
                    </a:cubicBezTo>
                    <a:cubicBezTo>
                      <a:pt x="254" y="32748"/>
                      <a:pt x="9653" y="42146"/>
                      <a:pt x="21245" y="42146"/>
                    </a:cubicBezTo>
                    <a:cubicBezTo>
                      <a:pt x="32838" y="42146"/>
                      <a:pt x="42236" y="32748"/>
                      <a:pt x="42236" y="21155"/>
                    </a:cubicBezTo>
                    <a:lnTo>
                      <a:pt x="42236" y="21155"/>
                    </a:lnTo>
                    <a:cubicBezTo>
                      <a:pt x="42236" y="9562"/>
                      <a:pt x="32838" y="164"/>
                      <a:pt x="21245"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5" name="Freeform: Shape 3314">
                <a:extLst>
                  <a:ext uri="{FF2B5EF4-FFF2-40B4-BE49-F238E27FC236}">
                    <a16:creationId xmlns:a16="http://schemas.microsoft.com/office/drawing/2014/main" id="{72D0B5DF-63B7-394D-5B96-FB57A13E33B0}"/>
                  </a:ext>
                </a:extLst>
              </p:cNvPr>
              <p:cNvSpPr/>
              <p:nvPr/>
            </p:nvSpPr>
            <p:spPr>
              <a:xfrm>
                <a:off x="1774509" y="7848782"/>
                <a:ext cx="37180" cy="37180"/>
              </a:xfrm>
              <a:custGeom>
                <a:avLst/>
                <a:gdLst>
                  <a:gd name="connsiteX0" fmla="*/ 37443 w 37180"/>
                  <a:gd name="connsiteY0" fmla="*/ 18751 h 37180"/>
                  <a:gd name="connsiteX1" fmla="*/ 18853 w 37180"/>
                  <a:gd name="connsiteY1" fmla="*/ 37341 h 37180"/>
                  <a:gd name="connsiteX2" fmla="*/ 262 w 37180"/>
                  <a:gd name="connsiteY2" fmla="*/ 18751 h 37180"/>
                  <a:gd name="connsiteX3" fmla="*/ 18853 w 37180"/>
                  <a:gd name="connsiteY3" fmla="*/ 161 h 37180"/>
                  <a:gd name="connsiteX4" fmla="*/ 37443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1"/>
                    </a:moveTo>
                    <a:cubicBezTo>
                      <a:pt x="37443" y="29018"/>
                      <a:pt x="29120" y="37341"/>
                      <a:pt x="18853" y="37341"/>
                    </a:cubicBezTo>
                    <a:cubicBezTo>
                      <a:pt x="8585" y="37341"/>
                      <a:pt x="262" y="29018"/>
                      <a:pt x="262" y="18751"/>
                    </a:cubicBezTo>
                    <a:cubicBezTo>
                      <a:pt x="262" y="8484"/>
                      <a:pt x="8585" y="161"/>
                      <a:pt x="18853" y="161"/>
                    </a:cubicBezTo>
                    <a:cubicBezTo>
                      <a:pt x="29120" y="161"/>
                      <a:pt x="37443" y="8484"/>
                      <a:pt x="37443" y="18751"/>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6" name="Freeform: Shape 3315">
                <a:extLst>
                  <a:ext uri="{FF2B5EF4-FFF2-40B4-BE49-F238E27FC236}">
                    <a16:creationId xmlns:a16="http://schemas.microsoft.com/office/drawing/2014/main" id="{B7D6A822-69B4-21B8-CF9F-217411BD502F}"/>
                  </a:ext>
                </a:extLst>
              </p:cNvPr>
              <p:cNvSpPr/>
              <p:nvPr/>
            </p:nvSpPr>
            <p:spPr>
              <a:xfrm>
                <a:off x="1772109" y="7846382"/>
                <a:ext cx="41981" cy="41981"/>
              </a:xfrm>
              <a:custGeom>
                <a:avLst/>
                <a:gdLst>
                  <a:gd name="connsiteX0" fmla="*/ 21253 w 41981"/>
                  <a:gd name="connsiteY0" fmla="*/ 4961 h 41981"/>
                  <a:gd name="connsiteX1" fmla="*/ 37443 w 41981"/>
                  <a:gd name="connsiteY1" fmla="*/ 21151 h 41981"/>
                  <a:gd name="connsiteX2" fmla="*/ 37443 w 41981"/>
                  <a:gd name="connsiteY2" fmla="*/ 21151 h 41981"/>
                  <a:gd name="connsiteX3" fmla="*/ 21253 w 41981"/>
                  <a:gd name="connsiteY3" fmla="*/ 37341 h 41981"/>
                  <a:gd name="connsiteX4" fmla="*/ 5063 w 41981"/>
                  <a:gd name="connsiteY4" fmla="*/ 21151 h 41981"/>
                  <a:gd name="connsiteX5" fmla="*/ 21253 w 41981"/>
                  <a:gd name="connsiteY5" fmla="*/ 4961 h 41981"/>
                  <a:gd name="connsiteX6" fmla="*/ 21253 w 41981"/>
                  <a:gd name="connsiteY6" fmla="*/ 161 h 41981"/>
                  <a:gd name="connsiteX7" fmla="*/ 262 w 41981"/>
                  <a:gd name="connsiteY7" fmla="*/ 21151 h 41981"/>
                  <a:gd name="connsiteX8" fmla="*/ 21253 w 41981"/>
                  <a:gd name="connsiteY8" fmla="*/ 42142 h 41981"/>
                  <a:gd name="connsiteX9" fmla="*/ 42243 w 41981"/>
                  <a:gd name="connsiteY9" fmla="*/ 21151 h 41981"/>
                  <a:gd name="connsiteX10" fmla="*/ 42243 w 41981"/>
                  <a:gd name="connsiteY10" fmla="*/ 21151 h 41981"/>
                  <a:gd name="connsiteX11" fmla="*/ 21253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1"/>
                    </a:moveTo>
                    <a:cubicBezTo>
                      <a:pt x="30195" y="4961"/>
                      <a:pt x="37443" y="12209"/>
                      <a:pt x="37443" y="21151"/>
                    </a:cubicBezTo>
                    <a:lnTo>
                      <a:pt x="37443" y="21151"/>
                    </a:lnTo>
                    <a:cubicBezTo>
                      <a:pt x="37443" y="30093"/>
                      <a:pt x="30195" y="37341"/>
                      <a:pt x="21253" y="37341"/>
                    </a:cubicBezTo>
                    <a:cubicBezTo>
                      <a:pt x="12311" y="37341"/>
                      <a:pt x="5063" y="30093"/>
                      <a:pt x="5063" y="21151"/>
                    </a:cubicBezTo>
                    <a:cubicBezTo>
                      <a:pt x="5063" y="12209"/>
                      <a:pt x="12311" y="4961"/>
                      <a:pt x="21253" y="4961"/>
                    </a:cubicBezTo>
                    <a:close/>
                    <a:moveTo>
                      <a:pt x="21253" y="161"/>
                    </a:moveTo>
                    <a:cubicBezTo>
                      <a:pt x="9660" y="161"/>
                      <a:pt x="262" y="9559"/>
                      <a:pt x="262" y="21151"/>
                    </a:cubicBezTo>
                    <a:cubicBezTo>
                      <a:pt x="262" y="32744"/>
                      <a:pt x="9660" y="42142"/>
                      <a:pt x="21253" y="42142"/>
                    </a:cubicBezTo>
                    <a:cubicBezTo>
                      <a:pt x="32845" y="42142"/>
                      <a:pt x="42243" y="32744"/>
                      <a:pt x="42243" y="21151"/>
                    </a:cubicBezTo>
                    <a:lnTo>
                      <a:pt x="42243" y="21151"/>
                    </a:lnTo>
                    <a:cubicBezTo>
                      <a:pt x="42243" y="9559"/>
                      <a:pt x="32845" y="161"/>
                      <a:pt x="21253"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7" name="Freeform: Shape 3316">
                <a:extLst>
                  <a:ext uri="{FF2B5EF4-FFF2-40B4-BE49-F238E27FC236}">
                    <a16:creationId xmlns:a16="http://schemas.microsoft.com/office/drawing/2014/main" id="{C04B2EA8-AD7E-A8BA-6D79-A8065CAF1B20}"/>
                  </a:ext>
                </a:extLst>
              </p:cNvPr>
              <p:cNvSpPr/>
              <p:nvPr/>
            </p:nvSpPr>
            <p:spPr>
              <a:xfrm>
                <a:off x="1931964" y="7931830"/>
                <a:ext cx="37180" cy="37180"/>
              </a:xfrm>
              <a:custGeom>
                <a:avLst/>
                <a:gdLst>
                  <a:gd name="connsiteX0" fmla="*/ 37470 w 37180"/>
                  <a:gd name="connsiteY0" fmla="*/ 18765 h 37180"/>
                  <a:gd name="connsiteX1" fmla="*/ 18880 w 37180"/>
                  <a:gd name="connsiteY1" fmla="*/ 37356 h 37180"/>
                  <a:gd name="connsiteX2" fmla="*/ 290 w 37180"/>
                  <a:gd name="connsiteY2" fmla="*/ 18765 h 37180"/>
                  <a:gd name="connsiteX3" fmla="*/ 18880 w 37180"/>
                  <a:gd name="connsiteY3" fmla="*/ 175 h 37180"/>
                  <a:gd name="connsiteX4" fmla="*/ 37470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65"/>
                    </a:moveTo>
                    <a:cubicBezTo>
                      <a:pt x="37470" y="29033"/>
                      <a:pt x="29147" y="37356"/>
                      <a:pt x="18880" y="37356"/>
                    </a:cubicBezTo>
                    <a:cubicBezTo>
                      <a:pt x="8613" y="37356"/>
                      <a:pt x="290" y="29033"/>
                      <a:pt x="290" y="18765"/>
                    </a:cubicBezTo>
                    <a:cubicBezTo>
                      <a:pt x="290" y="8498"/>
                      <a:pt x="8613" y="175"/>
                      <a:pt x="18880" y="175"/>
                    </a:cubicBezTo>
                    <a:cubicBezTo>
                      <a:pt x="29147" y="175"/>
                      <a:pt x="37470" y="8498"/>
                      <a:pt x="37470" y="18765"/>
                    </a:cubicBezTo>
                    <a:close/>
                  </a:path>
                </a:pathLst>
              </a:custGeom>
              <a:solidFill>
                <a:srgbClr val="B3F7B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8" name="Freeform: Shape 3317">
                <a:extLst>
                  <a:ext uri="{FF2B5EF4-FFF2-40B4-BE49-F238E27FC236}">
                    <a16:creationId xmlns:a16="http://schemas.microsoft.com/office/drawing/2014/main" id="{5C16D7E7-989B-5A85-CA5A-A273A739376C}"/>
                  </a:ext>
                </a:extLst>
              </p:cNvPr>
              <p:cNvSpPr/>
              <p:nvPr/>
            </p:nvSpPr>
            <p:spPr>
              <a:xfrm>
                <a:off x="1929564" y="7929430"/>
                <a:ext cx="41981" cy="41981"/>
              </a:xfrm>
              <a:custGeom>
                <a:avLst/>
                <a:gdLst>
                  <a:gd name="connsiteX0" fmla="*/ 21280 w 41981"/>
                  <a:gd name="connsiteY0" fmla="*/ 4975 h 41981"/>
                  <a:gd name="connsiteX1" fmla="*/ 37470 w 41981"/>
                  <a:gd name="connsiteY1" fmla="*/ 21166 h 41981"/>
                  <a:gd name="connsiteX2" fmla="*/ 37470 w 41981"/>
                  <a:gd name="connsiteY2" fmla="*/ 21166 h 41981"/>
                  <a:gd name="connsiteX3" fmla="*/ 21280 w 41981"/>
                  <a:gd name="connsiteY3" fmla="*/ 37356 h 41981"/>
                  <a:gd name="connsiteX4" fmla="*/ 5090 w 41981"/>
                  <a:gd name="connsiteY4" fmla="*/ 21166 h 41981"/>
                  <a:gd name="connsiteX5" fmla="*/ 21280 w 41981"/>
                  <a:gd name="connsiteY5" fmla="*/ 4975 h 41981"/>
                  <a:gd name="connsiteX6" fmla="*/ 21280 w 41981"/>
                  <a:gd name="connsiteY6" fmla="*/ 175 h 41981"/>
                  <a:gd name="connsiteX7" fmla="*/ 290 w 41981"/>
                  <a:gd name="connsiteY7" fmla="*/ 21166 h 41981"/>
                  <a:gd name="connsiteX8" fmla="*/ 21280 w 41981"/>
                  <a:gd name="connsiteY8" fmla="*/ 42156 h 41981"/>
                  <a:gd name="connsiteX9" fmla="*/ 42271 w 41981"/>
                  <a:gd name="connsiteY9" fmla="*/ 21166 h 41981"/>
                  <a:gd name="connsiteX10" fmla="*/ 42271 w 41981"/>
                  <a:gd name="connsiteY10" fmla="*/ 21166 h 41981"/>
                  <a:gd name="connsiteX11" fmla="*/ 21280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75"/>
                    </a:moveTo>
                    <a:cubicBezTo>
                      <a:pt x="30222" y="4975"/>
                      <a:pt x="37470" y="12224"/>
                      <a:pt x="37470" y="21166"/>
                    </a:cubicBezTo>
                    <a:lnTo>
                      <a:pt x="37470" y="21166"/>
                    </a:lnTo>
                    <a:cubicBezTo>
                      <a:pt x="37470" y="30107"/>
                      <a:pt x="30222" y="37356"/>
                      <a:pt x="21280" y="37356"/>
                    </a:cubicBezTo>
                    <a:cubicBezTo>
                      <a:pt x="12338" y="37356"/>
                      <a:pt x="5090" y="30107"/>
                      <a:pt x="5090" y="21166"/>
                    </a:cubicBezTo>
                    <a:cubicBezTo>
                      <a:pt x="5090" y="12224"/>
                      <a:pt x="12338" y="4975"/>
                      <a:pt x="21280" y="4975"/>
                    </a:cubicBezTo>
                    <a:close/>
                    <a:moveTo>
                      <a:pt x="21280" y="175"/>
                    </a:moveTo>
                    <a:cubicBezTo>
                      <a:pt x="9688" y="175"/>
                      <a:pt x="290" y="9573"/>
                      <a:pt x="290" y="21166"/>
                    </a:cubicBezTo>
                    <a:cubicBezTo>
                      <a:pt x="290" y="32758"/>
                      <a:pt x="9688" y="42156"/>
                      <a:pt x="21280" y="42156"/>
                    </a:cubicBezTo>
                    <a:cubicBezTo>
                      <a:pt x="32873" y="42156"/>
                      <a:pt x="42271" y="32758"/>
                      <a:pt x="42271" y="21166"/>
                    </a:cubicBezTo>
                    <a:lnTo>
                      <a:pt x="42271" y="21166"/>
                    </a:lnTo>
                    <a:cubicBezTo>
                      <a:pt x="42271" y="9573"/>
                      <a:pt x="32873" y="175"/>
                      <a:pt x="21280"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19" name="Freeform: Shape 3318">
                <a:extLst>
                  <a:ext uri="{FF2B5EF4-FFF2-40B4-BE49-F238E27FC236}">
                    <a16:creationId xmlns:a16="http://schemas.microsoft.com/office/drawing/2014/main" id="{CDC1502A-11FA-D624-4BD6-E7DE05499D59}"/>
                  </a:ext>
                </a:extLst>
              </p:cNvPr>
              <p:cNvSpPr/>
              <p:nvPr/>
            </p:nvSpPr>
            <p:spPr>
              <a:xfrm>
                <a:off x="1866934" y="7917655"/>
                <a:ext cx="37180" cy="37180"/>
              </a:xfrm>
              <a:custGeom>
                <a:avLst/>
                <a:gdLst>
                  <a:gd name="connsiteX0" fmla="*/ 37459 w 37180"/>
                  <a:gd name="connsiteY0" fmla="*/ 18763 h 37180"/>
                  <a:gd name="connsiteX1" fmla="*/ 18869 w 37180"/>
                  <a:gd name="connsiteY1" fmla="*/ 37353 h 37180"/>
                  <a:gd name="connsiteX2" fmla="*/ 278 w 37180"/>
                  <a:gd name="connsiteY2" fmla="*/ 18763 h 37180"/>
                  <a:gd name="connsiteX3" fmla="*/ 18869 w 37180"/>
                  <a:gd name="connsiteY3" fmla="*/ 173 h 37180"/>
                  <a:gd name="connsiteX4" fmla="*/ 37459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63"/>
                    </a:moveTo>
                    <a:cubicBezTo>
                      <a:pt x="37459" y="29030"/>
                      <a:pt x="29136" y="37353"/>
                      <a:pt x="18869" y="37353"/>
                    </a:cubicBezTo>
                    <a:cubicBezTo>
                      <a:pt x="8602" y="37353"/>
                      <a:pt x="278" y="29030"/>
                      <a:pt x="278" y="18763"/>
                    </a:cubicBezTo>
                    <a:cubicBezTo>
                      <a:pt x="278" y="8496"/>
                      <a:pt x="8602" y="173"/>
                      <a:pt x="18869" y="173"/>
                    </a:cubicBezTo>
                    <a:cubicBezTo>
                      <a:pt x="29136" y="173"/>
                      <a:pt x="37459" y="8496"/>
                      <a:pt x="37459" y="18763"/>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0" name="Freeform: Shape 3319">
                <a:extLst>
                  <a:ext uri="{FF2B5EF4-FFF2-40B4-BE49-F238E27FC236}">
                    <a16:creationId xmlns:a16="http://schemas.microsoft.com/office/drawing/2014/main" id="{1C8C9231-A5F3-0811-C132-D2F7CD6B320F}"/>
                  </a:ext>
                </a:extLst>
              </p:cNvPr>
              <p:cNvSpPr/>
              <p:nvPr/>
            </p:nvSpPr>
            <p:spPr>
              <a:xfrm>
                <a:off x="1864534" y="7915254"/>
                <a:ext cx="41981" cy="41981"/>
              </a:xfrm>
              <a:custGeom>
                <a:avLst/>
                <a:gdLst>
                  <a:gd name="connsiteX0" fmla="*/ 21269 w 41981"/>
                  <a:gd name="connsiteY0" fmla="*/ 4973 h 41981"/>
                  <a:gd name="connsiteX1" fmla="*/ 37459 w 41981"/>
                  <a:gd name="connsiteY1" fmla="*/ 21163 h 41981"/>
                  <a:gd name="connsiteX2" fmla="*/ 37459 w 41981"/>
                  <a:gd name="connsiteY2" fmla="*/ 21163 h 41981"/>
                  <a:gd name="connsiteX3" fmla="*/ 21269 w 41981"/>
                  <a:gd name="connsiteY3" fmla="*/ 37353 h 41981"/>
                  <a:gd name="connsiteX4" fmla="*/ 5079 w 41981"/>
                  <a:gd name="connsiteY4" fmla="*/ 21163 h 41981"/>
                  <a:gd name="connsiteX5" fmla="*/ 21269 w 41981"/>
                  <a:gd name="connsiteY5" fmla="*/ 4973 h 41981"/>
                  <a:gd name="connsiteX6" fmla="*/ 21269 w 41981"/>
                  <a:gd name="connsiteY6" fmla="*/ 173 h 41981"/>
                  <a:gd name="connsiteX7" fmla="*/ 278 w 41981"/>
                  <a:gd name="connsiteY7" fmla="*/ 21163 h 41981"/>
                  <a:gd name="connsiteX8" fmla="*/ 21269 w 41981"/>
                  <a:gd name="connsiteY8" fmla="*/ 42154 h 41981"/>
                  <a:gd name="connsiteX9" fmla="*/ 42259 w 41981"/>
                  <a:gd name="connsiteY9" fmla="*/ 21163 h 41981"/>
                  <a:gd name="connsiteX10" fmla="*/ 42259 w 41981"/>
                  <a:gd name="connsiteY10" fmla="*/ 21163 h 41981"/>
                  <a:gd name="connsiteX11" fmla="*/ 21269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73"/>
                    </a:moveTo>
                    <a:cubicBezTo>
                      <a:pt x="30211" y="4973"/>
                      <a:pt x="37459" y="12221"/>
                      <a:pt x="37459" y="21163"/>
                    </a:cubicBezTo>
                    <a:lnTo>
                      <a:pt x="37459" y="21163"/>
                    </a:lnTo>
                    <a:cubicBezTo>
                      <a:pt x="37459" y="30105"/>
                      <a:pt x="30211" y="37353"/>
                      <a:pt x="21269" y="37353"/>
                    </a:cubicBezTo>
                    <a:cubicBezTo>
                      <a:pt x="12327" y="37353"/>
                      <a:pt x="5079" y="30105"/>
                      <a:pt x="5079" y="21163"/>
                    </a:cubicBezTo>
                    <a:cubicBezTo>
                      <a:pt x="5079" y="12221"/>
                      <a:pt x="12327" y="4973"/>
                      <a:pt x="21269" y="4973"/>
                    </a:cubicBezTo>
                    <a:close/>
                    <a:moveTo>
                      <a:pt x="21269" y="173"/>
                    </a:moveTo>
                    <a:cubicBezTo>
                      <a:pt x="9676" y="173"/>
                      <a:pt x="278" y="9571"/>
                      <a:pt x="278" y="21163"/>
                    </a:cubicBezTo>
                    <a:cubicBezTo>
                      <a:pt x="278" y="32756"/>
                      <a:pt x="9676" y="42154"/>
                      <a:pt x="21269" y="42154"/>
                    </a:cubicBezTo>
                    <a:cubicBezTo>
                      <a:pt x="32861" y="42154"/>
                      <a:pt x="42259" y="32756"/>
                      <a:pt x="42259" y="21163"/>
                    </a:cubicBezTo>
                    <a:lnTo>
                      <a:pt x="42259" y="21163"/>
                    </a:lnTo>
                    <a:cubicBezTo>
                      <a:pt x="42259" y="9571"/>
                      <a:pt x="32861" y="173"/>
                      <a:pt x="21269"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1" name="Freeform: Shape 3320">
                <a:extLst>
                  <a:ext uri="{FF2B5EF4-FFF2-40B4-BE49-F238E27FC236}">
                    <a16:creationId xmlns:a16="http://schemas.microsoft.com/office/drawing/2014/main" id="{99FEEABC-6149-B1AD-CEE2-BD3DD5EB0803}"/>
                  </a:ext>
                </a:extLst>
              </p:cNvPr>
              <p:cNvSpPr/>
              <p:nvPr/>
            </p:nvSpPr>
            <p:spPr>
              <a:xfrm>
                <a:off x="2039008" y="7610722"/>
                <a:ext cx="37180" cy="37180"/>
              </a:xfrm>
              <a:custGeom>
                <a:avLst/>
                <a:gdLst>
                  <a:gd name="connsiteX0" fmla="*/ 37489 w 37180"/>
                  <a:gd name="connsiteY0" fmla="*/ 18710 h 37180"/>
                  <a:gd name="connsiteX1" fmla="*/ 18899 w 37180"/>
                  <a:gd name="connsiteY1" fmla="*/ 37300 h 37180"/>
                  <a:gd name="connsiteX2" fmla="*/ 308 w 37180"/>
                  <a:gd name="connsiteY2" fmla="*/ 18710 h 37180"/>
                  <a:gd name="connsiteX3" fmla="*/ 18899 w 37180"/>
                  <a:gd name="connsiteY3" fmla="*/ 119 h 37180"/>
                  <a:gd name="connsiteX4" fmla="*/ 37489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9" y="18710"/>
                    </a:moveTo>
                    <a:cubicBezTo>
                      <a:pt x="37489" y="28977"/>
                      <a:pt x="29166" y="37300"/>
                      <a:pt x="18899" y="37300"/>
                    </a:cubicBezTo>
                    <a:cubicBezTo>
                      <a:pt x="8631" y="37300"/>
                      <a:pt x="308" y="28977"/>
                      <a:pt x="308" y="18710"/>
                    </a:cubicBezTo>
                    <a:cubicBezTo>
                      <a:pt x="308" y="8442"/>
                      <a:pt x="8631" y="119"/>
                      <a:pt x="18899" y="119"/>
                    </a:cubicBezTo>
                    <a:cubicBezTo>
                      <a:pt x="29166" y="119"/>
                      <a:pt x="37489" y="8442"/>
                      <a:pt x="37489" y="18710"/>
                    </a:cubicBezTo>
                    <a:close/>
                  </a:path>
                </a:pathLst>
              </a:custGeom>
              <a:solidFill>
                <a:srgbClr val="53F75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2" name="Freeform: Shape 3321">
                <a:extLst>
                  <a:ext uri="{FF2B5EF4-FFF2-40B4-BE49-F238E27FC236}">
                    <a16:creationId xmlns:a16="http://schemas.microsoft.com/office/drawing/2014/main" id="{06538962-E823-92BF-CE8B-A98F277A3B71}"/>
                  </a:ext>
                </a:extLst>
              </p:cNvPr>
              <p:cNvSpPr/>
              <p:nvPr/>
            </p:nvSpPr>
            <p:spPr>
              <a:xfrm>
                <a:off x="2036608" y="7608321"/>
                <a:ext cx="41981" cy="41981"/>
              </a:xfrm>
              <a:custGeom>
                <a:avLst/>
                <a:gdLst>
                  <a:gd name="connsiteX0" fmla="*/ 21299 w 41981"/>
                  <a:gd name="connsiteY0" fmla="*/ 4920 h 41981"/>
                  <a:gd name="connsiteX1" fmla="*/ 37489 w 41981"/>
                  <a:gd name="connsiteY1" fmla="*/ 21110 h 41981"/>
                  <a:gd name="connsiteX2" fmla="*/ 37489 w 41981"/>
                  <a:gd name="connsiteY2" fmla="*/ 21110 h 41981"/>
                  <a:gd name="connsiteX3" fmla="*/ 21299 w 41981"/>
                  <a:gd name="connsiteY3" fmla="*/ 37300 h 41981"/>
                  <a:gd name="connsiteX4" fmla="*/ 5109 w 41981"/>
                  <a:gd name="connsiteY4" fmla="*/ 21110 h 41981"/>
                  <a:gd name="connsiteX5" fmla="*/ 21299 w 41981"/>
                  <a:gd name="connsiteY5" fmla="*/ 4920 h 41981"/>
                  <a:gd name="connsiteX6" fmla="*/ 21299 w 41981"/>
                  <a:gd name="connsiteY6" fmla="*/ 119 h 41981"/>
                  <a:gd name="connsiteX7" fmla="*/ 308 w 41981"/>
                  <a:gd name="connsiteY7" fmla="*/ 21110 h 41981"/>
                  <a:gd name="connsiteX8" fmla="*/ 21299 w 41981"/>
                  <a:gd name="connsiteY8" fmla="*/ 42100 h 41981"/>
                  <a:gd name="connsiteX9" fmla="*/ 42289 w 41981"/>
                  <a:gd name="connsiteY9" fmla="*/ 21110 h 41981"/>
                  <a:gd name="connsiteX10" fmla="*/ 42289 w 41981"/>
                  <a:gd name="connsiteY10" fmla="*/ 21110 h 41981"/>
                  <a:gd name="connsiteX11" fmla="*/ 21299 w 41981"/>
                  <a:gd name="connsiteY11" fmla="*/ 11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9" y="4920"/>
                    </a:moveTo>
                    <a:cubicBezTo>
                      <a:pt x="30241" y="4920"/>
                      <a:pt x="37489" y="12168"/>
                      <a:pt x="37489" y="21110"/>
                    </a:cubicBezTo>
                    <a:lnTo>
                      <a:pt x="37489" y="21110"/>
                    </a:lnTo>
                    <a:cubicBezTo>
                      <a:pt x="37489" y="30052"/>
                      <a:pt x="30241" y="37300"/>
                      <a:pt x="21299" y="37300"/>
                    </a:cubicBezTo>
                    <a:cubicBezTo>
                      <a:pt x="12357" y="37300"/>
                      <a:pt x="5109" y="30052"/>
                      <a:pt x="5109" y="21110"/>
                    </a:cubicBezTo>
                    <a:cubicBezTo>
                      <a:pt x="5109" y="12168"/>
                      <a:pt x="12357" y="4920"/>
                      <a:pt x="21299" y="4920"/>
                    </a:cubicBezTo>
                    <a:close/>
                    <a:moveTo>
                      <a:pt x="21299" y="119"/>
                    </a:moveTo>
                    <a:cubicBezTo>
                      <a:pt x="9706" y="119"/>
                      <a:pt x="308" y="9517"/>
                      <a:pt x="308" y="21110"/>
                    </a:cubicBezTo>
                    <a:cubicBezTo>
                      <a:pt x="308" y="32702"/>
                      <a:pt x="9706" y="42100"/>
                      <a:pt x="21299" y="42100"/>
                    </a:cubicBezTo>
                    <a:cubicBezTo>
                      <a:pt x="32891" y="42100"/>
                      <a:pt x="42289" y="32702"/>
                      <a:pt x="42289" y="21110"/>
                    </a:cubicBezTo>
                    <a:lnTo>
                      <a:pt x="42289" y="21110"/>
                    </a:lnTo>
                    <a:cubicBezTo>
                      <a:pt x="42289" y="9517"/>
                      <a:pt x="32891" y="119"/>
                      <a:pt x="21299" y="11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3" name="Freeform: Shape 3322">
                <a:extLst>
                  <a:ext uri="{FF2B5EF4-FFF2-40B4-BE49-F238E27FC236}">
                    <a16:creationId xmlns:a16="http://schemas.microsoft.com/office/drawing/2014/main" id="{3839D48B-3D9B-DC6A-6392-C1969F60370E}"/>
                  </a:ext>
                </a:extLst>
              </p:cNvPr>
              <p:cNvSpPr/>
              <p:nvPr/>
            </p:nvSpPr>
            <p:spPr>
              <a:xfrm>
                <a:off x="1644857" y="7736722"/>
                <a:ext cx="37180" cy="37180"/>
              </a:xfrm>
              <a:custGeom>
                <a:avLst/>
                <a:gdLst>
                  <a:gd name="connsiteX0" fmla="*/ 37421 w 37180"/>
                  <a:gd name="connsiteY0" fmla="*/ 18732 h 37180"/>
                  <a:gd name="connsiteX1" fmla="*/ 18830 w 37180"/>
                  <a:gd name="connsiteY1" fmla="*/ 37322 h 37180"/>
                  <a:gd name="connsiteX2" fmla="*/ 240 w 37180"/>
                  <a:gd name="connsiteY2" fmla="*/ 18732 h 37180"/>
                  <a:gd name="connsiteX3" fmla="*/ 18830 w 37180"/>
                  <a:gd name="connsiteY3" fmla="*/ 141 h 37180"/>
                  <a:gd name="connsiteX4" fmla="*/ 37421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32"/>
                    </a:moveTo>
                    <a:cubicBezTo>
                      <a:pt x="37421" y="28999"/>
                      <a:pt x="29097" y="37322"/>
                      <a:pt x="18830" y="37322"/>
                    </a:cubicBezTo>
                    <a:cubicBezTo>
                      <a:pt x="8563" y="37322"/>
                      <a:pt x="240" y="28999"/>
                      <a:pt x="240" y="18732"/>
                    </a:cubicBezTo>
                    <a:cubicBezTo>
                      <a:pt x="240" y="8464"/>
                      <a:pt x="8563" y="141"/>
                      <a:pt x="18830" y="141"/>
                    </a:cubicBezTo>
                    <a:cubicBezTo>
                      <a:pt x="29097" y="141"/>
                      <a:pt x="37421" y="8464"/>
                      <a:pt x="37421" y="18732"/>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4" name="Freeform: Shape 3323">
                <a:extLst>
                  <a:ext uri="{FF2B5EF4-FFF2-40B4-BE49-F238E27FC236}">
                    <a16:creationId xmlns:a16="http://schemas.microsoft.com/office/drawing/2014/main" id="{6D4C1630-B769-D60A-8E96-14D9DF6DFB1A}"/>
                  </a:ext>
                </a:extLst>
              </p:cNvPr>
              <p:cNvSpPr/>
              <p:nvPr/>
            </p:nvSpPr>
            <p:spPr>
              <a:xfrm>
                <a:off x="1642457" y="7734321"/>
                <a:ext cx="41981" cy="41981"/>
              </a:xfrm>
              <a:custGeom>
                <a:avLst/>
                <a:gdLst>
                  <a:gd name="connsiteX0" fmla="*/ 21230 w 41981"/>
                  <a:gd name="connsiteY0" fmla="*/ 4942 h 41981"/>
                  <a:gd name="connsiteX1" fmla="*/ 37421 w 41981"/>
                  <a:gd name="connsiteY1" fmla="*/ 21132 h 41981"/>
                  <a:gd name="connsiteX2" fmla="*/ 37421 w 41981"/>
                  <a:gd name="connsiteY2" fmla="*/ 21132 h 41981"/>
                  <a:gd name="connsiteX3" fmla="*/ 21230 w 41981"/>
                  <a:gd name="connsiteY3" fmla="*/ 37322 h 41981"/>
                  <a:gd name="connsiteX4" fmla="*/ 5040 w 41981"/>
                  <a:gd name="connsiteY4" fmla="*/ 21132 h 41981"/>
                  <a:gd name="connsiteX5" fmla="*/ 21230 w 41981"/>
                  <a:gd name="connsiteY5" fmla="*/ 4942 h 41981"/>
                  <a:gd name="connsiteX6" fmla="*/ 21230 w 41981"/>
                  <a:gd name="connsiteY6" fmla="*/ 141 h 41981"/>
                  <a:gd name="connsiteX7" fmla="*/ 240 w 41981"/>
                  <a:gd name="connsiteY7" fmla="*/ 21132 h 41981"/>
                  <a:gd name="connsiteX8" fmla="*/ 21230 w 41981"/>
                  <a:gd name="connsiteY8" fmla="*/ 42122 h 41981"/>
                  <a:gd name="connsiteX9" fmla="*/ 42221 w 41981"/>
                  <a:gd name="connsiteY9" fmla="*/ 21132 h 41981"/>
                  <a:gd name="connsiteX10" fmla="*/ 42221 w 41981"/>
                  <a:gd name="connsiteY10" fmla="*/ 21132 h 41981"/>
                  <a:gd name="connsiteX11" fmla="*/ 21230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42"/>
                    </a:moveTo>
                    <a:cubicBezTo>
                      <a:pt x="30172" y="4942"/>
                      <a:pt x="37421" y="12190"/>
                      <a:pt x="37421" y="21132"/>
                    </a:cubicBezTo>
                    <a:lnTo>
                      <a:pt x="37421" y="21132"/>
                    </a:lnTo>
                    <a:cubicBezTo>
                      <a:pt x="37421" y="30074"/>
                      <a:pt x="30172" y="37322"/>
                      <a:pt x="21230" y="37322"/>
                    </a:cubicBezTo>
                    <a:cubicBezTo>
                      <a:pt x="12289" y="37322"/>
                      <a:pt x="5040" y="30074"/>
                      <a:pt x="5040" y="21132"/>
                    </a:cubicBezTo>
                    <a:cubicBezTo>
                      <a:pt x="5040" y="12190"/>
                      <a:pt x="12289" y="4942"/>
                      <a:pt x="21230" y="4942"/>
                    </a:cubicBezTo>
                    <a:close/>
                    <a:moveTo>
                      <a:pt x="21230" y="141"/>
                    </a:moveTo>
                    <a:cubicBezTo>
                      <a:pt x="9638" y="141"/>
                      <a:pt x="240" y="9539"/>
                      <a:pt x="240" y="21132"/>
                    </a:cubicBezTo>
                    <a:cubicBezTo>
                      <a:pt x="240" y="32724"/>
                      <a:pt x="9638" y="42122"/>
                      <a:pt x="21230" y="42122"/>
                    </a:cubicBezTo>
                    <a:cubicBezTo>
                      <a:pt x="32823" y="42122"/>
                      <a:pt x="42221" y="32724"/>
                      <a:pt x="42221" y="21132"/>
                    </a:cubicBezTo>
                    <a:lnTo>
                      <a:pt x="42221" y="21132"/>
                    </a:lnTo>
                    <a:cubicBezTo>
                      <a:pt x="42221" y="9539"/>
                      <a:pt x="32823" y="141"/>
                      <a:pt x="21230" y="14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5" name="Freeform: Shape 3324">
                <a:extLst>
                  <a:ext uri="{FF2B5EF4-FFF2-40B4-BE49-F238E27FC236}">
                    <a16:creationId xmlns:a16="http://schemas.microsoft.com/office/drawing/2014/main" id="{7DED3A5A-F428-4B87-37D4-C6E2A2F6E1C5}"/>
                  </a:ext>
                </a:extLst>
              </p:cNvPr>
              <p:cNvSpPr/>
              <p:nvPr/>
            </p:nvSpPr>
            <p:spPr>
              <a:xfrm>
                <a:off x="1825658" y="7780532"/>
                <a:ext cx="37180" cy="37180"/>
              </a:xfrm>
              <a:custGeom>
                <a:avLst/>
                <a:gdLst>
                  <a:gd name="connsiteX0" fmla="*/ 37452 w 37180"/>
                  <a:gd name="connsiteY0" fmla="*/ 18739 h 37180"/>
                  <a:gd name="connsiteX1" fmla="*/ 18862 w 37180"/>
                  <a:gd name="connsiteY1" fmla="*/ 37330 h 37180"/>
                  <a:gd name="connsiteX2" fmla="*/ 271 w 37180"/>
                  <a:gd name="connsiteY2" fmla="*/ 18739 h 37180"/>
                  <a:gd name="connsiteX3" fmla="*/ 18862 w 37180"/>
                  <a:gd name="connsiteY3" fmla="*/ 149 h 37180"/>
                  <a:gd name="connsiteX4" fmla="*/ 37452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39"/>
                    </a:moveTo>
                    <a:cubicBezTo>
                      <a:pt x="37452" y="29006"/>
                      <a:pt x="29129" y="37330"/>
                      <a:pt x="18862" y="37330"/>
                    </a:cubicBezTo>
                    <a:cubicBezTo>
                      <a:pt x="8594" y="37330"/>
                      <a:pt x="271" y="29006"/>
                      <a:pt x="271" y="18739"/>
                    </a:cubicBezTo>
                    <a:cubicBezTo>
                      <a:pt x="271" y="8472"/>
                      <a:pt x="8594" y="149"/>
                      <a:pt x="18862" y="149"/>
                    </a:cubicBezTo>
                    <a:cubicBezTo>
                      <a:pt x="29129" y="149"/>
                      <a:pt x="37452" y="8472"/>
                      <a:pt x="37452" y="18739"/>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6" name="Freeform: Shape 3325">
                <a:extLst>
                  <a:ext uri="{FF2B5EF4-FFF2-40B4-BE49-F238E27FC236}">
                    <a16:creationId xmlns:a16="http://schemas.microsoft.com/office/drawing/2014/main" id="{5C01D8FC-6616-71F3-0A41-E3F6A58D0AF8}"/>
                  </a:ext>
                </a:extLst>
              </p:cNvPr>
              <p:cNvSpPr/>
              <p:nvPr/>
            </p:nvSpPr>
            <p:spPr>
              <a:xfrm>
                <a:off x="1823258" y="7778132"/>
                <a:ext cx="41981" cy="41981"/>
              </a:xfrm>
              <a:custGeom>
                <a:avLst/>
                <a:gdLst>
                  <a:gd name="connsiteX0" fmla="*/ 21262 w 41981"/>
                  <a:gd name="connsiteY0" fmla="*/ 4949 h 41981"/>
                  <a:gd name="connsiteX1" fmla="*/ 37452 w 41981"/>
                  <a:gd name="connsiteY1" fmla="*/ 21139 h 41981"/>
                  <a:gd name="connsiteX2" fmla="*/ 37452 w 41981"/>
                  <a:gd name="connsiteY2" fmla="*/ 21139 h 41981"/>
                  <a:gd name="connsiteX3" fmla="*/ 21262 w 41981"/>
                  <a:gd name="connsiteY3" fmla="*/ 37330 h 41981"/>
                  <a:gd name="connsiteX4" fmla="*/ 5072 w 41981"/>
                  <a:gd name="connsiteY4" fmla="*/ 21139 h 41981"/>
                  <a:gd name="connsiteX5" fmla="*/ 21262 w 41981"/>
                  <a:gd name="connsiteY5" fmla="*/ 4949 h 41981"/>
                  <a:gd name="connsiteX6" fmla="*/ 21262 w 41981"/>
                  <a:gd name="connsiteY6" fmla="*/ 149 h 41981"/>
                  <a:gd name="connsiteX7" fmla="*/ 271 w 41981"/>
                  <a:gd name="connsiteY7" fmla="*/ 21139 h 41981"/>
                  <a:gd name="connsiteX8" fmla="*/ 21262 w 41981"/>
                  <a:gd name="connsiteY8" fmla="*/ 42130 h 41981"/>
                  <a:gd name="connsiteX9" fmla="*/ 42252 w 41981"/>
                  <a:gd name="connsiteY9" fmla="*/ 21139 h 41981"/>
                  <a:gd name="connsiteX10" fmla="*/ 42252 w 41981"/>
                  <a:gd name="connsiteY10" fmla="*/ 21139 h 41981"/>
                  <a:gd name="connsiteX11" fmla="*/ 21262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49"/>
                    </a:moveTo>
                    <a:cubicBezTo>
                      <a:pt x="30204" y="4949"/>
                      <a:pt x="37452" y="12198"/>
                      <a:pt x="37452" y="21139"/>
                    </a:cubicBezTo>
                    <a:lnTo>
                      <a:pt x="37452" y="21139"/>
                    </a:lnTo>
                    <a:cubicBezTo>
                      <a:pt x="37452" y="30081"/>
                      <a:pt x="30204" y="37330"/>
                      <a:pt x="21262" y="37330"/>
                    </a:cubicBezTo>
                    <a:cubicBezTo>
                      <a:pt x="12320" y="37330"/>
                      <a:pt x="5072" y="30081"/>
                      <a:pt x="5072" y="21139"/>
                    </a:cubicBezTo>
                    <a:cubicBezTo>
                      <a:pt x="5072" y="12198"/>
                      <a:pt x="12320" y="4949"/>
                      <a:pt x="21262" y="4949"/>
                    </a:cubicBezTo>
                    <a:close/>
                    <a:moveTo>
                      <a:pt x="21262" y="149"/>
                    </a:moveTo>
                    <a:cubicBezTo>
                      <a:pt x="9669" y="149"/>
                      <a:pt x="271" y="9547"/>
                      <a:pt x="271" y="21139"/>
                    </a:cubicBezTo>
                    <a:cubicBezTo>
                      <a:pt x="271" y="32732"/>
                      <a:pt x="9669" y="42130"/>
                      <a:pt x="21262" y="42130"/>
                    </a:cubicBezTo>
                    <a:cubicBezTo>
                      <a:pt x="32854" y="42130"/>
                      <a:pt x="42252" y="32732"/>
                      <a:pt x="42252" y="21139"/>
                    </a:cubicBezTo>
                    <a:lnTo>
                      <a:pt x="42252" y="21139"/>
                    </a:lnTo>
                    <a:cubicBezTo>
                      <a:pt x="42252" y="9547"/>
                      <a:pt x="32854" y="149"/>
                      <a:pt x="21262"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7" name="Freeform: Shape 3326">
                <a:extLst>
                  <a:ext uri="{FF2B5EF4-FFF2-40B4-BE49-F238E27FC236}">
                    <a16:creationId xmlns:a16="http://schemas.microsoft.com/office/drawing/2014/main" id="{D9C91543-98AD-8D26-7109-7D5AD26C934C}"/>
                  </a:ext>
                </a:extLst>
              </p:cNvPr>
              <p:cNvSpPr/>
              <p:nvPr/>
            </p:nvSpPr>
            <p:spPr>
              <a:xfrm>
                <a:off x="1698402" y="7761996"/>
                <a:ext cx="37180" cy="37180"/>
              </a:xfrm>
              <a:custGeom>
                <a:avLst/>
                <a:gdLst>
                  <a:gd name="connsiteX0" fmla="*/ 37430 w 37180"/>
                  <a:gd name="connsiteY0" fmla="*/ 18736 h 37180"/>
                  <a:gd name="connsiteX1" fmla="*/ 18839 w 37180"/>
                  <a:gd name="connsiteY1" fmla="*/ 37326 h 37180"/>
                  <a:gd name="connsiteX2" fmla="*/ 249 w 37180"/>
                  <a:gd name="connsiteY2" fmla="*/ 18736 h 37180"/>
                  <a:gd name="connsiteX3" fmla="*/ 18839 w 37180"/>
                  <a:gd name="connsiteY3" fmla="*/ 146 h 37180"/>
                  <a:gd name="connsiteX4" fmla="*/ 37430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36"/>
                    </a:moveTo>
                    <a:cubicBezTo>
                      <a:pt x="37430" y="29003"/>
                      <a:pt x="29107" y="37326"/>
                      <a:pt x="18839" y="37326"/>
                    </a:cubicBezTo>
                    <a:cubicBezTo>
                      <a:pt x="8572" y="37326"/>
                      <a:pt x="249" y="29003"/>
                      <a:pt x="249" y="18736"/>
                    </a:cubicBezTo>
                    <a:cubicBezTo>
                      <a:pt x="249" y="8469"/>
                      <a:pt x="8572" y="146"/>
                      <a:pt x="18839" y="146"/>
                    </a:cubicBezTo>
                    <a:cubicBezTo>
                      <a:pt x="29107" y="146"/>
                      <a:pt x="37430" y="8469"/>
                      <a:pt x="37430" y="1873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8" name="Freeform: Shape 3327">
                <a:extLst>
                  <a:ext uri="{FF2B5EF4-FFF2-40B4-BE49-F238E27FC236}">
                    <a16:creationId xmlns:a16="http://schemas.microsoft.com/office/drawing/2014/main" id="{BAE21816-7EB5-DC05-FEA9-70721F27EF67}"/>
                  </a:ext>
                </a:extLst>
              </p:cNvPr>
              <p:cNvSpPr/>
              <p:nvPr/>
            </p:nvSpPr>
            <p:spPr>
              <a:xfrm>
                <a:off x="1696002" y="7759596"/>
                <a:ext cx="41981" cy="41981"/>
              </a:xfrm>
              <a:custGeom>
                <a:avLst/>
                <a:gdLst>
                  <a:gd name="connsiteX0" fmla="*/ 21240 w 41981"/>
                  <a:gd name="connsiteY0" fmla="*/ 4946 h 41981"/>
                  <a:gd name="connsiteX1" fmla="*/ 37430 w 41981"/>
                  <a:gd name="connsiteY1" fmla="*/ 21136 h 41981"/>
                  <a:gd name="connsiteX2" fmla="*/ 37430 w 41981"/>
                  <a:gd name="connsiteY2" fmla="*/ 21136 h 41981"/>
                  <a:gd name="connsiteX3" fmla="*/ 21240 w 41981"/>
                  <a:gd name="connsiteY3" fmla="*/ 37326 h 41981"/>
                  <a:gd name="connsiteX4" fmla="*/ 5049 w 41981"/>
                  <a:gd name="connsiteY4" fmla="*/ 21136 h 41981"/>
                  <a:gd name="connsiteX5" fmla="*/ 21240 w 41981"/>
                  <a:gd name="connsiteY5" fmla="*/ 4946 h 41981"/>
                  <a:gd name="connsiteX6" fmla="*/ 21240 w 41981"/>
                  <a:gd name="connsiteY6" fmla="*/ 146 h 41981"/>
                  <a:gd name="connsiteX7" fmla="*/ 249 w 41981"/>
                  <a:gd name="connsiteY7" fmla="*/ 21136 h 41981"/>
                  <a:gd name="connsiteX8" fmla="*/ 21240 w 41981"/>
                  <a:gd name="connsiteY8" fmla="*/ 42127 h 41981"/>
                  <a:gd name="connsiteX9" fmla="*/ 42230 w 41981"/>
                  <a:gd name="connsiteY9" fmla="*/ 21136 h 41981"/>
                  <a:gd name="connsiteX10" fmla="*/ 42230 w 41981"/>
                  <a:gd name="connsiteY10" fmla="*/ 21136 h 41981"/>
                  <a:gd name="connsiteX11" fmla="*/ 21240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46"/>
                    </a:moveTo>
                    <a:cubicBezTo>
                      <a:pt x="30181" y="4946"/>
                      <a:pt x="37430" y="12194"/>
                      <a:pt x="37430" y="21136"/>
                    </a:cubicBezTo>
                    <a:lnTo>
                      <a:pt x="37430" y="21136"/>
                    </a:lnTo>
                    <a:cubicBezTo>
                      <a:pt x="37430" y="30078"/>
                      <a:pt x="30181" y="37326"/>
                      <a:pt x="21240" y="37326"/>
                    </a:cubicBezTo>
                    <a:cubicBezTo>
                      <a:pt x="12298" y="37326"/>
                      <a:pt x="5049" y="30078"/>
                      <a:pt x="5049" y="21136"/>
                    </a:cubicBezTo>
                    <a:cubicBezTo>
                      <a:pt x="5049" y="12194"/>
                      <a:pt x="12298" y="4946"/>
                      <a:pt x="21240" y="4946"/>
                    </a:cubicBezTo>
                    <a:close/>
                    <a:moveTo>
                      <a:pt x="21240" y="146"/>
                    </a:moveTo>
                    <a:cubicBezTo>
                      <a:pt x="9647" y="146"/>
                      <a:pt x="249" y="9544"/>
                      <a:pt x="249" y="21136"/>
                    </a:cubicBezTo>
                    <a:cubicBezTo>
                      <a:pt x="249" y="32729"/>
                      <a:pt x="9647" y="42127"/>
                      <a:pt x="21240" y="42127"/>
                    </a:cubicBezTo>
                    <a:cubicBezTo>
                      <a:pt x="32832" y="42127"/>
                      <a:pt x="42230" y="32729"/>
                      <a:pt x="42230" y="21136"/>
                    </a:cubicBezTo>
                    <a:lnTo>
                      <a:pt x="42230" y="21136"/>
                    </a:lnTo>
                    <a:cubicBezTo>
                      <a:pt x="42230" y="9544"/>
                      <a:pt x="32832" y="146"/>
                      <a:pt x="21240"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29" name="Freeform: Shape 3328">
                <a:extLst>
                  <a:ext uri="{FF2B5EF4-FFF2-40B4-BE49-F238E27FC236}">
                    <a16:creationId xmlns:a16="http://schemas.microsoft.com/office/drawing/2014/main" id="{62F57D0F-DC24-C23A-CC0A-F4AC9C555D32}"/>
                  </a:ext>
                </a:extLst>
              </p:cNvPr>
              <p:cNvSpPr/>
              <p:nvPr/>
            </p:nvSpPr>
            <p:spPr>
              <a:xfrm>
                <a:off x="1653526" y="7794471"/>
                <a:ext cx="37180" cy="37180"/>
              </a:xfrm>
              <a:custGeom>
                <a:avLst/>
                <a:gdLst>
                  <a:gd name="connsiteX0" fmla="*/ 37422 w 37180"/>
                  <a:gd name="connsiteY0" fmla="*/ 18742 h 37180"/>
                  <a:gd name="connsiteX1" fmla="*/ 18832 w 37180"/>
                  <a:gd name="connsiteY1" fmla="*/ 37332 h 37180"/>
                  <a:gd name="connsiteX2" fmla="*/ 241 w 37180"/>
                  <a:gd name="connsiteY2" fmla="*/ 18742 h 37180"/>
                  <a:gd name="connsiteX3" fmla="*/ 18832 w 37180"/>
                  <a:gd name="connsiteY3" fmla="*/ 151 h 37180"/>
                  <a:gd name="connsiteX4" fmla="*/ 37422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42"/>
                    </a:moveTo>
                    <a:cubicBezTo>
                      <a:pt x="37422" y="29009"/>
                      <a:pt x="29099" y="37332"/>
                      <a:pt x="18832" y="37332"/>
                    </a:cubicBezTo>
                    <a:cubicBezTo>
                      <a:pt x="8564" y="37332"/>
                      <a:pt x="241" y="29009"/>
                      <a:pt x="241" y="18742"/>
                    </a:cubicBezTo>
                    <a:cubicBezTo>
                      <a:pt x="241" y="8474"/>
                      <a:pt x="8564" y="151"/>
                      <a:pt x="18832" y="151"/>
                    </a:cubicBezTo>
                    <a:cubicBezTo>
                      <a:pt x="29099" y="151"/>
                      <a:pt x="37422" y="8474"/>
                      <a:pt x="37422" y="18742"/>
                    </a:cubicBezTo>
                    <a:close/>
                  </a:path>
                </a:pathLst>
              </a:custGeom>
              <a:solidFill>
                <a:srgbClr val="F7B8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0" name="Freeform: Shape 3329">
                <a:extLst>
                  <a:ext uri="{FF2B5EF4-FFF2-40B4-BE49-F238E27FC236}">
                    <a16:creationId xmlns:a16="http://schemas.microsoft.com/office/drawing/2014/main" id="{D5D3EF20-6F4B-E981-0D3D-64157A86DEAE}"/>
                  </a:ext>
                </a:extLst>
              </p:cNvPr>
              <p:cNvSpPr/>
              <p:nvPr/>
            </p:nvSpPr>
            <p:spPr>
              <a:xfrm>
                <a:off x="1651126" y="7792071"/>
                <a:ext cx="41981" cy="41981"/>
              </a:xfrm>
              <a:custGeom>
                <a:avLst/>
                <a:gdLst>
                  <a:gd name="connsiteX0" fmla="*/ 21232 w 41981"/>
                  <a:gd name="connsiteY0" fmla="*/ 4952 h 41981"/>
                  <a:gd name="connsiteX1" fmla="*/ 37422 w 41981"/>
                  <a:gd name="connsiteY1" fmla="*/ 21142 h 41981"/>
                  <a:gd name="connsiteX2" fmla="*/ 37422 w 41981"/>
                  <a:gd name="connsiteY2" fmla="*/ 21142 h 41981"/>
                  <a:gd name="connsiteX3" fmla="*/ 21232 w 41981"/>
                  <a:gd name="connsiteY3" fmla="*/ 37332 h 41981"/>
                  <a:gd name="connsiteX4" fmla="*/ 5042 w 41981"/>
                  <a:gd name="connsiteY4" fmla="*/ 21142 h 41981"/>
                  <a:gd name="connsiteX5" fmla="*/ 21232 w 41981"/>
                  <a:gd name="connsiteY5" fmla="*/ 4952 h 41981"/>
                  <a:gd name="connsiteX6" fmla="*/ 21232 w 41981"/>
                  <a:gd name="connsiteY6" fmla="*/ 151 h 41981"/>
                  <a:gd name="connsiteX7" fmla="*/ 241 w 41981"/>
                  <a:gd name="connsiteY7" fmla="*/ 21142 h 41981"/>
                  <a:gd name="connsiteX8" fmla="*/ 21232 w 41981"/>
                  <a:gd name="connsiteY8" fmla="*/ 42132 h 41981"/>
                  <a:gd name="connsiteX9" fmla="*/ 42222 w 41981"/>
                  <a:gd name="connsiteY9" fmla="*/ 21142 h 41981"/>
                  <a:gd name="connsiteX10" fmla="*/ 42222 w 41981"/>
                  <a:gd name="connsiteY10" fmla="*/ 21142 h 41981"/>
                  <a:gd name="connsiteX11" fmla="*/ 21232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52"/>
                    </a:moveTo>
                    <a:cubicBezTo>
                      <a:pt x="30174" y="4952"/>
                      <a:pt x="37422" y="12200"/>
                      <a:pt x="37422" y="21142"/>
                    </a:cubicBezTo>
                    <a:lnTo>
                      <a:pt x="37422" y="21142"/>
                    </a:lnTo>
                    <a:cubicBezTo>
                      <a:pt x="37422" y="30084"/>
                      <a:pt x="30174" y="37332"/>
                      <a:pt x="21232" y="37332"/>
                    </a:cubicBezTo>
                    <a:cubicBezTo>
                      <a:pt x="12290" y="37332"/>
                      <a:pt x="5042" y="30084"/>
                      <a:pt x="5042" y="21142"/>
                    </a:cubicBezTo>
                    <a:cubicBezTo>
                      <a:pt x="5042" y="12200"/>
                      <a:pt x="12290" y="4952"/>
                      <a:pt x="21232" y="4952"/>
                    </a:cubicBezTo>
                    <a:close/>
                    <a:moveTo>
                      <a:pt x="21232" y="151"/>
                    </a:moveTo>
                    <a:cubicBezTo>
                      <a:pt x="9639" y="151"/>
                      <a:pt x="241" y="9549"/>
                      <a:pt x="241" y="21142"/>
                    </a:cubicBezTo>
                    <a:cubicBezTo>
                      <a:pt x="241" y="32734"/>
                      <a:pt x="9639" y="42132"/>
                      <a:pt x="21232" y="42132"/>
                    </a:cubicBezTo>
                    <a:cubicBezTo>
                      <a:pt x="32824" y="42132"/>
                      <a:pt x="42222" y="32734"/>
                      <a:pt x="42222" y="21142"/>
                    </a:cubicBezTo>
                    <a:lnTo>
                      <a:pt x="42222" y="21142"/>
                    </a:lnTo>
                    <a:cubicBezTo>
                      <a:pt x="42222" y="9549"/>
                      <a:pt x="32824" y="151"/>
                      <a:pt x="21232"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1" name="Freeform: Shape 3330">
                <a:extLst>
                  <a:ext uri="{FF2B5EF4-FFF2-40B4-BE49-F238E27FC236}">
                    <a16:creationId xmlns:a16="http://schemas.microsoft.com/office/drawing/2014/main" id="{5FA1FD33-367B-C2DD-B6A1-D867A7B82C8F}"/>
                  </a:ext>
                </a:extLst>
              </p:cNvPr>
              <p:cNvSpPr/>
              <p:nvPr/>
            </p:nvSpPr>
            <p:spPr>
              <a:xfrm>
                <a:off x="1688656" y="8044000"/>
                <a:ext cx="37180" cy="37180"/>
              </a:xfrm>
              <a:custGeom>
                <a:avLst/>
                <a:gdLst>
                  <a:gd name="connsiteX0" fmla="*/ 37428 w 37180"/>
                  <a:gd name="connsiteY0" fmla="*/ 18785 h 37180"/>
                  <a:gd name="connsiteX1" fmla="*/ 18838 w 37180"/>
                  <a:gd name="connsiteY1" fmla="*/ 37375 h 37180"/>
                  <a:gd name="connsiteX2" fmla="*/ 247 w 37180"/>
                  <a:gd name="connsiteY2" fmla="*/ 18785 h 37180"/>
                  <a:gd name="connsiteX3" fmla="*/ 18838 w 37180"/>
                  <a:gd name="connsiteY3" fmla="*/ 195 h 37180"/>
                  <a:gd name="connsiteX4" fmla="*/ 37428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85"/>
                    </a:moveTo>
                    <a:cubicBezTo>
                      <a:pt x="37428" y="29052"/>
                      <a:pt x="29105" y="37375"/>
                      <a:pt x="18838" y="37375"/>
                    </a:cubicBezTo>
                    <a:cubicBezTo>
                      <a:pt x="8571" y="37375"/>
                      <a:pt x="247" y="29052"/>
                      <a:pt x="247" y="18785"/>
                    </a:cubicBezTo>
                    <a:cubicBezTo>
                      <a:pt x="247" y="8518"/>
                      <a:pt x="8571" y="195"/>
                      <a:pt x="18838" y="195"/>
                    </a:cubicBezTo>
                    <a:cubicBezTo>
                      <a:pt x="29105" y="195"/>
                      <a:pt x="37428" y="8518"/>
                      <a:pt x="37428" y="18785"/>
                    </a:cubicBezTo>
                    <a:close/>
                  </a:path>
                </a:pathLst>
              </a:custGeom>
              <a:solidFill>
                <a:srgbClr val="F7A56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2" name="Freeform: Shape 3331">
                <a:extLst>
                  <a:ext uri="{FF2B5EF4-FFF2-40B4-BE49-F238E27FC236}">
                    <a16:creationId xmlns:a16="http://schemas.microsoft.com/office/drawing/2014/main" id="{FA5CB01C-493B-8E15-151E-C90CCACD5207}"/>
                  </a:ext>
                </a:extLst>
              </p:cNvPr>
              <p:cNvSpPr/>
              <p:nvPr/>
            </p:nvSpPr>
            <p:spPr>
              <a:xfrm>
                <a:off x="1686256" y="8041600"/>
                <a:ext cx="41981" cy="41981"/>
              </a:xfrm>
              <a:custGeom>
                <a:avLst/>
                <a:gdLst>
                  <a:gd name="connsiteX0" fmla="*/ 21238 w 41981"/>
                  <a:gd name="connsiteY0" fmla="*/ 4995 h 41981"/>
                  <a:gd name="connsiteX1" fmla="*/ 37428 w 41981"/>
                  <a:gd name="connsiteY1" fmla="*/ 21185 h 41981"/>
                  <a:gd name="connsiteX2" fmla="*/ 37428 w 41981"/>
                  <a:gd name="connsiteY2" fmla="*/ 21185 h 41981"/>
                  <a:gd name="connsiteX3" fmla="*/ 21238 w 41981"/>
                  <a:gd name="connsiteY3" fmla="*/ 37375 h 41981"/>
                  <a:gd name="connsiteX4" fmla="*/ 5048 w 41981"/>
                  <a:gd name="connsiteY4" fmla="*/ 21185 h 41981"/>
                  <a:gd name="connsiteX5" fmla="*/ 21238 w 41981"/>
                  <a:gd name="connsiteY5" fmla="*/ 4995 h 41981"/>
                  <a:gd name="connsiteX6" fmla="*/ 21238 w 41981"/>
                  <a:gd name="connsiteY6" fmla="*/ 195 h 41981"/>
                  <a:gd name="connsiteX7" fmla="*/ 247 w 41981"/>
                  <a:gd name="connsiteY7" fmla="*/ 21185 h 41981"/>
                  <a:gd name="connsiteX8" fmla="*/ 21238 w 41981"/>
                  <a:gd name="connsiteY8" fmla="*/ 42176 h 41981"/>
                  <a:gd name="connsiteX9" fmla="*/ 42229 w 41981"/>
                  <a:gd name="connsiteY9" fmla="*/ 21185 h 41981"/>
                  <a:gd name="connsiteX10" fmla="*/ 42229 w 41981"/>
                  <a:gd name="connsiteY10" fmla="*/ 21185 h 41981"/>
                  <a:gd name="connsiteX11" fmla="*/ 21238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5"/>
                    </a:moveTo>
                    <a:cubicBezTo>
                      <a:pt x="30180" y="4995"/>
                      <a:pt x="37428" y="12243"/>
                      <a:pt x="37428" y="21185"/>
                    </a:cubicBezTo>
                    <a:lnTo>
                      <a:pt x="37428" y="21185"/>
                    </a:lnTo>
                    <a:cubicBezTo>
                      <a:pt x="37428" y="30127"/>
                      <a:pt x="30180" y="37375"/>
                      <a:pt x="21238" y="37375"/>
                    </a:cubicBezTo>
                    <a:cubicBezTo>
                      <a:pt x="12296" y="37375"/>
                      <a:pt x="5048" y="30127"/>
                      <a:pt x="5048" y="21185"/>
                    </a:cubicBezTo>
                    <a:cubicBezTo>
                      <a:pt x="5048" y="12243"/>
                      <a:pt x="12296" y="4995"/>
                      <a:pt x="21238" y="4995"/>
                    </a:cubicBezTo>
                    <a:close/>
                    <a:moveTo>
                      <a:pt x="21238" y="195"/>
                    </a:moveTo>
                    <a:cubicBezTo>
                      <a:pt x="9645" y="195"/>
                      <a:pt x="247" y="9593"/>
                      <a:pt x="247" y="21185"/>
                    </a:cubicBezTo>
                    <a:cubicBezTo>
                      <a:pt x="247" y="32778"/>
                      <a:pt x="9645" y="42176"/>
                      <a:pt x="21238" y="42176"/>
                    </a:cubicBezTo>
                    <a:cubicBezTo>
                      <a:pt x="32831" y="42176"/>
                      <a:pt x="42229" y="32778"/>
                      <a:pt x="42229" y="21185"/>
                    </a:cubicBezTo>
                    <a:lnTo>
                      <a:pt x="42229" y="21185"/>
                    </a:lnTo>
                    <a:cubicBezTo>
                      <a:pt x="42229" y="9593"/>
                      <a:pt x="32831" y="195"/>
                      <a:pt x="21238"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3" name="Freeform: Shape 3332">
                <a:extLst>
                  <a:ext uri="{FF2B5EF4-FFF2-40B4-BE49-F238E27FC236}">
                    <a16:creationId xmlns:a16="http://schemas.microsoft.com/office/drawing/2014/main" id="{0C2FEEC1-2FFD-38A0-A5A7-086323870638}"/>
                  </a:ext>
                </a:extLst>
              </p:cNvPr>
              <p:cNvSpPr/>
              <p:nvPr/>
            </p:nvSpPr>
            <p:spPr>
              <a:xfrm>
                <a:off x="1672298" y="7990732"/>
                <a:ext cx="37180" cy="37180"/>
              </a:xfrm>
              <a:custGeom>
                <a:avLst/>
                <a:gdLst>
                  <a:gd name="connsiteX0" fmla="*/ 37425 w 37180"/>
                  <a:gd name="connsiteY0" fmla="*/ 18776 h 37180"/>
                  <a:gd name="connsiteX1" fmla="*/ 18835 w 37180"/>
                  <a:gd name="connsiteY1" fmla="*/ 37366 h 37180"/>
                  <a:gd name="connsiteX2" fmla="*/ 245 w 37180"/>
                  <a:gd name="connsiteY2" fmla="*/ 18776 h 37180"/>
                  <a:gd name="connsiteX3" fmla="*/ 18835 w 37180"/>
                  <a:gd name="connsiteY3" fmla="*/ 185 h 37180"/>
                  <a:gd name="connsiteX4" fmla="*/ 37425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76"/>
                    </a:moveTo>
                    <a:cubicBezTo>
                      <a:pt x="37425" y="29043"/>
                      <a:pt x="29102" y="37366"/>
                      <a:pt x="18835" y="37366"/>
                    </a:cubicBezTo>
                    <a:cubicBezTo>
                      <a:pt x="8568" y="37366"/>
                      <a:pt x="245" y="29043"/>
                      <a:pt x="245" y="18776"/>
                    </a:cubicBezTo>
                    <a:cubicBezTo>
                      <a:pt x="245" y="8508"/>
                      <a:pt x="8568" y="185"/>
                      <a:pt x="18835" y="185"/>
                    </a:cubicBezTo>
                    <a:cubicBezTo>
                      <a:pt x="29102" y="185"/>
                      <a:pt x="37425" y="8508"/>
                      <a:pt x="37425" y="18776"/>
                    </a:cubicBezTo>
                    <a:close/>
                  </a:path>
                </a:pathLst>
              </a:custGeom>
              <a:solidFill>
                <a:srgbClr val="F7DD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4" name="Freeform: Shape 3333">
                <a:extLst>
                  <a:ext uri="{FF2B5EF4-FFF2-40B4-BE49-F238E27FC236}">
                    <a16:creationId xmlns:a16="http://schemas.microsoft.com/office/drawing/2014/main" id="{2E12B58C-28FC-B9C4-0892-DE12AFD2F65C}"/>
                  </a:ext>
                </a:extLst>
              </p:cNvPr>
              <p:cNvSpPr/>
              <p:nvPr/>
            </p:nvSpPr>
            <p:spPr>
              <a:xfrm>
                <a:off x="1669898" y="7988332"/>
                <a:ext cx="41981" cy="41981"/>
              </a:xfrm>
              <a:custGeom>
                <a:avLst/>
                <a:gdLst>
                  <a:gd name="connsiteX0" fmla="*/ 21235 w 41981"/>
                  <a:gd name="connsiteY0" fmla="*/ 4986 h 41981"/>
                  <a:gd name="connsiteX1" fmla="*/ 37425 w 41981"/>
                  <a:gd name="connsiteY1" fmla="*/ 21176 h 41981"/>
                  <a:gd name="connsiteX2" fmla="*/ 37425 w 41981"/>
                  <a:gd name="connsiteY2" fmla="*/ 21176 h 41981"/>
                  <a:gd name="connsiteX3" fmla="*/ 21235 w 41981"/>
                  <a:gd name="connsiteY3" fmla="*/ 37366 h 41981"/>
                  <a:gd name="connsiteX4" fmla="*/ 5045 w 41981"/>
                  <a:gd name="connsiteY4" fmla="*/ 21176 h 41981"/>
                  <a:gd name="connsiteX5" fmla="*/ 21235 w 41981"/>
                  <a:gd name="connsiteY5" fmla="*/ 4986 h 41981"/>
                  <a:gd name="connsiteX6" fmla="*/ 21235 w 41981"/>
                  <a:gd name="connsiteY6" fmla="*/ 185 h 41981"/>
                  <a:gd name="connsiteX7" fmla="*/ 245 w 41981"/>
                  <a:gd name="connsiteY7" fmla="*/ 21176 h 41981"/>
                  <a:gd name="connsiteX8" fmla="*/ 21235 w 41981"/>
                  <a:gd name="connsiteY8" fmla="*/ 42166 h 41981"/>
                  <a:gd name="connsiteX9" fmla="*/ 42226 w 41981"/>
                  <a:gd name="connsiteY9" fmla="*/ 21176 h 41981"/>
                  <a:gd name="connsiteX10" fmla="*/ 42226 w 41981"/>
                  <a:gd name="connsiteY10" fmla="*/ 21176 h 41981"/>
                  <a:gd name="connsiteX11" fmla="*/ 21235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86"/>
                    </a:moveTo>
                    <a:cubicBezTo>
                      <a:pt x="30177" y="4986"/>
                      <a:pt x="37425" y="12234"/>
                      <a:pt x="37425" y="21176"/>
                    </a:cubicBezTo>
                    <a:lnTo>
                      <a:pt x="37425" y="21176"/>
                    </a:lnTo>
                    <a:cubicBezTo>
                      <a:pt x="37425" y="30118"/>
                      <a:pt x="30177" y="37366"/>
                      <a:pt x="21235" y="37366"/>
                    </a:cubicBezTo>
                    <a:cubicBezTo>
                      <a:pt x="12293" y="37366"/>
                      <a:pt x="5045" y="30118"/>
                      <a:pt x="5045" y="21176"/>
                    </a:cubicBezTo>
                    <a:cubicBezTo>
                      <a:pt x="5045" y="12234"/>
                      <a:pt x="12293" y="4986"/>
                      <a:pt x="21235" y="4986"/>
                    </a:cubicBezTo>
                    <a:close/>
                    <a:moveTo>
                      <a:pt x="21235" y="185"/>
                    </a:moveTo>
                    <a:cubicBezTo>
                      <a:pt x="9643" y="185"/>
                      <a:pt x="245" y="9583"/>
                      <a:pt x="245" y="21176"/>
                    </a:cubicBezTo>
                    <a:cubicBezTo>
                      <a:pt x="245" y="32768"/>
                      <a:pt x="9643" y="42166"/>
                      <a:pt x="21235" y="42166"/>
                    </a:cubicBezTo>
                    <a:cubicBezTo>
                      <a:pt x="32828" y="42166"/>
                      <a:pt x="42226" y="32768"/>
                      <a:pt x="42226" y="21176"/>
                    </a:cubicBezTo>
                    <a:lnTo>
                      <a:pt x="42226" y="21176"/>
                    </a:lnTo>
                    <a:cubicBezTo>
                      <a:pt x="42226" y="9583"/>
                      <a:pt x="32828" y="185"/>
                      <a:pt x="21235" y="1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5" name="Freeform: Shape 3334">
                <a:extLst>
                  <a:ext uri="{FF2B5EF4-FFF2-40B4-BE49-F238E27FC236}">
                    <a16:creationId xmlns:a16="http://schemas.microsoft.com/office/drawing/2014/main" id="{2D492BC4-3682-D29D-9C95-8AC6C0C689CD}"/>
                  </a:ext>
                </a:extLst>
              </p:cNvPr>
              <p:cNvSpPr/>
              <p:nvPr/>
            </p:nvSpPr>
            <p:spPr>
              <a:xfrm>
                <a:off x="1857234" y="7638537"/>
                <a:ext cx="37180" cy="37180"/>
              </a:xfrm>
              <a:custGeom>
                <a:avLst/>
                <a:gdLst>
                  <a:gd name="connsiteX0" fmla="*/ 37457 w 37180"/>
                  <a:gd name="connsiteY0" fmla="*/ 18715 h 37180"/>
                  <a:gd name="connsiteX1" fmla="*/ 18867 w 37180"/>
                  <a:gd name="connsiteY1" fmla="*/ 37305 h 37180"/>
                  <a:gd name="connsiteX2" fmla="*/ 277 w 37180"/>
                  <a:gd name="connsiteY2" fmla="*/ 18715 h 37180"/>
                  <a:gd name="connsiteX3" fmla="*/ 18867 w 37180"/>
                  <a:gd name="connsiteY3" fmla="*/ 124 h 37180"/>
                  <a:gd name="connsiteX4" fmla="*/ 37457 w 37180"/>
                  <a:gd name="connsiteY4" fmla="*/ 1871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15"/>
                    </a:moveTo>
                    <a:cubicBezTo>
                      <a:pt x="37457" y="28982"/>
                      <a:pt x="29134" y="37305"/>
                      <a:pt x="18867" y="37305"/>
                    </a:cubicBezTo>
                    <a:cubicBezTo>
                      <a:pt x="8600" y="37305"/>
                      <a:pt x="277" y="28982"/>
                      <a:pt x="277" y="18715"/>
                    </a:cubicBezTo>
                    <a:cubicBezTo>
                      <a:pt x="277" y="8447"/>
                      <a:pt x="8600" y="124"/>
                      <a:pt x="18867" y="124"/>
                    </a:cubicBezTo>
                    <a:cubicBezTo>
                      <a:pt x="29134" y="124"/>
                      <a:pt x="37457" y="8447"/>
                      <a:pt x="37457" y="18715"/>
                    </a:cubicBezTo>
                    <a:close/>
                  </a:path>
                </a:pathLst>
              </a:custGeom>
              <a:solidFill>
                <a:srgbClr val="64F76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6" name="Freeform: Shape 3335">
                <a:extLst>
                  <a:ext uri="{FF2B5EF4-FFF2-40B4-BE49-F238E27FC236}">
                    <a16:creationId xmlns:a16="http://schemas.microsoft.com/office/drawing/2014/main" id="{0306F101-E0DA-DF13-B638-DC31241E91B3}"/>
                  </a:ext>
                </a:extLst>
              </p:cNvPr>
              <p:cNvSpPr/>
              <p:nvPr/>
            </p:nvSpPr>
            <p:spPr>
              <a:xfrm>
                <a:off x="1854834" y="7636136"/>
                <a:ext cx="41981" cy="41981"/>
              </a:xfrm>
              <a:custGeom>
                <a:avLst/>
                <a:gdLst>
                  <a:gd name="connsiteX0" fmla="*/ 21267 w 41981"/>
                  <a:gd name="connsiteY0" fmla="*/ 4925 h 41981"/>
                  <a:gd name="connsiteX1" fmla="*/ 37457 w 41981"/>
                  <a:gd name="connsiteY1" fmla="*/ 21115 h 41981"/>
                  <a:gd name="connsiteX2" fmla="*/ 37457 w 41981"/>
                  <a:gd name="connsiteY2" fmla="*/ 21115 h 41981"/>
                  <a:gd name="connsiteX3" fmla="*/ 21267 w 41981"/>
                  <a:gd name="connsiteY3" fmla="*/ 37305 h 41981"/>
                  <a:gd name="connsiteX4" fmla="*/ 5077 w 41981"/>
                  <a:gd name="connsiteY4" fmla="*/ 21115 h 41981"/>
                  <a:gd name="connsiteX5" fmla="*/ 21267 w 41981"/>
                  <a:gd name="connsiteY5" fmla="*/ 4925 h 41981"/>
                  <a:gd name="connsiteX6" fmla="*/ 21267 w 41981"/>
                  <a:gd name="connsiteY6" fmla="*/ 124 h 41981"/>
                  <a:gd name="connsiteX7" fmla="*/ 277 w 41981"/>
                  <a:gd name="connsiteY7" fmla="*/ 21115 h 41981"/>
                  <a:gd name="connsiteX8" fmla="*/ 21267 w 41981"/>
                  <a:gd name="connsiteY8" fmla="*/ 42105 h 41981"/>
                  <a:gd name="connsiteX9" fmla="*/ 42258 w 41981"/>
                  <a:gd name="connsiteY9" fmla="*/ 21115 h 41981"/>
                  <a:gd name="connsiteX10" fmla="*/ 42258 w 41981"/>
                  <a:gd name="connsiteY10" fmla="*/ 21115 h 41981"/>
                  <a:gd name="connsiteX11" fmla="*/ 21267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25"/>
                    </a:moveTo>
                    <a:cubicBezTo>
                      <a:pt x="30209" y="4925"/>
                      <a:pt x="37457" y="12173"/>
                      <a:pt x="37457" y="21115"/>
                    </a:cubicBezTo>
                    <a:lnTo>
                      <a:pt x="37457" y="21115"/>
                    </a:lnTo>
                    <a:cubicBezTo>
                      <a:pt x="37457" y="30057"/>
                      <a:pt x="30209" y="37305"/>
                      <a:pt x="21267" y="37305"/>
                    </a:cubicBezTo>
                    <a:cubicBezTo>
                      <a:pt x="12325" y="37305"/>
                      <a:pt x="5077" y="30057"/>
                      <a:pt x="5077" y="21115"/>
                    </a:cubicBezTo>
                    <a:cubicBezTo>
                      <a:pt x="5077" y="12173"/>
                      <a:pt x="12325" y="4925"/>
                      <a:pt x="21267" y="4925"/>
                    </a:cubicBezTo>
                    <a:close/>
                    <a:moveTo>
                      <a:pt x="21267" y="124"/>
                    </a:moveTo>
                    <a:cubicBezTo>
                      <a:pt x="9675" y="124"/>
                      <a:pt x="277" y="9522"/>
                      <a:pt x="277" y="21115"/>
                    </a:cubicBezTo>
                    <a:cubicBezTo>
                      <a:pt x="277" y="32707"/>
                      <a:pt x="9675" y="42105"/>
                      <a:pt x="21267" y="42105"/>
                    </a:cubicBezTo>
                    <a:cubicBezTo>
                      <a:pt x="32860" y="42105"/>
                      <a:pt x="42258" y="32707"/>
                      <a:pt x="42258" y="21115"/>
                    </a:cubicBezTo>
                    <a:lnTo>
                      <a:pt x="42258" y="21115"/>
                    </a:lnTo>
                    <a:cubicBezTo>
                      <a:pt x="42258" y="9522"/>
                      <a:pt x="32860" y="124"/>
                      <a:pt x="21267" y="12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7" name="Freeform: Shape 3336">
                <a:extLst>
                  <a:ext uri="{FF2B5EF4-FFF2-40B4-BE49-F238E27FC236}">
                    <a16:creationId xmlns:a16="http://schemas.microsoft.com/office/drawing/2014/main" id="{5206AD53-E7A2-F3F3-7588-8D86CBC66892}"/>
                  </a:ext>
                </a:extLst>
              </p:cNvPr>
              <p:cNvSpPr/>
              <p:nvPr/>
            </p:nvSpPr>
            <p:spPr>
              <a:xfrm>
                <a:off x="1725457" y="7688654"/>
                <a:ext cx="37180" cy="37180"/>
              </a:xfrm>
              <a:custGeom>
                <a:avLst/>
                <a:gdLst>
                  <a:gd name="connsiteX0" fmla="*/ 37435 w 37180"/>
                  <a:gd name="connsiteY0" fmla="*/ 18723 h 37180"/>
                  <a:gd name="connsiteX1" fmla="*/ 18844 w 37180"/>
                  <a:gd name="connsiteY1" fmla="*/ 37314 h 37180"/>
                  <a:gd name="connsiteX2" fmla="*/ 254 w 37180"/>
                  <a:gd name="connsiteY2" fmla="*/ 18723 h 37180"/>
                  <a:gd name="connsiteX3" fmla="*/ 18844 w 37180"/>
                  <a:gd name="connsiteY3" fmla="*/ 133 h 37180"/>
                  <a:gd name="connsiteX4" fmla="*/ 37435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23"/>
                    </a:moveTo>
                    <a:cubicBezTo>
                      <a:pt x="37435" y="28990"/>
                      <a:pt x="29111" y="37314"/>
                      <a:pt x="18844" y="37314"/>
                    </a:cubicBezTo>
                    <a:cubicBezTo>
                      <a:pt x="8577" y="37314"/>
                      <a:pt x="254" y="28990"/>
                      <a:pt x="254" y="18723"/>
                    </a:cubicBezTo>
                    <a:cubicBezTo>
                      <a:pt x="254" y="8456"/>
                      <a:pt x="8577" y="133"/>
                      <a:pt x="18844" y="133"/>
                    </a:cubicBezTo>
                    <a:cubicBezTo>
                      <a:pt x="29111" y="133"/>
                      <a:pt x="37435" y="8456"/>
                      <a:pt x="37435" y="18723"/>
                    </a:cubicBezTo>
                    <a:close/>
                  </a:path>
                </a:pathLst>
              </a:custGeom>
              <a:solidFill>
                <a:srgbClr val="F7A58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8" name="Freeform: Shape 3337">
                <a:extLst>
                  <a:ext uri="{FF2B5EF4-FFF2-40B4-BE49-F238E27FC236}">
                    <a16:creationId xmlns:a16="http://schemas.microsoft.com/office/drawing/2014/main" id="{4D9B4897-CA27-96E1-9889-D8988CA76417}"/>
                  </a:ext>
                </a:extLst>
              </p:cNvPr>
              <p:cNvSpPr/>
              <p:nvPr/>
            </p:nvSpPr>
            <p:spPr>
              <a:xfrm>
                <a:off x="1723057" y="7686254"/>
                <a:ext cx="41981" cy="41981"/>
              </a:xfrm>
              <a:custGeom>
                <a:avLst/>
                <a:gdLst>
                  <a:gd name="connsiteX0" fmla="*/ 21244 w 41981"/>
                  <a:gd name="connsiteY0" fmla="*/ 4933 h 41981"/>
                  <a:gd name="connsiteX1" fmla="*/ 37435 w 41981"/>
                  <a:gd name="connsiteY1" fmla="*/ 21123 h 41981"/>
                  <a:gd name="connsiteX2" fmla="*/ 37435 w 41981"/>
                  <a:gd name="connsiteY2" fmla="*/ 21123 h 41981"/>
                  <a:gd name="connsiteX3" fmla="*/ 21244 w 41981"/>
                  <a:gd name="connsiteY3" fmla="*/ 37314 h 41981"/>
                  <a:gd name="connsiteX4" fmla="*/ 5054 w 41981"/>
                  <a:gd name="connsiteY4" fmla="*/ 21123 h 41981"/>
                  <a:gd name="connsiteX5" fmla="*/ 21244 w 41981"/>
                  <a:gd name="connsiteY5" fmla="*/ 4933 h 41981"/>
                  <a:gd name="connsiteX6" fmla="*/ 21244 w 41981"/>
                  <a:gd name="connsiteY6" fmla="*/ 133 h 41981"/>
                  <a:gd name="connsiteX7" fmla="*/ 254 w 41981"/>
                  <a:gd name="connsiteY7" fmla="*/ 21123 h 41981"/>
                  <a:gd name="connsiteX8" fmla="*/ 21244 w 41981"/>
                  <a:gd name="connsiteY8" fmla="*/ 42114 h 41981"/>
                  <a:gd name="connsiteX9" fmla="*/ 42235 w 41981"/>
                  <a:gd name="connsiteY9" fmla="*/ 21123 h 41981"/>
                  <a:gd name="connsiteX10" fmla="*/ 42235 w 41981"/>
                  <a:gd name="connsiteY10" fmla="*/ 21123 h 41981"/>
                  <a:gd name="connsiteX11" fmla="*/ 21244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33"/>
                    </a:moveTo>
                    <a:cubicBezTo>
                      <a:pt x="30186" y="4933"/>
                      <a:pt x="37435" y="12182"/>
                      <a:pt x="37435" y="21123"/>
                    </a:cubicBezTo>
                    <a:lnTo>
                      <a:pt x="37435" y="21123"/>
                    </a:lnTo>
                    <a:cubicBezTo>
                      <a:pt x="37435" y="30065"/>
                      <a:pt x="30186" y="37314"/>
                      <a:pt x="21244" y="37314"/>
                    </a:cubicBezTo>
                    <a:cubicBezTo>
                      <a:pt x="12303" y="37314"/>
                      <a:pt x="5054" y="30065"/>
                      <a:pt x="5054" y="21123"/>
                    </a:cubicBezTo>
                    <a:cubicBezTo>
                      <a:pt x="5054" y="12182"/>
                      <a:pt x="12303" y="4933"/>
                      <a:pt x="21244" y="4933"/>
                    </a:cubicBezTo>
                    <a:close/>
                    <a:moveTo>
                      <a:pt x="21244" y="133"/>
                    </a:moveTo>
                    <a:cubicBezTo>
                      <a:pt x="9652" y="133"/>
                      <a:pt x="254" y="9531"/>
                      <a:pt x="254" y="21123"/>
                    </a:cubicBezTo>
                    <a:cubicBezTo>
                      <a:pt x="254" y="32716"/>
                      <a:pt x="9652" y="42114"/>
                      <a:pt x="21244" y="42114"/>
                    </a:cubicBezTo>
                    <a:cubicBezTo>
                      <a:pt x="32837" y="42114"/>
                      <a:pt x="42235" y="32716"/>
                      <a:pt x="42235" y="21123"/>
                    </a:cubicBezTo>
                    <a:lnTo>
                      <a:pt x="42235" y="21123"/>
                    </a:lnTo>
                    <a:cubicBezTo>
                      <a:pt x="42235" y="9531"/>
                      <a:pt x="32837" y="133"/>
                      <a:pt x="21244"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39" name="Freeform: Shape 3338">
                <a:extLst>
                  <a:ext uri="{FF2B5EF4-FFF2-40B4-BE49-F238E27FC236}">
                    <a16:creationId xmlns:a16="http://schemas.microsoft.com/office/drawing/2014/main" id="{04A8D97C-2D37-5B50-6180-59ED873D4195}"/>
                  </a:ext>
                </a:extLst>
              </p:cNvPr>
              <p:cNvSpPr/>
              <p:nvPr/>
            </p:nvSpPr>
            <p:spPr>
              <a:xfrm>
                <a:off x="1844245" y="7648542"/>
                <a:ext cx="37180" cy="37180"/>
              </a:xfrm>
              <a:custGeom>
                <a:avLst/>
                <a:gdLst>
                  <a:gd name="connsiteX0" fmla="*/ 37455 w 37180"/>
                  <a:gd name="connsiteY0" fmla="*/ 18716 h 37180"/>
                  <a:gd name="connsiteX1" fmla="*/ 18865 w 37180"/>
                  <a:gd name="connsiteY1" fmla="*/ 37307 h 37180"/>
                  <a:gd name="connsiteX2" fmla="*/ 274 w 37180"/>
                  <a:gd name="connsiteY2" fmla="*/ 18716 h 37180"/>
                  <a:gd name="connsiteX3" fmla="*/ 18865 w 37180"/>
                  <a:gd name="connsiteY3" fmla="*/ 126 h 37180"/>
                  <a:gd name="connsiteX4" fmla="*/ 37455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16"/>
                    </a:moveTo>
                    <a:cubicBezTo>
                      <a:pt x="37455" y="28983"/>
                      <a:pt x="29132" y="37307"/>
                      <a:pt x="18865" y="37307"/>
                    </a:cubicBezTo>
                    <a:cubicBezTo>
                      <a:pt x="8598" y="37307"/>
                      <a:pt x="274" y="28983"/>
                      <a:pt x="274" y="18716"/>
                    </a:cubicBezTo>
                    <a:cubicBezTo>
                      <a:pt x="274" y="8449"/>
                      <a:pt x="8598" y="126"/>
                      <a:pt x="18865" y="126"/>
                    </a:cubicBezTo>
                    <a:cubicBezTo>
                      <a:pt x="29132" y="126"/>
                      <a:pt x="37455" y="8449"/>
                      <a:pt x="37455" y="18716"/>
                    </a:cubicBezTo>
                    <a:close/>
                  </a:path>
                </a:pathLst>
              </a:custGeom>
              <a:solidFill>
                <a:srgbClr val="96F79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0" name="Freeform: Shape 3339">
                <a:extLst>
                  <a:ext uri="{FF2B5EF4-FFF2-40B4-BE49-F238E27FC236}">
                    <a16:creationId xmlns:a16="http://schemas.microsoft.com/office/drawing/2014/main" id="{D534D12F-56D5-DBA5-7962-0EFB903B0E1E}"/>
                  </a:ext>
                </a:extLst>
              </p:cNvPr>
              <p:cNvSpPr/>
              <p:nvPr/>
            </p:nvSpPr>
            <p:spPr>
              <a:xfrm>
                <a:off x="1841845" y="7646141"/>
                <a:ext cx="41981" cy="41981"/>
              </a:xfrm>
              <a:custGeom>
                <a:avLst/>
                <a:gdLst>
                  <a:gd name="connsiteX0" fmla="*/ 21265 w 41981"/>
                  <a:gd name="connsiteY0" fmla="*/ 4926 h 41981"/>
                  <a:gd name="connsiteX1" fmla="*/ 37455 w 41981"/>
                  <a:gd name="connsiteY1" fmla="*/ 21116 h 41981"/>
                  <a:gd name="connsiteX2" fmla="*/ 37455 w 41981"/>
                  <a:gd name="connsiteY2" fmla="*/ 21116 h 41981"/>
                  <a:gd name="connsiteX3" fmla="*/ 21265 w 41981"/>
                  <a:gd name="connsiteY3" fmla="*/ 37307 h 41981"/>
                  <a:gd name="connsiteX4" fmla="*/ 5075 w 41981"/>
                  <a:gd name="connsiteY4" fmla="*/ 21116 h 41981"/>
                  <a:gd name="connsiteX5" fmla="*/ 21265 w 41981"/>
                  <a:gd name="connsiteY5" fmla="*/ 4926 h 41981"/>
                  <a:gd name="connsiteX6" fmla="*/ 21265 w 41981"/>
                  <a:gd name="connsiteY6" fmla="*/ 126 h 41981"/>
                  <a:gd name="connsiteX7" fmla="*/ 274 w 41981"/>
                  <a:gd name="connsiteY7" fmla="*/ 21116 h 41981"/>
                  <a:gd name="connsiteX8" fmla="*/ 21265 w 41981"/>
                  <a:gd name="connsiteY8" fmla="*/ 42107 h 41981"/>
                  <a:gd name="connsiteX9" fmla="*/ 42256 w 41981"/>
                  <a:gd name="connsiteY9" fmla="*/ 21116 h 41981"/>
                  <a:gd name="connsiteX10" fmla="*/ 42256 w 41981"/>
                  <a:gd name="connsiteY10" fmla="*/ 21116 h 41981"/>
                  <a:gd name="connsiteX11" fmla="*/ 21265 w 41981"/>
                  <a:gd name="connsiteY11" fmla="*/ 12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26"/>
                    </a:moveTo>
                    <a:cubicBezTo>
                      <a:pt x="30207" y="4926"/>
                      <a:pt x="37455" y="12175"/>
                      <a:pt x="37455" y="21116"/>
                    </a:cubicBezTo>
                    <a:lnTo>
                      <a:pt x="37455" y="21116"/>
                    </a:lnTo>
                    <a:cubicBezTo>
                      <a:pt x="37455" y="30058"/>
                      <a:pt x="30207" y="37307"/>
                      <a:pt x="21265" y="37307"/>
                    </a:cubicBezTo>
                    <a:cubicBezTo>
                      <a:pt x="12323" y="37307"/>
                      <a:pt x="5075" y="30058"/>
                      <a:pt x="5075" y="21116"/>
                    </a:cubicBezTo>
                    <a:cubicBezTo>
                      <a:pt x="5075" y="12175"/>
                      <a:pt x="12323" y="4926"/>
                      <a:pt x="21265" y="4926"/>
                    </a:cubicBezTo>
                    <a:close/>
                    <a:moveTo>
                      <a:pt x="21265" y="126"/>
                    </a:moveTo>
                    <a:cubicBezTo>
                      <a:pt x="9672" y="126"/>
                      <a:pt x="274" y="9524"/>
                      <a:pt x="274" y="21116"/>
                    </a:cubicBezTo>
                    <a:cubicBezTo>
                      <a:pt x="274" y="32709"/>
                      <a:pt x="9672" y="42107"/>
                      <a:pt x="21265" y="42107"/>
                    </a:cubicBezTo>
                    <a:cubicBezTo>
                      <a:pt x="32858" y="42107"/>
                      <a:pt x="42256" y="32709"/>
                      <a:pt x="42256" y="21116"/>
                    </a:cubicBezTo>
                    <a:lnTo>
                      <a:pt x="42256" y="21116"/>
                    </a:lnTo>
                    <a:cubicBezTo>
                      <a:pt x="42256" y="9524"/>
                      <a:pt x="32858" y="126"/>
                      <a:pt x="21265" y="12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1" name="Freeform: Shape 3340">
                <a:extLst>
                  <a:ext uri="{FF2B5EF4-FFF2-40B4-BE49-F238E27FC236}">
                    <a16:creationId xmlns:a16="http://schemas.microsoft.com/office/drawing/2014/main" id="{F2C98F52-69FF-2E92-2A77-36EA95F90386}"/>
                  </a:ext>
                </a:extLst>
              </p:cNvPr>
              <p:cNvSpPr/>
              <p:nvPr/>
            </p:nvSpPr>
            <p:spPr>
              <a:xfrm>
                <a:off x="1848081" y="7821031"/>
                <a:ext cx="37180" cy="37180"/>
              </a:xfrm>
              <a:custGeom>
                <a:avLst/>
                <a:gdLst>
                  <a:gd name="connsiteX0" fmla="*/ 37456 w 37180"/>
                  <a:gd name="connsiteY0" fmla="*/ 18746 h 37180"/>
                  <a:gd name="connsiteX1" fmla="*/ 18865 w 37180"/>
                  <a:gd name="connsiteY1" fmla="*/ 37337 h 37180"/>
                  <a:gd name="connsiteX2" fmla="*/ 275 w 37180"/>
                  <a:gd name="connsiteY2" fmla="*/ 18746 h 37180"/>
                  <a:gd name="connsiteX3" fmla="*/ 18865 w 37180"/>
                  <a:gd name="connsiteY3" fmla="*/ 156 h 37180"/>
                  <a:gd name="connsiteX4" fmla="*/ 37456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6"/>
                    </a:moveTo>
                    <a:cubicBezTo>
                      <a:pt x="37456" y="29013"/>
                      <a:pt x="29133" y="37337"/>
                      <a:pt x="18865" y="37337"/>
                    </a:cubicBezTo>
                    <a:cubicBezTo>
                      <a:pt x="8598" y="37337"/>
                      <a:pt x="275" y="29013"/>
                      <a:pt x="275" y="18746"/>
                    </a:cubicBezTo>
                    <a:cubicBezTo>
                      <a:pt x="275" y="8479"/>
                      <a:pt x="8598" y="156"/>
                      <a:pt x="18865" y="156"/>
                    </a:cubicBezTo>
                    <a:cubicBezTo>
                      <a:pt x="29133" y="156"/>
                      <a:pt x="37456" y="8479"/>
                      <a:pt x="37456" y="18746"/>
                    </a:cubicBezTo>
                    <a:close/>
                  </a:path>
                </a:pathLst>
              </a:custGeom>
              <a:solidFill>
                <a:srgbClr val="6BF76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2" name="Freeform: Shape 3341">
                <a:extLst>
                  <a:ext uri="{FF2B5EF4-FFF2-40B4-BE49-F238E27FC236}">
                    <a16:creationId xmlns:a16="http://schemas.microsoft.com/office/drawing/2014/main" id="{04314FD4-0B64-2B50-57BB-D04E74A4D018}"/>
                  </a:ext>
                </a:extLst>
              </p:cNvPr>
              <p:cNvSpPr/>
              <p:nvPr/>
            </p:nvSpPr>
            <p:spPr>
              <a:xfrm>
                <a:off x="1845681" y="7818630"/>
                <a:ext cx="41981" cy="41981"/>
              </a:xfrm>
              <a:custGeom>
                <a:avLst/>
                <a:gdLst>
                  <a:gd name="connsiteX0" fmla="*/ 21266 w 41981"/>
                  <a:gd name="connsiteY0" fmla="*/ 4956 h 41981"/>
                  <a:gd name="connsiteX1" fmla="*/ 37456 w 41981"/>
                  <a:gd name="connsiteY1" fmla="*/ 21146 h 41981"/>
                  <a:gd name="connsiteX2" fmla="*/ 37456 w 41981"/>
                  <a:gd name="connsiteY2" fmla="*/ 21146 h 41981"/>
                  <a:gd name="connsiteX3" fmla="*/ 21266 w 41981"/>
                  <a:gd name="connsiteY3" fmla="*/ 37337 h 41981"/>
                  <a:gd name="connsiteX4" fmla="*/ 5075 w 41981"/>
                  <a:gd name="connsiteY4" fmla="*/ 21146 h 41981"/>
                  <a:gd name="connsiteX5" fmla="*/ 21266 w 41981"/>
                  <a:gd name="connsiteY5" fmla="*/ 4956 h 41981"/>
                  <a:gd name="connsiteX6" fmla="*/ 21266 w 41981"/>
                  <a:gd name="connsiteY6" fmla="*/ 156 h 41981"/>
                  <a:gd name="connsiteX7" fmla="*/ 275 w 41981"/>
                  <a:gd name="connsiteY7" fmla="*/ 21146 h 41981"/>
                  <a:gd name="connsiteX8" fmla="*/ 21266 w 41981"/>
                  <a:gd name="connsiteY8" fmla="*/ 42137 h 41981"/>
                  <a:gd name="connsiteX9" fmla="*/ 42256 w 41981"/>
                  <a:gd name="connsiteY9" fmla="*/ 21146 h 41981"/>
                  <a:gd name="connsiteX10" fmla="*/ 42256 w 41981"/>
                  <a:gd name="connsiteY10" fmla="*/ 21146 h 41981"/>
                  <a:gd name="connsiteX11" fmla="*/ 21266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6"/>
                    </a:moveTo>
                    <a:cubicBezTo>
                      <a:pt x="30207" y="4956"/>
                      <a:pt x="37456" y="12205"/>
                      <a:pt x="37456" y="21146"/>
                    </a:cubicBezTo>
                    <a:lnTo>
                      <a:pt x="37456" y="21146"/>
                    </a:lnTo>
                    <a:cubicBezTo>
                      <a:pt x="37456" y="30088"/>
                      <a:pt x="30207" y="37337"/>
                      <a:pt x="21266" y="37337"/>
                    </a:cubicBezTo>
                    <a:cubicBezTo>
                      <a:pt x="12324" y="37337"/>
                      <a:pt x="5075" y="30088"/>
                      <a:pt x="5075" y="21146"/>
                    </a:cubicBezTo>
                    <a:cubicBezTo>
                      <a:pt x="5075" y="12205"/>
                      <a:pt x="12324" y="4956"/>
                      <a:pt x="21266" y="4956"/>
                    </a:cubicBezTo>
                    <a:close/>
                    <a:moveTo>
                      <a:pt x="21266" y="156"/>
                    </a:moveTo>
                    <a:cubicBezTo>
                      <a:pt x="9673" y="156"/>
                      <a:pt x="275" y="9554"/>
                      <a:pt x="275" y="21146"/>
                    </a:cubicBezTo>
                    <a:cubicBezTo>
                      <a:pt x="275" y="32739"/>
                      <a:pt x="9673" y="42137"/>
                      <a:pt x="21266" y="42137"/>
                    </a:cubicBezTo>
                    <a:cubicBezTo>
                      <a:pt x="32858" y="42137"/>
                      <a:pt x="42256" y="32739"/>
                      <a:pt x="42256" y="21146"/>
                    </a:cubicBezTo>
                    <a:lnTo>
                      <a:pt x="42256" y="21146"/>
                    </a:lnTo>
                    <a:cubicBezTo>
                      <a:pt x="42256" y="9554"/>
                      <a:pt x="32858" y="156"/>
                      <a:pt x="21266"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3" name="Freeform: Shape 3342">
                <a:extLst>
                  <a:ext uri="{FF2B5EF4-FFF2-40B4-BE49-F238E27FC236}">
                    <a16:creationId xmlns:a16="http://schemas.microsoft.com/office/drawing/2014/main" id="{5BEB0D29-B389-AE16-A332-9434F3450072}"/>
                  </a:ext>
                </a:extLst>
              </p:cNvPr>
              <p:cNvSpPr/>
              <p:nvPr/>
            </p:nvSpPr>
            <p:spPr>
              <a:xfrm>
                <a:off x="1716667" y="7743075"/>
                <a:ext cx="37180" cy="37180"/>
              </a:xfrm>
              <a:custGeom>
                <a:avLst/>
                <a:gdLst>
                  <a:gd name="connsiteX0" fmla="*/ 37433 w 37180"/>
                  <a:gd name="connsiteY0" fmla="*/ 18733 h 37180"/>
                  <a:gd name="connsiteX1" fmla="*/ 18843 w 37180"/>
                  <a:gd name="connsiteY1" fmla="*/ 37323 h 37180"/>
                  <a:gd name="connsiteX2" fmla="*/ 252 w 37180"/>
                  <a:gd name="connsiteY2" fmla="*/ 18733 h 37180"/>
                  <a:gd name="connsiteX3" fmla="*/ 18843 w 37180"/>
                  <a:gd name="connsiteY3" fmla="*/ 142 h 37180"/>
                  <a:gd name="connsiteX4" fmla="*/ 37433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33"/>
                    </a:moveTo>
                    <a:cubicBezTo>
                      <a:pt x="37433" y="29000"/>
                      <a:pt x="29110" y="37323"/>
                      <a:pt x="18843" y="37323"/>
                    </a:cubicBezTo>
                    <a:cubicBezTo>
                      <a:pt x="8575" y="37323"/>
                      <a:pt x="252" y="29000"/>
                      <a:pt x="252" y="18733"/>
                    </a:cubicBezTo>
                    <a:cubicBezTo>
                      <a:pt x="252" y="8465"/>
                      <a:pt x="8575" y="142"/>
                      <a:pt x="18843" y="142"/>
                    </a:cubicBezTo>
                    <a:cubicBezTo>
                      <a:pt x="29110" y="142"/>
                      <a:pt x="37433" y="8465"/>
                      <a:pt x="37433" y="18733"/>
                    </a:cubicBezTo>
                    <a:close/>
                  </a:path>
                </a:pathLst>
              </a:custGeom>
              <a:solidFill>
                <a:srgbClr val="F7A59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4" name="Freeform: Shape 3343">
                <a:extLst>
                  <a:ext uri="{FF2B5EF4-FFF2-40B4-BE49-F238E27FC236}">
                    <a16:creationId xmlns:a16="http://schemas.microsoft.com/office/drawing/2014/main" id="{60E0FD63-FAFC-3A71-37A5-53EBC8CE07E6}"/>
                  </a:ext>
                </a:extLst>
              </p:cNvPr>
              <p:cNvSpPr/>
              <p:nvPr/>
            </p:nvSpPr>
            <p:spPr>
              <a:xfrm>
                <a:off x="1714267" y="7740675"/>
                <a:ext cx="41981" cy="41981"/>
              </a:xfrm>
              <a:custGeom>
                <a:avLst/>
                <a:gdLst>
                  <a:gd name="connsiteX0" fmla="*/ 21243 w 41981"/>
                  <a:gd name="connsiteY0" fmla="*/ 4943 h 41981"/>
                  <a:gd name="connsiteX1" fmla="*/ 37433 w 41981"/>
                  <a:gd name="connsiteY1" fmla="*/ 21133 h 41981"/>
                  <a:gd name="connsiteX2" fmla="*/ 37433 w 41981"/>
                  <a:gd name="connsiteY2" fmla="*/ 21133 h 41981"/>
                  <a:gd name="connsiteX3" fmla="*/ 21243 w 41981"/>
                  <a:gd name="connsiteY3" fmla="*/ 37323 h 41981"/>
                  <a:gd name="connsiteX4" fmla="*/ 5053 w 41981"/>
                  <a:gd name="connsiteY4" fmla="*/ 21133 h 41981"/>
                  <a:gd name="connsiteX5" fmla="*/ 21243 w 41981"/>
                  <a:gd name="connsiteY5" fmla="*/ 4943 h 41981"/>
                  <a:gd name="connsiteX6" fmla="*/ 21243 w 41981"/>
                  <a:gd name="connsiteY6" fmla="*/ 142 h 41981"/>
                  <a:gd name="connsiteX7" fmla="*/ 252 w 41981"/>
                  <a:gd name="connsiteY7" fmla="*/ 21133 h 41981"/>
                  <a:gd name="connsiteX8" fmla="*/ 21243 w 41981"/>
                  <a:gd name="connsiteY8" fmla="*/ 42123 h 41981"/>
                  <a:gd name="connsiteX9" fmla="*/ 42233 w 41981"/>
                  <a:gd name="connsiteY9" fmla="*/ 21133 h 41981"/>
                  <a:gd name="connsiteX10" fmla="*/ 42233 w 41981"/>
                  <a:gd name="connsiteY10" fmla="*/ 21133 h 41981"/>
                  <a:gd name="connsiteX11" fmla="*/ 21243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43"/>
                    </a:moveTo>
                    <a:cubicBezTo>
                      <a:pt x="30185" y="4943"/>
                      <a:pt x="37433" y="12191"/>
                      <a:pt x="37433" y="21133"/>
                    </a:cubicBezTo>
                    <a:lnTo>
                      <a:pt x="37433" y="21133"/>
                    </a:lnTo>
                    <a:cubicBezTo>
                      <a:pt x="37433" y="30075"/>
                      <a:pt x="30185" y="37323"/>
                      <a:pt x="21243" y="37323"/>
                    </a:cubicBezTo>
                    <a:cubicBezTo>
                      <a:pt x="12301" y="37323"/>
                      <a:pt x="5053" y="30075"/>
                      <a:pt x="5053" y="21133"/>
                    </a:cubicBezTo>
                    <a:cubicBezTo>
                      <a:pt x="5053" y="12191"/>
                      <a:pt x="12301" y="4943"/>
                      <a:pt x="21243" y="4943"/>
                    </a:cubicBezTo>
                    <a:close/>
                    <a:moveTo>
                      <a:pt x="21243" y="142"/>
                    </a:moveTo>
                    <a:cubicBezTo>
                      <a:pt x="9650" y="142"/>
                      <a:pt x="252" y="9540"/>
                      <a:pt x="252" y="21133"/>
                    </a:cubicBezTo>
                    <a:cubicBezTo>
                      <a:pt x="252" y="32725"/>
                      <a:pt x="9650" y="42123"/>
                      <a:pt x="21243" y="42123"/>
                    </a:cubicBezTo>
                    <a:cubicBezTo>
                      <a:pt x="32835" y="42123"/>
                      <a:pt x="42233" y="32725"/>
                      <a:pt x="42233" y="21133"/>
                    </a:cubicBezTo>
                    <a:lnTo>
                      <a:pt x="42233" y="21133"/>
                    </a:lnTo>
                    <a:cubicBezTo>
                      <a:pt x="42233" y="9540"/>
                      <a:pt x="32835" y="142"/>
                      <a:pt x="21243" y="14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5" name="Freeform: Shape 3344">
                <a:extLst>
                  <a:ext uri="{FF2B5EF4-FFF2-40B4-BE49-F238E27FC236}">
                    <a16:creationId xmlns:a16="http://schemas.microsoft.com/office/drawing/2014/main" id="{6D26405A-B80F-87C9-5B6A-C3C2EEF87C19}"/>
                  </a:ext>
                </a:extLst>
              </p:cNvPr>
              <p:cNvSpPr/>
              <p:nvPr/>
            </p:nvSpPr>
            <p:spPr>
              <a:xfrm>
                <a:off x="1629196" y="7859870"/>
                <a:ext cx="37180" cy="37180"/>
              </a:xfrm>
              <a:custGeom>
                <a:avLst/>
                <a:gdLst>
                  <a:gd name="connsiteX0" fmla="*/ 37418 w 37180"/>
                  <a:gd name="connsiteY0" fmla="*/ 18753 h 37180"/>
                  <a:gd name="connsiteX1" fmla="*/ 18827 w 37180"/>
                  <a:gd name="connsiteY1" fmla="*/ 37343 h 37180"/>
                  <a:gd name="connsiteX2" fmla="*/ 237 w 37180"/>
                  <a:gd name="connsiteY2" fmla="*/ 18753 h 37180"/>
                  <a:gd name="connsiteX3" fmla="*/ 18827 w 37180"/>
                  <a:gd name="connsiteY3" fmla="*/ 163 h 37180"/>
                  <a:gd name="connsiteX4" fmla="*/ 3741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53"/>
                    </a:moveTo>
                    <a:cubicBezTo>
                      <a:pt x="37418" y="29020"/>
                      <a:pt x="29095" y="37343"/>
                      <a:pt x="18827" y="37343"/>
                    </a:cubicBezTo>
                    <a:cubicBezTo>
                      <a:pt x="8560" y="37343"/>
                      <a:pt x="237" y="29020"/>
                      <a:pt x="237" y="18753"/>
                    </a:cubicBezTo>
                    <a:cubicBezTo>
                      <a:pt x="237" y="8486"/>
                      <a:pt x="8560" y="163"/>
                      <a:pt x="18827" y="163"/>
                    </a:cubicBezTo>
                    <a:cubicBezTo>
                      <a:pt x="29095" y="163"/>
                      <a:pt x="37418" y="8486"/>
                      <a:pt x="37418" y="18753"/>
                    </a:cubicBezTo>
                    <a:close/>
                  </a:path>
                </a:pathLst>
              </a:custGeom>
              <a:solidFill>
                <a:srgbClr val="F7A59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6" name="Freeform: Shape 3345">
                <a:extLst>
                  <a:ext uri="{FF2B5EF4-FFF2-40B4-BE49-F238E27FC236}">
                    <a16:creationId xmlns:a16="http://schemas.microsoft.com/office/drawing/2014/main" id="{D1107F29-AC3B-E01F-0D22-8B2889642FEF}"/>
                  </a:ext>
                </a:extLst>
              </p:cNvPr>
              <p:cNvSpPr/>
              <p:nvPr/>
            </p:nvSpPr>
            <p:spPr>
              <a:xfrm>
                <a:off x="1626796" y="7857470"/>
                <a:ext cx="41981" cy="41981"/>
              </a:xfrm>
              <a:custGeom>
                <a:avLst/>
                <a:gdLst>
                  <a:gd name="connsiteX0" fmla="*/ 21228 w 41981"/>
                  <a:gd name="connsiteY0" fmla="*/ 4963 h 41981"/>
                  <a:gd name="connsiteX1" fmla="*/ 37418 w 41981"/>
                  <a:gd name="connsiteY1" fmla="*/ 21153 h 41981"/>
                  <a:gd name="connsiteX2" fmla="*/ 37418 w 41981"/>
                  <a:gd name="connsiteY2" fmla="*/ 21153 h 41981"/>
                  <a:gd name="connsiteX3" fmla="*/ 21228 w 41981"/>
                  <a:gd name="connsiteY3" fmla="*/ 37343 h 41981"/>
                  <a:gd name="connsiteX4" fmla="*/ 5037 w 41981"/>
                  <a:gd name="connsiteY4" fmla="*/ 21153 h 41981"/>
                  <a:gd name="connsiteX5" fmla="*/ 21228 w 41981"/>
                  <a:gd name="connsiteY5" fmla="*/ 4963 h 41981"/>
                  <a:gd name="connsiteX6" fmla="*/ 21228 w 41981"/>
                  <a:gd name="connsiteY6" fmla="*/ 163 h 41981"/>
                  <a:gd name="connsiteX7" fmla="*/ 237 w 41981"/>
                  <a:gd name="connsiteY7" fmla="*/ 21153 h 41981"/>
                  <a:gd name="connsiteX8" fmla="*/ 21228 w 41981"/>
                  <a:gd name="connsiteY8" fmla="*/ 42144 h 41981"/>
                  <a:gd name="connsiteX9" fmla="*/ 42218 w 41981"/>
                  <a:gd name="connsiteY9" fmla="*/ 21153 h 41981"/>
                  <a:gd name="connsiteX10" fmla="*/ 42218 w 41981"/>
                  <a:gd name="connsiteY10" fmla="*/ 21153 h 41981"/>
                  <a:gd name="connsiteX11" fmla="*/ 21228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63"/>
                    </a:moveTo>
                    <a:cubicBezTo>
                      <a:pt x="30169" y="4963"/>
                      <a:pt x="37418" y="12211"/>
                      <a:pt x="37418" y="21153"/>
                    </a:cubicBezTo>
                    <a:lnTo>
                      <a:pt x="37418" y="21153"/>
                    </a:lnTo>
                    <a:cubicBezTo>
                      <a:pt x="37418" y="30095"/>
                      <a:pt x="30169" y="37343"/>
                      <a:pt x="21228" y="37343"/>
                    </a:cubicBezTo>
                    <a:cubicBezTo>
                      <a:pt x="12286" y="37343"/>
                      <a:pt x="5037" y="30095"/>
                      <a:pt x="5037" y="21153"/>
                    </a:cubicBezTo>
                    <a:cubicBezTo>
                      <a:pt x="5037" y="12211"/>
                      <a:pt x="12286" y="4963"/>
                      <a:pt x="21228" y="4963"/>
                    </a:cubicBezTo>
                    <a:close/>
                    <a:moveTo>
                      <a:pt x="21228" y="163"/>
                    </a:moveTo>
                    <a:cubicBezTo>
                      <a:pt x="9635" y="163"/>
                      <a:pt x="237" y="9561"/>
                      <a:pt x="237" y="21153"/>
                    </a:cubicBezTo>
                    <a:cubicBezTo>
                      <a:pt x="237" y="32746"/>
                      <a:pt x="9635" y="42144"/>
                      <a:pt x="21228" y="42144"/>
                    </a:cubicBezTo>
                    <a:cubicBezTo>
                      <a:pt x="32820" y="42144"/>
                      <a:pt x="42218" y="32746"/>
                      <a:pt x="42218" y="21153"/>
                    </a:cubicBezTo>
                    <a:lnTo>
                      <a:pt x="42218" y="21153"/>
                    </a:lnTo>
                    <a:cubicBezTo>
                      <a:pt x="42218" y="9561"/>
                      <a:pt x="32820" y="163"/>
                      <a:pt x="21228"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7" name="Freeform: Shape 3346">
                <a:extLst>
                  <a:ext uri="{FF2B5EF4-FFF2-40B4-BE49-F238E27FC236}">
                    <a16:creationId xmlns:a16="http://schemas.microsoft.com/office/drawing/2014/main" id="{47012E29-1AFA-70D9-11E1-6A3DC0994ADF}"/>
                  </a:ext>
                </a:extLst>
              </p:cNvPr>
              <p:cNvSpPr/>
              <p:nvPr/>
            </p:nvSpPr>
            <p:spPr>
              <a:xfrm>
                <a:off x="1805072" y="7818825"/>
                <a:ext cx="37180" cy="37180"/>
              </a:xfrm>
              <a:custGeom>
                <a:avLst/>
                <a:gdLst>
                  <a:gd name="connsiteX0" fmla="*/ 37448 w 37180"/>
                  <a:gd name="connsiteY0" fmla="*/ 18746 h 37180"/>
                  <a:gd name="connsiteX1" fmla="*/ 18858 w 37180"/>
                  <a:gd name="connsiteY1" fmla="*/ 37336 h 37180"/>
                  <a:gd name="connsiteX2" fmla="*/ 268 w 37180"/>
                  <a:gd name="connsiteY2" fmla="*/ 18746 h 37180"/>
                  <a:gd name="connsiteX3" fmla="*/ 18858 w 37180"/>
                  <a:gd name="connsiteY3" fmla="*/ 155 h 37180"/>
                  <a:gd name="connsiteX4" fmla="*/ 37448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6"/>
                    </a:moveTo>
                    <a:cubicBezTo>
                      <a:pt x="37448" y="29013"/>
                      <a:pt x="29125" y="37336"/>
                      <a:pt x="18858" y="37336"/>
                    </a:cubicBezTo>
                    <a:cubicBezTo>
                      <a:pt x="8591" y="37336"/>
                      <a:pt x="268" y="29013"/>
                      <a:pt x="268" y="18746"/>
                    </a:cubicBezTo>
                    <a:cubicBezTo>
                      <a:pt x="268" y="8479"/>
                      <a:pt x="8591" y="155"/>
                      <a:pt x="18858" y="155"/>
                    </a:cubicBezTo>
                    <a:cubicBezTo>
                      <a:pt x="29125" y="155"/>
                      <a:pt x="37448" y="8479"/>
                      <a:pt x="37448" y="18746"/>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8" name="Freeform: Shape 3347">
                <a:extLst>
                  <a:ext uri="{FF2B5EF4-FFF2-40B4-BE49-F238E27FC236}">
                    <a16:creationId xmlns:a16="http://schemas.microsoft.com/office/drawing/2014/main" id="{FFFC7B71-FE2B-C83A-3670-24E6342A26D7}"/>
                  </a:ext>
                </a:extLst>
              </p:cNvPr>
              <p:cNvSpPr/>
              <p:nvPr/>
            </p:nvSpPr>
            <p:spPr>
              <a:xfrm>
                <a:off x="1802671" y="7816424"/>
                <a:ext cx="41981" cy="41981"/>
              </a:xfrm>
              <a:custGeom>
                <a:avLst/>
                <a:gdLst>
                  <a:gd name="connsiteX0" fmla="*/ 21258 w 41981"/>
                  <a:gd name="connsiteY0" fmla="*/ 4956 h 41981"/>
                  <a:gd name="connsiteX1" fmla="*/ 37448 w 41981"/>
                  <a:gd name="connsiteY1" fmla="*/ 21146 h 41981"/>
                  <a:gd name="connsiteX2" fmla="*/ 37448 w 41981"/>
                  <a:gd name="connsiteY2" fmla="*/ 21146 h 41981"/>
                  <a:gd name="connsiteX3" fmla="*/ 21258 w 41981"/>
                  <a:gd name="connsiteY3" fmla="*/ 37336 h 41981"/>
                  <a:gd name="connsiteX4" fmla="*/ 5068 w 41981"/>
                  <a:gd name="connsiteY4" fmla="*/ 21146 h 41981"/>
                  <a:gd name="connsiteX5" fmla="*/ 21258 w 41981"/>
                  <a:gd name="connsiteY5" fmla="*/ 4956 h 41981"/>
                  <a:gd name="connsiteX6" fmla="*/ 21258 w 41981"/>
                  <a:gd name="connsiteY6" fmla="*/ 155 h 41981"/>
                  <a:gd name="connsiteX7" fmla="*/ 268 w 41981"/>
                  <a:gd name="connsiteY7" fmla="*/ 21146 h 41981"/>
                  <a:gd name="connsiteX8" fmla="*/ 21258 w 41981"/>
                  <a:gd name="connsiteY8" fmla="*/ 42137 h 41981"/>
                  <a:gd name="connsiteX9" fmla="*/ 42249 w 41981"/>
                  <a:gd name="connsiteY9" fmla="*/ 21146 h 41981"/>
                  <a:gd name="connsiteX10" fmla="*/ 42249 w 41981"/>
                  <a:gd name="connsiteY10" fmla="*/ 21146 h 41981"/>
                  <a:gd name="connsiteX11" fmla="*/ 21258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56"/>
                    </a:moveTo>
                    <a:cubicBezTo>
                      <a:pt x="30200" y="4956"/>
                      <a:pt x="37448" y="12204"/>
                      <a:pt x="37448" y="21146"/>
                    </a:cubicBezTo>
                    <a:lnTo>
                      <a:pt x="37448" y="21146"/>
                    </a:lnTo>
                    <a:cubicBezTo>
                      <a:pt x="37448" y="30088"/>
                      <a:pt x="30200" y="37336"/>
                      <a:pt x="21258" y="37336"/>
                    </a:cubicBezTo>
                    <a:cubicBezTo>
                      <a:pt x="12316" y="37336"/>
                      <a:pt x="5068" y="30088"/>
                      <a:pt x="5068" y="21146"/>
                    </a:cubicBezTo>
                    <a:cubicBezTo>
                      <a:pt x="5068" y="12204"/>
                      <a:pt x="12316" y="4956"/>
                      <a:pt x="21258" y="4956"/>
                    </a:cubicBezTo>
                    <a:close/>
                    <a:moveTo>
                      <a:pt x="21258" y="155"/>
                    </a:moveTo>
                    <a:cubicBezTo>
                      <a:pt x="9666" y="155"/>
                      <a:pt x="268" y="9553"/>
                      <a:pt x="268" y="21146"/>
                    </a:cubicBezTo>
                    <a:cubicBezTo>
                      <a:pt x="268" y="32739"/>
                      <a:pt x="9666" y="42137"/>
                      <a:pt x="21258" y="42137"/>
                    </a:cubicBezTo>
                    <a:cubicBezTo>
                      <a:pt x="32851" y="42137"/>
                      <a:pt x="42249" y="32739"/>
                      <a:pt x="42249" y="21146"/>
                    </a:cubicBezTo>
                    <a:lnTo>
                      <a:pt x="42249" y="21146"/>
                    </a:lnTo>
                    <a:cubicBezTo>
                      <a:pt x="42249" y="9553"/>
                      <a:pt x="32851" y="155"/>
                      <a:pt x="21258"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49" name="Freeform: Shape 3348">
                <a:extLst>
                  <a:ext uri="{FF2B5EF4-FFF2-40B4-BE49-F238E27FC236}">
                    <a16:creationId xmlns:a16="http://schemas.microsoft.com/office/drawing/2014/main" id="{ED22A06A-39DF-5D95-1083-7BD41F0F04DA}"/>
                  </a:ext>
                </a:extLst>
              </p:cNvPr>
              <p:cNvSpPr/>
              <p:nvPr/>
            </p:nvSpPr>
            <p:spPr>
              <a:xfrm>
                <a:off x="1773132" y="7837683"/>
                <a:ext cx="37180" cy="37180"/>
              </a:xfrm>
              <a:custGeom>
                <a:avLst/>
                <a:gdLst>
                  <a:gd name="connsiteX0" fmla="*/ 37443 w 37180"/>
                  <a:gd name="connsiteY0" fmla="*/ 18749 h 37180"/>
                  <a:gd name="connsiteX1" fmla="*/ 18852 w 37180"/>
                  <a:gd name="connsiteY1" fmla="*/ 37339 h 37180"/>
                  <a:gd name="connsiteX2" fmla="*/ 262 w 37180"/>
                  <a:gd name="connsiteY2" fmla="*/ 18749 h 37180"/>
                  <a:gd name="connsiteX3" fmla="*/ 18852 w 37180"/>
                  <a:gd name="connsiteY3" fmla="*/ 159 h 37180"/>
                  <a:gd name="connsiteX4" fmla="*/ 37443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9"/>
                    </a:moveTo>
                    <a:cubicBezTo>
                      <a:pt x="37443" y="29016"/>
                      <a:pt x="29120" y="37339"/>
                      <a:pt x="18852" y="37339"/>
                    </a:cubicBezTo>
                    <a:cubicBezTo>
                      <a:pt x="8585" y="37339"/>
                      <a:pt x="262" y="29016"/>
                      <a:pt x="262" y="18749"/>
                    </a:cubicBezTo>
                    <a:cubicBezTo>
                      <a:pt x="262" y="8482"/>
                      <a:pt x="8585" y="159"/>
                      <a:pt x="18852" y="159"/>
                    </a:cubicBezTo>
                    <a:cubicBezTo>
                      <a:pt x="29120" y="159"/>
                      <a:pt x="37443" y="8482"/>
                      <a:pt x="37443" y="18749"/>
                    </a:cubicBezTo>
                    <a:close/>
                  </a:path>
                </a:pathLst>
              </a:custGeom>
              <a:solidFill>
                <a:srgbClr val="F7D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0" name="Freeform: Shape 3349">
                <a:extLst>
                  <a:ext uri="{FF2B5EF4-FFF2-40B4-BE49-F238E27FC236}">
                    <a16:creationId xmlns:a16="http://schemas.microsoft.com/office/drawing/2014/main" id="{8743D982-9194-3676-5046-2111308B7DFA}"/>
                  </a:ext>
                </a:extLst>
              </p:cNvPr>
              <p:cNvSpPr/>
              <p:nvPr/>
            </p:nvSpPr>
            <p:spPr>
              <a:xfrm>
                <a:off x="1770732" y="7835283"/>
                <a:ext cx="41981" cy="41981"/>
              </a:xfrm>
              <a:custGeom>
                <a:avLst/>
                <a:gdLst>
                  <a:gd name="connsiteX0" fmla="*/ 21253 w 41981"/>
                  <a:gd name="connsiteY0" fmla="*/ 4959 h 41981"/>
                  <a:gd name="connsiteX1" fmla="*/ 37443 w 41981"/>
                  <a:gd name="connsiteY1" fmla="*/ 21149 h 41981"/>
                  <a:gd name="connsiteX2" fmla="*/ 37443 w 41981"/>
                  <a:gd name="connsiteY2" fmla="*/ 21149 h 41981"/>
                  <a:gd name="connsiteX3" fmla="*/ 21253 w 41981"/>
                  <a:gd name="connsiteY3" fmla="*/ 37339 h 41981"/>
                  <a:gd name="connsiteX4" fmla="*/ 5062 w 41981"/>
                  <a:gd name="connsiteY4" fmla="*/ 21149 h 41981"/>
                  <a:gd name="connsiteX5" fmla="*/ 21253 w 41981"/>
                  <a:gd name="connsiteY5" fmla="*/ 4959 h 41981"/>
                  <a:gd name="connsiteX6" fmla="*/ 21253 w 41981"/>
                  <a:gd name="connsiteY6" fmla="*/ 159 h 41981"/>
                  <a:gd name="connsiteX7" fmla="*/ 262 w 41981"/>
                  <a:gd name="connsiteY7" fmla="*/ 21149 h 41981"/>
                  <a:gd name="connsiteX8" fmla="*/ 21253 w 41981"/>
                  <a:gd name="connsiteY8" fmla="*/ 42140 h 41981"/>
                  <a:gd name="connsiteX9" fmla="*/ 42243 w 41981"/>
                  <a:gd name="connsiteY9" fmla="*/ 21149 h 41981"/>
                  <a:gd name="connsiteX10" fmla="*/ 42243 w 41981"/>
                  <a:gd name="connsiteY10" fmla="*/ 21149 h 41981"/>
                  <a:gd name="connsiteX11" fmla="*/ 2125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59"/>
                    </a:moveTo>
                    <a:cubicBezTo>
                      <a:pt x="30194" y="4959"/>
                      <a:pt x="37443" y="12207"/>
                      <a:pt x="37443" y="21149"/>
                    </a:cubicBezTo>
                    <a:lnTo>
                      <a:pt x="37443" y="21149"/>
                    </a:lnTo>
                    <a:cubicBezTo>
                      <a:pt x="37443" y="30091"/>
                      <a:pt x="30194" y="37339"/>
                      <a:pt x="21253" y="37339"/>
                    </a:cubicBezTo>
                    <a:cubicBezTo>
                      <a:pt x="12311" y="37339"/>
                      <a:pt x="5062" y="30091"/>
                      <a:pt x="5062" y="21149"/>
                    </a:cubicBezTo>
                    <a:cubicBezTo>
                      <a:pt x="5062" y="12207"/>
                      <a:pt x="12311" y="4959"/>
                      <a:pt x="21253" y="4959"/>
                    </a:cubicBezTo>
                    <a:close/>
                    <a:moveTo>
                      <a:pt x="21253" y="159"/>
                    </a:moveTo>
                    <a:cubicBezTo>
                      <a:pt x="9660" y="159"/>
                      <a:pt x="262" y="9557"/>
                      <a:pt x="262" y="21149"/>
                    </a:cubicBezTo>
                    <a:cubicBezTo>
                      <a:pt x="262" y="32742"/>
                      <a:pt x="9660" y="42140"/>
                      <a:pt x="21253" y="42140"/>
                    </a:cubicBezTo>
                    <a:cubicBezTo>
                      <a:pt x="32845" y="42140"/>
                      <a:pt x="42243" y="32742"/>
                      <a:pt x="42243" y="21149"/>
                    </a:cubicBezTo>
                    <a:lnTo>
                      <a:pt x="42243" y="21149"/>
                    </a:lnTo>
                    <a:cubicBezTo>
                      <a:pt x="42243" y="9557"/>
                      <a:pt x="32845" y="159"/>
                      <a:pt x="21253"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1" name="Freeform: Shape 3350">
                <a:extLst>
                  <a:ext uri="{FF2B5EF4-FFF2-40B4-BE49-F238E27FC236}">
                    <a16:creationId xmlns:a16="http://schemas.microsoft.com/office/drawing/2014/main" id="{519149CE-3459-9B5F-DB87-305DD5319155}"/>
                  </a:ext>
                </a:extLst>
              </p:cNvPr>
              <p:cNvSpPr/>
              <p:nvPr/>
            </p:nvSpPr>
            <p:spPr>
              <a:xfrm>
                <a:off x="1590189" y="7826762"/>
                <a:ext cx="37180" cy="37180"/>
              </a:xfrm>
              <a:custGeom>
                <a:avLst/>
                <a:gdLst>
                  <a:gd name="connsiteX0" fmla="*/ 37411 w 37180"/>
                  <a:gd name="connsiteY0" fmla="*/ 18747 h 37180"/>
                  <a:gd name="connsiteX1" fmla="*/ 18821 w 37180"/>
                  <a:gd name="connsiteY1" fmla="*/ 37338 h 37180"/>
                  <a:gd name="connsiteX2" fmla="*/ 230 w 37180"/>
                  <a:gd name="connsiteY2" fmla="*/ 18747 h 37180"/>
                  <a:gd name="connsiteX3" fmla="*/ 18821 w 37180"/>
                  <a:gd name="connsiteY3" fmla="*/ 157 h 37180"/>
                  <a:gd name="connsiteX4" fmla="*/ 37411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1" y="18747"/>
                    </a:moveTo>
                    <a:cubicBezTo>
                      <a:pt x="37411" y="29014"/>
                      <a:pt x="29088" y="37338"/>
                      <a:pt x="18821" y="37338"/>
                    </a:cubicBezTo>
                    <a:cubicBezTo>
                      <a:pt x="8553" y="37338"/>
                      <a:pt x="230" y="29014"/>
                      <a:pt x="230" y="18747"/>
                    </a:cubicBezTo>
                    <a:cubicBezTo>
                      <a:pt x="230" y="8480"/>
                      <a:pt x="8553" y="157"/>
                      <a:pt x="18821" y="157"/>
                    </a:cubicBezTo>
                    <a:cubicBezTo>
                      <a:pt x="29088" y="157"/>
                      <a:pt x="37411" y="8480"/>
                      <a:pt x="37411" y="18747"/>
                    </a:cubicBezTo>
                    <a:close/>
                  </a:path>
                </a:pathLst>
              </a:custGeom>
              <a:solidFill>
                <a:srgbClr val="F7A57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2" name="Freeform: Shape 3351">
                <a:extLst>
                  <a:ext uri="{FF2B5EF4-FFF2-40B4-BE49-F238E27FC236}">
                    <a16:creationId xmlns:a16="http://schemas.microsoft.com/office/drawing/2014/main" id="{71713854-61B5-84A0-5E01-335DBE60B9AA}"/>
                  </a:ext>
                </a:extLst>
              </p:cNvPr>
              <p:cNvSpPr/>
              <p:nvPr/>
            </p:nvSpPr>
            <p:spPr>
              <a:xfrm>
                <a:off x="1587789" y="7824362"/>
                <a:ext cx="41981" cy="41981"/>
              </a:xfrm>
              <a:custGeom>
                <a:avLst/>
                <a:gdLst>
                  <a:gd name="connsiteX0" fmla="*/ 21221 w 41981"/>
                  <a:gd name="connsiteY0" fmla="*/ 4957 h 41981"/>
                  <a:gd name="connsiteX1" fmla="*/ 37411 w 41981"/>
                  <a:gd name="connsiteY1" fmla="*/ 21147 h 41981"/>
                  <a:gd name="connsiteX2" fmla="*/ 37411 w 41981"/>
                  <a:gd name="connsiteY2" fmla="*/ 21147 h 41981"/>
                  <a:gd name="connsiteX3" fmla="*/ 21221 w 41981"/>
                  <a:gd name="connsiteY3" fmla="*/ 37338 h 41981"/>
                  <a:gd name="connsiteX4" fmla="*/ 5031 w 41981"/>
                  <a:gd name="connsiteY4" fmla="*/ 21147 h 41981"/>
                  <a:gd name="connsiteX5" fmla="*/ 21221 w 41981"/>
                  <a:gd name="connsiteY5" fmla="*/ 4957 h 41981"/>
                  <a:gd name="connsiteX6" fmla="*/ 21221 w 41981"/>
                  <a:gd name="connsiteY6" fmla="*/ 157 h 41981"/>
                  <a:gd name="connsiteX7" fmla="*/ 230 w 41981"/>
                  <a:gd name="connsiteY7" fmla="*/ 21147 h 41981"/>
                  <a:gd name="connsiteX8" fmla="*/ 21221 w 41981"/>
                  <a:gd name="connsiteY8" fmla="*/ 42138 h 41981"/>
                  <a:gd name="connsiteX9" fmla="*/ 42211 w 41981"/>
                  <a:gd name="connsiteY9" fmla="*/ 21147 h 41981"/>
                  <a:gd name="connsiteX10" fmla="*/ 42211 w 41981"/>
                  <a:gd name="connsiteY10" fmla="*/ 21147 h 41981"/>
                  <a:gd name="connsiteX11" fmla="*/ 21221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1" y="4957"/>
                    </a:moveTo>
                    <a:cubicBezTo>
                      <a:pt x="30163" y="4957"/>
                      <a:pt x="37411" y="12206"/>
                      <a:pt x="37411" y="21147"/>
                    </a:cubicBezTo>
                    <a:lnTo>
                      <a:pt x="37411" y="21147"/>
                    </a:lnTo>
                    <a:cubicBezTo>
                      <a:pt x="37411" y="30089"/>
                      <a:pt x="30163" y="37338"/>
                      <a:pt x="21221" y="37338"/>
                    </a:cubicBezTo>
                    <a:cubicBezTo>
                      <a:pt x="12279" y="37338"/>
                      <a:pt x="5031" y="30089"/>
                      <a:pt x="5031" y="21147"/>
                    </a:cubicBezTo>
                    <a:cubicBezTo>
                      <a:pt x="5031" y="12206"/>
                      <a:pt x="12279" y="4957"/>
                      <a:pt x="21221" y="4957"/>
                    </a:cubicBezTo>
                    <a:close/>
                    <a:moveTo>
                      <a:pt x="21221" y="157"/>
                    </a:moveTo>
                    <a:cubicBezTo>
                      <a:pt x="9628" y="157"/>
                      <a:pt x="230" y="9555"/>
                      <a:pt x="230" y="21147"/>
                    </a:cubicBezTo>
                    <a:cubicBezTo>
                      <a:pt x="230" y="32740"/>
                      <a:pt x="9628" y="42138"/>
                      <a:pt x="21221" y="42138"/>
                    </a:cubicBezTo>
                    <a:cubicBezTo>
                      <a:pt x="32813" y="42138"/>
                      <a:pt x="42211" y="32740"/>
                      <a:pt x="42211" y="21147"/>
                    </a:cubicBezTo>
                    <a:lnTo>
                      <a:pt x="42211" y="21147"/>
                    </a:lnTo>
                    <a:cubicBezTo>
                      <a:pt x="42211" y="9555"/>
                      <a:pt x="32813" y="157"/>
                      <a:pt x="21221"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3" name="Freeform: Shape 3352">
                <a:extLst>
                  <a:ext uri="{FF2B5EF4-FFF2-40B4-BE49-F238E27FC236}">
                    <a16:creationId xmlns:a16="http://schemas.microsoft.com/office/drawing/2014/main" id="{00DA86EB-1B44-62E6-77C5-754026544551}"/>
                  </a:ext>
                </a:extLst>
              </p:cNvPr>
              <p:cNvSpPr/>
              <p:nvPr/>
            </p:nvSpPr>
            <p:spPr>
              <a:xfrm>
                <a:off x="1751325" y="7731278"/>
                <a:ext cx="37180" cy="37180"/>
              </a:xfrm>
              <a:custGeom>
                <a:avLst/>
                <a:gdLst>
                  <a:gd name="connsiteX0" fmla="*/ 37439 w 37180"/>
                  <a:gd name="connsiteY0" fmla="*/ 18731 h 37180"/>
                  <a:gd name="connsiteX1" fmla="*/ 18849 w 37180"/>
                  <a:gd name="connsiteY1" fmla="*/ 37321 h 37180"/>
                  <a:gd name="connsiteX2" fmla="*/ 258 w 37180"/>
                  <a:gd name="connsiteY2" fmla="*/ 18731 h 37180"/>
                  <a:gd name="connsiteX3" fmla="*/ 18849 w 37180"/>
                  <a:gd name="connsiteY3" fmla="*/ 140 h 37180"/>
                  <a:gd name="connsiteX4" fmla="*/ 37439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31"/>
                    </a:moveTo>
                    <a:cubicBezTo>
                      <a:pt x="37439" y="28998"/>
                      <a:pt x="29116" y="37321"/>
                      <a:pt x="18849" y="37321"/>
                    </a:cubicBezTo>
                    <a:cubicBezTo>
                      <a:pt x="8581" y="37321"/>
                      <a:pt x="258" y="28998"/>
                      <a:pt x="258" y="18731"/>
                    </a:cubicBezTo>
                    <a:cubicBezTo>
                      <a:pt x="258" y="8463"/>
                      <a:pt x="8581" y="140"/>
                      <a:pt x="18849" y="140"/>
                    </a:cubicBezTo>
                    <a:cubicBezTo>
                      <a:pt x="29116" y="140"/>
                      <a:pt x="37439" y="8463"/>
                      <a:pt x="37439" y="18731"/>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4" name="Freeform: Shape 3353">
                <a:extLst>
                  <a:ext uri="{FF2B5EF4-FFF2-40B4-BE49-F238E27FC236}">
                    <a16:creationId xmlns:a16="http://schemas.microsoft.com/office/drawing/2014/main" id="{3D1387FA-303B-111D-ED38-E0A01C0D14C1}"/>
                  </a:ext>
                </a:extLst>
              </p:cNvPr>
              <p:cNvSpPr/>
              <p:nvPr/>
            </p:nvSpPr>
            <p:spPr>
              <a:xfrm>
                <a:off x="1748925" y="7728878"/>
                <a:ext cx="41981" cy="41981"/>
              </a:xfrm>
              <a:custGeom>
                <a:avLst/>
                <a:gdLst>
                  <a:gd name="connsiteX0" fmla="*/ 21249 w 41981"/>
                  <a:gd name="connsiteY0" fmla="*/ 4941 h 41981"/>
                  <a:gd name="connsiteX1" fmla="*/ 37439 w 41981"/>
                  <a:gd name="connsiteY1" fmla="*/ 21131 h 41981"/>
                  <a:gd name="connsiteX2" fmla="*/ 37439 w 41981"/>
                  <a:gd name="connsiteY2" fmla="*/ 21131 h 41981"/>
                  <a:gd name="connsiteX3" fmla="*/ 21249 w 41981"/>
                  <a:gd name="connsiteY3" fmla="*/ 37321 h 41981"/>
                  <a:gd name="connsiteX4" fmla="*/ 5059 w 41981"/>
                  <a:gd name="connsiteY4" fmla="*/ 21131 h 41981"/>
                  <a:gd name="connsiteX5" fmla="*/ 21249 w 41981"/>
                  <a:gd name="connsiteY5" fmla="*/ 4941 h 41981"/>
                  <a:gd name="connsiteX6" fmla="*/ 21249 w 41981"/>
                  <a:gd name="connsiteY6" fmla="*/ 140 h 41981"/>
                  <a:gd name="connsiteX7" fmla="*/ 258 w 41981"/>
                  <a:gd name="connsiteY7" fmla="*/ 21131 h 41981"/>
                  <a:gd name="connsiteX8" fmla="*/ 21249 w 41981"/>
                  <a:gd name="connsiteY8" fmla="*/ 42121 h 41981"/>
                  <a:gd name="connsiteX9" fmla="*/ 42239 w 41981"/>
                  <a:gd name="connsiteY9" fmla="*/ 21131 h 41981"/>
                  <a:gd name="connsiteX10" fmla="*/ 42239 w 41981"/>
                  <a:gd name="connsiteY10" fmla="*/ 21131 h 41981"/>
                  <a:gd name="connsiteX11" fmla="*/ 21249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41"/>
                    </a:moveTo>
                    <a:cubicBezTo>
                      <a:pt x="30191" y="4941"/>
                      <a:pt x="37439" y="12189"/>
                      <a:pt x="37439" y="21131"/>
                    </a:cubicBezTo>
                    <a:lnTo>
                      <a:pt x="37439" y="21131"/>
                    </a:lnTo>
                    <a:cubicBezTo>
                      <a:pt x="37439" y="30073"/>
                      <a:pt x="30191" y="37321"/>
                      <a:pt x="21249" y="37321"/>
                    </a:cubicBezTo>
                    <a:cubicBezTo>
                      <a:pt x="12307" y="37321"/>
                      <a:pt x="5059" y="30073"/>
                      <a:pt x="5059" y="21131"/>
                    </a:cubicBezTo>
                    <a:cubicBezTo>
                      <a:pt x="5059" y="12189"/>
                      <a:pt x="12307" y="4941"/>
                      <a:pt x="21249" y="4941"/>
                    </a:cubicBezTo>
                    <a:close/>
                    <a:moveTo>
                      <a:pt x="21249" y="140"/>
                    </a:moveTo>
                    <a:cubicBezTo>
                      <a:pt x="9656" y="140"/>
                      <a:pt x="258" y="9538"/>
                      <a:pt x="258" y="21131"/>
                    </a:cubicBezTo>
                    <a:cubicBezTo>
                      <a:pt x="258" y="32723"/>
                      <a:pt x="9656" y="42121"/>
                      <a:pt x="21249" y="42121"/>
                    </a:cubicBezTo>
                    <a:cubicBezTo>
                      <a:pt x="32841" y="42121"/>
                      <a:pt x="42239" y="32723"/>
                      <a:pt x="42239" y="21131"/>
                    </a:cubicBezTo>
                    <a:lnTo>
                      <a:pt x="42239" y="21131"/>
                    </a:lnTo>
                    <a:cubicBezTo>
                      <a:pt x="42239" y="9538"/>
                      <a:pt x="32841" y="140"/>
                      <a:pt x="21249"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5" name="Freeform: Shape 3354">
                <a:extLst>
                  <a:ext uri="{FF2B5EF4-FFF2-40B4-BE49-F238E27FC236}">
                    <a16:creationId xmlns:a16="http://schemas.microsoft.com/office/drawing/2014/main" id="{41B96E48-C2FC-F1B8-56F3-9CB924485B16}"/>
                  </a:ext>
                </a:extLst>
              </p:cNvPr>
              <p:cNvSpPr/>
              <p:nvPr/>
            </p:nvSpPr>
            <p:spPr>
              <a:xfrm>
                <a:off x="1601847" y="7942532"/>
                <a:ext cx="37180" cy="37180"/>
              </a:xfrm>
              <a:custGeom>
                <a:avLst/>
                <a:gdLst>
                  <a:gd name="connsiteX0" fmla="*/ 37413 w 37180"/>
                  <a:gd name="connsiteY0" fmla="*/ 18767 h 37180"/>
                  <a:gd name="connsiteX1" fmla="*/ 18823 w 37180"/>
                  <a:gd name="connsiteY1" fmla="*/ 37358 h 37180"/>
                  <a:gd name="connsiteX2" fmla="*/ 232 w 37180"/>
                  <a:gd name="connsiteY2" fmla="*/ 18767 h 37180"/>
                  <a:gd name="connsiteX3" fmla="*/ 18823 w 37180"/>
                  <a:gd name="connsiteY3" fmla="*/ 177 h 37180"/>
                  <a:gd name="connsiteX4" fmla="*/ 37413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67"/>
                    </a:moveTo>
                    <a:cubicBezTo>
                      <a:pt x="37413" y="29034"/>
                      <a:pt x="29090" y="37358"/>
                      <a:pt x="18823" y="37358"/>
                    </a:cubicBezTo>
                    <a:cubicBezTo>
                      <a:pt x="8555" y="37358"/>
                      <a:pt x="232" y="29034"/>
                      <a:pt x="232" y="18767"/>
                    </a:cubicBezTo>
                    <a:cubicBezTo>
                      <a:pt x="232" y="8500"/>
                      <a:pt x="8555" y="177"/>
                      <a:pt x="18823" y="177"/>
                    </a:cubicBezTo>
                    <a:cubicBezTo>
                      <a:pt x="29090" y="177"/>
                      <a:pt x="37413" y="8500"/>
                      <a:pt x="37413" y="18767"/>
                    </a:cubicBezTo>
                    <a:close/>
                  </a:path>
                </a:pathLst>
              </a:custGeom>
              <a:solidFill>
                <a:srgbClr val="F7A58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6" name="Freeform: Shape 3355">
                <a:extLst>
                  <a:ext uri="{FF2B5EF4-FFF2-40B4-BE49-F238E27FC236}">
                    <a16:creationId xmlns:a16="http://schemas.microsoft.com/office/drawing/2014/main" id="{72A04C6B-0EBC-208A-59B2-20AF83A9C2AA}"/>
                  </a:ext>
                </a:extLst>
              </p:cNvPr>
              <p:cNvSpPr/>
              <p:nvPr/>
            </p:nvSpPr>
            <p:spPr>
              <a:xfrm>
                <a:off x="1599447" y="7940132"/>
                <a:ext cx="41981" cy="41981"/>
              </a:xfrm>
              <a:custGeom>
                <a:avLst/>
                <a:gdLst>
                  <a:gd name="connsiteX0" fmla="*/ 21223 w 41981"/>
                  <a:gd name="connsiteY0" fmla="*/ 4977 h 41981"/>
                  <a:gd name="connsiteX1" fmla="*/ 37413 w 41981"/>
                  <a:gd name="connsiteY1" fmla="*/ 21167 h 41981"/>
                  <a:gd name="connsiteX2" fmla="*/ 37413 w 41981"/>
                  <a:gd name="connsiteY2" fmla="*/ 21167 h 41981"/>
                  <a:gd name="connsiteX3" fmla="*/ 21223 w 41981"/>
                  <a:gd name="connsiteY3" fmla="*/ 37358 h 41981"/>
                  <a:gd name="connsiteX4" fmla="*/ 5033 w 41981"/>
                  <a:gd name="connsiteY4" fmla="*/ 21167 h 41981"/>
                  <a:gd name="connsiteX5" fmla="*/ 21223 w 41981"/>
                  <a:gd name="connsiteY5" fmla="*/ 4977 h 41981"/>
                  <a:gd name="connsiteX6" fmla="*/ 21223 w 41981"/>
                  <a:gd name="connsiteY6" fmla="*/ 177 h 41981"/>
                  <a:gd name="connsiteX7" fmla="*/ 232 w 41981"/>
                  <a:gd name="connsiteY7" fmla="*/ 21167 h 41981"/>
                  <a:gd name="connsiteX8" fmla="*/ 21223 w 41981"/>
                  <a:gd name="connsiteY8" fmla="*/ 42158 h 41981"/>
                  <a:gd name="connsiteX9" fmla="*/ 42213 w 41981"/>
                  <a:gd name="connsiteY9" fmla="*/ 21167 h 41981"/>
                  <a:gd name="connsiteX10" fmla="*/ 42213 w 41981"/>
                  <a:gd name="connsiteY10" fmla="*/ 21167 h 41981"/>
                  <a:gd name="connsiteX11" fmla="*/ 2122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77"/>
                    </a:moveTo>
                    <a:cubicBezTo>
                      <a:pt x="30165" y="4977"/>
                      <a:pt x="37413" y="12226"/>
                      <a:pt x="37413" y="21167"/>
                    </a:cubicBezTo>
                    <a:lnTo>
                      <a:pt x="37413" y="21167"/>
                    </a:lnTo>
                    <a:cubicBezTo>
                      <a:pt x="37413" y="30109"/>
                      <a:pt x="30165" y="37358"/>
                      <a:pt x="21223" y="37358"/>
                    </a:cubicBezTo>
                    <a:cubicBezTo>
                      <a:pt x="12281" y="37358"/>
                      <a:pt x="5033" y="30109"/>
                      <a:pt x="5033" y="21167"/>
                    </a:cubicBezTo>
                    <a:cubicBezTo>
                      <a:pt x="5033" y="12226"/>
                      <a:pt x="12281" y="4977"/>
                      <a:pt x="21223" y="4977"/>
                    </a:cubicBezTo>
                    <a:close/>
                    <a:moveTo>
                      <a:pt x="21223" y="177"/>
                    </a:moveTo>
                    <a:cubicBezTo>
                      <a:pt x="9630" y="177"/>
                      <a:pt x="232" y="9575"/>
                      <a:pt x="232" y="21167"/>
                    </a:cubicBezTo>
                    <a:cubicBezTo>
                      <a:pt x="232" y="32760"/>
                      <a:pt x="9630" y="42158"/>
                      <a:pt x="21223" y="42158"/>
                    </a:cubicBezTo>
                    <a:cubicBezTo>
                      <a:pt x="32815" y="42158"/>
                      <a:pt x="42213" y="32760"/>
                      <a:pt x="42213" y="21167"/>
                    </a:cubicBezTo>
                    <a:lnTo>
                      <a:pt x="42213" y="21167"/>
                    </a:lnTo>
                    <a:cubicBezTo>
                      <a:pt x="42213" y="9575"/>
                      <a:pt x="32815" y="177"/>
                      <a:pt x="21223"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7" name="Freeform: Shape 3356">
                <a:extLst>
                  <a:ext uri="{FF2B5EF4-FFF2-40B4-BE49-F238E27FC236}">
                    <a16:creationId xmlns:a16="http://schemas.microsoft.com/office/drawing/2014/main" id="{D90B2720-664E-649F-8D91-EBEFD3FD2CC1}"/>
                  </a:ext>
                </a:extLst>
              </p:cNvPr>
              <p:cNvSpPr/>
              <p:nvPr/>
            </p:nvSpPr>
            <p:spPr>
              <a:xfrm>
                <a:off x="1980677" y="7865648"/>
                <a:ext cx="37180" cy="37180"/>
              </a:xfrm>
              <a:custGeom>
                <a:avLst/>
                <a:gdLst>
                  <a:gd name="connsiteX0" fmla="*/ 37479 w 37180"/>
                  <a:gd name="connsiteY0" fmla="*/ 18754 h 37180"/>
                  <a:gd name="connsiteX1" fmla="*/ 18888 w 37180"/>
                  <a:gd name="connsiteY1" fmla="*/ 37344 h 37180"/>
                  <a:gd name="connsiteX2" fmla="*/ 298 w 37180"/>
                  <a:gd name="connsiteY2" fmla="*/ 18754 h 37180"/>
                  <a:gd name="connsiteX3" fmla="*/ 18888 w 37180"/>
                  <a:gd name="connsiteY3" fmla="*/ 164 h 37180"/>
                  <a:gd name="connsiteX4" fmla="*/ 37479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9" y="18754"/>
                    </a:moveTo>
                    <a:cubicBezTo>
                      <a:pt x="37479" y="29021"/>
                      <a:pt x="29156" y="37344"/>
                      <a:pt x="18888" y="37344"/>
                    </a:cubicBezTo>
                    <a:cubicBezTo>
                      <a:pt x="8621" y="37344"/>
                      <a:pt x="298" y="29021"/>
                      <a:pt x="298" y="18754"/>
                    </a:cubicBezTo>
                    <a:cubicBezTo>
                      <a:pt x="298" y="8487"/>
                      <a:pt x="8621" y="164"/>
                      <a:pt x="18888" y="164"/>
                    </a:cubicBezTo>
                    <a:cubicBezTo>
                      <a:pt x="29156" y="164"/>
                      <a:pt x="37479" y="8487"/>
                      <a:pt x="37479" y="18754"/>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8" name="Freeform: Shape 3357">
                <a:extLst>
                  <a:ext uri="{FF2B5EF4-FFF2-40B4-BE49-F238E27FC236}">
                    <a16:creationId xmlns:a16="http://schemas.microsoft.com/office/drawing/2014/main" id="{B70276BC-B3BF-78B6-39D9-8E206E6BB86C}"/>
                  </a:ext>
                </a:extLst>
              </p:cNvPr>
              <p:cNvSpPr/>
              <p:nvPr/>
            </p:nvSpPr>
            <p:spPr>
              <a:xfrm>
                <a:off x="1978276" y="7863247"/>
                <a:ext cx="41981" cy="41981"/>
              </a:xfrm>
              <a:custGeom>
                <a:avLst/>
                <a:gdLst>
                  <a:gd name="connsiteX0" fmla="*/ 21289 w 41981"/>
                  <a:gd name="connsiteY0" fmla="*/ 4964 h 41981"/>
                  <a:gd name="connsiteX1" fmla="*/ 37479 w 41981"/>
                  <a:gd name="connsiteY1" fmla="*/ 21154 h 41981"/>
                  <a:gd name="connsiteX2" fmla="*/ 37479 w 41981"/>
                  <a:gd name="connsiteY2" fmla="*/ 21154 h 41981"/>
                  <a:gd name="connsiteX3" fmla="*/ 21289 w 41981"/>
                  <a:gd name="connsiteY3" fmla="*/ 37344 h 41981"/>
                  <a:gd name="connsiteX4" fmla="*/ 5098 w 41981"/>
                  <a:gd name="connsiteY4" fmla="*/ 21154 h 41981"/>
                  <a:gd name="connsiteX5" fmla="*/ 21289 w 41981"/>
                  <a:gd name="connsiteY5" fmla="*/ 4964 h 41981"/>
                  <a:gd name="connsiteX6" fmla="*/ 21289 w 41981"/>
                  <a:gd name="connsiteY6" fmla="*/ 164 h 41981"/>
                  <a:gd name="connsiteX7" fmla="*/ 298 w 41981"/>
                  <a:gd name="connsiteY7" fmla="*/ 21154 h 41981"/>
                  <a:gd name="connsiteX8" fmla="*/ 21289 w 41981"/>
                  <a:gd name="connsiteY8" fmla="*/ 42145 h 41981"/>
                  <a:gd name="connsiteX9" fmla="*/ 42279 w 41981"/>
                  <a:gd name="connsiteY9" fmla="*/ 21154 h 41981"/>
                  <a:gd name="connsiteX10" fmla="*/ 42279 w 41981"/>
                  <a:gd name="connsiteY10" fmla="*/ 21154 h 41981"/>
                  <a:gd name="connsiteX11" fmla="*/ 21289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9" y="4964"/>
                    </a:moveTo>
                    <a:cubicBezTo>
                      <a:pt x="30230" y="4964"/>
                      <a:pt x="37479" y="12212"/>
                      <a:pt x="37479" y="21154"/>
                    </a:cubicBezTo>
                    <a:lnTo>
                      <a:pt x="37479" y="21154"/>
                    </a:lnTo>
                    <a:cubicBezTo>
                      <a:pt x="37479" y="30096"/>
                      <a:pt x="30230" y="37344"/>
                      <a:pt x="21289" y="37344"/>
                    </a:cubicBezTo>
                    <a:cubicBezTo>
                      <a:pt x="12347" y="37344"/>
                      <a:pt x="5098" y="30096"/>
                      <a:pt x="5098" y="21154"/>
                    </a:cubicBezTo>
                    <a:cubicBezTo>
                      <a:pt x="5098" y="12212"/>
                      <a:pt x="12347" y="4964"/>
                      <a:pt x="21289" y="4964"/>
                    </a:cubicBezTo>
                    <a:close/>
                    <a:moveTo>
                      <a:pt x="21289" y="164"/>
                    </a:moveTo>
                    <a:cubicBezTo>
                      <a:pt x="9696" y="164"/>
                      <a:pt x="298" y="9562"/>
                      <a:pt x="298" y="21154"/>
                    </a:cubicBezTo>
                    <a:cubicBezTo>
                      <a:pt x="298" y="32747"/>
                      <a:pt x="9696" y="42145"/>
                      <a:pt x="21289" y="42145"/>
                    </a:cubicBezTo>
                    <a:cubicBezTo>
                      <a:pt x="32881" y="42145"/>
                      <a:pt x="42279" y="32747"/>
                      <a:pt x="42279" y="21154"/>
                    </a:cubicBezTo>
                    <a:lnTo>
                      <a:pt x="42279" y="21154"/>
                    </a:lnTo>
                    <a:cubicBezTo>
                      <a:pt x="42279" y="9562"/>
                      <a:pt x="32881" y="164"/>
                      <a:pt x="21289"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59" name="Freeform: Shape 3358">
                <a:extLst>
                  <a:ext uri="{FF2B5EF4-FFF2-40B4-BE49-F238E27FC236}">
                    <a16:creationId xmlns:a16="http://schemas.microsoft.com/office/drawing/2014/main" id="{A1260D81-B776-F22E-F546-FE4AC40A9F86}"/>
                  </a:ext>
                </a:extLst>
              </p:cNvPr>
              <p:cNvSpPr/>
              <p:nvPr/>
            </p:nvSpPr>
            <p:spPr>
              <a:xfrm>
                <a:off x="1696167" y="8144224"/>
                <a:ext cx="37180" cy="37180"/>
              </a:xfrm>
              <a:custGeom>
                <a:avLst/>
                <a:gdLst>
                  <a:gd name="connsiteX0" fmla="*/ 37429 w 37180"/>
                  <a:gd name="connsiteY0" fmla="*/ 18802 h 37180"/>
                  <a:gd name="connsiteX1" fmla="*/ 18839 w 37180"/>
                  <a:gd name="connsiteY1" fmla="*/ 37393 h 37180"/>
                  <a:gd name="connsiteX2" fmla="*/ 249 w 37180"/>
                  <a:gd name="connsiteY2" fmla="*/ 18802 h 37180"/>
                  <a:gd name="connsiteX3" fmla="*/ 18839 w 37180"/>
                  <a:gd name="connsiteY3" fmla="*/ 212 h 37180"/>
                  <a:gd name="connsiteX4" fmla="*/ 37429 w 37180"/>
                  <a:gd name="connsiteY4" fmla="*/ 188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802"/>
                    </a:moveTo>
                    <a:cubicBezTo>
                      <a:pt x="37429" y="29070"/>
                      <a:pt x="29106" y="37393"/>
                      <a:pt x="18839" y="37393"/>
                    </a:cubicBezTo>
                    <a:cubicBezTo>
                      <a:pt x="8572" y="37393"/>
                      <a:pt x="249" y="29070"/>
                      <a:pt x="249" y="18802"/>
                    </a:cubicBezTo>
                    <a:cubicBezTo>
                      <a:pt x="249" y="8535"/>
                      <a:pt x="8572" y="212"/>
                      <a:pt x="18839" y="212"/>
                    </a:cubicBezTo>
                    <a:cubicBezTo>
                      <a:pt x="29106" y="212"/>
                      <a:pt x="37429" y="8535"/>
                      <a:pt x="37429" y="18802"/>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0" name="Freeform: Shape 3359">
                <a:extLst>
                  <a:ext uri="{FF2B5EF4-FFF2-40B4-BE49-F238E27FC236}">
                    <a16:creationId xmlns:a16="http://schemas.microsoft.com/office/drawing/2014/main" id="{AB9B0D9B-FA7E-1734-A66B-E9267FAF582B}"/>
                  </a:ext>
                </a:extLst>
              </p:cNvPr>
              <p:cNvSpPr/>
              <p:nvPr/>
            </p:nvSpPr>
            <p:spPr>
              <a:xfrm>
                <a:off x="1693767" y="8141824"/>
                <a:ext cx="41981" cy="41981"/>
              </a:xfrm>
              <a:custGeom>
                <a:avLst/>
                <a:gdLst>
                  <a:gd name="connsiteX0" fmla="*/ 21239 w 41981"/>
                  <a:gd name="connsiteY0" fmla="*/ 5012 h 41981"/>
                  <a:gd name="connsiteX1" fmla="*/ 37429 w 41981"/>
                  <a:gd name="connsiteY1" fmla="*/ 21203 h 41981"/>
                  <a:gd name="connsiteX2" fmla="*/ 37429 w 41981"/>
                  <a:gd name="connsiteY2" fmla="*/ 21203 h 41981"/>
                  <a:gd name="connsiteX3" fmla="*/ 21239 w 41981"/>
                  <a:gd name="connsiteY3" fmla="*/ 37393 h 41981"/>
                  <a:gd name="connsiteX4" fmla="*/ 5049 w 41981"/>
                  <a:gd name="connsiteY4" fmla="*/ 21203 h 41981"/>
                  <a:gd name="connsiteX5" fmla="*/ 21239 w 41981"/>
                  <a:gd name="connsiteY5" fmla="*/ 5012 h 41981"/>
                  <a:gd name="connsiteX6" fmla="*/ 21239 w 41981"/>
                  <a:gd name="connsiteY6" fmla="*/ 212 h 41981"/>
                  <a:gd name="connsiteX7" fmla="*/ 249 w 41981"/>
                  <a:gd name="connsiteY7" fmla="*/ 21203 h 41981"/>
                  <a:gd name="connsiteX8" fmla="*/ 21239 w 41981"/>
                  <a:gd name="connsiteY8" fmla="*/ 42193 h 41981"/>
                  <a:gd name="connsiteX9" fmla="*/ 42230 w 41981"/>
                  <a:gd name="connsiteY9" fmla="*/ 21203 h 41981"/>
                  <a:gd name="connsiteX10" fmla="*/ 42230 w 41981"/>
                  <a:gd name="connsiteY10" fmla="*/ 21203 h 41981"/>
                  <a:gd name="connsiteX11" fmla="*/ 21239 w 41981"/>
                  <a:gd name="connsiteY11" fmla="*/ 2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5012"/>
                    </a:moveTo>
                    <a:cubicBezTo>
                      <a:pt x="30181" y="5012"/>
                      <a:pt x="37429" y="12261"/>
                      <a:pt x="37429" y="21203"/>
                    </a:cubicBezTo>
                    <a:lnTo>
                      <a:pt x="37429" y="21203"/>
                    </a:lnTo>
                    <a:cubicBezTo>
                      <a:pt x="37429" y="30144"/>
                      <a:pt x="30181" y="37393"/>
                      <a:pt x="21239" y="37393"/>
                    </a:cubicBezTo>
                    <a:cubicBezTo>
                      <a:pt x="12297" y="37393"/>
                      <a:pt x="5049" y="30144"/>
                      <a:pt x="5049" y="21203"/>
                    </a:cubicBezTo>
                    <a:cubicBezTo>
                      <a:pt x="5049" y="12261"/>
                      <a:pt x="12297" y="5012"/>
                      <a:pt x="21239" y="5012"/>
                    </a:cubicBezTo>
                    <a:close/>
                    <a:moveTo>
                      <a:pt x="21239" y="212"/>
                    </a:moveTo>
                    <a:cubicBezTo>
                      <a:pt x="9647" y="212"/>
                      <a:pt x="249" y="9610"/>
                      <a:pt x="249" y="21203"/>
                    </a:cubicBezTo>
                    <a:cubicBezTo>
                      <a:pt x="249" y="32795"/>
                      <a:pt x="9647" y="42193"/>
                      <a:pt x="21239" y="42193"/>
                    </a:cubicBezTo>
                    <a:cubicBezTo>
                      <a:pt x="32832" y="42193"/>
                      <a:pt x="42230" y="32795"/>
                      <a:pt x="42230" y="21203"/>
                    </a:cubicBezTo>
                    <a:lnTo>
                      <a:pt x="42230" y="21203"/>
                    </a:lnTo>
                    <a:cubicBezTo>
                      <a:pt x="42230" y="9610"/>
                      <a:pt x="32832" y="212"/>
                      <a:pt x="21239" y="21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1" name="Freeform: Shape 3360">
                <a:extLst>
                  <a:ext uri="{FF2B5EF4-FFF2-40B4-BE49-F238E27FC236}">
                    <a16:creationId xmlns:a16="http://schemas.microsoft.com/office/drawing/2014/main" id="{24EB8BCF-EBDF-C2FC-9809-D1CE1B5F62B9}"/>
                  </a:ext>
                </a:extLst>
              </p:cNvPr>
              <p:cNvSpPr/>
              <p:nvPr/>
            </p:nvSpPr>
            <p:spPr>
              <a:xfrm>
                <a:off x="1516231" y="8215418"/>
                <a:ext cx="37180" cy="37180"/>
              </a:xfrm>
              <a:custGeom>
                <a:avLst/>
                <a:gdLst>
                  <a:gd name="connsiteX0" fmla="*/ 37398 w 37180"/>
                  <a:gd name="connsiteY0" fmla="*/ 18815 h 37180"/>
                  <a:gd name="connsiteX1" fmla="*/ 18808 w 37180"/>
                  <a:gd name="connsiteY1" fmla="*/ 37405 h 37180"/>
                  <a:gd name="connsiteX2" fmla="*/ 217 w 37180"/>
                  <a:gd name="connsiteY2" fmla="*/ 18815 h 37180"/>
                  <a:gd name="connsiteX3" fmla="*/ 18808 w 37180"/>
                  <a:gd name="connsiteY3" fmla="*/ 224 h 37180"/>
                  <a:gd name="connsiteX4" fmla="*/ 37398 w 37180"/>
                  <a:gd name="connsiteY4" fmla="*/ 1881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8" y="18815"/>
                    </a:moveTo>
                    <a:cubicBezTo>
                      <a:pt x="37398" y="29082"/>
                      <a:pt x="29075" y="37405"/>
                      <a:pt x="18808" y="37405"/>
                    </a:cubicBezTo>
                    <a:cubicBezTo>
                      <a:pt x="8541" y="37405"/>
                      <a:pt x="217" y="29082"/>
                      <a:pt x="217" y="18815"/>
                    </a:cubicBezTo>
                    <a:cubicBezTo>
                      <a:pt x="217" y="8547"/>
                      <a:pt x="8541" y="224"/>
                      <a:pt x="18808" y="224"/>
                    </a:cubicBezTo>
                    <a:cubicBezTo>
                      <a:pt x="29075" y="224"/>
                      <a:pt x="37398" y="8547"/>
                      <a:pt x="37398" y="18815"/>
                    </a:cubicBezTo>
                    <a:close/>
                  </a:path>
                </a:pathLst>
              </a:custGeom>
              <a:solidFill>
                <a:srgbClr val="F7D6D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2" name="Freeform: Shape 3361">
                <a:extLst>
                  <a:ext uri="{FF2B5EF4-FFF2-40B4-BE49-F238E27FC236}">
                    <a16:creationId xmlns:a16="http://schemas.microsoft.com/office/drawing/2014/main" id="{E33EBE9A-84C9-EFA5-2449-D39D64B0F551}"/>
                  </a:ext>
                </a:extLst>
              </p:cNvPr>
              <p:cNvSpPr/>
              <p:nvPr/>
            </p:nvSpPr>
            <p:spPr>
              <a:xfrm>
                <a:off x="1513830" y="8213018"/>
                <a:ext cx="41981" cy="41981"/>
              </a:xfrm>
              <a:custGeom>
                <a:avLst/>
                <a:gdLst>
                  <a:gd name="connsiteX0" fmla="*/ 21208 w 41981"/>
                  <a:gd name="connsiteY0" fmla="*/ 5025 h 41981"/>
                  <a:gd name="connsiteX1" fmla="*/ 37398 w 41981"/>
                  <a:gd name="connsiteY1" fmla="*/ 21215 h 41981"/>
                  <a:gd name="connsiteX2" fmla="*/ 37398 w 41981"/>
                  <a:gd name="connsiteY2" fmla="*/ 21215 h 41981"/>
                  <a:gd name="connsiteX3" fmla="*/ 21208 w 41981"/>
                  <a:gd name="connsiteY3" fmla="*/ 37405 h 41981"/>
                  <a:gd name="connsiteX4" fmla="*/ 5018 w 41981"/>
                  <a:gd name="connsiteY4" fmla="*/ 21215 h 41981"/>
                  <a:gd name="connsiteX5" fmla="*/ 21208 w 41981"/>
                  <a:gd name="connsiteY5" fmla="*/ 5025 h 41981"/>
                  <a:gd name="connsiteX6" fmla="*/ 21208 w 41981"/>
                  <a:gd name="connsiteY6" fmla="*/ 224 h 41981"/>
                  <a:gd name="connsiteX7" fmla="*/ 217 w 41981"/>
                  <a:gd name="connsiteY7" fmla="*/ 21215 h 41981"/>
                  <a:gd name="connsiteX8" fmla="*/ 21208 w 41981"/>
                  <a:gd name="connsiteY8" fmla="*/ 42205 h 41981"/>
                  <a:gd name="connsiteX9" fmla="*/ 42199 w 41981"/>
                  <a:gd name="connsiteY9" fmla="*/ 21215 h 41981"/>
                  <a:gd name="connsiteX10" fmla="*/ 42199 w 41981"/>
                  <a:gd name="connsiteY10" fmla="*/ 21215 h 41981"/>
                  <a:gd name="connsiteX11" fmla="*/ 21208 w 41981"/>
                  <a:gd name="connsiteY11" fmla="*/ 2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8" y="5025"/>
                    </a:moveTo>
                    <a:cubicBezTo>
                      <a:pt x="30150" y="5025"/>
                      <a:pt x="37398" y="12273"/>
                      <a:pt x="37398" y="21215"/>
                    </a:cubicBezTo>
                    <a:lnTo>
                      <a:pt x="37398" y="21215"/>
                    </a:lnTo>
                    <a:cubicBezTo>
                      <a:pt x="37398" y="30157"/>
                      <a:pt x="30150" y="37405"/>
                      <a:pt x="21208" y="37405"/>
                    </a:cubicBezTo>
                    <a:cubicBezTo>
                      <a:pt x="12266" y="37405"/>
                      <a:pt x="5018" y="30157"/>
                      <a:pt x="5018" y="21215"/>
                    </a:cubicBezTo>
                    <a:cubicBezTo>
                      <a:pt x="5018" y="12273"/>
                      <a:pt x="12266" y="5025"/>
                      <a:pt x="21208" y="5025"/>
                    </a:cubicBezTo>
                    <a:close/>
                    <a:moveTo>
                      <a:pt x="21208" y="224"/>
                    </a:moveTo>
                    <a:cubicBezTo>
                      <a:pt x="9615" y="224"/>
                      <a:pt x="217" y="9622"/>
                      <a:pt x="217" y="21215"/>
                    </a:cubicBezTo>
                    <a:cubicBezTo>
                      <a:pt x="217" y="32807"/>
                      <a:pt x="9615" y="42205"/>
                      <a:pt x="21208" y="42205"/>
                    </a:cubicBezTo>
                    <a:cubicBezTo>
                      <a:pt x="32801" y="42205"/>
                      <a:pt x="42199" y="32807"/>
                      <a:pt x="42199" y="21215"/>
                    </a:cubicBezTo>
                    <a:lnTo>
                      <a:pt x="42199" y="21215"/>
                    </a:lnTo>
                    <a:cubicBezTo>
                      <a:pt x="42199" y="9622"/>
                      <a:pt x="32801" y="224"/>
                      <a:pt x="21208" y="22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3" name="Freeform: Shape 3362">
                <a:extLst>
                  <a:ext uri="{FF2B5EF4-FFF2-40B4-BE49-F238E27FC236}">
                    <a16:creationId xmlns:a16="http://schemas.microsoft.com/office/drawing/2014/main" id="{0576E907-CAB4-7035-BA33-9F1DD804B7F7}"/>
                  </a:ext>
                </a:extLst>
              </p:cNvPr>
              <p:cNvSpPr/>
              <p:nvPr/>
            </p:nvSpPr>
            <p:spPr>
              <a:xfrm>
                <a:off x="1603794" y="7896873"/>
                <a:ext cx="37180" cy="37180"/>
              </a:xfrm>
              <a:custGeom>
                <a:avLst/>
                <a:gdLst>
                  <a:gd name="connsiteX0" fmla="*/ 37413 w 37180"/>
                  <a:gd name="connsiteY0" fmla="*/ 18759 h 37180"/>
                  <a:gd name="connsiteX1" fmla="*/ 18823 w 37180"/>
                  <a:gd name="connsiteY1" fmla="*/ 37350 h 37180"/>
                  <a:gd name="connsiteX2" fmla="*/ 233 w 37180"/>
                  <a:gd name="connsiteY2" fmla="*/ 18759 h 37180"/>
                  <a:gd name="connsiteX3" fmla="*/ 18823 w 37180"/>
                  <a:gd name="connsiteY3" fmla="*/ 169 h 37180"/>
                  <a:gd name="connsiteX4" fmla="*/ 3741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59"/>
                    </a:moveTo>
                    <a:cubicBezTo>
                      <a:pt x="37413" y="29027"/>
                      <a:pt x="29090" y="37350"/>
                      <a:pt x="18823" y="37350"/>
                    </a:cubicBezTo>
                    <a:cubicBezTo>
                      <a:pt x="8556" y="37350"/>
                      <a:pt x="233" y="29027"/>
                      <a:pt x="233" y="18759"/>
                    </a:cubicBezTo>
                    <a:cubicBezTo>
                      <a:pt x="233" y="8492"/>
                      <a:pt x="8556" y="169"/>
                      <a:pt x="18823" y="169"/>
                    </a:cubicBezTo>
                    <a:cubicBezTo>
                      <a:pt x="29090" y="169"/>
                      <a:pt x="37413" y="8492"/>
                      <a:pt x="37413" y="18759"/>
                    </a:cubicBezTo>
                    <a:close/>
                  </a:path>
                </a:pathLst>
              </a:custGeom>
              <a:solidFill>
                <a:srgbClr val="F7A53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4" name="Freeform: Shape 3363">
                <a:extLst>
                  <a:ext uri="{FF2B5EF4-FFF2-40B4-BE49-F238E27FC236}">
                    <a16:creationId xmlns:a16="http://schemas.microsoft.com/office/drawing/2014/main" id="{F18E2E4B-DC80-9795-1529-B02EC5119245}"/>
                  </a:ext>
                </a:extLst>
              </p:cNvPr>
              <p:cNvSpPr/>
              <p:nvPr/>
            </p:nvSpPr>
            <p:spPr>
              <a:xfrm>
                <a:off x="1601394" y="7894472"/>
                <a:ext cx="41981" cy="41981"/>
              </a:xfrm>
              <a:custGeom>
                <a:avLst/>
                <a:gdLst>
                  <a:gd name="connsiteX0" fmla="*/ 21223 w 41981"/>
                  <a:gd name="connsiteY0" fmla="*/ 4969 h 41981"/>
                  <a:gd name="connsiteX1" fmla="*/ 37413 w 41981"/>
                  <a:gd name="connsiteY1" fmla="*/ 21160 h 41981"/>
                  <a:gd name="connsiteX2" fmla="*/ 37413 w 41981"/>
                  <a:gd name="connsiteY2" fmla="*/ 21160 h 41981"/>
                  <a:gd name="connsiteX3" fmla="*/ 21223 w 41981"/>
                  <a:gd name="connsiteY3" fmla="*/ 37350 h 41981"/>
                  <a:gd name="connsiteX4" fmla="*/ 5033 w 41981"/>
                  <a:gd name="connsiteY4" fmla="*/ 21160 h 41981"/>
                  <a:gd name="connsiteX5" fmla="*/ 21223 w 41981"/>
                  <a:gd name="connsiteY5" fmla="*/ 4969 h 41981"/>
                  <a:gd name="connsiteX6" fmla="*/ 21223 w 41981"/>
                  <a:gd name="connsiteY6" fmla="*/ 169 h 41981"/>
                  <a:gd name="connsiteX7" fmla="*/ 233 w 41981"/>
                  <a:gd name="connsiteY7" fmla="*/ 21160 h 41981"/>
                  <a:gd name="connsiteX8" fmla="*/ 21223 w 41981"/>
                  <a:gd name="connsiteY8" fmla="*/ 42150 h 41981"/>
                  <a:gd name="connsiteX9" fmla="*/ 42214 w 41981"/>
                  <a:gd name="connsiteY9" fmla="*/ 21160 h 41981"/>
                  <a:gd name="connsiteX10" fmla="*/ 42214 w 41981"/>
                  <a:gd name="connsiteY10" fmla="*/ 21160 h 41981"/>
                  <a:gd name="connsiteX11" fmla="*/ 2122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69"/>
                    </a:moveTo>
                    <a:cubicBezTo>
                      <a:pt x="30165" y="4969"/>
                      <a:pt x="37413" y="12218"/>
                      <a:pt x="37413" y="21160"/>
                    </a:cubicBezTo>
                    <a:lnTo>
                      <a:pt x="37413" y="21160"/>
                    </a:lnTo>
                    <a:cubicBezTo>
                      <a:pt x="37413" y="30101"/>
                      <a:pt x="30165" y="37350"/>
                      <a:pt x="21223" y="37350"/>
                    </a:cubicBezTo>
                    <a:cubicBezTo>
                      <a:pt x="12281" y="37350"/>
                      <a:pt x="5033" y="30101"/>
                      <a:pt x="5033" y="21160"/>
                    </a:cubicBezTo>
                    <a:cubicBezTo>
                      <a:pt x="5033" y="12218"/>
                      <a:pt x="12281" y="4969"/>
                      <a:pt x="21223" y="4969"/>
                    </a:cubicBezTo>
                    <a:close/>
                    <a:moveTo>
                      <a:pt x="21223" y="169"/>
                    </a:moveTo>
                    <a:cubicBezTo>
                      <a:pt x="9631" y="169"/>
                      <a:pt x="233" y="9567"/>
                      <a:pt x="233" y="21160"/>
                    </a:cubicBezTo>
                    <a:cubicBezTo>
                      <a:pt x="233" y="32752"/>
                      <a:pt x="9631" y="42150"/>
                      <a:pt x="21223" y="42150"/>
                    </a:cubicBezTo>
                    <a:cubicBezTo>
                      <a:pt x="32816" y="42150"/>
                      <a:pt x="42214" y="32752"/>
                      <a:pt x="42214" y="21160"/>
                    </a:cubicBezTo>
                    <a:lnTo>
                      <a:pt x="42214" y="21160"/>
                    </a:lnTo>
                    <a:cubicBezTo>
                      <a:pt x="42214" y="9567"/>
                      <a:pt x="32816" y="169"/>
                      <a:pt x="21223"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5" name="Freeform: Shape 3364">
                <a:extLst>
                  <a:ext uri="{FF2B5EF4-FFF2-40B4-BE49-F238E27FC236}">
                    <a16:creationId xmlns:a16="http://schemas.microsoft.com/office/drawing/2014/main" id="{0163A91B-7E0D-A846-741E-F2652C9748FA}"/>
                  </a:ext>
                </a:extLst>
              </p:cNvPr>
              <p:cNvSpPr/>
              <p:nvPr/>
            </p:nvSpPr>
            <p:spPr>
              <a:xfrm>
                <a:off x="1767200" y="8028270"/>
                <a:ext cx="37180" cy="37180"/>
              </a:xfrm>
              <a:custGeom>
                <a:avLst/>
                <a:gdLst>
                  <a:gd name="connsiteX0" fmla="*/ 37442 w 37180"/>
                  <a:gd name="connsiteY0" fmla="*/ 18782 h 37180"/>
                  <a:gd name="connsiteX1" fmla="*/ 18851 w 37180"/>
                  <a:gd name="connsiteY1" fmla="*/ 37373 h 37180"/>
                  <a:gd name="connsiteX2" fmla="*/ 261 w 37180"/>
                  <a:gd name="connsiteY2" fmla="*/ 18782 h 37180"/>
                  <a:gd name="connsiteX3" fmla="*/ 18851 w 37180"/>
                  <a:gd name="connsiteY3" fmla="*/ 192 h 37180"/>
                  <a:gd name="connsiteX4" fmla="*/ 37442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82"/>
                    </a:moveTo>
                    <a:cubicBezTo>
                      <a:pt x="37442" y="29049"/>
                      <a:pt x="29119" y="37373"/>
                      <a:pt x="18851" y="37373"/>
                    </a:cubicBezTo>
                    <a:cubicBezTo>
                      <a:pt x="8584" y="37373"/>
                      <a:pt x="261" y="29049"/>
                      <a:pt x="261" y="18782"/>
                    </a:cubicBezTo>
                    <a:cubicBezTo>
                      <a:pt x="261" y="8515"/>
                      <a:pt x="8584" y="192"/>
                      <a:pt x="18851" y="192"/>
                    </a:cubicBezTo>
                    <a:cubicBezTo>
                      <a:pt x="29119" y="192"/>
                      <a:pt x="37442" y="8515"/>
                      <a:pt x="37442" y="18782"/>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6" name="Freeform: Shape 3365">
                <a:extLst>
                  <a:ext uri="{FF2B5EF4-FFF2-40B4-BE49-F238E27FC236}">
                    <a16:creationId xmlns:a16="http://schemas.microsoft.com/office/drawing/2014/main" id="{E1978809-F6BC-43C6-669C-E83F25F03B75}"/>
                  </a:ext>
                </a:extLst>
              </p:cNvPr>
              <p:cNvSpPr/>
              <p:nvPr/>
            </p:nvSpPr>
            <p:spPr>
              <a:xfrm>
                <a:off x="1764799" y="8025869"/>
                <a:ext cx="41981" cy="41981"/>
              </a:xfrm>
              <a:custGeom>
                <a:avLst/>
                <a:gdLst>
                  <a:gd name="connsiteX0" fmla="*/ 21252 w 41981"/>
                  <a:gd name="connsiteY0" fmla="*/ 4992 h 41981"/>
                  <a:gd name="connsiteX1" fmla="*/ 37442 w 41981"/>
                  <a:gd name="connsiteY1" fmla="*/ 21182 h 41981"/>
                  <a:gd name="connsiteX2" fmla="*/ 37442 w 41981"/>
                  <a:gd name="connsiteY2" fmla="*/ 21182 h 41981"/>
                  <a:gd name="connsiteX3" fmla="*/ 21252 w 41981"/>
                  <a:gd name="connsiteY3" fmla="*/ 37373 h 41981"/>
                  <a:gd name="connsiteX4" fmla="*/ 5061 w 41981"/>
                  <a:gd name="connsiteY4" fmla="*/ 21182 h 41981"/>
                  <a:gd name="connsiteX5" fmla="*/ 21252 w 41981"/>
                  <a:gd name="connsiteY5" fmla="*/ 4992 h 41981"/>
                  <a:gd name="connsiteX6" fmla="*/ 21252 w 41981"/>
                  <a:gd name="connsiteY6" fmla="*/ 192 h 41981"/>
                  <a:gd name="connsiteX7" fmla="*/ 261 w 41981"/>
                  <a:gd name="connsiteY7" fmla="*/ 21182 h 41981"/>
                  <a:gd name="connsiteX8" fmla="*/ 21252 w 41981"/>
                  <a:gd name="connsiteY8" fmla="*/ 42173 h 41981"/>
                  <a:gd name="connsiteX9" fmla="*/ 42242 w 41981"/>
                  <a:gd name="connsiteY9" fmla="*/ 21182 h 41981"/>
                  <a:gd name="connsiteX10" fmla="*/ 42242 w 41981"/>
                  <a:gd name="connsiteY10" fmla="*/ 21182 h 41981"/>
                  <a:gd name="connsiteX11" fmla="*/ 21252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92"/>
                    </a:moveTo>
                    <a:cubicBezTo>
                      <a:pt x="30193" y="4992"/>
                      <a:pt x="37442" y="12241"/>
                      <a:pt x="37442" y="21182"/>
                    </a:cubicBezTo>
                    <a:lnTo>
                      <a:pt x="37442" y="21182"/>
                    </a:lnTo>
                    <a:cubicBezTo>
                      <a:pt x="37442" y="30124"/>
                      <a:pt x="30193" y="37373"/>
                      <a:pt x="21252" y="37373"/>
                    </a:cubicBezTo>
                    <a:cubicBezTo>
                      <a:pt x="12310" y="37373"/>
                      <a:pt x="5061" y="30124"/>
                      <a:pt x="5061" y="21182"/>
                    </a:cubicBezTo>
                    <a:cubicBezTo>
                      <a:pt x="5061" y="12241"/>
                      <a:pt x="12310" y="4992"/>
                      <a:pt x="21252" y="4992"/>
                    </a:cubicBezTo>
                    <a:close/>
                    <a:moveTo>
                      <a:pt x="21252" y="192"/>
                    </a:moveTo>
                    <a:cubicBezTo>
                      <a:pt x="9659" y="192"/>
                      <a:pt x="261" y="9590"/>
                      <a:pt x="261" y="21182"/>
                    </a:cubicBezTo>
                    <a:cubicBezTo>
                      <a:pt x="261" y="32775"/>
                      <a:pt x="9659" y="42173"/>
                      <a:pt x="21252" y="42173"/>
                    </a:cubicBezTo>
                    <a:cubicBezTo>
                      <a:pt x="32844" y="42173"/>
                      <a:pt x="42242" y="32775"/>
                      <a:pt x="42242" y="21182"/>
                    </a:cubicBezTo>
                    <a:lnTo>
                      <a:pt x="42242" y="21182"/>
                    </a:lnTo>
                    <a:cubicBezTo>
                      <a:pt x="42242" y="9590"/>
                      <a:pt x="32844" y="192"/>
                      <a:pt x="21252"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7" name="Freeform: Shape 3366">
                <a:extLst>
                  <a:ext uri="{FF2B5EF4-FFF2-40B4-BE49-F238E27FC236}">
                    <a16:creationId xmlns:a16="http://schemas.microsoft.com/office/drawing/2014/main" id="{9CC30A6B-B609-7A0F-3D60-624B08C3B060}"/>
                  </a:ext>
                </a:extLst>
              </p:cNvPr>
              <p:cNvSpPr/>
              <p:nvPr/>
            </p:nvSpPr>
            <p:spPr>
              <a:xfrm>
                <a:off x="1864302" y="7808451"/>
                <a:ext cx="37180" cy="37180"/>
              </a:xfrm>
              <a:custGeom>
                <a:avLst/>
                <a:gdLst>
                  <a:gd name="connsiteX0" fmla="*/ 37459 w 37180"/>
                  <a:gd name="connsiteY0" fmla="*/ 18744 h 37180"/>
                  <a:gd name="connsiteX1" fmla="*/ 18868 w 37180"/>
                  <a:gd name="connsiteY1" fmla="*/ 37334 h 37180"/>
                  <a:gd name="connsiteX2" fmla="*/ 278 w 37180"/>
                  <a:gd name="connsiteY2" fmla="*/ 18744 h 37180"/>
                  <a:gd name="connsiteX3" fmla="*/ 18868 w 37180"/>
                  <a:gd name="connsiteY3" fmla="*/ 154 h 37180"/>
                  <a:gd name="connsiteX4" fmla="*/ 37459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44"/>
                    </a:moveTo>
                    <a:cubicBezTo>
                      <a:pt x="37459" y="29011"/>
                      <a:pt x="29135" y="37334"/>
                      <a:pt x="18868" y="37334"/>
                    </a:cubicBezTo>
                    <a:cubicBezTo>
                      <a:pt x="8601" y="37334"/>
                      <a:pt x="278" y="29011"/>
                      <a:pt x="278" y="18744"/>
                    </a:cubicBezTo>
                    <a:cubicBezTo>
                      <a:pt x="278" y="8477"/>
                      <a:pt x="8601" y="154"/>
                      <a:pt x="18868" y="154"/>
                    </a:cubicBezTo>
                    <a:cubicBezTo>
                      <a:pt x="29135" y="154"/>
                      <a:pt x="37459" y="8477"/>
                      <a:pt x="37459" y="18744"/>
                    </a:cubicBezTo>
                    <a:close/>
                  </a:path>
                </a:pathLst>
              </a:custGeom>
              <a:solidFill>
                <a:srgbClr val="C8F7C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8" name="Freeform: Shape 3367">
                <a:extLst>
                  <a:ext uri="{FF2B5EF4-FFF2-40B4-BE49-F238E27FC236}">
                    <a16:creationId xmlns:a16="http://schemas.microsoft.com/office/drawing/2014/main" id="{41D2D854-CC5C-992E-8048-B20462D0CF8A}"/>
                  </a:ext>
                </a:extLst>
              </p:cNvPr>
              <p:cNvSpPr/>
              <p:nvPr/>
            </p:nvSpPr>
            <p:spPr>
              <a:xfrm>
                <a:off x="1861901" y="7806051"/>
                <a:ext cx="41981" cy="41981"/>
              </a:xfrm>
              <a:custGeom>
                <a:avLst/>
                <a:gdLst>
                  <a:gd name="connsiteX0" fmla="*/ 21268 w 41981"/>
                  <a:gd name="connsiteY0" fmla="*/ 4954 h 41981"/>
                  <a:gd name="connsiteX1" fmla="*/ 37459 w 41981"/>
                  <a:gd name="connsiteY1" fmla="*/ 21144 h 41981"/>
                  <a:gd name="connsiteX2" fmla="*/ 37459 w 41981"/>
                  <a:gd name="connsiteY2" fmla="*/ 21144 h 41981"/>
                  <a:gd name="connsiteX3" fmla="*/ 21268 w 41981"/>
                  <a:gd name="connsiteY3" fmla="*/ 37334 h 41981"/>
                  <a:gd name="connsiteX4" fmla="*/ 5078 w 41981"/>
                  <a:gd name="connsiteY4" fmla="*/ 21144 h 41981"/>
                  <a:gd name="connsiteX5" fmla="*/ 21268 w 41981"/>
                  <a:gd name="connsiteY5" fmla="*/ 4954 h 41981"/>
                  <a:gd name="connsiteX6" fmla="*/ 21268 w 41981"/>
                  <a:gd name="connsiteY6" fmla="*/ 154 h 41981"/>
                  <a:gd name="connsiteX7" fmla="*/ 278 w 41981"/>
                  <a:gd name="connsiteY7" fmla="*/ 21144 h 41981"/>
                  <a:gd name="connsiteX8" fmla="*/ 21268 w 41981"/>
                  <a:gd name="connsiteY8" fmla="*/ 42135 h 41981"/>
                  <a:gd name="connsiteX9" fmla="*/ 42259 w 41981"/>
                  <a:gd name="connsiteY9" fmla="*/ 21144 h 41981"/>
                  <a:gd name="connsiteX10" fmla="*/ 42259 w 41981"/>
                  <a:gd name="connsiteY10" fmla="*/ 21144 h 41981"/>
                  <a:gd name="connsiteX11" fmla="*/ 21268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54"/>
                    </a:moveTo>
                    <a:cubicBezTo>
                      <a:pt x="30210" y="4954"/>
                      <a:pt x="37459" y="12202"/>
                      <a:pt x="37459" y="21144"/>
                    </a:cubicBezTo>
                    <a:lnTo>
                      <a:pt x="37459" y="21144"/>
                    </a:lnTo>
                    <a:cubicBezTo>
                      <a:pt x="37459" y="30086"/>
                      <a:pt x="30210" y="37334"/>
                      <a:pt x="21268" y="37334"/>
                    </a:cubicBezTo>
                    <a:cubicBezTo>
                      <a:pt x="12327" y="37334"/>
                      <a:pt x="5078" y="30086"/>
                      <a:pt x="5078" y="21144"/>
                    </a:cubicBezTo>
                    <a:cubicBezTo>
                      <a:pt x="5078" y="12202"/>
                      <a:pt x="12327" y="4954"/>
                      <a:pt x="21268" y="4954"/>
                    </a:cubicBezTo>
                    <a:close/>
                    <a:moveTo>
                      <a:pt x="21268" y="154"/>
                    </a:moveTo>
                    <a:cubicBezTo>
                      <a:pt x="9676" y="154"/>
                      <a:pt x="278" y="9552"/>
                      <a:pt x="278" y="21144"/>
                    </a:cubicBezTo>
                    <a:cubicBezTo>
                      <a:pt x="278" y="32737"/>
                      <a:pt x="9676" y="42135"/>
                      <a:pt x="21268" y="42135"/>
                    </a:cubicBezTo>
                    <a:cubicBezTo>
                      <a:pt x="32861" y="42135"/>
                      <a:pt x="42259" y="32737"/>
                      <a:pt x="42259" y="21144"/>
                    </a:cubicBezTo>
                    <a:lnTo>
                      <a:pt x="42259" y="21144"/>
                    </a:lnTo>
                    <a:cubicBezTo>
                      <a:pt x="42259" y="9552"/>
                      <a:pt x="32861" y="154"/>
                      <a:pt x="21268"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69" name="Freeform: Shape 3368">
                <a:extLst>
                  <a:ext uri="{FF2B5EF4-FFF2-40B4-BE49-F238E27FC236}">
                    <a16:creationId xmlns:a16="http://schemas.microsoft.com/office/drawing/2014/main" id="{631F4D78-2918-BB89-CFD1-2E5C1634FE6F}"/>
                  </a:ext>
                </a:extLst>
              </p:cNvPr>
              <p:cNvSpPr/>
              <p:nvPr/>
            </p:nvSpPr>
            <p:spPr>
              <a:xfrm>
                <a:off x="1734713" y="7933397"/>
                <a:ext cx="37180" cy="37180"/>
              </a:xfrm>
              <a:custGeom>
                <a:avLst/>
                <a:gdLst>
                  <a:gd name="connsiteX0" fmla="*/ 37436 w 37180"/>
                  <a:gd name="connsiteY0" fmla="*/ 18766 h 37180"/>
                  <a:gd name="connsiteX1" fmla="*/ 18846 w 37180"/>
                  <a:gd name="connsiteY1" fmla="*/ 37356 h 37180"/>
                  <a:gd name="connsiteX2" fmla="*/ 255 w 37180"/>
                  <a:gd name="connsiteY2" fmla="*/ 18766 h 37180"/>
                  <a:gd name="connsiteX3" fmla="*/ 18846 w 37180"/>
                  <a:gd name="connsiteY3" fmla="*/ 175 h 37180"/>
                  <a:gd name="connsiteX4" fmla="*/ 37436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6"/>
                    </a:moveTo>
                    <a:cubicBezTo>
                      <a:pt x="37436" y="29033"/>
                      <a:pt x="29113" y="37356"/>
                      <a:pt x="18846" y="37356"/>
                    </a:cubicBezTo>
                    <a:cubicBezTo>
                      <a:pt x="8579" y="37356"/>
                      <a:pt x="255" y="29033"/>
                      <a:pt x="255" y="18766"/>
                    </a:cubicBezTo>
                    <a:cubicBezTo>
                      <a:pt x="255" y="8499"/>
                      <a:pt x="8579" y="175"/>
                      <a:pt x="18846" y="175"/>
                    </a:cubicBezTo>
                    <a:cubicBezTo>
                      <a:pt x="29113" y="175"/>
                      <a:pt x="37436" y="8499"/>
                      <a:pt x="37436" y="18766"/>
                    </a:cubicBezTo>
                    <a:close/>
                  </a:path>
                </a:pathLst>
              </a:custGeom>
              <a:solidFill>
                <a:srgbClr val="F7B4B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0" name="Freeform: Shape 3369">
                <a:extLst>
                  <a:ext uri="{FF2B5EF4-FFF2-40B4-BE49-F238E27FC236}">
                    <a16:creationId xmlns:a16="http://schemas.microsoft.com/office/drawing/2014/main" id="{86F818F0-05E8-771B-60F3-866ABDD03ECF}"/>
                  </a:ext>
                </a:extLst>
              </p:cNvPr>
              <p:cNvSpPr/>
              <p:nvPr/>
            </p:nvSpPr>
            <p:spPr>
              <a:xfrm>
                <a:off x="1732313" y="7930997"/>
                <a:ext cx="41981" cy="41981"/>
              </a:xfrm>
              <a:custGeom>
                <a:avLst/>
                <a:gdLst>
                  <a:gd name="connsiteX0" fmla="*/ 21246 w 41981"/>
                  <a:gd name="connsiteY0" fmla="*/ 4976 h 41981"/>
                  <a:gd name="connsiteX1" fmla="*/ 37436 w 41981"/>
                  <a:gd name="connsiteY1" fmla="*/ 21166 h 41981"/>
                  <a:gd name="connsiteX2" fmla="*/ 37436 w 41981"/>
                  <a:gd name="connsiteY2" fmla="*/ 21166 h 41981"/>
                  <a:gd name="connsiteX3" fmla="*/ 21246 w 41981"/>
                  <a:gd name="connsiteY3" fmla="*/ 37356 h 41981"/>
                  <a:gd name="connsiteX4" fmla="*/ 5056 w 41981"/>
                  <a:gd name="connsiteY4" fmla="*/ 21166 h 41981"/>
                  <a:gd name="connsiteX5" fmla="*/ 21246 w 41981"/>
                  <a:gd name="connsiteY5" fmla="*/ 4976 h 41981"/>
                  <a:gd name="connsiteX6" fmla="*/ 21246 w 41981"/>
                  <a:gd name="connsiteY6" fmla="*/ 175 h 41981"/>
                  <a:gd name="connsiteX7" fmla="*/ 255 w 41981"/>
                  <a:gd name="connsiteY7" fmla="*/ 21166 h 41981"/>
                  <a:gd name="connsiteX8" fmla="*/ 21246 w 41981"/>
                  <a:gd name="connsiteY8" fmla="*/ 42156 h 41981"/>
                  <a:gd name="connsiteX9" fmla="*/ 42237 w 41981"/>
                  <a:gd name="connsiteY9" fmla="*/ 21166 h 41981"/>
                  <a:gd name="connsiteX10" fmla="*/ 42237 w 41981"/>
                  <a:gd name="connsiteY10" fmla="*/ 21166 h 41981"/>
                  <a:gd name="connsiteX11" fmla="*/ 2124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76"/>
                    </a:moveTo>
                    <a:cubicBezTo>
                      <a:pt x="30188" y="4976"/>
                      <a:pt x="37436" y="12224"/>
                      <a:pt x="37436" y="21166"/>
                    </a:cubicBezTo>
                    <a:lnTo>
                      <a:pt x="37436" y="21166"/>
                    </a:lnTo>
                    <a:cubicBezTo>
                      <a:pt x="37436" y="30108"/>
                      <a:pt x="30188" y="37356"/>
                      <a:pt x="21246" y="37356"/>
                    </a:cubicBezTo>
                    <a:cubicBezTo>
                      <a:pt x="12304" y="37356"/>
                      <a:pt x="5056" y="30108"/>
                      <a:pt x="5056" y="21166"/>
                    </a:cubicBezTo>
                    <a:cubicBezTo>
                      <a:pt x="5056" y="12224"/>
                      <a:pt x="12304" y="4976"/>
                      <a:pt x="21246" y="4976"/>
                    </a:cubicBezTo>
                    <a:close/>
                    <a:moveTo>
                      <a:pt x="21246" y="175"/>
                    </a:moveTo>
                    <a:cubicBezTo>
                      <a:pt x="9653" y="175"/>
                      <a:pt x="255" y="9573"/>
                      <a:pt x="255" y="21166"/>
                    </a:cubicBezTo>
                    <a:cubicBezTo>
                      <a:pt x="255" y="32758"/>
                      <a:pt x="9653" y="42156"/>
                      <a:pt x="21246" y="42156"/>
                    </a:cubicBezTo>
                    <a:cubicBezTo>
                      <a:pt x="32839" y="42156"/>
                      <a:pt x="42237" y="32758"/>
                      <a:pt x="42237" y="21166"/>
                    </a:cubicBezTo>
                    <a:lnTo>
                      <a:pt x="42237" y="21166"/>
                    </a:lnTo>
                    <a:cubicBezTo>
                      <a:pt x="42237" y="9573"/>
                      <a:pt x="32839" y="175"/>
                      <a:pt x="21246"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1" name="Freeform: Shape 3370">
                <a:extLst>
                  <a:ext uri="{FF2B5EF4-FFF2-40B4-BE49-F238E27FC236}">
                    <a16:creationId xmlns:a16="http://schemas.microsoft.com/office/drawing/2014/main" id="{9DB10F01-9FAF-B726-F9AE-175CBB1D4529}"/>
                  </a:ext>
                </a:extLst>
              </p:cNvPr>
              <p:cNvSpPr/>
              <p:nvPr/>
            </p:nvSpPr>
            <p:spPr>
              <a:xfrm>
                <a:off x="1830675" y="7818341"/>
                <a:ext cx="37180" cy="37180"/>
              </a:xfrm>
              <a:custGeom>
                <a:avLst/>
                <a:gdLst>
                  <a:gd name="connsiteX0" fmla="*/ 37453 w 37180"/>
                  <a:gd name="connsiteY0" fmla="*/ 18746 h 37180"/>
                  <a:gd name="connsiteX1" fmla="*/ 18862 w 37180"/>
                  <a:gd name="connsiteY1" fmla="*/ 37336 h 37180"/>
                  <a:gd name="connsiteX2" fmla="*/ 272 w 37180"/>
                  <a:gd name="connsiteY2" fmla="*/ 18746 h 37180"/>
                  <a:gd name="connsiteX3" fmla="*/ 18862 w 37180"/>
                  <a:gd name="connsiteY3" fmla="*/ 155 h 37180"/>
                  <a:gd name="connsiteX4" fmla="*/ 37453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46"/>
                    </a:moveTo>
                    <a:cubicBezTo>
                      <a:pt x="37453" y="29013"/>
                      <a:pt x="29130" y="37336"/>
                      <a:pt x="18862" y="37336"/>
                    </a:cubicBezTo>
                    <a:cubicBezTo>
                      <a:pt x="8595" y="37336"/>
                      <a:pt x="272" y="29013"/>
                      <a:pt x="272" y="18746"/>
                    </a:cubicBezTo>
                    <a:cubicBezTo>
                      <a:pt x="272" y="8479"/>
                      <a:pt x="8595" y="155"/>
                      <a:pt x="18862" y="155"/>
                    </a:cubicBezTo>
                    <a:cubicBezTo>
                      <a:pt x="29130" y="155"/>
                      <a:pt x="37453" y="8479"/>
                      <a:pt x="37453" y="18746"/>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2" name="Freeform: Shape 3371">
                <a:extLst>
                  <a:ext uri="{FF2B5EF4-FFF2-40B4-BE49-F238E27FC236}">
                    <a16:creationId xmlns:a16="http://schemas.microsoft.com/office/drawing/2014/main" id="{2FE83F90-04BA-51A8-2FE3-17865BB83974}"/>
                  </a:ext>
                </a:extLst>
              </p:cNvPr>
              <p:cNvSpPr/>
              <p:nvPr/>
            </p:nvSpPr>
            <p:spPr>
              <a:xfrm>
                <a:off x="1828275" y="7815941"/>
                <a:ext cx="41981" cy="41981"/>
              </a:xfrm>
              <a:custGeom>
                <a:avLst/>
                <a:gdLst>
                  <a:gd name="connsiteX0" fmla="*/ 21263 w 41981"/>
                  <a:gd name="connsiteY0" fmla="*/ 4956 h 41981"/>
                  <a:gd name="connsiteX1" fmla="*/ 37453 w 41981"/>
                  <a:gd name="connsiteY1" fmla="*/ 21146 h 41981"/>
                  <a:gd name="connsiteX2" fmla="*/ 37453 w 41981"/>
                  <a:gd name="connsiteY2" fmla="*/ 21146 h 41981"/>
                  <a:gd name="connsiteX3" fmla="*/ 21263 w 41981"/>
                  <a:gd name="connsiteY3" fmla="*/ 37336 h 41981"/>
                  <a:gd name="connsiteX4" fmla="*/ 5072 w 41981"/>
                  <a:gd name="connsiteY4" fmla="*/ 21146 h 41981"/>
                  <a:gd name="connsiteX5" fmla="*/ 21263 w 41981"/>
                  <a:gd name="connsiteY5" fmla="*/ 4956 h 41981"/>
                  <a:gd name="connsiteX6" fmla="*/ 21263 w 41981"/>
                  <a:gd name="connsiteY6" fmla="*/ 155 h 41981"/>
                  <a:gd name="connsiteX7" fmla="*/ 272 w 41981"/>
                  <a:gd name="connsiteY7" fmla="*/ 21146 h 41981"/>
                  <a:gd name="connsiteX8" fmla="*/ 21263 w 41981"/>
                  <a:gd name="connsiteY8" fmla="*/ 42137 h 41981"/>
                  <a:gd name="connsiteX9" fmla="*/ 42253 w 41981"/>
                  <a:gd name="connsiteY9" fmla="*/ 21146 h 41981"/>
                  <a:gd name="connsiteX10" fmla="*/ 42253 w 41981"/>
                  <a:gd name="connsiteY10" fmla="*/ 21146 h 41981"/>
                  <a:gd name="connsiteX11" fmla="*/ 21263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56"/>
                    </a:moveTo>
                    <a:cubicBezTo>
                      <a:pt x="30204" y="4956"/>
                      <a:pt x="37453" y="12204"/>
                      <a:pt x="37453" y="21146"/>
                    </a:cubicBezTo>
                    <a:lnTo>
                      <a:pt x="37453" y="21146"/>
                    </a:lnTo>
                    <a:cubicBezTo>
                      <a:pt x="37453" y="30088"/>
                      <a:pt x="30204" y="37336"/>
                      <a:pt x="21263" y="37336"/>
                    </a:cubicBezTo>
                    <a:cubicBezTo>
                      <a:pt x="12321" y="37336"/>
                      <a:pt x="5072" y="30088"/>
                      <a:pt x="5072" y="21146"/>
                    </a:cubicBezTo>
                    <a:cubicBezTo>
                      <a:pt x="5072" y="12204"/>
                      <a:pt x="12321" y="4956"/>
                      <a:pt x="21263" y="4956"/>
                    </a:cubicBezTo>
                    <a:close/>
                    <a:moveTo>
                      <a:pt x="21263" y="155"/>
                    </a:moveTo>
                    <a:cubicBezTo>
                      <a:pt x="9670" y="155"/>
                      <a:pt x="272" y="9553"/>
                      <a:pt x="272" y="21146"/>
                    </a:cubicBezTo>
                    <a:cubicBezTo>
                      <a:pt x="272" y="32739"/>
                      <a:pt x="9670" y="42137"/>
                      <a:pt x="21263" y="42137"/>
                    </a:cubicBezTo>
                    <a:cubicBezTo>
                      <a:pt x="32855" y="42137"/>
                      <a:pt x="42253" y="32739"/>
                      <a:pt x="42253" y="21146"/>
                    </a:cubicBezTo>
                    <a:lnTo>
                      <a:pt x="42253" y="21146"/>
                    </a:lnTo>
                    <a:cubicBezTo>
                      <a:pt x="42253" y="9553"/>
                      <a:pt x="32855" y="155"/>
                      <a:pt x="21263"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3" name="Freeform: Shape 3372">
                <a:extLst>
                  <a:ext uri="{FF2B5EF4-FFF2-40B4-BE49-F238E27FC236}">
                    <a16:creationId xmlns:a16="http://schemas.microsoft.com/office/drawing/2014/main" id="{8A7089F2-8915-9A91-5BEA-CBFB588F1E78}"/>
                  </a:ext>
                </a:extLst>
              </p:cNvPr>
              <p:cNvSpPr/>
              <p:nvPr/>
            </p:nvSpPr>
            <p:spPr>
              <a:xfrm>
                <a:off x="1786277" y="7951788"/>
                <a:ext cx="37180" cy="37180"/>
              </a:xfrm>
              <a:custGeom>
                <a:avLst/>
                <a:gdLst>
                  <a:gd name="connsiteX0" fmla="*/ 37445 w 37180"/>
                  <a:gd name="connsiteY0" fmla="*/ 18769 h 37180"/>
                  <a:gd name="connsiteX1" fmla="*/ 18855 w 37180"/>
                  <a:gd name="connsiteY1" fmla="*/ 37359 h 37180"/>
                  <a:gd name="connsiteX2" fmla="*/ 264 w 37180"/>
                  <a:gd name="connsiteY2" fmla="*/ 18769 h 37180"/>
                  <a:gd name="connsiteX3" fmla="*/ 18855 w 37180"/>
                  <a:gd name="connsiteY3" fmla="*/ 179 h 37180"/>
                  <a:gd name="connsiteX4" fmla="*/ 3744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9"/>
                    </a:moveTo>
                    <a:cubicBezTo>
                      <a:pt x="37445" y="29036"/>
                      <a:pt x="29122" y="37359"/>
                      <a:pt x="18855" y="37359"/>
                    </a:cubicBezTo>
                    <a:cubicBezTo>
                      <a:pt x="8588" y="37359"/>
                      <a:pt x="264" y="29036"/>
                      <a:pt x="264" y="18769"/>
                    </a:cubicBezTo>
                    <a:cubicBezTo>
                      <a:pt x="264" y="8502"/>
                      <a:pt x="8588" y="179"/>
                      <a:pt x="18855" y="179"/>
                    </a:cubicBezTo>
                    <a:cubicBezTo>
                      <a:pt x="29122" y="179"/>
                      <a:pt x="37445" y="8502"/>
                      <a:pt x="37445" y="18769"/>
                    </a:cubicBezTo>
                    <a:close/>
                  </a:path>
                </a:pathLst>
              </a:custGeom>
              <a:solidFill>
                <a:srgbClr val="F7E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4" name="Freeform: Shape 3373">
                <a:extLst>
                  <a:ext uri="{FF2B5EF4-FFF2-40B4-BE49-F238E27FC236}">
                    <a16:creationId xmlns:a16="http://schemas.microsoft.com/office/drawing/2014/main" id="{C37179E9-63C6-58B0-0C99-AB0365D33FC3}"/>
                  </a:ext>
                </a:extLst>
              </p:cNvPr>
              <p:cNvSpPr/>
              <p:nvPr/>
            </p:nvSpPr>
            <p:spPr>
              <a:xfrm>
                <a:off x="1783876" y="7949388"/>
                <a:ext cx="41981" cy="41981"/>
              </a:xfrm>
              <a:custGeom>
                <a:avLst/>
                <a:gdLst>
                  <a:gd name="connsiteX0" fmla="*/ 21255 w 41981"/>
                  <a:gd name="connsiteY0" fmla="*/ 4979 h 41981"/>
                  <a:gd name="connsiteX1" fmla="*/ 37445 w 41981"/>
                  <a:gd name="connsiteY1" fmla="*/ 21169 h 41981"/>
                  <a:gd name="connsiteX2" fmla="*/ 37445 w 41981"/>
                  <a:gd name="connsiteY2" fmla="*/ 21169 h 41981"/>
                  <a:gd name="connsiteX3" fmla="*/ 21255 w 41981"/>
                  <a:gd name="connsiteY3" fmla="*/ 37359 h 41981"/>
                  <a:gd name="connsiteX4" fmla="*/ 5065 w 41981"/>
                  <a:gd name="connsiteY4" fmla="*/ 21169 h 41981"/>
                  <a:gd name="connsiteX5" fmla="*/ 21255 w 41981"/>
                  <a:gd name="connsiteY5" fmla="*/ 4979 h 41981"/>
                  <a:gd name="connsiteX6" fmla="*/ 21255 w 41981"/>
                  <a:gd name="connsiteY6" fmla="*/ 179 h 41981"/>
                  <a:gd name="connsiteX7" fmla="*/ 264 w 41981"/>
                  <a:gd name="connsiteY7" fmla="*/ 21169 h 41981"/>
                  <a:gd name="connsiteX8" fmla="*/ 21255 w 41981"/>
                  <a:gd name="connsiteY8" fmla="*/ 42160 h 41981"/>
                  <a:gd name="connsiteX9" fmla="*/ 42245 w 41981"/>
                  <a:gd name="connsiteY9" fmla="*/ 21169 h 41981"/>
                  <a:gd name="connsiteX10" fmla="*/ 42245 w 41981"/>
                  <a:gd name="connsiteY10" fmla="*/ 21169 h 41981"/>
                  <a:gd name="connsiteX11" fmla="*/ 2125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9"/>
                    </a:moveTo>
                    <a:cubicBezTo>
                      <a:pt x="30197" y="4979"/>
                      <a:pt x="37445" y="12227"/>
                      <a:pt x="37445" y="21169"/>
                    </a:cubicBezTo>
                    <a:lnTo>
                      <a:pt x="37445" y="21169"/>
                    </a:lnTo>
                    <a:cubicBezTo>
                      <a:pt x="37445" y="30111"/>
                      <a:pt x="30197" y="37359"/>
                      <a:pt x="21255" y="37359"/>
                    </a:cubicBezTo>
                    <a:cubicBezTo>
                      <a:pt x="12313" y="37359"/>
                      <a:pt x="5065" y="30111"/>
                      <a:pt x="5065" y="21169"/>
                    </a:cubicBezTo>
                    <a:cubicBezTo>
                      <a:pt x="5065" y="12227"/>
                      <a:pt x="12313" y="4979"/>
                      <a:pt x="21255" y="4979"/>
                    </a:cubicBezTo>
                    <a:close/>
                    <a:moveTo>
                      <a:pt x="21255" y="179"/>
                    </a:moveTo>
                    <a:cubicBezTo>
                      <a:pt x="9662" y="179"/>
                      <a:pt x="264" y="9577"/>
                      <a:pt x="264" y="21169"/>
                    </a:cubicBezTo>
                    <a:cubicBezTo>
                      <a:pt x="264" y="32762"/>
                      <a:pt x="9662" y="42160"/>
                      <a:pt x="21255" y="42160"/>
                    </a:cubicBezTo>
                    <a:cubicBezTo>
                      <a:pt x="32847" y="42160"/>
                      <a:pt x="42245" y="32762"/>
                      <a:pt x="42245" y="21169"/>
                    </a:cubicBezTo>
                    <a:lnTo>
                      <a:pt x="42245" y="21169"/>
                    </a:lnTo>
                    <a:cubicBezTo>
                      <a:pt x="42245" y="9577"/>
                      <a:pt x="32847" y="179"/>
                      <a:pt x="21255"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5" name="Freeform: Shape 3374">
                <a:extLst>
                  <a:ext uri="{FF2B5EF4-FFF2-40B4-BE49-F238E27FC236}">
                    <a16:creationId xmlns:a16="http://schemas.microsoft.com/office/drawing/2014/main" id="{86F2CD25-5E40-B778-7F97-FB864EECE9AC}"/>
                  </a:ext>
                </a:extLst>
              </p:cNvPr>
              <p:cNvSpPr/>
              <p:nvPr/>
            </p:nvSpPr>
            <p:spPr>
              <a:xfrm>
                <a:off x="1731649" y="7762054"/>
                <a:ext cx="37180" cy="37180"/>
              </a:xfrm>
              <a:custGeom>
                <a:avLst/>
                <a:gdLst>
                  <a:gd name="connsiteX0" fmla="*/ 37436 w 37180"/>
                  <a:gd name="connsiteY0" fmla="*/ 18736 h 37180"/>
                  <a:gd name="connsiteX1" fmla="*/ 18845 w 37180"/>
                  <a:gd name="connsiteY1" fmla="*/ 37326 h 37180"/>
                  <a:gd name="connsiteX2" fmla="*/ 255 w 37180"/>
                  <a:gd name="connsiteY2" fmla="*/ 18736 h 37180"/>
                  <a:gd name="connsiteX3" fmla="*/ 18845 w 37180"/>
                  <a:gd name="connsiteY3" fmla="*/ 146 h 37180"/>
                  <a:gd name="connsiteX4" fmla="*/ 37436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36"/>
                    </a:moveTo>
                    <a:cubicBezTo>
                      <a:pt x="37436" y="29003"/>
                      <a:pt x="29112" y="37326"/>
                      <a:pt x="18845" y="37326"/>
                    </a:cubicBezTo>
                    <a:cubicBezTo>
                      <a:pt x="8578" y="37326"/>
                      <a:pt x="255" y="29003"/>
                      <a:pt x="255" y="18736"/>
                    </a:cubicBezTo>
                    <a:cubicBezTo>
                      <a:pt x="255" y="8469"/>
                      <a:pt x="8578" y="146"/>
                      <a:pt x="18845" y="146"/>
                    </a:cubicBezTo>
                    <a:cubicBezTo>
                      <a:pt x="29112" y="146"/>
                      <a:pt x="37436" y="8469"/>
                      <a:pt x="37436" y="18736"/>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6" name="Freeform: Shape 3375">
                <a:extLst>
                  <a:ext uri="{FF2B5EF4-FFF2-40B4-BE49-F238E27FC236}">
                    <a16:creationId xmlns:a16="http://schemas.microsoft.com/office/drawing/2014/main" id="{725FE53D-434C-48A1-6018-BC65BD376ADC}"/>
                  </a:ext>
                </a:extLst>
              </p:cNvPr>
              <p:cNvSpPr/>
              <p:nvPr/>
            </p:nvSpPr>
            <p:spPr>
              <a:xfrm>
                <a:off x="1729249" y="7759654"/>
                <a:ext cx="41981" cy="41981"/>
              </a:xfrm>
              <a:custGeom>
                <a:avLst/>
                <a:gdLst>
                  <a:gd name="connsiteX0" fmla="*/ 21245 w 41981"/>
                  <a:gd name="connsiteY0" fmla="*/ 4946 h 41981"/>
                  <a:gd name="connsiteX1" fmla="*/ 37436 w 41981"/>
                  <a:gd name="connsiteY1" fmla="*/ 21136 h 41981"/>
                  <a:gd name="connsiteX2" fmla="*/ 37436 w 41981"/>
                  <a:gd name="connsiteY2" fmla="*/ 21136 h 41981"/>
                  <a:gd name="connsiteX3" fmla="*/ 21245 w 41981"/>
                  <a:gd name="connsiteY3" fmla="*/ 37326 h 41981"/>
                  <a:gd name="connsiteX4" fmla="*/ 5055 w 41981"/>
                  <a:gd name="connsiteY4" fmla="*/ 21136 h 41981"/>
                  <a:gd name="connsiteX5" fmla="*/ 21245 w 41981"/>
                  <a:gd name="connsiteY5" fmla="*/ 4946 h 41981"/>
                  <a:gd name="connsiteX6" fmla="*/ 21245 w 41981"/>
                  <a:gd name="connsiteY6" fmla="*/ 146 h 41981"/>
                  <a:gd name="connsiteX7" fmla="*/ 255 w 41981"/>
                  <a:gd name="connsiteY7" fmla="*/ 21136 h 41981"/>
                  <a:gd name="connsiteX8" fmla="*/ 21245 w 41981"/>
                  <a:gd name="connsiteY8" fmla="*/ 42127 h 41981"/>
                  <a:gd name="connsiteX9" fmla="*/ 42236 w 41981"/>
                  <a:gd name="connsiteY9" fmla="*/ 21136 h 41981"/>
                  <a:gd name="connsiteX10" fmla="*/ 42236 w 41981"/>
                  <a:gd name="connsiteY10" fmla="*/ 21136 h 41981"/>
                  <a:gd name="connsiteX11" fmla="*/ 21245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46"/>
                    </a:moveTo>
                    <a:cubicBezTo>
                      <a:pt x="30187" y="4946"/>
                      <a:pt x="37436" y="12194"/>
                      <a:pt x="37436" y="21136"/>
                    </a:cubicBezTo>
                    <a:lnTo>
                      <a:pt x="37436" y="21136"/>
                    </a:lnTo>
                    <a:cubicBezTo>
                      <a:pt x="37436" y="30078"/>
                      <a:pt x="30187" y="37326"/>
                      <a:pt x="21245" y="37326"/>
                    </a:cubicBezTo>
                    <a:cubicBezTo>
                      <a:pt x="12304" y="37326"/>
                      <a:pt x="5055" y="30078"/>
                      <a:pt x="5055" y="21136"/>
                    </a:cubicBezTo>
                    <a:cubicBezTo>
                      <a:pt x="5055" y="12194"/>
                      <a:pt x="12304" y="4946"/>
                      <a:pt x="21245" y="4946"/>
                    </a:cubicBezTo>
                    <a:close/>
                    <a:moveTo>
                      <a:pt x="21245" y="146"/>
                    </a:moveTo>
                    <a:cubicBezTo>
                      <a:pt x="9653" y="146"/>
                      <a:pt x="255" y="9544"/>
                      <a:pt x="255" y="21136"/>
                    </a:cubicBezTo>
                    <a:cubicBezTo>
                      <a:pt x="255" y="32729"/>
                      <a:pt x="9653" y="42127"/>
                      <a:pt x="21245" y="42127"/>
                    </a:cubicBezTo>
                    <a:cubicBezTo>
                      <a:pt x="32838" y="42127"/>
                      <a:pt x="42236" y="32729"/>
                      <a:pt x="42236" y="21136"/>
                    </a:cubicBezTo>
                    <a:lnTo>
                      <a:pt x="42236" y="21136"/>
                    </a:lnTo>
                    <a:cubicBezTo>
                      <a:pt x="42236" y="9544"/>
                      <a:pt x="32838" y="146"/>
                      <a:pt x="21245"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7" name="Freeform: Shape 3376">
                <a:extLst>
                  <a:ext uri="{FF2B5EF4-FFF2-40B4-BE49-F238E27FC236}">
                    <a16:creationId xmlns:a16="http://schemas.microsoft.com/office/drawing/2014/main" id="{1DE1E32C-978F-D803-946F-B4187087BFC6}"/>
                  </a:ext>
                </a:extLst>
              </p:cNvPr>
              <p:cNvSpPr/>
              <p:nvPr/>
            </p:nvSpPr>
            <p:spPr>
              <a:xfrm>
                <a:off x="1840599" y="7730253"/>
                <a:ext cx="37180" cy="37180"/>
              </a:xfrm>
              <a:custGeom>
                <a:avLst/>
                <a:gdLst>
                  <a:gd name="connsiteX0" fmla="*/ 37455 w 37180"/>
                  <a:gd name="connsiteY0" fmla="*/ 18730 h 37180"/>
                  <a:gd name="connsiteX1" fmla="*/ 18864 w 37180"/>
                  <a:gd name="connsiteY1" fmla="*/ 37321 h 37180"/>
                  <a:gd name="connsiteX2" fmla="*/ 274 w 37180"/>
                  <a:gd name="connsiteY2" fmla="*/ 18730 h 37180"/>
                  <a:gd name="connsiteX3" fmla="*/ 18864 w 37180"/>
                  <a:gd name="connsiteY3" fmla="*/ 140 h 37180"/>
                  <a:gd name="connsiteX4" fmla="*/ 37455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30"/>
                    </a:moveTo>
                    <a:cubicBezTo>
                      <a:pt x="37455" y="28998"/>
                      <a:pt x="29131" y="37321"/>
                      <a:pt x="18864" y="37321"/>
                    </a:cubicBezTo>
                    <a:cubicBezTo>
                      <a:pt x="8597" y="37321"/>
                      <a:pt x="274" y="28998"/>
                      <a:pt x="274" y="18730"/>
                    </a:cubicBezTo>
                    <a:cubicBezTo>
                      <a:pt x="274" y="8463"/>
                      <a:pt x="8597" y="140"/>
                      <a:pt x="18864" y="140"/>
                    </a:cubicBezTo>
                    <a:cubicBezTo>
                      <a:pt x="29131" y="140"/>
                      <a:pt x="37455" y="8463"/>
                      <a:pt x="37455" y="18730"/>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8" name="Freeform: Shape 3377">
                <a:extLst>
                  <a:ext uri="{FF2B5EF4-FFF2-40B4-BE49-F238E27FC236}">
                    <a16:creationId xmlns:a16="http://schemas.microsoft.com/office/drawing/2014/main" id="{95B44895-09BB-2514-8F55-EA784C4E9CE7}"/>
                  </a:ext>
                </a:extLst>
              </p:cNvPr>
              <p:cNvSpPr/>
              <p:nvPr/>
            </p:nvSpPr>
            <p:spPr>
              <a:xfrm>
                <a:off x="1838199" y="7727853"/>
                <a:ext cx="41981" cy="41981"/>
              </a:xfrm>
              <a:custGeom>
                <a:avLst/>
                <a:gdLst>
                  <a:gd name="connsiteX0" fmla="*/ 21264 w 41981"/>
                  <a:gd name="connsiteY0" fmla="*/ 4940 h 41981"/>
                  <a:gd name="connsiteX1" fmla="*/ 37455 w 41981"/>
                  <a:gd name="connsiteY1" fmla="*/ 21131 h 41981"/>
                  <a:gd name="connsiteX2" fmla="*/ 37455 w 41981"/>
                  <a:gd name="connsiteY2" fmla="*/ 21131 h 41981"/>
                  <a:gd name="connsiteX3" fmla="*/ 21264 w 41981"/>
                  <a:gd name="connsiteY3" fmla="*/ 37321 h 41981"/>
                  <a:gd name="connsiteX4" fmla="*/ 5074 w 41981"/>
                  <a:gd name="connsiteY4" fmla="*/ 21131 h 41981"/>
                  <a:gd name="connsiteX5" fmla="*/ 21264 w 41981"/>
                  <a:gd name="connsiteY5" fmla="*/ 4940 h 41981"/>
                  <a:gd name="connsiteX6" fmla="*/ 21264 w 41981"/>
                  <a:gd name="connsiteY6" fmla="*/ 140 h 41981"/>
                  <a:gd name="connsiteX7" fmla="*/ 274 w 41981"/>
                  <a:gd name="connsiteY7" fmla="*/ 21131 h 41981"/>
                  <a:gd name="connsiteX8" fmla="*/ 21264 w 41981"/>
                  <a:gd name="connsiteY8" fmla="*/ 42121 h 41981"/>
                  <a:gd name="connsiteX9" fmla="*/ 42255 w 41981"/>
                  <a:gd name="connsiteY9" fmla="*/ 21131 h 41981"/>
                  <a:gd name="connsiteX10" fmla="*/ 42255 w 41981"/>
                  <a:gd name="connsiteY10" fmla="*/ 21131 h 41981"/>
                  <a:gd name="connsiteX11" fmla="*/ 21264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40"/>
                    </a:moveTo>
                    <a:cubicBezTo>
                      <a:pt x="30206" y="4940"/>
                      <a:pt x="37455" y="12189"/>
                      <a:pt x="37455" y="21131"/>
                    </a:cubicBezTo>
                    <a:lnTo>
                      <a:pt x="37455" y="21131"/>
                    </a:lnTo>
                    <a:cubicBezTo>
                      <a:pt x="37455" y="30072"/>
                      <a:pt x="30206" y="37321"/>
                      <a:pt x="21264" y="37321"/>
                    </a:cubicBezTo>
                    <a:cubicBezTo>
                      <a:pt x="12323" y="37321"/>
                      <a:pt x="5074" y="30072"/>
                      <a:pt x="5074" y="21131"/>
                    </a:cubicBezTo>
                    <a:cubicBezTo>
                      <a:pt x="5074" y="12189"/>
                      <a:pt x="12323" y="4940"/>
                      <a:pt x="21264" y="4940"/>
                    </a:cubicBezTo>
                    <a:close/>
                    <a:moveTo>
                      <a:pt x="21264" y="140"/>
                    </a:moveTo>
                    <a:cubicBezTo>
                      <a:pt x="9672" y="140"/>
                      <a:pt x="274" y="9538"/>
                      <a:pt x="274" y="21131"/>
                    </a:cubicBezTo>
                    <a:cubicBezTo>
                      <a:pt x="274" y="32723"/>
                      <a:pt x="9672" y="42121"/>
                      <a:pt x="21264" y="42121"/>
                    </a:cubicBezTo>
                    <a:cubicBezTo>
                      <a:pt x="32857" y="42121"/>
                      <a:pt x="42255" y="32723"/>
                      <a:pt x="42255" y="21131"/>
                    </a:cubicBezTo>
                    <a:lnTo>
                      <a:pt x="42255" y="21131"/>
                    </a:lnTo>
                    <a:cubicBezTo>
                      <a:pt x="42255" y="9538"/>
                      <a:pt x="32857" y="140"/>
                      <a:pt x="21264"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79" name="Freeform: Shape 3378">
                <a:extLst>
                  <a:ext uri="{FF2B5EF4-FFF2-40B4-BE49-F238E27FC236}">
                    <a16:creationId xmlns:a16="http://schemas.microsoft.com/office/drawing/2014/main" id="{F6DF86C0-CC47-E4F4-D085-C548F5835EAB}"/>
                  </a:ext>
                </a:extLst>
              </p:cNvPr>
              <p:cNvSpPr/>
              <p:nvPr/>
            </p:nvSpPr>
            <p:spPr>
              <a:xfrm>
                <a:off x="1850144" y="7779075"/>
                <a:ext cx="37180" cy="37180"/>
              </a:xfrm>
              <a:custGeom>
                <a:avLst/>
                <a:gdLst>
                  <a:gd name="connsiteX0" fmla="*/ 37456 w 37180"/>
                  <a:gd name="connsiteY0" fmla="*/ 18739 h 37180"/>
                  <a:gd name="connsiteX1" fmla="*/ 18866 w 37180"/>
                  <a:gd name="connsiteY1" fmla="*/ 37329 h 37180"/>
                  <a:gd name="connsiteX2" fmla="*/ 275 w 37180"/>
                  <a:gd name="connsiteY2" fmla="*/ 18739 h 37180"/>
                  <a:gd name="connsiteX3" fmla="*/ 18866 w 37180"/>
                  <a:gd name="connsiteY3" fmla="*/ 149 h 37180"/>
                  <a:gd name="connsiteX4" fmla="*/ 37456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39"/>
                    </a:moveTo>
                    <a:cubicBezTo>
                      <a:pt x="37456" y="29006"/>
                      <a:pt x="29133" y="37329"/>
                      <a:pt x="18866" y="37329"/>
                    </a:cubicBezTo>
                    <a:cubicBezTo>
                      <a:pt x="8599" y="37329"/>
                      <a:pt x="275" y="29006"/>
                      <a:pt x="275" y="18739"/>
                    </a:cubicBezTo>
                    <a:cubicBezTo>
                      <a:pt x="275" y="8472"/>
                      <a:pt x="8599" y="149"/>
                      <a:pt x="18866" y="149"/>
                    </a:cubicBezTo>
                    <a:cubicBezTo>
                      <a:pt x="29133" y="149"/>
                      <a:pt x="37456" y="8472"/>
                      <a:pt x="37456" y="18739"/>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0" name="Freeform: Shape 3379">
                <a:extLst>
                  <a:ext uri="{FF2B5EF4-FFF2-40B4-BE49-F238E27FC236}">
                    <a16:creationId xmlns:a16="http://schemas.microsoft.com/office/drawing/2014/main" id="{1BBA680A-FBAB-694F-A5FE-59FC92EE5F80}"/>
                  </a:ext>
                </a:extLst>
              </p:cNvPr>
              <p:cNvSpPr/>
              <p:nvPr/>
            </p:nvSpPr>
            <p:spPr>
              <a:xfrm>
                <a:off x="1847743" y="7776675"/>
                <a:ext cx="41981" cy="41981"/>
              </a:xfrm>
              <a:custGeom>
                <a:avLst/>
                <a:gdLst>
                  <a:gd name="connsiteX0" fmla="*/ 21266 w 41981"/>
                  <a:gd name="connsiteY0" fmla="*/ 4949 h 41981"/>
                  <a:gd name="connsiteX1" fmla="*/ 37456 w 41981"/>
                  <a:gd name="connsiteY1" fmla="*/ 21139 h 41981"/>
                  <a:gd name="connsiteX2" fmla="*/ 37456 w 41981"/>
                  <a:gd name="connsiteY2" fmla="*/ 21139 h 41981"/>
                  <a:gd name="connsiteX3" fmla="*/ 21266 w 41981"/>
                  <a:gd name="connsiteY3" fmla="*/ 37329 h 41981"/>
                  <a:gd name="connsiteX4" fmla="*/ 5076 w 41981"/>
                  <a:gd name="connsiteY4" fmla="*/ 21139 h 41981"/>
                  <a:gd name="connsiteX5" fmla="*/ 21266 w 41981"/>
                  <a:gd name="connsiteY5" fmla="*/ 4949 h 41981"/>
                  <a:gd name="connsiteX6" fmla="*/ 21266 w 41981"/>
                  <a:gd name="connsiteY6" fmla="*/ 149 h 41981"/>
                  <a:gd name="connsiteX7" fmla="*/ 275 w 41981"/>
                  <a:gd name="connsiteY7" fmla="*/ 21139 h 41981"/>
                  <a:gd name="connsiteX8" fmla="*/ 21266 w 41981"/>
                  <a:gd name="connsiteY8" fmla="*/ 42130 h 41981"/>
                  <a:gd name="connsiteX9" fmla="*/ 42257 w 41981"/>
                  <a:gd name="connsiteY9" fmla="*/ 21139 h 41981"/>
                  <a:gd name="connsiteX10" fmla="*/ 42257 w 41981"/>
                  <a:gd name="connsiteY10" fmla="*/ 21139 h 41981"/>
                  <a:gd name="connsiteX11" fmla="*/ 21266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49"/>
                    </a:moveTo>
                    <a:cubicBezTo>
                      <a:pt x="30208" y="4949"/>
                      <a:pt x="37456" y="12197"/>
                      <a:pt x="37456" y="21139"/>
                    </a:cubicBezTo>
                    <a:lnTo>
                      <a:pt x="37456" y="21139"/>
                    </a:lnTo>
                    <a:cubicBezTo>
                      <a:pt x="37456" y="30081"/>
                      <a:pt x="30208" y="37329"/>
                      <a:pt x="21266" y="37329"/>
                    </a:cubicBezTo>
                    <a:cubicBezTo>
                      <a:pt x="12324" y="37329"/>
                      <a:pt x="5076" y="30081"/>
                      <a:pt x="5076" y="21139"/>
                    </a:cubicBezTo>
                    <a:cubicBezTo>
                      <a:pt x="5076" y="12197"/>
                      <a:pt x="12324" y="4949"/>
                      <a:pt x="21266" y="4949"/>
                    </a:cubicBezTo>
                    <a:close/>
                    <a:moveTo>
                      <a:pt x="21266" y="149"/>
                    </a:moveTo>
                    <a:cubicBezTo>
                      <a:pt x="9673" y="149"/>
                      <a:pt x="275" y="9547"/>
                      <a:pt x="275" y="21139"/>
                    </a:cubicBezTo>
                    <a:cubicBezTo>
                      <a:pt x="275" y="32732"/>
                      <a:pt x="9673" y="42130"/>
                      <a:pt x="21266" y="42130"/>
                    </a:cubicBezTo>
                    <a:cubicBezTo>
                      <a:pt x="32859" y="42130"/>
                      <a:pt x="42257" y="32732"/>
                      <a:pt x="42257" y="21139"/>
                    </a:cubicBezTo>
                    <a:lnTo>
                      <a:pt x="42257" y="21139"/>
                    </a:lnTo>
                    <a:cubicBezTo>
                      <a:pt x="42257" y="9547"/>
                      <a:pt x="32859" y="149"/>
                      <a:pt x="21266"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1" name="Freeform: Shape 3380">
                <a:extLst>
                  <a:ext uri="{FF2B5EF4-FFF2-40B4-BE49-F238E27FC236}">
                    <a16:creationId xmlns:a16="http://schemas.microsoft.com/office/drawing/2014/main" id="{E86E6773-03E8-5012-9B7E-32E42F9306C4}"/>
                  </a:ext>
                </a:extLst>
              </p:cNvPr>
              <p:cNvSpPr/>
              <p:nvPr/>
            </p:nvSpPr>
            <p:spPr>
              <a:xfrm>
                <a:off x="1923301" y="7746692"/>
                <a:ext cx="37180" cy="37180"/>
              </a:xfrm>
              <a:custGeom>
                <a:avLst/>
                <a:gdLst>
                  <a:gd name="connsiteX0" fmla="*/ 37469 w 37180"/>
                  <a:gd name="connsiteY0" fmla="*/ 18733 h 37180"/>
                  <a:gd name="connsiteX1" fmla="*/ 18878 w 37180"/>
                  <a:gd name="connsiteY1" fmla="*/ 37324 h 37180"/>
                  <a:gd name="connsiteX2" fmla="*/ 288 w 37180"/>
                  <a:gd name="connsiteY2" fmla="*/ 18733 h 37180"/>
                  <a:gd name="connsiteX3" fmla="*/ 18878 w 37180"/>
                  <a:gd name="connsiteY3" fmla="*/ 143 h 37180"/>
                  <a:gd name="connsiteX4" fmla="*/ 37469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33"/>
                    </a:moveTo>
                    <a:cubicBezTo>
                      <a:pt x="37469" y="29000"/>
                      <a:pt x="29146" y="37324"/>
                      <a:pt x="18878" y="37324"/>
                    </a:cubicBezTo>
                    <a:cubicBezTo>
                      <a:pt x="8611" y="37324"/>
                      <a:pt x="288" y="29000"/>
                      <a:pt x="288" y="18733"/>
                    </a:cubicBezTo>
                    <a:cubicBezTo>
                      <a:pt x="288" y="8466"/>
                      <a:pt x="8611" y="143"/>
                      <a:pt x="18878" y="143"/>
                    </a:cubicBezTo>
                    <a:cubicBezTo>
                      <a:pt x="29146" y="143"/>
                      <a:pt x="37469" y="8466"/>
                      <a:pt x="37469" y="18733"/>
                    </a:cubicBezTo>
                    <a:close/>
                  </a:path>
                </a:pathLst>
              </a:custGeom>
              <a:solidFill>
                <a:srgbClr val="CEF7C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2" name="Freeform: Shape 3381">
                <a:extLst>
                  <a:ext uri="{FF2B5EF4-FFF2-40B4-BE49-F238E27FC236}">
                    <a16:creationId xmlns:a16="http://schemas.microsoft.com/office/drawing/2014/main" id="{088B8848-489F-A3D5-E7F9-623303B9A131}"/>
                  </a:ext>
                </a:extLst>
              </p:cNvPr>
              <p:cNvSpPr/>
              <p:nvPr/>
            </p:nvSpPr>
            <p:spPr>
              <a:xfrm>
                <a:off x="1920901" y="7744292"/>
                <a:ext cx="41981" cy="41981"/>
              </a:xfrm>
              <a:custGeom>
                <a:avLst/>
                <a:gdLst>
                  <a:gd name="connsiteX0" fmla="*/ 21279 w 41981"/>
                  <a:gd name="connsiteY0" fmla="*/ 4943 h 41981"/>
                  <a:gd name="connsiteX1" fmla="*/ 37469 w 41981"/>
                  <a:gd name="connsiteY1" fmla="*/ 21133 h 41981"/>
                  <a:gd name="connsiteX2" fmla="*/ 37469 w 41981"/>
                  <a:gd name="connsiteY2" fmla="*/ 21133 h 41981"/>
                  <a:gd name="connsiteX3" fmla="*/ 21279 w 41981"/>
                  <a:gd name="connsiteY3" fmla="*/ 37324 h 41981"/>
                  <a:gd name="connsiteX4" fmla="*/ 5088 w 41981"/>
                  <a:gd name="connsiteY4" fmla="*/ 21133 h 41981"/>
                  <a:gd name="connsiteX5" fmla="*/ 21279 w 41981"/>
                  <a:gd name="connsiteY5" fmla="*/ 4943 h 41981"/>
                  <a:gd name="connsiteX6" fmla="*/ 21279 w 41981"/>
                  <a:gd name="connsiteY6" fmla="*/ 143 h 41981"/>
                  <a:gd name="connsiteX7" fmla="*/ 288 w 41981"/>
                  <a:gd name="connsiteY7" fmla="*/ 21133 h 41981"/>
                  <a:gd name="connsiteX8" fmla="*/ 21279 w 41981"/>
                  <a:gd name="connsiteY8" fmla="*/ 42124 h 41981"/>
                  <a:gd name="connsiteX9" fmla="*/ 42269 w 41981"/>
                  <a:gd name="connsiteY9" fmla="*/ 21133 h 41981"/>
                  <a:gd name="connsiteX10" fmla="*/ 42269 w 41981"/>
                  <a:gd name="connsiteY10" fmla="*/ 21133 h 41981"/>
                  <a:gd name="connsiteX11" fmla="*/ 21279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43"/>
                    </a:moveTo>
                    <a:cubicBezTo>
                      <a:pt x="30221" y="4943"/>
                      <a:pt x="37469" y="12192"/>
                      <a:pt x="37469" y="21133"/>
                    </a:cubicBezTo>
                    <a:lnTo>
                      <a:pt x="37469" y="21133"/>
                    </a:lnTo>
                    <a:cubicBezTo>
                      <a:pt x="37469" y="30075"/>
                      <a:pt x="30221" y="37324"/>
                      <a:pt x="21279" y="37324"/>
                    </a:cubicBezTo>
                    <a:cubicBezTo>
                      <a:pt x="12337" y="37324"/>
                      <a:pt x="5088" y="30075"/>
                      <a:pt x="5088" y="21133"/>
                    </a:cubicBezTo>
                    <a:cubicBezTo>
                      <a:pt x="5088" y="12192"/>
                      <a:pt x="12337" y="4943"/>
                      <a:pt x="21279" y="4943"/>
                    </a:cubicBezTo>
                    <a:close/>
                    <a:moveTo>
                      <a:pt x="21279" y="143"/>
                    </a:moveTo>
                    <a:cubicBezTo>
                      <a:pt x="9686" y="143"/>
                      <a:pt x="288" y="9541"/>
                      <a:pt x="288" y="21133"/>
                    </a:cubicBezTo>
                    <a:cubicBezTo>
                      <a:pt x="288" y="32726"/>
                      <a:pt x="9686" y="42124"/>
                      <a:pt x="21279" y="42124"/>
                    </a:cubicBezTo>
                    <a:cubicBezTo>
                      <a:pt x="32871" y="42124"/>
                      <a:pt x="42269" y="32726"/>
                      <a:pt x="42269" y="21133"/>
                    </a:cubicBezTo>
                    <a:lnTo>
                      <a:pt x="42269" y="21133"/>
                    </a:lnTo>
                    <a:cubicBezTo>
                      <a:pt x="42269" y="9541"/>
                      <a:pt x="32871" y="143"/>
                      <a:pt x="21279" y="14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3" name="Freeform: Shape 3382">
                <a:extLst>
                  <a:ext uri="{FF2B5EF4-FFF2-40B4-BE49-F238E27FC236}">
                    <a16:creationId xmlns:a16="http://schemas.microsoft.com/office/drawing/2014/main" id="{36D9EC91-4F71-8E08-90F5-39338362DD7E}"/>
                  </a:ext>
                </a:extLst>
              </p:cNvPr>
              <p:cNvSpPr/>
              <p:nvPr/>
            </p:nvSpPr>
            <p:spPr>
              <a:xfrm>
                <a:off x="1695574" y="7884431"/>
                <a:ext cx="37180" cy="37180"/>
              </a:xfrm>
              <a:custGeom>
                <a:avLst/>
                <a:gdLst>
                  <a:gd name="connsiteX0" fmla="*/ 37429 w 37180"/>
                  <a:gd name="connsiteY0" fmla="*/ 18757 h 37180"/>
                  <a:gd name="connsiteX1" fmla="*/ 18839 w 37180"/>
                  <a:gd name="connsiteY1" fmla="*/ 37348 h 37180"/>
                  <a:gd name="connsiteX2" fmla="*/ 249 w 37180"/>
                  <a:gd name="connsiteY2" fmla="*/ 18757 h 37180"/>
                  <a:gd name="connsiteX3" fmla="*/ 18839 w 37180"/>
                  <a:gd name="connsiteY3" fmla="*/ 167 h 37180"/>
                  <a:gd name="connsiteX4" fmla="*/ 37429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57"/>
                    </a:moveTo>
                    <a:cubicBezTo>
                      <a:pt x="37429" y="29024"/>
                      <a:pt x="29106" y="37348"/>
                      <a:pt x="18839" y="37348"/>
                    </a:cubicBezTo>
                    <a:cubicBezTo>
                      <a:pt x="8572" y="37348"/>
                      <a:pt x="249" y="29024"/>
                      <a:pt x="249" y="18757"/>
                    </a:cubicBezTo>
                    <a:cubicBezTo>
                      <a:pt x="249" y="8490"/>
                      <a:pt x="8572" y="167"/>
                      <a:pt x="18839" y="167"/>
                    </a:cubicBezTo>
                    <a:cubicBezTo>
                      <a:pt x="29106" y="167"/>
                      <a:pt x="37429" y="8490"/>
                      <a:pt x="37429" y="18757"/>
                    </a:cubicBezTo>
                    <a:close/>
                  </a:path>
                </a:pathLst>
              </a:custGeom>
              <a:solidFill>
                <a:srgbClr val="F7C7C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4" name="Freeform: Shape 3383">
                <a:extLst>
                  <a:ext uri="{FF2B5EF4-FFF2-40B4-BE49-F238E27FC236}">
                    <a16:creationId xmlns:a16="http://schemas.microsoft.com/office/drawing/2014/main" id="{C7F3A59F-AC54-1F6C-BB19-B7CCDF84FC9B}"/>
                  </a:ext>
                </a:extLst>
              </p:cNvPr>
              <p:cNvSpPr/>
              <p:nvPr/>
            </p:nvSpPr>
            <p:spPr>
              <a:xfrm>
                <a:off x="1693174" y="7882031"/>
                <a:ext cx="41981" cy="41981"/>
              </a:xfrm>
              <a:custGeom>
                <a:avLst/>
                <a:gdLst>
                  <a:gd name="connsiteX0" fmla="*/ 21239 w 41981"/>
                  <a:gd name="connsiteY0" fmla="*/ 4967 h 41981"/>
                  <a:gd name="connsiteX1" fmla="*/ 37429 w 41981"/>
                  <a:gd name="connsiteY1" fmla="*/ 21157 h 41981"/>
                  <a:gd name="connsiteX2" fmla="*/ 37429 w 41981"/>
                  <a:gd name="connsiteY2" fmla="*/ 21157 h 41981"/>
                  <a:gd name="connsiteX3" fmla="*/ 21239 w 41981"/>
                  <a:gd name="connsiteY3" fmla="*/ 37348 h 41981"/>
                  <a:gd name="connsiteX4" fmla="*/ 5049 w 41981"/>
                  <a:gd name="connsiteY4" fmla="*/ 21157 h 41981"/>
                  <a:gd name="connsiteX5" fmla="*/ 21239 w 41981"/>
                  <a:gd name="connsiteY5" fmla="*/ 4967 h 41981"/>
                  <a:gd name="connsiteX6" fmla="*/ 21239 w 41981"/>
                  <a:gd name="connsiteY6" fmla="*/ 167 h 41981"/>
                  <a:gd name="connsiteX7" fmla="*/ 249 w 41981"/>
                  <a:gd name="connsiteY7" fmla="*/ 21157 h 41981"/>
                  <a:gd name="connsiteX8" fmla="*/ 21239 w 41981"/>
                  <a:gd name="connsiteY8" fmla="*/ 42148 h 41981"/>
                  <a:gd name="connsiteX9" fmla="*/ 42230 w 41981"/>
                  <a:gd name="connsiteY9" fmla="*/ 21157 h 41981"/>
                  <a:gd name="connsiteX10" fmla="*/ 42230 w 41981"/>
                  <a:gd name="connsiteY10" fmla="*/ 21157 h 41981"/>
                  <a:gd name="connsiteX11" fmla="*/ 21239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67"/>
                    </a:moveTo>
                    <a:cubicBezTo>
                      <a:pt x="30181" y="4967"/>
                      <a:pt x="37429" y="12216"/>
                      <a:pt x="37429" y="21157"/>
                    </a:cubicBezTo>
                    <a:lnTo>
                      <a:pt x="37429" y="21157"/>
                    </a:lnTo>
                    <a:cubicBezTo>
                      <a:pt x="37429" y="30099"/>
                      <a:pt x="30181" y="37348"/>
                      <a:pt x="21239" y="37348"/>
                    </a:cubicBezTo>
                    <a:cubicBezTo>
                      <a:pt x="12297" y="37348"/>
                      <a:pt x="5049" y="30099"/>
                      <a:pt x="5049" y="21157"/>
                    </a:cubicBezTo>
                    <a:cubicBezTo>
                      <a:pt x="5049" y="12216"/>
                      <a:pt x="12297" y="4967"/>
                      <a:pt x="21239" y="4967"/>
                    </a:cubicBezTo>
                    <a:close/>
                    <a:moveTo>
                      <a:pt x="21239" y="167"/>
                    </a:moveTo>
                    <a:cubicBezTo>
                      <a:pt x="9647" y="167"/>
                      <a:pt x="249" y="9565"/>
                      <a:pt x="249" y="21157"/>
                    </a:cubicBezTo>
                    <a:cubicBezTo>
                      <a:pt x="249" y="32750"/>
                      <a:pt x="9647" y="42148"/>
                      <a:pt x="21239" y="42148"/>
                    </a:cubicBezTo>
                    <a:cubicBezTo>
                      <a:pt x="32832" y="42148"/>
                      <a:pt x="42230" y="32750"/>
                      <a:pt x="42230" y="21157"/>
                    </a:cubicBezTo>
                    <a:lnTo>
                      <a:pt x="42230" y="21157"/>
                    </a:lnTo>
                    <a:cubicBezTo>
                      <a:pt x="42230" y="9565"/>
                      <a:pt x="32832" y="167"/>
                      <a:pt x="21239"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5" name="Freeform: Shape 3384">
                <a:extLst>
                  <a:ext uri="{FF2B5EF4-FFF2-40B4-BE49-F238E27FC236}">
                    <a16:creationId xmlns:a16="http://schemas.microsoft.com/office/drawing/2014/main" id="{9B35F305-E7F6-61E2-D0B7-F9D841F1F445}"/>
                  </a:ext>
                </a:extLst>
              </p:cNvPr>
              <p:cNvSpPr/>
              <p:nvPr/>
            </p:nvSpPr>
            <p:spPr>
              <a:xfrm>
                <a:off x="1807041" y="7841755"/>
                <a:ext cx="37180" cy="37180"/>
              </a:xfrm>
              <a:custGeom>
                <a:avLst/>
                <a:gdLst>
                  <a:gd name="connsiteX0" fmla="*/ 37449 w 37180"/>
                  <a:gd name="connsiteY0" fmla="*/ 18750 h 37180"/>
                  <a:gd name="connsiteX1" fmla="*/ 18858 w 37180"/>
                  <a:gd name="connsiteY1" fmla="*/ 37340 h 37180"/>
                  <a:gd name="connsiteX2" fmla="*/ 268 w 37180"/>
                  <a:gd name="connsiteY2" fmla="*/ 18750 h 37180"/>
                  <a:gd name="connsiteX3" fmla="*/ 18858 w 37180"/>
                  <a:gd name="connsiteY3" fmla="*/ 159 h 37180"/>
                  <a:gd name="connsiteX4" fmla="*/ 37449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0"/>
                    </a:moveTo>
                    <a:cubicBezTo>
                      <a:pt x="37449" y="29017"/>
                      <a:pt x="29126" y="37340"/>
                      <a:pt x="18858" y="37340"/>
                    </a:cubicBezTo>
                    <a:cubicBezTo>
                      <a:pt x="8591" y="37340"/>
                      <a:pt x="268" y="29017"/>
                      <a:pt x="268" y="18750"/>
                    </a:cubicBezTo>
                    <a:cubicBezTo>
                      <a:pt x="268" y="8483"/>
                      <a:pt x="8591" y="159"/>
                      <a:pt x="18858" y="159"/>
                    </a:cubicBezTo>
                    <a:cubicBezTo>
                      <a:pt x="29126" y="159"/>
                      <a:pt x="37449" y="8483"/>
                      <a:pt x="37449" y="18750"/>
                    </a:cubicBezTo>
                    <a:close/>
                  </a:path>
                </a:pathLst>
              </a:custGeom>
              <a:solidFill>
                <a:srgbClr val="F7C3C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6" name="Freeform: Shape 3385">
                <a:extLst>
                  <a:ext uri="{FF2B5EF4-FFF2-40B4-BE49-F238E27FC236}">
                    <a16:creationId xmlns:a16="http://schemas.microsoft.com/office/drawing/2014/main" id="{77F025F5-8244-1148-B8F6-F8DE10B7CE3A}"/>
                  </a:ext>
                </a:extLst>
              </p:cNvPr>
              <p:cNvSpPr/>
              <p:nvPr/>
            </p:nvSpPr>
            <p:spPr>
              <a:xfrm>
                <a:off x="1804641" y="7839355"/>
                <a:ext cx="41981" cy="41981"/>
              </a:xfrm>
              <a:custGeom>
                <a:avLst/>
                <a:gdLst>
                  <a:gd name="connsiteX0" fmla="*/ 21259 w 41981"/>
                  <a:gd name="connsiteY0" fmla="*/ 4960 h 41981"/>
                  <a:gd name="connsiteX1" fmla="*/ 37449 w 41981"/>
                  <a:gd name="connsiteY1" fmla="*/ 21150 h 41981"/>
                  <a:gd name="connsiteX2" fmla="*/ 37449 w 41981"/>
                  <a:gd name="connsiteY2" fmla="*/ 21150 h 41981"/>
                  <a:gd name="connsiteX3" fmla="*/ 21259 w 41981"/>
                  <a:gd name="connsiteY3" fmla="*/ 37340 h 41981"/>
                  <a:gd name="connsiteX4" fmla="*/ 5068 w 41981"/>
                  <a:gd name="connsiteY4" fmla="*/ 21150 h 41981"/>
                  <a:gd name="connsiteX5" fmla="*/ 21259 w 41981"/>
                  <a:gd name="connsiteY5" fmla="*/ 4960 h 41981"/>
                  <a:gd name="connsiteX6" fmla="*/ 21259 w 41981"/>
                  <a:gd name="connsiteY6" fmla="*/ 159 h 41981"/>
                  <a:gd name="connsiteX7" fmla="*/ 268 w 41981"/>
                  <a:gd name="connsiteY7" fmla="*/ 21150 h 41981"/>
                  <a:gd name="connsiteX8" fmla="*/ 21259 w 41981"/>
                  <a:gd name="connsiteY8" fmla="*/ 42141 h 41981"/>
                  <a:gd name="connsiteX9" fmla="*/ 42249 w 41981"/>
                  <a:gd name="connsiteY9" fmla="*/ 21150 h 41981"/>
                  <a:gd name="connsiteX10" fmla="*/ 42249 w 41981"/>
                  <a:gd name="connsiteY10" fmla="*/ 21150 h 41981"/>
                  <a:gd name="connsiteX11" fmla="*/ 21259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0"/>
                    </a:moveTo>
                    <a:cubicBezTo>
                      <a:pt x="30200" y="4960"/>
                      <a:pt x="37449" y="12208"/>
                      <a:pt x="37449" y="21150"/>
                    </a:cubicBezTo>
                    <a:lnTo>
                      <a:pt x="37449" y="21150"/>
                    </a:lnTo>
                    <a:cubicBezTo>
                      <a:pt x="37449" y="30092"/>
                      <a:pt x="30200" y="37340"/>
                      <a:pt x="21259" y="37340"/>
                    </a:cubicBezTo>
                    <a:cubicBezTo>
                      <a:pt x="12317" y="37340"/>
                      <a:pt x="5068" y="30092"/>
                      <a:pt x="5068" y="21150"/>
                    </a:cubicBezTo>
                    <a:cubicBezTo>
                      <a:pt x="5068" y="12208"/>
                      <a:pt x="12317" y="4960"/>
                      <a:pt x="21259" y="4960"/>
                    </a:cubicBezTo>
                    <a:close/>
                    <a:moveTo>
                      <a:pt x="21259" y="159"/>
                    </a:moveTo>
                    <a:cubicBezTo>
                      <a:pt x="9666" y="159"/>
                      <a:pt x="268" y="9557"/>
                      <a:pt x="268" y="21150"/>
                    </a:cubicBezTo>
                    <a:cubicBezTo>
                      <a:pt x="268" y="32743"/>
                      <a:pt x="9666" y="42141"/>
                      <a:pt x="21259" y="42141"/>
                    </a:cubicBezTo>
                    <a:cubicBezTo>
                      <a:pt x="32851" y="42141"/>
                      <a:pt x="42249" y="32743"/>
                      <a:pt x="42249" y="21150"/>
                    </a:cubicBezTo>
                    <a:lnTo>
                      <a:pt x="42249" y="21150"/>
                    </a:lnTo>
                    <a:cubicBezTo>
                      <a:pt x="42249" y="9557"/>
                      <a:pt x="32851" y="159"/>
                      <a:pt x="21259"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7" name="Freeform: Shape 3386">
                <a:extLst>
                  <a:ext uri="{FF2B5EF4-FFF2-40B4-BE49-F238E27FC236}">
                    <a16:creationId xmlns:a16="http://schemas.microsoft.com/office/drawing/2014/main" id="{CD1B84D7-432D-66C5-AA9E-890010A3D459}"/>
                  </a:ext>
                </a:extLst>
              </p:cNvPr>
              <p:cNvSpPr/>
              <p:nvPr/>
            </p:nvSpPr>
            <p:spPr>
              <a:xfrm>
                <a:off x="1756307" y="8005195"/>
                <a:ext cx="37180" cy="37180"/>
              </a:xfrm>
              <a:custGeom>
                <a:avLst/>
                <a:gdLst>
                  <a:gd name="connsiteX0" fmla="*/ 37440 w 37180"/>
                  <a:gd name="connsiteY0" fmla="*/ 18778 h 37180"/>
                  <a:gd name="connsiteX1" fmla="*/ 18850 w 37180"/>
                  <a:gd name="connsiteY1" fmla="*/ 37369 h 37180"/>
                  <a:gd name="connsiteX2" fmla="*/ 259 w 37180"/>
                  <a:gd name="connsiteY2" fmla="*/ 18778 h 37180"/>
                  <a:gd name="connsiteX3" fmla="*/ 18850 w 37180"/>
                  <a:gd name="connsiteY3" fmla="*/ 188 h 37180"/>
                  <a:gd name="connsiteX4" fmla="*/ 37440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8"/>
                    </a:moveTo>
                    <a:cubicBezTo>
                      <a:pt x="37440" y="29045"/>
                      <a:pt x="29117" y="37369"/>
                      <a:pt x="18850" y="37369"/>
                    </a:cubicBezTo>
                    <a:cubicBezTo>
                      <a:pt x="8582" y="37369"/>
                      <a:pt x="259" y="29045"/>
                      <a:pt x="259" y="18778"/>
                    </a:cubicBezTo>
                    <a:cubicBezTo>
                      <a:pt x="259" y="8511"/>
                      <a:pt x="8582" y="188"/>
                      <a:pt x="18850" y="188"/>
                    </a:cubicBezTo>
                    <a:cubicBezTo>
                      <a:pt x="29117" y="188"/>
                      <a:pt x="37440" y="8511"/>
                      <a:pt x="37440" y="18778"/>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8" name="Freeform: Shape 3387">
                <a:extLst>
                  <a:ext uri="{FF2B5EF4-FFF2-40B4-BE49-F238E27FC236}">
                    <a16:creationId xmlns:a16="http://schemas.microsoft.com/office/drawing/2014/main" id="{E209D16D-E69A-5E09-EA99-BEC83F200B73}"/>
                  </a:ext>
                </a:extLst>
              </p:cNvPr>
              <p:cNvSpPr/>
              <p:nvPr/>
            </p:nvSpPr>
            <p:spPr>
              <a:xfrm>
                <a:off x="1753907" y="8002795"/>
                <a:ext cx="41981" cy="41981"/>
              </a:xfrm>
              <a:custGeom>
                <a:avLst/>
                <a:gdLst>
                  <a:gd name="connsiteX0" fmla="*/ 21250 w 41981"/>
                  <a:gd name="connsiteY0" fmla="*/ 4988 h 41981"/>
                  <a:gd name="connsiteX1" fmla="*/ 37440 w 41981"/>
                  <a:gd name="connsiteY1" fmla="*/ 21178 h 41981"/>
                  <a:gd name="connsiteX2" fmla="*/ 37440 w 41981"/>
                  <a:gd name="connsiteY2" fmla="*/ 21178 h 41981"/>
                  <a:gd name="connsiteX3" fmla="*/ 21250 w 41981"/>
                  <a:gd name="connsiteY3" fmla="*/ 37369 h 41981"/>
                  <a:gd name="connsiteX4" fmla="*/ 5059 w 41981"/>
                  <a:gd name="connsiteY4" fmla="*/ 21178 h 41981"/>
                  <a:gd name="connsiteX5" fmla="*/ 21250 w 41981"/>
                  <a:gd name="connsiteY5" fmla="*/ 4988 h 41981"/>
                  <a:gd name="connsiteX6" fmla="*/ 21250 w 41981"/>
                  <a:gd name="connsiteY6" fmla="*/ 188 h 41981"/>
                  <a:gd name="connsiteX7" fmla="*/ 259 w 41981"/>
                  <a:gd name="connsiteY7" fmla="*/ 21178 h 41981"/>
                  <a:gd name="connsiteX8" fmla="*/ 21250 w 41981"/>
                  <a:gd name="connsiteY8" fmla="*/ 42169 h 41981"/>
                  <a:gd name="connsiteX9" fmla="*/ 42240 w 41981"/>
                  <a:gd name="connsiteY9" fmla="*/ 21178 h 41981"/>
                  <a:gd name="connsiteX10" fmla="*/ 42240 w 41981"/>
                  <a:gd name="connsiteY10" fmla="*/ 21178 h 41981"/>
                  <a:gd name="connsiteX11" fmla="*/ 21250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8"/>
                    </a:moveTo>
                    <a:cubicBezTo>
                      <a:pt x="30192" y="4988"/>
                      <a:pt x="37440" y="12237"/>
                      <a:pt x="37440" y="21178"/>
                    </a:cubicBezTo>
                    <a:lnTo>
                      <a:pt x="37440" y="21178"/>
                    </a:lnTo>
                    <a:cubicBezTo>
                      <a:pt x="37440" y="30120"/>
                      <a:pt x="30192" y="37369"/>
                      <a:pt x="21250" y="37369"/>
                    </a:cubicBezTo>
                    <a:cubicBezTo>
                      <a:pt x="12308" y="37369"/>
                      <a:pt x="5059" y="30120"/>
                      <a:pt x="5059" y="21178"/>
                    </a:cubicBezTo>
                    <a:cubicBezTo>
                      <a:pt x="5059" y="12237"/>
                      <a:pt x="12308" y="4988"/>
                      <a:pt x="21250" y="4988"/>
                    </a:cubicBezTo>
                    <a:close/>
                    <a:moveTo>
                      <a:pt x="21250" y="188"/>
                    </a:moveTo>
                    <a:cubicBezTo>
                      <a:pt x="9657" y="188"/>
                      <a:pt x="259" y="9586"/>
                      <a:pt x="259" y="21178"/>
                    </a:cubicBezTo>
                    <a:cubicBezTo>
                      <a:pt x="259" y="32771"/>
                      <a:pt x="9657" y="42169"/>
                      <a:pt x="21250" y="42169"/>
                    </a:cubicBezTo>
                    <a:cubicBezTo>
                      <a:pt x="32842" y="42169"/>
                      <a:pt x="42240" y="32771"/>
                      <a:pt x="42240" y="21178"/>
                    </a:cubicBezTo>
                    <a:lnTo>
                      <a:pt x="42240" y="21178"/>
                    </a:lnTo>
                    <a:cubicBezTo>
                      <a:pt x="42240" y="9586"/>
                      <a:pt x="32842" y="188"/>
                      <a:pt x="21250"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89" name="Freeform: Shape 3388">
                <a:extLst>
                  <a:ext uri="{FF2B5EF4-FFF2-40B4-BE49-F238E27FC236}">
                    <a16:creationId xmlns:a16="http://schemas.microsoft.com/office/drawing/2014/main" id="{D1C22C42-E9CA-C601-4466-6F68A5819373}"/>
                  </a:ext>
                </a:extLst>
              </p:cNvPr>
              <p:cNvSpPr/>
              <p:nvPr/>
            </p:nvSpPr>
            <p:spPr>
              <a:xfrm>
                <a:off x="1760766" y="7893849"/>
                <a:ext cx="37180" cy="37180"/>
              </a:xfrm>
              <a:custGeom>
                <a:avLst/>
                <a:gdLst>
                  <a:gd name="connsiteX0" fmla="*/ 37441 w 37180"/>
                  <a:gd name="connsiteY0" fmla="*/ 18759 h 37180"/>
                  <a:gd name="connsiteX1" fmla="*/ 18850 w 37180"/>
                  <a:gd name="connsiteY1" fmla="*/ 37349 h 37180"/>
                  <a:gd name="connsiteX2" fmla="*/ 260 w 37180"/>
                  <a:gd name="connsiteY2" fmla="*/ 18759 h 37180"/>
                  <a:gd name="connsiteX3" fmla="*/ 18850 w 37180"/>
                  <a:gd name="connsiteY3" fmla="*/ 168 h 37180"/>
                  <a:gd name="connsiteX4" fmla="*/ 37441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9"/>
                    </a:moveTo>
                    <a:cubicBezTo>
                      <a:pt x="37441" y="29026"/>
                      <a:pt x="29117" y="37349"/>
                      <a:pt x="18850" y="37349"/>
                    </a:cubicBezTo>
                    <a:cubicBezTo>
                      <a:pt x="8583" y="37349"/>
                      <a:pt x="260" y="29026"/>
                      <a:pt x="260" y="18759"/>
                    </a:cubicBezTo>
                    <a:cubicBezTo>
                      <a:pt x="260" y="8492"/>
                      <a:pt x="8583" y="168"/>
                      <a:pt x="18850" y="168"/>
                    </a:cubicBezTo>
                    <a:cubicBezTo>
                      <a:pt x="29117" y="168"/>
                      <a:pt x="37441" y="8492"/>
                      <a:pt x="37441" y="18759"/>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0" name="Freeform: Shape 3389">
                <a:extLst>
                  <a:ext uri="{FF2B5EF4-FFF2-40B4-BE49-F238E27FC236}">
                    <a16:creationId xmlns:a16="http://schemas.microsoft.com/office/drawing/2014/main" id="{8B38239C-9A90-BA93-12F7-858164C72038}"/>
                  </a:ext>
                </a:extLst>
              </p:cNvPr>
              <p:cNvSpPr/>
              <p:nvPr/>
            </p:nvSpPr>
            <p:spPr>
              <a:xfrm>
                <a:off x="1758365" y="7891448"/>
                <a:ext cx="41981" cy="41981"/>
              </a:xfrm>
              <a:custGeom>
                <a:avLst/>
                <a:gdLst>
                  <a:gd name="connsiteX0" fmla="*/ 21250 w 41981"/>
                  <a:gd name="connsiteY0" fmla="*/ 4969 h 41981"/>
                  <a:gd name="connsiteX1" fmla="*/ 37441 w 41981"/>
                  <a:gd name="connsiteY1" fmla="*/ 21159 h 41981"/>
                  <a:gd name="connsiteX2" fmla="*/ 37441 w 41981"/>
                  <a:gd name="connsiteY2" fmla="*/ 21159 h 41981"/>
                  <a:gd name="connsiteX3" fmla="*/ 21250 w 41981"/>
                  <a:gd name="connsiteY3" fmla="*/ 37349 h 41981"/>
                  <a:gd name="connsiteX4" fmla="*/ 5060 w 41981"/>
                  <a:gd name="connsiteY4" fmla="*/ 21159 h 41981"/>
                  <a:gd name="connsiteX5" fmla="*/ 21250 w 41981"/>
                  <a:gd name="connsiteY5" fmla="*/ 4969 h 41981"/>
                  <a:gd name="connsiteX6" fmla="*/ 21250 w 41981"/>
                  <a:gd name="connsiteY6" fmla="*/ 168 h 41981"/>
                  <a:gd name="connsiteX7" fmla="*/ 260 w 41981"/>
                  <a:gd name="connsiteY7" fmla="*/ 21159 h 41981"/>
                  <a:gd name="connsiteX8" fmla="*/ 21250 w 41981"/>
                  <a:gd name="connsiteY8" fmla="*/ 42150 h 41981"/>
                  <a:gd name="connsiteX9" fmla="*/ 42241 w 41981"/>
                  <a:gd name="connsiteY9" fmla="*/ 21159 h 41981"/>
                  <a:gd name="connsiteX10" fmla="*/ 42241 w 41981"/>
                  <a:gd name="connsiteY10" fmla="*/ 21159 h 41981"/>
                  <a:gd name="connsiteX11" fmla="*/ 21250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9"/>
                    </a:moveTo>
                    <a:cubicBezTo>
                      <a:pt x="30192" y="4969"/>
                      <a:pt x="37441" y="12217"/>
                      <a:pt x="37441" y="21159"/>
                    </a:cubicBezTo>
                    <a:lnTo>
                      <a:pt x="37441" y="21159"/>
                    </a:lnTo>
                    <a:cubicBezTo>
                      <a:pt x="37441" y="30101"/>
                      <a:pt x="30192" y="37349"/>
                      <a:pt x="21250" y="37349"/>
                    </a:cubicBezTo>
                    <a:cubicBezTo>
                      <a:pt x="12309" y="37349"/>
                      <a:pt x="5060" y="30101"/>
                      <a:pt x="5060" y="21159"/>
                    </a:cubicBezTo>
                    <a:cubicBezTo>
                      <a:pt x="5060" y="12217"/>
                      <a:pt x="12309" y="4969"/>
                      <a:pt x="21250" y="4969"/>
                    </a:cubicBezTo>
                    <a:close/>
                    <a:moveTo>
                      <a:pt x="21250" y="168"/>
                    </a:moveTo>
                    <a:cubicBezTo>
                      <a:pt x="9658" y="168"/>
                      <a:pt x="260" y="9566"/>
                      <a:pt x="260" y="21159"/>
                    </a:cubicBezTo>
                    <a:cubicBezTo>
                      <a:pt x="260" y="32752"/>
                      <a:pt x="9658" y="42150"/>
                      <a:pt x="21250" y="42150"/>
                    </a:cubicBezTo>
                    <a:cubicBezTo>
                      <a:pt x="32843" y="42150"/>
                      <a:pt x="42241" y="32752"/>
                      <a:pt x="42241" y="21159"/>
                    </a:cubicBezTo>
                    <a:lnTo>
                      <a:pt x="42241" y="21159"/>
                    </a:lnTo>
                    <a:cubicBezTo>
                      <a:pt x="42241" y="9566"/>
                      <a:pt x="32843" y="168"/>
                      <a:pt x="21250"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1" name="Freeform: Shape 3390">
                <a:extLst>
                  <a:ext uri="{FF2B5EF4-FFF2-40B4-BE49-F238E27FC236}">
                    <a16:creationId xmlns:a16="http://schemas.microsoft.com/office/drawing/2014/main" id="{07A653CD-BE68-1300-415A-582E39445DA7}"/>
                  </a:ext>
                </a:extLst>
              </p:cNvPr>
              <p:cNvSpPr/>
              <p:nvPr/>
            </p:nvSpPr>
            <p:spPr>
              <a:xfrm>
                <a:off x="1476348" y="8030781"/>
                <a:ext cx="37180" cy="37180"/>
              </a:xfrm>
              <a:custGeom>
                <a:avLst/>
                <a:gdLst>
                  <a:gd name="connsiteX0" fmla="*/ 37391 w 37180"/>
                  <a:gd name="connsiteY0" fmla="*/ 18783 h 37180"/>
                  <a:gd name="connsiteX1" fmla="*/ 18801 w 37180"/>
                  <a:gd name="connsiteY1" fmla="*/ 37373 h 37180"/>
                  <a:gd name="connsiteX2" fmla="*/ 210 w 37180"/>
                  <a:gd name="connsiteY2" fmla="*/ 18783 h 37180"/>
                  <a:gd name="connsiteX3" fmla="*/ 18801 w 37180"/>
                  <a:gd name="connsiteY3" fmla="*/ 192 h 37180"/>
                  <a:gd name="connsiteX4" fmla="*/ 37391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1" y="18783"/>
                    </a:moveTo>
                    <a:cubicBezTo>
                      <a:pt x="37391" y="29050"/>
                      <a:pt x="29068" y="37373"/>
                      <a:pt x="18801" y="37373"/>
                    </a:cubicBezTo>
                    <a:cubicBezTo>
                      <a:pt x="8534" y="37373"/>
                      <a:pt x="210" y="29050"/>
                      <a:pt x="210" y="18783"/>
                    </a:cubicBezTo>
                    <a:cubicBezTo>
                      <a:pt x="210" y="8515"/>
                      <a:pt x="8534" y="192"/>
                      <a:pt x="18801" y="192"/>
                    </a:cubicBezTo>
                    <a:cubicBezTo>
                      <a:pt x="29068" y="192"/>
                      <a:pt x="37391" y="8515"/>
                      <a:pt x="37391" y="18783"/>
                    </a:cubicBezTo>
                    <a:close/>
                  </a:path>
                </a:pathLst>
              </a:custGeom>
              <a:solidFill>
                <a:srgbClr val="F7BBB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2" name="Freeform: Shape 3391">
                <a:extLst>
                  <a:ext uri="{FF2B5EF4-FFF2-40B4-BE49-F238E27FC236}">
                    <a16:creationId xmlns:a16="http://schemas.microsoft.com/office/drawing/2014/main" id="{1ECDB1CD-FB73-06C8-A55E-019C9E50795A}"/>
                  </a:ext>
                </a:extLst>
              </p:cNvPr>
              <p:cNvSpPr/>
              <p:nvPr/>
            </p:nvSpPr>
            <p:spPr>
              <a:xfrm>
                <a:off x="1473948" y="8028381"/>
                <a:ext cx="41981" cy="41981"/>
              </a:xfrm>
              <a:custGeom>
                <a:avLst/>
                <a:gdLst>
                  <a:gd name="connsiteX0" fmla="*/ 21201 w 41981"/>
                  <a:gd name="connsiteY0" fmla="*/ 4993 h 41981"/>
                  <a:gd name="connsiteX1" fmla="*/ 37391 w 41981"/>
                  <a:gd name="connsiteY1" fmla="*/ 21183 h 41981"/>
                  <a:gd name="connsiteX2" fmla="*/ 37391 w 41981"/>
                  <a:gd name="connsiteY2" fmla="*/ 21183 h 41981"/>
                  <a:gd name="connsiteX3" fmla="*/ 21201 w 41981"/>
                  <a:gd name="connsiteY3" fmla="*/ 37373 h 41981"/>
                  <a:gd name="connsiteX4" fmla="*/ 5011 w 41981"/>
                  <a:gd name="connsiteY4" fmla="*/ 21183 h 41981"/>
                  <a:gd name="connsiteX5" fmla="*/ 21201 w 41981"/>
                  <a:gd name="connsiteY5" fmla="*/ 4993 h 41981"/>
                  <a:gd name="connsiteX6" fmla="*/ 21201 w 41981"/>
                  <a:gd name="connsiteY6" fmla="*/ 192 h 41981"/>
                  <a:gd name="connsiteX7" fmla="*/ 210 w 41981"/>
                  <a:gd name="connsiteY7" fmla="*/ 21183 h 41981"/>
                  <a:gd name="connsiteX8" fmla="*/ 21201 w 41981"/>
                  <a:gd name="connsiteY8" fmla="*/ 42173 h 41981"/>
                  <a:gd name="connsiteX9" fmla="*/ 42192 w 41981"/>
                  <a:gd name="connsiteY9" fmla="*/ 21183 h 41981"/>
                  <a:gd name="connsiteX10" fmla="*/ 42192 w 41981"/>
                  <a:gd name="connsiteY10" fmla="*/ 21183 h 41981"/>
                  <a:gd name="connsiteX11" fmla="*/ 21201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1" y="4993"/>
                    </a:moveTo>
                    <a:cubicBezTo>
                      <a:pt x="30143" y="4993"/>
                      <a:pt x="37391" y="12241"/>
                      <a:pt x="37391" y="21183"/>
                    </a:cubicBezTo>
                    <a:lnTo>
                      <a:pt x="37391" y="21183"/>
                    </a:lnTo>
                    <a:cubicBezTo>
                      <a:pt x="37391" y="30125"/>
                      <a:pt x="30143" y="37373"/>
                      <a:pt x="21201" y="37373"/>
                    </a:cubicBezTo>
                    <a:cubicBezTo>
                      <a:pt x="12259" y="37373"/>
                      <a:pt x="5011" y="30125"/>
                      <a:pt x="5011" y="21183"/>
                    </a:cubicBezTo>
                    <a:cubicBezTo>
                      <a:pt x="5011" y="12241"/>
                      <a:pt x="12259" y="4993"/>
                      <a:pt x="21201" y="4993"/>
                    </a:cubicBezTo>
                    <a:close/>
                    <a:moveTo>
                      <a:pt x="21201" y="192"/>
                    </a:moveTo>
                    <a:cubicBezTo>
                      <a:pt x="9609" y="192"/>
                      <a:pt x="210" y="9590"/>
                      <a:pt x="210" y="21183"/>
                    </a:cubicBezTo>
                    <a:cubicBezTo>
                      <a:pt x="210" y="32775"/>
                      <a:pt x="9609" y="42173"/>
                      <a:pt x="21201" y="42173"/>
                    </a:cubicBezTo>
                    <a:cubicBezTo>
                      <a:pt x="32794" y="42173"/>
                      <a:pt x="42192" y="32775"/>
                      <a:pt x="42192" y="21183"/>
                    </a:cubicBezTo>
                    <a:lnTo>
                      <a:pt x="42192" y="21183"/>
                    </a:lnTo>
                    <a:cubicBezTo>
                      <a:pt x="42192" y="9590"/>
                      <a:pt x="32794" y="192"/>
                      <a:pt x="21201"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3" name="Freeform: Shape 3392">
                <a:extLst>
                  <a:ext uri="{FF2B5EF4-FFF2-40B4-BE49-F238E27FC236}">
                    <a16:creationId xmlns:a16="http://schemas.microsoft.com/office/drawing/2014/main" id="{8A309EE2-4F5C-F82C-B4D9-A9C46A0B5AEC}"/>
                  </a:ext>
                </a:extLst>
              </p:cNvPr>
              <p:cNvSpPr/>
              <p:nvPr/>
            </p:nvSpPr>
            <p:spPr>
              <a:xfrm>
                <a:off x="1959088" y="7847244"/>
                <a:ext cx="37180" cy="37180"/>
              </a:xfrm>
              <a:custGeom>
                <a:avLst/>
                <a:gdLst>
                  <a:gd name="connsiteX0" fmla="*/ 37475 w 37180"/>
                  <a:gd name="connsiteY0" fmla="*/ 18751 h 37180"/>
                  <a:gd name="connsiteX1" fmla="*/ 18885 w 37180"/>
                  <a:gd name="connsiteY1" fmla="*/ 37341 h 37180"/>
                  <a:gd name="connsiteX2" fmla="*/ 294 w 37180"/>
                  <a:gd name="connsiteY2" fmla="*/ 18751 h 37180"/>
                  <a:gd name="connsiteX3" fmla="*/ 18885 w 37180"/>
                  <a:gd name="connsiteY3" fmla="*/ 160 h 37180"/>
                  <a:gd name="connsiteX4" fmla="*/ 37475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5" y="18751"/>
                    </a:moveTo>
                    <a:cubicBezTo>
                      <a:pt x="37475" y="29018"/>
                      <a:pt x="29152" y="37341"/>
                      <a:pt x="18885" y="37341"/>
                    </a:cubicBezTo>
                    <a:cubicBezTo>
                      <a:pt x="8618" y="37341"/>
                      <a:pt x="294" y="29018"/>
                      <a:pt x="294" y="18751"/>
                    </a:cubicBezTo>
                    <a:cubicBezTo>
                      <a:pt x="294" y="8484"/>
                      <a:pt x="8618" y="160"/>
                      <a:pt x="18885" y="160"/>
                    </a:cubicBezTo>
                    <a:cubicBezTo>
                      <a:pt x="29152" y="160"/>
                      <a:pt x="37475" y="8484"/>
                      <a:pt x="37475" y="18751"/>
                    </a:cubicBezTo>
                    <a:close/>
                  </a:path>
                </a:pathLst>
              </a:custGeom>
              <a:solidFill>
                <a:srgbClr val="F7A55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4" name="Freeform: Shape 3393">
                <a:extLst>
                  <a:ext uri="{FF2B5EF4-FFF2-40B4-BE49-F238E27FC236}">
                    <a16:creationId xmlns:a16="http://schemas.microsoft.com/office/drawing/2014/main" id="{20D6D656-A04A-F600-94C8-864D40BE87E6}"/>
                  </a:ext>
                </a:extLst>
              </p:cNvPr>
              <p:cNvSpPr/>
              <p:nvPr/>
            </p:nvSpPr>
            <p:spPr>
              <a:xfrm>
                <a:off x="1956688" y="7844844"/>
                <a:ext cx="41981" cy="41981"/>
              </a:xfrm>
              <a:custGeom>
                <a:avLst/>
                <a:gdLst>
                  <a:gd name="connsiteX0" fmla="*/ 21285 w 41981"/>
                  <a:gd name="connsiteY0" fmla="*/ 4961 h 41981"/>
                  <a:gd name="connsiteX1" fmla="*/ 37475 w 41981"/>
                  <a:gd name="connsiteY1" fmla="*/ 21151 h 41981"/>
                  <a:gd name="connsiteX2" fmla="*/ 37475 w 41981"/>
                  <a:gd name="connsiteY2" fmla="*/ 21151 h 41981"/>
                  <a:gd name="connsiteX3" fmla="*/ 21285 w 41981"/>
                  <a:gd name="connsiteY3" fmla="*/ 37341 h 41981"/>
                  <a:gd name="connsiteX4" fmla="*/ 5095 w 41981"/>
                  <a:gd name="connsiteY4" fmla="*/ 21151 h 41981"/>
                  <a:gd name="connsiteX5" fmla="*/ 21285 w 41981"/>
                  <a:gd name="connsiteY5" fmla="*/ 4961 h 41981"/>
                  <a:gd name="connsiteX6" fmla="*/ 21285 w 41981"/>
                  <a:gd name="connsiteY6" fmla="*/ 160 h 41981"/>
                  <a:gd name="connsiteX7" fmla="*/ 294 w 41981"/>
                  <a:gd name="connsiteY7" fmla="*/ 21151 h 41981"/>
                  <a:gd name="connsiteX8" fmla="*/ 21285 w 41981"/>
                  <a:gd name="connsiteY8" fmla="*/ 42142 h 41981"/>
                  <a:gd name="connsiteX9" fmla="*/ 42275 w 41981"/>
                  <a:gd name="connsiteY9" fmla="*/ 21151 h 41981"/>
                  <a:gd name="connsiteX10" fmla="*/ 42275 w 41981"/>
                  <a:gd name="connsiteY10" fmla="*/ 21151 h 41981"/>
                  <a:gd name="connsiteX11" fmla="*/ 21285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61"/>
                    </a:moveTo>
                    <a:cubicBezTo>
                      <a:pt x="30227" y="4961"/>
                      <a:pt x="37475" y="12209"/>
                      <a:pt x="37475" y="21151"/>
                    </a:cubicBezTo>
                    <a:lnTo>
                      <a:pt x="37475" y="21151"/>
                    </a:lnTo>
                    <a:cubicBezTo>
                      <a:pt x="37475" y="30093"/>
                      <a:pt x="30227" y="37341"/>
                      <a:pt x="21285" y="37341"/>
                    </a:cubicBezTo>
                    <a:cubicBezTo>
                      <a:pt x="12343" y="37341"/>
                      <a:pt x="5095" y="30093"/>
                      <a:pt x="5095" y="21151"/>
                    </a:cubicBezTo>
                    <a:cubicBezTo>
                      <a:pt x="5095" y="12209"/>
                      <a:pt x="12343" y="4961"/>
                      <a:pt x="21285" y="4961"/>
                    </a:cubicBezTo>
                    <a:close/>
                    <a:moveTo>
                      <a:pt x="21285" y="160"/>
                    </a:moveTo>
                    <a:cubicBezTo>
                      <a:pt x="9692" y="160"/>
                      <a:pt x="294" y="9558"/>
                      <a:pt x="294" y="21151"/>
                    </a:cubicBezTo>
                    <a:cubicBezTo>
                      <a:pt x="294" y="32744"/>
                      <a:pt x="9692" y="42142"/>
                      <a:pt x="21285" y="42142"/>
                    </a:cubicBezTo>
                    <a:cubicBezTo>
                      <a:pt x="32877" y="42142"/>
                      <a:pt x="42275" y="32744"/>
                      <a:pt x="42275" y="21151"/>
                    </a:cubicBezTo>
                    <a:lnTo>
                      <a:pt x="42275" y="21151"/>
                    </a:lnTo>
                    <a:cubicBezTo>
                      <a:pt x="42275" y="9558"/>
                      <a:pt x="32877" y="160"/>
                      <a:pt x="21285"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5" name="Freeform: Shape 3394">
                <a:extLst>
                  <a:ext uri="{FF2B5EF4-FFF2-40B4-BE49-F238E27FC236}">
                    <a16:creationId xmlns:a16="http://schemas.microsoft.com/office/drawing/2014/main" id="{0135A535-32BF-C620-1A59-2F4E345D70C1}"/>
                  </a:ext>
                </a:extLst>
              </p:cNvPr>
              <p:cNvSpPr/>
              <p:nvPr/>
            </p:nvSpPr>
            <p:spPr>
              <a:xfrm>
                <a:off x="1788454" y="8006428"/>
                <a:ext cx="37180" cy="37180"/>
              </a:xfrm>
              <a:custGeom>
                <a:avLst/>
                <a:gdLst>
                  <a:gd name="connsiteX0" fmla="*/ 37445 w 37180"/>
                  <a:gd name="connsiteY0" fmla="*/ 18778 h 37180"/>
                  <a:gd name="connsiteX1" fmla="*/ 18855 w 37180"/>
                  <a:gd name="connsiteY1" fmla="*/ 37369 h 37180"/>
                  <a:gd name="connsiteX2" fmla="*/ 265 w 37180"/>
                  <a:gd name="connsiteY2" fmla="*/ 18778 h 37180"/>
                  <a:gd name="connsiteX3" fmla="*/ 18855 w 37180"/>
                  <a:gd name="connsiteY3" fmla="*/ 188 h 37180"/>
                  <a:gd name="connsiteX4" fmla="*/ 37445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8"/>
                    </a:moveTo>
                    <a:cubicBezTo>
                      <a:pt x="37445" y="29046"/>
                      <a:pt x="29122" y="37369"/>
                      <a:pt x="18855" y="37369"/>
                    </a:cubicBezTo>
                    <a:cubicBezTo>
                      <a:pt x="8588" y="37369"/>
                      <a:pt x="265" y="29046"/>
                      <a:pt x="265" y="18778"/>
                    </a:cubicBezTo>
                    <a:cubicBezTo>
                      <a:pt x="265" y="8511"/>
                      <a:pt x="8588" y="188"/>
                      <a:pt x="18855" y="188"/>
                    </a:cubicBezTo>
                    <a:cubicBezTo>
                      <a:pt x="29122" y="188"/>
                      <a:pt x="37445" y="8511"/>
                      <a:pt x="37445" y="18778"/>
                    </a:cubicBezTo>
                    <a:close/>
                  </a:path>
                </a:pathLst>
              </a:custGeom>
              <a:solidFill>
                <a:srgbClr val="82F78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6" name="Freeform: Shape 3395">
                <a:extLst>
                  <a:ext uri="{FF2B5EF4-FFF2-40B4-BE49-F238E27FC236}">
                    <a16:creationId xmlns:a16="http://schemas.microsoft.com/office/drawing/2014/main" id="{9F380B04-A4D6-F43B-11BD-977ED2D0CB0B}"/>
                  </a:ext>
                </a:extLst>
              </p:cNvPr>
              <p:cNvSpPr/>
              <p:nvPr/>
            </p:nvSpPr>
            <p:spPr>
              <a:xfrm>
                <a:off x="1786054" y="8004028"/>
                <a:ext cx="41981" cy="41981"/>
              </a:xfrm>
              <a:custGeom>
                <a:avLst/>
                <a:gdLst>
                  <a:gd name="connsiteX0" fmla="*/ 21255 w 41981"/>
                  <a:gd name="connsiteY0" fmla="*/ 4988 h 41981"/>
                  <a:gd name="connsiteX1" fmla="*/ 37445 w 41981"/>
                  <a:gd name="connsiteY1" fmla="*/ 21179 h 41981"/>
                  <a:gd name="connsiteX2" fmla="*/ 37445 w 41981"/>
                  <a:gd name="connsiteY2" fmla="*/ 21179 h 41981"/>
                  <a:gd name="connsiteX3" fmla="*/ 21255 w 41981"/>
                  <a:gd name="connsiteY3" fmla="*/ 37369 h 41981"/>
                  <a:gd name="connsiteX4" fmla="*/ 5065 w 41981"/>
                  <a:gd name="connsiteY4" fmla="*/ 21179 h 41981"/>
                  <a:gd name="connsiteX5" fmla="*/ 21255 w 41981"/>
                  <a:gd name="connsiteY5" fmla="*/ 4988 h 41981"/>
                  <a:gd name="connsiteX6" fmla="*/ 21255 w 41981"/>
                  <a:gd name="connsiteY6" fmla="*/ 188 h 41981"/>
                  <a:gd name="connsiteX7" fmla="*/ 265 w 41981"/>
                  <a:gd name="connsiteY7" fmla="*/ 21179 h 41981"/>
                  <a:gd name="connsiteX8" fmla="*/ 21255 w 41981"/>
                  <a:gd name="connsiteY8" fmla="*/ 42169 h 41981"/>
                  <a:gd name="connsiteX9" fmla="*/ 42246 w 41981"/>
                  <a:gd name="connsiteY9" fmla="*/ 21179 h 41981"/>
                  <a:gd name="connsiteX10" fmla="*/ 42246 w 41981"/>
                  <a:gd name="connsiteY10" fmla="*/ 21179 h 41981"/>
                  <a:gd name="connsiteX11" fmla="*/ 21255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8"/>
                    </a:moveTo>
                    <a:cubicBezTo>
                      <a:pt x="30197" y="4988"/>
                      <a:pt x="37445" y="12237"/>
                      <a:pt x="37445" y="21179"/>
                    </a:cubicBezTo>
                    <a:lnTo>
                      <a:pt x="37445" y="21179"/>
                    </a:lnTo>
                    <a:cubicBezTo>
                      <a:pt x="37445" y="30120"/>
                      <a:pt x="30197" y="37369"/>
                      <a:pt x="21255" y="37369"/>
                    </a:cubicBezTo>
                    <a:cubicBezTo>
                      <a:pt x="12313" y="37369"/>
                      <a:pt x="5065" y="30120"/>
                      <a:pt x="5065" y="21179"/>
                    </a:cubicBezTo>
                    <a:cubicBezTo>
                      <a:pt x="5065" y="12237"/>
                      <a:pt x="12313" y="4988"/>
                      <a:pt x="21255" y="4988"/>
                    </a:cubicBezTo>
                    <a:close/>
                    <a:moveTo>
                      <a:pt x="21255" y="188"/>
                    </a:moveTo>
                    <a:cubicBezTo>
                      <a:pt x="9663" y="188"/>
                      <a:pt x="265" y="9586"/>
                      <a:pt x="265" y="21179"/>
                    </a:cubicBezTo>
                    <a:cubicBezTo>
                      <a:pt x="265" y="32771"/>
                      <a:pt x="9663" y="42169"/>
                      <a:pt x="21255" y="42169"/>
                    </a:cubicBezTo>
                    <a:cubicBezTo>
                      <a:pt x="32848" y="42169"/>
                      <a:pt x="42246" y="32771"/>
                      <a:pt x="42246" y="21179"/>
                    </a:cubicBezTo>
                    <a:lnTo>
                      <a:pt x="42246" y="21179"/>
                    </a:lnTo>
                    <a:cubicBezTo>
                      <a:pt x="42246" y="9586"/>
                      <a:pt x="32848" y="188"/>
                      <a:pt x="21255"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7" name="Freeform: Shape 3396">
                <a:extLst>
                  <a:ext uri="{FF2B5EF4-FFF2-40B4-BE49-F238E27FC236}">
                    <a16:creationId xmlns:a16="http://schemas.microsoft.com/office/drawing/2014/main" id="{0434566B-507F-0DF0-BA4E-4D6C2B401DAB}"/>
                  </a:ext>
                </a:extLst>
              </p:cNvPr>
              <p:cNvSpPr/>
              <p:nvPr/>
            </p:nvSpPr>
            <p:spPr>
              <a:xfrm>
                <a:off x="1911102" y="7591356"/>
                <a:ext cx="37180" cy="37180"/>
              </a:xfrm>
              <a:custGeom>
                <a:avLst/>
                <a:gdLst>
                  <a:gd name="connsiteX0" fmla="*/ 37467 w 37180"/>
                  <a:gd name="connsiteY0" fmla="*/ 18706 h 37180"/>
                  <a:gd name="connsiteX1" fmla="*/ 18876 w 37180"/>
                  <a:gd name="connsiteY1" fmla="*/ 37297 h 37180"/>
                  <a:gd name="connsiteX2" fmla="*/ 286 w 37180"/>
                  <a:gd name="connsiteY2" fmla="*/ 18706 h 37180"/>
                  <a:gd name="connsiteX3" fmla="*/ 18876 w 37180"/>
                  <a:gd name="connsiteY3" fmla="*/ 116 h 37180"/>
                  <a:gd name="connsiteX4" fmla="*/ 37467 w 37180"/>
                  <a:gd name="connsiteY4" fmla="*/ 1870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06"/>
                    </a:moveTo>
                    <a:cubicBezTo>
                      <a:pt x="37467" y="28974"/>
                      <a:pt x="29144" y="37297"/>
                      <a:pt x="18876" y="37297"/>
                    </a:cubicBezTo>
                    <a:cubicBezTo>
                      <a:pt x="8609" y="37297"/>
                      <a:pt x="286" y="28974"/>
                      <a:pt x="286" y="18706"/>
                    </a:cubicBezTo>
                    <a:cubicBezTo>
                      <a:pt x="286" y="8439"/>
                      <a:pt x="8609" y="116"/>
                      <a:pt x="18876" y="116"/>
                    </a:cubicBezTo>
                    <a:cubicBezTo>
                      <a:pt x="29144" y="116"/>
                      <a:pt x="37467" y="8439"/>
                      <a:pt x="37467" y="18706"/>
                    </a:cubicBezTo>
                    <a:close/>
                  </a:path>
                </a:pathLst>
              </a:custGeom>
              <a:solidFill>
                <a:srgbClr val="E7F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8" name="Freeform: Shape 3397">
                <a:extLst>
                  <a:ext uri="{FF2B5EF4-FFF2-40B4-BE49-F238E27FC236}">
                    <a16:creationId xmlns:a16="http://schemas.microsoft.com/office/drawing/2014/main" id="{73D7D926-CD41-6249-4686-C7D5E54E3721}"/>
                  </a:ext>
                </a:extLst>
              </p:cNvPr>
              <p:cNvSpPr/>
              <p:nvPr/>
            </p:nvSpPr>
            <p:spPr>
              <a:xfrm>
                <a:off x="1908701" y="7588956"/>
                <a:ext cx="41981" cy="41981"/>
              </a:xfrm>
              <a:custGeom>
                <a:avLst/>
                <a:gdLst>
                  <a:gd name="connsiteX0" fmla="*/ 21277 w 41981"/>
                  <a:gd name="connsiteY0" fmla="*/ 4916 h 41981"/>
                  <a:gd name="connsiteX1" fmla="*/ 37467 w 41981"/>
                  <a:gd name="connsiteY1" fmla="*/ 21107 h 41981"/>
                  <a:gd name="connsiteX2" fmla="*/ 37467 w 41981"/>
                  <a:gd name="connsiteY2" fmla="*/ 21107 h 41981"/>
                  <a:gd name="connsiteX3" fmla="*/ 21277 w 41981"/>
                  <a:gd name="connsiteY3" fmla="*/ 37297 h 41981"/>
                  <a:gd name="connsiteX4" fmla="*/ 5086 w 41981"/>
                  <a:gd name="connsiteY4" fmla="*/ 21107 h 41981"/>
                  <a:gd name="connsiteX5" fmla="*/ 21277 w 41981"/>
                  <a:gd name="connsiteY5" fmla="*/ 4916 h 41981"/>
                  <a:gd name="connsiteX6" fmla="*/ 21277 w 41981"/>
                  <a:gd name="connsiteY6" fmla="*/ 116 h 41981"/>
                  <a:gd name="connsiteX7" fmla="*/ 286 w 41981"/>
                  <a:gd name="connsiteY7" fmla="*/ 21107 h 41981"/>
                  <a:gd name="connsiteX8" fmla="*/ 21277 w 41981"/>
                  <a:gd name="connsiteY8" fmla="*/ 42097 h 41981"/>
                  <a:gd name="connsiteX9" fmla="*/ 42267 w 41981"/>
                  <a:gd name="connsiteY9" fmla="*/ 21107 h 41981"/>
                  <a:gd name="connsiteX10" fmla="*/ 42267 w 41981"/>
                  <a:gd name="connsiteY10" fmla="*/ 21107 h 41981"/>
                  <a:gd name="connsiteX11" fmla="*/ 21277 w 41981"/>
                  <a:gd name="connsiteY11" fmla="*/ 11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16"/>
                    </a:moveTo>
                    <a:cubicBezTo>
                      <a:pt x="30218" y="4916"/>
                      <a:pt x="37467" y="12165"/>
                      <a:pt x="37467" y="21107"/>
                    </a:cubicBezTo>
                    <a:lnTo>
                      <a:pt x="37467" y="21107"/>
                    </a:lnTo>
                    <a:cubicBezTo>
                      <a:pt x="37467" y="30048"/>
                      <a:pt x="30218" y="37297"/>
                      <a:pt x="21277" y="37297"/>
                    </a:cubicBezTo>
                    <a:cubicBezTo>
                      <a:pt x="12335" y="37297"/>
                      <a:pt x="5086" y="30048"/>
                      <a:pt x="5086" y="21107"/>
                    </a:cubicBezTo>
                    <a:cubicBezTo>
                      <a:pt x="5086" y="12165"/>
                      <a:pt x="12335" y="4916"/>
                      <a:pt x="21277" y="4916"/>
                    </a:cubicBezTo>
                    <a:close/>
                    <a:moveTo>
                      <a:pt x="21277" y="116"/>
                    </a:moveTo>
                    <a:cubicBezTo>
                      <a:pt x="9684" y="116"/>
                      <a:pt x="286" y="9514"/>
                      <a:pt x="286" y="21107"/>
                    </a:cubicBezTo>
                    <a:cubicBezTo>
                      <a:pt x="286" y="32699"/>
                      <a:pt x="9684" y="42097"/>
                      <a:pt x="21277" y="42097"/>
                    </a:cubicBezTo>
                    <a:cubicBezTo>
                      <a:pt x="32869" y="42097"/>
                      <a:pt x="42267" y="32699"/>
                      <a:pt x="42267" y="21107"/>
                    </a:cubicBezTo>
                    <a:lnTo>
                      <a:pt x="42267" y="21107"/>
                    </a:lnTo>
                    <a:cubicBezTo>
                      <a:pt x="42267" y="9514"/>
                      <a:pt x="32869" y="116"/>
                      <a:pt x="21277" y="11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399" name="Freeform: Shape 3398">
                <a:extLst>
                  <a:ext uri="{FF2B5EF4-FFF2-40B4-BE49-F238E27FC236}">
                    <a16:creationId xmlns:a16="http://schemas.microsoft.com/office/drawing/2014/main" id="{C307E286-7CED-CE1B-1A83-4703429FDF4B}"/>
                  </a:ext>
                </a:extLst>
              </p:cNvPr>
              <p:cNvSpPr/>
              <p:nvPr/>
            </p:nvSpPr>
            <p:spPr>
              <a:xfrm>
                <a:off x="1820733" y="7842452"/>
                <a:ext cx="37180" cy="37180"/>
              </a:xfrm>
              <a:custGeom>
                <a:avLst/>
                <a:gdLst>
                  <a:gd name="connsiteX0" fmla="*/ 37451 w 37180"/>
                  <a:gd name="connsiteY0" fmla="*/ 18750 h 37180"/>
                  <a:gd name="connsiteX1" fmla="*/ 18861 w 37180"/>
                  <a:gd name="connsiteY1" fmla="*/ 37340 h 37180"/>
                  <a:gd name="connsiteX2" fmla="*/ 270 w 37180"/>
                  <a:gd name="connsiteY2" fmla="*/ 18750 h 37180"/>
                  <a:gd name="connsiteX3" fmla="*/ 18861 w 37180"/>
                  <a:gd name="connsiteY3" fmla="*/ 160 h 37180"/>
                  <a:gd name="connsiteX4" fmla="*/ 37451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0"/>
                    </a:moveTo>
                    <a:cubicBezTo>
                      <a:pt x="37451" y="29017"/>
                      <a:pt x="29128" y="37340"/>
                      <a:pt x="18861" y="37340"/>
                    </a:cubicBezTo>
                    <a:cubicBezTo>
                      <a:pt x="8593" y="37340"/>
                      <a:pt x="270" y="29017"/>
                      <a:pt x="270" y="18750"/>
                    </a:cubicBezTo>
                    <a:cubicBezTo>
                      <a:pt x="270" y="8483"/>
                      <a:pt x="8593" y="160"/>
                      <a:pt x="18861" y="160"/>
                    </a:cubicBezTo>
                    <a:cubicBezTo>
                      <a:pt x="29128" y="160"/>
                      <a:pt x="37451" y="8483"/>
                      <a:pt x="37451" y="18750"/>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0" name="Freeform: Shape 3399">
                <a:extLst>
                  <a:ext uri="{FF2B5EF4-FFF2-40B4-BE49-F238E27FC236}">
                    <a16:creationId xmlns:a16="http://schemas.microsoft.com/office/drawing/2014/main" id="{CFC067D8-CA62-45E2-DDD4-A3F5EDAD3B5E}"/>
                  </a:ext>
                </a:extLst>
              </p:cNvPr>
              <p:cNvSpPr/>
              <p:nvPr/>
            </p:nvSpPr>
            <p:spPr>
              <a:xfrm>
                <a:off x="1818333" y="7840052"/>
                <a:ext cx="41981" cy="41981"/>
              </a:xfrm>
              <a:custGeom>
                <a:avLst/>
                <a:gdLst>
                  <a:gd name="connsiteX0" fmla="*/ 21261 w 41981"/>
                  <a:gd name="connsiteY0" fmla="*/ 4960 h 41981"/>
                  <a:gd name="connsiteX1" fmla="*/ 37451 w 41981"/>
                  <a:gd name="connsiteY1" fmla="*/ 21150 h 41981"/>
                  <a:gd name="connsiteX2" fmla="*/ 37451 w 41981"/>
                  <a:gd name="connsiteY2" fmla="*/ 21150 h 41981"/>
                  <a:gd name="connsiteX3" fmla="*/ 21261 w 41981"/>
                  <a:gd name="connsiteY3" fmla="*/ 37340 h 41981"/>
                  <a:gd name="connsiteX4" fmla="*/ 5071 w 41981"/>
                  <a:gd name="connsiteY4" fmla="*/ 21150 h 41981"/>
                  <a:gd name="connsiteX5" fmla="*/ 21261 w 41981"/>
                  <a:gd name="connsiteY5" fmla="*/ 4960 h 41981"/>
                  <a:gd name="connsiteX6" fmla="*/ 21261 w 41981"/>
                  <a:gd name="connsiteY6" fmla="*/ 160 h 41981"/>
                  <a:gd name="connsiteX7" fmla="*/ 270 w 41981"/>
                  <a:gd name="connsiteY7" fmla="*/ 21150 h 41981"/>
                  <a:gd name="connsiteX8" fmla="*/ 21261 w 41981"/>
                  <a:gd name="connsiteY8" fmla="*/ 42141 h 41981"/>
                  <a:gd name="connsiteX9" fmla="*/ 42251 w 41981"/>
                  <a:gd name="connsiteY9" fmla="*/ 21150 h 41981"/>
                  <a:gd name="connsiteX10" fmla="*/ 42251 w 41981"/>
                  <a:gd name="connsiteY10" fmla="*/ 21150 h 41981"/>
                  <a:gd name="connsiteX11" fmla="*/ 21261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0"/>
                    </a:moveTo>
                    <a:cubicBezTo>
                      <a:pt x="30203" y="4960"/>
                      <a:pt x="37451" y="12208"/>
                      <a:pt x="37451" y="21150"/>
                    </a:cubicBezTo>
                    <a:lnTo>
                      <a:pt x="37451" y="21150"/>
                    </a:lnTo>
                    <a:cubicBezTo>
                      <a:pt x="37451" y="30092"/>
                      <a:pt x="30203" y="37340"/>
                      <a:pt x="21261" y="37340"/>
                    </a:cubicBezTo>
                    <a:cubicBezTo>
                      <a:pt x="12319" y="37340"/>
                      <a:pt x="5071" y="30092"/>
                      <a:pt x="5071" y="21150"/>
                    </a:cubicBezTo>
                    <a:cubicBezTo>
                      <a:pt x="5071" y="12208"/>
                      <a:pt x="12319" y="4960"/>
                      <a:pt x="21261" y="4960"/>
                    </a:cubicBezTo>
                    <a:close/>
                    <a:moveTo>
                      <a:pt x="21261" y="160"/>
                    </a:moveTo>
                    <a:cubicBezTo>
                      <a:pt x="9668" y="160"/>
                      <a:pt x="270" y="9558"/>
                      <a:pt x="270" y="21150"/>
                    </a:cubicBezTo>
                    <a:cubicBezTo>
                      <a:pt x="270" y="32743"/>
                      <a:pt x="9668" y="42141"/>
                      <a:pt x="21261" y="42141"/>
                    </a:cubicBezTo>
                    <a:cubicBezTo>
                      <a:pt x="32853" y="42141"/>
                      <a:pt x="42251" y="32743"/>
                      <a:pt x="42251" y="21150"/>
                    </a:cubicBezTo>
                    <a:lnTo>
                      <a:pt x="42251" y="21150"/>
                    </a:lnTo>
                    <a:cubicBezTo>
                      <a:pt x="42251" y="9558"/>
                      <a:pt x="32853" y="160"/>
                      <a:pt x="21261"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1" name="Freeform: Shape 3400">
                <a:extLst>
                  <a:ext uri="{FF2B5EF4-FFF2-40B4-BE49-F238E27FC236}">
                    <a16:creationId xmlns:a16="http://schemas.microsoft.com/office/drawing/2014/main" id="{ED3E4F56-7A29-55C5-20A4-FE1C2DD1960F}"/>
                  </a:ext>
                </a:extLst>
              </p:cNvPr>
              <p:cNvSpPr/>
              <p:nvPr/>
            </p:nvSpPr>
            <p:spPr>
              <a:xfrm>
                <a:off x="1789249" y="7603113"/>
                <a:ext cx="37180" cy="37180"/>
              </a:xfrm>
              <a:custGeom>
                <a:avLst/>
                <a:gdLst>
                  <a:gd name="connsiteX0" fmla="*/ 37446 w 37180"/>
                  <a:gd name="connsiteY0" fmla="*/ 18708 h 37180"/>
                  <a:gd name="connsiteX1" fmla="*/ 18855 w 37180"/>
                  <a:gd name="connsiteY1" fmla="*/ 37299 h 37180"/>
                  <a:gd name="connsiteX2" fmla="*/ 265 w 37180"/>
                  <a:gd name="connsiteY2" fmla="*/ 18708 h 37180"/>
                  <a:gd name="connsiteX3" fmla="*/ 18855 w 37180"/>
                  <a:gd name="connsiteY3" fmla="*/ 118 h 37180"/>
                  <a:gd name="connsiteX4" fmla="*/ 37446 w 37180"/>
                  <a:gd name="connsiteY4" fmla="*/ 1870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08"/>
                    </a:moveTo>
                    <a:cubicBezTo>
                      <a:pt x="37446" y="28976"/>
                      <a:pt x="29122" y="37299"/>
                      <a:pt x="18855" y="37299"/>
                    </a:cubicBezTo>
                    <a:cubicBezTo>
                      <a:pt x="8588" y="37299"/>
                      <a:pt x="265" y="28976"/>
                      <a:pt x="265" y="18708"/>
                    </a:cubicBezTo>
                    <a:cubicBezTo>
                      <a:pt x="265" y="8441"/>
                      <a:pt x="8588" y="118"/>
                      <a:pt x="18855" y="118"/>
                    </a:cubicBezTo>
                    <a:cubicBezTo>
                      <a:pt x="29122" y="118"/>
                      <a:pt x="37446" y="8441"/>
                      <a:pt x="37446" y="18708"/>
                    </a:cubicBezTo>
                    <a:close/>
                  </a:path>
                </a:pathLst>
              </a:custGeom>
              <a:solidFill>
                <a:srgbClr val="F7A53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2" name="Freeform: Shape 3401">
                <a:extLst>
                  <a:ext uri="{FF2B5EF4-FFF2-40B4-BE49-F238E27FC236}">
                    <a16:creationId xmlns:a16="http://schemas.microsoft.com/office/drawing/2014/main" id="{147E4D2D-C4F7-5F3E-CBFD-E1ED79CA2CC9}"/>
                  </a:ext>
                </a:extLst>
              </p:cNvPr>
              <p:cNvSpPr/>
              <p:nvPr/>
            </p:nvSpPr>
            <p:spPr>
              <a:xfrm>
                <a:off x="1786849" y="7600712"/>
                <a:ext cx="41981" cy="41981"/>
              </a:xfrm>
              <a:custGeom>
                <a:avLst/>
                <a:gdLst>
                  <a:gd name="connsiteX0" fmla="*/ 21255 w 41981"/>
                  <a:gd name="connsiteY0" fmla="*/ 4918 h 41981"/>
                  <a:gd name="connsiteX1" fmla="*/ 37446 w 41981"/>
                  <a:gd name="connsiteY1" fmla="*/ 21109 h 41981"/>
                  <a:gd name="connsiteX2" fmla="*/ 37446 w 41981"/>
                  <a:gd name="connsiteY2" fmla="*/ 21109 h 41981"/>
                  <a:gd name="connsiteX3" fmla="*/ 21255 w 41981"/>
                  <a:gd name="connsiteY3" fmla="*/ 37299 h 41981"/>
                  <a:gd name="connsiteX4" fmla="*/ 5065 w 41981"/>
                  <a:gd name="connsiteY4" fmla="*/ 21109 h 41981"/>
                  <a:gd name="connsiteX5" fmla="*/ 21255 w 41981"/>
                  <a:gd name="connsiteY5" fmla="*/ 4918 h 41981"/>
                  <a:gd name="connsiteX6" fmla="*/ 21255 w 41981"/>
                  <a:gd name="connsiteY6" fmla="*/ 118 h 41981"/>
                  <a:gd name="connsiteX7" fmla="*/ 265 w 41981"/>
                  <a:gd name="connsiteY7" fmla="*/ 21109 h 41981"/>
                  <a:gd name="connsiteX8" fmla="*/ 21255 w 41981"/>
                  <a:gd name="connsiteY8" fmla="*/ 42099 h 41981"/>
                  <a:gd name="connsiteX9" fmla="*/ 42246 w 41981"/>
                  <a:gd name="connsiteY9" fmla="*/ 21109 h 41981"/>
                  <a:gd name="connsiteX10" fmla="*/ 42246 w 41981"/>
                  <a:gd name="connsiteY10" fmla="*/ 21109 h 41981"/>
                  <a:gd name="connsiteX11" fmla="*/ 21255 w 41981"/>
                  <a:gd name="connsiteY11" fmla="*/ 11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18"/>
                    </a:moveTo>
                    <a:cubicBezTo>
                      <a:pt x="30197" y="4918"/>
                      <a:pt x="37446" y="12167"/>
                      <a:pt x="37446" y="21109"/>
                    </a:cubicBezTo>
                    <a:lnTo>
                      <a:pt x="37446" y="21109"/>
                    </a:lnTo>
                    <a:cubicBezTo>
                      <a:pt x="37446" y="30050"/>
                      <a:pt x="30197" y="37299"/>
                      <a:pt x="21255" y="37299"/>
                    </a:cubicBezTo>
                    <a:cubicBezTo>
                      <a:pt x="12314" y="37299"/>
                      <a:pt x="5065" y="30050"/>
                      <a:pt x="5065" y="21109"/>
                    </a:cubicBezTo>
                    <a:cubicBezTo>
                      <a:pt x="5065" y="12167"/>
                      <a:pt x="12314" y="4918"/>
                      <a:pt x="21255" y="4918"/>
                    </a:cubicBezTo>
                    <a:close/>
                    <a:moveTo>
                      <a:pt x="21255" y="118"/>
                    </a:moveTo>
                    <a:cubicBezTo>
                      <a:pt x="9663" y="118"/>
                      <a:pt x="265" y="9516"/>
                      <a:pt x="265" y="21109"/>
                    </a:cubicBezTo>
                    <a:cubicBezTo>
                      <a:pt x="265" y="32701"/>
                      <a:pt x="9663" y="42099"/>
                      <a:pt x="21255" y="42099"/>
                    </a:cubicBezTo>
                    <a:cubicBezTo>
                      <a:pt x="32848" y="42099"/>
                      <a:pt x="42246" y="32701"/>
                      <a:pt x="42246" y="21109"/>
                    </a:cubicBezTo>
                    <a:lnTo>
                      <a:pt x="42246" y="21109"/>
                    </a:lnTo>
                    <a:cubicBezTo>
                      <a:pt x="42246" y="9516"/>
                      <a:pt x="32848" y="118"/>
                      <a:pt x="21255" y="11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3" name="Freeform: Shape 3402">
                <a:extLst>
                  <a:ext uri="{FF2B5EF4-FFF2-40B4-BE49-F238E27FC236}">
                    <a16:creationId xmlns:a16="http://schemas.microsoft.com/office/drawing/2014/main" id="{09180425-7586-443E-B6D0-F5D4CD07E654}"/>
                  </a:ext>
                </a:extLst>
              </p:cNvPr>
              <p:cNvSpPr/>
              <p:nvPr/>
            </p:nvSpPr>
            <p:spPr>
              <a:xfrm>
                <a:off x="1714599" y="7900029"/>
                <a:ext cx="37180" cy="37180"/>
              </a:xfrm>
              <a:custGeom>
                <a:avLst/>
                <a:gdLst>
                  <a:gd name="connsiteX0" fmla="*/ 37433 w 37180"/>
                  <a:gd name="connsiteY0" fmla="*/ 18760 h 37180"/>
                  <a:gd name="connsiteX1" fmla="*/ 18842 w 37180"/>
                  <a:gd name="connsiteY1" fmla="*/ 37350 h 37180"/>
                  <a:gd name="connsiteX2" fmla="*/ 252 w 37180"/>
                  <a:gd name="connsiteY2" fmla="*/ 18760 h 37180"/>
                  <a:gd name="connsiteX3" fmla="*/ 18842 w 37180"/>
                  <a:gd name="connsiteY3" fmla="*/ 170 h 37180"/>
                  <a:gd name="connsiteX4" fmla="*/ 3743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0"/>
                    </a:moveTo>
                    <a:cubicBezTo>
                      <a:pt x="37433" y="29027"/>
                      <a:pt x="29109" y="37350"/>
                      <a:pt x="18842" y="37350"/>
                    </a:cubicBezTo>
                    <a:cubicBezTo>
                      <a:pt x="8575" y="37350"/>
                      <a:pt x="252" y="29027"/>
                      <a:pt x="252" y="18760"/>
                    </a:cubicBezTo>
                    <a:cubicBezTo>
                      <a:pt x="252" y="8493"/>
                      <a:pt x="8575" y="170"/>
                      <a:pt x="18842" y="170"/>
                    </a:cubicBezTo>
                    <a:cubicBezTo>
                      <a:pt x="29109" y="170"/>
                      <a:pt x="37433" y="8493"/>
                      <a:pt x="37433" y="18760"/>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4" name="Freeform: Shape 3403">
                <a:extLst>
                  <a:ext uri="{FF2B5EF4-FFF2-40B4-BE49-F238E27FC236}">
                    <a16:creationId xmlns:a16="http://schemas.microsoft.com/office/drawing/2014/main" id="{64114025-32E5-D855-FEDA-602DD69F1639}"/>
                  </a:ext>
                </a:extLst>
              </p:cNvPr>
              <p:cNvSpPr/>
              <p:nvPr/>
            </p:nvSpPr>
            <p:spPr>
              <a:xfrm>
                <a:off x="1712199" y="7897629"/>
                <a:ext cx="41981" cy="41981"/>
              </a:xfrm>
              <a:custGeom>
                <a:avLst/>
                <a:gdLst>
                  <a:gd name="connsiteX0" fmla="*/ 21242 w 41981"/>
                  <a:gd name="connsiteY0" fmla="*/ 4970 h 41981"/>
                  <a:gd name="connsiteX1" fmla="*/ 37433 w 41981"/>
                  <a:gd name="connsiteY1" fmla="*/ 21160 h 41981"/>
                  <a:gd name="connsiteX2" fmla="*/ 37433 w 41981"/>
                  <a:gd name="connsiteY2" fmla="*/ 21160 h 41981"/>
                  <a:gd name="connsiteX3" fmla="*/ 21242 w 41981"/>
                  <a:gd name="connsiteY3" fmla="*/ 37350 h 41981"/>
                  <a:gd name="connsiteX4" fmla="*/ 5052 w 41981"/>
                  <a:gd name="connsiteY4" fmla="*/ 21160 h 41981"/>
                  <a:gd name="connsiteX5" fmla="*/ 21242 w 41981"/>
                  <a:gd name="connsiteY5" fmla="*/ 4970 h 41981"/>
                  <a:gd name="connsiteX6" fmla="*/ 21242 w 41981"/>
                  <a:gd name="connsiteY6" fmla="*/ 170 h 41981"/>
                  <a:gd name="connsiteX7" fmla="*/ 252 w 41981"/>
                  <a:gd name="connsiteY7" fmla="*/ 21160 h 41981"/>
                  <a:gd name="connsiteX8" fmla="*/ 21242 w 41981"/>
                  <a:gd name="connsiteY8" fmla="*/ 42151 h 41981"/>
                  <a:gd name="connsiteX9" fmla="*/ 42233 w 41981"/>
                  <a:gd name="connsiteY9" fmla="*/ 21160 h 41981"/>
                  <a:gd name="connsiteX10" fmla="*/ 42233 w 41981"/>
                  <a:gd name="connsiteY10" fmla="*/ 21160 h 41981"/>
                  <a:gd name="connsiteX11" fmla="*/ 21242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0"/>
                    </a:moveTo>
                    <a:cubicBezTo>
                      <a:pt x="30184" y="4970"/>
                      <a:pt x="37433" y="12218"/>
                      <a:pt x="37433" y="21160"/>
                    </a:cubicBezTo>
                    <a:lnTo>
                      <a:pt x="37433" y="21160"/>
                    </a:lnTo>
                    <a:cubicBezTo>
                      <a:pt x="37433" y="30102"/>
                      <a:pt x="30184" y="37350"/>
                      <a:pt x="21242" y="37350"/>
                    </a:cubicBezTo>
                    <a:cubicBezTo>
                      <a:pt x="12301" y="37350"/>
                      <a:pt x="5052" y="30102"/>
                      <a:pt x="5052" y="21160"/>
                    </a:cubicBezTo>
                    <a:cubicBezTo>
                      <a:pt x="5052" y="12218"/>
                      <a:pt x="12301" y="4970"/>
                      <a:pt x="21242" y="4970"/>
                    </a:cubicBezTo>
                    <a:close/>
                    <a:moveTo>
                      <a:pt x="21242" y="170"/>
                    </a:moveTo>
                    <a:cubicBezTo>
                      <a:pt x="9650" y="170"/>
                      <a:pt x="252" y="9568"/>
                      <a:pt x="252" y="21160"/>
                    </a:cubicBezTo>
                    <a:cubicBezTo>
                      <a:pt x="252" y="32753"/>
                      <a:pt x="9650" y="42151"/>
                      <a:pt x="21242" y="42151"/>
                    </a:cubicBezTo>
                    <a:cubicBezTo>
                      <a:pt x="32835" y="42151"/>
                      <a:pt x="42233" y="32753"/>
                      <a:pt x="42233" y="21160"/>
                    </a:cubicBezTo>
                    <a:lnTo>
                      <a:pt x="42233" y="21160"/>
                    </a:lnTo>
                    <a:cubicBezTo>
                      <a:pt x="42233" y="9568"/>
                      <a:pt x="32835" y="170"/>
                      <a:pt x="21242"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5" name="Freeform: Shape 3404">
                <a:extLst>
                  <a:ext uri="{FF2B5EF4-FFF2-40B4-BE49-F238E27FC236}">
                    <a16:creationId xmlns:a16="http://schemas.microsoft.com/office/drawing/2014/main" id="{68506A66-FB0C-EEAE-FD3B-9426E934B213}"/>
                  </a:ext>
                </a:extLst>
              </p:cNvPr>
              <p:cNvSpPr/>
              <p:nvPr/>
            </p:nvSpPr>
            <p:spPr>
              <a:xfrm>
                <a:off x="1717180" y="7809459"/>
                <a:ext cx="37180" cy="37180"/>
              </a:xfrm>
              <a:custGeom>
                <a:avLst/>
                <a:gdLst>
                  <a:gd name="connsiteX0" fmla="*/ 37433 w 37180"/>
                  <a:gd name="connsiteY0" fmla="*/ 18744 h 37180"/>
                  <a:gd name="connsiteX1" fmla="*/ 18843 w 37180"/>
                  <a:gd name="connsiteY1" fmla="*/ 37335 h 37180"/>
                  <a:gd name="connsiteX2" fmla="*/ 252 w 37180"/>
                  <a:gd name="connsiteY2" fmla="*/ 18744 h 37180"/>
                  <a:gd name="connsiteX3" fmla="*/ 18843 w 37180"/>
                  <a:gd name="connsiteY3" fmla="*/ 154 h 37180"/>
                  <a:gd name="connsiteX4" fmla="*/ 37433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44"/>
                    </a:moveTo>
                    <a:cubicBezTo>
                      <a:pt x="37433" y="29011"/>
                      <a:pt x="29110" y="37335"/>
                      <a:pt x="18843" y="37335"/>
                    </a:cubicBezTo>
                    <a:cubicBezTo>
                      <a:pt x="8576" y="37335"/>
                      <a:pt x="252" y="29011"/>
                      <a:pt x="252" y="18744"/>
                    </a:cubicBezTo>
                    <a:cubicBezTo>
                      <a:pt x="252" y="8477"/>
                      <a:pt x="8576" y="154"/>
                      <a:pt x="18843" y="154"/>
                    </a:cubicBezTo>
                    <a:cubicBezTo>
                      <a:pt x="29110" y="154"/>
                      <a:pt x="37433" y="8477"/>
                      <a:pt x="37433" y="18744"/>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6" name="Freeform: Shape 3405">
                <a:extLst>
                  <a:ext uri="{FF2B5EF4-FFF2-40B4-BE49-F238E27FC236}">
                    <a16:creationId xmlns:a16="http://schemas.microsoft.com/office/drawing/2014/main" id="{4726B45B-503D-8EF3-9CBB-C3656E838CF1}"/>
                  </a:ext>
                </a:extLst>
              </p:cNvPr>
              <p:cNvSpPr/>
              <p:nvPr/>
            </p:nvSpPr>
            <p:spPr>
              <a:xfrm>
                <a:off x="1714780" y="7807059"/>
                <a:ext cx="41981" cy="41981"/>
              </a:xfrm>
              <a:custGeom>
                <a:avLst/>
                <a:gdLst>
                  <a:gd name="connsiteX0" fmla="*/ 21243 w 41981"/>
                  <a:gd name="connsiteY0" fmla="*/ 4954 h 41981"/>
                  <a:gd name="connsiteX1" fmla="*/ 37433 w 41981"/>
                  <a:gd name="connsiteY1" fmla="*/ 21144 h 41981"/>
                  <a:gd name="connsiteX2" fmla="*/ 37433 w 41981"/>
                  <a:gd name="connsiteY2" fmla="*/ 21144 h 41981"/>
                  <a:gd name="connsiteX3" fmla="*/ 21243 w 41981"/>
                  <a:gd name="connsiteY3" fmla="*/ 37335 h 41981"/>
                  <a:gd name="connsiteX4" fmla="*/ 5053 w 41981"/>
                  <a:gd name="connsiteY4" fmla="*/ 21144 h 41981"/>
                  <a:gd name="connsiteX5" fmla="*/ 21243 w 41981"/>
                  <a:gd name="connsiteY5" fmla="*/ 4954 h 41981"/>
                  <a:gd name="connsiteX6" fmla="*/ 21243 w 41981"/>
                  <a:gd name="connsiteY6" fmla="*/ 154 h 41981"/>
                  <a:gd name="connsiteX7" fmla="*/ 252 w 41981"/>
                  <a:gd name="connsiteY7" fmla="*/ 21144 h 41981"/>
                  <a:gd name="connsiteX8" fmla="*/ 21243 w 41981"/>
                  <a:gd name="connsiteY8" fmla="*/ 42135 h 41981"/>
                  <a:gd name="connsiteX9" fmla="*/ 42233 w 41981"/>
                  <a:gd name="connsiteY9" fmla="*/ 21144 h 41981"/>
                  <a:gd name="connsiteX10" fmla="*/ 42233 w 41981"/>
                  <a:gd name="connsiteY10" fmla="*/ 21144 h 41981"/>
                  <a:gd name="connsiteX11" fmla="*/ 21243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54"/>
                    </a:moveTo>
                    <a:cubicBezTo>
                      <a:pt x="30185" y="4954"/>
                      <a:pt x="37433" y="12203"/>
                      <a:pt x="37433" y="21144"/>
                    </a:cubicBezTo>
                    <a:lnTo>
                      <a:pt x="37433" y="21144"/>
                    </a:lnTo>
                    <a:cubicBezTo>
                      <a:pt x="37433" y="30086"/>
                      <a:pt x="30185" y="37335"/>
                      <a:pt x="21243" y="37335"/>
                    </a:cubicBezTo>
                    <a:cubicBezTo>
                      <a:pt x="12301" y="37335"/>
                      <a:pt x="5053" y="30086"/>
                      <a:pt x="5053" y="21144"/>
                    </a:cubicBezTo>
                    <a:cubicBezTo>
                      <a:pt x="5053" y="12203"/>
                      <a:pt x="12301" y="4954"/>
                      <a:pt x="21243" y="4954"/>
                    </a:cubicBezTo>
                    <a:close/>
                    <a:moveTo>
                      <a:pt x="21243" y="154"/>
                    </a:moveTo>
                    <a:cubicBezTo>
                      <a:pt x="9650" y="154"/>
                      <a:pt x="252" y="9552"/>
                      <a:pt x="252" y="21144"/>
                    </a:cubicBezTo>
                    <a:cubicBezTo>
                      <a:pt x="252" y="32737"/>
                      <a:pt x="9650" y="42135"/>
                      <a:pt x="21243" y="42135"/>
                    </a:cubicBezTo>
                    <a:cubicBezTo>
                      <a:pt x="32835" y="42135"/>
                      <a:pt x="42233" y="32737"/>
                      <a:pt x="42233" y="21144"/>
                    </a:cubicBezTo>
                    <a:lnTo>
                      <a:pt x="42233" y="21144"/>
                    </a:lnTo>
                    <a:cubicBezTo>
                      <a:pt x="42233" y="9552"/>
                      <a:pt x="32835" y="154"/>
                      <a:pt x="21243"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7" name="Freeform: Shape 3406">
                <a:extLst>
                  <a:ext uri="{FF2B5EF4-FFF2-40B4-BE49-F238E27FC236}">
                    <a16:creationId xmlns:a16="http://schemas.microsoft.com/office/drawing/2014/main" id="{302EB341-D7AB-588C-72D0-0237D5BA5FF0}"/>
                  </a:ext>
                </a:extLst>
              </p:cNvPr>
              <p:cNvSpPr/>
              <p:nvPr/>
            </p:nvSpPr>
            <p:spPr>
              <a:xfrm>
                <a:off x="1591209" y="7920563"/>
                <a:ext cx="37180" cy="37180"/>
              </a:xfrm>
              <a:custGeom>
                <a:avLst/>
                <a:gdLst>
                  <a:gd name="connsiteX0" fmla="*/ 37411 w 37180"/>
                  <a:gd name="connsiteY0" fmla="*/ 18763 h 37180"/>
                  <a:gd name="connsiteX1" fmla="*/ 18821 w 37180"/>
                  <a:gd name="connsiteY1" fmla="*/ 37354 h 37180"/>
                  <a:gd name="connsiteX2" fmla="*/ 230 w 37180"/>
                  <a:gd name="connsiteY2" fmla="*/ 18763 h 37180"/>
                  <a:gd name="connsiteX3" fmla="*/ 18821 w 37180"/>
                  <a:gd name="connsiteY3" fmla="*/ 173 h 37180"/>
                  <a:gd name="connsiteX4" fmla="*/ 37411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1" y="18763"/>
                    </a:moveTo>
                    <a:cubicBezTo>
                      <a:pt x="37411" y="29031"/>
                      <a:pt x="29088" y="37354"/>
                      <a:pt x="18821" y="37354"/>
                    </a:cubicBezTo>
                    <a:cubicBezTo>
                      <a:pt x="8554" y="37354"/>
                      <a:pt x="230" y="29031"/>
                      <a:pt x="230" y="18763"/>
                    </a:cubicBezTo>
                    <a:cubicBezTo>
                      <a:pt x="230" y="8496"/>
                      <a:pt x="8554" y="173"/>
                      <a:pt x="18821" y="173"/>
                    </a:cubicBezTo>
                    <a:cubicBezTo>
                      <a:pt x="29088" y="173"/>
                      <a:pt x="37411" y="8496"/>
                      <a:pt x="37411" y="18763"/>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8" name="Freeform: Shape 3407">
                <a:extLst>
                  <a:ext uri="{FF2B5EF4-FFF2-40B4-BE49-F238E27FC236}">
                    <a16:creationId xmlns:a16="http://schemas.microsoft.com/office/drawing/2014/main" id="{0EE6D007-3AF4-160E-FBE4-8B85CCCB7056}"/>
                  </a:ext>
                </a:extLst>
              </p:cNvPr>
              <p:cNvSpPr/>
              <p:nvPr/>
            </p:nvSpPr>
            <p:spPr>
              <a:xfrm>
                <a:off x="1588808" y="7918163"/>
                <a:ext cx="41981" cy="41981"/>
              </a:xfrm>
              <a:custGeom>
                <a:avLst/>
                <a:gdLst>
                  <a:gd name="connsiteX0" fmla="*/ 21221 w 41981"/>
                  <a:gd name="connsiteY0" fmla="*/ 4973 h 41981"/>
                  <a:gd name="connsiteX1" fmla="*/ 37411 w 41981"/>
                  <a:gd name="connsiteY1" fmla="*/ 21164 h 41981"/>
                  <a:gd name="connsiteX2" fmla="*/ 37411 w 41981"/>
                  <a:gd name="connsiteY2" fmla="*/ 21164 h 41981"/>
                  <a:gd name="connsiteX3" fmla="*/ 21221 w 41981"/>
                  <a:gd name="connsiteY3" fmla="*/ 37354 h 41981"/>
                  <a:gd name="connsiteX4" fmla="*/ 5031 w 41981"/>
                  <a:gd name="connsiteY4" fmla="*/ 21164 h 41981"/>
                  <a:gd name="connsiteX5" fmla="*/ 21221 w 41981"/>
                  <a:gd name="connsiteY5" fmla="*/ 4973 h 41981"/>
                  <a:gd name="connsiteX6" fmla="*/ 21221 w 41981"/>
                  <a:gd name="connsiteY6" fmla="*/ 173 h 41981"/>
                  <a:gd name="connsiteX7" fmla="*/ 230 w 41981"/>
                  <a:gd name="connsiteY7" fmla="*/ 21164 h 41981"/>
                  <a:gd name="connsiteX8" fmla="*/ 21221 w 41981"/>
                  <a:gd name="connsiteY8" fmla="*/ 42154 h 41981"/>
                  <a:gd name="connsiteX9" fmla="*/ 42212 w 41981"/>
                  <a:gd name="connsiteY9" fmla="*/ 21164 h 41981"/>
                  <a:gd name="connsiteX10" fmla="*/ 42212 w 41981"/>
                  <a:gd name="connsiteY10" fmla="*/ 21164 h 41981"/>
                  <a:gd name="connsiteX11" fmla="*/ 2122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1" y="4973"/>
                    </a:moveTo>
                    <a:cubicBezTo>
                      <a:pt x="30163" y="4973"/>
                      <a:pt x="37411" y="12222"/>
                      <a:pt x="37411" y="21164"/>
                    </a:cubicBezTo>
                    <a:lnTo>
                      <a:pt x="37411" y="21164"/>
                    </a:lnTo>
                    <a:cubicBezTo>
                      <a:pt x="37411" y="30105"/>
                      <a:pt x="30163" y="37354"/>
                      <a:pt x="21221" y="37354"/>
                    </a:cubicBezTo>
                    <a:cubicBezTo>
                      <a:pt x="12279" y="37354"/>
                      <a:pt x="5031" y="30105"/>
                      <a:pt x="5031" y="21164"/>
                    </a:cubicBezTo>
                    <a:cubicBezTo>
                      <a:pt x="5031" y="12222"/>
                      <a:pt x="12279" y="4973"/>
                      <a:pt x="21221" y="4973"/>
                    </a:cubicBezTo>
                    <a:close/>
                    <a:moveTo>
                      <a:pt x="21221" y="173"/>
                    </a:moveTo>
                    <a:cubicBezTo>
                      <a:pt x="9628" y="173"/>
                      <a:pt x="230" y="9571"/>
                      <a:pt x="230" y="21164"/>
                    </a:cubicBezTo>
                    <a:cubicBezTo>
                      <a:pt x="230" y="32756"/>
                      <a:pt x="9628" y="42154"/>
                      <a:pt x="21221" y="42154"/>
                    </a:cubicBezTo>
                    <a:cubicBezTo>
                      <a:pt x="32814" y="42154"/>
                      <a:pt x="42212" y="32756"/>
                      <a:pt x="42212" y="21164"/>
                    </a:cubicBezTo>
                    <a:lnTo>
                      <a:pt x="42212" y="21164"/>
                    </a:lnTo>
                    <a:cubicBezTo>
                      <a:pt x="42212" y="9571"/>
                      <a:pt x="32814" y="173"/>
                      <a:pt x="21221"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09" name="Freeform: Shape 3408">
                <a:extLst>
                  <a:ext uri="{FF2B5EF4-FFF2-40B4-BE49-F238E27FC236}">
                    <a16:creationId xmlns:a16="http://schemas.microsoft.com/office/drawing/2014/main" id="{6E056466-B940-1382-174B-8F2D2687BEF9}"/>
                  </a:ext>
                </a:extLst>
              </p:cNvPr>
              <p:cNvSpPr/>
              <p:nvPr/>
            </p:nvSpPr>
            <p:spPr>
              <a:xfrm>
                <a:off x="1825836" y="7836179"/>
                <a:ext cx="37180" cy="37180"/>
              </a:xfrm>
              <a:custGeom>
                <a:avLst/>
                <a:gdLst>
                  <a:gd name="connsiteX0" fmla="*/ 37452 w 37180"/>
                  <a:gd name="connsiteY0" fmla="*/ 18749 h 37180"/>
                  <a:gd name="connsiteX1" fmla="*/ 18862 w 37180"/>
                  <a:gd name="connsiteY1" fmla="*/ 37339 h 37180"/>
                  <a:gd name="connsiteX2" fmla="*/ 271 w 37180"/>
                  <a:gd name="connsiteY2" fmla="*/ 18749 h 37180"/>
                  <a:gd name="connsiteX3" fmla="*/ 18862 w 37180"/>
                  <a:gd name="connsiteY3" fmla="*/ 158 h 37180"/>
                  <a:gd name="connsiteX4" fmla="*/ 37452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49"/>
                    </a:moveTo>
                    <a:cubicBezTo>
                      <a:pt x="37452" y="29016"/>
                      <a:pt x="29129" y="37339"/>
                      <a:pt x="18862" y="37339"/>
                    </a:cubicBezTo>
                    <a:cubicBezTo>
                      <a:pt x="8594" y="37339"/>
                      <a:pt x="271" y="29016"/>
                      <a:pt x="271" y="18749"/>
                    </a:cubicBezTo>
                    <a:cubicBezTo>
                      <a:pt x="271" y="8482"/>
                      <a:pt x="8594" y="158"/>
                      <a:pt x="18862" y="158"/>
                    </a:cubicBezTo>
                    <a:cubicBezTo>
                      <a:pt x="29129" y="158"/>
                      <a:pt x="37452" y="8482"/>
                      <a:pt x="37452" y="18749"/>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0" name="Freeform: Shape 3409">
                <a:extLst>
                  <a:ext uri="{FF2B5EF4-FFF2-40B4-BE49-F238E27FC236}">
                    <a16:creationId xmlns:a16="http://schemas.microsoft.com/office/drawing/2014/main" id="{90BC1DE2-8F4B-F0A7-EA98-5254ABD2111E}"/>
                  </a:ext>
                </a:extLst>
              </p:cNvPr>
              <p:cNvSpPr/>
              <p:nvPr/>
            </p:nvSpPr>
            <p:spPr>
              <a:xfrm>
                <a:off x="1823436" y="7833779"/>
                <a:ext cx="41981" cy="41981"/>
              </a:xfrm>
              <a:custGeom>
                <a:avLst/>
                <a:gdLst>
                  <a:gd name="connsiteX0" fmla="*/ 21262 w 41981"/>
                  <a:gd name="connsiteY0" fmla="*/ 4959 h 41981"/>
                  <a:gd name="connsiteX1" fmla="*/ 37452 w 41981"/>
                  <a:gd name="connsiteY1" fmla="*/ 21149 h 41981"/>
                  <a:gd name="connsiteX2" fmla="*/ 37452 w 41981"/>
                  <a:gd name="connsiteY2" fmla="*/ 21149 h 41981"/>
                  <a:gd name="connsiteX3" fmla="*/ 21262 w 41981"/>
                  <a:gd name="connsiteY3" fmla="*/ 37339 h 41981"/>
                  <a:gd name="connsiteX4" fmla="*/ 5072 w 41981"/>
                  <a:gd name="connsiteY4" fmla="*/ 21149 h 41981"/>
                  <a:gd name="connsiteX5" fmla="*/ 21262 w 41981"/>
                  <a:gd name="connsiteY5" fmla="*/ 4959 h 41981"/>
                  <a:gd name="connsiteX6" fmla="*/ 21262 w 41981"/>
                  <a:gd name="connsiteY6" fmla="*/ 158 h 41981"/>
                  <a:gd name="connsiteX7" fmla="*/ 271 w 41981"/>
                  <a:gd name="connsiteY7" fmla="*/ 21149 h 41981"/>
                  <a:gd name="connsiteX8" fmla="*/ 21262 w 41981"/>
                  <a:gd name="connsiteY8" fmla="*/ 42140 h 41981"/>
                  <a:gd name="connsiteX9" fmla="*/ 42252 w 41981"/>
                  <a:gd name="connsiteY9" fmla="*/ 21149 h 41981"/>
                  <a:gd name="connsiteX10" fmla="*/ 42252 w 41981"/>
                  <a:gd name="connsiteY10" fmla="*/ 21149 h 41981"/>
                  <a:gd name="connsiteX11" fmla="*/ 21262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59"/>
                    </a:moveTo>
                    <a:cubicBezTo>
                      <a:pt x="30204" y="4959"/>
                      <a:pt x="37452" y="12207"/>
                      <a:pt x="37452" y="21149"/>
                    </a:cubicBezTo>
                    <a:lnTo>
                      <a:pt x="37452" y="21149"/>
                    </a:lnTo>
                    <a:cubicBezTo>
                      <a:pt x="37452" y="30091"/>
                      <a:pt x="30204" y="37339"/>
                      <a:pt x="21262" y="37339"/>
                    </a:cubicBezTo>
                    <a:cubicBezTo>
                      <a:pt x="12320" y="37339"/>
                      <a:pt x="5072" y="30091"/>
                      <a:pt x="5072" y="21149"/>
                    </a:cubicBezTo>
                    <a:cubicBezTo>
                      <a:pt x="5072" y="12207"/>
                      <a:pt x="12320" y="4959"/>
                      <a:pt x="21262" y="4959"/>
                    </a:cubicBezTo>
                    <a:close/>
                    <a:moveTo>
                      <a:pt x="21262" y="158"/>
                    </a:moveTo>
                    <a:cubicBezTo>
                      <a:pt x="9669" y="158"/>
                      <a:pt x="271" y="9556"/>
                      <a:pt x="271" y="21149"/>
                    </a:cubicBezTo>
                    <a:cubicBezTo>
                      <a:pt x="271" y="32742"/>
                      <a:pt x="9669" y="42140"/>
                      <a:pt x="21262" y="42140"/>
                    </a:cubicBezTo>
                    <a:cubicBezTo>
                      <a:pt x="32854" y="42140"/>
                      <a:pt x="42252" y="32742"/>
                      <a:pt x="42252" y="21149"/>
                    </a:cubicBezTo>
                    <a:lnTo>
                      <a:pt x="42252" y="21149"/>
                    </a:lnTo>
                    <a:cubicBezTo>
                      <a:pt x="42252" y="9556"/>
                      <a:pt x="32854" y="158"/>
                      <a:pt x="21262"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1" name="Freeform: Shape 3410">
                <a:extLst>
                  <a:ext uri="{FF2B5EF4-FFF2-40B4-BE49-F238E27FC236}">
                    <a16:creationId xmlns:a16="http://schemas.microsoft.com/office/drawing/2014/main" id="{8081796F-F9B0-3730-E2D1-B1B507DC4BAB}"/>
                  </a:ext>
                </a:extLst>
              </p:cNvPr>
              <p:cNvSpPr/>
              <p:nvPr/>
            </p:nvSpPr>
            <p:spPr>
              <a:xfrm>
                <a:off x="1907047" y="7575908"/>
                <a:ext cx="37180" cy="37180"/>
              </a:xfrm>
              <a:custGeom>
                <a:avLst/>
                <a:gdLst>
                  <a:gd name="connsiteX0" fmla="*/ 37466 w 37180"/>
                  <a:gd name="connsiteY0" fmla="*/ 18704 h 37180"/>
                  <a:gd name="connsiteX1" fmla="*/ 18876 w 37180"/>
                  <a:gd name="connsiteY1" fmla="*/ 37294 h 37180"/>
                  <a:gd name="connsiteX2" fmla="*/ 285 w 37180"/>
                  <a:gd name="connsiteY2" fmla="*/ 18704 h 37180"/>
                  <a:gd name="connsiteX3" fmla="*/ 18876 w 37180"/>
                  <a:gd name="connsiteY3" fmla="*/ 113 h 37180"/>
                  <a:gd name="connsiteX4" fmla="*/ 37466 w 37180"/>
                  <a:gd name="connsiteY4" fmla="*/ 187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04"/>
                    </a:moveTo>
                    <a:cubicBezTo>
                      <a:pt x="37466" y="28971"/>
                      <a:pt x="29143" y="37294"/>
                      <a:pt x="18876" y="37294"/>
                    </a:cubicBezTo>
                    <a:cubicBezTo>
                      <a:pt x="8608" y="37294"/>
                      <a:pt x="285" y="28971"/>
                      <a:pt x="285" y="18704"/>
                    </a:cubicBezTo>
                    <a:cubicBezTo>
                      <a:pt x="285" y="8436"/>
                      <a:pt x="8608" y="113"/>
                      <a:pt x="18876" y="113"/>
                    </a:cubicBezTo>
                    <a:cubicBezTo>
                      <a:pt x="29143" y="113"/>
                      <a:pt x="37466" y="8436"/>
                      <a:pt x="37466" y="18704"/>
                    </a:cubicBezTo>
                    <a:close/>
                  </a:path>
                </a:pathLst>
              </a:custGeom>
              <a:solidFill>
                <a:srgbClr val="0AF70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2" name="Freeform: Shape 3411">
                <a:extLst>
                  <a:ext uri="{FF2B5EF4-FFF2-40B4-BE49-F238E27FC236}">
                    <a16:creationId xmlns:a16="http://schemas.microsoft.com/office/drawing/2014/main" id="{43097498-C959-7089-EBD3-48779129B638}"/>
                  </a:ext>
                </a:extLst>
              </p:cNvPr>
              <p:cNvSpPr/>
              <p:nvPr/>
            </p:nvSpPr>
            <p:spPr>
              <a:xfrm>
                <a:off x="1904646" y="7573508"/>
                <a:ext cx="41981" cy="41981"/>
              </a:xfrm>
              <a:custGeom>
                <a:avLst/>
                <a:gdLst>
                  <a:gd name="connsiteX0" fmla="*/ 21276 w 41981"/>
                  <a:gd name="connsiteY0" fmla="*/ 4914 h 41981"/>
                  <a:gd name="connsiteX1" fmla="*/ 37466 w 41981"/>
                  <a:gd name="connsiteY1" fmla="*/ 21104 h 41981"/>
                  <a:gd name="connsiteX2" fmla="*/ 37466 w 41981"/>
                  <a:gd name="connsiteY2" fmla="*/ 21104 h 41981"/>
                  <a:gd name="connsiteX3" fmla="*/ 21276 w 41981"/>
                  <a:gd name="connsiteY3" fmla="*/ 37294 h 41981"/>
                  <a:gd name="connsiteX4" fmla="*/ 5086 w 41981"/>
                  <a:gd name="connsiteY4" fmla="*/ 21104 h 41981"/>
                  <a:gd name="connsiteX5" fmla="*/ 21276 w 41981"/>
                  <a:gd name="connsiteY5" fmla="*/ 4914 h 41981"/>
                  <a:gd name="connsiteX6" fmla="*/ 21276 w 41981"/>
                  <a:gd name="connsiteY6" fmla="*/ 113 h 41981"/>
                  <a:gd name="connsiteX7" fmla="*/ 285 w 41981"/>
                  <a:gd name="connsiteY7" fmla="*/ 21104 h 41981"/>
                  <a:gd name="connsiteX8" fmla="*/ 21276 w 41981"/>
                  <a:gd name="connsiteY8" fmla="*/ 42094 h 41981"/>
                  <a:gd name="connsiteX9" fmla="*/ 42266 w 41981"/>
                  <a:gd name="connsiteY9" fmla="*/ 21104 h 41981"/>
                  <a:gd name="connsiteX10" fmla="*/ 42266 w 41981"/>
                  <a:gd name="connsiteY10" fmla="*/ 21104 h 41981"/>
                  <a:gd name="connsiteX11" fmla="*/ 21276 w 41981"/>
                  <a:gd name="connsiteY11" fmla="*/ 11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14"/>
                    </a:moveTo>
                    <a:cubicBezTo>
                      <a:pt x="30218" y="4914"/>
                      <a:pt x="37466" y="12162"/>
                      <a:pt x="37466" y="21104"/>
                    </a:cubicBezTo>
                    <a:lnTo>
                      <a:pt x="37466" y="21104"/>
                    </a:lnTo>
                    <a:cubicBezTo>
                      <a:pt x="37466" y="30046"/>
                      <a:pt x="30218" y="37294"/>
                      <a:pt x="21276" y="37294"/>
                    </a:cubicBezTo>
                    <a:cubicBezTo>
                      <a:pt x="12334" y="37294"/>
                      <a:pt x="5086" y="30046"/>
                      <a:pt x="5086" y="21104"/>
                    </a:cubicBezTo>
                    <a:cubicBezTo>
                      <a:pt x="5086" y="12162"/>
                      <a:pt x="12334" y="4914"/>
                      <a:pt x="21276" y="4914"/>
                    </a:cubicBezTo>
                    <a:close/>
                    <a:moveTo>
                      <a:pt x="21276" y="113"/>
                    </a:moveTo>
                    <a:cubicBezTo>
                      <a:pt x="9683" y="113"/>
                      <a:pt x="285" y="9511"/>
                      <a:pt x="285" y="21104"/>
                    </a:cubicBezTo>
                    <a:cubicBezTo>
                      <a:pt x="285" y="32696"/>
                      <a:pt x="9683" y="42094"/>
                      <a:pt x="21276" y="42094"/>
                    </a:cubicBezTo>
                    <a:cubicBezTo>
                      <a:pt x="32868" y="42094"/>
                      <a:pt x="42266" y="32696"/>
                      <a:pt x="42266" y="21104"/>
                    </a:cubicBezTo>
                    <a:lnTo>
                      <a:pt x="42266" y="21104"/>
                    </a:lnTo>
                    <a:cubicBezTo>
                      <a:pt x="42266" y="9511"/>
                      <a:pt x="32868" y="113"/>
                      <a:pt x="21276" y="11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3" name="Freeform: Shape 3412">
                <a:extLst>
                  <a:ext uri="{FF2B5EF4-FFF2-40B4-BE49-F238E27FC236}">
                    <a16:creationId xmlns:a16="http://schemas.microsoft.com/office/drawing/2014/main" id="{5DE71D15-C5F7-E0C9-EE5E-5CEE41DF5CDE}"/>
                  </a:ext>
                </a:extLst>
              </p:cNvPr>
              <p:cNvSpPr/>
              <p:nvPr/>
            </p:nvSpPr>
            <p:spPr>
              <a:xfrm>
                <a:off x="1637962" y="8013225"/>
                <a:ext cx="37180" cy="37180"/>
              </a:xfrm>
              <a:custGeom>
                <a:avLst/>
                <a:gdLst>
                  <a:gd name="connsiteX0" fmla="*/ 37419 w 37180"/>
                  <a:gd name="connsiteY0" fmla="*/ 18780 h 37180"/>
                  <a:gd name="connsiteX1" fmla="*/ 18829 w 37180"/>
                  <a:gd name="connsiteY1" fmla="*/ 37370 h 37180"/>
                  <a:gd name="connsiteX2" fmla="*/ 239 w 37180"/>
                  <a:gd name="connsiteY2" fmla="*/ 18780 h 37180"/>
                  <a:gd name="connsiteX3" fmla="*/ 18829 w 37180"/>
                  <a:gd name="connsiteY3" fmla="*/ 189 h 37180"/>
                  <a:gd name="connsiteX4" fmla="*/ 37419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80"/>
                    </a:moveTo>
                    <a:cubicBezTo>
                      <a:pt x="37419" y="29047"/>
                      <a:pt x="29096" y="37370"/>
                      <a:pt x="18829" y="37370"/>
                    </a:cubicBezTo>
                    <a:cubicBezTo>
                      <a:pt x="8562" y="37370"/>
                      <a:pt x="239" y="29047"/>
                      <a:pt x="239" y="18780"/>
                    </a:cubicBezTo>
                    <a:cubicBezTo>
                      <a:pt x="239" y="8512"/>
                      <a:pt x="8562" y="189"/>
                      <a:pt x="18829" y="189"/>
                    </a:cubicBezTo>
                    <a:cubicBezTo>
                      <a:pt x="29096" y="189"/>
                      <a:pt x="37419" y="8512"/>
                      <a:pt x="37419" y="18780"/>
                    </a:cubicBezTo>
                    <a:close/>
                  </a:path>
                </a:pathLst>
              </a:custGeom>
              <a:solidFill>
                <a:srgbClr val="F7A51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4" name="Freeform: Shape 3413">
                <a:extLst>
                  <a:ext uri="{FF2B5EF4-FFF2-40B4-BE49-F238E27FC236}">
                    <a16:creationId xmlns:a16="http://schemas.microsoft.com/office/drawing/2014/main" id="{C0B20C75-3256-46DC-E3CB-5E206EF4B940}"/>
                  </a:ext>
                </a:extLst>
              </p:cNvPr>
              <p:cNvSpPr/>
              <p:nvPr/>
            </p:nvSpPr>
            <p:spPr>
              <a:xfrm>
                <a:off x="1635562" y="8010824"/>
                <a:ext cx="41981" cy="41981"/>
              </a:xfrm>
              <a:custGeom>
                <a:avLst/>
                <a:gdLst>
                  <a:gd name="connsiteX0" fmla="*/ 21229 w 41981"/>
                  <a:gd name="connsiteY0" fmla="*/ 4990 h 41981"/>
                  <a:gd name="connsiteX1" fmla="*/ 37419 w 41981"/>
                  <a:gd name="connsiteY1" fmla="*/ 21180 h 41981"/>
                  <a:gd name="connsiteX2" fmla="*/ 37419 w 41981"/>
                  <a:gd name="connsiteY2" fmla="*/ 21180 h 41981"/>
                  <a:gd name="connsiteX3" fmla="*/ 21229 w 41981"/>
                  <a:gd name="connsiteY3" fmla="*/ 37370 h 41981"/>
                  <a:gd name="connsiteX4" fmla="*/ 5039 w 41981"/>
                  <a:gd name="connsiteY4" fmla="*/ 21180 h 41981"/>
                  <a:gd name="connsiteX5" fmla="*/ 21229 w 41981"/>
                  <a:gd name="connsiteY5" fmla="*/ 4990 h 41981"/>
                  <a:gd name="connsiteX6" fmla="*/ 21229 w 41981"/>
                  <a:gd name="connsiteY6" fmla="*/ 189 h 41981"/>
                  <a:gd name="connsiteX7" fmla="*/ 239 w 41981"/>
                  <a:gd name="connsiteY7" fmla="*/ 21180 h 41981"/>
                  <a:gd name="connsiteX8" fmla="*/ 21229 w 41981"/>
                  <a:gd name="connsiteY8" fmla="*/ 42170 h 41981"/>
                  <a:gd name="connsiteX9" fmla="*/ 42220 w 41981"/>
                  <a:gd name="connsiteY9" fmla="*/ 21180 h 41981"/>
                  <a:gd name="connsiteX10" fmla="*/ 42220 w 41981"/>
                  <a:gd name="connsiteY10" fmla="*/ 21180 h 41981"/>
                  <a:gd name="connsiteX11" fmla="*/ 21229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90"/>
                    </a:moveTo>
                    <a:cubicBezTo>
                      <a:pt x="30171" y="4990"/>
                      <a:pt x="37419" y="12238"/>
                      <a:pt x="37419" y="21180"/>
                    </a:cubicBezTo>
                    <a:lnTo>
                      <a:pt x="37419" y="21180"/>
                    </a:lnTo>
                    <a:cubicBezTo>
                      <a:pt x="37419" y="30122"/>
                      <a:pt x="30171" y="37370"/>
                      <a:pt x="21229" y="37370"/>
                    </a:cubicBezTo>
                    <a:cubicBezTo>
                      <a:pt x="12287" y="37370"/>
                      <a:pt x="5039" y="30122"/>
                      <a:pt x="5039" y="21180"/>
                    </a:cubicBezTo>
                    <a:cubicBezTo>
                      <a:pt x="5039" y="12238"/>
                      <a:pt x="12287" y="4990"/>
                      <a:pt x="21229" y="4990"/>
                    </a:cubicBezTo>
                    <a:close/>
                    <a:moveTo>
                      <a:pt x="21229" y="189"/>
                    </a:moveTo>
                    <a:cubicBezTo>
                      <a:pt x="9637" y="189"/>
                      <a:pt x="239" y="9587"/>
                      <a:pt x="239" y="21180"/>
                    </a:cubicBezTo>
                    <a:cubicBezTo>
                      <a:pt x="239" y="32772"/>
                      <a:pt x="9637" y="42170"/>
                      <a:pt x="21229" y="42170"/>
                    </a:cubicBezTo>
                    <a:cubicBezTo>
                      <a:pt x="32822" y="42170"/>
                      <a:pt x="42220" y="32772"/>
                      <a:pt x="42220" y="21180"/>
                    </a:cubicBezTo>
                    <a:lnTo>
                      <a:pt x="42220" y="21180"/>
                    </a:lnTo>
                    <a:cubicBezTo>
                      <a:pt x="42220" y="9587"/>
                      <a:pt x="32822" y="189"/>
                      <a:pt x="21229"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5" name="Freeform: Shape 3414">
                <a:extLst>
                  <a:ext uri="{FF2B5EF4-FFF2-40B4-BE49-F238E27FC236}">
                    <a16:creationId xmlns:a16="http://schemas.microsoft.com/office/drawing/2014/main" id="{3BBB279B-8F41-FF9C-6091-45E4807EFE81}"/>
                  </a:ext>
                </a:extLst>
              </p:cNvPr>
              <p:cNvSpPr/>
              <p:nvPr/>
            </p:nvSpPr>
            <p:spPr>
              <a:xfrm>
                <a:off x="1800619" y="7893774"/>
                <a:ext cx="37180" cy="37180"/>
              </a:xfrm>
              <a:custGeom>
                <a:avLst/>
                <a:gdLst>
                  <a:gd name="connsiteX0" fmla="*/ 37448 w 37180"/>
                  <a:gd name="connsiteY0" fmla="*/ 18759 h 37180"/>
                  <a:gd name="connsiteX1" fmla="*/ 18857 w 37180"/>
                  <a:gd name="connsiteY1" fmla="*/ 37349 h 37180"/>
                  <a:gd name="connsiteX2" fmla="*/ 267 w 37180"/>
                  <a:gd name="connsiteY2" fmla="*/ 18759 h 37180"/>
                  <a:gd name="connsiteX3" fmla="*/ 18857 w 37180"/>
                  <a:gd name="connsiteY3" fmla="*/ 168 h 37180"/>
                  <a:gd name="connsiteX4" fmla="*/ 37448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9"/>
                    </a:moveTo>
                    <a:cubicBezTo>
                      <a:pt x="37448" y="29026"/>
                      <a:pt x="29124" y="37349"/>
                      <a:pt x="18857" y="37349"/>
                    </a:cubicBezTo>
                    <a:cubicBezTo>
                      <a:pt x="8590" y="37349"/>
                      <a:pt x="267" y="29026"/>
                      <a:pt x="267" y="18759"/>
                    </a:cubicBezTo>
                    <a:cubicBezTo>
                      <a:pt x="267" y="8492"/>
                      <a:pt x="8590" y="168"/>
                      <a:pt x="18857" y="168"/>
                    </a:cubicBezTo>
                    <a:cubicBezTo>
                      <a:pt x="29124" y="168"/>
                      <a:pt x="37448" y="8492"/>
                      <a:pt x="37448" y="18759"/>
                    </a:cubicBezTo>
                    <a:close/>
                  </a:path>
                </a:pathLst>
              </a:custGeom>
              <a:solidFill>
                <a:srgbClr val="D0F7D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6" name="Freeform: Shape 3415">
                <a:extLst>
                  <a:ext uri="{FF2B5EF4-FFF2-40B4-BE49-F238E27FC236}">
                    <a16:creationId xmlns:a16="http://schemas.microsoft.com/office/drawing/2014/main" id="{5D72DD87-1157-1651-2BC4-CFA1E22C6B8B}"/>
                  </a:ext>
                </a:extLst>
              </p:cNvPr>
              <p:cNvSpPr/>
              <p:nvPr/>
            </p:nvSpPr>
            <p:spPr>
              <a:xfrm>
                <a:off x="1798219" y="7891373"/>
                <a:ext cx="41981" cy="41981"/>
              </a:xfrm>
              <a:custGeom>
                <a:avLst/>
                <a:gdLst>
                  <a:gd name="connsiteX0" fmla="*/ 21257 w 41981"/>
                  <a:gd name="connsiteY0" fmla="*/ 4969 h 41981"/>
                  <a:gd name="connsiteX1" fmla="*/ 37448 w 41981"/>
                  <a:gd name="connsiteY1" fmla="*/ 21159 h 41981"/>
                  <a:gd name="connsiteX2" fmla="*/ 37448 w 41981"/>
                  <a:gd name="connsiteY2" fmla="*/ 21159 h 41981"/>
                  <a:gd name="connsiteX3" fmla="*/ 21257 w 41981"/>
                  <a:gd name="connsiteY3" fmla="*/ 37349 h 41981"/>
                  <a:gd name="connsiteX4" fmla="*/ 5067 w 41981"/>
                  <a:gd name="connsiteY4" fmla="*/ 21159 h 41981"/>
                  <a:gd name="connsiteX5" fmla="*/ 21257 w 41981"/>
                  <a:gd name="connsiteY5" fmla="*/ 4969 h 41981"/>
                  <a:gd name="connsiteX6" fmla="*/ 21257 w 41981"/>
                  <a:gd name="connsiteY6" fmla="*/ 168 h 41981"/>
                  <a:gd name="connsiteX7" fmla="*/ 267 w 41981"/>
                  <a:gd name="connsiteY7" fmla="*/ 21159 h 41981"/>
                  <a:gd name="connsiteX8" fmla="*/ 21257 w 41981"/>
                  <a:gd name="connsiteY8" fmla="*/ 42150 h 41981"/>
                  <a:gd name="connsiteX9" fmla="*/ 42248 w 41981"/>
                  <a:gd name="connsiteY9" fmla="*/ 21159 h 41981"/>
                  <a:gd name="connsiteX10" fmla="*/ 42248 w 41981"/>
                  <a:gd name="connsiteY10" fmla="*/ 21159 h 41981"/>
                  <a:gd name="connsiteX11" fmla="*/ 21257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9"/>
                    </a:moveTo>
                    <a:cubicBezTo>
                      <a:pt x="30199" y="4969"/>
                      <a:pt x="37448" y="12217"/>
                      <a:pt x="37448" y="21159"/>
                    </a:cubicBezTo>
                    <a:lnTo>
                      <a:pt x="37448" y="21159"/>
                    </a:lnTo>
                    <a:cubicBezTo>
                      <a:pt x="37448" y="30101"/>
                      <a:pt x="30199" y="37349"/>
                      <a:pt x="21257" y="37349"/>
                    </a:cubicBezTo>
                    <a:cubicBezTo>
                      <a:pt x="12316" y="37349"/>
                      <a:pt x="5067" y="30101"/>
                      <a:pt x="5067" y="21159"/>
                    </a:cubicBezTo>
                    <a:cubicBezTo>
                      <a:pt x="5067" y="12217"/>
                      <a:pt x="12316" y="4969"/>
                      <a:pt x="21257" y="4969"/>
                    </a:cubicBezTo>
                    <a:close/>
                    <a:moveTo>
                      <a:pt x="21257" y="168"/>
                    </a:moveTo>
                    <a:cubicBezTo>
                      <a:pt x="9665" y="168"/>
                      <a:pt x="267" y="9566"/>
                      <a:pt x="267" y="21159"/>
                    </a:cubicBezTo>
                    <a:cubicBezTo>
                      <a:pt x="267" y="32752"/>
                      <a:pt x="9665" y="42150"/>
                      <a:pt x="21257" y="42150"/>
                    </a:cubicBezTo>
                    <a:cubicBezTo>
                      <a:pt x="32850" y="42150"/>
                      <a:pt x="42248" y="32752"/>
                      <a:pt x="42248" y="21159"/>
                    </a:cubicBezTo>
                    <a:lnTo>
                      <a:pt x="42248" y="21159"/>
                    </a:lnTo>
                    <a:cubicBezTo>
                      <a:pt x="42248" y="9566"/>
                      <a:pt x="32850" y="168"/>
                      <a:pt x="21257"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7" name="Freeform: Shape 3416">
                <a:extLst>
                  <a:ext uri="{FF2B5EF4-FFF2-40B4-BE49-F238E27FC236}">
                    <a16:creationId xmlns:a16="http://schemas.microsoft.com/office/drawing/2014/main" id="{64E1B87B-F5D3-7FE7-7A65-2E56953474D4}"/>
                  </a:ext>
                </a:extLst>
              </p:cNvPr>
              <p:cNvSpPr/>
              <p:nvPr/>
            </p:nvSpPr>
            <p:spPr>
              <a:xfrm>
                <a:off x="1881225" y="7697386"/>
                <a:ext cx="37180" cy="37180"/>
              </a:xfrm>
              <a:custGeom>
                <a:avLst/>
                <a:gdLst>
                  <a:gd name="connsiteX0" fmla="*/ 37462 w 37180"/>
                  <a:gd name="connsiteY0" fmla="*/ 18725 h 37180"/>
                  <a:gd name="connsiteX1" fmla="*/ 18871 w 37180"/>
                  <a:gd name="connsiteY1" fmla="*/ 37315 h 37180"/>
                  <a:gd name="connsiteX2" fmla="*/ 281 w 37180"/>
                  <a:gd name="connsiteY2" fmla="*/ 18725 h 37180"/>
                  <a:gd name="connsiteX3" fmla="*/ 18871 w 37180"/>
                  <a:gd name="connsiteY3" fmla="*/ 134 h 37180"/>
                  <a:gd name="connsiteX4" fmla="*/ 37462 w 37180"/>
                  <a:gd name="connsiteY4" fmla="*/ 1872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25"/>
                    </a:moveTo>
                    <a:cubicBezTo>
                      <a:pt x="37462" y="28992"/>
                      <a:pt x="29138" y="37315"/>
                      <a:pt x="18871" y="37315"/>
                    </a:cubicBezTo>
                    <a:cubicBezTo>
                      <a:pt x="8604" y="37315"/>
                      <a:pt x="281" y="28992"/>
                      <a:pt x="281" y="18725"/>
                    </a:cubicBezTo>
                    <a:cubicBezTo>
                      <a:pt x="281" y="8458"/>
                      <a:pt x="8604" y="134"/>
                      <a:pt x="18871" y="134"/>
                    </a:cubicBezTo>
                    <a:cubicBezTo>
                      <a:pt x="29138" y="134"/>
                      <a:pt x="37462" y="8458"/>
                      <a:pt x="37462" y="18725"/>
                    </a:cubicBezTo>
                    <a:close/>
                  </a:path>
                </a:pathLst>
              </a:custGeom>
              <a:solidFill>
                <a:srgbClr val="F7A59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8" name="Freeform: Shape 3417">
                <a:extLst>
                  <a:ext uri="{FF2B5EF4-FFF2-40B4-BE49-F238E27FC236}">
                    <a16:creationId xmlns:a16="http://schemas.microsoft.com/office/drawing/2014/main" id="{A917400C-E538-C901-E8FF-902975090902}"/>
                  </a:ext>
                </a:extLst>
              </p:cNvPr>
              <p:cNvSpPr/>
              <p:nvPr/>
            </p:nvSpPr>
            <p:spPr>
              <a:xfrm>
                <a:off x="1878824" y="7694986"/>
                <a:ext cx="41981" cy="41981"/>
              </a:xfrm>
              <a:custGeom>
                <a:avLst/>
                <a:gdLst>
                  <a:gd name="connsiteX0" fmla="*/ 21271 w 41981"/>
                  <a:gd name="connsiteY0" fmla="*/ 4935 h 41981"/>
                  <a:gd name="connsiteX1" fmla="*/ 37462 w 41981"/>
                  <a:gd name="connsiteY1" fmla="*/ 21125 h 41981"/>
                  <a:gd name="connsiteX2" fmla="*/ 37462 w 41981"/>
                  <a:gd name="connsiteY2" fmla="*/ 21125 h 41981"/>
                  <a:gd name="connsiteX3" fmla="*/ 21271 w 41981"/>
                  <a:gd name="connsiteY3" fmla="*/ 37315 h 41981"/>
                  <a:gd name="connsiteX4" fmla="*/ 5081 w 41981"/>
                  <a:gd name="connsiteY4" fmla="*/ 21125 h 41981"/>
                  <a:gd name="connsiteX5" fmla="*/ 21271 w 41981"/>
                  <a:gd name="connsiteY5" fmla="*/ 4935 h 41981"/>
                  <a:gd name="connsiteX6" fmla="*/ 21271 w 41981"/>
                  <a:gd name="connsiteY6" fmla="*/ 134 h 41981"/>
                  <a:gd name="connsiteX7" fmla="*/ 281 w 41981"/>
                  <a:gd name="connsiteY7" fmla="*/ 21125 h 41981"/>
                  <a:gd name="connsiteX8" fmla="*/ 21271 w 41981"/>
                  <a:gd name="connsiteY8" fmla="*/ 42116 h 41981"/>
                  <a:gd name="connsiteX9" fmla="*/ 42262 w 41981"/>
                  <a:gd name="connsiteY9" fmla="*/ 21125 h 41981"/>
                  <a:gd name="connsiteX10" fmla="*/ 42262 w 41981"/>
                  <a:gd name="connsiteY10" fmla="*/ 21125 h 41981"/>
                  <a:gd name="connsiteX11" fmla="*/ 21271 w 41981"/>
                  <a:gd name="connsiteY11" fmla="*/ 13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35"/>
                    </a:moveTo>
                    <a:cubicBezTo>
                      <a:pt x="30213" y="4935"/>
                      <a:pt x="37462" y="12183"/>
                      <a:pt x="37462" y="21125"/>
                    </a:cubicBezTo>
                    <a:lnTo>
                      <a:pt x="37462" y="21125"/>
                    </a:lnTo>
                    <a:cubicBezTo>
                      <a:pt x="37462" y="30067"/>
                      <a:pt x="30213" y="37315"/>
                      <a:pt x="21271" y="37315"/>
                    </a:cubicBezTo>
                    <a:cubicBezTo>
                      <a:pt x="12330" y="37315"/>
                      <a:pt x="5081" y="30067"/>
                      <a:pt x="5081" y="21125"/>
                    </a:cubicBezTo>
                    <a:cubicBezTo>
                      <a:pt x="5081" y="12183"/>
                      <a:pt x="12330" y="4935"/>
                      <a:pt x="21271" y="4935"/>
                    </a:cubicBezTo>
                    <a:close/>
                    <a:moveTo>
                      <a:pt x="21271" y="134"/>
                    </a:moveTo>
                    <a:cubicBezTo>
                      <a:pt x="9679" y="134"/>
                      <a:pt x="281" y="9532"/>
                      <a:pt x="281" y="21125"/>
                    </a:cubicBezTo>
                    <a:cubicBezTo>
                      <a:pt x="281" y="32718"/>
                      <a:pt x="9679" y="42116"/>
                      <a:pt x="21271" y="42116"/>
                    </a:cubicBezTo>
                    <a:cubicBezTo>
                      <a:pt x="32864" y="42116"/>
                      <a:pt x="42262" y="32718"/>
                      <a:pt x="42262" y="21125"/>
                    </a:cubicBezTo>
                    <a:lnTo>
                      <a:pt x="42262" y="21125"/>
                    </a:lnTo>
                    <a:cubicBezTo>
                      <a:pt x="42262" y="9532"/>
                      <a:pt x="32864" y="134"/>
                      <a:pt x="21271" y="13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19" name="Freeform: Shape 3418">
                <a:extLst>
                  <a:ext uri="{FF2B5EF4-FFF2-40B4-BE49-F238E27FC236}">
                    <a16:creationId xmlns:a16="http://schemas.microsoft.com/office/drawing/2014/main" id="{D62FFC0E-8A90-D776-6884-17094E2FC810}"/>
                  </a:ext>
                </a:extLst>
              </p:cNvPr>
              <p:cNvSpPr/>
              <p:nvPr/>
            </p:nvSpPr>
            <p:spPr>
              <a:xfrm>
                <a:off x="1807831" y="7819320"/>
                <a:ext cx="37180" cy="37180"/>
              </a:xfrm>
              <a:custGeom>
                <a:avLst/>
                <a:gdLst>
                  <a:gd name="connsiteX0" fmla="*/ 37449 w 37180"/>
                  <a:gd name="connsiteY0" fmla="*/ 18746 h 37180"/>
                  <a:gd name="connsiteX1" fmla="*/ 18858 w 37180"/>
                  <a:gd name="connsiteY1" fmla="*/ 37336 h 37180"/>
                  <a:gd name="connsiteX2" fmla="*/ 268 w 37180"/>
                  <a:gd name="connsiteY2" fmla="*/ 18746 h 37180"/>
                  <a:gd name="connsiteX3" fmla="*/ 18858 w 37180"/>
                  <a:gd name="connsiteY3" fmla="*/ 156 h 37180"/>
                  <a:gd name="connsiteX4" fmla="*/ 37449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46"/>
                    </a:moveTo>
                    <a:cubicBezTo>
                      <a:pt x="37449" y="29013"/>
                      <a:pt x="29126" y="37336"/>
                      <a:pt x="18858" y="37336"/>
                    </a:cubicBezTo>
                    <a:cubicBezTo>
                      <a:pt x="8591" y="37336"/>
                      <a:pt x="268" y="29013"/>
                      <a:pt x="268" y="18746"/>
                    </a:cubicBezTo>
                    <a:cubicBezTo>
                      <a:pt x="268" y="8479"/>
                      <a:pt x="8591" y="156"/>
                      <a:pt x="18858" y="156"/>
                    </a:cubicBezTo>
                    <a:cubicBezTo>
                      <a:pt x="29126" y="156"/>
                      <a:pt x="37449" y="8479"/>
                      <a:pt x="37449" y="18746"/>
                    </a:cubicBezTo>
                    <a:close/>
                  </a:path>
                </a:pathLst>
              </a:custGeom>
              <a:solidFill>
                <a:srgbClr val="F7A57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0" name="Freeform: Shape 3419">
                <a:extLst>
                  <a:ext uri="{FF2B5EF4-FFF2-40B4-BE49-F238E27FC236}">
                    <a16:creationId xmlns:a16="http://schemas.microsoft.com/office/drawing/2014/main" id="{0697D784-AE7E-FA57-354D-D2F1C71F9D2E}"/>
                  </a:ext>
                </a:extLst>
              </p:cNvPr>
              <p:cNvSpPr/>
              <p:nvPr/>
            </p:nvSpPr>
            <p:spPr>
              <a:xfrm>
                <a:off x="1805430" y="7816920"/>
                <a:ext cx="41981" cy="41981"/>
              </a:xfrm>
              <a:custGeom>
                <a:avLst/>
                <a:gdLst>
                  <a:gd name="connsiteX0" fmla="*/ 21259 w 41981"/>
                  <a:gd name="connsiteY0" fmla="*/ 4956 h 41981"/>
                  <a:gd name="connsiteX1" fmla="*/ 37449 w 41981"/>
                  <a:gd name="connsiteY1" fmla="*/ 21146 h 41981"/>
                  <a:gd name="connsiteX2" fmla="*/ 37449 w 41981"/>
                  <a:gd name="connsiteY2" fmla="*/ 21146 h 41981"/>
                  <a:gd name="connsiteX3" fmla="*/ 21259 w 41981"/>
                  <a:gd name="connsiteY3" fmla="*/ 37336 h 41981"/>
                  <a:gd name="connsiteX4" fmla="*/ 5068 w 41981"/>
                  <a:gd name="connsiteY4" fmla="*/ 21146 h 41981"/>
                  <a:gd name="connsiteX5" fmla="*/ 21259 w 41981"/>
                  <a:gd name="connsiteY5" fmla="*/ 4956 h 41981"/>
                  <a:gd name="connsiteX6" fmla="*/ 21259 w 41981"/>
                  <a:gd name="connsiteY6" fmla="*/ 156 h 41981"/>
                  <a:gd name="connsiteX7" fmla="*/ 268 w 41981"/>
                  <a:gd name="connsiteY7" fmla="*/ 21146 h 41981"/>
                  <a:gd name="connsiteX8" fmla="*/ 21259 w 41981"/>
                  <a:gd name="connsiteY8" fmla="*/ 42137 h 41981"/>
                  <a:gd name="connsiteX9" fmla="*/ 42249 w 41981"/>
                  <a:gd name="connsiteY9" fmla="*/ 21146 h 41981"/>
                  <a:gd name="connsiteX10" fmla="*/ 42249 w 41981"/>
                  <a:gd name="connsiteY10" fmla="*/ 21146 h 41981"/>
                  <a:gd name="connsiteX11" fmla="*/ 21259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6"/>
                    </a:moveTo>
                    <a:cubicBezTo>
                      <a:pt x="30200" y="4956"/>
                      <a:pt x="37449" y="12204"/>
                      <a:pt x="37449" y="21146"/>
                    </a:cubicBezTo>
                    <a:lnTo>
                      <a:pt x="37449" y="21146"/>
                    </a:lnTo>
                    <a:cubicBezTo>
                      <a:pt x="37449" y="30088"/>
                      <a:pt x="30200" y="37336"/>
                      <a:pt x="21259" y="37336"/>
                    </a:cubicBezTo>
                    <a:cubicBezTo>
                      <a:pt x="12317" y="37336"/>
                      <a:pt x="5068" y="30088"/>
                      <a:pt x="5068" y="21146"/>
                    </a:cubicBezTo>
                    <a:cubicBezTo>
                      <a:pt x="5068" y="12204"/>
                      <a:pt x="12317" y="4956"/>
                      <a:pt x="21259" y="4956"/>
                    </a:cubicBezTo>
                    <a:close/>
                    <a:moveTo>
                      <a:pt x="21259" y="156"/>
                    </a:moveTo>
                    <a:cubicBezTo>
                      <a:pt x="9666" y="156"/>
                      <a:pt x="268" y="9554"/>
                      <a:pt x="268" y="21146"/>
                    </a:cubicBezTo>
                    <a:cubicBezTo>
                      <a:pt x="268" y="32739"/>
                      <a:pt x="9666" y="42137"/>
                      <a:pt x="21259" y="42137"/>
                    </a:cubicBezTo>
                    <a:cubicBezTo>
                      <a:pt x="32851" y="42137"/>
                      <a:pt x="42249" y="32739"/>
                      <a:pt x="42249" y="21146"/>
                    </a:cubicBezTo>
                    <a:lnTo>
                      <a:pt x="42249" y="21146"/>
                    </a:lnTo>
                    <a:cubicBezTo>
                      <a:pt x="42249" y="9554"/>
                      <a:pt x="32851" y="156"/>
                      <a:pt x="21259"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1" name="Freeform: Shape 3420">
                <a:extLst>
                  <a:ext uri="{FF2B5EF4-FFF2-40B4-BE49-F238E27FC236}">
                    <a16:creationId xmlns:a16="http://schemas.microsoft.com/office/drawing/2014/main" id="{185DCC4C-EAA3-FE09-5A5B-B46EAB53FB66}"/>
                  </a:ext>
                </a:extLst>
              </p:cNvPr>
              <p:cNvSpPr/>
              <p:nvPr/>
            </p:nvSpPr>
            <p:spPr>
              <a:xfrm>
                <a:off x="1776318" y="7884932"/>
                <a:ext cx="37180" cy="37180"/>
              </a:xfrm>
              <a:custGeom>
                <a:avLst/>
                <a:gdLst>
                  <a:gd name="connsiteX0" fmla="*/ 37443 w 37180"/>
                  <a:gd name="connsiteY0" fmla="*/ 18757 h 37180"/>
                  <a:gd name="connsiteX1" fmla="*/ 18853 w 37180"/>
                  <a:gd name="connsiteY1" fmla="*/ 37348 h 37180"/>
                  <a:gd name="connsiteX2" fmla="*/ 263 w 37180"/>
                  <a:gd name="connsiteY2" fmla="*/ 18757 h 37180"/>
                  <a:gd name="connsiteX3" fmla="*/ 18853 w 37180"/>
                  <a:gd name="connsiteY3" fmla="*/ 167 h 37180"/>
                  <a:gd name="connsiteX4" fmla="*/ 37443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7"/>
                    </a:moveTo>
                    <a:cubicBezTo>
                      <a:pt x="37443" y="29024"/>
                      <a:pt x="29120" y="37348"/>
                      <a:pt x="18853" y="37348"/>
                    </a:cubicBezTo>
                    <a:cubicBezTo>
                      <a:pt x="8586" y="37348"/>
                      <a:pt x="263" y="29024"/>
                      <a:pt x="263" y="18757"/>
                    </a:cubicBezTo>
                    <a:cubicBezTo>
                      <a:pt x="263" y="8490"/>
                      <a:pt x="8586" y="167"/>
                      <a:pt x="18853" y="167"/>
                    </a:cubicBezTo>
                    <a:cubicBezTo>
                      <a:pt x="29120" y="167"/>
                      <a:pt x="37443" y="8490"/>
                      <a:pt x="37443" y="18757"/>
                    </a:cubicBezTo>
                    <a:close/>
                  </a:path>
                </a:pathLst>
              </a:custGeom>
              <a:solidFill>
                <a:srgbClr val="D8F7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2" name="Freeform: Shape 3421">
                <a:extLst>
                  <a:ext uri="{FF2B5EF4-FFF2-40B4-BE49-F238E27FC236}">
                    <a16:creationId xmlns:a16="http://schemas.microsoft.com/office/drawing/2014/main" id="{83738F6F-BC15-9191-38B7-98E4BCF7BFA3}"/>
                  </a:ext>
                </a:extLst>
              </p:cNvPr>
              <p:cNvSpPr/>
              <p:nvPr/>
            </p:nvSpPr>
            <p:spPr>
              <a:xfrm>
                <a:off x="1773917" y="7882532"/>
                <a:ext cx="41981" cy="41981"/>
              </a:xfrm>
              <a:custGeom>
                <a:avLst/>
                <a:gdLst>
                  <a:gd name="connsiteX0" fmla="*/ 21253 w 41981"/>
                  <a:gd name="connsiteY0" fmla="*/ 4967 h 41981"/>
                  <a:gd name="connsiteX1" fmla="*/ 37443 w 41981"/>
                  <a:gd name="connsiteY1" fmla="*/ 21157 h 41981"/>
                  <a:gd name="connsiteX2" fmla="*/ 37443 w 41981"/>
                  <a:gd name="connsiteY2" fmla="*/ 21157 h 41981"/>
                  <a:gd name="connsiteX3" fmla="*/ 21253 w 41981"/>
                  <a:gd name="connsiteY3" fmla="*/ 37348 h 41981"/>
                  <a:gd name="connsiteX4" fmla="*/ 5063 w 41981"/>
                  <a:gd name="connsiteY4" fmla="*/ 21157 h 41981"/>
                  <a:gd name="connsiteX5" fmla="*/ 21253 w 41981"/>
                  <a:gd name="connsiteY5" fmla="*/ 4967 h 41981"/>
                  <a:gd name="connsiteX6" fmla="*/ 21253 w 41981"/>
                  <a:gd name="connsiteY6" fmla="*/ 167 h 41981"/>
                  <a:gd name="connsiteX7" fmla="*/ 263 w 41981"/>
                  <a:gd name="connsiteY7" fmla="*/ 21157 h 41981"/>
                  <a:gd name="connsiteX8" fmla="*/ 21253 w 41981"/>
                  <a:gd name="connsiteY8" fmla="*/ 42148 h 41981"/>
                  <a:gd name="connsiteX9" fmla="*/ 42244 w 41981"/>
                  <a:gd name="connsiteY9" fmla="*/ 21157 h 41981"/>
                  <a:gd name="connsiteX10" fmla="*/ 42244 w 41981"/>
                  <a:gd name="connsiteY10" fmla="*/ 21157 h 41981"/>
                  <a:gd name="connsiteX11" fmla="*/ 21253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7"/>
                    </a:moveTo>
                    <a:cubicBezTo>
                      <a:pt x="30195" y="4967"/>
                      <a:pt x="37443" y="12216"/>
                      <a:pt x="37443" y="21157"/>
                    </a:cubicBezTo>
                    <a:lnTo>
                      <a:pt x="37443" y="21157"/>
                    </a:lnTo>
                    <a:cubicBezTo>
                      <a:pt x="37443" y="30099"/>
                      <a:pt x="30195" y="37348"/>
                      <a:pt x="21253" y="37348"/>
                    </a:cubicBezTo>
                    <a:cubicBezTo>
                      <a:pt x="12311" y="37348"/>
                      <a:pt x="5063" y="30099"/>
                      <a:pt x="5063" y="21157"/>
                    </a:cubicBezTo>
                    <a:cubicBezTo>
                      <a:pt x="5063" y="12216"/>
                      <a:pt x="12311" y="4967"/>
                      <a:pt x="21253" y="4967"/>
                    </a:cubicBezTo>
                    <a:close/>
                    <a:moveTo>
                      <a:pt x="21253" y="167"/>
                    </a:moveTo>
                    <a:cubicBezTo>
                      <a:pt x="9661" y="167"/>
                      <a:pt x="263" y="9565"/>
                      <a:pt x="263" y="21157"/>
                    </a:cubicBezTo>
                    <a:cubicBezTo>
                      <a:pt x="263" y="32750"/>
                      <a:pt x="9661" y="42148"/>
                      <a:pt x="21253" y="42148"/>
                    </a:cubicBezTo>
                    <a:cubicBezTo>
                      <a:pt x="32846" y="42148"/>
                      <a:pt x="42244" y="32750"/>
                      <a:pt x="42244" y="21157"/>
                    </a:cubicBezTo>
                    <a:lnTo>
                      <a:pt x="42244" y="21157"/>
                    </a:lnTo>
                    <a:cubicBezTo>
                      <a:pt x="42244" y="9565"/>
                      <a:pt x="32846" y="167"/>
                      <a:pt x="21253"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3" name="Freeform: Shape 3422">
                <a:extLst>
                  <a:ext uri="{FF2B5EF4-FFF2-40B4-BE49-F238E27FC236}">
                    <a16:creationId xmlns:a16="http://schemas.microsoft.com/office/drawing/2014/main" id="{A81E03F6-C904-094D-71C1-51E4FC2C808C}"/>
                  </a:ext>
                </a:extLst>
              </p:cNvPr>
              <p:cNvSpPr/>
              <p:nvPr/>
            </p:nvSpPr>
            <p:spPr>
              <a:xfrm>
                <a:off x="1686519" y="7957577"/>
                <a:ext cx="37180" cy="37180"/>
              </a:xfrm>
              <a:custGeom>
                <a:avLst/>
                <a:gdLst>
                  <a:gd name="connsiteX0" fmla="*/ 37428 w 37180"/>
                  <a:gd name="connsiteY0" fmla="*/ 18770 h 37180"/>
                  <a:gd name="connsiteX1" fmla="*/ 18837 w 37180"/>
                  <a:gd name="connsiteY1" fmla="*/ 37360 h 37180"/>
                  <a:gd name="connsiteX2" fmla="*/ 247 w 37180"/>
                  <a:gd name="connsiteY2" fmla="*/ 18770 h 37180"/>
                  <a:gd name="connsiteX3" fmla="*/ 18837 w 37180"/>
                  <a:gd name="connsiteY3" fmla="*/ 180 h 37180"/>
                  <a:gd name="connsiteX4" fmla="*/ 3742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70"/>
                    </a:moveTo>
                    <a:cubicBezTo>
                      <a:pt x="37428" y="29037"/>
                      <a:pt x="29105" y="37360"/>
                      <a:pt x="18837" y="37360"/>
                    </a:cubicBezTo>
                    <a:cubicBezTo>
                      <a:pt x="8570" y="37360"/>
                      <a:pt x="247" y="29037"/>
                      <a:pt x="247" y="18770"/>
                    </a:cubicBezTo>
                    <a:cubicBezTo>
                      <a:pt x="247" y="8503"/>
                      <a:pt x="8570" y="180"/>
                      <a:pt x="18837" y="180"/>
                    </a:cubicBezTo>
                    <a:cubicBezTo>
                      <a:pt x="29105" y="180"/>
                      <a:pt x="37428" y="8503"/>
                      <a:pt x="37428" y="18770"/>
                    </a:cubicBezTo>
                    <a:close/>
                  </a:path>
                </a:pathLst>
              </a:custGeom>
              <a:solidFill>
                <a:srgbClr val="F7A53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4" name="Freeform: Shape 3423">
                <a:extLst>
                  <a:ext uri="{FF2B5EF4-FFF2-40B4-BE49-F238E27FC236}">
                    <a16:creationId xmlns:a16="http://schemas.microsoft.com/office/drawing/2014/main" id="{CF164FC0-36A2-A96B-355D-67654E8644F5}"/>
                  </a:ext>
                </a:extLst>
              </p:cNvPr>
              <p:cNvSpPr/>
              <p:nvPr/>
            </p:nvSpPr>
            <p:spPr>
              <a:xfrm>
                <a:off x="1684119" y="7955177"/>
                <a:ext cx="41981" cy="41981"/>
              </a:xfrm>
              <a:custGeom>
                <a:avLst/>
                <a:gdLst>
                  <a:gd name="connsiteX0" fmla="*/ 21238 w 41981"/>
                  <a:gd name="connsiteY0" fmla="*/ 4980 h 41981"/>
                  <a:gd name="connsiteX1" fmla="*/ 37428 w 41981"/>
                  <a:gd name="connsiteY1" fmla="*/ 21170 h 41981"/>
                  <a:gd name="connsiteX2" fmla="*/ 37428 w 41981"/>
                  <a:gd name="connsiteY2" fmla="*/ 21170 h 41981"/>
                  <a:gd name="connsiteX3" fmla="*/ 21238 w 41981"/>
                  <a:gd name="connsiteY3" fmla="*/ 37360 h 41981"/>
                  <a:gd name="connsiteX4" fmla="*/ 5047 w 41981"/>
                  <a:gd name="connsiteY4" fmla="*/ 21170 h 41981"/>
                  <a:gd name="connsiteX5" fmla="*/ 21238 w 41981"/>
                  <a:gd name="connsiteY5" fmla="*/ 4980 h 41981"/>
                  <a:gd name="connsiteX6" fmla="*/ 21238 w 41981"/>
                  <a:gd name="connsiteY6" fmla="*/ 180 h 41981"/>
                  <a:gd name="connsiteX7" fmla="*/ 247 w 41981"/>
                  <a:gd name="connsiteY7" fmla="*/ 21170 h 41981"/>
                  <a:gd name="connsiteX8" fmla="*/ 21238 w 41981"/>
                  <a:gd name="connsiteY8" fmla="*/ 42161 h 41981"/>
                  <a:gd name="connsiteX9" fmla="*/ 42228 w 41981"/>
                  <a:gd name="connsiteY9" fmla="*/ 21170 h 41981"/>
                  <a:gd name="connsiteX10" fmla="*/ 42228 w 41981"/>
                  <a:gd name="connsiteY10" fmla="*/ 21170 h 41981"/>
                  <a:gd name="connsiteX11" fmla="*/ 2123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80"/>
                    </a:moveTo>
                    <a:cubicBezTo>
                      <a:pt x="30179" y="4980"/>
                      <a:pt x="37428" y="12228"/>
                      <a:pt x="37428" y="21170"/>
                    </a:cubicBezTo>
                    <a:lnTo>
                      <a:pt x="37428" y="21170"/>
                    </a:lnTo>
                    <a:cubicBezTo>
                      <a:pt x="37428" y="30112"/>
                      <a:pt x="30179" y="37360"/>
                      <a:pt x="21238" y="37360"/>
                    </a:cubicBezTo>
                    <a:cubicBezTo>
                      <a:pt x="12296" y="37360"/>
                      <a:pt x="5047" y="30112"/>
                      <a:pt x="5047" y="21170"/>
                    </a:cubicBezTo>
                    <a:cubicBezTo>
                      <a:pt x="5047" y="12228"/>
                      <a:pt x="12296" y="4980"/>
                      <a:pt x="21238" y="4980"/>
                    </a:cubicBezTo>
                    <a:close/>
                    <a:moveTo>
                      <a:pt x="21238" y="180"/>
                    </a:moveTo>
                    <a:cubicBezTo>
                      <a:pt x="9645" y="180"/>
                      <a:pt x="247" y="9578"/>
                      <a:pt x="247" y="21170"/>
                    </a:cubicBezTo>
                    <a:cubicBezTo>
                      <a:pt x="247" y="32763"/>
                      <a:pt x="9645" y="42161"/>
                      <a:pt x="21238" y="42161"/>
                    </a:cubicBezTo>
                    <a:cubicBezTo>
                      <a:pt x="32830" y="42161"/>
                      <a:pt x="42228" y="32763"/>
                      <a:pt x="42228" y="21170"/>
                    </a:cubicBezTo>
                    <a:lnTo>
                      <a:pt x="42228" y="21170"/>
                    </a:lnTo>
                    <a:cubicBezTo>
                      <a:pt x="42228" y="9578"/>
                      <a:pt x="32830" y="180"/>
                      <a:pt x="21238"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5" name="Freeform: Shape 3424">
                <a:extLst>
                  <a:ext uri="{FF2B5EF4-FFF2-40B4-BE49-F238E27FC236}">
                    <a16:creationId xmlns:a16="http://schemas.microsoft.com/office/drawing/2014/main" id="{09992207-D551-026A-4B2D-FA27EBA696E4}"/>
                  </a:ext>
                </a:extLst>
              </p:cNvPr>
              <p:cNvSpPr/>
              <p:nvPr/>
            </p:nvSpPr>
            <p:spPr>
              <a:xfrm>
                <a:off x="1837166" y="7831796"/>
                <a:ext cx="37180" cy="37180"/>
              </a:xfrm>
              <a:custGeom>
                <a:avLst/>
                <a:gdLst>
                  <a:gd name="connsiteX0" fmla="*/ 37454 w 37180"/>
                  <a:gd name="connsiteY0" fmla="*/ 18748 h 37180"/>
                  <a:gd name="connsiteX1" fmla="*/ 18864 w 37180"/>
                  <a:gd name="connsiteY1" fmla="*/ 37338 h 37180"/>
                  <a:gd name="connsiteX2" fmla="*/ 273 w 37180"/>
                  <a:gd name="connsiteY2" fmla="*/ 18748 h 37180"/>
                  <a:gd name="connsiteX3" fmla="*/ 18864 w 37180"/>
                  <a:gd name="connsiteY3" fmla="*/ 158 h 37180"/>
                  <a:gd name="connsiteX4" fmla="*/ 37454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8"/>
                    </a:moveTo>
                    <a:cubicBezTo>
                      <a:pt x="37454" y="29015"/>
                      <a:pt x="29131" y="37338"/>
                      <a:pt x="18864" y="37338"/>
                    </a:cubicBezTo>
                    <a:cubicBezTo>
                      <a:pt x="8596" y="37338"/>
                      <a:pt x="273" y="29015"/>
                      <a:pt x="273" y="18748"/>
                    </a:cubicBezTo>
                    <a:cubicBezTo>
                      <a:pt x="273" y="8481"/>
                      <a:pt x="8596" y="158"/>
                      <a:pt x="18864" y="158"/>
                    </a:cubicBezTo>
                    <a:cubicBezTo>
                      <a:pt x="29131" y="158"/>
                      <a:pt x="37454" y="8481"/>
                      <a:pt x="37454" y="18748"/>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6" name="Freeform: Shape 3425">
                <a:extLst>
                  <a:ext uri="{FF2B5EF4-FFF2-40B4-BE49-F238E27FC236}">
                    <a16:creationId xmlns:a16="http://schemas.microsoft.com/office/drawing/2014/main" id="{2A1C0432-61E0-E25E-E50C-6280E8F6B752}"/>
                  </a:ext>
                </a:extLst>
              </p:cNvPr>
              <p:cNvSpPr/>
              <p:nvPr/>
            </p:nvSpPr>
            <p:spPr>
              <a:xfrm>
                <a:off x="1834766" y="7829396"/>
                <a:ext cx="41981" cy="41981"/>
              </a:xfrm>
              <a:custGeom>
                <a:avLst/>
                <a:gdLst>
                  <a:gd name="connsiteX0" fmla="*/ 21264 w 41981"/>
                  <a:gd name="connsiteY0" fmla="*/ 4958 h 41981"/>
                  <a:gd name="connsiteX1" fmla="*/ 37454 w 41981"/>
                  <a:gd name="connsiteY1" fmla="*/ 21148 h 41981"/>
                  <a:gd name="connsiteX2" fmla="*/ 37454 w 41981"/>
                  <a:gd name="connsiteY2" fmla="*/ 21148 h 41981"/>
                  <a:gd name="connsiteX3" fmla="*/ 21264 w 41981"/>
                  <a:gd name="connsiteY3" fmla="*/ 37338 h 41981"/>
                  <a:gd name="connsiteX4" fmla="*/ 5074 w 41981"/>
                  <a:gd name="connsiteY4" fmla="*/ 21148 h 41981"/>
                  <a:gd name="connsiteX5" fmla="*/ 21264 w 41981"/>
                  <a:gd name="connsiteY5" fmla="*/ 4958 h 41981"/>
                  <a:gd name="connsiteX6" fmla="*/ 21264 w 41981"/>
                  <a:gd name="connsiteY6" fmla="*/ 158 h 41981"/>
                  <a:gd name="connsiteX7" fmla="*/ 273 w 41981"/>
                  <a:gd name="connsiteY7" fmla="*/ 21148 h 41981"/>
                  <a:gd name="connsiteX8" fmla="*/ 21264 w 41981"/>
                  <a:gd name="connsiteY8" fmla="*/ 42139 h 41981"/>
                  <a:gd name="connsiteX9" fmla="*/ 42254 w 41981"/>
                  <a:gd name="connsiteY9" fmla="*/ 21148 h 41981"/>
                  <a:gd name="connsiteX10" fmla="*/ 42254 w 41981"/>
                  <a:gd name="connsiteY10" fmla="*/ 21148 h 41981"/>
                  <a:gd name="connsiteX11" fmla="*/ 21264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8"/>
                    </a:moveTo>
                    <a:cubicBezTo>
                      <a:pt x="30206" y="4958"/>
                      <a:pt x="37454" y="12206"/>
                      <a:pt x="37454" y="21148"/>
                    </a:cubicBezTo>
                    <a:lnTo>
                      <a:pt x="37454" y="21148"/>
                    </a:lnTo>
                    <a:cubicBezTo>
                      <a:pt x="37454" y="30090"/>
                      <a:pt x="30206" y="37338"/>
                      <a:pt x="21264" y="37338"/>
                    </a:cubicBezTo>
                    <a:cubicBezTo>
                      <a:pt x="12322" y="37338"/>
                      <a:pt x="5074" y="30090"/>
                      <a:pt x="5074" y="21148"/>
                    </a:cubicBezTo>
                    <a:cubicBezTo>
                      <a:pt x="5074" y="12206"/>
                      <a:pt x="12322" y="4958"/>
                      <a:pt x="21264" y="4958"/>
                    </a:cubicBezTo>
                    <a:close/>
                    <a:moveTo>
                      <a:pt x="21264" y="158"/>
                    </a:moveTo>
                    <a:cubicBezTo>
                      <a:pt x="9671" y="158"/>
                      <a:pt x="273" y="9556"/>
                      <a:pt x="273" y="21148"/>
                    </a:cubicBezTo>
                    <a:cubicBezTo>
                      <a:pt x="273" y="32741"/>
                      <a:pt x="9671" y="42139"/>
                      <a:pt x="21264" y="42139"/>
                    </a:cubicBezTo>
                    <a:cubicBezTo>
                      <a:pt x="32856" y="42139"/>
                      <a:pt x="42254" y="32741"/>
                      <a:pt x="42254" y="21148"/>
                    </a:cubicBezTo>
                    <a:lnTo>
                      <a:pt x="42254" y="21148"/>
                    </a:lnTo>
                    <a:cubicBezTo>
                      <a:pt x="42254" y="9556"/>
                      <a:pt x="32856" y="158"/>
                      <a:pt x="21264"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7" name="Freeform: Shape 3426">
                <a:extLst>
                  <a:ext uri="{FF2B5EF4-FFF2-40B4-BE49-F238E27FC236}">
                    <a16:creationId xmlns:a16="http://schemas.microsoft.com/office/drawing/2014/main" id="{1A9F5E4C-E5E5-CEEE-341B-A278E76AA6F1}"/>
                  </a:ext>
                </a:extLst>
              </p:cNvPr>
              <p:cNvSpPr/>
              <p:nvPr/>
            </p:nvSpPr>
            <p:spPr>
              <a:xfrm>
                <a:off x="1737023" y="8009394"/>
                <a:ext cx="37180" cy="37180"/>
              </a:xfrm>
              <a:custGeom>
                <a:avLst/>
                <a:gdLst>
                  <a:gd name="connsiteX0" fmla="*/ 37437 w 37180"/>
                  <a:gd name="connsiteY0" fmla="*/ 18779 h 37180"/>
                  <a:gd name="connsiteX1" fmla="*/ 18846 w 37180"/>
                  <a:gd name="connsiteY1" fmla="*/ 37369 h 37180"/>
                  <a:gd name="connsiteX2" fmla="*/ 256 w 37180"/>
                  <a:gd name="connsiteY2" fmla="*/ 18779 h 37180"/>
                  <a:gd name="connsiteX3" fmla="*/ 18846 w 37180"/>
                  <a:gd name="connsiteY3" fmla="*/ 189 h 37180"/>
                  <a:gd name="connsiteX4" fmla="*/ 37437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9"/>
                    </a:moveTo>
                    <a:cubicBezTo>
                      <a:pt x="37437" y="29046"/>
                      <a:pt x="29113" y="37369"/>
                      <a:pt x="18846" y="37369"/>
                    </a:cubicBezTo>
                    <a:cubicBezTo>
                      <a:pt x="8579" y="37369"/>
                      <a:pt x="256" y="29046"/>
                      <a:pt x="256" y="18779"/>
                    </a:cubicBezTo>
                    <a:cubicBezTo>
                      <a:pt x="256" y="8512"/>
                      <a:pt x="8579" y="189"/>
                      <a:pt x="18846" y="189"/>
                    </a:cubicBezTo>
                    <a:cubicBezTo>
                      <a:pt x="29113" y="189"/>
                      <a:pt x="37437" y="8512"/>
                      <a:pt x="37437" y="18779"/>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8" name="Freeform: Shape 3427">
                <a:extLst>
                  <a:ext uri="{FF2B5EF4-FFF2-40B4-BE49-F238E27FC236}">
                    <a16:creationId xmlns:a16="http://schemas.microsoft.com/office/drawing/2014/main" id="{40D37073-E026-BBCF-0EA6-23B96F9C392C}"/>
                  </a:ext>
                </a:extLst>
              </p:cNvPr>
              <p:cNvSpPr/>
              <p:nvPr/>
            </p:nvSpPr>
            <p:spPr>
              <a:xfrm>
                <a:off x="1734623" y="8006994"/>
                <a:ext cx="41981" cy="41981"/>
              </a:xfrm>
              <a:custGeom>
                <a:avLst/>
                <a:gdLst>
                  <a:gd name="connsiteX0" fmla="*/ 21246 w 41981"/>
                  <a:gd name="connsiteY0" fmla="*/ 4989 h 41981"/>
                  <a:gd name="connsiteX1" fmla="*/ 37437 w 41981"/>
                  <a:gd name="connsiteY1" fmla="*/ 21179 h 41981"/>
                  <a:gd name="connsiteX2" fmla="*/ 37437 w 41981"/>
                  <a:gd name="connsiteY2" fmla="*/ 21179 h 41981"/>
                  <a:gd name="connsiteX3" fmla="*/ 21246 w 41981"/>
                  <a:gd name="connsiteY3" fmla="*/ 37369 h 41981"/>
                  <a:gd name="connsiteX4" fmla="*/ 5056 w 41981"/>
                  <a:gd name="connsiteY4" fmla="*/ 21179 h 41981"/>
                  <a:gd name="connsiteX5" fmla="*/ 21246 w 41981"/>
                  <a:gd name="connsiteY5" fmla="*/ 4989 h 41981"/>
                  <a:gd name="connsiteX6" fmla="*/ 21246 w 41981"/>
                  <a:gd name="connsiteY6" fmla="*/ 189 h 41981"/>
                  <a:gd name="connsiteX7" fmla="*/ 256 w 41981"/>
                  <a:gd name="connsiteY7" fmla="*/ 21179 h 41981"/>
                  <a:gd name="connsiteX8" fmla="*/ 21246 w 41981"/>
                  <a:gd name="connsiteY8" fmla="*/ 42170 h 41981"/>
                  <a:gd name="connsiteX9" fmla="*/ 42237 w 41981"/>
                  <a:gd name="connsiteY9" fmla="*/ 21179 h 41981"/>
                  <a:gd name="connsiteX10" fmla="*/ 42237 w 41981"/>
                  <a:gd name="connsiteY10" fmla="*/ 21179 h 41981"/>
                  <a:gd name="connsiteX11" fmla="*/ 21246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9"/>
                    </a:moveTo>
                    <a:cubicBezTo>
                      <a:pt x="30188" y="4989"/>
                      <a:pt x="37437" y="12237"/>
                      <a:pt x="37437" y="21179"/>
                    </a:cubicBezTo>
                    <a:lnTo>
                      <a:pt x="37437" y="21179"/>
                    </a:lnTo>
                    <a:cubicBezTo>
                      <a:pt x="37437" y="30121"/>
                      <a:pt x="30188" y="37369"/>
                      <a:pt x="21246" y="37369"/>
                    </a:cubicBezTo>
                    <a:cubicBezTo>
                      <a:pt x="12305" y="37369"/>
                      <a:pt x="5056" y="30121"/>
                      <a:pt x="5056" y="21179"/>
                    </a:cubicBezTo>
                    <a:cubicBezTo>
                      <a:pt x="5056" y="12237"/>
                      <a:pt x="12305" y="4989"/>
                      <a:pt x="21246" y="4989"/>
                    </a:cubicBezTo>
                    <a:close/>
                    <a:moveTo>
                      <a:pt x="21246" y="189"/>
                    </a:moveTo>
                    <a:cubicBezTo>
                      <a:pt x="9654" y="189"/>
                      <a:pt x="256" y="9587"/>
                      <a:pt x="256" y="21179"/>
                    </a:cubicBezTo>
                    <a:cubicBezTo>
                      <a:pt x="256" y="32772"/>
                      <a:pt x="9654" y="42170"/>
                      <a:pt x="21246" y="42170"/>
                    </a:cubicBezTo>
                    <a:cubicBezTo>
                      <a:pt x="32839" y="42170"/>
                      <a:pt x="42237" y="32772"/>
                      <a:pt x="42237" y="21179"/>
                    </a:cubicBezTo>
                    <a:lnTo>
                      <a:pt x="42237" y="21179"/>
                    </a:lnTo>
                    <a:cubicBezTo>
                      <a:pt x="42237" y="9587"/>
                      <a:pt x="32839" y="189"/>
                      <a:pt x="21246"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29" name="Freeform: Shape 3428">
                <a:extLst>
                  <a:ext uri="{FF2B5EF4-FFF2-40B4-BE49-F238E27FC236}">
                    <a16:creationId xmlns:a16="http://schemas.microsoft.com/office/drawing/2014/main" id="{98FEE74C-2116-03D9-24DF-14EDDFC8D076}"/>
                  </a:ext>
                </a:extLst>
              </p:cNvPr>
              <p:cNvSpPr/>
              <p:nvPr/>
            </p:nvSpPr>
            <p:spPr>
              <a:xfrm>
                <a:off x="1808113" y="7933915"/>
                <a:ext cx="37180" cy="37180"/>
              </a:xfrm>
              <a:custGeom>
                <a:avLst/>
                <a:gdLst>
                  <a:gd name="connsiteX0" fmla="*/ 37449 w 37180"/>
                  <a:gd name="connsiteY0" fmla="*/ 18766 h 37180"/>
                  <a:gd name="connsiteX1" fmla="*/ 18858 w 37180"/>
                  <a:gd name="connsiteY1" fmla="*/ 37356 h 37180"/>
                  <a:gd name="connsiteX2" fmla="*/ 268 w 37180"/>
                  <a:gd name="connsiteY2" fmla="*/ 18766 h 37180"/>
                  <a:gd name="connsiteX3" fmla="*/ 18858 w 37180"/>
                  <a:gd name="connsiteY3" fmla="*/ 175 h 37180"/>
                  <a:gd name="connsiteX4" fmla="*/ 3744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6"/>
                    </a:moveTo>
                    <a:cubicBezTo>
                      <a:pt x="37449" y="29033"/>
                      <a:pt x="29126" y="37356"/>
                      <a:pt x="18858" y="37356"/>
                    </a:cubicBezTo>
                    <a:cubicBezTo>
                      <a:pt x="8591" y="37356"/>
                      <a:pt x="268" y="29033"/>
                      <a:pt x="268" y="18766"/>
                    </a:cubicBezTo>
                    <a:cubicBezTo>
                      <a:pt x="268" y="8499"/>
                      <a:pt x="8591" y="175"/>
                      <a:pt x="18858" y="175"/>
                    </a:cubicBezTo>
                    <a:cubicBezTo>
                      <a:pt x="29126" y="175"/>
                      <a:pt x="37449" y="8499"/>
                      <a:pt x="37449" y="18766"/>
                    </a:cubicBezTo>
                    <a:close/>
                  </a:path>
                </a:pathLst>
              </a:custGeom>
              <a:solidFill>
                <a:srgbClr val="F7A5A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0" name="Freeform: Shape 3429">
                <a:extLst>
                  <a:ext uri="{FF2B5EF4-FFF2-40B4-BE49-F238E27FC236}">
                    <a16:creationId xmlns:a16="http://schemas.microsoft.com/office/drawing/2014/main" id="{081869DB-5B6D-9209-50BF-867DD6524841}"/>
                  </a:ext>
                </a:extLst>
              </p:cNvPr>
              <p:cNvSpPr/>
              <p:nvPr/>
            </p:nvSpPr>
            <p:spPr>
              <a:xfrm>
                <a:off x="1805713" y="7931515"/>
                <a:ext cx="41981" cy="41981"/>
              </a:xfrm>
              <a:custGeom>
                <a:avLst/>
                <a:gdLst>
                  <a:gd name="connsiteX0" fmla="*/ 21259 w 41981"/>
                  <a:gd name="connsiteY0" fmla="*/ 4976 h 41981"/>
                  <a:gd name="connsiteX1" fmla="*/ 37449 w 41981"/>
                  <a:gd name="connsiteY1" fmla="*/ 21166 h 41981"/>
                  <a:gd name="connsiteX2" fmla="*/ 37449 w 41981"/>
                  <a:gd name="connsiteY2" fmla="*/ 21166 h 41981"/>
                  <a:gd name="connsiteX3" fmla="*/ 21259 w 41981"/>
                  <a:gd name="connsiteY3" fmla="*/ 37356 h 41981"/>
                  <a:gd name="connsiteX4" fmla="*/ 5068 w 41981"/>
                  <a:gd name="connsiteY4" fmla="*/ 21166 h 41981"/>
                  <a:gd name="connsiteX5" fmla="*/ 21259 w 41981"/>
                  <a:gd name="connsiteY5" fmla="*/ 4976 h 41981"/>
                  <a:gd name="connsiteX6" fmla="*/ 21259 w 41981"/>
                  <a:gd name="connsiteY6" fmla="*/ 175 h 41981"/>
                  <a:gd name="connsiteX7" fmla="*/ 268 w 41981"/>
                  <a:gd name="connsiteY7" fmla="*/ 21166 h 41981"/>
                  <a:gd name="connsiteX8" fmla="*/ 21259 w 41981"/>
                  <a:gd name="connsiteY8" fmla="*/ 42157 h 41981"/>
                  <a:gd name="connsiteX9" fmla="*/ 42249 w 41981"/>
                  <a:gd name="connsiteY9" fmla="*/ 21166 h 41981"/>
                  <a:gd name="connsiteX10" fmla="*/ 42249 w 41981"/>
                  <a:gd name="connsiteY10" fmla="*/ 21166 h 41981"/>
                  <a:gd name="connsiteX11" fmla="*/ 21259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6"/>
                    </a:moveTo>
                    <a:cubicBezTo>
                      <a:pt x="30201" y="4976"/>
                      <a:pt x="37449" y="12224"/>
                      <a:pt x="37449" y="21166"/>
                    </a:cubicBezTo>
                    <a:lnTo>
                      <a:pt x="37449" y="21166"/>
                    </a:lnTo>
                    <a:cubicBezTo>
                      <a:pt x="37449" y="30108"/>
                      <a:pt x="30201" y="37356"/>
                      <a:pt x="21259" y="37356"/>
                    </a:cubicBezTo>
                    <a:cubicBezTo>
                      <a:pt x="12317" y="37356"/>
                      <a:pt x="5068" y="30108"/>
                      <a:pt x="5068" y="21166"/>
                    </a:cubicBezTo>
                    <a:cubicBezTo>
                      <a:pt x="5068" y="12224"/>
                      <a:pt x="12317" y="4976"/>
                      <a:pt x="21259" y="4976"/>
                    </a:cubicBezTo>
                    <a:close/>
                    <a:moveTo>
                      <a:pt x="21259" y="175"/>
                    </a:moveTo>
                    <a:cubicBezTo>
                      <a:pt x="9666" y="175"/>
                      <a:pt x="268" y="9573"/>
                      <a:pt x="268" y="21166"/>
                    </a:cubicBezTo>
                    <a:cubicBezTo>
                      <a:pt x="268" y="32759"/>
                      <a:pt x="9666" y="42157"/>
                      <a:pt x="21259" y="42157"/>
                    </a:cubicBezTo>
                    <a:cubicBezTo>
                      <a:pt x="32851" y="42157"/>
                      <a:pt x="42249" y="32759"/>
                      <a:pt x="42249" y="21166"/>
                    </a:cubicBezTo>
                    <a:lnTo>
                      <a:pt x="42249" y="21166"/>
                    </a:lnTo>
                    <a:cubicBezTo>
                      <a:pt x="42249" y="9573"/>
                      <a:pt x="32851" y="175"/>
                      <a:pt x="21259"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1" name="Freeform: Shape 3430">
                <a:extLst>
                  <a:ext uri="{FF2B5EF4-FFF2-40B4-BE49-F238E27FC236}">
                    <a16:creationId xmlns:a16="http://schemas.microsoft.com/office/drawing/2014/main" id="{28616D1A-4683-4621-20AB-9BDF376F5266}"/>
                  </a:ext>
                </a:extLst>
              </p:cNvPr>
              <p:cNvSpPr/>
              <p:nvPr/>
            </p:nvSpPr>
            <p:spPr>
              <a:xfrm>
                <a:off x="1622249" y="7871759"/>
                <a:ext cx="37180" cy="37180"/>
              </a:xfrm>
              <a:custGeom>
                <a:avLst/>
                <a:gdLst>
                  <a:gd name="connsiteX0" fmla="*/ 37417 w 37180"/>
                  <a:gd name="connsiteY0" fmla="*/ 18755 h 37180"/>
                  <a:gd name="connsiteX1" fmla="*/ 18826 w 37180"/>
                  <a:gd name="connsiteY1" fmla="*/ 37345 h 37180"/>
                  <a:gd name="connsiteX2" fmla="*/ 236 w 37180"/>
                  <a:gd name="connsiteY2" fmla="*/ 18755 h 37180"/>
                  <a:gd name="connsiteX3" fmla="*/ 18826 w 37180"/>
                  <a:gd name="connsiteY3" fmla="*/ 165 h 37180"/>
                  <a:gd name="connsiteX4" fmla="*/ 37417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55"/>
                    </a:moveTo>
                    <a:cubicBezTo>
                      <a:pt x="37417" y="29022"/>
                      <a:pt x="29093" y="37345"/>
                      <a:pt x="18826" y="37345"/>
                    </a:cubicBezTo>
                    <a:cubicBezTo>
                      <a:pt x="8559" y="37345"/>
                      <a:pt x="236" y="29022"/>
                      <a:pt x="236" y="18755"/>
                    </a:cubicBezTo>
                    <a:cubicBezTo>
                      <a:pt x="236" y="8488"/>
                      <a:pt x="8559" y="165"/>
                      <a:pt x="18826" y="165"/>
                    </a:cubicBezTo>
                    <a:cubicBezTo>
                      <a:pt x="29093" y="165"/>
                      <a:pt x="37417" y="8488"/>
                      <a:pt x="37417" y="18755"/>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2" name="Freeform: Shape 3431">
                <a:extLst>
                  <a:ext uri="{FF2B5EF4-FFF2-40B4-BE49-F238E27FC236}">
                    <a16:creationId xmlns:a16="http://schemas.microsoft.com/office/drawing/2014/main" id="{8A9BCF47-A323-7BEC-5F10-A34E1C0F8F8C}"/>
                  </a:ext>
                </a:extLst>
              </p:cNvPr>
              <p:cNvSpPr/>
              <p:nvPr/>
            </p:nvSpPr>
            <p:spPr>
              <a:xfrm>
                <a:off x="1619849" y="7869359"/>
                <a:ext cx="41981" cy="41981"/>
              </a:xfrm>
              <a:custGeom>
                <a:avLst/>
                <a:gdLst>
                  <a:gd name="connsiteX0" fmla="*/ 21226 w 41981"/>
                  <a:gd name="connsiteY0" fmla="*/ 4965 h 41981"/>
                  <a:gd name="connsiteX1" fmla="*/ 37417 w 41981"/>
                  <a:gd name="connsiteY1" fmla="*/ 21155 h 41981"/>
                  <a:gd name="connsiteX2" fmla="*/ 37417 w 41981"/>
                  <a:gd name="connsiteY2" fmla="*/ 21155 h 41981"/>
                  <a:gd name="connsiteX3" fmla="*/ 21226 w 41981"/>
                  <a:gd name="connsiteY3" fmla="*/ 37345 h 41981"/>
                  <a:gd name="connsiteX4" fmla="*/ 5036 w 41981"/>
                  <a:gd name="connsiteY4" fmla="*/ 21155 h 41981"/>
                  <a:gd name="connsiteX5" fmla="*/ 21226 w 41981"/>
                  <a:gd name="connsiteY5" fmla="*/ 4965 h 41981"/>
                  <a:gd name="connsiteX6" fmla="*/ 21226 w 41981"/>
                  <a:gd name="connsiteY6" fmla="*/ 165 h 41981"/>
                  <a:gd name="connsiteX7" fmla="*/ 236 w 41981"/>
                  <a:gd name="connsiteY7" fmla="*/ 21155 h 41981"/>
                  <a:gd name="connsiteX8" fmla="*/ 21226 w 41981"/>
                  <a:gd name="connsiteY8" fmla="*/ 42146 h 41981"/>
                  <a:gd name="connsiteX9" fmla="*/ 42217 w 41981"/>
                  <a:gd name="connsiteY9" fmla="*/ 21155 h 41981"/>
                  <a:gd name="connsiteX10" fmla="*/ 42217 w 41981"/>
                  <a:gd name="connsiteY10" fmla="*/ 21155 h 41981"/>
                  <a:gd name="connsiteX11" fmla="*/ 21226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65"/>
                    </a:moveTo>
                    <a:cubicBezTo>
                      <a:pt x="30168" y="4965"/>
                      <a:pt x="37417" y="12213"/>
                      <a:pt x="37417" y="21155"/>
                    </a:cubicBezTo>
                    <a:lnTo>
                      <a:pt x="37417" y="21155"/>
                    </a:lnTo>
                    <a:cubicBezTo>
                      <a:pt x="37417" y="30097"/>
                      <a:pt x="30168" y="37345"/>
                      <a:pt x="21226" y="37345"/>
                    </a:cubicBezTo>
                    <a:cubicBezTo>
                      <a:pt x="12285" y="37345"/>
                      <a:pt x="5036" y="30097"/>
                      <a:pt x="5036" y="21155"/>
                    </a:cubicBezTo>
                    <a:cubicBezTo>
                      <a:pt x="5036" y="12213"/>
                      <a:pt x="12285" y="4965"/>
                      <a:pt x="21226" y="4965"/>
                    </a:cubicBezTo>
                    <a:close/>
                    <a:moveTo>
                      <a:pt x="21226" y="165"/>
                    </a:moveTo>
                    <a:cubicBezTo>
                      <a:pt x="9634" y="165"/>
                      <a:pt x="236" y="9563"/>
                      <a:pt x="236" y="21155"/>
                    </a:cubicBezTo>
                    <a:cubicBezTo>
                      <a:pt x="236" y="32748"/>
                      <a:pt x="9634" y="42146"/>
                      <a:pt x="21226" y="42146"/>
                    </a:cubicBezTo>
                    <a:cubicBezTo>
                      <a:pt x="32819" y="42146"/>
                      <a:pt x="42217" y="32748"/>
                      <a:pt x="42217" y="21155"/>
                    </a:cubicBezTo>
                    <a:lnTo>
                      <a:pt x="42217" y="21155"/>
                    </a:lnTo>
                    <a:cubicBezTo>
                      <a:pt x="42217" y="9563"/>
                      <a:pt x="32819" y="165"/>
                      <a:pt x="21226"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3" name="Freeform: Shape 3432">
                <a:extLst>
                  <a:ext uri="{FF2B5EF4-FFF2-40B4-BE49-F238E27FC236}">
                    <a16:creationId xmlns:a16="http://schemas.microsoft.com/office/drawing/2014/main" id="{D27125DC-FFA7-3D58-7BA0-31DD49D34671}"/>
                  </a:ext>
                </a:extLst>
              </p:cNvPr>
              <p:cNvSpPr/>
              <p:nvPr/>
            </p:nvSpPr>
            <p:spPr>
              <a:xfrm>
                <a:off x="1937690" y="7873717"/>
                <a:ext cx="37180" cy="37180"/>
              </a:xfrm>
              <a:custGeom>
                <a:avLst/>
                <a:gdLst>
                  <a:gd name="connsiteX0" fmla="*/ 37471 w 37180"/>
                  <a:gd name="connsiteY0" fmla="*/ 18755 h 37180"/>
                  <a:gd name="connsiteX1" fmla="*/ 18881 w 37180"/>
                  <a:gd name="connsiteY1" fmla="*/ 37346 h 37180"/>
                  <a:gd name="connsiteX2" fmla="*/ 291 w 37180"/>
                  <a:gd name="connsiteY2" fmla="*/ 18755 h 37180"/>
                  <a:gd name="connsiteX3" fmla="*/ 18881 w 37180"/>
                  <a:gd name="connsiteY3" fmla="*/ 165 h 37180"/>
                  <a:gd name="connsiteX4" fmla="*/ 37471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55"/>
                    </a:moveTo>
                    <a:cubicBezTo>
                      <a:pt x="37471" y="29023"/>
                      <a:pt x="29148" y="37346"/>
                      <a:pt x="18881" y="37346"/>
                    </a:cubicBezTo>
                    <a:cubicBezTo>
                      <a:pt x="8614" y="37346"/>
                      <a:pt x="291" y="29023"/>
                      <a:pt x="291" y="18755"/>
                    </a:cubicBezTo>
                    <a:cubicBezTo>
                      <a:pt x="291" y="8488"/>
                      <a:pt x="8614" y="165"/>
                      <a:pt x="18881" y="165"/>
                    </a:cubicBezTo>
                    <a:cubicBezTo>
                      <a:pt x="29148" y="165"/>
                      <a:pt x="37471" y="8488"/>
                      <a:pt x="37471" y="18755"/>
                    </a:cubicBezTo>
                    <a:close/>
                  </a:path>
                </a:pathLst>
              </a:custGeom>
              <a:solidFill>
                <a:srgbClr val="9FF79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4" name="Freeform: Shape 3433">
                <a:extLst>
                  <a:ext uri="{FF2B5EF4-FFF2-40B4-BE49-F238E27FC236}">
                    <a16:creationId xmlns:a16="http://schemas.microsoft.com/office/drawing/2014/main" id="{50BF4E5A-735A-3F55-D07D-1AD9189A80F5}"/>
                  </a:ext>
                </a:extLst>
              </p:cNvPr>
              <p:cNvSpPr/>
              <p:nvPr/>
            </p:nvSpPr>
            <p:spPr>
              <a:xfrm>
                <a:off x="1935290" y="7871317"/>
                <a:ext cx="41981" cy="41981"/>
              </a:xfrm>
              <a:custGeom>
                <a:avLst/>
                <a:gdLst>
                  <a:gd name="connsiteX0" fmla="*/ 21281 w 41981"/>
                  <a:gd name="connsiteY0" fmla="*/ 4965 h 41981"/>
                  <a:gd name="connsiteX1" fmla="*/ 37471 w 41981"/>
                  <a:gd name="connsiteY1" fmla="*/ 21156 h 41981"/>
                  <a:gd name="connsiteX2" fmla="*/ 37471 w 41981"/>
                  <a:gd name="connsiteY2" fmla="*/ 21156 h 41981"/>
                  <a:gd name="connsiteX3" fmla="*/ 21281 w 41981"/>
                  <a:gd name="connsiteY3" fmla="*/ 37346 h 41981"/>
                  <a:gd name="connsiteX4" fmla="*/ 5091 w 41981"/>
                  <a:gd name="connsiteY4" fmla="*/ 21156 h 41981"/>
                  <a:gd name="connsiteX5" fmla="*/ 21281 w 41981"/>
                  <a:gd name="connsiteY5" fmla="*/ 4965 h 41981"/>
                  <a:gd name="connsiteX6" fmla="*/ 21281 w 41981"/>
                  <a:gd name="connsiteY6" fmla="*/ 165 h 41981"/>
                  <a:gd name="connsiteX7" fmla="*/ 291 w 41981"/>
                  <a:gd name="connsiteY7" fmla="*/ 21156 h 41981"/>
                  <a:gd name="connsiteX8" fmla="*/ 21281 w 41981"/>
                  <a:gd name="connsiteY8" fmla="*/ 42146 h 41981"/>
                  <a:gd name="connsiteX9" fmla="*/ 42272 w 41981"/>
                  <a:gd name="connsiteY9" fmla="*/ 21156 h 41981"/>
                  <a:gd name="connsiteX10" fmla="*/ 42272 w 41981"/>
                  <a:gd name="connsiteY10" fmla="*/ 21156 h 41981"/>
                  <a:gd name="connsiteX11" fmla="*/ 21281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65"/>
                    </a:moveTo>
                    <a:cubicBezTo>
                      <a:pt x="30223" y="4965"/>
                      <a:pt x="37471" y="12214"/>
                      <a:pt x="37471" y="21156"/>
                    </a:cubicBezTo>
                    <a:lnTo>
                      <a:pt x="37471" y="21156"/>
                    </a:lnTo>
                    <a:cubicBezTo>
                      <a:pt x="37471" y="30097"/>
                      <a:pt x="30223" y="37346"/>
                      <a:pt x="21281" y="37346"/>
                    </a:cubicBezTo>
                    <a:cubicBezTo>
                      <a:pt x="12339" y="37346"/>
                      <a:pt x="5091" y="30097"/>
                      <a:pt x="5091" y="21156"/>
                    </a:cubicBezTo>
                    <a:cubicBezTo>
                      <a:pt x="5091" y="12214"/>
                      <a:pt x="12339" y="4965"/>
                      <a:pt x="21281" y="4965"/>
                    </a:cubicBezTo>
                    <a:close/>
                    <a:moveTo>
                      <a:pt x="21281" y="165"/>
                    </a:moveTo>
                    <a:cubicBezTo>
                      <a:pt x="9689" y="165"/>
                      <a:pt x="291" y="9563"/>
                      <a:pt x="291" y="21156"/>
                    </a:cubicBezTo>
                    <a:cubicBezTo>
                      <a:pt x="291" y="32748"/>
                      <a:pt x="9689" y="42146"/>
                      <a:pt x="21281" y="42146"/>
                    </a:cubicBezTo>
                    <a:cubicBezTo>
                      <a:pt x="32874" y="42146"/>
                      <a:pt x="42272" y="32748"/>
                      <a:pt x="42272" y="21156"/>
                    </a:cubicBezTo>
                    <a:lnTo>
                      <a:pt x="42272" y="21156"/>
                    </a:lnTo>
                    <a:cubicBezTo>
                      <a:pt x="42272" y="9563"/>
                      <a:pt x="32874" y="165"/>
                      <a:pt x="21281"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5" name="Freeform: Shape 3434">
                <a:extLst>
                  <a:ext uri="{FF2B5EF4-FFF2-40B4-BE49-F238E27FC236}">
                    <a16:creationId xmlns:a16="http://schemas.microsoft.com/office/drawing/2014/main" id="{0D838802-9289-781A-559C-2367A76925BA}"/>
                  </a:ext>
                </a:extLst>
              </p:cNvPr>
              <p:cNvSpPr/>
              <p:nvPr/>
            </p:nvSpPr>
            <p:spPr>
              <a:xfrm>
                <a:off x="1703678" y="7912747"/>
                <a:ext cx="37180" cy="37180"/>
              </a:xfrm>
              <a:custGeom>
                <a:avLst/>
                <a:gdLst>
                  <a:gd name="connsiteX0" fmla="*/ 37431 w 37180"/>
                  <a:gd name="connsiteY0" fmla="*/ 18762 h 37180"/>
                  <a:gd name="connsiteX1" fmla="*/ 18840 w 37180"/>
                  <a:gd name="connsiteY1" fmla="*/ 37353 h 37180"/>
                  <a:gd name="connsiteX2" fmla="*/ 250 w 37180"/>
                  <a:gd name="connsiteY2" fmla="*/ 18762 h 37180"/>
                  <a:gd name="connsiteX3" fmla="*/ 18840 w 37180"/>
                  <a:gd name="connsiteY3" fmla="*/ 172 h 37180"/>
                  <a:gd name="connsiteX4" fmla="*/ 3743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2"/>
                    </a:moveTo>
                    <a:cubicBezTo>
                      <a:pt x="37431" y="29029"/>
                      <a:pt x="29108" y="37353"/>
                      <a:pt x="18840" y="37353"/>
                    </a:cubicBezTo>
                    <a:cubicBezTo>
                      <a:pt x="8573" y="37353"/>
                      <a:pt x="250" y="29029"/>
                      <a:pt x="250" y="18762"/>
                    </a:cubicBezTo>
                    <a:cubicBezTo>
                      <a:pt x="250" y="8495"/>
                      <a:pt x="8573" y="172"/>
                      <a:pt x="18840" y="172"/>
                    </a:cubicBezTo>
                    <a:cubicBezTo>
                      <a:pt x="29108" y="172"/>
                      <a:pt x="37431" y="8495"/>
                      <a:pt x="37431" y="18762"/>
                    </a:cubicBezTo>
                    <a:close/>
                  </a:path>
                </a:pathLst>
              </a:custGeom>
              <a:solidFill>
                <a:srgbClr val="F7A51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6" name="Freeform: Shape 3435">
                <a:extLst>
                  <a:ext uri="{FF2B5EF4-FFF2-40B4-BE49-F238E27FC236}">
                    <a16:creationId xmlns:a16="http://schemas.microsoft.com/office/drawing/2014/main" id="{22123A83-F94F-05EF-867E-5FA7BC3671E5}"/>
                  </a:ext>
                </a:extLst>
              </p:cNvPr>
              <p:cNvSpPr/>
              <p:nvPr/>
            </p:nvSpPr>
            <p:spPr>
              <a:xfrm>
                <a:off x="1701278" y="7910347"/>
                <a:ext cx="41981" cy="41981"/>
              </a:xfrm>
              <a:custGeom>
                <a:avLst/>
                <a:gdLst>
                  <a:gd name="connsiteX0" fmla="*/ 21241 w 41981"/>
                  <a:gd name="connsiteY0" fmla="*/ 4972 h 41981"/>
                  <a:gd name="connsiteX1" fmla="*/ 37431 w 41981"/>
                  <a:gd name="connsiteY1" fmla="*/ 21162 h 41981"/>
                  <a:gd name="connsiteX2" fmla="*/ 37431 w 41981"/>
                  <a:gd name="connsiteY2" fmla="*/ 21162 h 41981"/>
                  <a:gd name="connsiteX3" fmla="*/ 21241 w 41981"/>
                  <a:gd name="connsiteY3" fmla="*/ 37353 h 41981"/>
                  <a:gd name="connsiteX4" fmla="*/ 5050 w 41981"/>
                  <a:gd name="connsiteY4" fmla="*/ 21162 h 41981"/>
                  <a:gd name="connsiteX5" fmla="*/ 21241 w 41981"/>
                  <a:gd name="connsiteY5" fmla="*/ 4972 h 41981"/>
                  <a:gd name="connsiteX6" fmla="*/ 21241 w 41981"/>
                  <a:gd name="connsiteY6" fmla="*/ 172 h 41981"/>
                  <a:gd name="connsiteX7" fmla="*/ 250 w 41981"/>
                  <a:gd name="connsiteY7" fmla="*/ 21162 h 41981"/>
                  <a:gd name="connsiteX8" fmla="*/ 21241 w 41981"/>
                  <a:gd name="connsiteY8" fmla="*/ 42153 h 41981"/>
                  <a:gd name="connsiteX9" fmla="*/ 42231 w 41981"/>
                  <a:gd name="connsiteY9" fmla="*/ 21162 h 41981"/>
                  <a:gd name="connsiteX10" fmla="*/ 42231 w 41981"/>
                  <a:gd name="connsiteY10" fmla="*/ 21162 h 41981"/>
                  <a:gd name="connsiteX11" fmla="*/ 21241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2"/>
                    </a:moveTo>
                    <a:cubicBezTo>
                      <a:pt x="30182" y="4972"/>
                      <a:pt x="37431" y="12220"/>
                      <a:pt x="37431" y="21162"/>
                    </a:cubicBezTo>
                    <a:lnTo>
                      <a:pt x="37431" y="21162"/>
                    </a:lnTo>
                    <a:cubicBezTo>
                      <a:pt x="37431" y="30104"/>
                      <a:pt x="30182" y="37353"/>
                      <a:pt x="21241" y="37353"/>
                    </a:cubicBezTo>
                    <a:cubicBezTo>
                      <a:pt x="12299" y="37353"/>
                      <a:pt x="5050" y="30104"/>
                      <a:pt x="5050" y="21162"/>
                    </a:cubicBezTo>
                    <a:cubicBezTo>
                      <a:pt x="5050" y="12220"/>
                      <a:pt x="12299" y="4972"/>
                      <a:pt x="21241" y="4972"/>
                    </a:cubicBezTo>
                    <a:close/>
                    <a:moveTo>
                      <a:pt x="21241" y="172"/>
                    </a:moveTo>
                    <a:cubicBezTo>
                      <a:pt x="9648" y="172"/>
                      <a:pt x="250" y="9570"/>
                      <a:pt x="250" y="21162"/>
                    </a:cubicBezTo>
                    <a:cubicBezTo>
                      <a:pt x="250" y="32755"/>
                      <a:pt x="9648" y="42153"/>
                      <a:pt x="21241" y="42153"/>
                    </a:cubicBezTo>
                    <a:cubicBezTo>
                      <a:pt x="32833" y="42153"/>
                      <a:pt x="42231" y="32755"/>
                      <a:pt x="42231" y="21162"/>
                    </a:cubicBezTo>
                    <a:lnTo>
                      <a:pt x="42231" y="21162"/>
                    </a:lnTo>
                    <a:cubicBezTo>
                      <a:pt x="42231" y="9570"/>
                      <a:pt x="32833" y="172"/>
                      <a:pt x="21241"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7" name="Freeform: Shape 3436">
                <a:extLst>
                  <a:ext uri="{FF2B5EF4-FFF2-40B4-BE49-F238E27FC236}">
                    <a16:creationId xmlns:a16="http://schemas.microsoft.com/office/drawing/2014/main" id="{C3FBE77C-68A3-286B-0C8F-F03C51E18F6C}"/>
                  </a:ext>
                </a:extLst>
              </p:cNvPr>
              <p:cNvSpPr/>
              <p:nvPr/>
            </p:nvSpPr>
            <p:spPr>
              <a:xfrm>
                <a:off x="1845633" y="7688862"/>
                <a:ext cx="37180" cy="37180"/>
              </a:xfrm>
              <a:custGeom>
                <a:avLst/>
                <a:gdLst>
                  <a:gd name="connsiteX0" fmla="*/ 37455 w 37180"/>
                  <a:gd name="connsiteY0" fmla="*/ 18723 h 37180"/>
                  <a:gd name="connsiteX1" fmla="*/ 18865 w 37180"/>
                  <a:gd name="connsiteY1" fmla="*/ 37314 h 37180"/>
                  <a:gd name="connsiteX2" fmla="*/ 275 w 37180"/>
                  <a:gd name="connsiteY2" fmla="*/ 18723 h 37180"/>
                  <a:gd name="connsiteX3" fmla="*/ 18865 w 37180"/>
                  <a:gd name="connsiteY3" fmla="*/ 133 h 37180"/>
                  <a:gd name="connsiteX4" fmla="*/ 37455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23"/>
                    </a:moveTo>
                    <a:cubicBezTo>
                      <a:pt x="37455" y="28990"/>
                      <a:pt x="29132" y="37314"/>
                      <a:pt x="18865" y="37314"/>
                    </a:cubicBezTo>
                    <a:cubicBezTo>
                      <a:pt x="8598" y="37314"/>
                      <a:pt x="275" y="28990"/>
                      <a:pt x="275" y="18723"/>
                    </a:cubicBezTo>
                    <a:cubicBezTo>
                      <a:pt x="275" y="8456"/>
                      <a:pt x="8598" y="133"/>
                      <a:pt x="18865" y="133"/>
                    </a:cubicBezTo>
                    <a:cubicBezTo>
                      <a:pt x="29132" y="133"/>
                      <a:pt x="37455" y="8456"/>
                      <a:pt x="37455" y="18723"/>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8" name="Freeform: Shape 3437">
                <a:extLst>
                  <a:ext uri="{FF2B5EF4-FFF2-40B4-BE49-F238E27FC236}">
                    <a16:creationId xmlns:a16="http://schemas.microsoft.com/office/drawing/2014/main" id="{BAAE5909-AEA6-311B-B0D2-8F7CB3FA6078}"/>
                  </a:ext>
                </a:extLst>
              </p:cNvPr>
              <p:cNvSpPr/>
              <p:nvPr/>
            </p:nvSpPr>
            <p:spPr>
              <a:xfrm>
                <a:off x="1843233" y="7686461"/>
                <a:ext cx="41981" cy="41981"/>
              </a:xfrm>
              <a:custGeom>
                <a:avLst/>
                <a:gdLst>
                  <a:gd name="connsiteX0" fmla="*/ 21265 w 41981"/>
                  <a:gd name="connsiteY0" fmla="*/ 4933 h 41981"/>
                  <a:gd name="connsiteX1" fmla="*/ 37455 w 41981"/>
                  <a:gd name="connsiteY1" fmla="*/ 21123 h 41981"/>
                  <a:gd name="connsiteX2" fmla="*/ 37455 w 41981"/>
                  <a:gd name="connsiteY2" fmla="*/ 21123 h 41981"/>
                  <a:gd name="connsiteX3" fmla="*/ 21265 w 41981"/>
                  <a:gd name="connsiteY3" fmla="*/ 37314 h 41981"/>
                  <a:gd name="connsiteX4" fmla="*/ 5075 w 41981"/>
                  <a:gd name="connsiteY4" fmla="*/ 21123 h 41981"/>
                  <a:gd name="connsiteX5" fmla="*/ 21265 w 41981"/>
                  <a:gd name="connsiteY5" fmla="*/ 4933 h 41981"/>
                  <a:gd name="connsiteX6" fmla="*/ 21265 w 41981"/>
                  <a:gd name="connsiteY6" fmla="*/ 133 h 41981"/>
                  <a:gd name="connsiteX7" fmla="*/ 275 w 41981"/>
                  <a:gd name="connsiteY7" fmla="*/ 21123 h 41981"/>
                  <a:gd name="connsiteX8" fmla="*/ 21265 w 41981"/>
                  <a:gd name="connsiteY8" fmla="*/ 42114 h 41981"/>
                  <a:gd name="connsiteX9" fmla="*/ 42256 w 41981"/>
                  <a:gd name="connsiteY9" fmla="*/ 21123 h 41981"/>
                  <a:gd name="connsiteX10" fmla="*/ 42256 w 41981"/>
                  <a:gd name="connsiteY10" fmla="*/ 21123 h 41981"/>
                  <a:gd name="connsiteX11" fmla="*/ 21265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33"/>
                    </a:moveTo>
                    <a:cubicBezTo>
                      <a:pt x="30207" y="4933"/>
                      <a:pt x="37455" y="12182"/>
                      <a:pt x="37455" y="21123"/>
                    </a:cubicBezTo>
                    <a:lnTo>
                      <a:pt x="37455" y="21123"/>
                    </a:lnTo>
                    <a:cubicBezTo>
                      <a:pt x="37455" y="30065"/>
                      <a:pt x="30207" y="37314"/>
                      <a:pt x="21265" y="37314"/>
                    </a:cubicBezTo>
                    <a:cubicBezTo>
                      <a:pt x="12323" y="37314"/>
                      <a:pt x="5075" y="30065"/>
                      <a:pt x="5075" y="21123"/>
                    </a:cubicBezTo>
                    <a:cubicBezTo>
                      <a:pt x="5075" y="12182"/>
                      <a:pt x="12323" y="4933"/>
                      <a:pt x="21265" y="4933"/>
                    </a:cubicBezTo>
                    <a:close/>
                    <a:moveTo>
                      <a:pt x="21265" y="133"/>
                    </a:moveTo>
                    <a:cubicBezTo>
                      <a:pt x="9673" y="133"/>
                      <a:pt x="275" y="9531"/>
                      <a:pt x="275" y="21123"/>
                    </a:cubicBezTo>
                    <a:cubicBezTo>
                      <a:pt x="275" y="32716"/>
                      <a:pt x="9673" y="42114"/>
                      <a:pt x="21265" y="42114"/>
                    </a:cubicBezTo>
                    <a:cubicBezTo>
                      <a:pt x="32858" y="42114"/>
                      <a:pt x="42256" y="32716"/>
                      <a:pt x="42256" y="21123"/>
                    </a:cubicBezTo>
                    <a:lnTo>
                      <a:pt x="42256" y="21123"/>
                    </a:lnTo>
                    <a:cubicBezTo>
                      <a:pt x="42256" y="9531"/>
                      <a:pt x="32858" y="133"/>
                      <a:pt x="21265"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39" name="Freeform: Shape 3438">
                <a:extLst>
                  <a:ext uri="{FF2B5EF4-FFF2-40B4-BE49-F238E27FC236}">
                    <a16:creationId xmlns:a16="http://schemas.microsoft.com/office/drawing/2014/main" id="{CB5DA40D-A907-90B7-DDE8-C402511DD059}"/>
                  </a:ext>
                </a:extLst>
              </p:cNvPr>
              <p:cNvSpPr/>
              <p:nvPr/>
            </p:nvSpPr>
            <p:spPr>
              <a:xfrm>
                <a:off x="2096055" y="7457582"/>
                <a:ext cx="37180" cy="37180"/>
              </a:xfrm>
              <a:custGeom>
                <a:avLst/>
                <a:gdLst>
                  <a:gd name="connsiteX0" fmla="*/ 37499 w 37180"/>
                  <a:gd name="connsiteY0" fmla="*/ 18683 h 37180"/>
                  <a:gd name="connsiteX1" fmla="*/ 18908 w 37180"/>
                  <a:gd name="connsiteY1" fmla="*/ 37274 h 37180"/>
                  <a:gd name="connsiteX2" fmla="*/ 318 w 37180"/>
                  <a:gd name="connsiteY2" fmla="*/ 18683 h 37180"/>
                  <a:gd name="connsiteX3" fmla="*/ 18908 w 37180"/>
                  <a:gd name="connsiteY3" fmla="*/ 93 h 37180"/>
                  <a:gd name="connsiteX4" fmla="*/ 37499 w 37180"/>
                  <a:gd name="connsiteY4" fmla="*/ 186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9" y="18683"/>
                    </a:moveTo>
                    <a:cubicBezTo>
                      <a:pt x="37499" y="28950"/>
                      <a:pt x="29176" y="37274"/>
                      <a:pt x="18908" y="37274"/>
                    </a:cubicBezTo>
                    <a:cubicBezTo>
                      <a:pt x="8641" y="37274"/>
                      <a:pt x="318" y="28950"/>
                      <a:pt x="318" y="18683"/>
                    </a:cubicBezTo>
                    <a:cubicBezTo>
                      <a:pt x="318" y="8416"/>
                      <a:pt x="8641" y="93"/>
                      <a:pt x="18908" y="93"/>
                    </a:cubicBezTo>
                    <a:cubicBezTo>
                      <a:pt x="29176" y="93"/>
                      <a:pt x="37499" y="8416"/>
                      <a:pt x="37499" y="18683"/>
                    </a:cubicBezTo>
                    <a:close/>
                  </a:path>
                </a:pathLst>
              </a:custGeom>
              <a:solidFill>
                <a:srgbClr val="C8F7C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0" name="Freeform: Shape 3439">
                <a:extLst>
                  <a:ext uri="{FF2B5EF4-FFF2-40B4-BE49-F238E27FC236}">
                    <a16:creationId xmlns:a16="http://schemas.microsoft.com/office/drawing/2014/main" id="{8A94FB40-191D-6FBA-981B-30A2C112E33D}"/>
                  </a:ext>
                </a:extLst>
              </p:cNvPr>
              <p:cNvSpPr/>
              <p:nvPr/>
            </p:nvSpPr>
            <p:spPr>
              <a:xfrm>
                <a:off x="2093655" y="7455182"/>
                <a:ext cx="41981" cy="41981"/>
              </a:xfrm>
              <a:custGeom>
                <a:avLst/>
                <a:gdLst>
                  <a:gd name="connsiteX0" fmla="*/ 21309 w 41981"/>
                  <a:gd name="connsiteY0" fmla="*/ 4893 h 41981"/>
                  <a:gd name="connsiteX1" fmla="*/ 37499 w 41981"/>
                  <a:gd name="connsiteY1" fmla="*/ 21083 h 41981"/>
                  <a:gd name="connsiteX2" fmla="*/ 37499 w 41981"/>
                  <a:gd name="connsiteY2" fmla="*/ 21083 h 41981"/>
                  <a:gd name="connsiteX3" fmla="*/ 21309 w 41981"/>
                  <a:gd name="connsiteY3" fmla="*/ 37274 h 41981"/>
                  <a:gd name="connsiteX4" fmla="*/ 5118 w 41981"/>
                  <a:gd name="connsiteY4" fmla="*/ 21083 h 41981"/>
                  <a:gd name="connsiteX5" fmla="*/ 21309 w 41981"/>
                  <a:gd name="connsiteY5" fmla="*/ 4893 h 41981"/>
                  <a:gd name="connsiteX6" fmla="*/ 21309 w 41981"/>
                  <a:gd name="connsiteY6" fmla="*/ 93 h 41981"/>
                  <a:gd name="connsiteX7" fmla="*/ 318 w 41981"/>
                  <a:gd name="connsiteY7" fmla="*/ 21083 h 41981"/>
                  <a:gd name="connsiteX8" fmla="*/ 21309 w 41981"/>
                  <a:gd name="connsiteY8" fmla="*/ 42074 h 41981"/>
                  <a:gd name="connsiteX9" fmla="*/ 42299 w 41981"/>
                  <a:gd name="connsiteY9" fmla="*/ 21083 h 41981"/>
                  <a:gd name="connsiteX10" fmla="*/ 42299 w 41981"/>
                  <a:gd name="connsiteY10" fmla="*/ 21083 h 41981"/>
                  <a:gd name="connsiteX11" fmla="*/ 21309 w 41981"/>
                  <a:gd name="connsiteY11" fmla="*/ 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9" y="4893"/>
                    </a:moveTo>
                    <a:cubicBezTo>
                      <a:pt x="30251" y="4893"/>
                      <a:pt x="37499" y="12141"/>
                      <a:pt x="37499" y="21083"/>
                    </a:cubicBezTo>
                    <a:lnTo>
                      <a:pt x="37499" y="21083"/>
                    </a:lnTo>
                    <a:cubicBezTo>
                      <a:pt x="37499" y="30025"/>
                      <a:pt x="30251" y="37274"/>
                      <a:pt x="21309" y="37274"/>
                    </a:cubicBezTo>
                    <a:cubicBezTo>
                      <a:pt x="12367" y="37274"/>
                      <a:pt x="5118" y="30025"/>
                      <a:pt x="5118" y="21083"/>
                    </a:cubicBezTo>
                    <a:cubicBezTo>
                      <a:pt x="5118" y="12141"/>
                      <a:pt x="12367" y="4893"/>
                      <a:pt x="21309" y="4893"/>
                    </a:cubicBezTo>
                    <a:close/>
                    <a:moveTo>
                      <a:pt x="21309" y="93"/>
                    </a:moveTo>
                    <a:cubicBezTo>
                      <a:pt x="9716" y="93"/>
                      <a:pt x="318" y="9491"/>
                      <a:pt x="318" y="21083"/>
                    </a:cubicBezTo>
                    <a:cubicBezTo>
                      <a:pt x="318" y="32676"/>
                      <a:pt x="9716" y="42074"/>
                      <a:pt x="21309" y="42074"/>
                    </a:cubicBezTo>
                    <a:cubicBezTo>
                      <a:pt x="32901" y="42074"/>
                      <a:pt x="42299" y="32676"/>
                      <a:pt x="42299" y="21083"/>
                    </a:cubicBezTo>
                    <a:lnTo>
                      <a:pt x="42299" y="21083"/>
                    </a:lnTo>
                    <a:cubicBezTo>
                      <a:pt x="42299" y="9491"/>
                      <a:pt x="32901" y="93"/>
                      <a:pt x="21309" y="9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1" name="Freeform: Shape 3440">
                <a:extLst>
                  <a:ext uri="{FF2B5EF4-FFF2-40B4-BE49-F238E27FC236}">
                    <a16:creationId xmlns:a16="http://schemas.microsoft.com/office/drawing/2014/main" id="{D45E26C4-7A60-84AF-446A-185B6778CBDD}"/>
                  </a:ext>
                </a:extLst>
              </p:cNvPr>
              <p:cNvSpPr/>
              <p:nvPr/>
            </p:nvSpPr>
            <p:spPr>
              <a:xfrm>
                <a:off x="1773334" y="7702323"/>
                <a:ext cx="37180" cy="37180"/>
              </a:xfrm>
              <a:custGeom>
                <a:avLst/>
                <a:gdLst>
                  <a:gd name="connsiteX0" fmla="*/ 37443 w 37180"/>
                  <a:gd name="connsiteY0" fmla="*/ 18726 h 37180"/>
                  <a:gd name="connsiteX1" fmla="*/ 18852 w 37180"/>
                  <a:gd name="connsiteY1" fmla="*/ 37316 h 37180"/>
                  <a:gd name="connsiteX2" fmla="*/ 262 w 37180"/>
                  <a:gd name="connsiteY2" fmla="*/ 18726 h 37180"/>
                  <a:gd name="connsiteX3" fmla="*/ 18852 w 37180"/>
                  <a:gd name="connsiteY3" fmla="*/ 135 h 37180"/>
                  <a:gd name="connsiteX4" fmla="*/ 37443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26"/>
                    </a:moveTo>
                    <a:cubicBezTo>
                      <a:pt x="37443" y="28993"/>
                      <a:pt x="29120" y="37316"/>
                      <a:pt x="18852" y="37316"/>
                    </a:cubicBezTo>
                    <a:cubicBezTo>
                      <a:pt x="8585" y="37316"/>
                      <a:pt x="262" y="28993"/>
                      <a:pt x="262" y="18726"/>
                    </a:cubicBezTo>
                    <a:cubicBezTo>
                      <a:pt x="262" y="8458"/>
                      <a:pt x="8585" y="135"/>
                      <a:pt x="18852" y="135"/>
                    </a:cubicBezTo>
                    <a:cubicBezTo>
                      <a:pt x="29120" y="135"/>
                      <a:pt x="37443" y="8458"/>
                      <a:pt x="37443" y="1872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2" name="Freeform: Shape 3441">
                <a:extLst>
                  <a:ext uri="{FF2B5EF4-FFF2-40B4-BE49-F238E27FC236}">
                    <a16:creationId xmlns:a16="http://schemas.microsoft.com/office/drawing/2014/main" id="{EDACC8A3-5FEF-E4E1-F0AF-2CC3CE600C98}"/>
                  </a:ext>
                </a:extLst>
              </p:cNvPr>
              <p:cNvSpPr/>
              <p:nvPr/>
            </p:nvSpPr>
            <p:spPr>
              <a:xfrm>
                <a:off x="1770934" y="7699923"/>
                <a:ext cx="41981" cy="41981"/>
              </a:xfrm>
              <a:custGeom>
                <a:avLst/>
                <a:gdLst>
                  <a:gd name="connsiteX0" fmla="*/ 21253 w 41981"/>
                  <a:gd name="connsiteY0" fmla="*/ 4936 h 41981"/>
                  <a:gd name="connsiteX1" fmla="*/ 37443 w 41981"/>
                  <a:gd name="connsiteY1" fmla="*/ 21126 h 41981"/>
                  <a:gd name="connsiteX2" fmla="*/ 37443 w 41981"/>
                  <a:gd name="connsiteY2" fmla="*/ 21126 h 41981"/>
                  <a:gd name="connsiteX3" fmla="*/ 21253 w 41981"/>
                  <a:gd name="connsiteY3" fmla="*/ 37316 h 41981"/>
                  <a:gd name="connsiteX4" fmla="*/ 5062 w 41981"/>
                  <a:gd name="connsiteY4" fmla="*/ 21126 h 41981"/>
                  <a:gd name="connsiteX5" fmla="*/ 21253 w 41981"/>
                  <a:gd name="connsiteY5" fmla="*/ 4936 h 41981"/>
                  <a:gd name="connsiteX6" fmla="*/ 21253 w 41981"/>
                  <a:gd name="connsiteY6" fmla="*/ 135 h 41981"/>
                  <a:gd name="connsiteX7" fmla="*/ 262 w 41981"/>
                  <a:gd name="connsiteY7" fmla="*/ 21126 h 41981"/>
                  <a:gd name="connsiteX8" fmla="*/ 21253 w 41981"/>
                  <a:gd name="connsiteY8" fmla="*/ 42116 h 41981"/>
                  <a:gd name="connsiteX9" fmla="*/ 42243 w 41981"/>
                  <a:gd name="connsiteY9" fmla="*/ 21126 h 41981"/>
                  <a:gd name="connsiteX10" fmla="*/ 42243 w 41981"/>
                  <a:gd name="connsiteY10" fmla="*/ 21126 h 41981"/>
                  <a:gd name="connsiteX11" fmla="*/ 21253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36"/>
                    </a:moveTo>
                    <a:cubicBezTo>
                      <a:pt x="30194" y="4936"/>
                      <a:pt x="37443" y="12184"/>
                      <a:pt x="37443" y="21126"/>
                    </a:cubicBezTo>
                    <a:lnTo>
                      <a:pt x="37443" y="21126"/>
                    </a:lnTo>
                    <a:cubicBezTo>
                      <a:pt x="37443" y="30068"/>
                      <a:pt x="30194" y="37316"/>
                      <a:pt x="21253" y="37316"/>
                    </a:cubicBezTo>
                    <a:cubicBezTo>
                      <a:pt x="12311" y="37316"/>
                      <a:pt x="5062" y="30068"/>
                      <a:pt x="5062" y="21126"/>
                    </a:cubicBezTo>
                    <a:cubicBezTo>
                      <a:pt x="5062" y="12184"/>
                      <a:pt x="12311" y="4936"/>
                      <a:pt x="21253" y="4936"/>
                    </a:cubicBezTo>
                    <a:close/>
                    <a:moveTo>
                      <a:pt x="21253" y="135"/>
                    </a:moveTo>
                    <a:cubicBezTo>
                      <a:pt x="9660" y="135"/>
                      <a:pt x="262" y="9533"/>
                      <a:pt x="262" y="21126"/>
                    </a:cubicBezTo>
                    <a:cubicBezTo>
                      <a:pt x="262" y="32718"/>
                      <a:pt x="9660" y="42116"/>
                      <a:pt x="21253" y="42116"/>
                    </a:cubicBezTo>
                    <a:cubicBezTo>
                      <a:pt x="32845" y="42116"/>
                      <a:pt x="42243" y="32718"/>
                      <a:pt x="42243" y="21126"/>
                    </a:cubicBezTo>
                    <a:lnTo>
                      <a:pt x="42243" y="21126"/>
                    </a:lnTo>
                    <a:cubicBezTo>
                      <a:pt x="42243" y="9533"/>
                      <a:pt x="32845" y="135"/>
                      <a:pt x="21253" y="13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3" name="Freeform: Shape 3442">
                <a:extLst>
                  <a:ext uri="{FF2B5EF4-FFF2-40B4-BE49-F238E27FC236}">
                    <a16:creationId xmlns:a16="http://schemas.microsoft.com/office/drawing/2014/main" id="{01B21178-99CF-CD58-1977-5862F59D5513}"/>
                  </a:ext>
                </a:extLst>
              </p:cNvPr>
              <p:cNvSpPr/>
              <p:nvPr/>
            </p:nvSpPr>
            <p:spPr>
              <a:xfrm>
                <a:off x="1889340" y="7729971"/>
                <a:ext cx="37180" cy="37180"/>
              </a:xfrm>
              <a:custGeom>
                <a:avLst/>
                <a:gdLst>
                  <a:gd name="connsiteX0" fmla="*/ 37463 w 37180"/>
                  <a:gd name="connsiteY0" fmla="*/ 18730 h 37180"/>
                  <a:gd name="connsiteX1" fmla="*/ 18873 w 37180"/>
                  <a:gd name="connsiteY1" fmla="*/ 37321 h 37180"/>
                  <a:gd name="connsiteX2" fmla="*/ 282 w 37180"/>
                  <a:gd name="connsiteY2" fmla="*/ 18730 h 37180"/>
                  <a:gd name="connsiteX3" fmla="*/ 18873 w 37180"/>
                  <a:gd name="connsiteY3" fmla="*/ 140 h 37180"/>
                  <a:gd name="connsiteX4" fmla="*/ 37463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30"/>
                    </a:moveTo>
                    <a:cubicBezTo>
                      <a:pt x="37463" y="28998"/>
                      <a:pt x="29140" y="37321"/>
                      <a:pt x="18873" y="37321"/>
                    </a:cubicBezTo>
                    <a:cubicBezTo>
                      <a:pt x="8605" y="37321"/>
                      <a:pt x="282" y="28998"/>
                      <a:pt x="282" y="18730"/>
                    </a:cubicBezTo>
                    <a:cubicBezTo>
                      <a:pt x="282" y="8463"/>
                      <a:pt x="8605" y="140"/>
                      <a:pt x="18873" y="140"/>
                    </a:cubicBezTo>
                    <a:cubicBezTo>
                      <a:pt x="29140" y="140"/>
                      <a:pt x="37463" y="8463"/>
                      <a:pt x="37463" y="18730"/>
                    </a:cubicBezTo>
                    <a:close/>
                  </a:path>
                </a:pathLst>
              </a:custGeom>
              <a:solidFill>
                <a:srgbClr val="A2F7A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4" name="Freeform: Shape 3443">
                <a:extLst>
                  <a:ext uri="{FF2B5EF4-FFF2-40B4-BE49-F238E27FC236}">
                    <a16:creationId xmlns:a16="http://schemas.microsoft.com/office/drawing/2014/main" id="{581D0C03-6A21-F515-C9F6-6AD1CACF6159}"/>
                  </a:ext>
                </a:extLst>
              </p:cNvPr>
              <p:cNvSpPr/>
              <p:nvPr/>
            </p:nvSpPr>
            <p:spPr>
              <a:xfrm>
                <a:off x="1886940" y="7727571"/>
                <a:ext cx="41981" cy="41981"/>
              </a:xfrm>
              <a:custGeom>
                <a:avLst/>
                <a:gdLst>
                  <a:gd name="connsiteX0" fmla="*/ 21273 w 41981"/>
                  <a:gd name="connsiteY0" fmla="*/ 4940 h 41981"/>
                  <a:gd name="connsiteX1" fmla="*/ 37463 w 41981"/>
                  <a:gd name="connsiteY1" fmla="*/ 21131 h 41981"/>
                  <a:gd name="connsiteX2" fmla="*/ 37463 w 41981"/>
                  <a:gd name="connsiteY2" fmla="*/ 21131 h 41981"/>
                  <a:gd name="connsiteX3" fmla="*/ 21273 w 41981"/>
                  <a:gd name="connsiteY3" fmla="*/ 37321 h 41981"/>
                  <a:gd name="connsiteX4" fmla="*/ 5083 w 41981"/>
                  <a:gd name="connsiteY4" fmla="*/ 21131 h 41981"/>
                  <a:gd name="connsiteX5" fmla="*/ 21273 w 41981"/>
                  <a:gd name="connsiteY5" fmla="*/ 4940 h 41981"/>
                  <a:gd name="connsiteX6" fmla="*/ 21273 w 41981"/>
                  <a:gd name="connsiteY6" fmla="*/ 140 h 41981"/>
                  <a:gd name="connsiteX7" fmla="*/ 282 w 41981"/>
                  <a:gd name="connsiteY7" fmla="*/ 21131 h 41981"/>
                  <a:gd name="connsiteX8" fmla="*/ 21273 w 41981"/>
                  <a:gd name="connsiteY8" fmla="*/ 42121 h 41981"/>
                  <a:gd name="connsiteX9" fmla="*/ 42263 w 41981"/>
                  <a:gd name="connsiteY9" fmla="*/ 21131 h 41981"/>
                  <a:gd name="connsiteX10" fmla="*/ 42263 w 41981"/>
                  <a:gd name="connsiteY10" fmla="*/ 21131 h 41981"/>
                  <a:gd name="connsiteX11" fmla="*/ 21273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40"/>
                    </a:moveTo>
                    <a:cubicBezTo>
                      <a:pt x="30215" y="4940"/>
                      <a:pt x="37463" y="12189"/>
                      <a:pt x="37463" y="21131"/>
                    </a:cubicBezTo>
                    <a:lnTo>
                      <a:pt x="37463" y="21131"/>
                    </a:lnTo>
                    <a:cubicBezTo>
                      <a:pt x="37463" y="30072"/>
                      <a:pt x="30215" y="37321"/>
                      <a:pt x="21273" y="37321"/>
                    </a:cubicBezTo>
                    <a:cubicBezTo>
                      <a:pt x="12331" y="37321"/>
                      <a:pt x="5083" y="30072"/>
                      <a:pt x="5083" y="21131"/>
                    </a:cubicBezTo>
                    <a:cubicBezTo>
                      <a:pt x="5083" y="12189"/>
                      <a:pt x="12331" y="4940"/>
                      <a:pt x="21273" y="4940"/>
                    </a:cubicBezTo>
                    <a:close/>
                    <a:moveTo>
                      <a:pt x="21273" y="140"/>
                    </a:moveTo>
                    <a:cubicBezTo>
                      <a:pt x="9680" y="140"/>
                      <a:pt x="282" y="9538"/>
                      <a:pt x="282" y="21131"/>
                    </a:cubicBezTo>
                    <a:cubicBezTo>
                      <a:pt x="282" y="32723"/>
                      <a:pt x="9680" y="42121"/>
                      <a:pt x="21273" y="42121"/>
                    </a:cubicBezTo>
                    <a:cubicBezTo>
                      <a:pt x="32865" y="42121"/>
                      <a:pt x="42263" y="32723"/>
                      <a:pt x="42263" y="21131"/>
                    </a:cubicBezTo>
                    <a:lnTo>
                      <a:pt x="42263" y="21131"/>
                    </a:lnTo>
                    <a:cubicBezTo>
                      <a:pt x="42263" y="9538"/>
                      <a:pt x="32865" y="140"/>
                      <a:pt x="21273"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5" name="Freeform: Shape 3444">
                <a:extLst>
                  <a:ext uri="{FF2B5EF4-FFF2-40B4-BE49-F238E27FC236}">
                    <a16:creationId xmlns:a16="http://schemas.microsoft.com/office/drawing/2014/main" id="{AA4C32CA-A6C1-B418-595A-BD07C8EC4F0D}"/>
                  </a:ext>
                </a:extLst>
              </p:cNvPr>
              <p:cNvSpPr/>
              <p:nvPr/>
            </p:nvSpPr>
            <p:spPr>
              <a:xfrm>
                <a:off x="1721361" y="7940228"/>
                <a:ext cx="37180" cy="37180"/>
              </a:xfrm>
              <a:custGeom>
                <a:avLst/>
                <a:gdLst>
                  <a:gd name="connsiteX0" fmla="*/ 37434 w 37180"/>
                  <a:gd name="connsiteY0" fmla="*/ 18767 h 37180"/>
                  <a:gd name="connsiteX1" fmla="*/ 18843 w 37180"/>
                  <a:gd name="connsiteY1" fmla="*/ 37357 h 37180"/>
                  <a:gd name="connsiteX2" fmla="*/ 253 w 37180"/>
                  <a:gd name="connsiteY2" fmla="*/ 18767 h 37180"/>
                  <a:gd name="connsiteX3" fmla="*/ 18843 w 37180"/>
                  <a:gd name="connsiteY3" fmla="*/ 176 h 37180"/>
                  <a:gd name="connsiteX4" fmla="*/ 3743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67"/>
                    </a:moveTo>
                    <a:cubicBezTo>
                      <a:pt x="37434" y="29034"/>
                      <a:pt x="29111" y="37357"/>
                      <a:pt x="18843" y="37357"/>
                    </a:cubicBezTo>
                    <a:cubicBezTo>
                      <a:pt x="8576" y="37357"/>
                      <a:pt x="253" y="29034"/>
                      <a:pt x="253" y="18767"/>
                    </a:cubicBezTo>
                    <a:cubicBezTo>
                      <a:pt x="253" y="8500"/>
                      <a:pt x="8576" y="176"/>
                      <a:pt x="18843" y="176"/>
                    </a:cubicBezTo>
                    <a:cubicBezTo>
                      <a:pt x="29111" y="176"/>
                      <a:pt x="37434" y="8500"/>
                      <a:pt x="37434" y="18767"/>
                    </a:cubicBezTo>
                    <a:close/>
                  </a:path>
                </a:pathLst>
              </a:custGeom>
              <a:solidFill>
                <a:srgbClr val="F7CEC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6" name="Freeform: Shape 3445">
                <a:extLst>
                  <a:ext uri="{FF2B5EF4-FFF2-40B4-BE49-F238E27FC236}">
                    <a16:creationId xmlns:a16="http://schemas.microsoft.com/office/drawing/2014/main" id="{993A7DAB-DCFC-6BCA-595C-880A7F71B200}"/>
                  </a:ext>
                </a:extLst>
              </p:cNvPr>
              <p:cNvSpPr/>
              <p:nvPr/>
            </p:nvSpPr>
            <p:spPr>
              <a:xfrm>
                <a:off x="1718961" y="7937828"/>
                <a:ext cx="41981" cy="41981"/>
              </a:xfrm>
              <a:custGeom>
                <a:avLst/>
                <a:gdLst>
                  <a:gd name="connsiteX0" fmla="*/ 21244 w 41981"/>
                  <a:gd name="connsiteY0" fmla="*/ 4977 h 41981"/>
                  <a:gd name="connsiteX1" fmla="*/ 37434 w 41981"/>
                  <a:gd name="connsiteY1" fmla="*/ 21167 h 41981"/>
                  <a:gd name="connsiteX2" fmla="*/ 37434 w 41981"/>
                  <a:gd name="connsiteY2" fmla="*/ 21167 h 41981"/>
                  <a:gd name="connsiteX3" fmla="*/ 21244 w 41981"/>
                  <a:gd name="connsiteY3" fmla="*/ 37357 h 41981"/>
                  <a:gd name="connsiteX4" fmla="*/ 5053 w 41981"/>
                  <a:gd name="connsiteY4" fmla="*/ 21167 h 41981"/>
                  <a:gd name="connsiteX5" fmla="*/ 21244 w 41981"/>
                  <a:gd name="connsiteY5" fmla="*/ 4977 h 41981"/>
                  <a:gd name="connsiteX6" fmla="*/ 21244 w 41981"/>
                  <a:gd name="connsiteY6" fmla="*/ 176 h 41981"/>
                  <a:gd name="connsiteX7" fmla="*/ 253 w 41981"/>
                  <a:gd name="connsiteY7" fmla="*/ 21167 h 41981"/>
                  <a:gd name="connsiteX8" fmla="*/ 21244 w 41981"/>
                  <a:gd name="connsiteY8" fmla="*/ 42158 h 41981"/>
                  <a:gd name="connsiteX9" fmla="*/ 42234 w 41981"/>
                  <a:gd name="connsiteY9" fmla="*/ 21167 h 41981"/>
                  <a:gd name="connsiteX10" fmla="*/ 42234 w 41981"/>
                  <a:gd name="connsiteY10" fmla="*/ 21167 h 41981"/>
                  <a:gd name="connsiteX11" fmla="*/ 21244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7"/>
                    </a:moveTo>
                    <a:cubicBezTo>
                      <a:pt x="30185" y="4977"/>
                      <a:pt x="37434" y="12225"/>
                      <a:pt x="37434" y="21167"/>
                    </a:cubicBezTo>
                    <a:lnTo>
                      <a:pt x="37434" y="21167"/>
                    </a:lnTo>
                    <a:cubicBezTo>
                      <a:pt x="37434" y="30109"/>
                      <a:pt x="30185" y="37357"/>
                      <a:pt x="21244" y="37357"/>
                    </a:cubicBezTo>
                    <a:cubicBezTo>
                      <a:pt x="12302" y="37357"/>
                      <a:pt x="5053" y="30109"/>
                      <a:pt x="5053" y="21167"/>
                    </a:cubicBezTo>
                    <a:cubicBezTo>
                      <a:pt x="5053" y="12225"/>
                      <a:pt x="12302" y="4977"/>
                      <a:pt x="21244" y="4977"/>
                    </a:cubicBezTo>
                    <a:close/>
                    <a:moveTo>
                      <a:pt x="21244" y="176"/>
                    </a:moveTo>
                    <a:cubicBezTo>
                      <a:pt x="9651" y="176"/>
                      <a:pt x="253" y="9575"/>
                      <a:pt x="253" y="21167"/>
                    </a:cubicBezTo>
                    <a:cubicBezTo>
                      <a:pt x="253" y="32760"/>
                      <a:pt x="9651" y="42158"/>
                      <a:pt x="21244" y="42158"/>
                    </a:cubicBezTo>
                    <a:cubicBezTo>
                      <a:pt x="32836" y="42158"/>
                      <a:pt x="42234" y="32760"/>
                      <a:pt x="42234" y="21167"/>
                    </a:cubicBezTo>
                    <a:lnTo>
                      <a:pt x="42234" y="21167"/>
                    </a:lnTo>
                    <a:cubicBezTo>
                      <a:pt x="42234" y="9575"/>
                      <a:pt x="32836" y="176"/>
                      <a:pt x="21244"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7" name="Freeform: Shape 3446">
                <a:extLst>
                  <a:ext uri="{FF2B5EF4-FFF2-40B4-BE49-F238E27FC236}">
                    <a16:creationId xmlns:a16="http://schemas.microsoft.com/office/drawing/2014/main" id="{C589E1D5-98AE-6EFB-C6E9-0045A3C10A46}"/>
                  </a:ext>
                </a:extLst>
              </p:cNvPr>
              <p:cNvSpPr/>
              <p:nvPr/>
            </p:nvSpPr>
            <p:spPr>
              <a:xfrm>
                <a:off x="1830479" y="7909533"/>
                <a:ext cx="37180" cy="37180"/>
              </a:xfrm>
              <a:custGeom>
                <a:avLst/>
                <a:gdLst>
                  <a:gd name="connsiteX0" fmla="*/ 37453 w 37180"/>
                  <a:gd name="connsiteY0" fmla="*/ 18762 h 37180"/>
                  <a:gd name="connsiteX1" fmla="*/ 18862 w 37180"/>
                  <a:gd name="connsiteY1" fmla="*/ 37352 h 37180"/>
                  <a:gd name="connsiteX2" fmla="*/ 272 w 37180"/>
                  <a:gd name="connsiteY2" fmla="*/ 18762 h 37180"/>
                  <a:gd name="connsiteX3" fmla="*/ 18862 w 37180"/>
                  <a:gd name="connsiteY3" fmla="*/ 171 h 37180"/>
                  <a:gd name="connsiteX4" fmla="*/ 3745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2"/>
                    </a:moveTo>
                    <a:cubicBezTo>
                      <a:pt x="37453" y="29029"/>
                      <a:pt x="29130" y="37352"/>
                      <a:pt x="18862" y="37352"/>
                    </a:cubicBezTo>
                    <a:cubicBezTo>
                      <a:pt x="8595" y="37352"/>
                      <a:pt x="272" y="29029"/>
                      <a:pt x="272" y="18762"/>
                    </a:cubicBezTo>
                    <a:cubicBezTo>
                      <a:pt x="272" y="8494"/>
                      <a:pt x="8595" y="171"/>
                      <a:pt x="18862" y="171"/>
                    </a:cubicBezTo>
                    <a:cubicBezTo>
                      <a:pt x="29130" y="171"/>
                      <a:pt x="37453" y="8494"/>
                      <a:pt x="37453" y="18762"/>
                    </a:cubicBezTo>
                    <a:close/>
                  </a:path>
                </a:pathLst>
              </a:custGeom>
              <a:solidFill>
                <a:srgbClr val="F6F7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8" name="Freeform: Shape 3447">
                <a:extLst>
                  <a:ext uri="{FF2B5EF4-FFF2-40B4-BE49-F238E27FC236}">
                    <a16:creationId xmlns:a16="http://schemas.microsoft.com/office/drawing/2014/main" id="{6F45C9F9-95E0-BB9E-589C-62D3539BFA5F}"/>
                  </a:ext>
                </a:extLst>
              </p:cNvPr>
              <p:cNvSpPr/>
              <p:nvPr/>
            </p:nvSpPr>
            <p:spPr>
              <a:xfrm>
                <a:off x="1828079" y="7907133"/>
                <a:ext cx="41981" cy="41981"/>
              </a:xfrm>
              <a:custGeom>
                <a:avLst/>
                <a:gdLst>
                  <a:gd name="connsiteX0" fmla="*/ 21263 w 41981"/>
                  <a:gd name="connsiteY0" fmla="*/ 4972 h 41981"/>
                  <a:gd name="connsiteX1" fmla="*/ 37453 w 41981"/>
                  <a:gd name="connsiteY1" fmla="*/ 21162 h 41981"/>
                  <a:gd name="connsiteX2" fmla="*/ 37453 w 41981"/>
                  <a:gd name="connsiteY2" fmla="*/ 21162 h 41981"/>
                  <a:gd name="connsiteX3" fmla="*/ 21263 w 41981"/>
                  <a:gd name="connsiteY3" fmla="*/ 37352 h 41981"/>
                  <a:gd name="connsiteX4" fmla="*/ 5072 w 41981"/>
                  <a:gd name="connsiteY4" fmla="*/ 21162 h 41981"/>
                  <a:gd name="connsiteX5" fmla="*/ 21263 w 41981"/>
                  <a:gd name="connsiteY5" fmla="*/ 4972 h 41981"/>
                  <a:gd name="connsiteX6" fmla="*/ 21263 w 41981"/>
                  <a:gd name="connsiteY6" fmla="*/ 171 h 41981"/>
                  <a:gd name="connsiteX7" fmla="*/ 272 w 41981"/>
                  <a:gd name="connsiteY7" fmla="*/ 21162 h 41981"/>
                  <a:gd name="connsiteX8" fmla="*/ 21263 w 41981"/>
                  <a:gd name="connsiteY8" fmla="*/ 42152 h 41981"/>
                  <a:gd name="connsiteX9" fmla="*/ 42253 w 41981"/>
                  <a:gd name="connsiteY9" fmla="*/ 21162 h 41981"/>
                  <a:gd name="connsiteX10" fmla="*/ 42253 w 41981"/>
                  <a:gd name="connsiteY10" fmla="*/ 21162 h 41981"/>
                  <a:gd name="connsiteX11" fmla="*/ 21263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72"/>
                    </a:moveTo>
                    <a:cubicBezTo>
                      <a:pt x="30204" y="4972"/>
                      <a:pt x="37453" y="12220"/>
                      <a:pt x="37453" y="21162"/>
                    </a:cubicBezTo>
                    <a:lnTo>
                      <a:pt x="37453" y="21162"/>
                    </a:lnTo>
                    <a:cubicBezTo>
                      <a:pt x="37453" y="30104"/>
                      <a:pt x="30204" y="37352"/>
                      <a:pt x="21263" y="37352"/>
                    </a:cubicBezTo>
                    <a:cubicBezTo>
                      <a:pt x="12321" y="37352"/>
                      <a:pt x="5072" y="30104"/>
                      <a:pt x="5072" y="21162"/>
                    </a:cubicBezTo>
                    <a:cubicBezTo>
                      <a:pt x="5072" y="12220"/>
                      <a:pt x="12321" y="4972"/>
                      <a:pt x="21263" y="4972"/>
                    </a:cubicBezTo>
                    <a:close/>
                    <a:moveTo>
                      <a:pt x="21263" y="171"/>
                    </a:moveTo>
                    <a:cubicBezTo>
                      <a:pt x="9670" y="171"/>
                      <a:pt x="272" y="9569"/>
                      <a:pt x="272" y="21162"/>
                    </a:cubicBezTo>
                    <a:cubicBezTo>
                      <a:pt x="272" y="32754"/>
                      <a:pt x="9670" y="42152"/>
                      <a:pt x="21263" y="42152"/>
                    </a:cubicBezTo>
                    <a:cubicBezTo>
                      <a:pt x="32855" y="42152"/>
                      <a:pt x="42253" y="32754"/>
                      <a:pt x="42253" y="21162"/>
                    </a:cubicBezTo>
                    <a:lnTo>
                      <a:pt x="42253" y="21162"/>
                    </a:lnTo>
                    <a:cubicBezTo>
                      <a:pt x="42253" y="9569"/>
                      <a:pt x="32855" y="171"/>
                      <a:pt x="21263"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49" name="Freeform: Shape 3448">
                <a:extLst>
                  <a:ext uri="{FF2B5EF4-FFF2-40B4-BE49-F238E27FC236}">
                    <a16:creationId xmlns:a16="http://schemas.microsoft.com/office/drawing/2014/main" id="{74A7AC9B-9C1C-F633-E190-748105E58700}"/>
                  </a:ext>
                </a:extLst>
              </p:cNvPr>
              <p:cNvSpPr/>
              <p:nvPr/>
            </p:nvSpPr>
            <p:spPr>
              <a:xfrm>
                <a:off x="1591070" y="8029485"/>
                <a:ext cx="37180" cy="37180"/>
              </a:xfrm>
              <a:custGeom>
                <a:avLst/>
                <a:gdLst>
                  <a:gd name="connsiteX0" fmla="*/ 37411 w 37180"/>
                  <a:gd name="connsiteY0" fmla="*/ 18782 h 37180"/>
                  <a:gd name="connsiteX1" fmla="*/ 18821 w 37180"/>
                  <a:gd name="connsiteY1" fmla="*/ 37373 h 37180"/>
                  <a:gd name="connsiteX2" fmla="*/ 230 w 37180"/>
                  <a:gd name="connsiteY2" fmla="*/ 18782 h 37180"/>
                  <a:gd name="connsiteX3" fmla="*/ 18821 w 37180"/>
                  <a:gd name="connsiteY3" fmla="*/ 192 h 37180"/>
                  <a:gd name="connsiteX4" fmla="*/ 37411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1" y="18782"/>
                    </a:moveTo>
                    <a:cubicBezTo>
                      <a:pt x="37411" y="29050"/>
                      <a:pt x="29088" y="37373"/>
                      <a:pt x="18821" y="37373"/>
                    </a:cubicBezTo>
                    <a:cubicBezTo>
                      <a:pt x="8554" y="37373"/>
                      <a:pt x="230" y="29050"/>
                      <a:pt x="230" y="18782"/>
                    </a:cubicBezTo>
                    <a:cubicBezTo>
                      <a:pt x="230" y="8515"/>
                      <a:pt x="8554" y="192"/>
                      <a:pt x="18821" y="192"/>
                    </a:cubicBezTo>
                    <a:cubicBezTo>
                      <a:pt x="29088" y="192"/>
                      <a:pt x="37411" y="8515"/>
                      <a:pt x="37411" y="18782"/>
                    </a:cubicBezTo>
                    <a:close/>
                  </a:path>
                </a:pathLst>
              </a:custGeom>
              <a:solidFill>
                <a:srgbClr val="F7A59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0" name="Freeform: Shape 3449">
                <a:extLst>
                  <a:ext uri="{FF2B5EF4-FFF2-40B4-BE49-F238E27FC236}">
                    <a16:creationId xmlns:a16="http://schemas.microsoft.com/office/drawing/2014/main" id="{0E66C1F4-8C51-A907-86D7-F2EAD715EF6A}"/>
                  </a:ext>
                </a:extLst>
              </p:cNvPr>
              <p:cNvSpPr/>
              <p:nvPr/>
            </p:nvSpPr>
            <p:spPr>
              <a:xfrm>
                <a:off x="1588670" y="8027085"/>
                <a:ext cx="41981" cy="41981"/>
              </a:xfrm>
              <a:custGeom>
                <a:avLst/>
                <a:gdLst>
                  <a:gd name="connsiteX0" fmla="*/ 21221 w 41981"/>
                  <a:gd name="connsiteY0" fmla="*/ 4992 h 41981"/>
                  <a:gd name="connsiteX1" fmla="*/ 37411 w 41981"/>
                  <a:gd name="connsiteY1" fmla="*/ 21183 h 41981"/>
                  <a:gd name="connsiteX2" fmla="*/ 37411 w 41981"/>
                  <a:gd name="connsiteY2" fmla="*/ 21183 h 41981"/>
                  <a:gd name="connsiteX3" fmla="*/ 21221 w 41981"/>
                  <a:gd name="connsiteY3" fmla="*/ 37373 h 41981"/>
                  <a:gd name="connsiteX4" fmla="*/ 5031 w 41981"/>
                  <a:gd name="connsiteY4" fmla="*/ 21183 h 41981"/>
                  <a:gd name="connsiteX5" fmla="*/ 21221 w 41981"/>
                  <a:gd name="connsiteY5" fmla="*/ 4992 h 41981"/>
                  <a:gd name="connsiteX6" fmla="*/ 21221 w 41981"/>
                  <a:gd name="connsiteY6" fmla="*/ 192 h 41981"/>
                  <a:gd name="connsiteX7" fmla="*/ 230 w 41981"/>
                  <a:gd name="connsiteY7" fmla="*/ 21183 h 41981"/>
                  <a:gd name="connsiteX8" fmla="*/ 21221 w 41981"/>
                  <a:gd name="connsiteY8" fmla="*/ 42173 h 41981"/>
                  <a:gd name="connsiteX9" fmla="*/ 42212 w 41981"/>
                  <a:gd name="connsiteY9" fmla="*/ 21183 h 41981"/>
                  <a:gd name="connsiteX10" fmla="*/ 42212 w 41981"/>
                  <a:gd name="connsiteY10" fmla="*/ 21183 h 41981"/>
                  <a:gd name="connsiteX11" fmla="*/ 21221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1" y="4992"/>
                    </a:moveTo>
                    <a:cubicBezTo>
                      <a:pt x="30163" y="4992"/>
                      <a:pt x="37411" y="12241"/>
                      <a:pt x="37411" y="21183"/>
                    </a:cubicBezTo>
                    <a:lnTo>
                      <a:pt x="37411" y="21183"/>
                    </a:lnTo>
                    <a:cubicBezTo>
                      <a:pt x="37411" y="30124"/>
                      <a:pt x="30163" y="37373"/>
                      <a:pt x="21221" y="37373"/>
                    </a:cubicBezTo>
                    <a:cubicBezTo>
                      <a:pt x="12279" y="37373"/>
                      <a:pt x="5031" y="30124"/>
                      <a:pt x="5031" y="21183"/>
                    </a:cubicBezTo>
                    <a:cubicBezTo>
                      <a:pt x="5031" y="12241"/>
                      <a:pt x="12279" y="4992"/>
                      <a:pt x="21221" y="4992"/>
                    </a:cubicBezTo>
                    <a:close/>
                    <a:moveTo>
                      <a:pt x="21221" y="192"/>
                    </a:moveTo>
                    <a:cubicBezTo>
                      <a:pt x="9628" y="192"/>
                      <a:pt x="230" y="9590"/>
                      <a:pt x="230" y="21183"/>
                    </a:cubicBezTo>
                    <a:cubicBezTo>
                      <a:pt x="230" y="32775"/>
                      <a:pt x="9628" y="42173"/>
                      <a:pt x="21221" y="42173"/>
                    </a:cubicBezTo>
                    <a:cubicBezTo>
                      <a:pt x="32814" y="42173"/>
                      <a:pt x="42212" y="32775"/>
                      <a:pt x="42212" y="21183"/>
                    </a:cubicBezTo>
                    <a:lnTo>
                      <a:pt x="42212" y="21183"/>
                    </a:lnTo>
                    <a:cubicBezTo>
                      <a:pt x="42212" y="9590"/>
                      <a:pt x="32814" y="192"/>
                      <a:pt x="21221"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1" name="Freeform: Shape 3450">
                <a:extLst>
                  <a:ext uri="{FF2B5EF4-FFF2-40B4-BE49-F238E27FC236}">
                    <a16:creationId xmlns:a16="http://schemas.microsoft.com/office/drawing/2014/main" id="{026805A6-11A1-71C7-48A8-513F919B6DF8}"/>
                  </a:ext>
                </a:extLst>
              </p:cNvPr>
              <p:cNvSpPr/>
              <p:nvPr/>
            </p:nvSpPr>
            <p:spPr>
              <a:xfrm>
                <a:off x="1825243" y="7752268"/>
                <a:ext cx="37180" cy="37180"/>
              </a:xfrm>
              <a:custGeom>
                <a:avLst/>
                <a:gdLst>
                  <a:gd name="connsiteX0" fmla="*/ 37452 w 37180"/>
                  <a:gd name="connsiteY0" fmla="*/ 18734 h 37180"/>
                  <a:gd name="connsiteX1" fmla="*/ 18861 w 37180"/>
                  <a:gd name="connsiteY1" fmla="*/ 37325 h 37180"/>
                  <a:gd name="connsiteX2" fmla="*/ 271 w 37180"/>
                  <a:gd name="connsiteY2" fmla="*/ 18734 h 37180"/>
                  <a:gd name="connsiteX3" fmla="*/ 18861 w 37180"/>
                  <a:gd name="connsiteY3" fmla="*/ 144 h 37180"/>
                  <a:gd name="connsiteX4" fmla="*/ 37452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34"/>
                    </a:moveTo>
                    <a:cubicBezTo>
                      <a:pt x="37452" y="29001"/>
                      <a:pt x="29129" y="37325"/>
                      <a:pt x="18861" y="37325"/>
                    </a:cubicBezTo>
                    <a:cubicBezTo>
                      <a:pt x="8594" y="37325"/>
                      <a:pt x="271" y="29001"/>
                      <a:pt x="271" y="18734"/>
                    </a:cubicBezTo>
                    <a:cubicBezTo>
                      <a:pt x="271" y="8467"/>
                      <a:pt x="8594" y="144"/>
                      <a:pt x="18861" y="144"/>
                    </a:cubicBezTo>
                    <a:cubicBezTo>
                      <a:pt x="29129" y="144"/>
                      <a:pt x="37452" y="8467"/>
                      <a:pt x="37452" y="18734"/>
                    </a:cubicBezTo>
                    <a:close/>
                  </a:path>
                </a:pathLst>
              </a:custGeom>
              <a:solidFill>
                <a:srgbClr val="BDF7B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2" name="Freeform: Shape 3451">
                <a:extLst>
                  <a:ext uri="{FF2B5EF4-FFF2-40B4-BE49-F238E27FC236}">
                    <a16:creationId xmlns:a16="http://schemas.microsoft.com/office/drawing/2014/main" id="{4B62B39B-A7DA-CDBD-D46F-7E0EBAF32BD6}"/>
                  </a:ext>
                </a:extLst>
              </p:cNvPr>
              <p:cNvSpPr/>
              <p:nvPr/>
            </p:nvSpPr>
            <p:spPr>
              <a:xfrm>
                <a:off x="1822843" y="7749868"/>
                <a:ext cx="41981" cy="41981"/>
              </a:xfrm>
              <a:custGeom>
                <a:avLst/>
                <a:gdLst>
                  <a:gd name="connsiteX0" fmla="*/ 21262 w 41981"/>
                  <a:gd name="connsiteY0" fmla="*/ 4944 h 41981"/>
                  <a:gd name="connsiteX1" fmla="*/ 37452 w 41981"/>
                  <a:gd name="connsiteY1" fmla="*/ 21134 h 41981"/>
                  <a:gd name="connsiteX2" fmla="*/ 37452 w 41981"/>
                  <a:gd name="connsiteY2" fmla="*/ 21134 h 41981"/>
                  <a:gd name="connsiteX3" fmla="*/ 21262 w 41981"/>
                  <a:gd name="connsiteY3" fmla="*/ 37325 h 41981"/>
                  <a:gd name="connsiteX4" fmla="*/ 5071 w 41981"/>
                  <a:gd name="connsiteY4" fmla="*/ 21134 h 41981"/>
                  <a:gd name="connsiteX5" fmla="*/ 21262 w 41981"/>
                  <a:gd name="connsiteY5" fmla="*/ 4944 h 41981"/>
                  <a:gd name="connsiteX6" fmla="*/ 21262 w 41981"/>
                  <a:gd name="connsiteY6" fmla="*/ 144 h 41981"/>
                  <a:gd name="connsiteX7" fmla="*/ 271 w 41981"/>
                  <a:gd name="connsiteY7" fmla="*/ 21134 h 41981"/>
                  <a:gd name="connsiteX8" fmla="*/ 21262 w 41981"/>
                  <a:gd name="connsiteY8" fmla="*/ 42125 h 41981"/>
                  <a:gd name="connsiteX9" fmla="*/ 42252 w 41981"/>
                  <a:gd name="connsiteY9" fmla="*/ 21134 h 41981"/>
                  <a:gd name="connsiteX10" fmla="*/ 42252 w 41981"/>
                  <a:gd name="connsiteY10" fmla="*/ 21134 h 41981"/>
                  <a:gd name="connsiteX11" fmla="*/ 21262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44"/>
                    </a:moveTo>
                    <a:cubicBezTo>
                      <a:pt x="30203" y="4944"/>
                      <a:pt x="37452" y="12193"/>
                      <a:pt x="37452" y="21134"/>
                    </a:cubicBezTo>
                    <a:lnTo>
                      <a:pt x="37452" y="21134"/>
                    </a:lnTo>
                    <a:cubicBezTo>
                      <a:pt x="37452" y="30076"/>
                      <a:pt x="30203" y="37325"/>
                      <a:pt x="21262" y="37325"/>
                    </a:cubicBezTo>
                    <a:cubicBezTo>
                      <a:pt x="12320" y="37325"/>
                      <a:pt x="5071" y="30076"/>
                      <a:pt x="5071" y="21134"/>
                    </a:cubicBezTo>
                    <a:cubicBezTo>
                      <a:pt x="5071" y="12193"/>
                      <a:pt x="12320" y="4944"/>
                      <a:pt x="21262" y="4944"/>
                    </a:cubicBezTo>
                    <a:close/>
                    <a:moveTo>
                      <a:pt x="21262" y="144"/>
                    </a:moveTo>
                    <a:cubicBezTo>
                      <a:pt x="9669" y="144"/>
                      <a:pt x="271" y="9542"/>
                      <a:pt x="271" y="21134"/>
                    </a:cubicBezTo>
                    <a:cubicBezTo>
                      <a:pt x="271" y="32727"/>
                      <a:pt x="9669" y="42125"/>
                      <a:pt x="21262" y="42125"/>
                    </a:cubicBezTo>
                    <a:cubicBezTo>
                      <a:pt x="32854" y="42125"/>
                      <a:pt x="42252" y="32727"/>
                      <a:pt x="42252" y="21134"/>
                    </a:cubicBezTo>
                    <a:lnTo>
                      <a:pt x="42252" y="21134"/>
                    </a:lnTo>
                    <a:cubicBezTo>
                      <a:pt x="42252" y="9542"/>
                      <a:pt x="32854" y="144"/>
                      <a:pt x="21262"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3" name="Freeform: Shape 3452">
                <a:extLst>
                  <a:ext uri="{FF2B5EF4-FFF2-40B4-BE49-F238E27FC236}">
                    <a16:creationId xmlns:a16="http://schemas.microsoft.com/office/drawing/2014/main" id="{97F10D3F-2D3E-1E1C-2D09-9326BA53022C}"/>
                  </a:ext>
                </a:extLst>
              </p:cNvPr>
              <p:cNvSpPr/>
              <p:nvPr/>
            </p:nvSpPr>
            <p:spPr>
              <a:xfrm>
                <a:off x="1827075" y="7935010"/>
                <a:ext cx="37180" cy="37180"/>
              </a:xfrm>
              <a:custGeom>
                <a:avLst/>
                <a:gdLst>
                  <a:gd name="connsiteX0" fmla="*/ 37452 w 37180"/>
                  <a:gd name="connsiteY0" fmla="*/ 18766 h 37180"/>
                  <a:gd name="connsiteX1" fmla="*/ 18862 w 37180"/>
                  <a:gd name="connsiteY1" fmla="*/ 37356 h 37180"/>
                  <a:gd name="connsiteX2" fmla="*/ 271 w 37180"/>
                  <a:gd name="connsiteY2" fmla="*/ 18766 h 37180"/>
                  <a:gd name="connsiteX3" fmla="*/ 18862 w 37180"/>
                  <a:gd name="connsiteY3" fmla="*/ 176 h 37180"/>
                  <a:gd name="connsiteX4" fmla="*/ 37452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6"/>
                    </a:moveTo>
                    <a:cubicBezTo>
                      <a:pt x="37452" y="29033"/>
                      <a:pt x="29129" y="37356"/>
                      <a:pt x="18862" y="37356"/>
                    </a:cubicBezTo>
                    <a:cubicBezTo>
                      <a:pt x="8595" y="37356"/>
                      <a:pt x="271" y="29033"/>
                      <a:pt x="271" y="18766"/>
                    </a:cubicBezTo>
                    <a:cubicBezTo>
                      <a:pt x="271" y="8499"/>
                      <a:pt x="8595" y="176"/>
                      <a:pt x="18862" y="176"/>
                    </a:cubicBezTo>
                    <a:cubicBezTo>
                      <a:pt x="29129" y="176"/>
                      <a:pt x="37452" y="8499"/>
                      <a:pt x="37452" y="18766"/>
                    </a:cubicBezTo>
                    <a:close/>
                  </a:path>
                </a:pathLst>
              </a:custGeom>
              <a:solidFill>
                <a:srgbClr val="F7D1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4" name="Freeform: Shape 3453">
                <a:extLst>
                  <a:ext uri="{FF2B5EF4-FFF2-40B4-BE49-F238E27FC236}">
                    <a16:creationId xmlns:a16="http://schemas.microsoft.com/office/drawing/2014/main" id="{AF139553-13C5-97EB-9CBC-3072937DBF54}"/>
                  </a:ext>
                </a:extLst>
              </p:cNvPr>
              <p:cNvSpPr/>
              <p:nvPr/>
            </p:nvSpPr>
            <p:spPr>
              <a:xfrm>
                <a:off x="1824675" y="7932609"/>
                <a:ext cx="41981" cy="41981"/>
              </a:xfrm>
              <a:custGeom>
                <a:avLst/>
                <a:gdLst>
                  <a:gd name="connsiteX0" fmla="*/ 21262 w 41981"/>
                  <a:gd name="connsiteY0" fmla="*/ 4976 h 41981"/>
                  <a:gd name="connsiteX1" fmla="*/ 37452 w 41981"/>
                  <a:gd name="connsiteY1" fmla="*/ 21166 h 41981"/>
                  <a:gd name="connsiteX2" fmla="*/ 37452 w 41981"/>
                  <a:gd name="connsiteY2" fmla="*/ 21166 h 41981"/>
                  <a:gd name="connsiteX3" fmla="*/ 21262 w 41981"/>
                  <a:gd name="connsiteY3" fmla="*/ 37356 h 41981"/>
                  <a:gd name="connsiteX4" fmla="*/ 5072 w 41981"/>
                  <a:gd name="connsiteY4" fmla="*/ 21166 h 41981"/>
                  <a:gd name="connsiteX5" fmla="*/ 21262 w 41981"/>
                  <a:gd name="connsiteY5" fmla="*/ 4976 h 41981"/>
                  <a:gd name="connsiteX6" fmla="*/ 21262 w 41981"/>
                  <a:gd name="connsiteY6" fmla="*/ 176 h 41981"/>
                  <a:gd name="connsiteX7" fmla="*/ 271 w 41981"/>
                  <a:gd name="connsiteY7" fmla="*/ 21166 h 41981"/>
                  <a:gd name="connsiteX8" fmla="*/ 21262 w 41981"/>
                  <a:gd name="connsiteY8" fmla="*/ 42157 h 41981"/>
                  <a:gd name="connsiteX9" fmla="*/ 42253 w 41981"/>
                  <a:gd name="connsiteY9" fmla="*/ 21166 h 41981"/>
                  <a:gd name="connsiteX10" fmla="*/ 42253 w 41981"/>
                  <a:gd name="connsiteY10" fmla="*/ 21166 h 41981"/>
                  <a:gd name="connsiteX11" fmla="*/ 21262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6"/>
                    </a:moveTo>
                    <a:cubicBezTo>
                      <a:pt x="30204" y="4976"/>
                      <a:pt x="37452" y="12224"/>
                      <a:pt x="37452" y="21166"/>
                    </a:cubicBezTo>
                    <a:lnTo>
                      <a:pt x="37452" y="21166"/>
                    </a:lnTo>
                    <a:cubicBezTo>
                      <a:pt x="37452" y="30108"/>
                      <a:pt x="30204" y="37356"/>
                      <a:pt x="21262" y="37356"/>
                    </a:cubicBezTo>
                    <a:cubicBezTo>
                      <a:pt x="12320" y="37356"/>
                      <a:pt x="5072" y="30108"/>
                      <a:pt x="5072" y="21166"/>
                    </a:cubicBezTo>
                    <a:cubicBezTo>
                      <a:pt x="5072" y="12224"/>
                      <a:pt x="12320" y="4976"/>
                      <a:pt x="21262" y="4976"/>
                    </a:cubicBezTo>
                    <a:close/>
                    <a:moveTo>
                      <a:pt x="21262" y="176"/>
                    </a:moveTo>
                    <a:cubicBezTo>
                      <a:pt x="9669" y="176"/>
                      <a:pt x="271" y="9574"/>
                      <a:pt x="271" y="21166"/>
                    </a:cubicBezTo>
                    <a:cubicBezTo>
                      <a:pt x="271" y="32759"/>
                      <a:pt x="9669" y="42157"/>
                      <a:pt x="21262" y="42157"/>
                    </a:cubicBezTo>
                    <a:cubicBezTo>
                      <a:pt x="32855" y="42157"/>
                      <a:pt x="42253" y="32759"/>
                      <a:pt x="42253" y="21166"/>
                    </a:cubicBezTo>
                    <a:lnTo>
                      <a:pt x="42253" y="21166"/>
                    </a:lnTo>
                    <a:cubicBezTo>
                      <a:pt x="42253" y="9574"/>
                      <a:pt x="32855" y="176"/>
                      <a:pt x="21262"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5" name="Freeform: Shape 3454">
                <a:extLst>
                  <a:ext uri="{FF2B5EF4-FFF2-40B4-BE49-F238E27FC236}">
                    <a16:creationId xmlns:a16="http://schemas.microsoft.com/office/drawing/2014/main" id="{A08D78BC-106F-9806-48B4-F7D705793863}"/>
                  </a:ext>
                </a:extLst>
              </p:cNvPr>
              <p:cNvSpPr/>
              <p:nvPr/>
            </p:nvSpPr>
            <p:spPr>
              <a:xfrm>
                <a:off x="1893839" y="7838466"/>
                <a:ext cx="37180" cy="37180"/>
              </a:xfrm>
              <a:custGeom>
                <a:avLst/>
                <a:gdLst>
                  <a:gd name="connsiteX0" fmla="*/ 37464 w 37180"/>
                  <a:gd name="connsiteY0" fmla="*/ 18749 h 37180"/>
                  <a:gd name="connsiteX1" fmla="*/ 18873 w 37180"/>
                  <a:gd name="connsiteY1" fmla="*/ 37340 h 37180"/>
                  <a:gd name="connsiteX2" fmla="*/ 283 w 37180"/>
                  <a:gd name="connsiteY2" fmla="*/ 18749 h 37180"/>
                  <a:gd name="connsiteX3" fmla="*/ 18873 w 37180"/>
                  <a:gd name="connsiteY3" fmla="*/ 159 h 37180"/>
                  <a:gd name="connsiteX4" fmla="*/ 37464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49"/>
                    </a:moveTo>
                    <a:cubicBezTo>
                      <a:pt x="37464" y="29016"/>
                      <a:pt x="29141" y="37340"/>
                      <a:pt x="18873" y="37340"/>
                    </a:cubicBezTo>
                    <a:cubicBezTo>
                      <a:pt x="8606" y="37340"/>
                      <a:pt x="283" y="29016"/>
                      <a:pt x="283" y="18749"/>
                    </a:cubicBezTo>
                    <a:cubicBezTo>
                      <a:pt x="283" y="8482"/>
                      <a:pt x="8606" y="159"/>
                      <a:pt x="18873" y="159"/>
                    </a:cubicBezTo>
                    <a:cubicBezTo>
                      <a:pt x="29141" y="159"/>
                      <a:pt x="37464" y="8482"/>
                      <a:pt x="37464" y="18749"/>
                    </a:cubicBezTo>
                    <a:close/>
                  </a:path>
                </a:pathLst>
              </a:custGeom>
              <a:solidFill>
                <a:srgbClr val="F7C2C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6" name="Freeform: Shape 3455">
                <a:extLst>
                  <a:ext uri="{FF2B5EF4-FFF2-40B4-BE49-F238E27FC236}">
                    <a16:creationId xmlns:a16="http://schemas.microsoft.com/office/drawing/2014/main" id="{95D5D8DD-76C9-33A4-7512-D882BEFE87F2}"/>
                  </a:ext>
                </a:extLst>
              </p:cNvPr>
              <p:cNvSpPr/>
              <p:nvPr/>
            </p:nvSpPr>
            <p:spPr>
              <a:xfrm>
                <a:off x="1891439" y="7836066"/>
                <a:ext cx="41981" cy="41981"/>
              </a:xfrm>
              <a:custGeom>
                <a:avLst/>
                <a:gdLst>
                  <a:gd name="connsiteX0" fmla="*/ 21274 w 41981"/>
                  <a:gd name="connsiteY0" fmla="*/ 4959 h 41981"/>
                  <a:gd name="connsiteX1" fmla="*/ 37464 w 41981"/>
                  <a:gd name="connsiteY1" fmla="*/ 21149 h 41981"/>
                  <a:gd name="connsiteX2" fmla="*/ 37464 w 41981"/>
                  <a:gd name="connsiteY2" fmla="*/ 21149 h 41981"/>
                  <a:gd name="connsiteX3" fmla="*/ 21274 w 41981"/>
                  <a:gd name="connsiteY3" fmla="*/ 37340 h 41981"/>
                  <a:gd name="connsiteX4" fmla="*/ 5083 w 41981"/>
                  <a:gd name="connsiteY4" fmla="*/ 21149 h 41981"/>
                  <a:gd name="connsiteX5" fmla="*/ 21274 w 41981"/>
                  <a:gd name="connsiteY5" fmla="*/ 4959 h 41981"/>
                  <a:gd name="connsiteX6" fmla="*/ 21274 w 41981"/>
                  <a:gd name="connsiteY6" fmla="*/ 159 h 41981"/>
                  <a:gd name="connsiteX7" fmla="*/ 283 w 41981"/>
                  <a:gd name="connsiteY7" fmla="*/ 21149 h 41981"/>
                  <a:gd name="connsiteX8" fmla="*/ 21274 w 41981"/>
                  <a:gd name="connsiteY8" fmla="*/ 42140 h 41981"/>
                  <a:gd name="connsiteX9" fmla="*/ 42264 w 41981"/>
                  <a:gd name="connsiteY9" fmla="*/ 21149 h 41981"/>
                  <a:gd name="connsiteX10" fmla="*/ 42264 w 41981"/>
                  <a:gd name="connsiteY10" fmla="*/ 21149 h 41981"/>
                  <a:gd name="connsiteX11" fmla="*/ 21274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59"/>
                    </a:moveTo>
                    <a:cubicBezTo>
                      <a:pt x="30215" y="4959"/>
                      <a:pt x="37464" y="12208"/>
                      <a:pt x="37464" y="21149"/>
                    </a:cubicBezTo>
                    <a:lnTo>
                      <a:pt x="37464" y="21149"/>
                    </a:lnTo>
                    <a:cubicBezTo>
                      <a:pt x="37464" y="30091"/>
                      <a:pt x="30215" y="37340"/>
                      <a:pt x="21274" y="37340"/>
                    </a:cubicBezTo>
                    <a:cubicBezTo>
                      <a:pt x="12332" y="37340"/>
                      <a:pt x="5083" y="30091"/>
                      <a:pt x="5083" y="21149"/>
                    </a:cubicBezTo>
                    <a:cubicBezTo>
                      <a:pt x="5083" y="12208"/>
                      <a:pt x="12332" y="4959"/>
                      <a:pt x="21274" y="4959"/>
                    </a:cubicBezTo>
                    <a:close/>
                    <a:moveTo>
                      <a:pt x="21274" y="159"/>
                    </a:moveTo>
                    <a:cubicBezTo>
                      <a:pt x="9681" y="159"/>
                      <a:pt x="283" y="9557"/>
                      <a:pt x="283" y="21149"/>
                    </a:cubicBezTo>
                    <a:cubicBezTo>
                      <a:pt x="283" y="32742"/>
                      <a:pt x="9681" y="42140"/>
                      <a:pt x="21274" y="42140"/>
                    </a:cubicBezTo>
                    <a:cubicBezTo>
                      <a:pt x="32866" y="42140"/>
                      <a:pt x="42264" y="32742"/>
                      <a:pt x="42264" y="21149"/>
                    </a:cubicBezTo>
                    <a:lnTo>
                      <a:pt x="42264" y="21149"/>
                    </a:lnTo>
                    <a:cubicBezTo>
                      <a:pt x="42264" y="9557"/>
                      <a:pt x="32866" y="159"/>
                      <a:pt x="21274"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7" name="Freeform: Shape 3456">
                <a:extLst>
                  <a:ext uri="{FF2B5EF4-FFF2-40B4-BE49-F238E27FC236}">
                    <a16:creationId xmlns:a16="http://schemas.microsoft.com/office/drawing/2014/main" id="{AB8A894B-5DA7-A5C6-7CCD-ABC570CB1C8F}"/>
                  </a:ext>
                </a:extLst>
              </p:cNvPr>
              <p:cNvSpPr/>
              <p:nvPr/>
            </p:nvSpPr>
            <p:spPr>
              <a:xfrm>
                <a:off x="1802197" y="7931081"/>
                <a:ext cx="37180" cy="37180"/>
              </a:xfrm>
              <a:custGeom>
                <a:avLst/>
                <a:gdLst>
                  <a:gd name="connsiteX0" fmla="*/ 37448 w 37180"/>
                  <a:gd name="connsiteY0" fmla="*/ 18765 h 37180"/>
                  <a:gd name="connsiteX1" fmla="*/ 18857 w 37180"/>
                  <a:gd name="connsiteY1" fmla="*/ 37356 h 37180"/>
                  <a:gd name="connsiteX2" fmla="*/ 267 w 37180"/>
                  <a:gd name="connsiteY2" fmla="*/ 18765 h 37180"/>
                  <a:gd name="connsiteX3" fmla="*/ 18857 w 37180"/>
                  <a:gd name="connsiteY3" fmla="*/ 175 h 37180"/>
                  <a:gd name="connsiteX4" fmla="*/ 37448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5"/>
                    </a:moveTo>
                    <a:cubicBezTo>
                      <a:pt x="37448" y="29033"/>
                      <a:pt x="29125" y="37356"/>
                      <a:pt x="18857" y="37356"/>
                    </a:cubicBezTo>
                    <a:cubicBezTo>
                      <a:pt x="8590" y="37356"/>
                      <a:pt x="267" y="29033"/>
                      <a:pt x="267" y="18765"/>
                    </a:cubicBezTo>
                    <a:cubicBezTo>
                      <a:pt x="267" y="8498"/>
                      <a:pt x="8590" y="175"/>
                      <a:pt x="18857" y="175"/>
                    </a:cubicBezTo>
                    <a:cubicBezTo>
                      <a:pt x="29125" y="175"/>
                      <a:pt x="37448" y="8498"/>
                      <a:pt x="37448" y="18765"/>
                    </a:cubicBezTo>
                    <a:close/>
                  </a:path>
                </a:pathLst>
              </a:custGeom>
              <a:solidFill>
                <a:srgbClr val="DEF7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8" name="Freeform: Shape 3457">
                <a:extLst>
                  <a:ext uri="{FF2B5EF4-FFF2-40B4-BE49-F238E27FC236}">
                    <a16:creationId xmlns:a16="http://schemas.microsoft.com/office/drawing/2014/main" id="{0189E81E-81B3-27CC-6EED-912CFBC05CC3}"/>
                  </a:ext>
                </a:extLst>
              </p:cNvPr>
              <p:cNvSpPr/>
              <p:nvPr/>
            </p:nvSpPr>
            <p:spPr>
              <a:xfrm>
                <a:off x="1799797" y="7928681"/>
                <a:ext cx="41981" cy="41981"/>
              </a:xfrm>
              <a:custGeom>
                <a:avLst/>
                <a:gdLst>
                  <a:gd name="connsiteX0" fmla="*/ 21258 w 41981"/>
                  <a:gd name="connsiteY0" fmla="*/ 4975 h 41981"/>
                  <a:gd name="connsiteX1" fmla="*/ 37448 w 41981"/>
                  <a:gd name="connsiteY1" fmla="*/ 21166 h 41981"/>
                  <a:gd name="connsiteX2" fmla="*/ 37448 w 41981"/>
                  <a:gd name="connsiteY2" fmla="*/ 21166 h 41981"/>
                  <a:gd name="connsiteX3" fmla="*/ 21258 w 41981"/>
                  <a:gd name="connsiteY3" fmla="*/ 37356 h 41981"/>
                  <a:gd name="connsiteX4" fmla="*/ 5067 w 41981"/>
                  <a:gd name="connsiteY4" fmla="*/ 21166 h 41981"/>
                  <a:gd name="connsiteX5" fmla="*/ 21258 w 41981"/>
                  <a:gd name="connsiteY5" fmla="*/ 4975 h 41981"/>
                  <a:gd name="connsiteX6" fmla="*/ 21258 w 41981"/>
                  <a:gd name="connsiteY6" fmla="*/ 175 h 41981"/>
                  <a:gd name="connsiteX7" fmla="*/ 267 w 41981"/>
                  <a:gd name="connsiteY7" fmla="*/ 21166 h 41981"/>
                  <a:gd name="connsiteX8" fmla="*/ 21258 w 41981"/>
                  <a:gd name="connsiteY8" fmla="*/ 42156 h 41981"/>
                  <a:gd name="connsiteX9" fmla="*/ 42248 w 41981"/>
                  <a:gd name="connsiteY9" fmla="*/ 21166 h 41981"/>
                  <a:gd name="connsiteX10" fmla="*/ 42248 w 41981"/>
                  <a:gd name="connsiteY10" fmla="*/ 21166 h 41981"/>
                  <a:gd name="connsiteX11" fmla="*/ 21258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5"/>
                    </a:moveTo>
                    <a:cubicBezTo>
                      <a:pt x="30199" y="4975"/>
                      <a:pt x="37448" y="12224"/>
                      <a:pt x="37448" y="21166"/>
                    </a:cubicBezTo>
                    <a:lnTo>
                      <a:pt x="37448" y="21166"/>
                    </a:lnTo>
                    <a:cubicBezTo>
                      <a:pt x="37448" y="30107"/>
                      <a:pt x="30199" y="37356"/>
                      <a:pt x="21258" y="37356"/>
                    </a:cubicBezTo>
                    <a:cubicBezTo>
                      <a:pt x="12316" y="37356"/>
                      <a:pt x="5067" y="30107"/>
                      <a:pt x="5067" y="21166"/>
                    </a:cubicBezTo>
                    <a:cubicBezTo>
                      <a:pt x="5067" y="12224"/>
                      <a:pt x="12316" y="4975"/>
                      <a:pt x="21258" y="4975"/>
                    </a:cubicBezTo>
                    <a:close/>
                    <a:moveTo>
                      <a:pt x="21258" y="175"/>
                    </a:moveTo>
                    <a:cubicBezTo>
                      <a:pt x="9665" y="175"/>
                      <a:pt x="267" y="9573"/>
                      <a:pt x="267" y="21166"/>
                    </a:cubicBezTo>
                    <a:cubicBezTo>
                      <a:pt x="267" y="32758"/>
                      <a:pt x="9665" y="42156"/>
                      <a:pt x="21258" y="42156"/>
                    </a:cubicBezTo>
                    <a:cubicBezTo>
                      <a:pt x="32850" y="42156"/>
                      <a:pt x="42248" y="32758"/>
                      <a:pt x="42248" y="21166"/>
                    </a:cubicBezTo>
                    <a:lnTo>
                      <a:pt x="42248" y="21166"/>
                    </a:lnTo>
                    <a:cubicBezTo>
                      <a:pt x="42248" y="9573"/>
                      <a:pt x="32850" y="175"/>
                      <a:pt x="21258"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59" name="Freeform: Shape 3458">
                <a:extLst>
                  <a:ext uri="{FF2B5EF4-FFF2-40B4-BE49-F238E27FC236}">
                    <a16:creationId xmlns:a16="http://schemas.microsoft.com/office/drawing/2014/main" id="{2B84595E-11DA-E430-7072-0E26F5AFCD43}"/>
                  </a:ext>
                </a:extLst>
              </p:cNvPr>
              <p:cNvSpPr/>
              <p:nvPr/>
            </p:nvSpPr>
            <p:spPr>
              <a:xfrm>
                <a:off x="1934637" y="8087811"/>
                <a:ext cx="37180" cy="37180"/>
              </a:xfrm>
              <a:custGeom>
                <a:avLst/>
                <a:gdLst>
                  <a:gd name="connsiteX0" fmla="*/ 37471 w 37180"/>
                  <a:gd name="connsiteY0" fmla="*/ 18793 h 37180"/>
                  <a:gd name="connsiteX1" fmla="*/ 18880 w 37180"/>
                  <a:gd name="connsiteY1" fmla="*/ 37383 h 37180"/>
                  <a:gd name="connsiteX2" fmla="*/ 290 w 37180"/>
                  <a:gd name="connsiteY2" fmla="*/ 18793 h 37180"/>
                  <a:gd name="connsiteX3" fmla="*/ 18880 w 37180"/>
                  <a:gd name="connsiteY3" fmla="*/ 202 h 37180"/>
                  <a:gd name="connsiteX4" fmla="*/ 37471 w 37180"/>
                  <a:gd name="connsiteY4" fmla="*/ 1879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93"/>
                    </a:moveTo>
                    <a:cubicBezTo>
                      <a:pt x="37471" y="29060"/>
                      <a:pt x="29148" y="37383"/>
                      <a:pt x="18880" y="37383"/>
                    </a:cubicBezTo>
                    <a:cubicBezTo>
                      <a:pt x="8613" y="37383"/>
                      <a:pt x="290" y="29060"/>
                      <a:pt x="290" y="18793"/>
                    </a:cubicBezTo>
                    <a:cubicBezTo>
                      <a:pt x="290" y="8525"/>
                      <a:pt x="8613" y="202"/>
                      <a:pt x="18880" y="202"/>
                    </a:cubicBezTo>
                    <a:cubicBezTo>
                      <a:pt x="29148" y="202"/>
                      <a:pt x="37471" y="8525"/>
                      <a:pt x="37471" y="18793"/>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0" name="Freeform: Shape 3459">
                <a:extLst>
                  <a:ext uri="{FF2B5EF4-FFF2-40B4-BE49-F238E27FC236}">
                    <a16:creationId xmlns:a16="http://schemas.microsoft.com/office/drawing/2014/main" id="{7FDE3970-3CBA-623F-73B6-7A3DA11113FE}"/>
                  </a:ext>
                </a:extLst>
              </p:cNvPr>
              <p:cNvSpPr/>
              <p:nvPr/>
            </p:nvSpPr>
            <p:spPr>
              <a:xfrm>
                <a:off x="1932237" y="8085411"/>
                <a:ext cx="41981" cy="41981"/>
              </a:xfrm>
              <a:custGeom>
                <a:avLst/>
                <a:gdLst>
                  <a:gd name="connsiteX0" fmla="*/ 21281 w 41981"/>
                  <a:gd name="connsiteY0" fmla="*/ 5003 h 41981"/>
                  <a:gd name="connsiteX1" fmla="*/ 37471 w 41981"/>
                  <a:gd name="connsiteY1" fmla="*/ 21193 h 41981"/>
                  <a:gd name="connsiteX2" fmla="*/ 37471 w 41981"/>
                  <a:gd name="connsiteY2" fmla="*/ 21193 h 41981"/>
                  <a:gd name="connsiteX3" fmla="*/ 21281 w 41981"/>
                  <a:gd name="connsiteY3" fmla="*/ 37383 h 41981"/>
                  <a:gd name="connsiteX4" fmla="*/ 5090 w 41981"/>
                  <a:gd name="connsiteY4" fmla="*/ 21193 h 41981"/>
                  <a:gd name="connsiteX5" fmla="*/ 21281 w 41981"/>
                  <a:gd name="connsiteY5" fmla="*/ 5003 h 41981"/>
                  <a:gd name="connsiteX6" fmla="*/ 21281 w 41981"/>
                  <a:gd name="connsiteY6" fmla="*/ 202 h 41981"/>
                  <a:gd name="connsiteX7" fmla="*/ 290 w 41981"/>
                  <a:gd name="connsiteY7" fmla="*/ 21193 h 41981"/>
                  <a:gd name="connsiteX8" fmla="*/ 21281 w 41981"/>
                  <a:gd name="connsiteY8" fmla="*/ 42183 h 41981"/>
                  <a:gd name="connsiteX9" fmla="*/ 42271 w 41981"/>
                  <a:gd name="connsiteY9" fmla="*/ 21193 h 41981"/>
                  <a:gd name="connsiteX10" fmla="*/ 42271 w 41981"/>
                  <a:gd name="connsiteY10" fmla="*/ 21193 h 41981"/>
                  <a:gd name="connsiteX11" fmla="*/ 21281 w 41981"/>
                  <a:gd name="connsiteY11" fmla="*/ 20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5003"/>
                    </a:moveTo>
                    <a:cubicBezTo>
                      <a:pt x="30222" y="5003"/>
                      <a:pt x="37471" y="12251"/>
                      <a:pt x="37471" y="21193"/>
                    </a:cubicBezTo>
                    <a:lnTo>
                      <a:pt x="37471" y="21193"/>
                    </a:lnTo>
                    <a:cubicBezTo>
                      <a:pt x="37471" y="30135"/>
                      <a:pt x="30222" y="37383"/>
                      <a:pt x="21281" y="37383"/>
                    </a:cubicBezTo>
                    <a:cubicBezTo>
                      <a:pt x="12339" y="37383"/>
                      <a:pt x="5090" y="30135"/>
                      <a:pt x="5090" y="21193"/>
                    </a:cubicBezTo>
                    <a:cubicBezTo>
                      <a:pt x="5090" y="12251"/>
                      <a:pt x="12339" y="5003"/>
                      <a:pt x="21281" y="5003"/>
                    </a:cubicBezTo>
                    <a:close/>
                    <a:moveTo>
                      <a:pt x="21281" y="202"/>
                    </a:moveTo>
                    <a:cubicBezTo>
                      <a:pt x="9688" y="202"/>
                      <a:pt x="290" y="9600"/>
                      <a:pt x="290" y="21193"/>
                    </a:cubicBezTo>
                    <a:cubicBezTo>
                      <a:pt x="290" y="32785"/>
                      <a:pt x="9688" y="42183"/>
                      <a:pt x="21281" y="42183"/>
                    </a:cubicBezTo>
                    <a:cubicBezTo>
                      <a:pt x="32873" y="42183"/>
                      <a:pt x="42271" y="32785"/>
                      <a:pt x="42271" y="21193"/>
                    </a:cubicBezTo>
                    <a:lnTo>
                      <a:pt x="42271" y="21193"/>
                    </a:lnTo>
                    <a:cubicBezTo>
                      <a:pt x="42271" y="9600"/>
                      <a:pt x="32873" y="202"/>
                      <a:pt x="21281" y="20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1" name="Freeform: Shape 3460">
                <a:extLst>
                  <a:ext uri="{FF2B5EF4-FFF2-40B4-BE49-F238E27FC236}">
                    <a16:creationId xmlns:a16="http://schemas.microsoft.com/office/drawing/2014/main" id="{946B910F-BC85-23DA-F0B6-7E29591CB226}"/>
                  </a:ext>
                </a:extLst>
              </p:cNvPr>
              <p:cNvSpPr/>
              <p:nvPr/>
            </p:nvSpPr>
            <p:spPr>
              <a:xfrm>
                <a:off x="1859250" y="7715196"/>
                <a:ext cx="37180" cy="37180"/>
              </a:xfrm>
              <a:custGeom>
                <a:avLst/>
                <a:gdLst>
                  <a:gd name="connsiteX0" fmla="*/ 37458 w 37180"/>
                  <a:gd name="connsiteY0" fmla="*/ 18728 h 37180"/>
                  <a:gd name="connsiteX1" fmla="*/ 18867 w 37180"/>
                  <a:gd name="connsiteY1" fmla="*/ 37318 h 37180"/>
                  <a:gd name="connsiteX2" fmla="*/ 277 w 37180"/>
                  <a:gd name="connsiteY2" fmla="*/ 18728 h 37180"/>
                  <a:gd name="connsiteX3" fmla="*/ 18867 w 37180"/>
                  <a:gd name="connsiteY3" fmla="*/ 137 h 37180"/>
                  <a:gd name="connsiteX4" fmla="*/ 37458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28"/>
                    </a:moveTo>
                    <a:cubicBezTo>
                      <a:pt x="37458" y="28995"/>
                      <a:pt x="29135" y="37318"/>
                      <a:pt x="18867" y="37318"/>
                    </a:cubicBezTo>
                    <a:cubicBezTo>
                      <a:pt x="8600" y="37318"/>
                      <a:pt x="277" y="28995"/>
                      <a:pt x="277" y="18728"/>
                    </a:cubicBezTo>
                    <a:cubicBezTo>
                      <a:pt x="277" y="8461"/>
                      <a:pt x="8600" y="137"/>
                      <a:pt x="18867" y="137"/>
                    </a:cubicBezTo>
                    <a:cubicBezTo>
                      <a:pt x="29135" y="137"/>
                      <a:pt x="37458" y="8461"/>
                      <a:pt x="37458" y="18728"/>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2" name="Freeform: Shape 3461">
                <a:extLst>
                  <a:ext uri="{FF2B5EF4-FFF2-40B4-BE49-F238E27FC236}">
                    <a16:creationId xmlns:a16="http://schemas.microsoft.com/office/drawing/2014/main" id="{8BE4FCB1-A618-8904-B36E-562D0C80B5ED}"/>
                  </a:ext>
                </a:extLst>
              </p:cNvPr>
              <p:cNvSpPr/>
              <p:nvPr/>
            </p:nvSpPr>
            <p:spPr>
              <a:xfrm>
                <a:off x="1856850" y="7712796"/>
                <a:ext cx="41981" cy="41981"/>
              </a:xfrm>
              <a:custGeom>
                <a:avLst/>
                <a:gdLst>
                  <a:gd name="connsiteX0" fmla="*/ 21268 w 41981"/>
                  <a:gd name="connsiteY0" fmla="*/ 4938 h 41981"/>
                  <a:gd name="connsiteX1" fmla="*/ 37458 w 41981"/>
                  <a:gd name="connsiteY1" fmla="*/ 21128 h 41981"/>
                  <a:gd name="connsiteX2" fmla="*/ 37458 w 41981"/>
                  <a:gd name="connsiteY2" fmla="*/ 21128 h 41981"/>
                  <a:gd name="connsiteX3" fmla="*/ 21268 w 41981"/>
                  <a:gd name="connsiteY3" fmla="*/ 37318 h 41981"/>
                  <a:gd name="connsiteX4" fmla="*/ 5077 w 41981"/>
                  <a:gd name="connsiteY4" fmla="*/ 21128 h 41981"/>
                  <a:gd name="connsiteX5" fmla="*/ 21268 w 41981"/>
                  <a:gd name="connsiteY5" fmla="*/ 4938 h 41981"/>
                  <a:gd name="connsiteX6" fmla="*/ 21268 w 41981"/>
                  <a:gd name="connsiteY6" fmla="*/ 137 h 41981"/>
                  <a:gd name="connsiteX7" fmla="*/ 277 w 41981"/>
                  <a:gd name="connsiteY7" fmla="*/ 21128 h 41981"/>
                  <a:gd name="connsiteX8" fmla="*/ 21268 w 41981"/>
                  <a:gd name="connsiteY8" fmla="*/ 42119 h 41981"/>
                  <a:gd name="connsiteX9" fmla="*/ 42258 w 41981"/>
                  <a:gd name="connsiteY9" fmla="*/ 21128 h 41981"/>
                  <a:gd name="connsiteX10" fmla="*/ 42258 w 41981"/>
                  <a:gd name="connsiteY10" fmla="*/ 21128 h 41981"/>
                  <a:gd name="connsiteX11" fmla="*/ 21268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38"/>
                    </a:moveTo>
                    <a:cubicBezTo>
                      <a:pt x="30209" y="4938"/>
                      <a:pt x="37458" y="12186"/>
                      <a:pt x="37458" y="21128"/>
                    </a:cubicBezTo>
                    <a:lnTo>
                      <a:pt x="37458" y="21128"/>
                    </a:lnTo>
                    <a:cubicBezTo>
                      <a:pt x="37458" y="30070"/>
                      <a:pt x="30209" y="37318"/>
                      <a:pt x="21268" y="37318"/>
                    </a:cubicBezTo>
                    <a:cubicBezTo>
                      <a:pt x="12326" y="37318"/>
                      <a:pt x="5077" y="30070"/>
                      <a:pt x="5077" y="21128"/>
                    </a:cubicBezTo>
                    <a:cubicBezTo>
                      <a:pt x="5077" y="12186"/>
                      <a:pt x="12326" y="4938"/>
                      <a:pt x="21268" y="4938"/>
                    </a:cubicBezTo>
                    <a:close/>
                    <a:moveTo>
                      <a:pt x="21268" y="137"/>
                    </a:moveTo>
                    <a:cubicBezTo>
                      <a:pt x="9675" y="137"/>
                      <a:pt x="277" y="9535"/>
                      <a:pt x="277" y="21128"/>
                    </a:cubicBezTo>
                    <a:cubicBezTo>
                      <a:pt x="277" y="32721"/>
                      <a:pt x="9675" y="42119"/>
                      <a:pt x="21268" y="42119"/>
                    </a:cubicBezTo>
                    <a:cubicBezTo>
                      <a:pt x="32860" y="42119"/>
                      <a:pt x="42258" y="32721"/>
                      <a:pt x="42258" y="21128"/>
                    </a:cubicBezTo>
                    <a:lnTo>
                      <a:pt x="42258" y="21128"/>
                    </a:lnTo>
                    <a:cubicBezTo>
                      <a:pt x="42258" y="9535"/>
                      <a:pt x="32860" y="137"/>
                      <a:pt x="21268"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3" name="Freeform: Shape 3462">
                <a:extLst>
                  <a:ext uri="{FF2B5EF4-FFF2-40B4-BE49-F238E27FC236}">
                    <a16:creationId xmlns:a16="http://schemas.microsoft.com/office/drawing/2014/main" id="{F0508186-7E8E-2453-8314-B28D6ED946D5}"/>
                  </a:ext>
                </a:extLst>
              </p:cNvPr>
              <p:cNvSpPr/>
              <p:nvPr/>
            </p:nvSpPr>
            <p:spPr>
              <a:xfrm>
                <a:off x="1741285" y="7942215"/>
                <a:ext cx="37180" cy="37180"/>
              </a:xfrm>
              <a:custGeom>
                <a:avLst/>
                <a:gdLst>
                  <a:gd name="connsiteX0" fmla="*/ 37437 w 37180"/>
                  <a:gd name="connsiteY0" fmla="*/ 18767 h 37180"/>
                  <a:gd name="connsiteX1" fmla="*/ 18847 w 37180"/>
                  <a:gd name="connsiteY1" fmla="*/ 37358 h 37180"/>
                  <a:gd name="connsiteX2" fmla="*/ 256 w 37180"/>
                  <a:gd name="connsiteY2" fmla="*/ 18767 h 37180"/>
                  <a:gd name="connsiteX3" fmla="*/ 18847 w 37180"/>
                  <a:gd name="connsiteY3" fmla="*/ 177 h 37180"/>
                  <a:gd name="connsiteX4" fmla="*/ 37437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7"/>
                    </a:moveTo>
                    <a:cubicBezTo>
                      <a:pt x="37437" y="29034"/>
                      <a:pt x="29114" y="37358"/>
                      <a:pt x="18847" y="37358"/>
                    </a:cubicBezTo>
                    <a:cubicBezTo>
                      <a:pt x="8580" y="37358"/>
                      <a:pt x="256" y="29034"/>
                      <a:pt x="256" y="18767"/>
                    </a:cubicBezTo>
                    <a:cubicBezTo>
                      <a:pt x="256" y="8500"/>
                      <a:pt x="8580" y="177"/>
                      <a:pt x="18847" y="177"/>
                    </a:cubicBezTo>
                    <a:cubicBezTo>
                      <a:pt x="29114" y="177"/>
                      <a:pt x="37437" y="8500"/>
                      <a:pt x="37437" y="18767"/>
                    </a:cubicBezTo>
                    <a:close/>
                  </a:path>
                </a:pathLst>
              </a:custGeom>
              <a:solidFill>
                <a:srgbClr val="F7CFC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4" name="Freeform: Shape 3463">
                <a:extLst>
                  <a:ext uri="{FF2B5EF4-FFF2-40B4-BE49-F238E27FC236}">
                    <a16:creationId xmlns:a16="http://schemas.microsoft.com/office/drawing/2014/main" id="{524D4BE7-F998-A8CC-EB4D-24B7D83D83AF}"/>
                  </a:ext>
                </a:extLst>
              </p:cNvPr>
              <p:cNvSpPr/>
              <p:nvPr/>
            </p:nvSpPr>
            <p:spPr>
              <a:xfrm>
                <a:off x="1738885" y="7939815"/>
                <a:ext cx="41981" cy="41981"/>
              </a:xfrm>
              <a:custGeom>
                <a:avLst/>
                <a:gdLst>
                  <a:gd name="connsiteX0" fmla="*/ 21247 w 41981"/>
                  <a:gd name="connsiteY0" fmla="*/ 4977 h 41981"/>
                  <a:gd name="connsiteX1" fmla="*/ 37437 w 41981"/>
                  <a:gd name="connsiteY1" fmla="*/ 21167 h 41981"/>
                  <a:gd name="connsiteX2" fmla="*/ 37437 w 41981"/>
                  <a:gd name="connsiteY2" fmla="*/ 21167 h 41981"/>
                  <a:gd name="connsiteX3" fmla="*/ 21247 w 41981"/>
                  <a:gd name="connsiteY3" fmla="*/ 37358 h 41981"/>
                  <a:gd name="connsiteX4" fmla="*/ 5057 w 41981"/>
                  <a:gd name="connsiteY4" fmla="*/ 21167 h 41981"/>
                  <a:gd name="connsiteX5" fmla="*/ 21247 w 41981"/>
                  <a:gd name="connsiteY5" fmla="*/ 4977 h 41981"/>
                  <a:gd name="connsiteX6" fmla="*/ 21247 w 41981"/>
                  <a:gd name="connsiteY6" fmla="*/ 177 h 41981"/>
                  <a:gd name="connsiteX7" fmla="*/ 256 w 41981"/>
                  <a:gd name="connsiteY7" fmla="*/ 21167 h 41981"/>
                  <a:gd name="connsiteX8" fmla="*/ 21247 w 41981"/>
                  <a:gd name="connsiteY8" fmla="*/ 42158 h 41981"/>
                  <a:gd name="connsiteX9" fmla="*/ 42238 w 41981"/>
                  <a:gd name="connsiteY9" fmla="*/ 21167 h 41981"/>
                  <a:gd name="connsiteX10" fmla="*/ 42238 w 41981"/>
                  <a:gd name="connsiteY10" fmla="*/ 21167 h 41981"/>
                  <a:gd name="connsiteX11" fmla="*/ 21247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7"/>
                    </a:moveTo>
                    <a:cubicBezTo>
                      <a:pt x="30189" y="4977"/>
                      <a:pt x="37437" y="12226"/>
                      <a:pt x="37437" y="21167"/>
                    </a:cubicBezTo>
                    <a:lnTo>
                      <a:pt x="37437" y="21167"/>
                    </a:lnTo>
                    <a:cubicBezTo>
                      <a:pt x="37437" y="30109"/>
                      <a:pt x="30189" y="37358"/>
                      <a:pt x="21247" y="37358"/>
                    </a:cubicBezTo>
                    <a:cubicBezTo>
                      <a:pt x="12305" y="37358"/>
                      <a:pt x="5057" y="30109"/>
                      <a:pt x="5057" y="21167"/>
                    </a:cubicBezTo>
                    <a:cubicBezTo>
                      <a:pt x="5057" y="12226"/>
                      <a:pt x="12305" y="4977"/>
                      <a:pt x="21247" y="4977"/>
                    </a:cubicBezTo>
                    <a:close/>
                    <a:moveTo>
                      <a:pt x="21247" y="177"/>
                    </a:moveTo>
                    <a:cubicBezTo>
                      <a:pt x="9655" y="177"/>
                      <a:pt x="256" y="9575"/>
                      <a:pt x="256" y="21167"/>
                    </a:cubicBezTo>
                    <a:cubicBezTo>
                      <a:pt x="256" y="32760"/>
                      <a:pt x="9655" y="42158"/>
                      <a:pt x="21247" y="42158"/>
                    </a:cubicBezTo>
                    <a:cubicBezTo>
                      <a:pt x="32840" y="42158"/>
                      <a:pt x="42238" y="32760"/>
                      <a:pt x="42238" y="21167"/>
                    </a:cubicBezTo>
                    <a:lnTo>
                      <a:pt x="42238" y="21167"/>
                    </a:lnTo>
                    <a:cubicBezTo>
                      <a:pt x="42238" y="9575"/>
                      <a:pt x="32840" y="177"/>
                      <a:pt x="21247"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5" name="Freeform: Shape 3464">
                <a:extLst>
                  <a:ext uri="{FF2B5EF4-FFF2-40B4-BE49-F238E27FC236}">
                    <a16:creationId xmlns:a16="http://schemas.microsoft.com/office/drawing/2014/main" id="{B2C7EC75-49E2-D1B6-8DA9-FD482D7D94E3}"/>
                  </a:ext>
                </a:extLst>
              </p:cNvPr>
              <p:cNvSpPr/>
              <p:nvPr/>
            </p:nvSpPr>
            <p:spPr>
              <a:xfrm>
                <a:off x="1802733" y="8002643"/>
                <a:ext cx="37180" cy="37180"/>
              </a:xfrm>
              <a:custGeom>
                <a:avLst/>
                <a:gdLst>
                  <a:gd name="connsiteX0" fmla="*/ 37448 w 37180"/>
                  <a:gd name="connsiteY0" fmla="*/ 18778 h 37180"/>
                  <a:gd name="connsiteX1" fmla="*/ 18858 w 37180"/>
                  <a:gd name="connsiteY1" fmla="*/ 37368 h 37180"/>
                  <a:gd name="connsiteX2" fmla="*/ 267 w 37180"/>
                  <a:gd name="connsiteY2" fmla="*/ 18778 h 37180"/>
                  <a:gd name="connsiteX3" fmla="*/ 18858 w 37180"/>
                  <a:gd name="connsiteY3" fmla="*/ 187 h 37180"/>
                  <a:gd name="connsiteX4" fmla="*/ 37448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8"/>
                    </a:moveTo>
                    <a:cubicBezTo>
                      <a:pt x="37448" y="29045"/>
                      <a:pt x="29125" y="37368"/>
                      <a:pt x="18858" y="37368"/>
                    </a:cubicBezTo>
                    <a:cubicBezTo>
                      <a:pt x="8590" y="37368"/>
                      <a:pt x="267" y="29045"/>
                      <a:pt x="267" y="18778"/>
                    </a:cubicBezTo>
                    <a:cubicBezTo>
                      <a:pt x="267" y="8511"/>
                      <a:pt x="8590" y="187"/>
                      <a:pt x="18858" y="187"/>
                    </a:cubicBezTo>
                    <a:cubicBezTo>
                      <a:pt x="29125" y="187"/>
                      <a:pt x="37448" y="8511"/>
                      <a:pt x="37448" y="18778"/>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6" name="Freeform: Shape 3465">
                <a:extLst>
                  <a:ext uri="{FF2B5EF4-FFF2-40B4-BE49-F238E27FC236}">
                    <a16:creationId xmlns:a16="http://schemas.microsoft.com/office/drawing/2014/main" id="{6ADD24D1-F49D-2B85-E919-41B1BBB7E67B}"/>
                  </a:ext>
                </a:extLst>
              </p:cNvPr>
              <p:cNvSpPr/>
              <p:nvPr/>
            </p:nvSpPr>
            <p:spPr>
              <a:xfrm>
                <a:off x="1800333" y="8000243"/>
                <a:ext cx="41981" cy="41981"/>
              </a:xfrm>
              <a:custGeom>
                <a:avLst/>
                <a:gdLst>
                  <a:gd name="connsiteX0" fmla="*/ 21258 w 41981"/>
                  <a:gd name="connsiteY0" fmla="*/ 4988 h 41981"/>
                  <a:gd name="connsiteX1" fmla="*/ 37448 w 41981"/>
                  <a:gd name="connsiteY1" fmla="*/ 21178 h 41981"/>
                  <a:gd name="connsiteX2" fmla="*/ 37448 w 41981"/>
                  <a:gd name="connsiteY2" fmla="*/ 21178 h 41981"/>
                  <a:gd name="connsiteX3" fmla="*/ 21258 w 41981"/>
                  <a:gd name="connsiteY3" fmla="*/ 37368 h 41981"/>
                  <a:gd name="connsiteX4" fmla="*/ 5068 w 41981"/>
                  <a:gd name="connsiteY4" fmla="*/ 21178 h 41981"/>
                  <a:gd name="connsiteX5" fmla="*/ 21258 w 41981"/>
                  <a:gd name="connsiteY5" fmla="*/ 4988 h 41981"/>
                  <a:gd name="connsiteX6" fmla="*/ 21258 w 41981"/>
                  <a:gd name="connsiteY6" fmla="*/ 187 h 41981"/>
                  <a:gd name="connsiteX7" fmla="*/ 267 w 41981"/>
                  <a:gd name="connsiteY7" fmla="*/ 21178 h 41981"/>
                  <a:gd name="connsiteX8" fmla="*/ 21258 w 41981"/>
                  <a:gd name="connsiteY8" fmla="*/ 42169 h 41981"/>
                  <a:gd name="connsiteX9" fmla="*/ 42248 w 41981"/>
                  <a:gd name="connsiteY9" fmla="*/ 21178 h 41981"/>
                  <a:gd name="connsiteX10" fmla="*/ 42248 w 41981"/>
                  <a:gd name="connsiteY10" fmla="*/ 21178 h 41981"/>
                  <a:gd name="connsiteX11" fmla="*/ 21258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8"/>
                    </a:moveTo>
                    <a:cubicBezTo>
                      <a:pt x="30200" y="4988"/>
                      <a:pt x="37448" y="12236"/>
                      <a:pt x="37448" y="21178"/>
                    </a:cubicBezTo>
                    <a:lnTo>
                      <a:pt x="37448" y="21178"/>
                    </a:lnTo>
                    <a:cubicBezTo>
                      <a:pt x="37448" y="30120"/>
                      <a:pt x="30200" y="37368"/>
                      <a:pt x="21258" y="37368"/>
                    </a:cubicBezTo>
                    <a:cubicBezTo>
                      <a:pt x="12316" y="37368"/>
                      <a:pt x="5068" y="30120"/>
                      <a:pt x="5068" y="21178"/>
                    </a:cubicBezTo>
                    <a:cubicBezTo>
                      <a:pt x="5068" y="12236"/>
                      <a:pt x="12316" y="4988"/>
                      <a:pt x="21258" y="4988"/>
                    </a:cubicBezTo>
                    <a:close/>
                    <a:moveTo>
                      <a:pt x="21258" y="187"/>
                    </a:moveTo>
                    <a:cubicBezTo>
                      <a:pt x="9665" y="187"/>
                      <a:pt x="267" y="9585"/>
                      <a:pt x="267" y="21178"/>
                    </a:cubicBezTo>
                    <a:cubicBezTo>
                      <a:pt x="267" y="32771"/>
                      <a:pt x="9665" y="42169"/>
                      <a:pt x="21258" y="42169"/>
                    </a:cubicBezTo>
                    <a:cubicBezTo>
                      <a:pt x="32850" y="42169"/>
                      <a:pt x="42248" y="32771"/>
                      <a:pt x="42248" y="21178"/>
                    </a:cubicBezTo>
                    <a:lnTo>
                      <a:pt x="42248" y="21178"/>
                    </a:lnTo>
                    <a:cubicBezTo>
                      <a:pt x="42248" y="9585"/>
                      <a:pt x="32850" y="187"/>
                      <a:pt x="21258" y="18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7" name="Freeform: Shape 3466">
                <a:extLst>
                  <a:ext uri="{FF2B5EF4-FFF2-40B4-BE49-F238E27FC236}">
                    <a16:creationId xmlns:a16="http://schemas.microsoft.com/office/drawing/2014/main" id="{CBAF8A49-66CA-7C97-3702-60C23BEDE76D}"/>
                  </a:ext>
                </a:extLst>
              </p:cNvPr>
              <p:cNvSpPr/>
              <p:nvPr/>
            </p:nvSpPr>
            <p:spPr>
              <a:xfrm>
                <a:off x="1825738" y="7861489"/>
                <a:ext cx="37180" cy="37180"/>
              </a:xfrm>
              <a:custGeom>
                <a:avLst/>
                <a:gdLst>
                  <a:gd name="connsiteX0" fmla="*/ 37452 w 37180"/>
                  <a:gd name="connsiteY0" fmla="*/ 18753 h 37180"/>
                  <a:gd name="connsiteX1" fmla="*/ 18862 w 37180"/>
                  <a:gd name="connsiteY1" fmla="*/ 37344 h 37180"/>
                  <a:gd name="connsiteX2" fmla="*/ 271 w 37180"/>
                  <a:gd name="connsiteY2" fmla="*/ 18753 h 37180"/>
                  <a:gd name="connsiteX3" fmla="*/ 18862 w 37180"/>
                  <a:gd name="connsiteY3" fmla="*/ 163 h 37180"/>
                  <a:gd name="connsiteX4" fmla="*/ 37452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3"/>
                    </a:moveTo>
                    <a:cubicBezTo>
                      <a:pt x="37452" y="29020"/>
                      <a:pt x="29129" y="37344"/>
                      <a:pt x="18862" y="37344"/>
                    </a:cubicBezTo>
                    <a:cubicBezTo>
                      <a:pt x="8594" y="37344"/>
                      <a:pt x="271" y="29020"/>
                      <a:pt x="271" y="18753"/>
                    </a:cubicBezTo>
                    <a:cubicBezTo>
                      <a:pt x="271" y="8486"/>
                      <a:pt x="8594" y="163"/>
                      <a:pt x="18862" y="163"/>
                    </a:cubicBezTo>
                    <a:cubicBezTo>
                      <a:pt x="29129" y="163"/>
                      <a:pt x="37452" y="8486"/>
                      <a:pt x="37452" y="18753"/>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8" name="Freeform: Shape 3467">
                <a:extLst>
                  <a:ext uri="{FF2B5EF4-FFF2-40B4-BE49-F238E27FC236}">
                    <a16:creationId xmlns:a16="http://schemas.microsoft.com/office/drawing/2014/main" id="{083575CA-4E7A-218D-BE44-CC3250C3F883}"/>
                  </a:ext>
                </a:extLst>
              </p:cNvPr>
              <p:cNvSpPr/>
              <p:nvPr/>
            </p:nvSpPr>
            <p:spPr>
              <a:xfrm>
                <a:off x="1823338" y="7859089"/>
                <a:ext cx="41981" cy="41981"/>
              </a:xfrm>
              <a:custGeom>
                <a:avLst/>
                <a:gdLst>
                  <a:gd name="connsiteX0" fmla="*/ 21262 w 41981"/>
                  <a:gd name="connsiteY0" fmla="*/ 4963 h 41981"/>
                  <a:gd name="connsiteX1" fmla="*/ 37452 w 41981"/>
                  <a:gd name="connsiteY1" fmla="*/ 21153 h 41981"/>
                  <a:gd name="connsiteX2" fmla="*/ 37452 w 41981"/>
                  <a:gd name="connsiteY2" fmla="*/ 21153 h 41981"/>
                  <a:gd name="connsiteX3" fmla="*/ 21262 w 41981"/>
                  <a:gd name="connsiteY3" fmla="*/ 37344 h 41981"/>
                  <a:gd name="connsiteX4" fmla="*/ 5072 w 41981"/>
                  <a:gd name="connsiteY4" fmla="*/ 21153 h 41981"/>
                  <a:gd name="connsiteX5" fmla="*/ 21262 w 41981"/>
                  <a:gd name="connsiteY5" fmla="*/ 4963 h 41981"/>
                  <a:gd name="connsiteX6" fmla="*/ 21262 w 41981"/>
                  <a:gd name="connsiteY6" fmla="*/ 163 h 41981"/>
                  <a:gd name="connsiteX7" fmla="*/ 271 w 41981"/>
                  <a:gd name="connsiteY7" fmla="*/ 21153 h 41981"/>
                  <a:gd name="connsiteX8" fmla="*/ 21262 w 41981"/>
                  <a:gd name="connsiteY8" fmla="*/ 42144 h 41981"/>
                  <a:gd name="connsiteX9" fmla="*/ 42252 w 41981"/>
                  <a:gd name="connsiteY9" fmla="*/ 21153 h 41981"/>
                  <a:gd name="connsiteX10" fmla="*/ 42252 w 41981"/>
                  <a:gd name="connsiteY10" fmla="*/ 21153 h 41981"/>
                  <a:gd name="connsiteX11" fmla="*/ 21262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3"/>
                    </a:moveTo>
                    <a:cubicBezTo>
                      <a:pt x="30204" y="4963"/>
                      <a:pt x="37452" y="12212"/>
                      <a:pt x="37452" y="21153"/>
                    </a:cubicBezTo>
                    <a:lnTo>
                      <a:pt x="37452" y="21153"/>
                    </a:lnTo>
                    <a:cubicBezTo>
                      <a:pt x="37452" y="30095"/>
                      <a:pt x="30204" y="37344"/>
                      <a:pt x="21262" y="37344"/>
                    </a:cubicBezTo>
                    <a:cubicBezTo>
                      <a:pt x="12320" y="37344"/>
                      <a:pt x="5072" y="30095"/>
                      <a:pt x="5072" y="21153"/>
                    </a:cubicBezTo>
                    <a:cubicBezTo>
                      <a:pt x="5072" y="12212"/>
                      <a:pt x="12320" y="4963"/>
                      <a:pt x="21262" y="4963"/>
                    </a:cubicBezTo>
                    <a:close/>
                    <a:moveTo>
                      <a:pt x="21262" y="163"/>
                    </a:moveTo>
                    <a:cubicBezTo>
                      <a:pt x="9669" y="163"/>
                      <a:pt x="271" y="9561"/>
                      <a:pt x="271" y="21153"/>
                    </a:cubicBezTo>
                    <a:cubicBezTo>
                      <a:pt x="271" y="32746"/>
                      <a:pt x="9669" y="42144"/>
                      <a:pt x="21262" y="42144"/>
                    </a:cubicBezTo>
                    <a:cubicBezTo>
                      <a:pt x="32854" y="42144"/>
                      <a:pt x="42252" y="32746"/>
                      <a:pt x="42252" y="21153"/>
                    </a:cubicBezTo>
                    <a:lnTo>
                      <a:pt x="42252" y="21153"/>
                    </a:lnTo>
                    <a:cubicBezTo>
                      <a:pt x="42252" y="9561"/>
                      <a:pt x="32854" y="163"/>
                      <a:pt x="21262"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69" name="Freeform: Shape 3468">
                <a:extLst>
                  <a:ext uri="{FF2B5EF4-FFF2-40B4-BE49-F238E27FC236}">
                    <a16:creationId xmlns:a16="http://schemas.microsoft.com/office/drawing/2014/main" id="{4565A66D-853E-2118-9CB9-60EDABFE6B4C}"/>
                  </a:ext>
                </a:extLst>
              </p:cNvPr>
              <p:cNvSpPr/>
              <p:nvPr/>
            </p:nvSpPr>
            <p:spPr>
              <a:xfrm>
                <a:off x="1813429" y="7849692"/>
                <a:ext cx="37180" cy="37180"/>
              </a:xfrm>
              <a:custGeom>
                <a:avLst/>
                <a:gdLst>
                  <a:gd name="connsiteX0" fmla="*/ 37450 w 37180"/>
                  <a:gd name="connsiteY0" fmla="*/ 18751 h 37180"/>
                  <a:gd name="connsiteX1" fmla="*/ 18859 w 37180"/>
                  <a:gd name="connsiteY1" fmla="*/ 37342 h 37180"/>
                  <a:gd name="connsiteX2" fmla="*/ 269 w 37180"/>
                  <a:gd name="connsiteY2" fmla="*/ 18751 h 37180"/>
                  <a:gd name="connsiteX3" fmla="*/ 18859 w 37180"/>
                  <a:gd name="connsiteY3" fmla="*/ 161 h 37180"/>
                  <a:gd name="connsiteX4" fmla="*/ 37450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51"/>
                    </a:moveTo>
                    <a:cubicBezTo>
                      <a:pt x="37450" y="29018"/>
                      <a:pt x="29127" y="37342"/>
                      <a:pt x="18859" y="37342"/>
                    </a:cubicBezTo>
                    <a:cubicBezTo>
                      <a:pt x="8592" y="37342"/>
                      <a:pt x="269" y="29018"/>
                      <a:pt x="269" y="18751"/>
                    </a:cubicBezTo>
                    <a:cubicBezTo>
                      <a:pt x="269" y="8484"/>
                      <a:pt x="8592" y="161"/>
                      <a:pt x="18859" y="161"/>
                    </a:cubicBezTo>
                    <a:cubicBezTo>
                      <a:pt x="29127" y="161"/>
                      <a:pt x="37450" y="8484"/>
                      <a:pt x="37450" y="18751"/>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0" name="Freeform: Shape 3469">
                <a:extLst>
                  <a:ext uri="{FF2B5EF4-FFF2-40B4-BE49-F238E27FC236}">
                    <a16:creationId xmlns:a16="http://schemas.microsoft.com/office/drawing/2014/main" id="{1FF7DB51-CBB8-8495-950D-782B8CB1020F}"/>
                  </a:ext>
                </a:extLst>
              </p:cNvPr>
              <p:cNvSpPr/>
              <p:nvPr/>
            </p:nvSpPr>
            <p:spPr>
              <a:xfrm>
                <a:off x="1811029" y="7847292"/>
                <a:ext cx="41981" cy="41981"/>
              </a:xfrm>
              <a:custGeom>
                <a:avLst/>
                <a:gdLst>
                  <a:gd name="connsiteX0" fmla="*/ 21260 w 41981"/>
                  <a:gd name="connsiteY0" fmla="*/ 4961 h 41981"/>
                  <a:gd name="connsiteX1" fmla="*/ 37450 w 41981"/>
                  <a:gd name="connsiteY1" fmla="*/ 21151 h 41981"/>
                  <a:gd name="connsiteX2" fmla="*/ 37450 w 41981"/>
                  <a:gd name="connsiteY2" fmla="*/ 21151 h 41981"/>
                  <a:gd name="connsiteX3" fmla="*/ 21260 w 41981"/>
                  <a:gd name="connsiteY3" fmla="*/ 37342 h 41981"/>
                  <a:gd name="connsiteX4" fmla="*/ 5069 w 41981"/>
                  <a:gd name="connsiteY4" fmla="*/ 21151 h 41981"/>
                  <a:gd name="connsiteX5" fmla="*/ 21260 w 41981"/>
                  <a:gd name="connsiteY5" fmla="*/ 4961 h 41981"/>
                  <a:gd name="connsiteX6" fmla="*/ 21260 w 41981"/>
                  <a:gd name="connsiteY6" fmla="*/ 161 h 41981"/>
                  <a:gd name="connsiteX7" fmla="*/ 269 w 41981"/>
                  <a:gd name="connsiteY7" fmla="*/ 21151 h 41981"/>
                  <a:gd name="connsiteX8" fmla="*/ 21260 w 41981"/>
                  <a:gd name="connsiteY8" fmla="*/ 42142 h 41981"/>
                  <a:gd name="connsiteX9" fmla="*/ 42250 w 41981"/>
                  <a:gd name="connsiteY9" fmla="*/ 21151 h 41981"/>
                  <a:gd name="connsiteX10" fmla="*/ 42250 w 41981"/>
                  <a:gd name="connsiteY10" fmla="*/ 21151 h 41981"/>
                  <a:gd name="connsiteX11" fmla="*/ 21260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61"/>
                    </a:moveTo>
                    <a:cubicBezTo>
                      <a:pt x="30201" y="4961"/>
                      <a:pt x="37450" y="12210"/>
                      <a:pt x="37450" y="21151"/>
                    </a:cubicBezTo>
                    <a:lnTo>
                      <a:pt x="37450" y="21151"/>
                    </a:lnTo>
                    <a:cubicBezTo>
                      <a:pt x="37450" y="30093"/>
                      <a:pt x="30201" y="37342"/>
                      <a:pt x="21260" y="37342"/>
                    </a:cubicBezTo>
                    <a:cubicBezTo>
                      <a:pt x="12318" y="37342"/>
                      <a:pt x="5069" y="30093"/>
                      <a:pt x="5069" y="21151"/>
                    </a:cubicBezTo>
                    <a:cubicBezTo>
                      <a:pt x="5069" y="12210"/>
                      <a:pt x="12318" y="4961"/>
                      <a:pt x="21260" y="4961"/>
                    </a:cubicBezTo>
                    <a:close/>
                    <a:moveTo>
                      <a:pt x="21260" y="161"/>
                    </a:moveTo>
                    <a:cubicBezTo>
                      <a:pt x="9667" y="161"/>
                      <a:pt x="269" y="9559"/>
                      <a:pt x="269" y="21151"/>
                    </a:cubicBezTo>
                    <a:cubicBezTo>
                      <a:pt x="269" y="32744"/>
                      <a:pt x="9667" y="42142"/>
                      <a:pt x="21260" y="42142"/>
                    </a:cubicBezTo>
                    <a:cubicBezTo>
                      <a:pt x="32852" y="42142"/>
                      <a:pt x="42250" y="32744"/>
                      <a:pt x="42250" y="21151"/>
                    </a:cubicBezTo>
                    <a:lnTo>
                      <a:pt x="42250" y="21151"/>
                    </a:lnTo>
                    <a:cubicBezTo>
                      <a:pt x="42250" y="9559"/>
                      <a:pt x="32852" y="161"/>
                      <a:pt x="21260"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1" name="Freeform: Shape 3470">
                <a:extLst>
                  <a:ext uri="{FF2B5EF4-FFF2-40B4-BE49-F238E27FC236}">
                    <a16:creationId xmlns:a16="http://schemas.microsoft.com/office/drawing/2014/main" id="{9A81140C-235F-CE24-E4BE-035C0DD932AA}"/>
                  </a:ext>
                </a:extLst>
              </p:cNvPr>
              <p:cNvSpPr/>
              <p:nvPr/>
            </p:nvSpPr>
            <p:spPr>
              <a:xfrm>
                <a:off x="1798730" y="7926986"/>
                <a:ext cx="37180" cy="37180"/>
              </a:xfrm>
              <a:custGeom>
                <a:avLst/>
                <a:gdLst>
                  <a:gd name="connsiteX0" fmla="*/ 37447 w 37180"/>
                  <a:gd name="connsiteY0" fmla="*/ 18765 h 37180"/>
                  <a:gd name="connsiteX1" fmla="*/ 18857 w 37180"/>
                  <a:gd name="connsiteY1" fmla="*/ 37355 h 37180"/>
                  <a:gd name="connsiteX2" fmla="*/ 266 w 37180"/>
                  <a:gd name="connsiteY2" fmla="*/ 18765 h 37180"/>
                  <a:gd name="connsiteX3" fmla="*/ 18857 w 37180"/>
                  <a:gd name="connsiteY3" fmla="*/ 174 h 37180"/>
                  <a:gd name="connsiteX4" fmla="*/ 37447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5"/>
                    </a:moveTo>
                    <a:cubicBezTo>
                      <a:pt x="37447" y="29032"/>
                      <a:pt x="29124" y="37355"/>
                      <a:pt x="18857" y="37355"/>
                    </a:cubicBezTo>
                    <a:cubicBezTo>
                      <a:pt x="8590" y="37355"/>
                      <a:pt x="266" y="29032"/>
                      <a:pt x="266" y="18765"/>
                    </a:cubicBezTo>
                    <a:cubicBezTo>
                      <a:pt x="266" y="8497"/>
                      <a:pt x="8590" y="174"/>
                      <a:pt x="18857" y="174"/>
                    </a:cubicBezTo>
                    <a:cubicBezTo>
                      <a:pt x="29124" y="174"/>
                      <a:pt x="37447" y="8497"/>
                      <a:pt x="37447" y="18765"/>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2" name="Freeform: Shape 3471">
                <a:extLst>
                  <a:ext uri="{FF2B5EF4-FFF2-40B4-BE49-F238E27FC236}">
                    <a16:creationId xmlns:a16="http://schemas.microsoft.com/office/drawing/2014/main" id="{88D170E6-BE8D-63BE-8E54-52A462F5D3BC}"/>
                  </a:ext>
                </a:extLst>
              </p:cNvPr>
              <p:cNvSpPr/>
              <p:nvPr/>
            </p:nvSpPr>
            <p:spPr>
              <a:xfrm>
                <a:off x="1796330" y="7924586"/>
                <a:ext cx="41981" cy="41981"/>
              </a:xfrm>
              <a:custGeom>
                <a:avLst/>
                <a:gdLst>
                  <a:gd name="connsiteX0" fmla="*/ 21257 w 41981"/>
                  <a:gd name="connsiteY0" fmla="*/ 4975 h 41981"/>
                  <a:gd name="connsiteX1" fmla="*/ 37447 w 41981"/>
                  <a:gd name="connsiteY1" fmla="*/ 21165 h 41981"/>
                  <a:gd name="connsiteX2" fmla="*/ 37447 w 41981"/>
                  <a:gd name="connsiteY2" fmla="*/ 21165 h 41981"/>
                  <a:gd name="connsiteX3" fmla="*/ 21257 w 41981"/>
                  <a:gd name="connsiteY3" fmla="*/ 37355 h 41981"/>
                  <a:gd name="connsiteX4" fmla="*/ 5067 w 41981"/>
                  <a:gd name="connsiteY4" fmla="*/ 21165 h 41981"/>
                  <a:gd name="connsiteX5" fmla="*/ 21257 w 41981"/>
                  <a:gd name="connsiteY5" fmla="*/ 4975 h 41981"/>
                  <a:gd name="connsiteX6" fmla="*/ 21257 w 41981"/>
                  <a:gd name="connsiteY6" fmla="*/ 174 h 41981"/>
                  <a:gd name="connsiteX7" fmla="*/ 266 w 41981"/>
                  <a:gd name="connsiteY7" fmla="*/ 21165 h 41981"/>
                  <a:gd name="connsiteX8" fmla="*/ 21257 w 41981"/>
                  <a:gd name="connsiteY8" fmla="*/ 42155 h 41981"/>
                  <a:gd name="connsiteX9" fmla="*/ 42248 w 41981"/>
                  <a:gd name="connsiteY9" fmla="*/ 21165 h 41981"/>
                  <a:gd name="connsiteX10" fmla="*/ 42248 w 41981"/>
                  <a:gd name="connsiteY10" fmla="*/ 21165 h 41981"/>
                  <a:gd name="connsiteX11" fmla="*/ 2125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75"/>
                    </a:moveTo>
                    <a:cubicBezTo>
                      <a:pt x="30199" y="4975"/>
                      <a:pt x="37447" y="12223"/>
                      <a:pt x="37447" y="21165"/>
                    </a:cubicBezTo>
                    <a:lnTo>
                      <a:pt x="37447" y="21165"/>
                    </a:lnTo>
                    <a:cubicBezTo>
                      <a:pt x="37447" y="30107"/>
                      <a:pt x="30199" y="37355"/>
                      <a:pt x="21257" y="37355"/>
                    </a:cubicBezTo>
                    <a:cubicBezTo>
                      <a:pt x="12315" y="37355"/>
                      <a:pt x="5067" y="30107"/>
                      <a:pt x="5067" y="21165"/>
                    </a:cubicBezTo>
                    <a:cubicBezTo>
                      <a:pt x="5067" y="12223"/>
                      <a:pt x="12315" y="4975"/>
                      <a:pt x="21257" y="4975"/>
                    </a:cubicBezTo>
                    <a:close/>
                    <a:moveTo>
                      <a:pt x="21257" y="174"/>
                    </a:moveTo>
                    <a:cubicBezTo>
                      <a:pt x="9664" y="174"/>
                      <a:pt x="266" y="9572"/>
                      <a:pt x="266" y="21165"/>
                    </a:cubicBezTo>
                    <a:cubicBezTo>
                      <a:pt x="266" y="32757"/>
                      <a:pt x="9664" y="42155"/>
                      <a:pt x="21257" y="42155"/>
                    </a:cubicBezTo>
                    <a:cubicBezTo>
                      <a:pt x="32850" y="42155"/>
                      <a:pt x="42248" y="32757"/>
                      <a:pt x="42248" y="21165"/>
                    </a:cubicBezTo>
                    <a:lnTo>
                      <a:pt x="42248" y="21165"/>
                    </a:lnTo>
                    <a:cubicBezTo>
                      <a:pt x="42248" y="9572"/>
                      <a:pt x="32850" y="174"/>
                      <a:pt x="21257"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3" name="Freeform: Shape 3472">
                <a:extLst>
                  <a:ext uri="{FF2B5EF4-FFF2-40B4-BE49-F238E27FC236}">
                    <a16:creationId xmlns:a16="http://schemas.microsoft.com/office/drawing/2014/main" id="{405473CC-08D1-999F-3829-FF80673BCE24}"/>
                  </a:ext>
                </a:extLst>
              </p:cNvPr>
              <p:cNvSpPr/>
              <p:nvPr/>
            </p:nvSpPr>
            <p:spPr>
              <a:xfrm>
                <a:off x="1828618" y="8048487"/>
                <a:ext cx="37180" cy="37180"/>
              </a:xfrm>
              <a:custGeom>
                <a:avLst/>
                <a:gdLst>
                  <a:gd name="connsiteX0" fmla="*/ 37452 w 37180"/>
                  <a:gd name="connsiteY0" fmla="*/ 18786 h 37180"/>
                  <a:gd name="connsiteX1" fmla="*/ 18862 w 37180"/>
                  <a:gd name="connsiteY1" fmla="*/ 37376 h 37180"/>
                  <a:gd name="connsiteX2" fmla="*/ 272 w 37180"/>
                  <a:gd name="connsiteY2" fmla="*/ 18786 h 37180"/>
                  <a:gd name="connsiteX3" fmla="*/ 18862 w 37180"/>
                  <a:gd name="connsiteY3" fmla="*/ 195 h 37180"/>
                  <a:gd name="connsiteX4" fmla="*/ 37452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86"/>
                    </a:moveTo>
                    <a:cubicBezTo>
                      <a:pt x="37452" y="29053"/>
                      <a:pt x="29129" y="37376"/>
                      <a:pt x="18862" y="37376"/>
                    </a:cubicBezTo>
                    <a:cubicBezTo>
                      <a:pt x="8595" y="37376"/>
                      <a:pt x="272" y="29053"/>
                      <a:pt x="272" y="18786"/>
                    </a:cubicBezTo>
                    <a:cubicBezTo>
                      <a:pt x="272" y="8518"/>
                      <a:pt x="8595" y="195"/>
                      <a:pt x="18862" y="195"/>
                    </a:cubicBezTo>
                    <a:cubicBezTo>
                      <a:pt x="29129" y="195"/>
                      <a:pt x="37452" y="8518"/>
                      <a:pt x="37452" y="18786"/>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4" name="Freeform: Shape 3473">
                <a:extLst>
                  <a:ext uri="{FF2B5EF4-FFF2-40B4-BE49-F238E27FC236}">
                    <a16:creationId xmlns:a16="http://schemas.microsoft.com/office/drawing/2014/main" id="{052DED88-CD9E-042D-778F-180133A55F66}"/>
                  </a:ext>
                </a:extLst>
              </p:cNvPr>
              <p:cNvSpPr/>
              <p:nvPr/>
            </p:nvSpPr>
            <p:spPr>
              <a:xfrm>
                <a:off x="1826218" y="8046087"/>
                <a:ext cx="41981" cy="41981"/>
              </a:xfrm>
              <a:custGeom>
                <a:avLst/>
                <a:gdLst>
                  <a:gd name="connsiteX0" fmla="*/ 21262 w 41981"/>
                  <a:gd name="connsiteY0" fmla="*/ 4996 h 41981"/>
                  <a:gd name="connsiteX1" fmla="*/ 37452 w 41981"/>
                  <a:gd name="connsiteY1" fmla="*/ 21186 h 41981"/>
                  <a:gd name="connsiteX2" fmla="*/ 37452 w 41981"/>
                  <a:gd name="connsiteY2" fmla="*/ 21186 h 41981"/>
                  <a:gd name="connsiteX3" fmla="*/ 21262 w 41981"/>
                  <a:gd name="connsiteY3" fmla="*/ 37376 h 41981"/>
                  <a:gd name="connsiteX4" fmla="*/ 5072 w 41981"/>
                  <a:gd name="connsiteY4" fmla="*/ 21186 h 41981"/>
                  <a:gd name="connsiteX5" fmla="*/ 21262 w 41981"/>
                  <a:gd name="connsiteY5" fmla="*/ 4996 h 41981"/>
                  <a:gd name="connsiteX6" fmla="*/ 21262 w 41981"/>
                  <a:gd name="connsiteY6" fmla="*/ 195 h 41981"/>
                  <a:gd name="connsiteX7" fmla="*/ 272 w 41981"/>
                  <a:gd name="connsiteY7" fmla="*/ 21186 h 41981"/>
                  <a:gd name="connsiteX8" fmla="*/ 21262 w 41981"/>
                  <a:gd name="connsiteY8" fmla="*/ 42176 h 41981"/>
                  <a:gd name="connsiteX9" fmla="*/ 42253 w 41981"/>
                  <a:gd name="connsiteY9" fmla="*/ 21186 h 41981"/>
                  <a:gd name="connsiteX10" fmla="*/ 42253 w 41981"/>
                  <a:gd name="connsiteY10" fmla="*/ 21186 h 41981"/>
                  <a:gd name="connsiteX11" fmla="*/ 21262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96"/>
                    </a:moveTo>
                    <a:cubicBezTo>
                      <a:pt x="30204" y="4996"/>
                      <a:pt x="37452" y="12244"/>
                      <a:pt x="37452" y="21186"/>
                    </a:cubicBezTo>
                    <a:lnTo>
                      <a:pt x="37452" y="21186"/>
                    </a:lnTo>
                    <a:cubicBezTo>
                      <a:pt x="37452" y="30128"/>
                      <a:pt x="30204" y="37376"/>
                      <a:pt x="21262" y="37376"/>
                    </a:cubicBezTo>
                    <a:cubicBezTo>
                      <a:pt x="12320" y="37376"/>
                      <a:pt x="5072" y="30128"/>
                      <a:pt x="5072" y="21186"/>
                    </a:cubicBezTo>
                    <a:cubicBezTo>
                      <a:pt x="5072" y="12244"/>
                      <a:pt x="12320" y="4996"/>
                      <a:pt x="21262" y="4996"/>
                    </a:cubicBezTo>
                    <a:close/>
                    <a:moveTo>
                      <a:pt x="21262" y="195"/>
                    </a:moveTo>
                    <a:cubicBezTo>
                      <a:pt x="9670" y="195"/>
                      <a:pt x="272" y="9593"/>
                      <a:pt x="272" y="21186"/>
                    </a:cubicBezTo>
                    <a:cubicBezTo>
                      <a:pt x="272" y="32778"/>
                      <a:pt x="9670" y="42176"/>
                      <a:pt x="21262" y="42176"/>
                    </a:cubicBezTo>
                    <a:cubicBezTo>
                      <a:pt x="32855" y="42176"/>
                      <a:pt x="42253" y="32778"/>
                      <a:pt x="42253" y="21186"/>
                    </a:cubicBezTo>
                    <a:lnTo>
                      <a:pt x="42253" y="21186"/>
                    </a:lnTo>
                    <a:cubicBezTo>
                      <a:pt x="42253" y="9593"/>
                      <a:pt x="32855" y="195"/>
                      <a:pt x="21262"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5" name="Freeform: Shape 3474">
                <a:extLst>
                  <a:ext uri="{FF2B5EF4-FFF2-40B4-BE49-F238E27FC236}">
                    <a16:creationId xmlns:a16="http://schemas.microsoft.com/office/drawing/2014/main" id="{EC6355BD-94F8-02FA-9659-A3A6507FB1FD}"/>
                  </a:ext>
                </a:extLst>
              </p:cNvPr>
              <p:cNvSpPr/>
              <p:nvPr/>
            </p:nvSpPr>
            <p:spPr>
              <a:xfrm>
                <a:off x="1819149" y="7832182"/>
                <a:ext cx="37180" cy="37180"/>
              </a:xfrm>
              <a:custGeom>
                <a:avLst/>
                <a:gdLst>
                  <a:gd name="connsiteX0" fmla="*/ 37451 w 37180"/>
                  <a:gd name="connsiteY0" fmla="*/ 18748 h 37180"/>
                  <a:gd name="connsiteX1" fmla="*/ 18860 w 37180"/>
                  <a:gd name="connsiteY1" fmla="*/ 37339 h 37180"/>
                  <a:gd name="connsiteX2" fmla="*/ 270 w 37180"/>
                  <a:gd name="connsiteY2" fmla="*/ 18748 h 37180"/>
                  <a:gd name="connsiteX3" fmla="*/ 18860 w 37180"/>
                  <a:gd name="connsiteY3" fmla="*/ 158 h 37180"/>
                  <a:gd name="connsiteX4" fmla="*/ 37451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8"/>
                    </a:moveTo>
                    <a:cubicBezTo>
                      <a:pt x="37451" y="29015"/>
                      <a:pt x="29128" y="37339"/>
                      <a:pt x="18860" y="37339"/>
                    </a:cubicBezTo>
                    <a:cubicBezTo>
                      <a:pt x="8593" y="37339"/>
                      <a:pt x="270" y="29015"/>
                      <a:pt x="270" y="18748"/>
                    </a:cubicBezTo>
                    <a:cubicBezTo>
                      <a:pt x="270" y="8481"/>
                      <a:pt x="8593" y="158"/>
                      <a:pt x="18860" y="158"/>
                    </a:cubicBezTo>
                    <a:cubicBezTo>
                      <a:pt x="29128" y="158"/>
                      <a:pt x="37451" y="8481"/>
                      <a:pt x="37451" y="18748"/>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6" name="Freeform: Shape 3475">
                <a:extLst>
                  <a:ext uri="{FF2B5EF4-FFF2-40B4-BE49-F238E27FC236}">
                    <a16:creationId xmlns:a16="http://schemas.microsoft.com/office/drawing/2014/main" id="{8AE75443-44A4-2D0C-36EA-22A697D51E84}"/>
                  </a:ext>
                </a:extLst>
              </p:cNvPr>
              <p:cNvSpPr/>
              <p:nvPr/>
            </p:nvSpPr>
            <p:spPr>
              <a:xfrm>
                <a:off x="1816749" y="7829782"/>
                <a:ext cx="41981" cy="41981"/>
              </a:xfrm>
              <a:custGeom>
                <a:avLst/>
                <a:gdLst>
                  <a:gd name="connsiteX0" fmla="*/ 21261 w 41981"/>
                  <a:gd name="connsiteY0" fmla="*/ 4958 h 41981"/>
                  <a:gd name="connsiteX1" fmla="*/ 37451 w 41981"/>
                  <a:gd name="connsiteY1" fmla="*/ 21148 h 41981"/>
                  <a:gd name="connsiteX2" fmla="*/ 37451 w 41981"/>
                  <a:gd name="connsiteY2" fmla="*/ 21148 h 41981"/>
                  <a:gd name="connsiteX3" fmla="*/ 21261 w 41981"/>
                  <a:gd name="connsiteY3" fmla="*/ 37339 h 41981"/>
                  <a:gd name="connsiteX4" fmla="*/ 5070 w 41981"/>
                  <a:gd name="connsiteY4" fmla="*/ 21148 h 41981"/>
                  <a:gd name="connsiteX5" fmla="*/ 21261 w 41981"/>
                  <a:gd name="connsiteY5" fmla="*/ 4958 h 41981"/>
                  <a:gd name="connsiteX6" fmla="*/ 21261 w 41981"/>
                  <a:gd name="connsiteY6" fmla="*/ 158 h 41981"/>
                  <a:gd name="connsiteX7" fmla="*/ 270 w 41981"/>
                  <a:gd name="connsiteY7" fmla="*/ 21148 h 41981"/>
                  <a:gd name="connsiteX8" fmla="*/ 21261 w 41981"/>
                  <a:gd name="connsiteY8" fmla="*/ 42139 h 41981"/>
                  <a:gd name="connsiteX9" fmla="*/ 42251 w 41981"/>
                  <a:gd name="connsiteY9" fmla="*/ 21148 h 41981"/>
                  <a:gd name="connsiteX10" fmla="*/ 42251 w 41981"/>
                  <a:gd name="connsiteY10" fmla="*/ 21148 h 41981"/>
                  <a:gd name="connsiteX11" fmla="*/ 21261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8"/>
                    </a:moveTo>
                    <a:cubicBezTo>
                      <a:pt x="30202" y="4958"/>
                      <a:pt x="37451" y="12207"/>
                      <a:pt x="37451" y="21148"/>
                    </a:cubicBezTo>
                    <a:lnTo>
                      <a:pt x="37451" y="21148"/>
                    </a:lnTo>
                    <a:cubicBezTo>
                      <a:pt x="37451" y="30090"/>
                      <a:pt x="30202" y="37339"/>
                      <a:pt x="21261" y="37339"/>
                    </a:cubicBezTo>
                    <a:cubicBezTo>
                      <a:pt x="12319" y="37339"/>
                      <a:pt x="5070" y="30090"/>
                      <a:pt x="5070" y="21148"/>
                    </a:cubicBezTo>
                    <a:cubicBezTo>
                      <a:pt x="5070" y="12207"/>
                      <a:pt x="12319" y="4958"/>
                      <a:pt x="21261" y="4958"/>
                    </a:cubicBezTo>
                    <a:close/>
                    <a:moveTo>
                      <a:pt x="21261" y="158"/>
                    </a:moveTo>
                    <a:cubicBezTo>
                      <a:pt x="9668" y="158"/>
                      <a:pt x="270" y="9556"/>
                      <a:pt x="270" y="21148"/>
                    </a:cubicBezTo>
                    <a:cubicBezTo>
                      <a:pt x="270" y="32741"/>
                      <a:pt x="9668" y="42139"/>
                      <a:pt x="21261" y="42139"/>
                    </a:cubicBezTo>
                    <a:cubicBezTo>
                      <a:pt x="32853" y="42139"/>
                      <a:pt x="42251" y="32741"/>
                      <a:pt x="42251" y="21148"/>
                    </a:cubicBezTo>
                    <a:lnTo>
                      <a:pt x="42251" y="21148"/>
                    </a:lnTo>
                    <a:cubicBezTo>
                      <a:pt x="42251" y="9556"/>
                      <a:pt x="32853" y="158"/>
                      <a:pt x="21261"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7" name="Freeform: Shape 3476">
                <a:extLst>
                  <a:ext uri="{FF2B5EF4-FFF2-40B4-BE49-F238E27FC236}">
                    <a16:creationId xmlns:a16="http://schemas.microsoft.com/office/drawing/2014/main" id="{36581794-DD7A-EBCD-AA99-E4B8060B2EA4}"/>
                  </a:ext>
                </a:extLst>
              </p:cNvPr>
              <p:cNvSpPr/>
              <p:nvPr/>
            </p:nvSpPr>
            <p:spPr>
              <a:xfrm>
                <a:off x="1785044" y="7919250"/>
                <a:ext cx="37180" cy="37180"/>
              </a:xfrm>
              <a:custGeom>
                <a:avLst/>
                <a:gdLst>
                  <a:gd name="connsiteX0" fmla="*/ 37445 w 37180"/>
                  <a:gd name="connsiteY0" fmla="*/ 18763 h 37180"/>
                  <a:gd name="connsiteX1" fmla="*/ 18854 w 37180"/>
                  <a:gd name="connsiteY1" fmla="*/ 37354 h 37180"/>
                  <a:gd name="connsiteX2" fmla="*/ 264 w 37180"/>
                  <a:gd name="connsiteY2" fmla="*/ 18763 h 37180"/>
                  <a:gd name="connsiteX3" fmla="*/ 18854 w 37180"/>
                  <a:gd name="connsiteY3" fmla="*/ 173 h 37180"/>
                  <a:gd name="connsiteX4" fmla="*/ 3744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3"/>
                    </a:moveTo>
                    <a:cubicBezTo>
                      <a:pt x="37445" y="29030"/>
                      <a:pt x="29122" y="37354"/>
                      <a:pt x="18854" y="37354"/>
                    </a:cubicBezTo>
                    <a:cubicBezTo>
                      <a:pt x="8587" y="37354"/>
                      <a:pt x="264" y="29030"/>
                      <a:pt x="264" y="18763"/>
                    </a:cubicBezTo>
                    <a:cubicBezTo>
                      <a:pt x="264" y="8496"/>
                      <a:pt x="8587" y="173"/>
                      <a:pt x="18854" y="173"/>
                    </a:cubicBezTo>
                    <a:cubicBezTo>
                      <a:pt x="29122" y="173"/>
                      <a:pt x="37445" y="8496"/>
                      <a:pt x="37445" y="18763"/>
                    </a:cubicBezTo>
                    <a:close/>
                  </a:path>
                </a:pathLst>
              </a:custGeom>
              <a:solidFill>
                <a:srgbClr val="F7CA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8" name="Freeform: Shape 3477">
                <a:extLst>
                  <a:ext uri="{FF2B5EF4-FFF2-40B4-BE49-F238E27FC236}">
                    <a16:creationId xmlns:a16="http://schemas.microsoft.com/office/drawing/2014/main" id="{66257C56-B077-E7AE-AD45-7C0E2ADDEFF6}"/>
                  </a:ext>
                </a:extLst>
              </p:cNvPr>
              <p:cNvSpPr/>
              <p:nvPr/>
            </p:nvSpPr>
            <p:spPr>
              <a:xfrm>
                <a:off x="1782644" y="7916850"/>
                <a:ext cx="41981" cy="41981"/>
              </a:xfrm>
              <a:custGeom>
                <a:avLst/>
                <a:gdLst>
                  <a:gd name="connsiteX0" fmla="*/ 21255 w 41981"/>
                  <a:gd name="connsiteY0" fmla="*/ 4973 h 41981"/>
                  <a:gd name="connsiteX1" fmla="*/ 37445 w 41981"/>
                  <a:gd name="connsiteY1" fmla="*/ 21163 h 41981"/>
                  <a:gd name="connsiteX2" fmla="*/ 37445 w 41981"/>
                  <a:gd name="connsiteY2" fmla="*/ 21163 h 41981"/>
                  <a:gd name="connsiteX3" fmla="*/ 21255 w 41981"/>
                  <a:gd name="connsiteY3" fmla="*/ 37354 h 41981"/>
                  <a:gd name="connsiteX4" fmla="*/ 5064 w 41981"/>
                  <a:gd name="connsiteY4" fmla="*/ 21163 h 41981"/>
                  <a:gd name="connsiteX5" fmla="*/ 21255 w 41981"/>
                  <a:gd name="connsiteY5" fmla="*/ 4973 h 41981"/>
                  <a:gd name="connsiteX6" fmla="*/ 21255 w 41981"/>
                  <a:gd name="connsiteY6" fmla="*/ 173 h 41981"/>
                  <a:gd name="connsiteX7" fmla="*/ 264 w 41981"/>
                  <a:gd name="connsiteY7" fmla="*/ 21163 h 41981"/>
                  <a:gd name="connsiteX8" fmla="*/ 21255 w 41981"/>
                  <a:gd name="connsiteY8" fmla="*/ 42154 h 41981"/>
                  <a:gd name="connsiteX9" fmla="*/ 42245 w 41981"/>
                  <a:gd name="connsiteY9" fmla="*/ 21163 h 41981"/>
                  <a:gd name="connsiteX10" fmla="*/ 42245 w 41981"/>
                  <a:gd name="connsiteY10" fmla="*/ 21163 h 41981"/>
                  <a:gd name="connsiteX11" fmla="*/ 21255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3"/>
                    </a:moveTo>
                    <a:cubicBezTo>
                      <a:pt x="30197" y="4973"/>
                      <a:pt x="37445" y="12222"/>
                      <a:pt x="37445" y="21163"/>
                    </a:cubicBezTo>
                    <a:lnTo>
                      <a:pt x="37445" y="21163"/>
                    </a:lnTo>
                    <a:cubicBezTo>
                      <a:pt x="37445" y="30105"/>
                      <a:pt x="30197" y="37354"/>
                      <a:pt x="21255" y="37354"/>
                    </a:cubicBezTo>
                    <a:cubicBezTo>
                      <a:pt x="12313" y="37354"/>
                      <a:pt x="5064" y="30105"/>
                      <a:pt x="5064" y="21163"/>
                    </a:cubicBezTo>
                    <a:cubicBezTo>
                      <a:pt x="5064" y="12222"/>
                      <a:pt x="12313" y="4973"/>
                      <a:pt x="21255" y="4973"/>
                    </a:cubicBezTo>
                    <a:close/>
                    <a:moveTo>
                      <a:pt x="21255" y="173"/>
                    </a:moveTo>
                    <a:cubicBezTo>
                      <a:pt x="9662" y="173"/>
                      <a:pt x="264" y="9571"/>
                      <a:pt x="264" y="21163"/>
                    </a:cubicBezTo>
                    <a:cubicBezTo>
                      <a:pt x="264" y="32756"/>
                      <a:pt x="9662" y="42154"/>
                      <a:pt x="21255" y="42154"/>
                    </a:cubicBezTo>
                    <a:cubicBezTo>
                      <a:pt x="32847" y="42154"/>
                      <a:pt x="42245" y="32756"/>
                      <a:pt x="42245" y="21163"/>
                    </a:cubicBezTo>
                    <a:lnTo>
                      <a:pt x="42245" y="21163"/>
                    </a:lnTo>
                    <a:cubicBezTo>
                      <a:pt x="42245" y="9571"/>
                      <a:pt x="32847" y="173"/>
                      <a:pt x="21255"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79" name="Freeform: Shape 3478">
                <a:extLst>
                  <a:ext uri="{FF2B5EF4-FFF2-40B4-BE49-F238E27FC236}">
                    <a16:creationId xmlns:a16="http://schemas.microsoft.com/office/drawing/2014/main" id="{8904B588-5D5C-BD6C-88FB-0C4DAAE2F718}"/>
                  </a:ext>
                </a:extLst>
              </p:cNvPr>
              <p:cNvSpPr/>
              <p:nvPr/>
            </p:nvSpPr>
            <p:spPr>
              <a:xfrm>
                <a:off x="1841308" y="7832602"/>
                <a:ext cx="37180" cy="37180"/>
              </a:xfrm>
              <a:custGeom>
                <a:avLst/>
                <a:gdLst>
                  <a:gd name="connsiteX0" fmla="*/ 37455 w 37180"/>
                  <a:gd name="connsiteY0" fmla="*/ 18748 h 37180"/>
                  <a:gd name="connsiteX1" fmla="*/ 18864 w 37180"/>
                  <a:gd name="connsiteY1" fmla="*/ 37339 h 37180"/>
                  <a:gd name="connsiteX2" fmla="*/ 274 w 37180"/>
                  <a:gd name="connsiteY2" fmla="*/ 18748 h 37180"/>
                  <a:gd name="connsiteX3" fmla="*/ 18864 w 37180"/>
                  <a:gd name="connsiteY3" fmla="*/ 158 h 37180"/>
                  <a:gd name="connsiteX4" fmla="*/ 37455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48"/>
                    </a:moveTo>
                    <a:cubicBezTo>
                      <a:pt x="37455" y="29015"/>
                      <a:pt x="29131" y="37339"/>
                      <a:pt x="18864" y="37339"/>
                    </a:cubicBezTo>
                    <a:cubicBezTo>
                      <a:pt x="8597" y="37339"/>
                      <a:pt x="274" y="29015"/>
                      <a:pt x="274" y="18748"/>
                    </a:cubicBezTo>
                    <a:cubicBezTo>
                      <a:pt x="274" y="8481"/>
                      <a:pt x="8597" y="158"/>
                      <a:pt x="18864" y="158"/>
                    </a:cubicBezTo>
                    <a:cubicBezTo>
                      <a:pt x="29131" y="158"/>
                      <a:pt x="37455" y="8481"/>
                      <a:pt x="37455" y="18748"/>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0" name="Freeform: Shape 3479">
                <a:extLst>
                  <a:ext uri="{FF2B5EF4-FFF2-40B4-BE49-F238E27FC236}">
                    <a16:creationId xmlns:a16="http://schemas.microsoft.com/office/drawing/2014/main" id="{CC7EE47D-1E0B-16CC-F027-E1745AF60224}"/>
                  </a:ext>
                </a:extLst>
              </p:cNvPr>
              <p:cNvSpPr/>
              <p:nvPr/>
            </p:nvSpPr>
            <p:spPr>
              <a:xfrm>
                <a:off x="1838908" y="7830202"/>
                <a:ext cx="41981" cy="41981"/>
              </a:xfrm>
              <a:custGeom>
                <a:avLst/>
                <a:gdLst>
                  <a:gd name="connsiteX0" fmla="*/ 21264 w 41981"/>
                  <a:gd name="connsiteY0" fmla="*/ 4958 h 41981"/>
                  <a:gd name="connsiteX1" fmla="*/ 37455 w 41981"/>
                  <a:gd name="connsiteY1" fmla="*/ 21148 h 41981"/>
                  <a:gd name="connsiteX2" fmla="*/ 37455 w 41981"/>
                  <a:gd name="connsiteY2" fmla="*/ 21148 h 41981"/>
                  <a:gd name="connsiteX3" fmla="*/ 21264 w 41981"/>
                  <a:gd name="connsiteY3" fmla="*/ 37339 h 41981"/>
                  <a:gd name="connsiteX4" fmla="*/ 5074 w 41981"/>
                  <a:gd name="connsiteY4" fmla="*/ 21148 h 41981"/>
                  <a:gd name="connsiteX5" fmla="*/ 21264 w 41981"/>
                  <a:gd name="connsiteY5" fmla="*/ 4958 h 41981"/>
                  <a:gd name="connsiteX6" fmla="*/ 21264 w 41981"/>
                  <a:gd name="connsiteY6" fmla="*/ 158 h 41981"/>
                  <a:gd name="connsiteX7" fmla="*/ 274 w 41981"/>
                  <a:gd name="connsiteY7" fmla="*/ 21148 h 41981"/>
                  <a:gd name="connsiteX8" fmla="*/ 21264 w 41981"/>
                  <a:gd name="connsiteY8" fmla="*/ 42139 h 41981"/>
                  <a:gd name="connsiteX9" fmla="*/ 42255 w 41981"/>
                  <a:gd name="connsiteY9" fmla="*/ 21148 h 41981"/>
                  <a:gd name="connsiteX10" fmla="*/ 42255 w 41981"/>
                  <a:gd name="connsiteY10" fmla="*/ 21148 h 41981"/>
                  <a:gd name="connsiteX11" fmla="*/ 21264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8"/>
                    </a:moveTo>
                    <a:cubicBezTo>
                      <a:pt x="30206" y="4958"/>
                      <a:pt x="37455" y="12207"/>
                      <a:pt x="37455" y="21148"/>
                    </a:cubicBezTo>
                    <a:lnTo>
                      <a:pt x="37455" y="21148"/>
                    </a:lnTo>
                    <a:cubicBezTo>
                      <a:pt x="37455" y="30090"/>
                      <a:pt x="30206" y="37339"/>
                      <a:pt x="21264" y="37339"/>
                    </a:cubicBezTo>
                    <a:cubicBezTo>
                      <a:pt x="12323" y="37339"/>
                      <a:pt x="5074" y="30090"/>
                      <a:pt x="5074" y="21148"/>
                    </a:cubicBezTo>
                    <a:cubicBezTo>
                      <a:pt x="5074" y="12207"/>
                      <a:pt x="12323" y="4958"/>
                      <a:pt x="21264" y="4958"/>
                    </a:cubicBezTo>
                    <a:close/>
                    <a:moveTo>
                      <a:pt x="21264" y="158"/>
                    </a:moveTo>
                    <a:cubicBezTo>
                      <a:pt x="9672" y="158"/>
                      <a:pt x="274" y="9556"/>
                      <a:pt x="274" y="21148"/>
                    </a:cubicBezTo>
                    <a:cubicBezTo>
                      <a:pt x="274" y="32741"/>
                      <a:pt x="9672" y="42139"/>
                      <a:pt x="21264" y="42139"/>
                    </a:cubicBezTo>
                    <a:cubicBezTo>
                      <a:pt x="32857" y="42139"/>
                      <a:pt x="42255" y="32741"/>
                      <a:pt x="42255" y="21148"/>
                    </a:cubicBezTo>
                    <a:lnTo>
                      <a:pt x="42255" y="21148"/>
                    </a:lnTo>
                    <a:cubicBezTo>
                      <a:pt x="42255" y="9556"/>
                      <a:pt x="32857" y="158"/>
                      <a:pt x="21264"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1" name="Freeform: Shape 3480">
                <a:extLst>
                  <a:ext uri="{FF2B5EF4-FFF2-40B4-BE49-F238E27FC236}">
                    <a16:creationId xmlns:a16="http://schemas.microsoft.com/office/drawing/2014/main" id="{D013289F-A4A0-845E-EF10-A46A7C0F504D}"/>
                  </a:ext>
                </a:extLst>
              </p:cNvPr>
              <p:cNvSpPr/>
              <p:nvPr/>
            </p:nvSpPr>
            <p:spPr>
              <a:xfrm>
                <a:off x="1772654" y="7862791"/>
                <a:ext cx="37180" cy="37180"/>
              </a:xfrm>
              <a:custGeom>
                <a:avLst/>
                <a:gdLst>
                  <a:gd name="connsiteX0" fmla="*/ 37443 w 37180"/>
                  <a:gd name="connsiteY0" fmla="*/ 18753 h 37180"/>
                  <a:gd name="connsiteX1" fmla="*/ 18852 w 37180"/>
                  <a:gd name="connsiteY1" fmla="*/ 37344 h 37180"/>
                  <a:gd name="connsiteX2" fmla="*/ 262 w 37180"/>
                  <a:gd name="connsiteY2" fmla="*/ 18753 h 37180"/>
                  <a:gd name="connsiteX3" fmla="*/ 18852 w 37180"/>
                  <a:gd name="connsiteY3" fmla="*/ 163 h 37180"/>
                  <a:gd name="connsiteX4" fmla="*/ 37443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3"/>
                    </a:moveTo>
                    <a:cubicBezTo>
                      <a:pt x="37443" y="29021"/>
                      <a:pt x="29120" y="37344"/>
                      <a:pt x="18852" y="37344"/>
                    </a:cubicBezTo>
                    <a:cubicBezTo>
                      <a:pt x="8585" y="37344"/>
                      <a:pt x="262" y="29021"/>
                      <a:pt x="262" y="18753"/>
                    </a:cubicBezTo>
                    <a:cubicBezTo>
                      <a:pt x="262" y="8486"/>
                      <a:pt x="8585" y="163"/>
                      <a:pt x="18852" y="163"/>
                    </a:cubicBezTo>
                    <a:cubicBezTo>
                      <a:pt x="29120" y="163"/>
                      <a:pt x="37443" y="8486"/>
                      <a:pt x="37443" y="18753"/>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2" name="Freeform: Shape 3481">
                <a:extLst>
                  <a:ext uri="{FF2B5EF4-FFF2-40B4-BE49-F238E27FC236}">
                    <a16:creationId xmlns:a16="http://schemas.microsoft.com/office/drawing/2014/main" id="{EBA00077-2C8B-0D9E-AE53-6743BE762902}"/>
                  </a:ext>
                </a:extLst>
              </p:cNvPr>
              <p:cNvSpPr/>
              <p:nvPr/>
            </p:nvSpPr>
            <p:spPr>
              <a:xfrm>
                <a:off x="1770254" y="7860390"/>
                <a:ext cx="41981" cy="41981"/>
              </a:xfrm>
              <a:custGeom>
                <a:avLst/>
                <a:gdLst>
                  <a:gd name="connsiteX0" fmla="*/ 21253 w 41981"/>
                  <a:gd name="connsiteY0" fmla="*/ 4963 h 41981"/>
                  <a:gd name="connsiteX1" fmla="*/ 37443 w 41981"/>
                  <a:gd name="connsiteY1" fmla="*/ 21154 h 41981"/>
                  <a:gd name="connsiteX2" fmla="*/ 37443 w 41981"/>
                  <a:gd name="connsiteY2" fmla="*/ 21154 h 41981"/>
                  <a:gd name="connsiteX3" fmla="*/ 21253 w 41981"/>
                  <a:gd name="connsiteY3" fmla="*/ 37344 h 41981"/>
                  <a:gd name="connsiteX4" fmla="*/ 5062 w 41981"/>
                  <a:gd name="connsiteY4" fmla="*/ 21154 h 41981"/>
                  <a:gd name="connsiteX5" fmla="*/ 21253 w 41981"/>
                  <a:gd name="connsiteY5" fmla="*/ 4963 h 41981"/>
                  <a:gd name="connsiteX6" fmla="*/ 21253 w 41981"/>
                  <a:gd name="connsiteY6" fmla="*/ 163 h 41981"/>
                  <a:gd name="connsiteX7" fmla="*/ 262 w 41981"/>
                  <a:gd name="connsiteY7" fmla="*/ 21154 h 41981"/>
                  <a:gd name="connsiteX8" fmla="*/ 21253 w 41981"/>
                  <a:gd name="connsiteY8" fmla="*/ 42144 h 41981"/>
                  <a:gd name="connsiteX9" fmla="*/ 42243 w 41981"/>
                  <a:gd name="connsiteY9" fmla="*/ 21154 h 41981"/>
                  <a:gd name="connsiteX10" fmla="*/ 42243 w 41981"/>
                  <a:gd name="connsiteY10" fmla="*/ 21154 h 41981"/>
                  <a:gd name="connsiteX11" fmla="*/ 21253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3"/>
                    </a:moveTo>
                    <a:cubicBezTo>
                      <a:pt x="30194" y="4963"/>
                      <a:pt x="37443" y="12212"/>
                      <a:pt x="37443" y="21154"/>
                    </a:cubicBezTo>
                    <a:lnTo>
                      <a:pt x="37443" y="21154"/>
                    </a:lnTo>
                    <a:cubicBezTo>
                      <a:pt x="37443" y="30095"/>
                      <a:pt x="30194" y="37344"/>
                      <a:pt x="21253" y="37344"/>
                    </a:cubicBezTo>
                    <a:cubicBezTo>
                      <a:pt x="12311" y="37344"/>
                      <a:pt x="5062" y="30095"/>
                      <a:pt x="5062" y="21154"/>
                    </a:cubicBezTo>
                    <a:cubicBezTo>
                      <a:pt x="5062" y="12212"/>
                      <a:pt x="12311" y="4963"/>
                      <a:pt x="21253" y="4963"/>
                    </a:cubicBezTo>
                    <a:close/>
                    <a:moveTo>
                      <a:pt x="21253" y="163"/>
                    </a:moveTo>
                    <a:cubicBezTo>
                      <a:pt x="9660" y="163"/>
                      <a:pt x="262" y="9561"/>
                      <a:pt x="262" y="21154"/>
                    </a:cubicBezTo>
                    <a:cubicBezTo>
                      <a:pt x="262" y="32746"/>
                      <a:pt x="9660" y="42144"/>
                      <a:pt x="21253" y="42144"/>
                    </a:cubicBezTo>
                    <a:cubicBezTo>
                      <a:pt x="32845" y="42144"/>
                      <a:pt x="42243" y="32746"/>
                      <a:pt x="42243" y="21154"/>
                    </a:cubicBezTo>
                    <a:lnTo>
                      <a:pt x="42243" y="21154"/>
                    </a:lnTo>
                    <a:cubicBezTo>
                      <a:pt x="42243" y="9561"/>
                      <a:pt x="32845" y="163"/>
                      <a:pt x="21253"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3" name="Freeform: Shape 3482">
                <a:extLst>
                  <a:ext uri="{FF2B5EF4-FFF2-40B4-BE49-F238E27FC236}">
                    <a16:creationId xmlns:a16="http://schemas.microsoft.com/office/drawing/2014/main" id="{B43EF659-6B9E-F622-13E3-5B1BD3B7B267}"/>
                  </a:ext>
                </a:extLst>
              </p:cNvPr>
              <p:cNvSpPr/>
              <p:nvPr/>
            </p:nvSpPr>
            <p:spPr>
              <a:xfrm>
                <a:off x="1884583" y="7754462"/>
                <a:ext cx="37180" cy="37180"/>
              </a:xfrm>
              <a:custGeom>
                <a:avLst/>
                <a:gdLst>
                  <a:gd name="connsiteX0" fmla="*/ 37462 w 37180"/>
                  <a:gd name="connsiteY0" fmla="*/ 18735 h 37180"/>
                  <a:gd name="connsiteX1" fmla="*/ 18872 w 37180"/>
                  <a:gd name="connsiteY1" fmla="*/ 37325 h 37180"/>
                  <a:gd name="connsiteX2" fmla="*/ 281 w 37180"/>
                  <a:gd name="connsiteY2" fmla="*/ 18735 h 37180"/>
                  <a:gd name="connsiteX3" fmla="*/ 18872 w 37180"/>
                  <a:gd name="connsiteY3" fmla="*/ 144 h 37180"/>
                  <a:gd name="connsiteX4" fmla="*/ 37462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35"/>
                    </a:moveTo>
                    <a:cubicBezTo>
                      <a:pt x="37462" y="29002"/>
                      <a:pt x="29139" y="37325"/>
                      <a:pt x="18872" y="37325"/>
                    </a:cubicBezTo>
                    <a:cubicBezTo>
                      <a:pt x="8605" y="37325"/>
                      <a:pt x="281" y="29002"/>
                      <a:pt x="281" y="18735"/>
                    </a:cubicBezTo>
                    <a:cubicBezTo>
                      <a:pt x="281" y="8467"/>
                      <a:pt x="8605" y="144"/>
                      <a:pt x="18872" y="144"/>
                    </a:cubicBezTo>
                    <a:cubicBezTo>
                      <a:pt x="29139" y="144"/>
                      <a:pt x="37462" y="8467"/>
                      <a:pt x="37462" y="18735"/>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4" name="Freeform: Shape 3483">
                <a:extLst>
                  <a:ext uri="{FF2B5EF4-FFF2-40B4-BE49-F238E27FC236}">
                    <a16:creationId xmlns:a16="http://schemas.microsoft.com/office/drawing/2014/main" id="{7E06733E-AE75-A667-6F98-8EC8E1A804F5}"/>
                  </a:ext>
                </a:extLst>
              </p:cNvPr>
              <p:cNvSpPr/>
              <p:nvPr/>
            </p:nvSpPr>
            <p:spPr>
              <a:xfrm>
                <a:off x="1882182" y="7752062"/>
                <a:ext cx="41981" cy="41981"/>
              </a:xfrm>
              <a:custGeom>
                <a:avLst/>
                <a:gdLst>
                  <a:gd name="connsiteX0" fmla="*/ 21272 w 41981"/>
                  <a:gd name="connsiteY0" fmla="*/ 4945 h 41981"/>
                  <a:gd name="connsiteX1" fmla="*/ 37462 w 41981"/>
                  <a:gd name="connsiteY1" fmla="*/ 21135 h 41981"/>
                  <a:gd name="connsiteX2" fmla="*/ 37462 w 41981"/>
                  <a:gd name="connsiteY2" fmla="*/ 21135 h 41981"/>
                  <a:gd name="connsiteX3" fmla="*/ 21272 w 41981"/>
                  <a:gd name="connsiteY3" fmla="*/ 37325 h 41981"/>
                  <a:gd name="connsiteX4" fmla="*/ 5082 w 41981"/>
                  <a:gd name="connsiteY4" fmla="*/ 21135 h 41981"/>
                  <a:gd name="connsiteX5" fmla="*/ 21272 w 41981"/>
                  <a:gd name="connsiteY5" fmla="*/ 4945 h 41981"/>
                  <a:gd name="connsiteX6" fmla="*/ 21272 w 41981"/>
                  <a:gd name="connsiteY6" fmla="*/ 144 h 41981"/>
                  <a:gd name="connsiteX7" fmla="*/ 281 w 41981"/>
                  <a:gd name="connsiteY7" fmla="*/ 21135 h 41981"/>
                  <a:gd name="connsiteX8" fmla="*/ 21272 w 41981"/>
                  <a:gd name="connsiteY8" fmla="*/ 42125 h 41981"/>
                  <a:gd name="connsiteX9" fmla="*/ 42263 w 41981"/>
                  <a:gd name="connsiteY9" fmla="*/ 21135 h 41981"/>
                  <a:gd name="connsiteX10" fmla="*/ 42263 w 41981"/>
                  <a:gd name="connsiteY10" fmla="*/ 21135 h 41981"/>
                  <a:gd name="connsiteX11" fmla="*/ 21272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45"/>
                    </a:moveTo>
                    <a:cubicBezTo>
                      <a:pt x="30214" y="4945"/>
                      <a:pt x="37462" y="12193"/>
                      <a:pt x="37462" y="21135"/>
                    </a:cubicBezTo>
                    <a:lnTo>
                      <a:pt x="37462" y="21135"/>
                    </a:lnTo>
                    <a:cubicBezTo>
                      <a:pt x="37462" y="30077"/>
                      <a:pt x="30214" y="37325"/>
                      <a:pt x="21272" y="37325"/>
                    </a:cubicBezTo>
                    <a:cubicBezTo>
                      <a:pt x="12330" y="37325"/>
                      <a:pt x="5082" y="30077"/>
                      <a:pt x="5082" y="21135"/>
                    </a:cubicBezTo>
                    <a:cubicBezTo>
                      <a:pt x="5082" y="12193"/>
                      <a:pt x="12330" y="4945"/>
                      <a:pt x="21272" y="4945"/>
                    </a:cubicBezTo>
                    <a:close/>
                    <a:moveTo>
                      <a:pt x="21272" y="144"/>
                    </a:moveTo>
                    <a:cubicBezTo>
                      <a:pt x="9679" y="144"/>
                      <a:pt x="281" y="9542"/>
                      <a:pt x="281" y="21135"/>
                    </a:cubicBezTo>
                    <a:cubicBezTo>
                      <a:pt x="281" y="32727"/>
                      <a:pt x="9679" y="42125"/>
                      <a:pt x="21272" y="42125"/>
                    </a:cubicBezTo>
                    <a:cubicBezTo>
                      <a:pt x="32865" y="42125"/>
                      <a:pt x="42263" y="32727"/>
                      <a:pt x="42263" y="21135"/>
                    </a:cubicBezTo>
                    <a:lnTo>
                      <a:pt x="42263" y="21135"/>
                    </a:lnTo>
                    <a:cubicBezTo>
                      <a:pt x="42263" y="9542"/>
                      <a:pt x="32865" y="144"/>
                      <a:pt x="21272"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5" name="Freeform: Shape 3484">
                <a:extLst>
                  <a:ext uri="{FF2B5EF4-FFF2-40B4-BE49-F238E27FC236}">
                    <a16:creationId xmlns:a16="http://schemas.microsoft.com/office/drawing/2014/main" id="{CBAD7BBB-EB56-85B7-9ECB-E67809EEA02E}"/>
                  </a:ext>
                </a:extLst>
              </p:cNvPr>
              <p:cNvSpPr/>
              <p:nvPr/>
            </p:nvSpPr>
            <p:spPr>
              <a:xfrm>
                <a:off x="1717214" y="7926070"/>
                <a:ext cx="37180" cy="37180"/>
              </a:xfrm>
              <a:custGeom>
                <a:avLst/>
                <a:gdLst>
                  <a:gd name="connsiteX0" fmla="*/ 37433 w 37180"/>
                  <a:gd name="connsiteY0" fmla="*/ 18764 h 37180"/>
                  <a:gd name="connsiteX1" fmla="*/ 18843 w 37180"/>
                  <a:gd name="connsiteY1" fmla="*/ 37355 h 37180"/>
                  <a:gd name="connsiteX2" fmla="*/ 252 w 37180"/>
                  <a:gd name="connsiteY2" fmla="*/ 18764 h 37180"/>
                  <a:gd name="connsiteX3" fmla="*/ 18843 w 37180"/>
                  <a:gd name="connsiteY3" fmla="*/ 174 h 37180"/>
                  <a:gd name="connsiteX4" fmla="*/ 37433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4"/>
                    </a:moveTo>
                    <a:cubicBezTo>
                      <a:pt x="37433" y="29032"/>
                      <a:pt x="29110" y="37355"/>
                      <a:pt x="18843" y="37355"/>
                    </a:cubicBezTo>
                    <a:cubicBezTo>
                      <a:pt x="8576" y="37355"/>
                      <a:pt x="252" y="29032"/>
                      <a:pt x="252" y="18764"/>
                    </a:cubicBezTo>
                    <a:cubicBezTo>
                      <a:pt x="252" y="8497"/>
                      <a:pt x="8576" y="174"/>
                      <a:pt x="18843" y="174"/>
                    </a:cubicBezTo>
                    <a:cubicBezTo>
                      <a:pt x="29110" y="174"/>
                      <a:pt x="37433" y="8497"/>
                      <a:pt x="37433" y="18764"/>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6" name="Freeform: Shape 3485">
                <a:extLst>
                  <a:ext uri="{FF2B5EF4-FFF2-40B4-BE49-F238E27FC236}">
                    <a16:creationId xmlns:a16="http://schemas.microsoft.com/office/drawing/2014/main" id="{1195F704-014A-3B0F-99D1-694FC932CA2E}"/>
                  </a:ext>
                </a:extLst>
              </p:cNvPr>
              <p:cNvSpPr/>
              <p:nvPr/>
            </p:nvSpPr>
            <p:spPr>
              <a:xfrm>
                <a:off x="1714814" y="7923670"/>
                <a:ext cx="41981" cy="41981"/>
              </a:xfrm>
              <a:custGeom>
                <a:avLst/>
                <a:gdLst>
                  <a:gd name="connsiteX0" fmla="*/ 21243 w 41981"/>
                  <a:gd name="connsiteY0" fmla="*/ 4974 h 41981"/>
                  <a:gd name="connsiteX1" fmla="*/ 37433 w 41981"/>
                  <a:gd name="connsiteY1" fmla="*/ 21165 h 41981"/>
                  <a:gd name="connsiteX2" fmla="*/ 37433 w 41981"/>
                  <a:gd name="connsiteY2" fmla="*/ 21165 h 41981"/>
                  <a:gd name="connsiteX3" fmla="*/ 21243 w 41981"/>
                  <a:gd name="connsiteY3" fmla="*/ 37355 h 41981"/>
                  <a:gd name="connsiteX4" fmla="*/ 5053 w 41981"/>
                  <a:gd name="connsiteY4" fmla="*/ 21165 h 41981"/>
                  <a:gd name="connsiteX5" fmla="*/ 21243 w 41981"/>
                  <a:gd name="connsiteY5" fmla="*/ 4974 h 41981"/>
                  <a:gd name="connsiteX6" fmla="*/ 21243 w 41981"/>
                  <a:gd name="connsiteY6" fmla="*/ 174 h 41981"/>
                  <a:gd name="connsiteX7" fmla="*/ 252 w 41981"/>
                  <a:gd name="connsiteY7" fmla="*/ 21165 h 41981"/>
                  <a:gd name="connsiteX8" fmla="*/ 21243 w 41981"/>
                  <a:gd name="connsiteY8" fmla="*/ 42155 h 41981"/>
                  <a:gd name="connsiteX9" fmla="*/ 42234 w 41981"/>
                  <a:gd name="connsiteY9" fmla="*/ 21165 h 41981"/>
                  <a:gd name="connsiteX10" fmla="*/ 42234 w 41981"/>
                  <a:gd name="connsiteY10" fmla="*/ 21165 h 41981"/>
                  <a:gd name="connsiteX11" fmla="*/ 21243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4"/>
                    </a:moveTo>
                    <a:cubicBezTo>
                      <a:pt x="30185" y="4974"/>
                      <a:pt x="37433" y="12223"/>
                      <a:pt x="37433" y="21165"/>
                    </a:cubicBezTo>
                    <a:lnTo>
                      <a:pt x="37433" y="21165"/>
                    </a:lnTo>
                    <a:cubicBezTo>
                      <a:pt x="37433" y="30106"/>
                      <a:pt x="30185" y="37355"/>
                      <a:pt x="21243" y="37355"/>
                    </a:cubicBezTo>
                    <a:cubicBezTo>
                      <a:pt x="12301" y="37355"/>
                      <a:pt x="5053" y="30106"/>
                      <a:pt x="5053" y="21165"/>
                    </a:cubicBezTo>
                    <a:cubicBezTo>
                      <a:pt x="5053" y="12223"/>
                      <a:pt x="12301" y="4974"/>
                      <a:pt x="21243" y="4974"/>
                    </a:cubicBezTo>
                    <a:close/>
                    <a:moveTo>
                      <a:pt x="21243" y="174"/>
                    </a:moveTo>
                    <a:cubicBezTo>
                      <a:pt x="9650" y="174"/>
                      <a:pt x="252" y="9572"/>
                      <a:pt x="252" y="21165"/>
                    </a:cubicBezTo>
                    <a:cubicBezTo>
                      <a:pt x="252" y="32757"/>
                      <a:pt x="9650" y="42155"/>
                      <a:pt x="21243" y="42155"/>
                    </a:cubicBezTo>
                    <a:cubicBezTo>
                      <a:pt x="32835" y="42155"/>
                      <a:pt x="42234" y="32757"/>
                      <a:pt x="42234" y="21165"/>
                    </a:cubicBezTo>
                    <a:lnTo>
                      <a:pt x="42234" y="21165"/>
                    </a:lnTo>
                    <a:cubicBezTo>
                      <a:pt x="42234" y="9572"/>
                      <a:pt x="32835" y="174"/>
                      <a:pt x="21243"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7" name="Freeform: Shape 3486">
                <a:extLst>
                  <a:ext uri="{FF2B5EF4-FFF2-40B4-BE49-F238E27FC236}">
                    <a16:creationId xmlns:a16="http://schemas.microsoft.com/office/drawing/2014/main" id="{4E63C73F-B7D6-72A7-135E-893957BC70CE}"/>
                  </a:ext>
                </a:extLst>
              </p:cNvPr>
              <p:cNvSpPr/>
              <p:nvPr/>
            </p:nvSpPr>
            <p:spPr>
              <a:xfrm>
                <a:off x="1839223" y="7894229"/>
                <a:ext cx="37180" cy="37180"/>
              </a:xfrm>
              <a:custGeom>
                <a:avLst/>
                <a:gdLst>
                  <a:gd name="connsiteX0" fmla="*/ 37454 w 37180"/>
                  <a:gd name="connsiteY0" fmla="*/ 18759 h 37180"/>
                  <a:gd name="connsiteX1" fmla="*/ 18864 w 37180"/>
                  <a:gd name="connsiteY1" fmla="*/ 37349 h 37180"/>
                  <a:gd name="connsiteX2" fmla="*/ 273 w 37180"/>
                  <a:gd name="connsiteY2" fmla="*/ 18759 h 37180"/>
                  <a:gd name="connsiteX3" fmla="*/ 18864 w 37180"/>
                  <a:gd name="connsiteY3" fmla="*/ 169 h 37180"/>
                  <a:gd name="connsiteX4" fmla="*/ 3745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9"/>
                    </a:moveTo>
                    <a:cubicBezTo>
                      <a:pt x="37454" y="29026"/>
                      <a:pt x="29131" y="37349"/>
                      <a:pt x="18864" y="37349"/>
                    </a:cubicBezTo>
                    <a:cubicBezTo>
                      <a:pt x="8597" y="37349"/>
                      <a:pt x="273" y="29026"/>
                      <a:pt x="273" y="18759"/>
                    </a:cubicBezTo>
                    <a:cubicBezTo>
                      <a:pt x="273" y="8492"/>
                      <a:pt x="8597" y="169"/>
                      <a:pt x="18864" y="169"/>
                    </a:cubicBezTo>
                    <a:cubicBezTo>
                      <a:pt x="29131" y="169"/>
                      <a:pt x="37454" y="8492"/>
                      <a:pt x="37454" y="18759"/>
                    </a:cubicBezTo>
                    <a:close/>
                  </a:path>
                </a:pathLst>
              </a:custGeom>
              <a:solidFill>
                <a:srgbClr val="F6F7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8" name="Freeform: Shape 3487">
                <a:extLst>
                  <a:ext uri="{FF2B5EF4-FFF2-40B4-BE49-F238E27FC236}">
                    <a16:creationId xmlns:a16="http://schemas.microsoft.com/office/drawing/2014/main" id="{1EFB4E51-B67D-B2CB-A78F-BA0833FF39E9}"/>
                  </a:ext>
                </a:extLst>
              </p:cNvPr>
              <p:cNvSpPr/>
              <p:nvPr/>
            </p:nvSpPr>
            <p:spPr>
              <a:xfrm>
                <a:off x="1836822" y="7891829"/>
                <a:ext cx="41981" cy="41981"/>
              </a:xfrm>
              <a:custGeom>
                <a:avLst/>
                <a:gdLst>
                  <a:gd name="connsiteX0" fmla="*/ 21264 w 41981"/>
                  <a:gd name="connsiteY0" fmla="*/ 4969 h 41981"/>
                  <a:gd name="connsiteX1" fmla="*/ 37454 w 41981"/>
                  <a:gd name="connsiteY1" fmla="*/ 21159 h 41981"/>
                  <a:gd name="connsiteX2" fmla="*/ 37454 w 41981"/>
                  <a:gd name="connsiteY2" fmla="*/ 21159 h 41981"/>
                  <a:gd name="connsiteX3" fmla="*/ 21264 w 41981"/>
                  <a:gd name="connsiteY3" fmla="*/ 37349 h 41981"/>
                  <a:gd name="connsiteX4" fmla="*/ 5074 w 41981"/>
                  <a:gd name="connsiteY4" fmla="*/ 21159 h 41981"/>
                  <a:gd name="connsiteX5" fmla="*/ 21264 w 41981"/>
                  <a:gd name="connsiteY5" fmla="*/ 4969 h 41981"/>
                  <a:gd name="connsiteX6" fmla="*/ 21264 w 41981"/>
                  <a:gd name="connsiteY6" fmla="*/ 169 h 41981"/>
                  <a:gd name="connsiteX7" fmla="*/ 273 w 41981"/>
                  <a:gd name="connsiteY7" fmla="*/ 21159 h 41981"/>
                  <a:gd name="connsiteX8" fmla="*/ 21264 w 41981"/>
                  <a:gd name="connsiteY8" fmla="*/ 42150 h 41981"/>
                  <a:gd name="connsiteX9" fmla="*/ 42255 w 41981"/>
                  <a:gd name="connsiteY9" fmla="*/ 21159 h 41981"/>
                  <a:gd name="connsiteX10" fmla="*/ 42255 w 41981"/>
                  <a:gd name="connsiteY10" fmla="*/ 21159 h 41981"/>
                  <a:gd name="connsiteX11" fmla="*/ 21264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9"/>
                    </a:moveTo>
                    <a:cubicBezTo>
                      <a:pt x="30206" y="4969"/>
                      <a:pt x="37454" y="12217"/>
                      <a:pt x="37454" y="21159"/>
                    </a:cubicBezTo>
                    <a:lnTo>
                      <a:pt x="37454" y="21159"/>
                    </a:lnTo>
                    <a:cubicBezTo>
                      <a:pt x="37454" y="30101"/>
                      <a:pt x="30206" y="37349"/>
                      <a:pt x="21264" y="37349"/>
                    </a:cubicBezTo>
                    <a:cubicBezTo>
                      <a:pt x="12322" y="37349"/>
                      <a:pt x="5074" y="30101"/>
                      <a:pt x="5074" y="21159"/>
                    </a:cubicBezTo>
                    <a:cubicBezTo>
                      <a:pt x="5074" y="12217"/>
                      <a:pt x="12322" y="4969"/>
                      <a:pt x="21264" y="4969"/>
                    </a:cubicBezTo>
                    <a:close/>
                    <a:moveTo>
                      <a:pt x="21264" y="169"/>
                    </a:moveTo>
                    <a:cubicBezTo>
                      <a:pt x="9672" y="169"/>
                      <a:pt x="273" y="9567"/>
                      <a:pt x="273" y="21159"/>
                    </a:cubicBezTo>
                    <a:cubicBezTo>
                      <a:pt x="273" y="32752"/>
                      <a:pt x="9672" y="42150"/>
                      <a:pt x="21264" y="42150"/>
                    </a:cubicBezTo>
                    <a:cubicBezTo>
                      <a:pt x="32857" y="42150"/>
                      <a:pt x="42255" y="32752"/>
                      <a:pt x="42255" y="21159"/>
                    </a:cubicBezTo>
                    <a:lnTo>
                      <a:pt x="42255" y="21159"/>
                    </a:lnTo>
                    <a:cubicBezTo>
                      <a:pt x="42255" y="9567"/>
                      <a:pt x="32857" y="169"/>
                      <a:pt x="21264"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89" name="Freeform: Shape 3488">
                <a:extLst>
                  <a:ext uri="{FF2B5EF4-FFF2-40B4-BE49-F238E27FC236}">
                    <a16:creationId xmlns:a16="http://schemas.microsoft.com/office/drawing/2014/main" id="{D74C5EA2-20FF-E8AB-A7CC-3289FB747390}"/>
                  </a:ext>
                </a:extLst>
              </p:cNvPr>
              <p:cNvSpPr/>
              <p:nvPr/>
            </p:nvSpPr>
            <p:spPr>
              <a:xfrm>
                <a:off x="1691640" y="8023518"/>
                <a:ext cx="37180" cy="37180"/>
              </a:xfrm>
              <a:custGeom>
                <a:avLst/>
                <a:gdLst>
                  <a:gd name="connsiteX0" fmla="*/ 37429 w 37180"/>
                  <a:gd name="connsiteY0" fmla="*/ 18781 h 37180"/>
                  <a:gd name="connsiteX1" fmla="*/ 18838 w 37180"/>
                  <a:gd name="connsiteY1" fmla="*/ 37372 h 37180"/>
                  <a:gd name="connsiteX2" fmla="*/ 248 w 37180"/>
                  <a:gd name="connsiteY2" fmla="*/ 18781 h 37180"/>
                  <a:gd name="connsiteX3" fmla="*/ 18838 w 37180"/>
                  <a:gd name="connsiteY3" fmla="*/ 191 h 37180"/>
                  <a:gd name="connsiteX4" fmla="*/ 37429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81"/>
                    </a:moveTo>
                    <a:cubicBezTo>
                      <a:pt x="37429" y="29049"/>
                      <a:pt x="29105" y="37372"/>
                      <a:pt x="18838" y="37372"/>
                    </a:cubicBezTo>
                    <a:cubicBezTo>
                      <a:pt x="8571" y="37372"/>
                      <a:pt x="248" y="29049"/>
                      <a:pt x="248" y="18781"/>
                    </a:cubicBezTo>
                    <a:cubicBezTo>
                      <a:pt x="248" y="8514"/>
                      <a:pt x="8571" y="191"/>
                      <a:pt x="18838" y="191"/>
                    </a:cubicBezTo>
                    <a:cubicBezTo>
                      <a:pt x="29105" y="191"/>
                      <a:pt x="37429" y="8514"/>
                      <a:pt x="37429" y="18781"/>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0" name="Freeform: Shape 3489">
                <a:extLst>
                  <a:ext uri="{FF2B5EF4-FFF2-40B4-BE49-F238E27FC236}">
                    <a16:creationId xmlns:a16="http://schemas.microsoft.com/office/drawing/2014/main" id="{768A5DD4-4EF1-C050-C579-76E709123A9C}"/>
                  </a:ext>
                </a:extLst>
              </p:cNvPr>
              <p:cNvSpPr/>
              <p:nvPr/>
            </p:nvSpPr>
            <p:spPr>
              <a:xfrm>
                <a:off x="1689240" y="8021117"/>
                <a:ext cx="41981" cy="41981"/>
              </a:xfrm>
              <a:custGeom>
                <a:avLst/>
                <a:gdLst>
                  <a:gd name="connsiteX0" fmla="*/ 21238 w 41981"/>
                  <a:gd name="connsiteY0" fmla="*/ 4991 h 41981"/>
                  <a:gd name="connsiteX1" fmla="*/ 37429 w 41981"/>
                  <a:gd name="connsiteY1" fmla="*/ 21182 h 41981"/>
                  <a:gd name="connsiteX2" fmla="*/ 37429 w 41981"/>
                  <a:gd name="connsiteY2" fmla="*/ 21182 h 41981"/>
                  <a:gd name="connsiteX3" fmla="*/ 21238 w 41981"/>
                  <a:gd name="connsiteY3" fmla="*/ 37372 h 41981"/>
                  <a:gd name="connsiteX4" fmla="*/ 5048 w 41981"/>
                  <a:gd name="connsiteY4" fmla="*/ 21182 h 41981"/>
                  <a:gd name="connsiteX5" fmla="*/ 21238 w 41981"/>
                  <a:gd name="connsiteY5" fmla="*/ 4991 h 41981"/>
                  <a:gd name="connsiteX6" fmla="*/ 21238 w 41981"/>
                  <a:gd name="connsiteY6" fmla="*/ 191 h 41981"/>
                  <a:gd name="connsiteX7" fmla="*/ 248 w 41981"/>
                  <a:gd name="connsiteY7" fmla="*/ 21182 h 41981"/>
                  <a:gd name="connsiteX8" fmla="*/ 21238 w 41981"/>
                  <a:gd name="connsiteY8" fmla="*/ 42172 h 41981"/>
                  <a:gd name="connsiteX9" fmla="*/ 42229 w 41981"/>
                  <a:gd name="connsiteY9" fmla="*/ 21182 h 41981"/>
                  <a:gd name="connsiteX10" fmla="*/ 42229 w 41981"/>
                  <a:gd name="connsiteY10" fmla="*/ 21182 h 41981"/>
                  <a:gd name="connsiteX11" fmla="*/ 21238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1"/>
                    </a:moveTo>
                    <a:cubicBezTo>
                      <a:pt x="30180" y="4991"/>
                      <a:pt x="37429" y="12240"/>
                      <a:pt x="37429" y="21182"/>
                    </a:cubicBezTo>
                    <a:lnTo>
                      <a:pt x="37429" y="21182"/>
                    </a:lnTo>
                    <a:cubicBezTo>
                      <a:pt x="37429" y="30123"/>
                      <a:pt x="30180" y="37372"/>
                      <a:pt x="21238" y="37372"/>
                    </a:cubicBezTo>
                    <a:cubicBezTo>
                      <a:pt x="12297" y="37372"/>
                      <a:pt x="5048" y="30123"/>
                      <a:pt x="5048" y="21182"/>
                    </a:cubicBezTo>
                    <a:cubicBezTo>
                      <a:pt x="5048" y="12240"/>
                      <a:pt x="12297" y="4991"/>
                      <a:pt x="21238" y="4991"/>
                    </a:cubicBezTo>
                    <a:close/>
                    <a:moveTo>
                      <a:pt x="21238" y="191"/>
                    </a:moveTo>
                    <a:cubicBezTo>
                      <a:pt x="9646" y="191"/>
                      <a:pt x="248" y="9589"/>
                      <a:pt x="248" y="21182"/>
                    </a:cubicBezTo>
                    <a:cubicBezTo>
                      <a:pt x="248" y="32774"/>
                      <a:pt x="9646" y="42172"/>
                      <a:pt x="21238" y="42172"/>
                    </a:cubicBezTo>
                    <a:cubicBezTo>
                      <a:pt x="32831" y="42172"/>
                      <a:pt x="42229" y="32774"/>
                      <a:pt x="42229" y="21182"/>
                    </a:cubicBezTo>
                    <a:lnTo>
                      <a:pt x="42229" y="21182"/>
                    </a:lnTo>
                    <a:cubicBezTo>
                      <a:pt x="42229" y="9589"/>
                      <a:pt x="32831" y="191"/>
                      <a:pt x="21238"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1" name="Freeform: Shape 3490">
                <a:extLst>
                  <a:ext uri="{FF2B5EF4-FFF2-40B4-BE49-F238E27FC236}">
                    <a16:creationId xmlns:a16="http://schemas.microsoft.com/office/drawing/2014/main" id="{CD1F06AC-6403-C186-8B3A-04C844F71A58}"/>
                  </a:ext>
                </a:extLst>
              </p:cNvPr>
              <p:cNvSpPr/>
              <p:nvPr/>
            </p:nvSpPr>
            <p:spPr>
              <a:xfrm>
                <a:off x="1764700" y="7952946"/>
                <a:ext cx="37180" cy="37180"/>
              </a:xfrm>
              <a:custGeom>
                <a:avLst/>
                <a:gdLst>
                  <a:gd name="connsiteX0" fmla="*/ 37441 w 37180"/>
                  <a:gd name="connsiteY0" fmla="*/ 18769 h 37180"/>
                  <a:gd name="connsiteX1" fmla="*/ 18851 w 37180"/>
                  <a:gd name="connsiteY1" fmla="*/ 37360 h 37180"/>
                  <a:gd name="connsiteX2" fmla="*/ 261 w 37180"/>
                  <a:gd name="connsiteY2" fmla="*/ 18769 h 37180"/>
                  <a:gd name="connsiteX3" fmla="*/ 18851 w 37180"/>
                  <a:gd name="connsiteY3" fmla="*/ 179 h 37180"/>
                  <a:gd name="connsiteX4" fmla="*/ 37441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9"/>
                    </a:moveTo>
                    <a:cubicBezTo>
                      <a:pt x="37441" y="29036"/>
                      <a:pt x="29118" y="37360"/>
                      <a:pt x="18851" y="37360"/>
                    </a:cubicBezTo>
                    <a:cubicBezTo>
                      <a:pt x="8584" y="37360"/>
                      <a:pt x="261" y="29036"/>
                      <a:pt x="261" y="18769"/>
                    </a:cubicBezTo>
                    <a:cubicBezTo>
                      <a:pt x="261" y="8502"/>
                      <a:pt x="8584" y="179"/>
                      <a:pt x="18851" y="179"/>
                    </a:cubicBezTo>
                    <a:cubicBezTo>
                      <a:pt x="29118" y="179"/>
                      <a:pt x="37441" y="8502"/>
                      <a:pt x="37441" y="18769"/>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2" name="Freeform: Shape 3491">
                <a:extLst>
                  <a:ext uri="{FF2B5EF4-FFF2-40B4-BE49-F238E27FC236}">
                    <a16:creationId xmlns:a16="http://schemas.microsoft.com/office/drawing/2014/main" id="{45674413-2690-64D8-B566-13C8349D8A6E}"/>
                  </a:ext>
                </a:extLst>
              </p:cNvPr>
              <p:cNvSpPr/>
              <p:nvPr/>
            </p:nvSpPr>
            <p:spPr>
              <a:xfrm>
                <a:off x="1762300" y="7950546"/>
                <a:ext cx="41981" cy="41981"/>
              </a:xfrm>
              <a:custGeom>
                <a:avLst/>
                <a:gdLst>
                  <a:gd name="connsiteX0" fmla="*/ 21251 w 41981"/>
                  <a:gd name="connsiteY0" fmla="*/ 4979 h 41981"/>
                  <a:gd name="connsiteX1" fmla="*/ 37441 w 41981"/>
                  <a:gd name="connsiteY1" fmla="*/ 21169 h 41981"/>
                  <a:gd name="connsiteX2" fmla="*/ 37441 w 41981"/>
                  <a:gd name="connsiteY2" fmla="*/ 21169 h 41981"/>
                  <a:gd name="connsiteX3" fmla="*/ 21251 w 41981"/>
                  <a:gd name="connsiteY3" fmla="*/ 37360 h 41981"/>
                  <a:gd name="connsiteX4" fmla="*/ 5061 w 41981"/>
                  <a:gd name="connsiteY4" fmla="*/ 21169 h 41981"/>
                  <a:gd name="connsiteX5" fmla="*/ 21251 w 41981"/>
                  <a:gd name="connsiteY5" fmla="*/ 4979 h 41981"/>
                  <a:gd name="connsiteX6" fmla="*/ 21251 w 41981"/>
                  <a:gd name="connsiteY6" fmla="*/ 179 h 41981"/>
                  <a:gd name="connsiteX7" fmla="*/ 261 w 41981"/>
                  <a:gd name="connsiteY7" fmla="*/ 21169 h 41981"/>
                  <a:gd name="connsiteX8" fmla="*/ 21251 w 41981"/>
                  <a:gd name="connsiteY8" fmla="*/ 42160 h 41981"/>
                  <a:gd name="connsiteX9" fmla="*/ 42242 w 41981"/>
                  <a:gd name="connsiteY9" fmla="*/ 21169 h 41981"/>
                  <a:gd name="connsiteX10" fmla="*/ 42242 w 41981"/>
                  <a:gd name="connsiteY10" fmla="*/ 21169 h 41981"/>
                  <a:gd name="connsiteX11" fmla="*/ 21251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9"/>
                    </a:moveTo>
                    <a:cubicBezTo>
                      <a:pt x="30193" y="4979"/>
                      <a:pt x="37441" y="12227"/>
                      <a:pt x="37441" y="21169"/>
                    </a:cubicBezTo>
                    <a:lnTo>
                      <a:pt x="37441" y="21169"/>
                    </a:lnTo>
                    <a:cubicBezTo>
                      <a:pt x="37441" y="30111"/>
                      <a:pt x="30193" y="37360"/>
                      <a:pt x="21251" y="37360"/>
                    </a:cubicBezTo>
                    <a:cubicBezTo>
                      <a:pt x="12309" y="37360"/>
                      <a:pt x="5061" y="30111"/>
                      <a:pt x="5061" y="21169"/>
                    </a:cubicBezTo>
                    <a:cubicBezTo>
                      <a:pt x="5061" y="12227"/>
                      <a:pt x="12309" y="4979"/>
                      <a:pt x="21251" y="4979"/>
                    </a:cubicBezTo>
                    <a:close/>
                    <a:moveTo>
                      <a:pt x="21251" y="179"/>
                    </a:moveTo>
                    <a:cubicBezTo>
                      <a:pt x="9659" y="179"/>
                      <a:pt x="261" y="9577"/>
                      <a:pt x="261" y="21169"/>
                    </a:cubicBezTo>
                    <a:cubicBezTo>
                      <a:pt x="261" y="32762"/>
                      <a:pt x="9659" y="42160"/>
                      <a:pt x="21251" y="42160"/>
                    </a:cubicBezTo>
                    <a:cubicBezTo>
                      <a:pt x="32844" y="42160"/>
                      <a:pt x="42242" y="32762"/>
                      <a:pt x="42242" y="21169"/>
                    </a:cubicBezTo>
                    <a:lnTo>
                      <a:pt x="42242" y="21169"/>
                    </a:lnTo>
                    <a:cubicBezTo>
                      <a:pt x="42242" y="9577"/>
                      <a:pt x="32844" y="179"/>
                      <a:pt x="21251"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3" name="Freeform: Shape 3492">
                <a:extLst>
                  <a:ext uri="{FF2B5EF4-FFF2-40B4-BE49-F238E27FC236}">
                    <a16:creationId xmlns:a16="http://schemas.microsoft.com/office/drawing/2014/main" id="{BC554A02-4019-D8C5-E8FA-FDB82B9BB84B}"/>
                  </a:ext>
                </a:extLst>
              </p:cNvPr>
              <p:cNvSpPr/>
              <p:nvPr/>
            </p:nvSpPr>
            <p:spPr>
              <a:xfrm>
                <a:off x="1833284" y="7852837"/>
                <a:ext cx="37180" cy="37180"/>
              </a:xfrm>
              <a:custGeom>
                <a:avLst/>
                <a:gdLst>
                  <a:gd name="connsiteX0" fmla="*/ 37453 w 37180"/>
                  <a:gd name="connsiteY0" fmla="*/ 18752 h 37180"/>
                  <a:gd name="connsiteX1" fmla="*/ 18863 w 37180"/>
                  <a:gd name="connsiteY1" fmla="*/ 37342 h 37180"/>
                  <a:gd name="connsiteX2" fmla="*/ 272 w 37180"/>
                  <a:gd name="connsiteY2" fmla="*/ 18752 h 37180"/>
                  <a:gd name="connsiteX3" fmla="*/ 18863 w 37180"/>
                  <a:gd name="connsiteY3" fmla="*/ 161 h 37180"/>
                  <a:gd name="connsiteX4" fmla="*/ 37453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2"/>
                    </a:moveTo>
                    <a:cubicBezTo>
                      <a:pt x="37453" y="29019"/>
                      <a:pt x="29130" y="37342"/>
                      <a:pt x="18863" y="37342"/>
                    </a:cubicBezTo>
                    <a:cubicBezTo>
                      <a:pt x="8596" y="37342"/>
                      <a:pt x="272" y="29019"/>
                      <a:pt x="272" y="18752"/>
                    </a:cubicBezTo>
                    <a:cubicBezTo>
                      <a:pt x="272" y="8485"/>
                      <a:pt x="8596" y="161"/>
                      <a:pt x="18863" y="161"/>
                    </a:cubicBezTo>
                    <a:cubicBezTo>
                      <a:pt x="29130" y="161"/>
                      <a:pt x="37453" y="8485"/>
                      <a:pt x="37453" y="18752"/>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4" name="Freeform: Shape 3493">
                <a:extLst>
                  <a:ext uri="{FF2B5EF4-FFF2-40B4-BE49-F238E27FC236}">
                    <a16:creationId xmlns:a16="http://schemas.microsoft.com/office/drawing/2014/main" id="{96536DB9-21CF-2305-F9ED-D2A76DD64483}"/>
                  </a:ext>
                </a:extLst>
              </p:cNvPr>
              <p:cNvSpPr/>
              <p:nvPr/>
            </p:nvSpPr>
            <p:spPr>
              <a:xfrm>
                <a:off x="1830884" y="7850437"/>
                <a:ext cx="41981" cy="41981"/>
              </a:xfrm>
              <a:custGeom>
                <a:avLst/>
                <a:gdLst>
                  <a:gd name="connsiteX0" fmla="*/ 21263 w 41981"/>
                  <a:gd name="connsiteY0" fmla="*/ 4962 h 41981"/>
                  <a:gd name="connsiteX1" fmla="*/ 37453 w 41981"/>
                  <a:gd name="connsiteY1" fmla="*/ 21152 h 41981"/>
                  <a:gd name="connsiteX2" fmla="*/ 37453 w 41981"/>
                  <a:gd name="connsiteY2" fmla="*/ 21152 h 41981"/>
                  <a:gd name="connsiteX3" fmla="*/ 21263 w 41981"/>
                  <a:gd name="connsiteY3" fmla="*/ 37342 h 41981"/>
                  <a:gd name="connsiteX4" fmla="*/ 5073 w 41981"/>
                  <a:gd name="connsiteY4" fmla="*/ 21152 h 41981"/>
                  <a:gd name="connsiteX5" fmla="*/ 21263 w 41981"/>
                  <a:gd name="connsiteY5" fmla="*/ 4962 h 41981"/>
                  <a:gd name="connsiteX6" fmla="*/ 21263 w 41981"/>
                  <a:gd name="connsiteY6" fmla="*/ 161 h 41981"/>
                  <a:gd name="connsiteX7" fmla="*/ 272 w 41981"/>
                  <a:gd name="connsiteY7" fmla="*/ 21152 h 41981"/>
                  <a:gd name="connsiteX8" fmla="*/ 21263 w 41981"/>
                  <a:gd name="connsiteY8" fmla="*/ 42143 h 41981"/>
                  <a:gd name="connsiteX9" fmla="*/ 42254 w 41981"/>
                  <a:gd name="connsiteY9" fmla="*/ 21152 h 41981"/>
                  <a:gd name="connsiteX10" fmla="*/ 42254 w 41981"/>
                  <a:gd name="connsiteY10" fmla="*/ 21152 h 41981"/>
                  <a:gd name="connsiteX11" fmla="*/ 21263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2"/>
                    </a:moveTo>
                    <a:cubicBezTo>
                      <a:pt x="30205" y="4962"/>
                      <a:pt x="37453" y="12210"/>
                      <a:pt x="37453" y="21152"/>
                    </a:cubicBezTo>
                    <a:lnTo>
                      <a:pt x="37453" y="21152"/>
                    </a:lnTo>
                    <a:cubicBezTo>
                      <a:pt x="37453" y="30094"/>
                      <a:pt x="30205" y="37342"/>
                      <a:pt x="21263" y="37342"/>
                    </a:cubicBezTo>
                    <a:cubicBezTo>
                      <a:pt x="12321" y="37342"/>
                      <a:pt x="5073" y="30094"/>
                      <a:pt x="5073" y="21152"/>
                    </a:cubicBezTo>
                    <a:cubicBezTo>
                      <a:pt x="5073" y="12210"/>
                      <a:pt x="12321" y="4962"/>
                      <a:pt x="21263" y="4962"/>
                    </a:cubicBezTo>
                    <a:close/>
                    <a:moveTo>
                      <a:pt x="21263" y="161"/>
                    </a:moveTo>
                    <a:cubicBezTo>
                      <a:pt x="9670" y="161"/>
                      <a:pt x="272" y="9559"/>
                      <a:pt x="272" y="21152"/>
                    </a:cubicBezTo>
                    <a:cubicBezTo>
                      <a:pt x="272" y="32744"/>
                      <a:pt x="9670" y="42143"/>
                      <a:pt x="21263" y="42143"/>
                    </a:cubicBezTo>
                    <a:cubicBezTo>
                      <a:pt x="32856" y="42143"/>
                      <a:pt x="42254" y="32744"/>
                      <a:pt x="42254" y="21152"/>
                    </a:cubicBezTo>
                    <a:lnTo>
                      <a:pt x="42254" y="21152"/>
                    </a:lnTo>
                    <a:cubicBezTo>
                      <a:pt x="42254" y="9559"/>
                      <a:pt x="32856" y="161"/>
                      <a:pt x="21263"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5" name="Freeform: Shape 3494">
                <a:extLst>
                  <a:ext uri="{FF2B5EF4-FFF2-40B4-BE49-F238E27FC236}">
                    <a16:creationId xmlns:a16="http://schemas.microsoft.com/office/drawing/2014/main" id="{09A9E6BD-A419-C7BC-C2E1-F00732ED52C0}"/>
                  </a:ext>
                </a:extLst>
              </p:cNvPr>
              <p:cNvSpPr/>
              <p:nvPr/>
            </p:nvSpPr>
            <p:spPr>
              <a:xfrm>
                <a:off x="1850835" y="7805525"/>
                <a:ext cx="37180" cy="37180"/>
              </a:xfrm>
              <a:custGeom>
                <a:avLst/>
                <a:gdLst>
                  <a:gd name="connsiteX0" fmla="*/ 37456 w 37180"/>
                  <a:gd name="connsiteY0" fmla="*/ 18744 h 37180"/>
                  <a:gd name="connsiteX1" fmla="*/ 18866 w 37180"/>
                  <a:gd name="connsiteY1" fmla="*/ 37334 h 37180"/>
                  <a:gd name="connsiteX2" fmla="*/ 276 w 37180"/>
                  <a:gd name="connsiteY2" fmla="*/ 18744 h 37180"/>
                  <a:gd name="connsiteX3" fmla="*/ 18866 w 37180"/>
                  <a:gd name="connsiteY3" fmla="*/ 153 h 37180"/>
                  <a:gd name="connsiteX4" fmla="*/ 37456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4"/>
                    </a:moveTo>
                    <a:cubicBezTo>
                      <a:pt x="37456" y="29011"/>
                      <a:pt x="29133" y="37334"/>
                      <a:pt x="18866" y="37334"/>
                    </a:cubicBezTo>
                    <a:cubicBezTo>
                      <a:pt x="8599" y="37334"/>
                      <a:pt x="276" y="29011"/>
                      <a:pt x="276" y="18744"/>
                    </a:cubicBezTo>
                    <a:cubicBezTo>
                      <a:pt x="276" y="8476"/>
                      <a:pt x="8599" y="153"/>
                      <a:pt x="18866" y="153"/>
                    </a:cubicBezTo>
                    <a:cubicBezTo>
                      <a:pt x="29133" y="153"/>
                      <a:pt x="37456" y="8476"/>
                      <a:pt x="37456" y="18744"/>
                    </a:cubicBezTo>
                    <a:close/>
                  </a:path>
                </a:pathLst>
              </a:custGeom>
              <a:solidFill>
                <a:srgbClr val="F7BDB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6" name="Freeform: Shape 3495">
                <a:extLst>
                  <a:ext uri="{FF2B5EF4-FFF2-40B4-BE49-F238E27FC236}">
                    <a16:creationId xmlns:a16="http://schemas.microsoft.com/office/drawing/2014/main" id="{35E8ABBD-1D29-3687-2298-1A9FA7C0DB06}"/>
                  </a:ext>
                </a:extLst>
              </p:cNvPr>
              <p:cNvSpPr/>
              <p:nvPr/>
            </p:nvSpPr>
            <p:spPr>
              <a:xfrm>
                <a:off x="1848435" y="7803125"/>
                <a:ext cx="41981" cy="41981"/>
              </a:xfrm>
              <a:custGeom>
                <a:avLst/>
                <a:gdLst>
                  <a:gd name="connsiteX0" fmla="*/ 21266 w 41981"/>
                  <a:gd name="connsiteY0" fmla="*/ 4953 h 41981"/>
                  <a:gd name="connsiteX1" fmla="*/ 37456 w 41981"/>
                  <a:gd name="connsiteY1" fmla="*/ 21144 h 41981"/>
                  <a:gd name="connsiteX2" fmla="*/ 37456 w 41981"/>
                  <a:gd name="connsiteY2" fmla="*/ 21144 h 41981"/>
                  <a:gd name="connsiteX3" fmla="*/ 21266 w 41981"/>
                  <a:gd name="connsiteY3" fmla="*/ 37334 h 41981"/>
                  <a:gd name="connsiteX4" fmla="*/ 5076 w 41981"/>
                  <a:gd name="connsiteY4" fmla="*/ 21144 h 41981"/>
                  <a:gd name="connsiteX5" fmla="*/ 21266 w 41981"/>
                  <a:gd name="connsiteY5" fmla="*/ 4953 h 41981"/>
                  <a:gd name="connsiteX6" fmla="*/ 21266 w 41981"/>
                  <a:gd name="connsiteY6" fmla="*/ 153 h 41981"/>
                  <a:gd name="connsiteX7" fmla="*/ 276 w 41981"/>
                  <a:gd name="connsiteY7" fmla="*/ 21144 h 41981"/>
                  <a:gd name="connsiteX8" fmla="*/ 21266 w 41981"/>
                  <a:gd name="connsiteY8" fmla="*/ 42134 h 41981"/>
                  <a:gd name="connsiteX9" fmla="*/ 42257 w 41981"/>
                  <a:gd name="connsiteY9" fmla="*/ 21144 h 41981"/>
                  <a:gd name="connsiteX10" fmla="*/ 42257 w 41981"/>
                  <a:gd name="connsiteY10" fmla="*/ 21144 h 41981"/>
                  <a:gd name="connsiteX11" fmla="*/ 21266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3"/>
                    </a:moveTo>
                    <a:cubicBezTo>
                      <a:pt x="30208" y="4953"/>
                      <a:pt x="37456" y="12202"/>
                      <a:pt x="37456" y="21144"/>
                    </a:cubicBezTo>
                    <a:lnTo>
                      <a:pt x="37456" y="21144"/>
                    </a:lnTo>
                    <a:cubicBezTo>
                      <a:pt x="37456" y="30086"/>
                      <a:pt x="30208" y="37334"/>
                      <a:pt x="21266" y="37334"/>
                    </a:cubicBezTo>
                    <a:cubicBezTo>
                      <a:pt x="12324" y="37334"/>
                      <a:pt x="5076" y="30086"/>
                      <a:pt x="5076" y="21144"/>
                    </a:cubicBezTo>
                    <a:cubicBezTo>
                      <a:pt x="5076" y="12202"/>
                      <a:pt x="12324" y="4953"/>
                      <a:pt x="21266" y="4953"/>
                    </a:cubicBezTo>
                    <a:close/>
                    <a:moveTo>
                      <a:pt x="21266" y="153"/>
                    </a:moveTo>
                    <a:cubicBezTo>
                      <a:pt x="9674" y="153"/>
                      <a:pt x="276" y="9551"/>
                      <a:pt x="276" y="21144"/>
                    </a:cubicBezTo>
                    <a:cubicBezTo>
                      <a:pt x="276" y="32736"/>
                      <a:pt x="9674" y="42134"/>
                      <a:pt x="21266" y="42134"/>
                    </a:cubicBezTo>
                    <a:cubicBezTo>
                      <a:pt x="32859" y="42134"/>
                      <a:pt x="42257" y="32736"/>
                      <a:pt x="42257" y="21144"/>
                    </a:cubicBezTo>
                    <a:lnTo>
                      <a:pt x="42257" y="21144"/>
                    </a:lnTo>
                    <a:cubicBezTo>
                      <a:pt x="42257" y="9551"/>
                      <a:pt x="32859" y="153"/>
                      <a:pt x="21266"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7" name="Freeform: Shape 3496">
                <a:extLst>
                  <a:ext uri="{FF2B5EF4-FFF2-40B4-BE49-F238E27FC236}">
                    <a16:creationId xmlns:a16="http://schemas.microsoft.com/office/drawing/2014/main" id="{08235D5C-250C-95C1-EAC5-6C28386D353D}"/>
                  </a:ext>
                </a:extLst>
              </p:cNvPr>
              <p:cNvSpPr/>
              <p:nvPr/>
            </p:nvSpPr>
            <p:spPr>
              <a:xfrm>
                <a:off x="1791213" y="7854709"/>
                <a:ext cx="37180" cy="37180"/>
              </a:xfrm>
              <a:custGeom>
                <a:avLst/>
                <a:gdLst>
                  <a:gd name="connsiteX0" fmla="*/ 37446 w 37180"/>
                  <a:gd name="connsiteY0" fmla="*/ 18752 h 37180"/>
                  <a:gd name="connsiteX1" fmla="*/ 18856 w 37180"/>
                  <a:gd name="connsiteY1" fmla="*/ 37342 h 37180"/>
                  <a:gd name="connsiteX2" fmla="*/ 265 w 37180"/>
                  <a:gd name="connsiteY2" fmla="*/ 18752 h 37180"/>
                  <a:gd name="connsiteX3" fmla="*/ 18856 w 37180"/>
                  <a:gd name="connsiteY3" fmla="*/ 162 h 37180"/>
                  <a:gd name="connsiteX4" fmla="*/ 37446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2"/>
                    </a:moveTo>
                    <a:cubicBezTo>
                      <a:pt x="37446" y="29019"/>
                      <a:pt x="29123" y="37342"/>
                      <a:pt x="18856" y="37342"/>
                    </a:cubicBezTo>
                    <a:cubicBezTo>
                      <a:pt x="8588" y="37342"/>
                      <a:pt x="265" y="29019"/>
                      <a:pt x="265" y="18752"/>
                    </a:cubicBezTo>
                    <a:cubicBezTo>
                      <a:pt x="265" y="8485"/>
                      <a:pt x="8588" y="162"/>
                      <a:pt x="18856" y="162"/>
                    </a:cubicBezTo>
                    <a:cubicBezTo>
                      <a:pt x="29123" y="162"/>
                      <a:pt x="37446" y="8485"/>
                      <a:pt x="37446" y="18752"/>
                    </a:cubicBezTo>
                    <a:close/>
                  </a:path>
                </a:pathLst>
              </a:custGeom>
              <a:solidFill>
                <a:srgbClr val="F7C5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8" name="Freeform: Shape 3497">
                <a:extLst>
                  <a:ext uri="{FF2B5EF4-FFF2-40B4-BE49-F238E27FC236}">
                    <a16:creationId xmlns:a16="http://schemas.microsoft.com/office/drawing/2014/main" id="{170C2958-7BA2-FEE8-A881-B3AFC8A51CFF}"/>
                  </a:ext>
                </a:extLst>
              </p:cNvPr>
              <p:cNvSpPr/>
              <p:nvPr/>
            </p:nvSpPr>
            <p:spPr>
              <a:xfrm>
                <a:off x="1788813" y="7852309"/>
                <a:ext cx="41981" cy="41981"/>
              </a:xfrm>
              <a:custGeom>
                <a:avLst/>
                <a:gdLst>
                  <a:gd name="connsiteX0" fmla="*/ 21256 w 41981"/>
                  <a:gd name="connsiteY0" fmla="*/ 4962 h 41981"/>
                  <a:gd name="connsiteX1" fmla="*/ 37446 w 41981"/>
                  <a:gd name="connsiteY1" fmla="*/ 21152 h 41981"/>
                  <a:gd name="connsiteX2" fmla="*/ 37446 w 41981"/>
                  <a:gd name="connsiteY2" fmla="*/ 21152 h 41981"/>
                  <a:gd name="connsiteX3" fmla="*/ 21256 w 41981"/>
                  <a:gd name="connsiteY3" fmla="*/ 37342 h 41981"/>
                  <a:gd name="connsiteX4" fmla="*/ 5066 w 41981"/>
                  <a:gd name="connsiteY4" fmla="*/ 21152 h 41981"/>
                  <a:gd name="connsiteX5" fmla="*/ 21256 w 41981"/>
                  <a:gd name="connsiteY5" fmla="*/ 4962 h 41981"/>
                  <a:gd name="connsiteX6" fmla="*/ 21256 w 41981"/>
                  <a:gd name="connsiteY6" fmla="*/ 162 h 41981"/>
                  <a:gd name="connsiteX7" fmla="*/ 265 w 41981"/>
                  <a:gd name="connsiteY7" fmla="*/ 21152 h 41981"/>
                  <a:gd name="connsiteX8" fmla="*/ 21256 w 41981"/>
                  <a:gd name="connsiteY8" fmla="*/ 42143 h 41981"/>
                  <a:gd name="connsiteX9" fmla="*/ 42246 w 41981"/>
                  <a:gd name="connsiteY9" fmla="*/ 21152 h 41981"/>
                  <a:gd name="connsiteX10" fmla="*/ 42246 w 41981"/>
                  <a:gd name="connsiteY10" fmla="*/ 21152 h 41981"/>
                  <a:gd name="connsiteX11" fmla="*/ 21256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2"/>
                    </a:moveTo>
                    <a:cubicBezTo>
                      <a:pt x="30198" y="4962"/>
                      <a:pt x="37446" y="12210"/>
                      <a:pt x="37446" y="21152"/>
                    </a:cubicBezTo>
                    <a:lnTo>
                      <a:pt x="37446" y="21152"/>
                    </a:lnTo>
                    <a:cubicBezTo>
                      <a:pt x="37446" y="30094"/>
                      <a:pt x="30198" y="37342"/>
                      <a:pt x="21256" y="37342"/>
                    </a:cubicBezTo>
                    <a:cubicBezTo>
                      <a:pt x="12314" y="37342"/>
                      <a:pt x="5066" y="30094"/>
                      <a:pt x="5066" y="21152"/>
                    </a:cubicBezTo>
                    <a:cubicBezTo>
                      <a:pt x="5066" y="12210"/>
                      <a:pt x="12314" y="4962"/>
                      <a:pt x="21256" y="4962"/>
                    </a:cubicBezTo>
                    <a:close/>
                    <a:moveTo>
                      <a:pt x="21256" y="162"/>
                    </a:moveTo>
                    <a:cubicBezTo>
                      <a:pt x="9663" y="162"/>
                      <a:pt x="265" y="9560"/>
                      <a:pt x="265" y="21152"/>
                    </a:cubicBezTo>
                    <a:cubicBezTo>
                      <a:pt x="265" y="32745"/>
                      <a:pt x="9663" y="42143"/>
                      <a:pt x="21256" y="42143"/>
                    </a:cubicBezTo>
                    <a:cubicBezTo>
                      <a:pt x="32848" y="42143"/>
                      <a:pt x="42246" y="32745"/>
                      <a:pt x="42246" y="21152"/>
                    </a:cubicBezTo>
                    <a:lnTo>
                      <a:pt x="42246" y="21152"/>
                    </a:lnTo>
                    <a:cubicBezTo>
                      <a:pt x="42246" y="9560"/>
                      <a:pt x="32848" y="162"/>
                      <a:pt x="21256"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499" name="Freeform: Shape 3498">
                <a:extLst>
                  <a:ext uri="{FF2B5EF4-FFF2-40B4-BE49-F238E27FC236}">
                    <a16:creationId xmlns:a16="http://schemas.microsoft.com/office/drawing/2014/main" id="{B67276B9-AF19-77B3-41E8-9FDFFC90ACDD}"/>
                  </a:ext>
                </a:extLst>
              </p:cNvPr>
              <p:cNvSpPr/>
              <p:nvPr/>
            </p:nvSpPr>
            <p:spPr>
              <a:xfrm>
                <a:off x="1741930" y="7931859"/>
                <a:ext cx="37180" cy="37180"/>
              </a:xfrm>
              <a:custGeom>
                <a:avLst/>
                <a:gdLst>
                  <a:gd name="connsiteX0" fmla="*/ 37437 w 37180"/>
                  <a:gd name="connsiteY0" fmla="*/ 18765 h 37180"/>
                  <a:gd name="connsiteX1" fmla="*/ 18847 w 37180"/>
                  <a:gd name="connsiteY1" fmla="*/ 37356 h 37180"/>
                  <a:gd name="connsiteX2" fmla="*/ 257 w 37180"/>
                  <a:gd name="connsiteY2" fmla="*/ 18765 h 37180"/>
                  <a:gd name="connsiteX3" fmla="*/ 18847 w 37180"/>
                  <a:gd name="connsiteY3" fmla="*/ 175 h 37180"/>
                  <a:gd name="connsiteX4" fmla="*/ 37437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5"/>
                    </a:moveTo>
                    <a:cubicBezTo>
                      <a:pt x="37437" y="29033"/>
                      <a:pt x="29114" y="37356"/>
                      <a:pt x="18847" y="37356"/>
                    </a:cubicBezTo>
                    <a:cubicBezTo>
                      <a:pt x="8580" y="37356"/>
                      <a:pt x="257" y="29033"/>
                      <a:pt x="257" y="18765"/>
                    </a:cubicBezTo>
                    <a:cubicBezTo>
                      <a:pt x="257" y="8498"/>
                      <a:pt x="8580" y="175"/>
                      <a:pt x="18847" y="175"/>
                    </a:cubicBezTo>
                    <a:cubicBezTo>
                      <a:pt x="29114" y="175"/>
                      <a:pt x="37437" y="8498"/>
                      <a:pt x="37437" y="18765"/>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0" name="Freeform: Shape 3499">
                <a:extLst>
                  <a:ext uri="{FF2B5EF4-FFF2-40B4-BE49-F238E27FC236}">
                    <a16:creationId xmlns:a16="http://schemas.microsoft.com/office/drawing/2014/main" id="{70D2F5FF-3867-3023-6DE0-94E2F7649080}"/>
                  </a:ext>
                </a:extLst>
              </p:cNvPr>
              <p:cNvSpPr/>
              <p:nvPr/>
            </p:nvSpPr>
            <p:spPr>
              <a:xfrm>
                <a:off x="1739530" y="7929459"/>
                <a:ext cx="41981" cy="41981"/>
              </a:xfrm>
              <a:custGeom>
                <a:avLst/>
                <a:gdLst>
                  <a:gd name="connsiteX0" fmla="*/ 21247 w 41981"/>
                  <a:gd name="connsiteY0" fmla="*/ 4975 h 41981"/>
                  <a:gd name="connsiteX1" fmla="*/ 37437 w 41981"/>
                  <a:gd name="connsiteY1" fmla="*/ 21166 h 41981"/>
                  <a:gd name="connsiteX2" fmla="*/ 37437 w 41981"/>
                  <a:gd name="connsiteY2" fmla="*/ 21166 h 41981"/>
                  <a:gd name="connsiteX3" fmla="*/ 21247 w 41981"/>
                  <a:gd name="connsiteY3" fmla="*/ 37356 h 41981"/>
                  <a:gd name="connsiteX4" fmla="*/ 5057 w 41981"/>
                  <a:gd name="connsiteY4" fmla="*/ 21166 h 41981"/>
                  <a:gd name="connsiteX5" fmla="*/ 21247 w 41981"/>
                  <a:gd name="connsiteY5" fmla="*/ 4975 h 41981"/>
                  <a:gd name="connsiteX6" fmla="*/ 21247 w 41981"/>
                  <a:gd name="connsiteY6" fmla="*/ 175 h 41981"/>
                  <a:gd name="connsiteX7" fmla="*/ 257 w 41981"/>
                  <a:gd name="connsiteY7" fmla="*/ 21166 h 41981"/>
                  <a:gd name="connsiteX8" fmla="*/ 21247 w 41981"/>
                  <a:gd name="connsiteY8" fmla="*/ 42156 h 41981"/>
                  <a:gd name="connsiteX9" fmla="*/ 42238 w 41981"/>
                  <a:gd name="connsiteY9" fmla="*/ 21166 h 41981"/>
                  <a:gd name="connsiteX10" fmla="*/ 42238 w 41981"/>
                  <a:gd name="connsiteY10" fmla="*/ 21166 h 41981"/>
                  <a:gd name="connsiteX11" fmla="*/ 21247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5"/>
                    </a:moveTo>
                    <a:cubicBezTo>
                      <a:pt x="30189" y="4975"/>
                      <a:pt x="37437" y="12224"/>
                      <a:pt x="37437" y="21166"/>
                    </a:cubicBezTo>
                    <a:lnTo>
                      <a:pt x="37437" y="21166"/>
                    </a:lnTo>
                    <a:cubicBezTo>
                      <a:pt x="37437" y="30107"/>
                      <a:pt x="30189" y="37356"/>
                      <a:pt x="21247" y="37356"/>
                    </a:cubicBezTo>
                    <a:cubicBezTo>
                      <a:pt x="12305" y="37356"/>
                      <a:pt x="5057" y="30107"/>
                      <a:pt x="5057" y="21166"/>
                    </a:cubicBezTo>
                    <a:cubicBezTo>
                      <a:pt x="5057" y="12224"/>
                      <a:pt x="12305" y="4975"/>
                      <a:pt x="21247" y="4975"/>
                    </a:cubicBezTo>
                    <a:close/>
                    <a:moveTo>
                      <a:pt x="21247" y="175"/>
                    </a:moveTo>
                    <a:cubicBezTo>
                      <a:pt x="9655" y="175"/>
                      <a:pt x="257" y="9573"/>
                      <a:pt x="257" y="21166"/>
                    </a:cubicBezTo>
                    <a:cubicBezTo>
                      <a:pt x="257" y="32758"/>
                      <a:pt x="9655" y="42156"/>
                      <a:pt x="21247" y="42156"/>
                    </a:cubicBezTo>
                    <a:cubicBezTo>
                      <a:pt x="32840" y="42156"/>
                      <a:pt x="42238" y="32758"/>
                      <a:pt x="42238" y="21166"/>
                    </a:cubicBezTo>
                    <a:lnTo>
                      <a:pt x="42238" y="21166"/>
                    </a:lnTo>
                    <a:cubicBezTo>
                      <a:pt x="42238" y="9573"/>
                      <a:pt x="32840" y="175"/>
                      <a:pt x="21247"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1" name="Freeform: Shape 3500">
                <a:extLst>
                  <a:ext uri="{FF2B5EF4-FFF2-40B4-BE49-F238E27FC236}">
                    <a16:creationId xmlns:a16="http://schemas.microsoft.com/office/drawing/2014/main" id="{7F050422-2950-95A9-535C-DF5B37440B5C}"/>
                  </a:ext>
                </a:extLst>
              </p:cNvPr>
              <p:cNvSpPr/>
              <p:nvPr/>
            </p:nvSpPr>
            <p:spPr>
              <a:xfrm>
                <a:off x="1546937" y="7793907"/>
                <a:ext cx="37180" cy="37180"/>
              </a:xfrm>
              <a:custGeom>
                <a:avLst/>
                <a:gdLst>
                  <a:gd name="connsiteX0" fmla="*/ 37404 w 37180"/>
                  <a:gd name="connsiteY0" fmla="*/ 18741 h 37180"/>
                  <a:gd name="connsiteX1" fmla="*/ 18813 w 37180"/>
                  <a:gd name="connsiteY1" fmla="*/ 37332 h 37180"/>
                  <a:gd name="connsiteX2" fmla="*/ 223 w 37180"/>
                  <a:gd name="connsiteY2" fmla="*/ 18741 h 37180"/>
                  <a:gd name="connsiteX3" fmla="*/ 18813 w 37180"/>
                  <a:gd name="connsiteY3" fmla="*/ 151 h 37180"/>
                  <a:gd name="connsiteX4" fmla="*/ 37404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41"/>
                    </a:moveTo>
                    <a:cubicBezTo>
                      <a:pt x="37404" y="29009"/>
                      <a:pt x="29080" y="37332"/>
                      <a:pt x="18813" y="37332"/>
                    </a:cubicBezTo>
                    <a:cubicBezTo>
                      <a:pt x="8546" y="37332"/>
                      <a:pt x="223" y="29009"/>
                      <a:pt x="223" y="18741"/>
                    </a:cubicBezTo>
                    <a:cubicBezTo>
                      <a:pt x="223" y="8474"/>
                      <a:pt x="8546" y="151"/>
                      <a:pt x="18813" y="151"/>
                    </a:cubicBezTo>
                    <a:cubicBezTo>
                      <a:pt x="29080" y="151"/>
                      <a:pt x="37404" y="8474"/>
                      <a:pt x="37404" y="18741"/>
                    </a:cubicBezTo>
                    <a:close/>
                  </a:path>
                </a:pathLst>
              </a:custGeom>
              <a:solidFill>
                <a:srgbClr val="F7A58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2" name="Freeform: Shape 3501">
                <a:extLst>
                  <a:ext uri="{FF2B5EF4-FFF2-40B4-BE49-F238E27FC236}">
                    <a16:creationId xmlns:a16="http://schemas.microsoft.com/office/drawing/2014/main" id="{787F4A9E-EFD3-932A-DADB-921A5D8127CE}"/>
                  </a:ext>
                </a:extLst>
              </p:cNvPr>
              <p:cNvSpPr/>
              <p:nvPr/>
            </p:nvSpPr>
            <p:spPr>
              <a:xfrm>
                <a:off x="1544537" y="7791507"/>
                <a:ext cx="41981" cy="41981"/>
              </a:xfrm>
              <a:custGeom>
                <a:avLst/>
                <a:gdLst>
                  <a:gd name="connsiteX0" fmla="*/ 21213 w 41981"/>
                  <a:gd name="connsiteY0" fmla="*/ 4951 h 41981"/>
                  <a:gd name="connsiteX1" fmla="*/ 37404 w 41981"/>
                  <a:gd name="connsiteY1" fmla="*/ 21142 h 41981"/>
                  <a:gd name="connsiteX2" fmla="*/ 37404 w 41981"/>
                  <a:gd name="connsiteY2" fmla="*/ 21142 h 41981"/>
                  <a:gd name="connsiteX3" fmla="*/ 21213 w 41981"/>
                  <a:gd name="connsiteY3" fmla="*/ 37332 h 41981"/>
                  <a:gd name="connsiteX4" fmla="*/ 5023 w 41981"/>
                  <a:gd name="connsiteY4" fmla="*/ 21142 h 41981"/>
                  <a:gd name="connsiteX5" fmla="*/ 21213 w 41981"/>
                  <a:gd name="connsiteY5" fmla="*/ 4951 h 41981"/>
                  <a:gd name="connsiteX6" fmla="*/ 21213 w 41981"/>
                  <a:gd name="connsiteY6" fmla="*/ 151 h 41981"/>
                  <a:gd name="connsiteX7" fmla="*/ 223 w 41981"/>
                  <a:gd name="connsiteY7" fmla="*/ 21142 h 41981"/>
                  <a:gd name="connsiteX8" fmla="*/ 21213 w 41981"/>
                  <a:gd name="connsiteY8" fmla="*/ 42132 h 41981"/>
                  <a:gd name="connsiteX9" fmla="*/ 42204 w 41981"/>
                  <a:gd name="connsiteY9" fmla="*/ 21142 h 41981"/>
                  <a:gd name="connsiteX10" fmla="*/ 42204 w 41981"/>
                  <a:gd name="connsiteY10" fmla="*/ 21142 h 41981"/>
                  <a:gd name="connsiteX11" fmla="*/ 21213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4951"/>
                    </a:moveTo>
                    <a:cubicBezTo>
                      <a:pt x="30155" y="4951"/>
                      <a:pt x="37404" y="12200"/>
                      <a:pt x="37404" y="21142"/>
                    </a:cubicBezTo>
                    <a:lnTo>
                      <a:pt x="37404" y="21142"/>
                    </a:lnTo>
                    <a:cubicBezTo>
                      <a:pt x="37404" y="30084"/>
                      <a:pt x="30155" y="37332"/>
                      <a:pt x="21213" y="37332"/>
                    </a:cubicBezTo>
                    <a:cubicBezTo>
                      <a:pt x="12272" y="37332"/>
                      <a:pt x="5023" y="30084"/>
                      <a:pt x="5023" y="21142"/>
                    </a:cubicBezTo>
                    <a:cubicBezTo>
                      <a:pt x="5023" y="12200"/>
                      <a:pt x="12272" y="4951"/>
                      <a:pt x="21213" y="4951"/>
                    </a:cubicBezTo>
                    <a:close/>
                    <a:moveTo>
                      <a:pt x="21213" y="151"/>
                    </a:moveTo>
                    <a:cubicBezTo>
                      <a:pt x="9621" y="151"/>
                      <a:pt x="223" y="9549"/>
                      <a:pt x="223" y="21142"/>
                    </a:cubicBezTo>
                    <a:cubicBezTo>
                      <a:pt x="223" y="32734"/>
                      <a:pt x="9621" y="42132"/>
                      <a:pt x="21213" y="42132"/>
                    </a:cubicBezTo>
                    <a:cubicBezTo>
                      <a:pt x="32806" y="42132"/>
                      <a:pt x="42204" y="32734"/>
                      <a:pt x="42204" y="21142"/>
                    </a:cubicBezTo>
                    <a:lnTo>
                      <a:pt x="42204" y="21142"/>
                    </a:lnTo>
                    <a:cubicBezTo>
                      <a:pt x="42204" y="9549"/>
                      <a:pt x="32806" y="151"/>
                      <a:pt x="21213"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3" name="Freeform: Shape 3502">
                <a:extLst>
                  <a:ext uri="{FF2B5EF4-FFF2-40B4-BE49-F238E27FC236}">
                    <a16:creationId xmlns:a16="http://schemas.microsoft.com/office/drawing/2014/main" id="{4EEF7A8B-A137-4A46-18A6-BC12202D83C5}"/>
                  </a:ext>
                </a:extLst>
              </p:cNvPr>
              <p:cNvSpPr/>
              <p:nvPr/>
            </p:nvSpPr>
            <p:spPr>
              <a:xfrm>
                <a:off x="1565801" y="7861886"/>
                <a:ext cx="37180" cy="37180"/>
              </a:xfrm>
              <a:custGeom>
                <a:avLst/>
                <a:gdLst>
                  <a:gd name="connsiteX0" fmla="*/ 37407 w 37180"/>
                  <a:gd name="connsiteY0" fmla="*/ 18753 h 37180"/>
                  <a:gd name="connsiteX1" fmla="*/ 18816 w 37180"/>
                  <a:gd name="connsiteY1" fmla="*/ 37344 h 37180"/>
                  <a:gd name="connsiteX2" fmla="*/ 226 w 37180"/>
                  <a:gd name="connsiteY2" fmla="*/ 18753 h 37180"/>
                  <a:gd name="connsiteX3" fmla="*/ 18816 w 37180"/>
                  <a:gd name="connsiteY3" fmla="*/ 163 h 37180"/>
                  <a:gd name="connsiteX4" fmla="*/ 37407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7" y="18753"/>
                    </a:moveTo>
                    <a:cubicBezTo>
                      <a:pt x="37407" y="29020"/>
                      <a:pt x="29084" y="37344"/>
                      <a:pt x="18816" y="37344"/>
                    </a:cubicBezTo>
                    <a:cubicBezTo>
                      <a:pt x="8549" y="37344"/>
                      <a:pt x="226" y="29020"/>
                      <a:pt x="226" y="18753"/>
                    </a:cubicBezTo>
                    <a:cubicBezTo>
                      <a:pt x="226" y="8486"/>
                      <a:pt x="8549" y="163"/>
                      <a:pt x="18816" y="163"/>
                    </a:cubicBezTo>
                    <a:cubicBezTo>
                      <a:pt x="29084" y="163"/>
                      <a:pt x="37407" y="8486"/>
                      <a:pt x="37407" y="18753"/>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4" name="Freeform: Shape 3503">
                <a:extLst>
                  <a:ext uri="{FF2B5EF4-FFF2-40B4-BE49-F238E27FC236}">
                    <a16:creationId xmlns:a16="http://schemas.microsoft.com/office/drawing/2014/main" id="{7F50BC96-A9F6-7D58-1FC9-40C9350E6639}"/>
                  </a:ext>
                </a:extLst>
              </p:cNvPr>
              <p:cNvSpPr/>
              <p:nvPr/>
            </p:nvSpPr>
            <p:spPr>
              <a:xfrm>
                <a:off x="1563401" y="7859486"/>
                <a:ext cx="41981" cy="41981"/>
              </a:xfrm>
              <a:custGeom>
                <a:avLst/>
                <a:gdLst>
                  <a:gd name="connsiteX0" fmla="*/ 21217 w 41981"/>
                  <a:gd name="connsiteY0" fmla="*/ 4963 h 41981"/>
                  <a:gd name="connsiteX1" fmla="*/ 37407 w 41981"/>
                  <a:gd name="connsiteY1" fmla="*/ 21153 h 41981"/>
                  <a:gd name="connsiteX2" fmla="*/ 37407 w 41981"/>
                  <a:gd name="connsiteY2" fmla="*/ 21153 h 41981"/>
                  <a:gd name="connsiteX3" fmla="*/ 21217 w 41981"/>
                  <a:gd name="connsiteY3" fmla="*/ 37344 h 41981"/>
                  <a:gd name="connsiteX4" fmla="*/ 5026 w 41981"/>
                  <a:gd name="connsiteY4" fmla="*/ 21153 h 41981"/>
                  <a:gd name="connsiteX5" fmla="*/ 21217 w 41981"/>
                  <a:gd name="connsiteY5" fmla="*/ 4963 h 41981"/>
                  <a:gd name="connsiteX6" fmla="*/ 21217 w 41981"/>
                  <a:gd name="connsiteY6" fmla="*/ 163 h 41981"/>
                  <a:gd name="connsiteX7" fmla="*/ 226 w 41981"/>
                  <a:gd name="connsiteY7" fmla="*/ 21153 h 41981"/>
                  <a:gd name="connsiteX8" fmla="*/ 21217 w 41981"/>
                  <a:gd name="connsiteY8" fmla="*/ 42144 h 41981"/>
                  <a:gd name="connsiteX9" fmla="*/ 42207 w 41981"/>
                  <a:gd name="connsiteY9" fmla="*/ 21153 h 41981"/>
                  <a:gd name="connsiteX10" fmla="*/ 42207 w 41981"/>
                  <a:gd name="connsiteY10" fmla="*/ 21153 h 41981"/>
                  <a:gd name="connsiteX11" fmla="*/ 21217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7" y="4963"/>
                    </a:moveTo>
                    <a:cubicBezTo>
                      <a:pt x="30158" y="4963"/>
                      <a:pt x="37407" y="12212"/>
                      <a:pt x="37407" y="21153"/>
                    </a:cubicBezTo>
                    <a:lnTo>
                      <a:pt x="37407" y="21153"/>
                    </a:lnTo>
                    <a:cubicBezTo>
                      <a:pt x="37407" y="30095"/>
                      <a:pt x="30158" y="37344"/>
                      <a:pt x="21217" y="37344"/>
                    </a:cubicBezTo>
                    <a:cubicBezTo>
                      <a:pt x="12275" y="37344"/>
                      <a:pt x="5026" y="30095"/>
                      <a:pt x="5026" y="21153"/>
                    </a:cubicBezTo>
                    <a:cubicBezTo>
                      <a:pt x="5026" y="12212"/>
                      <a:pt x="12275" y="4963"/>
                      <a:pt x="21217" y="4963"/>
                    </a:cubicBezTo>
                    <a:close/>
                    <a:moveTo>
                      <a:pt x="21217" y="163"/>
                    </a:moveTo>
                    <a:cubicBezTo>
                      <a:pt x="9624" y="163"/>
                      <a:pt x="226" y="9561"/>
                      <a:pt x="226" y="21153"/>
                    </a:cubicBezTo>
                    <a:cubicBezTo>
                      <a:pt x="226" y="32746"/>
                      <a:pt x="9624" y="42144"/>
                      <a:pt x="21217" y="42144"/>
                    </a:cubicBezTo>
                    <a:cubicBezTo>
                      <a:pt x="32809" y="42144"/>
                      <a:pt x="42207" y="32746"/>
                      <a:pt x="42207" y="21153"/>
                    </a:cubicBezTo>
                    <a:lnTo>
                      <a:pt x="42207" y="21153"/>
                    </a:lnTo>
                    <a:cubicBezTo>
                      <a:pt x="42207" y="9561"/>
                      <a:pt x="32809" y="163"/>
                      <a:pt x="21217"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5" name="Freeform: Shape 3504">
                <a:extLst>
                  <a:ext uri="{FF2B5EF4-FFF2-40B4-BE49-F238E27FC236}">
                    <a16:creationId xmlns:a16="http://schemas.microsoft.com/office/drawing/2014/main" id="{9398A91E-760F-E257-1ED9-8CB98D6C4326}"/>
                  </a:ext>
                </a:extLst>
              </p:cNvPr>
              <p:cNvSpPr/>
              <p:nvPr/>
            </p:nvSpPr>
            <p:spPr>
              <a:xfrm>
                <a:off x="1822317" y="7832395"/>
                <a:ext cx="37180" cy="37180"/>
              </a:xfrm>
              <a:custGeom>
                <a:avLst/>
                <a:gdLst>
                  <a:gd name="connsiteX0" fmla="*/ 37451 w 37180"/>
                  <a:gd name="connsiteY0" fmla="*/ 18748 h 37180"/>
                  <a:gd name="connsiteX1" fmla="*/ 18861 w 37180"/>
                  <a:gd name="connsiteY1" fmla="*/ 37339 h 37180"/>
                  <a:gd name="connsiteX2" fmla="*/ 271 w 37180"/>
                  <a:gd name="connsiteY2" fmla="*/ 18748 h 37180"/>
                  <a:gd name="connsiteX3" fmla="*/ 18861 w 37180"/>
                  <a:gd name="connsiteY3" fmla="*/ 158 h 37180"/>
                  <a:gd name="connsiteX4" fmla="*/ 37451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8"/>
                    </a:moveTo>
                    <a:cubicBezTo>
                      <a:pt x="37451" y="29015"/>
                      <a:pt x="29128" y="37339"/>
                      <a:pt x="18861" y="37339"/>
                    </a:cubicBezTo>
                    <a:cubicBezTo>
                      <a:pt x="8594" y="37339"/>
                      <a:pt x="271" y="29015"/>
                      <a:pt x="271" y="18748"/>
                    </a:cubicBezTo>
                    <a:cubicBezTo>
                      <a:pt x="271" y="8481"/>
                      <a:pt x="8594" y="158"/>
                      <a:pt x="18861" y="158"/>
                    </a:cubicBezTo>
                    <a:cubicBezTo>
                      <a:pt x="29128" y="158"/>
                      <a:pt x="37451" y="8481"/>
                      <a:pt x="37451" y="18748"/>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6" name="Freeform: Shape 3505">
                <a:extLst>
                  <a:ext uri="{FF2B5EF4-FFF2-40B4-BE49-F238E27FC236}">
                    <a16:creationId xmlns:a16="http://schemas.microsoft.com/office/drawing/2014/main" id="{62D4A872-5635-910E-95AB-FA7D56637E2F}"/>
                  </a:ext>
                </a:extLst>
              </p:cNvPr>
              <p:cNvSpPr/>
              <p:nvPr/>
            </p:nvSpPr>
            <p:spPr>
              <a:xfrm>
                <a:off x="1819917" y="7829995"/>
                <a:ext cx="41981" cy="41981"/>
              </a:xfrm>
              <a:custGeom>
                <a:avLst/>
                <a:gdLst>
                  <a:gd name="connsiteX0" fmla="*/ 21261 w 41981"/>
                  <a:gd name="connsiteY0" fmla="*/ 4958 h 41981"/>
                  <a:gd name="connsiteX1" fmla="*/ 37451 w 41981"/>
                  <a:gd name="connsiteY1" fmla="*/ 21148 h 41981"/>
                  <a:gd name="connsiteX2" fmla="*/ 37451 w 41981"/>
                  <a:gd name="connsiteY2" fmla="*/ 21148 h 41981"/>
                  <a:gd name="connsiteX3" fmla="*/ 21261 w 41981"/>
                  <a:gd name="connsiteY3" fmla="*/ 37339 h 41981"/>
                  <a:gd name="connsiteX4" fmla="*/ 5071 w 41981"/>
                  <a:gd name="connsiteY4" fmla="*/ 21148 h 41981"/>
                  <a:gd name="connsiteX5" fmla="*/ 21261 w 41981"/>
                  <a:gd name="connsiteY5" fmla="*/ 4958 h 41981"/>
                  <a:gd name="connsiteX6" fmla="*/ 21261 w 41981"/>
                  <a:gd name="connsiteY6" fmla="*/ 158 h 41981"/>
                  <a:gd name="connsiteX7" fmla="*/ 271 w 41981"/>
                  <a:gd name="connsiteY7" fmla="*/ 21148 h 41981"/>
                  <a:gd name="connsiteX8" fmla="*/ 21261 w 41981"/>
                  <a:gd name="connsiteY8" fmla="*/ 42139 h 41981"/>
                  <a:gd name="connsiteX9" fmla="*/ 42252 w 41981"/>
                  <a:gd name="connsiteY9" fmla="*/ 21148 h 41981"/>
                  <a:gd name="connsiteX10" fmla="*/ 42252 w 41981"/>
                  <a:gd name="connsiteY10" fmla="*/ 21148 h 41981"/>
                  <a:gd name="connsiteX11" fmla="*/ 21261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8"/>
                    </a:moveTo>
                    <a:cubicBezTo>
                      <a:pt x="30203" y="4958"/>
                      <a:pt x="37451" y="12207"/>
                      <a:pt x="37451" y="21148"/>
                    </a:cubicBezTo>
                    <a:lnTo>
                      <a:pt x="37451" y="21148"/>
                    </a:lnTo>
                    <a:cubicBezTo>
                      <a:pt x="37451" y="30090"/>
                      <a:pt x="30203" y="37339"/>
                      <a:pt x="21261" y="37339"/>
                    </a:cubicBezTo>
                    <a:cubicBezTo>
                      <a:pt x="12319" y="37339"/>
                      <a:pt x="5071" y="30090"/>
                      <a:pt x="5071" y="21148"/>
                    </a:cubicBezTo>
                    <a:cubicBezTo>
                      <a:pt x="5071" y="12207"/>
                      <a:pt x="12319" y="4958"/>
                      <a:pt x="21261" y="4958"/>
                    </a:cubicBezTo>
                    <a:close/>
                    <a:moveTo>
                      <a:pt x="21261" y="158"/>
                    </a:moveTo>
                    <a:cubicBezTo>
                      <a:pt x="9669" y="158"/>
                      <a:pt x="271" y="9556"/>
                      <a:pt x="271" y="21148"/>
                    </a:cubicBezTo>
                    <a:cubicBezTo>
                      <a:pt x="271" y="32741"/>
                      <a:pt x="9669" y="42139"/>
                      <a:pt x="21261" y="42139"/>
                    </a:cubicBezTo>
                    <a:cubicBezTo>
                      <a:pt x="32854" y="42139"/>
                      <a:pt x="42252" y="32741"/>
                      <a:pt x="42252" y="21148"/>
                    </a:cubicBezTo>
                    <a:lnTo>
                      <a:pt x="42252" y="21148"/>
                    </a:lnTo>
                    <a:cubicBezTo>
                      <a:pt x="42252" y="9556"/>
                      <a:pt x="32854" y="158"/>
                      <a:pt x="21261"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7" name="Freeform: Shape 3506">
                <a:extLst>
                  <a:ext uri="{FF2B5EF4-FFF2-40B4-BE49-F238E27FC236}">
                    <a16:creationId xmlns:a16="http://schemas.microsoft.com/office/drawing/2014/main" id="{1BEDEE71-CF2C-FF80-2258-2B1A83586315}"/>
                  </a:ext>
                </a:extLst>
              </p:cNvPr>
              <p:cNvSpPr/>
              <p:nvPr/>
            </p:nvSpPr>
            <p:spPr>
              <a:xfrm>
                <a:off x="1785920" y="7844566"/>
                <a:ext cx="37180" cy="37180"/>
              </a:xfrm>
              <a:custGeom>
                <a:avLst/>
                <a:gdLst>
                  <a:gd name="connsiteX0" fmla="*/ 37445 w 37180"/>
                  <a:gd name="connsiteY0" fmla="*/ 18750 h 37180"/>
                  <a:gd name="connsiteX1" fmla="*/ 18855 w 37180"/>
                  <a:gd name="connsiteY1" fmla="*/ 37341 h 37180"/>
                  <a:gd name="connsiteX2" fmla="*/ 264 w 37180"/>
                  <a:gd name="connsiteY2" fmla="*/ 18750 h 37180"/>
                  <a:gd name="connsiteX3" fmla="*/ 18855 w 37180"/>
                  <a:gd name="connsiteY3" fmla="*/ 160 h 37180"/>
                  <a:gd name="connsiteX4" fmla="*/ 37445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0"/>
                    </a:moveTo>
                    <a:cubicBezTo>
                      <a:pt x="37445" y="29017"/>
                      <a:pt x="29122" y="37341"/>
                      <a:pt x="18855" y="37341"/>
                    </a:cubicBezTo>
                    <a:cubicBezTo>
                      <a:pt x="8587" y="37341"/>
                      <a:pt x="264" y="29017"/>
                      <a:pt x="264" y="18750"/>
                    </a:cubicBezTo>
                    <a:cubicBezTo>
                      <a:pt x="264" y="8483"/>
                      <a:pt x="8587" y="160"/>
                      <a:pt x="18855" y="160"/>
                    </a:cubicBezTo>
                    <a:cubicBezTo>
                      <a:pt x="29122" y="160"/>
                      <a:pt x="37445" y="8483"/>
                      <a:pt x="37445" y="18750"/>
                    </a:cubicBezTo>
                    <a:close/>
                  </a:path>
                </a:pathLst>
              </a:custGeom>
              <a:solidFill>
                <a:srgbClr val="F7C1C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8" name="Freeform: Shape 3507">
                <a:extLst>
                  <a:ext uri="{FF2B5EF4-FFF2-40B4-BE49-F238E27FC236}">
                    <a16:creationId xmlns:a16="http://schemas.microsoft.com/office/drawing/2014/main" id="{DE53C276-5964-9F05-8515-8D14632BDF04}"/>
                  </a:ext>
                </a:extLst>
              </p:cNvPr>
              <p:cNvSpPr/>
              <p:nvPr/>
            </p:nvSpPr>
            <p:spPr>
              <a:xfrm>
                <a:off x="1783519" y="7842166"/>
                <a:ext cx="41981" cy="41981"/>
              </a:xfrm>
              <a:custGeom>
                <a:avLst/>
                <a:gdLst>
                  <a:gd name="connsiteX0" fmla="*/ 21255 w 41981"/>
                  <a:gd name="connsiteY0" fmla="*/ 4960 h 41981"/>
                  <a:gd name="connsiteX1" fmla="*/ 37445 w 41981"/>
                  <a:gd name="connsiteY1" fmla="*/ 21150 h 41981"/>
                  <a:gd name="connsiteX2" fmla="*/ 37445 w 41981"/>
                  <a:gd name="connsiteY2" fmla="*/ 21150 h 41981"/>
                  <a:gd name="connsiteX3" fmla="*/ 21255 w 41981"/>
                  <a:gd name="connsiteY3" fmla="*/ 37341 h 41981"/>
                  <a:gd name="connsiteX4" fmla="*/ 5065 w 41981"/>
                  <a:gd name="connsiteY4" fmla="*/ 21150 h 41981"/>
                  <a:gd name="connsiteX5" fmla="*/ 21255 w 41981"/>
                  <a:gd name="connsiteY5" fmla="*/ 4960 h 41981"/>
                  <a:gd name="connsiteX6" fmla="*/ 21255 w 41981"/>
                  <a:gd name="connsiteY6" fmla="*/ 160 h 41981"/>
                  <a:gd name="connsiteX7" fmla="*/ 264 w 41981"/>
                  <a:gd name="connsiteY7" fmla="*/ 21150 h 41981"/>
                  <a:gd name="connsiteX8" fmla="*/ 21255 w 41981"/>
                  <a:gd name="connsiteY8" fmla="*/ 42141 h 41981"/>
                  <a:gd name="connsiteX9" fmla="*/ 42245 w 41981"/>
                  <a:gd name="connsiteY9" fmla="*/ 21150 h 41981"/>
                  <a:gd name="connsiteX10" fmla="*/ 42245 w 41981"/>
                  <a:gd name="connsiteY10" fmla="*/ 21150 h 41981"/>
                  <a:gd name="connsiteX11" fmla="*/ 21255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60"/>
                    </a:moveTo>
                    <a:cubicBezTo>
                      <a:pt x="30197" y="4960"/>
                      <a:pt x="37445" y="12209"/>
                      <a:pt x="37445" y="21150"/>
                    </a:cubicBezTo>
                    <a:lnTo>
                      <a:pt x="37445" y="21150"/>
                    </a:lnTo>
                    <a:cubicBezTo>
                      <a:pt x="37445" y="30092"/>
                      <a:pt x="30197" y="37341"/>
                      <a:pt x="21255" y="37341"/>
                    </a:cubicBezTo>
                    <a:cubicBezTo>
                      <a:pt x="12313" y="37341"/>
                      <a:pt x="5065" y="30092"/>
                      <a:pt x="5065" y="21150"/>
                    </a:cubicBezTo>
                    <a:cubicBezTo>
                      <a:pt x="5065" y="12209"/>
                      <a:pt x="12313" y="4960"/>
                      <a:pt x="21255" y="4960"/>
                    </a:cubicBezTo>
                    <a:close/>
                    <a:moveTo>
                      <a:pt x="21255" y="160"/>
                    </a:moveTo>
                    <a:cubicBezTo>
                      <a:pt x="9662" y="160"/>
                      <a:pt x="264" y="9558"/>
                      <a:pt x="264" y="21150"/>
                    </a:cubicBezTo>
                    <a:cubicBezTo>
                      <a:pt x="264" y="32743"/>
                      <a:pt x="9662" y="42141"/>
                      <a:pt x="21255" y="42141"/>
                    </a:cubicBezTo>
                    <a:cubicBezTo>
                      <a:pt x="32847" y="42141"/>
                      <a:pt x="42245" y="32743"/>
                      <a:pt x="42245" y="21150"/>
                    </a:cubicBezTo>
                    <a:lnTo>
                      <a:pt x="42245" y="21150"/>
                    </a:lnTo>
                    <a:cubicBezTo>
                      <a:pt x="42245" y="9558"/>
                      <a:pt x="32847" y="160"/>
                      <a:pt x="21255"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09" name="Freeform: Shape 3508">
                <a:extLst>
                  <a:ext uri="{FF2B5EF4-FFF2-40B4-BE49-F238E27FC236}">
                    <a16:creationId xmlns:a16="http://schemas.microsoft.com/office/drawing/2014/main" id="{F96939A8-8398-B689-60C8-A281ED8B8998}"/>
                  </a:ext>
                </a:extLst>
              </p:cNvPr>
              <p:cNvSpPr/>
              <p:nvPr/>
            </p:nvSpPr>
            <p:spPr>
              <a:xfrm>
                <a:off x="1820422" y="7815726"/>
                <a:ext cx="37180" cy="37180"/>
              </a:xfrm>
              <a:custGeom>
                <a:avLst/>
                <a:gdLst>
                  <a:gd name="connsiteX0" fmla="*/ 37451 w 37180"/>
                  <a:gd name="connsiteY0" fmla="*/ 18745 h 37180"/>
                  <a:gd name="connsiteX1" fmla="*/ 18861 w 37180"/>
                  <a:gd name="connsiteY1" fmla="*/ 37336 h 37180"/>
                  <a:gd name="connsiteX2" fmla="*/ 270 w 37180"/>
                  <a:gd name="connsiteY2" fmla="*/ 18745 h 37180"/>
                  <a:gd name="connsiteX3" fmla="*/ 18861 w 37180"/>
                  <a:gd name="connsiteY3" fmla="*/ 155 h 37180"/>
                  <a:gd name="connsiteX4" fmla="*/ 37451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5"/>
                    </a:moveTo>
                    <a:cubicBezTo>
                      <a:pt x="37451" y="29012"/>
                      <a:pt x="29128" y="37336"/>
                      <a:pt x="18861" y="37336"/>
                    </a:cubicBezTo>
                    <a:cubicBezTo>
                      <a:pt x="8593" y="37336"/>
                      <a:pt x="270" y="29012"/>
                      <a:pt x="270" y="18745"/>
                    </a:cubicBezTo>
                    <a:cubicBezTo>
                      <a:pt x="270" y="8478"/>
                      <a:pt x="8593" y="155"/>
                      <a:pt x="18861" y="155"/>
                    </a:cubicBezTo>
                    <a:cubicBezTo>
                      <a:pt x="29128" y="155"/>
                      <a:pt x="37451" y="8478"/>
                      <a:pt x="37451" y="18745"/>
                    </a:cubicBezTo>
                    <a:close/>
                  </a:path>
                </a:pathLst>
              </a:custGeom>
              <a:solidFill>
                <a:srgbClr val="F7C3C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0" name="Freeform: Shape 3509">
                <a:extLst>
                  <a:ext uri="{FF2B5EF4-FFF2-40B4-BE49-F238E27FC236}">
                    <a16:creationId xmlns:a16="http://schemas.microsoft.com/office/drawing/2014/main" id="{B3B0BFE0-A9A7-8E11-B2E6-7D639DE18AD7}"/>
                  </a:ext>
                </a:extLst>
              </p:cNvPr>
              <p:cNvSpPr/>
              <p:nvPr/>
            </p:nvSpPr>
            <p:spPr>
              <a:xfrm>
                <a:off x="1818022" y="7813325"/>
                <a:ext cx="41981" cy="41981"/>
              </a:xfrm>
              <a:custGeom>
                <a:avLst/>
                <a:gdLst>
                  <a:gd name="connsiteX0" fmla="*/ 21261 w 41981"/>
                  <a:gd name="connsiteY0" fmla="*/ 4955 h 41981"/>
                  <a:gd name="connsiteX1" fmla="*/ 37451 w 41981"/>
                  <a:gd name="connsiteY1" fmla="*/ 21145 h 41981"/>
                  <a:gd name="connsiteX2" fmla="*/ 37451 w 41981"/>
                  <a:gd name="connsiteY2" fmla="*/ 21145 h 41981"/>
                  <a:gd name="connsiteX3" fmla="*/ 21261 w 41981"/>
                  <a:gd name="connsiteY3" fmla="*/ 37336 h 41981"/>
                  <a:gd name="connsiteX4" fmla="*/ 5071 w 41981"/>
                  <a:gd name="connsiteY4" fmla="*/ 21145 h 41981"/>
                  <a:gd name="connsiteX5" fmla="*/ 21261 w 41981"/>
                  <a:gd name="connsiteY5" fmla="*/ 4955 h 41981"/>
                  <a:gd name="connsiteX6" fmla="*/ 21261 w 41981"/>
                  <a:gd name="connsiteY6" fmla="*/ 155 h 41981"/>
                  <a:gd name="connsiteX7" fmla="*/ 270 w 41981"/>
                  <a:gd name="connsiteY7" fmla="*/ 21145 h 41981"/>
                  <a:gd name="connsiteX8" fmla="*/ 21261 w 41981"/>
                  <a:gd name="connsiteY8" fmla="*/ 42136 h 41981"/>
                  <a:gd name="connsiteX9" fmla="*/ 42251 w 41981"/>
                  <a:gd name="connsiteY9" fmla="*/ 21145 h 41981"/>
                  <a:gd name="connsiteX10" fmla="*/ 42251 w 41981"/>
                  <a:gd name="connsiteY10" fmla="*/ 21145 h 41981"/>
                  <a:gd name="connsiteX11" fmla="*/ 21261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5"/>
                    </a:moveTo>
                    <a:cubicBezTo>
                      <a:pt x="30203" y="4955"/>
                      <a:pt x="37451" y="12204"/>
                      <a:pt x="37451" y="21145"/>
                    </a:cubicBezTo>
                    <a:lnTo>
                      <a:pt x="37451" y="21145"/>
                    </a:lnTo>
                    <a:cubicBezTo>
                      <a:pt x="37451" y="30087"/>
                      <a:pt x="30203" y="37336"/>
                      <a:pt x="21261" y="37336"/>
                    </a:cubicBezTo>
                    <a:cubicBezTo>
                      <a:pt x="12319" y="37336"/>
                      <a:pt x="5071" y="30087"/>
                      <a:pt x="5071" y="21145"/>
                    </a:cubicBezTo>
                    <a:cubicBezTo>
                      <a:pt x="5071" y="12204"/>
                      <a:pt x="12319" y="4955"/>
                      <a:pt x="21261" y="4955"/>
                    </a:cubicBezTo>
                    <a:close/>
                    <a:moveTo>
                      <a:pt x="21261" y="155"/>
                    </a:moveTo>
                    <a:cubicBezTo>
                      <a:pt x="9668" y="155"/>
                      <a:pt x="270" y="9553"/>
                      <a:pt x="270" y="21145"/>
                    </a:cubicBezTo>
                    <a:cubicBezTo>
                      <a:pt x="270" y="32738"/>
                      <a:pt x="9668" y="42136"/>
                      <a:pt x="21261" y="42136"/>
                    </a:cubicBezTo>
                    <a:cubicBezTo>
                      <a:pt x="32853" y="42136"/>
                      <a:pt x="42251" y="32738"/>
                      <a:pt x="42251" y="21145"/>
                    </a:cubicBezTo>
                    <a:lnTo>
                      <a:pt x="42251" y="21145"/>
                    </a:lnTo>
                    <a:cubicBezTo>
                      <a:pt x="42251" y="9553"/>
                      <a:pt x="32853" y="155"/>
                      <a:pt x="21261"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1" name="Freeform: Shape 3510">
                <a:extLst>
                  <a:ext uri="{FF2B5EF4-FFF2-40B4-BE49-F238E27FC236}">
                    <a16:creationId xmlns:a16="http://schemas.microsoft.com/office/drawing/2014/main" id="{DADA6C77-F442-A015-268B-3F146D1B03B8}"/>
                  </a:ext>
                </a:extLst>
              </p:cNvPr>
              <p:cNvSpPr/>
              <p:nvPr/>
            </p:nvSpPr>
            <p:spPr>
              <a:xfrm>
                <a:off x="1827127" y="7804690"/>
                <a:ext cx="37180" cy="37180"/>
              </a:xfrm>
              <a:custGeom>
                <a:avLst/>
                <a:gdLst>
                  <a:gd name="connsiteX0" fmla="*/ 37452 w 37180"/>
                  <a:gd name="connsiteY0" fmla="*/ 18743 h 37180"/>
                  <a:gd name="connsiteX1" fmla="*/ 18862 w 37180"/>
                  <a:gd name="connsiteY1" fmla="*/ 37334 h 37180"/>
                  <a:gd name="connsiteX2" fmla="*/ 271 w 37180"/>
                  <a:gd name="connsiteY2" fmla="*/ 18743 h 37180"/>
                  <a:gd name="connsiteX3" fmla="*/ 18862 w 37180"/>
                  <a:gd name="connsiteY3" fmla="*/ 153 h 37180"/>
                  <a:gd name="connsiteX4" fmla="*/ 37452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43"/>
                    </a:moveTo>
                    <a:cubicBezTo>
                      <a:pt x="37452" y="29011"/>
                      <a:pt x="29129" y="37334"/>
                      <a:pt x="18862" y="37334"/>
                    </a:cubicBezTo>
                    <a:cubicBezTo>
                      <a:pt x="8595" y="37334"/>
                      <a:pt x="271" y="29011"/>
                      <a:pt x="271" y="18743"/>
                    </a:cubicBezTo>
                    <a:cubicBezTo>
                      <a:pt x="271" y="8476"/>
                      <a:pt x="8595" y="153"/>
                      <a:pt x="18862" y="153"/>
                    </a:cubicBezTo>
                    <a:cubicBezTo>
                      <a:pt x="29129" y="153"/>
                      <a:pt x="37452" y="8476"/>
                      <a:pt x="37452" y="18743"/>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2" name="Freeform: Shape 3511">
                <a:extLst>
                  <a:ext uri="{FF2B5EF4-FFF2-40B4-BE49-F238E27FC236}">
                    <a16:creationId xmlns:a16="http://schemas.microsoft.com/office/drawing/2014/main" id="{FF688335-1C63-FE2C-95AC-5BEFB34C49B6}"/>
                  </a:ext>
                </a:extLst>
              </p:cNvPr>
              <p:cNvSpPr/>
              <p:nvPr/>
            </p:nvSpPr>
            <p:spPr>
              <a:xfrm>
                <a:off x="1824726" y="7802289"/>
                <a:ext cx="41981" cy="41981"/>
              </a:xfrm>
              <a:custGeom>
                <a:avLst/>
                <a:gdLst>
                  <a:gd name="connsiteX0" fmla="*/ 21262 w 41981"/>
                  <a:gd name="connsiteY0" fmla="*/ 4953 h 41981"/>
                  <a:gd name="connsiteX1" fmla="*/ 37452 w 41981"/>
                  <a:gd name="connsiteY1" fmla="*/ 21144 h 41981"/>
                  <a:gd name="connsiteX2" fmla="*/ 37452 w 41981"/>
                  <a:gd name="connsiteY2" fmla="*/ 21144 h 41981"/>
                  <a:gd name="connsiteX3" fmla="*/ 21262 w 41981"/>
                  <a:gd name="connsiteY3" fmla="*/ 37334 h 41981"/>
                  <a:gd name="connsiteX4" fmla="*/ 5072 w 41981"/>
                  <a:gd name="connsiteY4" fmla="*/ 21144 h 41981"/>
                  <a:gd name="connsiteX5" fmla="*/ 21262 w 41981"/>
                  <a:gd name="connsiteY5" fmla="*/ 4953 h 41981"/>
                  <a:gd name="connsiteX6" fmla="*/ 21262 w 41981"/>
                  <a:gd name="connsiteY6" fmla="*/ 153 h 41981"/>
                  <a:gd name="connsiteX7" fmla="*/ 271 w 41981"/>
                  <a:gd name="connsiteY7" fmla="*/ 21144 h 41981"/>
                  <a:gd name="connsiteX8" fmla="*/ 21262 w 41981"/>
                  <a:gd name="connsiteY8" fmla="*/ 42134 h 41981"/>
                  <a:gd name="connsiteX9" fmla="*/ 42253 w 41981"/>
                  <a:gd name="connsiteY9" fmla="*/ 21144 h 41981"/>
                  <a:gd name="connsiteX10" fmla="*/ 42253 w 41981"/>
                  <a:gd name="connsiteY10" fmla="*/ 21144 h 41981"/>
                  <a:gd name="connsiteX11" fmla="*/ 21262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53"/>
                    </a:moveTo>
                    <a:cubicBezTo>
                      <a:pt x="30204" y="4953"/>
                      <a:pt x="37452" y="12202"/>
                      <a:pt x="37452" y="21144"/>
                    </a:cubicBezTo>
                    <a:lnTo>
                      <a:pt x="37452" y="21144"/>
                    </a:lnTo>
                    <a:cubicBezTo>
                      <a:pt x="37452" y="30085"/>
                      <a:pt x="30204" y="37334"/>
                      <a:pt x="21262" y="37334"/>
                    </a:cubicBezTo>
                    <a:cubicBezTo>
                      <a:pt x="12320" y="37334"/>
                      <a:pt x="5072" y="30085"/>
                      <a:pt x="5072" y="21144"/>
                    </a:cubicBezTo>
                    <a:cubicBezTo>
                      <a:pt x="5072" y="12202"/>
                      <a:pt x="12320" y="4953"/>
                      <a:pt x="21262" y="4953"/>
                    </a:cubicBezTo>
                    <a:close/>
                    <a:moveTo>
                      <a:pt x="21262" y="153"/>
                    </a:moveTo>
                    <a:cubicBezTo>
                      <a:pt x="9669" y="153"/>
                      <a:pt x="271" y="9551"/>
                      <a:pt x="271" y="21144"/>
                    </a:cubicBezTo>
                    <a:cubicBezTo>
                      <a:pt x="271" y="32736"/>
                      <a:pt x="9669" y="42134"/>
                      <a:pt x="21262" y="42134"/>
                    </a:cubicBezTo>
                    <a:cubicBezTo>
                      <a:pt x="32855" y="42134"/>
                      <a:pt x="42253" y="32736"/>
                      <a:pt x="42253" y="21144"/>
                    </a:cubicBezTo>
                    <a:lnTo>
                      <a:pt x="42253" y="21144"/>
                    </a:lnTo>
                    <a:cubicBezTo>
                      <a:pt x="42253" y="9551"/>
                      <a:pt x="32855" y="153"/>
                      <a:pt x="21262"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3" name="Freeform: Shape 3512">
                <a:extLst>
                  <a:ext uri="{FF2B5EF4-FFF2-40B4-BE49-F238E27FC236}">
                    <a16:creationId xmlns:a16="http://schemas.microsoft.com/office/drawing/2014/main" id="{E6CD7BF8-62BD-54C1-4415-5C0C02592BA4}"/>
                  </a:ext>
                </a:extLst>
              </p:cNvPr>
              <p:cNvSpPr/>
              <p:nvPr/>
            </p:nvSpPr>
            <p:spPr>
              <a:xfrm>
                <a:off x="1698609" y="7908986"/>
                <a:ext cx="37180" cy="37180"/>
              </a:xfrm>
              <a:custGeom>
                <a:avLst/>
                <a:gdLst>
                  <a:gd name="connsiteX0" fmla="*/ 37430 w 37180"/>
                  <a:gd name="connsiteY0" fmla="*/ 18761 h 37180"/>
                  <a:gd name="connsiteX1" fmla="*/ 18839 w 37180"/>
                  <a:gd name="connsiteY1" fmla="*/ 37352 h 37180"/>
                  <a:gd name="connsiteX2" fmla="*/ 249 w 37180"/>
                  <a:gd name="connsiteY2" fmla="*/ 18761 h 37180"/>
                  <a:gd name="connsiteX3" fmla="*/ 18839 w 37180"/>
                  <a:gd name="connsiteY3" fmla="*/ 171 h 37180"/>
                  <a:gd name="connsiteX4" fmla="*/ 37430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1"/>
                    </a:moveTo>
                    <a:cubicBezTo>
                      <a:pt x="37430" y="29029"/>
                      <a:pt x="29107" y="37352"/>
                      <a:pt x="18839" y="37352"/>
                    </a:cubicBezTo>
                    <a:cubicBezTo>
                      <a:pt x="8572" y="37352"/>
                      <a:pt x="249" y="29029"/>
                      <a:pt x="249" y="18761"/>
                    </a:cubicBezTo>
                    <a:cubicBezTo>
                      <a:pt x="249" y="8494"/>
                      <a:pt x="8572" y="171"/>
                      <a:pt x="18839" y="171"/>
                    </a:cubicBezTo>
                    <a:cubicBezTo>
                      <a:pt x="29107" y="171"/>
                      <a:pt x="37430" y="8494"/>
                      <a:pt x="37430" y="18761"/>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4" name="Freeform: Shape 3513">
                <a:extLst>
                  <a:ext uri="{FF2B5EF4-FFF2-40B4-BE49-F238E27FC236}">
                    <a16:creationId xmlns:a16="http://schemas.microsoft.com/office/drawing/2014/main" id="{6CD3CB87-80CD-EC88-2E9D-03605B83888B}"/>
                  </a:ext>
                </a:extLst>
              </p:cNvPr>
              <p:cNvSpPr/>
              <p:nvPr/>
            </p:nvSpPr>
            <p:spPr>
              <a:xfrm>
                <a:off x="1696209" y="7906586"/>
                <a:ext cx="41981" cy="41981"/>
              </a:xfrm>
              <a:custGeom>
                <a:avLst/>
                <a:gdLst>
                  <a:gd name="connsiteX0" fmla="*/ 21240 w 41981"/>
                  <a:gd name="connsiteY0" fmla="*/ 4971 h 41981"/>
                  <a:gd name="connsiteX1" fmla="*/ 37430 w 41981"/>
                  <a:gd name="connsiteY1" fmla="*/ 21162 h 41981"/>
                  <a:gd name="connsiteX2" fmla="*/ 37430 w 41981"/>
                  <a:gd name="connsiteY2" fmla="*/ 21162 h 41981"/>
                  <a:gd name="connsiteX3" fmla="*/ 21240 w 41981"/>
                  <a:gd name="connsiteY3" fmla="*/ 37352 h 41981"/>
                  <a:gd name="connsiteX4" fmla="*/ 5049 w 41981"/>
                  <a:gd name="connsiteY4" fmla="*/ 21162 h 41981"/>
                  <a:gd name="connsiteX5" fmla="*/ 21240 w 41981"/>
                  <a:gd name="connsiteY5" fmla="*/ 4971 h 41981"/>
                  <a:gd name="connsiteX6" fmla="*/ 21240 w 41981"/>
                  <a:gd name="connsiteY6" fmla="*/ 171 h 41981"/>
                  <a:gd name="connsiteX7" fmla="*/ 249 w 41981"/>
                  <a:gd name="connsiteY7" fmla="*/ 21162 h 41981"/>
                  <a:gd name="connsiteX8" fmla="*/ 21240 w 41981"/>
                  <a:gd name="connsiteY8" fmla="*/ 42152 h 41981"/>
                  <a:gd name="connsiteX9" fmla="*/ 42230 w 41981"/>
                  <a:gd name="connsiteY9" fmla="*/ 21162 h 41981"/>
                  <a:gd name="connsiteX10" fmla="*/ 42230 w 41981"/>
                  <a:gd name="connsiteY10" fmla="*/ 21162 h 41981"/>
                  <a:gd name="connsiteX11" fmla="*/ 2124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1"/>
                    </a:moveTo>
                    <a:cubicBezTo>
                      <a:pt x="30182" y="4971"/>
                      <a:pt x="37430" y="12220"/>
                      <a:pt x="37430" y="21162"/>
                    </a:cubicBezTo>
                    <a:lnTo>
                      <a:pt x="37430" y="21162"/>
                    </a:lnTo>
                    <a:cubicBezTo>
                      <a:pt x="37430" y="30103"/>
                      <a:pt x="30182" y="37352"/>
                      <a:pt x="21240" y="37352"/>
                    </a:cubicBezTo>
                    <a:cubicBezTo>
                      <a:pt x="12298" y="37352"/>
                      <a:pt x="5049" y="30103"/>
                      <a:pt x="5049" y="21162"/>
                    </a:cubicBezTo>
                    <a:cubicBezTo>
                      <a:pt x="5049" y="12220"/>
                      <a:pt x="12298" y="4971"/>
                      <a:pt x="21240" y="4971"/>
                    </a:cubicBezTo>
                    <a:close/>
                    <a:moveTo>
                      <a:pt x="21240" y="171"/>
                    </a:moveTo>
                    <a:cubicBezTo>
                      <a:pt x="9647" y="171"/>
                      <a:pt x="249" y="9569"/>
                      <a:pt x="249" y="21162"/>
                    </a:cubicBezTo>
                    <a:cubicBezTo>
                      <a:pt x="249" y="32754"/>
                      <a:pt x="9647" y="42152"/>
                      <a:pt x="21240" y="42152"/>
                    </a:cubicBezTo>
                    <a:cubicBezTo>
                      <a:pt x="32832" y="42152"/>
                      <a:pt x="42230" y="32754"/>
                      <a:pt x="42230" y="21162"/>
                    </a:cubicBezTo>
                    <a:lnTo>
                      <a:pt x="42230" y="21162"/>
                    </a:lnTo>
                    <a:cubicBezTo>
                      <a:pt x="42230" y="9569"/>
                      <a:pt x="32832" y="171"/>
                      <a:pt x="21240"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5" name="Freeform: Shape 3514">
                <a:extLst>
                  <a:ext uri="{FF2B5EF4-FFF2-40B4-BE49-F238E27FC236}">
                    <a16:creationId xmlns:a16="http://schemas.microsoft.com/office/drawing/2014/main" id="{7CEFF42C-DF89-150B-052E-0E8F37C9CE1E}"/>
                  </a:ext>
                </a:extLst>
              </p:cNvPr>
              <p:cNvSpPr/>
              <p:nvPr/>
            </p:nvSpPr>
            <p:spPr>
              <a:xfrm>
                <a:off x="1806926" y="7925212"/>
                <a:ext cx="37180" cy="37180"/>
              </a:xfrm>
              <a:custGeom>
                <a:avLst/>
                <a:gdLst>
                  <a:gd name="connsiteX0" fmla="*/ 37449 w 37180"/>
                  <a:gd name="connsiteY0" fmla="*/ 18764 h 37180"/>
                  <a:gd name="connsiteX1" fmla="*/ 18858 w 37180"/>
                  <a:gd name="connsiteY1" fmla="*/ 37355 h 37180"/>
                  <a:gd name="connsiteX2" fmla="*/ 268 w 37180"/>
                  <a:gd name="connsiteY2" fmla="*/ 18764 h 37180"/>
                  <a:gd name="connsiteX3" fmla="*/ 18858 w 37180"/>
                  <a:gd name="connsiteY3" fmla="*/ 174 h 37180"/>
                  <a:gd name="connsiteX4" fmla="*/ 3744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4"/>
                    </a:moveTo>
                    <a:cubicBezTo>
                      <a:pt x="37449" y="29031"/>
                      <a:pt x="29125" y="37355"/>
                      <a:pt x="18858" y="37355"/>
                    </a:cubicBezTo>
                    <a:cubicBezTo>
                      <a:pt x="8591" y="37355"/>
                      <a:pt x="268" y="29031"/>
                      <a:pt x="268" y="18764"/>
                    </a:cubicBezTo>
                    <a:cubicBezTo>
                      <a:pt x="268" y="8497"/>
                      <a:pt x="8591" y="174"/>
                      <a:pt x="18858" y="174"/>
                    </a:cubicBezTo>
                    <a:cubicBezTo>
                      <a:pt x="29125" y="174"/>
                      <a:pt x="37449" y="8497"/>
                      <a:pt x="37449" y="18764"/>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6" name="Freeform: Shape 3515">
                <a:extLst>
                  <a:ext uri="{FF2B5EF4-FFF2-40B4-BE49-F238E27FC236}">
                    <a16:creationId xmlns:a16="http://schemas.microsoft.com/office/drawing/2014/main" id="{26FC7DE5-FF91-551E-C194-FC46059CDBE8}"/>
                  </a:ext>
                </a:extLst>
              </p:cNvPr>
              <p:cNvSpPr/>
              <p:nvPr/>
            </p:nvSpPr>
            <p:spPr>
              <a:xfrm>
                <a:off x="1804526" y="7922812"/>
                <a:ext cx="41981" cy="41981"/>
              </a:xfrm>
              <a:custGeom>
                <a:avLst/>
                <a:gdLst>
                  <a:gd name="connsiteX0" fmla="*/ 21258 w 41981"/>
                  <a:gd name="connsiteY0" fmla="*/ 4974 h 41981"/>
                  <a:gd name="connsiteX1" fmla="*/ 37449 w 41981"/>
                  <a:gd name="connsiteY1" fmla="*/ 21164 h 41981"/>
                  <a:gd name="connsiteX2" fmla="*/ 37449 w 41981"/>
                  <a:gd name="connsiteY2" fmla="*/ 21164 h 41981"/>
                  <a:gd name="connsiteX3" fmla="*/ 21258 w 41981"/>
                  <a:gd name="connsiteY3" fmla="*/ 37355 h 41981"/>
                  <a:gd name="connsiteX4" fmla="*/ 5068 w 41981"/>
                  <a:gd name="connsiteY4" fmla="*/ 21164 h 41981"/>
                  <a:gd name="connsiteX5" fmla="*/ 21258 w 41981"/>
                  <a:gd name="connsiteY5" fmla="*/ 4974 h 41981"/>
                  <a:gd name="connsiteX6" fmla="*/ 21258 w 41981"/>
                  <a:gd name="connsiteY6" fmla="*/ 174 h 41981"/>
                  <a:gd name="connsiteX7" fmla="*/ 268 w 41981"/>
                  <a:gd name="connsiteY7" fmla="*/ 21164 h 41981"/>
                  <a:gd name="connsiteX8" fmla="*/ 21258 w 41981"/>
                  <a:gd name="connsiteY8" fmla="*/ 42155 h 41981"/>
                  <a:gd name="connsiteX9" fmla="*/ 42249 w 41981"/>
                  <a:gd name="connsiteY9" fmla="*/ 21164 h 41981"/>
                  <a:gd name="connsiteX10" fmla="*/ 42249 w 41981"/>
                  <a:gd name="connsiteY10" fmla="*/ 21164 h 41981"/>
                  <a:gd name="connsiteX11" fmla="*/ 21258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4"/>
                    </a:moveTo>
                    <a:cubicBezTo>
                      <a:pt x="30200" y="4974"/>
                      <a:pt x="37449" y="12223"/>
                      <a:pt x="37449" y="21164"/>
                    </a:cubicBezTo>
                    <a:lnTo>
                      <a:pt x="37449" y="21164"/>
                    </a:lnTo>
                    <a:cubicBezTo>
                      <a:pt x="37449" y="30106"/>
                      <a:pt x="30200" y="37355"/>
                      <a:pt x="21258" y="37355"/>
                    </a:cubicBezTo>
                    <a:cubicBezTo>
                      <a:pt x="12317" y="37355"/>
                      <a:pt x="5068" y="30106"/>
                      <a:pt x="5068" y="21164"/>
                    </a:cubicBezTo>
                    <a:cubicBezTo>
                      <a:pt x="5068" y="12223"/>
                      <a:pt x="12317" y="4974"/>
                      <a:pt x="21258" y="4974"/>
                    </a:cubicBezTo>
                    <a:close/>
                    <a:moveTo>
                      <a:pt x="21258" y="174"/>
                    </a:moveTo>
                    <a:cubicBezTo>
                      <a:pt x="9666" y="174"/>
                      <a:pt x="268" y="9572"/>
                      <a:pt x="268" y="21164"/>
                    </a:cubicBezTo>
                    <a:cubicBezTo>
                      <a:pt x="268" y="32757"/>
                      <a:pt x="9666" y="42155"/>
                      <a:pt x="21258" y="42155"/>
                    </a:cubicBezTo>
                    <a:cubicBezTo>
                      <a:pt x="32851" y="42155"/>
                      <a:pt x="42249" y="32757"/>
                      <a:pt x="42249" y="21164"/>
                    </a:cubicBezTo>
                    <a:lnTo>
                      <a:pt x="42249" y="21164"/>
                    </a:lnTo>
                    <a:cubicBezTo>
                      <a:pt x="42249" y="9572"/>
                      <a:pt x="32851" y="174"/>
                      <a:pt x="21258"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7" name="Freeform: Shape 3516">
                <a:extLst>
                  <a:ext uri="{FF2B5EF4-FFF2-40B4-BE49-F238E27FC236}">
                    <a16:creationId xmlns:a16="http://schemas.microsoft.com/office/drawing/2014/main" id="{A487CB05-961F-BDAB-01F5-1AFB07596339}"/>
                  </a:ext>
                </a:extLst>
              </p:cNvPr>
              <p:cNvSpPr/>
              <p:nvPr/>
            </p:nvSpPr>
            <p:spPr>
              <a:xfrm>
                <a:off x="1856670" y="7822281"/>
                <a:ext cx="37180" cy="37180"/>
              </a:xfrm>
              <a:custGeom>
                <a:avLst/>
                <a:gdLst>
                  <a:gd name="connsiteX0" fmla="*/ 37457 w 37180"/>
                  <a:gd name="connsiteY0" fmla="*/ 18746 h 37180"/>
                  <a:gd name="connsiteX1" fmla="*/ 18867 w 37180"/>
                  <a:gd name="connsiteY1" fmla="*/ 37337 h 37180"/>
                  <a:gd name="connsiteX2" fmla="*/ 277 w 37180"/>
                  <a:gd name="connsiteY2" fmla="*/ 18746 h 37180"/>
                  <a:gd name="connsiteX3" fmla="*/ 18867 w 37180"/>
                  <a:gd name="connsiteY3" fmla="*/ 156 h 37180"/>
                  <a:gd name="connsiteX4" fmla="*/ 37457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46"/>
                    </a:moveTo>
                    <a:cubicBezTo>
                      <a:pt x="37457" y="29014"/>
                      <a:pt x="29134" y="37337"/>
                      <a:pt x="18867" y="37337"/>
                    </a:cubicBezTo>
                    <a:cubicBezTo>
                      <a:pt x="8600" y="37337"/>
                      <a:pt x="277" y="29014"/>
                      <a:pt x="277" y="18746"/>
                    </a:cubicBezTo>
                    <a:cubicBezTo>
                      <a:pt x="277" y="8479"/>
                      <a:pt x="8600" y="156"/>
                      <a:pt x="18867" y="156"/>
                    </a:cubicBezTo>
                    <a:cubicBezTo>
                      <a:pt x="29134" y="156"/>
                      <a:pt x="37457" y="8479"/>
                      <a:pt x="37457" y="18746"/>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8" name="Freeform: Shape 3517">
                <a:extLst>
                  <a:ext uri="{FF2B5EF4-FFF2-40B4-BE49-F238E27FC236}">
                    <a16:creationId xmlns:a16="http://schemas.microsoft.com/office/drawing/2014/main" id="{469B9C0A-4865-1ED5-6262-B13D8123E5BC}"/>
                  </a:ext>
                </a:extLst>
              </p:cNvPr>
              <p:cNvSpPr/>
              <p:nvPr/>
            </p:nvSpPr>
            <p:spPr>
              <a:xfrm>
                <a:off x="1854269" y="7819880"/>
                <a:ext cx="41981" cy="41981"/>
              </a:xfrm>
              <a:custGeom>
                <a:avLst/>
                <a:gdLst>
                  <a:gd name="connsiteX0" fmla="*/ 21267 w 41981"/>
                  <a:gd name="connsiteY0" fmla="*/ 4956 h 41981"/>
                  <a:gd name="connsiteX1" fmla="*/ 37457 w 41981"/>
                  <a:gd name="connsiteY1" fmla="*/ 21147 h 41981"/>
                  <a:gd name="connsiteX2" fmla="*/ 37457 w 41981"/>
                  <a:gd name="connsiteY2" fmla="*/ 21147 h 41981"/>
                  <a:gd name="connsiteX3" fmla="*/ 21267 w 41981"/>
                  <a:gd name="connsiteY3" fmla="*/ 37337 h 41981"/>
                  <a:gd name="connsiteX4" fmla="*/ 5077 w 41981"/>
                  <a:gd name="connsiteY4" fmla="*/ 21147 h 41981"/>
                  <a:gd name="connsiteX5" fmla="*/ 21267 w 41981"/>
                  <a:gd name="connsiteY5" fmla="*/ 4956 h 41981"/>
                  <a:gd name="connsiteX6" fmla="*/ 21267 w 41981"/>
                  <a:gd name="connsiteY6" fmla="*/ 156 h 41981"/>
                  <a:gd name="connsiteX7" fmla="*/ 277 w 41981"/>
                  <a:gd name="connsiteY7" fmla="*/ 21147 h 41981"/>
                  <a:gd name="connsiteX8" fmla="*/ 21267 w 41981"/>
                  <a:gd name="connsiteY8" fmla="*/ 42137 h 41981"/>
                  <a:gd name="connsiteX9" fmla="*/ 42258 w 41981"/>
                  <a:gd name="connsiteY9" fmla="*/ 21147 h 41981"/>
                  <a:gd name="connsiteX10" fmla="*/ 42258 w 41981"/>
                  <a:gd name="connsiteY10" fmla="*/ 21147 h 41981"/>
                  <a:gd name="connsiteX11" fmla="*/ 21267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56"/>
                    </a:moveTo>
                    <a:cubicBezTo>
                      <a:pt x="30209" y="4956"/>
                      <a:pt x="37457" y="12205"/>
                      <a:pt x="37457" y="21147"/>
                    </a:cubicBezTo>
                    <a:lnTo>
                      <a:pt x="37457" y="21147"/>
                    </a:lnTo>
                    <a:cubicBezTo>
                      <a:pt x="37457" y="30088"/>
                      <a:pt x="30209" y="37337"/>
                      <a:pt x="21267" y="37337"/>
                    </a:cubicBezTo>
                    <a:cubicBezTo>
                      <a:pt x="12325" y="37337"/>
                      <a:pt x="5077" y="30088"/>
                      <a:pt x="5077" y="21147"/>
                    </a:cubicBezTo>
                    <a:cubicBezTo>
                      <a:pt x="5077" y="12205"/>
                      <a:pt x="12325" y="4956"/>
                      <a:pt x="21267" y="4956"/>
                    </a:cubicBezTo>
                    <a:close/>
                    <a:moveTo>
                      <a:pt x="21267" y="156"/>
                    </a:moveTo>
                    <a:cubicBezTo>
                      <a:pt x="9675" y="156"/>
                      <a:pt x="277" y="9554"/>
                      <a:pt x="277" y="21147"/>
                    </a:cubicBezTo>
                    <a:cubicBezTo>
                      <a:pt x="277" y="32739"/>
                      <a:pt x="9675" y="42137"/>
                      <a:pt x="21267" y="42137"/>
                    </a:cubicBezTo>
                    <a:cubicBezTo>
                      <a:pt x="32860" y="42137"/>
                      <a:pt x="42258" y="32739"/>
                      <a:pt x="42258" y="21147"/>
                    </a:cubicBezTo>
                    <a:lnTo>
                      <a:pt x="42258" y="21147"/>
                    </a:lnTo>
                    <a:cubicBezTo>
                      <a:pt x="42258" y="9554"/>
                      <a:pt x="32860" y="156"/>
                      <a:pt x="21267"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19" name="Freeform: Shape 3518">
                <a:extLst>
                  <a:ext uri="{FF2B5EF4-FFF2-40B4-BE49-F238E27FC236}">
                    <a16:creationId xmlns:a16="http://schemas.microsoft.com/office/drawing/2014/main" id="{F342E498-4662-FE26-672E-B46CF14D83AE}"/>
                  </a:ext>
                </a:extLst>
              </p:cNvPr>
              <p:cNvSpPr/>
              <p:nvPr/>
            </p:nvSpPr>
            <p:spPr>
              <a:xfrm>
                <a:off x="1763219" y="7996014"/>
                <a:ext cx="37180" cy="37180"/>
              </a:xfrm>
              <a:custGeom>
                <a:avLst/>
                <a:gdLst>
                  <a:gd name="connsiteX0" fmla="*/ 37441 w 37180"/>
                  <a:gd name="connsiteY0" fmla="*/ 18777 h 37180"/>
                  <a:gd name="connsiteX1" fmla="*/ 18851 w 37180"/>
                  <a:gd name="connsiteY1" fmla="*/ 37367 h 37180"/>
                  <a:gd name="connsiteX2" fmla="*/ 260 w 37180"/>
                  <a:gd name="connsiteY2" fmla="*/ 18777 h 37180"/>
                  <a:gd name="connsiteX3" fmla="*/ 18851 w 37180"/>
                  <a:gd name="connsiteY3" fmla="*/ 186 h 37180"/>
                  <a:gd name="connsiteX4" fmla="*/ 37441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7"/>
                    </a:moveTo>
                    <a:cubicBezTo>
                      <a:pt x="37441" y="29044"/>
                      <a:pt x="29118" y="37367"/>
                      <a:pt x="18851" y="37367"/>
                    </a:cubicBezTo>
                    <a:cubicBezTo>
                      <a:pt x="8584" y="37367"/>
                      <a:pt x="260" y="29044"/>
                      <a:pt x="260" y="18777"/>
                    </a:cubicBezTo>
                    <a:cubicBezTo>
                      <a:pt x="260" y="8509"/>
                      <a:pt x="8584" y="186"/>
                      <a:pt x="18851" y="186"/>
                    </a:cubicBezTo>
                    <a:cubicBezTo>
                      <a:pt x="29118" y="186"/>
                      <a:pt x="37441" y="8509"/>
                      <a:pt x="37441" y="18777"/>
                    </a:cubicBezTo>
                    <a:close/>
                  </a:path>
                </a:pathLst>
              </a:custGeom>
              <a:solidFill>
                <a:srgbClr val="F7D5D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0" name="Freeform: Shape 3519">
                <a:extLst>
                  <a:ext uri="{FF2B5EF4-FFF2-40B4-BE49-F238E27FC236}">
                    <a16:creationId xmlns:a16="http://schemas.microsoft.com/office/drawing/2014/main" id="{992ED7F4-BFF4-99BF-5B3B-3CC9AAA6482E}"/>
                  </a:ext>
                </a:extLst>
              </p:cNvPr>
              <p:cNvSpPr/>
              <p:nvPr/>
            </p:nvSpPr>
            <p:spPr>
              <a:xfrm>
                <a:off x="1760819" y="7993613"/>
                <a:ext cx="41981" cy="41981"/>
              </a:xfrm>
              <a:custGeom>
                <a:avLst/>
                <a:gdLst>
                  <a:gd name="connsiteX0" fmla="*/ 21251 w 41981"/>
                  <a:gd name="connsiteY0" fmla="*/ 4987 h 41981"/>
                  <a:gd name="connsiteX1" fmla="*/ 37441 w 41981"/>
                  <a:gd name="connsiteY1" fmla="*/ 21177 h 41981"/>
                  <a:gd name="connsiteX2" fmla="*/ 37441 w 41981"/>
                  <a:gd name="connsiteY2" fmla="*/ 21177 h 41981"/>
                  <a:gd name="connsiteX3" fmla="*/ 21251 w 41981"/>
                  <a:gd name="connsiteY3" fmla="*/ 37367 h 41981"/>
                  <a:gd name="connsiteX4" fmla="*/ 5061 w 41981"/>
                  <a:gd name="connsiteY4" fmla="*/ 21177 h 41981"/>
                  <a:gd name="connsiteX5" fmla="*/ 21251 w 41981"/>
                  <a:gd name="connsiteY5" fmla="*/ 4987 h 41981"/>
                  <a:gd name="connsiteX6" fmla="*/ 21251 w 41981"/>
                  <a:gd name="connsiteY6" fmla="*/ 186 h 41981"/>
                  <a:gd name="connsiteX7" fmla="*/ 260 w 41981"/>
                  <a:gd name="connsiteY7" fmla="*/ 21177 h 41981"/>
                  <a:gd name="connsiteX8" fmla="*/ 21251 w 41981"/>
                  <a:gd name="connsiteY8" fmla="*/ 42167 h 41981"/>
                  <a:gd name="connsiteX9" fmla="*/ 42241 w 41981"/>
                  <a:gd name="connsiteY9" fmla="*/ 21177 h 41981"/>
                  <a:gd name="connsiteX10" fmla="*/ 42241 w 41981"/>
                  <a:gd name="connsiteY10" fmla="*/ 21177 h 41981"/>
                  <a:gd name="connsiteX11" fmla="*/ 21251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7"/>
                    </a:moveTo>
                    <a:cubicBezTo>
                      <a:pt x="30193" y="4987"/>
                      <a:pt x="37441" y="12235"/>
                      <a:pt x="37441" y="21177"/>
                    </a:cubicBezTo>
                    <a:lnTo>
                      <a:pt x="37441" y="21177"/>
                    </a:lnTo>
                    <a:cubicBezTo>
                      <a:pt x="37441" y="30119"/>
                      <a:pt x="30193" y="37367"/>
                      <a:pt x="21251" y="37367"/>
                    </a:cubicBezTo>
                    <a:cubicBezTo>
                      <a:pt x="12309" y="37367"/>
                      <a:pt x="5061" y="30119"/>
                      <a:pt x="5061" y="21177"/>
                    </a:cubicBezTo>
                    <a:cubicBezTo>
                      <a:pt x="5061" y="12235"/>
                      <a:pt x="12309" y="4987"/>
                      <a:pt x="21251" y="4987"/>
                    </a:cubicBezTo>
                    <a:close/>
                    <a:moveTo>
                      <a:pt x="21251" y="186"/>
                    </a:moveTo>
                    <a:cubicBezTo>
                      <a:pt x="9658" y="186"/>
                      <a:pt x="260" y="9584"/>
                      <a:pt x="260" y="21177"/>
                    </a:cubicBezTo>
                    <a:cubicBezTo>
                      <a:pt x="260" y="32769"/>
                      <a:pt x="9658" y="42167"/>
                      <a:pt x="21251" y="42167"/>
                    </a:cubicBezTo>
                    <a:cubicBezTo>
                      <a:pt x="32843" y="42167"/>
                      <a:pt x="42241" y="32769"/>
                      <a:pt x="42241" y="21177"/>
                    </a:cubicBezTo>
                    <a:lnTo>
                      <a:pt x="42241" y="21177"/>
                    </a:lnTo>
                    <a:cubicBezTo>
                      <a:pt x="42241" y="9584"/>
                      <a:pt x="32843" y="186"/>
                      <a:pt x="21251"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1" name="Freeform: Shape 3520">
                <a:extLst>
                  <a:ext uri="{FF2B5EF4-FFF2-40B4-BE49-F238E27FC236}">
                    <a16:creationId xmlns:a16="http://schemas.microsoft.com/office/drawing/2014/main" id="{2E2D3984-2DE7-D9AE-2E56-A2F683115ABE}"/>
                  </a:ext>
                </a:extLst>
              </p:cNvPr>
              <p:cNvSpPr/>
              <p:nvPr/>
            </p:nvSpPr>
            <p:spPr>
              <a:xfrm>
                <a:off x="1594094" y="8045198"/>
                <a:ext cx="37180" cy="37180"/>
              </a:xfrm>
              <a:custGeom>
                <a:avLst/>
                <a:gdLst>
                  <a:gd name="connsiteX0" fmla="*/ 37412 w 37180"/>
                  <a:gd name="connsiteY0" fmla="*/ 18785 h 37180"/>
                  <a:gd name="connsiteX1" fmla="*/ 18821 w 37180"/>
                  <a:gd name="connsiteY1" fmla="*/ 37376 h 37180"/>
                  <a:gd name="connsiteX2" fmla="*/ 231 w 37180"/>
                  <a:gd name="connsiteY2" fmla="*/ 18785 h 37180"/>
                  <a:gd name="connsiteX3" fmla="*/ 18821 w 37180"/>
                  <a:gd name="connsiteY3" fmla="*/ 195 h 37180"/>
                  <a:gd name="connsiteX4" fmla="*/ 37412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85"/>
                    </a:moveTo>
                    <a:cubicBezTo>
                      <a:pt x="37412" y="29052"/>
                      <a:pt x="29089" y="37376"/>
                      <a:pt x="18821" y="37376"/>
                    </a:cubicBezTo>
                    <a:cubicBezTo>
                      <a:pt x="8554" y="37376"/>
                      <a:pt x="231" y="29052"/>
                      <a:pt x="231" y="18785"/>
                    </a:cubicBezTo>
                    <a:cubicBezTo>
                      <a:pt x="231" y="8518"/>
                      <a:pt x="8554" y="195"/>
                      <a:pt x="18821" y="195"/>
                    </a:cubicBezTo>
                    <a:cubicBezTo>
                      <a:pt x="29089" y="195"/>
                      <a:pt x="37412" y="8518"/>
                      <a:pt x="37412" y="18785"/>
                    </a:cubicBezTo>
                    <a:close/>
                  </a:path>
                </a:pathLst>
              </a:custGeom>
              <a:solidFill>
                <a:srgbClr val="F7A50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2" name="Freeform: Shape 3521">
                <a:extLst>
                  <a:ext uri="{FF2B5EF4-FFF2-40B4-BE49-F238E27FC236}">
                    <a16:creationId xmlns:a16="http://schemas.microsoft.com/office/drawing/2014/main" id="{A0F4816B-6013-3D60-A27B-F6941061BDF2}"/>
                  </a:ext>
                </a:extLst>
              </p:cNvPr>
              <p:cNvSpPr/>
              <p:nvPr/>
            </p:nvSpPr>
            <p:spPr>
              <a:xfrm>
                <a:off x="1591694" y="8042798"/>
                <a:ext cx="41981" cy="41981"/>
              </a:xfrm>
              <a:custGeom>
                <a:avLst/>
                <a:gdLst>
                  <a:gd name="connsiteX0" fmla="*/ 21222 w 41981"/>
                  <a:gd name="connsiteY0" fmla="*/ 4995 h 41981"/>
                  <a:gd name="connsiteX1" fmla="*/ 37412 w 41981"/>
                  <a:gd name="connsiteY1" fmla="*/ 21185 h 41981"/>
                  <a:gd name="connsiteX2" fmla="*/ 37412 w 41981"/>
                  <a:gd name="connsiteY2" fmla="*/ 21185 h 41981"/>
                  <a:gd name="connsiteX3" fmla="*/ 21222 w 41981"/>
                  <a:gd name="connsiteY3" fmla="*/ 37376 h 41981"/>
                  <a:gd name="connsiteX4" fmla="*/ 5031 w 41981"/>
                  <a:gd name="connsiteY4" fmla="*/ 21185 h 41981"/>
                  <a:gd name="connsiteX5" fmla="*/ 21222 w 41981"/>
                  <a:gd name="connsiteY5" fmla="*/ 4995 h 41981"/>
                  <a:gd name="connsiteX6" fmla="*/ 21222 w 41981"/>
                  <a:gd name="connsiteY6" fmla="*/ 195 h 41981"/>
                  <a:gd name="connsiteX7" fmla="*/ 231 w 41981"/>
                  <a:gd name="connsiteY7" fmla="*/ 21185 h 41981"/>
                  <a:gd name="connsiteX8" fmla="*/ 21222 w 41981"/>
                  <a:gd name="connsiteY8" fmla="*/ 42176 h 41981"/>
                  <a:gd name="connsiteX9" fmla="*/ 42212 w 41981"/>
                  <a:gd name="connsiteY9" fmla="*/ 21185 h 41981"/>
                  <a:gd name="connsiteX10" fmla="*/ 42212 w 41981"/>
                  <a:gd name="connsiteY10" fmla="*/ 21185 h 41981"/>
                  <a:gd name="connsiteX11" fmla="*/ 21222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95"/>
                    </a:moveTo>
                    <a:cubicBezTo>
                      <a:pt x="30163" y="4995"/>
                      <a:pt x="37412" y="12243"/>
                      <a:pt x="37412" y="21185"/>
                    </a:cubicBezTo>
                    <a:lnTo>
                      <a:pt x="37412" y="21185"/>
                    </a:lnTo>
                    <a:cubicBezTo>
                      <a:pt x="37412" y="30127"/>
                      <a:pt x="30163" y="37376"/>
                      <a:pt x="21222" y="37376"/>
                    </a:cubicBezTo>
                    <a:cubicBezTo>
                      <a:pt x="12280" y="37376"/>
                      <a:pt x="5031" y="30127"/>
                      <a:pt x="5031" y="21185"/>
                    </a:cubicBezTo>
                    <a:cubicBezTo>
                      <a:pt x="5031" y="12243"/>
                      <a:pt x="12280" y="4995"/>
                      <a:pt x="21222" y="4995"/>
                    </a:cubicBezTo>
                    <a:close/>
                    <a:moveTo>
                      <a:pt x="21222" y="195"/>
                    </a:moveTo>
                    <a:cubicBezTo>
                      <a:pt x="9629" y="195"/>
                      <a:pt x="231" y="9593"/>
                      <a:pt x="231" y="21185"/>
                    </a:cubicBezTo>
                    <a:cubicBezTo>
                      <a:pt x="231" y="32778"/>
                      <a:pt x="9629" y="42176"/>
                      <a:pt x="21222" y="42176"/>
                    </a:cubicBezTo>
                    <a:cubicBezTo>
                      <a:pt x="32814" y="42176"/>
                      <a:pt x="42212" y="32778"/>
                      <a:pt x="42212" y="21185"/>
                    </a:cubicBezTo>
                    <a:lnTo>
                      <a:pt x="42212" y="21185"/>
                    </a:lnTo>
                    <a:cubicBezTo>
                      <a:pt x="42212" y="9593"/>
                      <a:pt x="32814" y="195"/>
                      <a:pt x="21222"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3" name="Freeform: Shape 3522">
                <a:extLst>
                  <a:ext uri="{FF2B5EF4-FFF2-40B4-BE49-F238E27FC236}">
                    <a16:creationId xmlns:a16="http://schemas.microsoft.com/office/drawing/2014/main" id="{065FE69A-2B12-E2BF-5D77-0438527317C7}"/>
                  </a:ext>
                </a:extLst>
              </p:cNvPr>
              <p:cNvSpPr/>
              <p:nvPr/>
            </p:nvSpPr>
            <p:spPr>
              <a:xfrm>
                <a:off x="1631114" y="8030263"/>
                <a:ext cx="37180" cy="37180"/>
              </a:xfrm>
              <a:custGeom>
                <a:avLst/>
                <a:gdLst>
                  <a:gd name="connsiteX0" fmla="*/ 37418 w 37180"/>
                  <a:gd name="connsiteY0" fmla="*/ 18783 h 37180"/>
                  <a:gd name="connsiteX1" fmla="*/ 18828 w 37180"/>
                  <a:gd name="connsiteY1" fmla="*/ 37373 h 37180"/>
                  <a:gd name="connsiteX2" fmla="*/ 237 w 37180"/>
                  <a:gd name="connsiteY2" fmla="*/ 18783 h 37180"/>
                  <a:gd name="connsiteX3" fmla="*/ 18828 w 37180"/>
                  <a:gd name="connsiteY3" fmla="*/ 192 h 37180"/>
                  <a:gd name="connsiteX4" fmla="*/ 37418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83"/>
                    </a:moveTo>
                    <a:cubicBezTo>
                      <a:pt x="37418" y="29050"/>
                      <a:pt x="29095" y="37373"/>
                      <a:pt x="18828" y="37373"/>
                    </a:cubicBezTo>
                    <a:cubicBezTo>
                      <a:pt x="8561" y="37373"/>
                      <a:pt x="237" y="29050"/>
                      <a:pt x="237" y="18783"/>
                    </a:cubicBezTo>
                    <a:cubicBezTo>
                      <a:pt x="237" y="8515"/>
                      <a:pt x="8561" y="192"/>
                      <a:pt x="18828" y="192"/>
                    </a:cubicBezTo>
                    <a:cubicBezTo>
                      <a:pt x="29095" y="192"/>
                      <a:pt x="37418" y="8515"/>
                      <a:pt x="37418" y="18783"/>
                    </a:cubicBezTo>
                    <a:close/>
                  </a:path>
                </a:pathLst>
              </a:custGeom>
              <a:solidFill>
                <a:srgbClr val="F7A59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4" name="Freeform: Shape 3523">
                <a:extLst>
                  <a:ext uri="{FF2B5EF4-FFF2-40B4-BE49-F238E27FC236}">
                    <a16:creationId xmlns:a16="http://schemas.microsoft.com/office/drawing/2014/main" id="{DA0CEEE8-CF54-F2C1-59CA-CC903644CF1D}"/>
                  </a:ext>
                </a:extLst>
              </p:cNvPr>
              <p:cNvSpPr/>
              <p:nvPr/>
            </p:nvSpPr>
            <p:spPr>
              <a:xfrm>
                <a:off x="1628714" y="8027862"/>
                <a:ext cx="41981" cy="41981"/>
              </a:xfrm>
              <a:custGeom>
                <a:avLst/>
                <a:gdLst>
                  <a:gd name="connsiteX0" fmla="*/ 21228 w 41981"/>
                  <a:gd name="connsiteY0" fmla="*/ 4993 h 41981"/>
                  <a:gd name="connsiteX1" fmla="*/ 37418 w 41981"/>
                  <a:gd name="connsiteY1" fmla="*/ 21183 h 41981"/>
                  <a:gd name="connsiteX2" fmla="*/ 37418 w 41981"/>
                  <a:gd name="connsiteY2" fmla="*/ 21183 h 41981"/>
                  <a:gd name="connsiteX3" fmla="*/ 21228 w 41981"/>
                  <a:gd name="connsiteY3" fmla="*/ 37373 h 41981"/>
                  <a:gd name="connsiteX4" fmla="*/ 5038 w 41981"/>
                  <a:gd name="connsiteY4" fmla="*/ 21183 h 41981"/>
                  <a:gd name="connsiteX5" fmla="*/ 21228 w 41981"/>
                  <a:gd name="connsiteY5" fmla="*/ 4993 h 41981"/>
                  <a:gd name="connsiteX6" fmla="*/ 21228 w 41981"/>
                  <a:gd name="connsiteY6" fmla="*/ 192 h 41981"/>
                  <a:gd name="connsiteX7" fmla="*/ 237 w 41981"/>
                  <a:gd name="connsiteY7" fmla="*/ 21183 h 41981"/>
                  <a:gd name="connsiteX8" fmla="*/ 21228 w 41981"/>
                  <a:gd name="connsiteY8" fmla="*/ 42173 h 41981"/>
                  <a:gd name="connsiteX9" fmla="*/ 42219 w 41981"/>
                  <a:gd name="connsiteY9" fmla="*/ 21183 h 41981"/>
                  <a:gd name="connsiteX10" fmla="*/ 42219 w 41981"/>
                  <a:gd name="connsiteY10" fmla="*/ 21183 h 41981"/>
                  <a:gd name="connsiteX11" fmla="*/ 21228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93"/>
                    </a:moveTo>
                    <a:cubicBezTo>
                      <a:pt x="30170" y="4993"/>
                      <a:pt x="37418" y="12241"/>
                      <a:pt x="37418" y="21183"/>
                    </a:cubicBezTo>
                    <a:lnTo>
                      <a:pt x="37418" y="21183"/>
                    </a:lnTo>
                    <a:cubicBezTo>
                      <a:pt x="37418" y="30125"/>
                      <a:pt x="30170" y="37373"/>
                      <a:pt x="21228" y="37373"/>
                    </a:cubicBezTo>
                    <a:cubicBezTo>
                      <a:pt x="12286" y="37373"/>
                      <a:pt x="5038" y="30125"/>
                      <a:pt x="5038" y="21183"/>
                    </a:cubicBezTo>
                    <a:cubicBezTo>
                      <a:pt x="5038" y="12241"/>
                      <a:pt x="12286" y="4993"/>
                      <a:pt x="21228" y="4993"/>
                    </a:cubicBezTo>
                    <a:close/>
                    <a:moveTo>
                      <a:pt x="21228" y="192"/>
                    </a:moveTo>
                    <a:cubicBezTo>
                      <a:pt x="9635" y="192"/>
                      <a:pt x="237" y="9590"/>
                      <a:pt x="237" y="21183"/>
                    </a:cubicBezTo>
                    <a:cubicBezTo>
                      <a:pt x="237" y="32775"/>
                      <a:pt x="9635" y="42173"/>
                      <a:pt x="21228" y="42173"/>
                    </a:cubicBezTo>
                    <a:cubicBezTo>
                      <a:pt x="32821" y="42173"/>
                      <a:pt x="42219" y="32775"/>
                      <a:pt x="42219" y="21183"/>
                    </a:cubicBezTo>
                    <a:lnTo>
                      <a:pt x="42219" y="21183"/>
                    </a:lnTo>
                    <a:cubicBezTo>
                      <a:pt x="42219" y="9590"/>
                      <a:pt x="32821" y="192"/>
                      <a:pt x="21228"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5" name="Freeform: Shape 3524">
                <a:extLst>
                  <a:ext uri="{FF2B5EF4-FFF2-40B4-BE49-F238E27FC236}">
                    <a16:creationId xmlns:a16="http://schemas.microsoft.com/office/drawing/2014/main" id="{BD17E733-4E49-BE82-E603-678543B7072C}"/>
                  </a:ext>
                </a:extLst>
              </p:cNvPr>
              <p:cNvSpPr/>
              <p:nvPr/>
            </p:nvSpPr>
            <p:spPr>
              <a:xfrm>
                <a:off x="1680897" y="7783867"/>
                <a:ext cx="37180" cy="37180"/>
              </a:xfrm>
              <a:custGeom>
                <a:avLst/>
                <a:gdLst>
                  <a:gd name="connsiteX0" fmla="*/ 37427 w 37180"/>
                  <a:gd name="connsiteY0" fmla="*/ 18740 h 37180"/>
                  <a:gd name="connsiteX1" fmla="*/ 18836 w 37180"/>
                  <a:gd name="connsiteY1" fmla="*/ 37330 h 37180"/>
                  <a:gd name="connsiteX2" fmla="*/ 246 w 37180"/>
                  <a:gd name="connsiteY2" fmla="*/ 18740 h 37180"/>
                  <a:gd name="connsiteX3" fmla="*/ 18836 w 37180"/>
                  <a:gd name="connsiteY3" fmla="*/ 149 h 37180"/>
                  <a:gd name="connsiteX4" fmla="*/ 37427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40"/>
                    </a:moveTo>
                    <a:cubicBezTo>
                      <a:pt x="37427" y="29007"/>
                      <a:pt x="29104" y="37330"/>
                      <a:pt x="18836" y="37330"/>
                    </a:cubicBezTo>
                    <a:cubicBezTo>
                      <a:pt x="8569" y="37330"/>
                      <a:pt x="246" y="29007"/>
                      <a:pt x="246" y="18740"/>
                    </a:cubicBezTo>
                    <a:cubicBezTo>
                      <a:pt x="246" y="8473"/>
                      <a:pt x="8569" y="149"/>
                      <a:pt x="18836" y="149"/>
                    </a:cubicBezTo>
                    <a:cubicBezTo>
                      <a:pt x="29104" y="149"/>
                      <a:pt x="37427" y="8473"/>
                      <a:pt x="37427" y="18740"/>
                    </a:cubicBezTo>
                    <a:close/>
                  </a:path>
                </a:pathLst>
              </a:custGeom>
              <a:solidFill>
                <a:srgbClr val="DCF7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6" name="Freeform: Shape 3525">
                <a:extLst>
                  <a:ext uri="{FF2B5EF4-FFF2-40B4-BE49-F238E27FC236}">
                    <a16:creationId xmlns:a16="http://schemas.microsoft.com/office/drawing/2014/main" id="{8F7CC23D-40B3-78CF-6E4A-EB01BEC399F5}"/>
                  </a:ext>
                </a:extLst>
              </p:cNvPr>
              <p:cNvSpPr/>
              <p:nvPr/>
            </p:nvSpPr>
            <p:spPr>
              <a:xfrm>
                <a:off x="1678497" y="7781467"/>
                <a:ext cx="41981" cy="41981"/>
              </a:xfrm>
              <a:custGeom>
                <a:avLst/>
                <a:gdLst>
                  <a:gd name="connsiteX0" fmla="*/ 21237 w 41981"/>
                  <a:gd name="connsiteY0" fmla="*/ 4950 h 41981"/>
                  <a:gd name="connsiteX1" fmla="*/ 37427 w 41981"/>
                  <a:gd name="connsiteY1" fmla="*/ 21140 h 41981"/>
                  <a:gd name="connsiteX2" fmla="*/ 37427 w 41981"/>
                  <a:gd name="connsiteY2" fmla="*/ 21140 h 41981"/>
                  <a:gd name="connsiteX3" fmla="*/ 21237 w 41981"/>
                  <a:gd name="connsiteY3" fmla="*/ 37330 h 41981"/>
                  <a:gd name="connsiteX4" fmla="*/ 5046 w 41981"/>
                  <a:gd name="connsiteY4" fmla="*/ 21140 h 41981"/>
                  <a:gd name="connsiteX5" fmla="*/ 21237 w 41981"/>
                  <a:gd name="connsiteY5" fmla="*/ 4950 h 41981"/>
                  <a:gd name="connsiteX6" fmla="*/ 21237 w 41981"/>
                  <a:gd name="connsiteY6" fmla="*/ 149 h 41981"/>
                  <a:gd name="connsiteX7" fmla="*/ 246 w 41981"/>
                  <a:gd name="connsiteY7" fmla="*/ 21140 h 41981"/>
                  <a:gd name="connsiteX8" fmla="*/ 21237 w 41981"/>
                  <a:gd name="connsiteY8" fmla="*/ 42131 h 41981"/>
                  <a:gd name="connsiteX9" fmla="*/ 42227 w 41981"/>
                  <a:gd name="connsiteY9" fmla="*/ 21140 h 41981"/>
                  <a:gd name="connsiteX10" fmla="*/ 42227 w 41981"/>
                  <a:gd name="connsiteY10" fmla="*/ 21140 h 41981"/>
                  <a:gd name="connsiteX11" fmla="*/ 21237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50"/>
                    </a:moveTo>
                    <a:cubicBezTo>
                      <a:pt x="30178" y="4950"/>
                      <a:pt x="37427" y="12198"/>
                      <a:pt x="37427" y="21140"/>
                    </a:cubicBezTo>
                    <a:lnTo>
                      <a:pt x="37427" y="21140"/>
                    </a:lnTo>
                    <a:cubicBezTo>
                      <a:pt x="37427" y="30082"/>
                      <a:pt x="30178" y="37330"/>
                      <a:pt x="21237" y="37330"/>
                    </a:cubicBezTo>
                    <a:cubicBezTo>
                      <a:pt x="12295" y="37330"/>
                      <a:pt x="5046" y="30082"/>
                      <a:pt x="5046" y="21140"/>
                    </a:cubicBezTo>
                    <a:cubicBezTo>
                      <a:pt x="5046" y="12198"/>
                      <a:pt x="12295" y="4950"/>
                      <a:pt x="21237" y="4950"/>
                    </a:cubicBezTo>
                    <a:close/>
                    <a:moveTo>
                      <a:pt x="21237" y="149"/>
                    </a:moveTo>
                    <a:cubicBezTo>
                      <a:pt x="9644" y="149"/>
                      <a:pt x="246" y="9547"/>
                      <a:pt x="246" y="21140"/>
                    </a:cubicBezTo>
                    <a:cubicBezTo>
                      <a:pt x="246" y="32733"/>
                      <a:pt x="9644" y="42131"/>
                      <a:pt x="21237" y="42131"/>
                    </a:cubicBezTo>
                    <a:cubicBezTo>
                      <a:pt x="32829" y="42131"/>
                      <a:pt x="42227" y="32733"/>
                      <a:pt x="42227" y="21140"/>
                    </a:cubicBezTo>
                    <a:lnTo>
                      <a:pt x="42227" y="21140"/>
                    </a:lnTo>
                    <a:cubicBezTo>
                      <a:pt x="42227" y="9547"/>
                      <a:pt x="32829" y="149"/>
                      <a:pt x="21237"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7" name="Freeform: Shape 3526">
                <a:extLst>
                  <a:ext uri="{FF2B5EF4-FFF2-40B4-BE49-F238E27FC236}">
                    <a16:creationId xmlns:a16="http://schemas.microsoft.com/office/drawing/2014/main" id="{242C92DE-137A-1C24-304C-4F7267E3DBD7}"/>
                  </a:ext>
                </a:extLst>
              </p:cNvPr>
              <p:cNvSpPr/>
              <p:nvPr/>
            </p:nvSpPr>
            <p:spPr>
              <a:xfrm>
                <a:off x="1737968" y="7774000"/>
                <a:ext cx="37180" cy="37180"/>
              </a:xfrm>
              <a:custGeom>
                <a:avLst/>
                <a:gdLst>
                  <a:gd name="connsiteX0" fmla="*/ 37437 w 37180"/>
                  <a:gd name="connsiteY0" fmla="*/ 18738 h 37180"/>
                  <a:gd name="connsiteX1" fmla="*/ 18846 w 37180"/>
                  <a:gd name="connsiteY1" fmla="*/ 37328 h 37180"/>
                  <a:gd name="connsiteX2" fmla="*/ 256 w 37180"/>
                  <a:gd name="connsiteY2" fmla="*/ 18738 h 37180"/>
                  <a:gd name="connsiteX3" fmla="*/ 18846 w 37180"/>
                  <a:gd name="connsiteY3" fmla="*/ 148 h 37180"/>
                  <a:gd name="connsiteX4" fmla="*/ 37437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38"/>
                    </a:moveTo>
                    <a:cubicBezTo>
                      <a:pt x="37437" y="29005"/>
                      <a:pt x="29114" y="37328"/>
                      <a:pt x="18846" y="37328"/>
                    </a:cubicBezTo>
                    <a:cubicBezTo>
                      <a:pt x="8579" y="37328"/>
                      <a:pt x="256" y="29005"/>
                      <a:pt x="256" y="18738"/>
                    </a:cubicBezTo>
                    <a:cubicBezTo>
                      <a:pt x="256" y="8471"/>
                      <a:pt x="8579" y="148"/>
                      <a:pt x="18846" y="148"/>
                    </a:cubicBezTo>
                    <a:cubicBezTo>
                      <a:pt x="29114" y="148"/>
                      <a:pt x="37437" y="8471"/>
                      <a:pt x="37437" y="18738"/>
                    </a:cubicBezTo>
                    <a:close/>
                  </a:path>
                </a:pathLst>
              </a:custGeom>
              <a:solidFill>
                <a:srgbClr val="F7A50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8" name="Freeform: Shape 3527">
                <a:extLst>
                  <a:ext uri="{FF2B5EF4-FFF2-40B4-BE49-F238E27FC236}">
                    <a16:creationId xmlns:a16="http://schemas.microsoft.com/office/drawing/2014/main" id="{040FA4A5-C28E-52CE-3556-A80C94612A59}"/>
                  </a:ext>
                </a:extLst>
              </p:cNvPr>
              <p:cNvSpPr/>
              <p:nvPr/>
            </p:nvSpPr>
            <p:spPr>
              <a:xfrm>
                <a:off x="1735567" y="7771600"/>
                <a:ext cx="41981" cy="41981"/>
              </a:xfrm>
              <a:custGeom>
                <a:avLst/>
                <a:gdLst>
                  <a:gd name="connsiteX0" fmla="*/ 21247 w 41981"/>
                  <a:gd name="connsiteY0" fmla="*/ 4948 h 41981"/>
                  <a:gd name="connsiteX1" fmla="*/ 37437 w 41981"/>
                  <a:gd name="connsiteY1" fmla="*/ 21138 h 41981"/>
                  <a:gd name="connsiteX2" fmla="*/ 37437 w 41981"/>
                  <a:gd name="connsiteY2" fmla="*/ 21138 h 41981"/>
                  <a:gd name="connsiteX3" fmla="*/ 21247 w 41981"/>
                  <a:gd name="connsiteY3" fmla="*/ 37328 h 41981"/>
                  <a:gd name="connsiteX4" fmla="*/ 5056 w 41981"/>
                  <a:gd name="connsiteY4" fmla="*/ 21138 h 41981"/>
                  <a:gd name="connsiteX5" fmla="*/ 21247 w 41981"/>
                  <a:gd name="connsiteY5" fmla="*/ 4948 h 41981"/>
                  <a:gd name="connsiteX6" fmla="*/ 21247 w 41981"/>
                  <a:gd name="connsiteY6" fmla="*/ 148 h 41981"/>
                  <a:gd name="connsiteX7" fmla="*/ 256 w 41981"/>
                  <a:gd name="connsiteY7" fmla="*/ 21138 h 41981"/>
                  <a:gd name="connsiteX8" fmla="*/ 21247 w 41981"/>
                  <a:gd name="connsiteY8" fmla="*/ 42129 h 41981"/>
                  <a:gd name="connsiteX9" fmla="*/ 42237 w 41981"/>
                  <a:gd name="connsiteY9" fmla="*/ 21138 h 41981"/>
                  <a:gd name="connsiteX10" fmla="*/ 42237 w 41981"/>
                  <a:gd name="connsiteY10" fmla="*/ 21138 h 41981"/>
                  <a:gd name="connsiteX11" fmla="*/ 21247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48"/>
                    </a:moveTo>
                    <a:cubicBezTo>
                      <a:pt x="30188" y="4948"/>
                      <a:pt x="37437" y="12196"/>
                      <a:pt x="37437" y="21138"/>
                    </a:cubicBezTo>
                    <a:lnTo>
                      <a:pt x="37437" y="21138"/>
                    </a:lnTo>
                    <a:cubicBezTo>
                      <a:pt x="37437" y="30080"/>
                      <a:pt x="30188" y="37328"/>
                      <a:pt x="21247" y="37328"/>
                    </a:cubicBezTo>
                    <a:cubicBezTo>
                      <a:pt x="12305" y="37328"/>
                      <a:pt x="5056" y="30080"/>
                      <a:pt x="5056" y="21138"/>
                    </a:cubicBezTo>
                    <a:cubicBezTo>
                      <a:pt x="5056" y="12196"/>
                      <a:pt x="12305" y="4948"/>
                      <a:pt x="21247" y="4948"/>
                    </a:cubicBezTo>
                    <a:close/>
                    <a:moveTo>
                      <a:pt x="21247" y="148"/>
                    </a:moveTo>
                    <a:cubicBezTo>
                      <a:pt x="9654" y="148"/>
                      <a:pt x="256" y="9546"/>
                      <a:pt x="256" y="21138"/>
                    </a:cubicBezTo>
                    <a:cubicBezTo>
                      <a:pt x="256" y="32731"/>
                      <a:pt x="9654" y="42129"/>
                      <a:pt x="21247" y="42129"/>
                    </a:cubicBezTo>
                    <a:cubicBezTo>
                      <a:pt x="32839" y="42129"/>
                      <a:pt x="42237" y="32731"/>
                      <a:pt x="42237" y="21138"/>
                    </a:cubicBezTo>
                    <a:lnTo>
                      <a:pt x="42237" y="21138"/>
                    </a:lnTo>
                    <a:cubicBezTo>
                      <a:pt x="42237" y="9546"/>
                      <a:pt x="32839" y="148"/>
                      <a:pt x="21247"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29" name="Freeform: Shape 3528">
                <a:extLst>
                  <a:ext uri="{FF2B5EF4-FFF2-40B4-BE49-F238E27FC236}">
                    <a16:creationId xmlns:a16="http://schemas.microsoft.com/office/drawing/2014/main" id="{8A2861BB-CE4E-1840-7EC4-3F0FCDDBFA91}"/>
                  </a:ext>
                </a:extLst>
              </p:cNvPr>
              <p:cNvSpPr/>
              <p:nvPr/>
            </p:nvSpPr>
            <p:spPr>
              <a:xfrm>
                <a:off x="1744252" y="7857370"/>
                <a:ext cx="37180" cy="37180"/>
              </a:xfrm>
              <a:custGeom>
                <a:avLst/>
                <a:gdLst>
                  <a:gd name="connsiteX0" fmla="*/ 37438 w 37180"/>
                  <a:gd name="connsiteY0" fmla="*/ 18753 h 37180"/>
                  <a:gd name="connsiteX1" fmla="*/ 18847 w 37180"/>
                  <a:gd name="connsiteY1" fmla="*/ 37343 h 37180"/>
                  <a:gd name="connsiteX2" fmla="*/ 257 w 37180"/>
                  <a:gd name="connsiteY2" fmla="*/ 18753 h 37180"/>
                  <a:gd name="connsiteX3" fmla="*/ 18847 w 37180"/>
                  <a:gd name="connsiteY3" fmla="*/ 162 h 37180"/>
                  <a:gd name="connsiteX4" fmla="*/ 3743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3"/>
                    </a:moveTo>
                    <a:cubicBezTo>
                      <a:pt x="37438" y="29020"/>
                      <a:pt x="29115" y="37343"/>
                      <a:pt x="18847" y="37343"/>
                    </a:cubicBezTo>
                    <a:cubicBezTo>
                      <a:pt x="8580" y="37343"/>
                      <a:pt x="257" y="29020"/>
                      <a:pt x="257" y="18753"/>
                    </a:cubicBezTo>
                    <a:cubicBezTo>
                      <a:pt x="257" y="8485"/>
                      <a:pt x="8580" y="162"/>
                      <a:pt x="18847" y="162"/>
                    </a:cubicBezTo>
                    <a:cubicBezTo>
                      <a:pt x="29115" y="162"/>
                      <a:pt x="37438" y="8485"/>
                      <a:pt x="37438" y="18753"/>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0" name="Freeform: Shape 3529">
                <a:extLst>
                  <a:ext uri="{FF2B5EF4-FFF2-40B4-BE49-F238E27FC236}">
                    <a16:creationId xmlns:a16="http://schemas.microsoft.com/office/drawing/2014/main" id="{A2B8A4D7-8A7A-E9ED-A62A-B2591DF1166D}"/>
                  </a:ext>
                </a:extLst>
              </p:cNvPr>
              <p:cNvSpPr/>
              <p:nvPr/>
            </p:nvSpPr>
            <p:spPr>
              <a:xfrm>
                <a:off x="1741852" y="7854970"/>
                <a:ext cx="41981" cy="41981"/>
              </a:xfrm>
              <a:custGeom>
                <a:avLst/>
                <a:gdLst>
                  <a:gd name="connsiteX0" fmla="*/ 21248 w 41981"/>
                  <a:gd name="connsiteY0" fmla="*/ 4962 h 41981"/>
                  <a:gd name="connsiteX1" fmla="*/ 37438 w 41981"/>
                  <a:gd name="connsiteY1" fmla="*/ 21153 h 41981"/>
                  <a:gd name="connsiteX2" fmla="*/ 37438 w 41981"/>
                  <a:gd name="connsiteY2" fmla="*/ 21153 h 41981"/>
                  <a:gd name="connsiteX3" fmla="*/ 21248 w 41981"/>
                  <a:gd name="connsiteY3" fmla="*/ 37343 h 41981"/>
                  <a:gd name="connsiteX4" fmla="*/ 5057 w 41981"/>
                  <a:gd name="connsiteY4" fmla="*/ 21153 h 41981"/>
                  <a:gd name="connsiteX5" fmla="*/ 21248 w 41981"/>
                  <a:gd name="connsiteY5" fmla="*/ 4962 h 41981"/>
                  <a:gd name="connsiteX6" fmla="*/ 21248 w 41981"/>
                  <a:gd name="connsiteY6" fmla="*/ 162 h 41981"/>
                  <a:gd name="connsiteX7" fmla="*/ 257 w 41981"/>
                  <a:gd name="connsiteY7" fmla="*/ 21153 h 41981"/>
                  <a:gd name="connsiteX8" fmla="*/ 21248 w 41981"/>
                  <a:gd name="connsiteY8" fmla="*/ 42143 h 41981"/>
                  <a:gd name="connsiteX9" fmla="*/ 42238 w 41981"/>
                  <a:gd name="connsiteY9" fmla="*/ 21153 h 41981"/>
                  <a:gd name="connsiteX10" fmla="*/ 42238 w 41981"/>
                  <a:gd name="connsiteY10" fmla="*/ 21153 h 41981"/>
                  <a:gd name="connsiteX11" fmla="*/ 21248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2"/>
                    </a:moveTo>
                    <a:cubicBezTo>
                      <a:pt x="30189" y="4962"/>
                      <a:pt x="37438" y="12211"/>
                      <a:pt x="37438" y="21153"/>
                    </a:cubicBezTo>
                    <a:lnTo>
                      <a:pt x="37438" y="21153"/>
                    </a:lnTo>
                    <a:cubicBezTo>
                      <a:pt x="37438" y="30095"/>
                      <a:pt x="30189" y="37343"/>
                      <a:pt x="21248" y="37343"/>
                    </a:cubicBezTo>
                    <a:cubicBezTo>
                      <a:pt x="12306" y="37343"/>
                      <a:pt x="5057" y="30095"/>
                      <a:pt x="5057" y="21153"/>
                    </a:cubicBezTo>
                    <a:cubicBezTo>
                      <a:pt x="5057" y="12211"/>
                      <a:pt x="12306" y="4962"/>
                      <a:pt x="21248" y="4962"/>
                    </a:cubicBezTo>
                    <a:close/>
                    <a:moveTo>
                      <a:pt x="21248" y="162"/>
                    </a:moveTo>
                    <a:cubicBezTo>
                      <a:pt x="9655" y="162"/>
                      <a:pt x="257" y="9560"/>
                      <a:pt x="257" y="21153"/>
                    </a:cubicBezTo>
                    <a:cubicBezTo>
                      <a:pt x="257" y="32745"/>
                      <a:pt x="9655" y="42143"/>
                      <a:pt x="21248" y="42143"/>
                    </a:cubicBezTo>
                    <a:cubicBezTo>
                      <a:pt x="32840" y="42143"/>
                      <a:pt x="42238" y="32745"/>
                      <a:pt x="42238" y="21153"/>
                    </a:cubicBezTo>
                    <a:lnTo>
                      <a:pt x="42238" y="21153"/>
                    </a:lnTo>
                    <a:cubicBezTo>
                      <a:pt x="42238" y="9560"/>
                      <a:pt x="32840" y="162"/>
                      <a:pt x="21248"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1" name="Freeform: Shape 3530">
                <a:extLst>
                  <a:ext uri="{FF2B5EF4-FFF2-40B4-BE49-F238E27FC236}">
                    <a16:creationId xmlns:a16="http://schemas.microsoft.com/office/drawing/2014/main" id="{FFD54D6F-5905-B535-448A-77025DCEC823}"/>
                  </a:ext>
                </a:extLst>
              </p:cNvPr>
              <p:cNvSpPr/>
              <p:nvPr/>
            </p:nvSpPr>
            <p:spPr>
              <a:xfrm>
                <a:off x="1684077" y="8048021"/>
                <a:ext cx="37180" cy="37180"/>
              </a:xfrm>
              <a:custGeom>
                <a:avLst/>
                <a:gdLst>
                  <a:gd name="connsiteX0" fmla="*/ 37427 w 37180"/>
                  <a:gd name="connsiteY0" fmla="*/ 18786 h 37180"/>
                  <a:gd name="connsiteX1" fmla="*/ 18837 w 37180"/>
                  <a:gd name="connsiteY1" fmla="*/ 37376 h 37180"/>
                  <a:gd name="connsiteX2" fmla="*/ 247 w 37180"/>
                  <a:gd name="connsiteY2" fmla="*/ 18786 h 37180"/>
                  <a:gd name="connsiteX3" fmla="*/ 18837 w 37180"/>
                  <a:gd name="connsiteY3" fmla="*/ 195 h 37180"/>
                  <a:gd name="connsiteX4" fmla="*/ 37427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86"/>
                    </a:moveTo>
                    <a:cubicBezTo>
                      <a:pt x="37427" y="29053"/>
                      <a:pt x="29104" y="37376"/>
                      <a:pt x="18837" y="37376"/>
                    </a:cubicBezTo>
                    <a:cubicBezTo>
                      <a:pt x="8570" y="37376"/>
                      <a:pt x="247" y="29053"/>
                      <a:pt x="247" y="18786"/>
                    </a:cubicBezTo>
                    <a:cubicBezTo>
                      <a:pt x="247" y="8518"/>
                      <a:pt x="8570" y="195"/>
                      <a:pt x="18837" y="195"/>
                    </a:cubicBezTo>
                    <a:cubicBezTo>
                      <a:pt x="29104" y="195"/>
                      <a:pt x="37427" y="8518"/>
                      <a:pt x="37427" y="18786"/>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2" name="Freeform: Shape 3531">
                <a:extLst>
                  <a:ext uri="{FF2B5EF4-FFF2-40B4-BE49-F238E27FC236}">
                    <a16:creationId xmlns:a16="http://schemas.microsoft.com/office/drawing/2014/main" id="{AF1150CF-B386-1B66-0A07-128622278E6D}"/>
                  </a:ext>
                </a:extLst>
              </p:cNvPr>
              <p:cNvSpPr/>
              <p:nvPr/>
            </p:nvSpPr>
            <p:spPr>
              <a:xfrm>
                <a:off x="1681677" y="8045621"/>
                <a:ext cx="41981" cy="41981"/>
              </a:xfrm>
              <a:custGeom>
                <a:avLst/>
                <a:gdLst>
                  <a:gd name="connsiteX0" fmla="*/ 21237 w 41981"/>
                  <a:gd name="connsiteY0" fmla="*/ 4996 h 41981"/>
                  <a:gd name="connsiteX1" fmla="*/ 37427 w 41981"/>
                  <a:gd name="connsiteY1" fmla="*/ 21186 h 41981"/>
                  <a:gd name="connsiteX2" fmla="*/ 37427 w 41981"/>
                  <a:gd name="connsiteY2" fmla="*/ 21186 h 41981"/>
                  <a:gd name="connsiteX3" fmla="*/ 21237 w 41981"/>
                  <a:gd name="connsiteY3" fmla="*/ 37376 h 41981"/>
                  <a:gd name="connsiteX4" fmla="*/ 5047 w 41981"/>
                  <a:gd name="connsiteY4" fmla="*/ 21186 h 41981"/>
                  <a:gd name="connsiteX5" fmla="*/ 21237 w 41981"/>
                  <a:gd name="connsiteY5" fmla="*/ 4996 h 41981"/>
                  <a:gd name="connsiteX6" fmla="*/ 21237 w 41981"/>
                  <a:gd name="connsiteY6" fmla="*/ 195 h 41981"/>
                  <a:gd name="connsiteX7" fmla="*/ 247 w 41981"/>
                  <a:gd name="connsiteY7" fmla="*/ 21186 h 41981"/>
                  <a:gd name="connsiteX8" fmla="*/ 21237 w 41981"/>
                  <a:gd name="connsiteY8" fmla="*/ 42176 h 41981"/>
                  <a:gd name="connsiteX9" fmla="*/ 42228 w 41981"/>
                  <a:gd name="connsiteY9" fmla="*/ 21186 h 41981"/>
                  <a:gd name="connsiteX10" fmla="*/ 42228 w 41981"/>
                  <a:gd name="connsiteY10" fmla="*/ 21186 h 41981"/>
                  <a:gd name="connsiteX11" fmla="*/ 21237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96"/>
                    </a:moveTo>
                    <a:cubicBezTo>
                      <a:pt x="30179" y="4996"/>
                      <a:pt x="37427" y="12244"/>
                      <a:pt x="37427" y="21186"/>
                    </a:cubicBezTo>
                    <a:lnTo>
                      <a:pt x="37427" y="21186"/>
                    </a:lnTo>
                    <a:cubicBezTo>
                      <a:pt x="37427" y="30128"/>
                      <a:pt x="30179" y="37376"/>
                      <a:pt x="21237" y="37376"/>
                    </a:cubicBezTo>
                    <a:cubicBezTo>
                      <a:pt x="12295" y="37376"/>
                      <a:pt x="5047" y="30128"/>
                      <a:pt x="5047" y="21186"/>
                    </a:cubicBezTo>
                    <a:cubicBezTo>
                      <a:pt x="5047" y="12244"/>
                      <a:pt x="12295" y="4996"/>
                      <a:pt x="21237" y="4996"/>
                    </a:cubicBezTo>
                    <a:close/>
                    <a:moveTo>
                      <a:pt x="21237" y="195"/>
                    </a:moveTo>
                    <a:cubicBezTo>
                      <a:pt x="9645" y="195"/>
                      <a:pt x="247" y="9593"/>
                      <a:pt x="247" y="21186"/>
                    </a:cubicBezTo>
                    <a:cubicBezTo>
                      <a:pt x="247" y="32778"/>
                      <a:pt x="9645" y="42176"/>
                      <a:pt x="21237" y="42176"/>
                    </a:cubicBezTo>
                    <a:cubicBezTo>
                      <a:pt x="32830" y="42176"/>
                      <a:pt x="42228" y="32778"/>
                      <a:pt x="42228" y="21186"/>
                    </a:cubicBezTo>
                    <a:lnTo>
                      <a:pt x="42228" y="21186"/>
                    </a:lnTo>
                    <a:cubicBezTo>
                      <a:pt x="42228" y="9593"/>
                      <a:pt x="32830" y="195"/>
                      <a:pt x="21237"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3" name="Freeform: Shape 3532">
                <a:extLst>
                  <a:ext uri="{FF2B5EF4-FFF2-40B4-BE49-F238E27FC236}">
                    <a16:creationId xmlns:a16="http://schemas.microsoft.com/office/drawing/2014/main" id="{49C32691-99EB-0FC5-D007-4398F1C7BBC4}"/>
                  </a:ext>
                </a:extLst>
              </p:cNvPr>
              <p:cNvSpPr/>
              <p:nvPr/>
            </p:nvSpPr>
            <p:spPr>
              <a:xfrm>
                <a:off x="1686969" y="8063440"/>
                <a:ext cx="37180" cy="37180"/>
              </a:xfrm>
              <a:custGeom>
                <a:avLst/>
                <a:gdLst>
                  <a:gd name="connsiteX0" fmla="*/ 37428 w 37180"/>
                  <a:gd name="connsiteY0" fmla="*/ 18788 h 37180"/>
                  <a:gd name="connsiteX1" fmla="*/ 18837 w 37180"/>
                  <a:gd name="connsiteY1" fmla="*/ 37379 h 37180"/>
                  <a:gd name="connsiteX2" fmla="*/ 247 w 37180"/>
                  <a:gd name="connsiteY2" fmla="*/ 18788 h 37180"/>
                  <a:gd name="connsiteX3" fmla="*/ 18837 w 37180"/>
                  <a:gd name="connsiteY3" fmla="*/ 198 h 37180"/>
                  <a:gd name="connsiteX4" fmla="*/ 37428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88"/>
                    </a:moveTo>
                    <a:cubicBezTo>
                      <a:pt x="37428" y="29055"/>
                      <a:pt x="29105" y="37379"/>
                      <a:pt x="18837" y="37379"/>
                    </a:cubicBezTo>
                    <a:cubicBezTo>
                      <a:pt x="8570" y="37379"/>
                      <a:pt x="247" y="29055"/>
                      <a:pt x="247" y="18788"/>
                    </a:cubicBezTo>
                    <a:cubicBezTo>
                      <a:pt x="247" y="8521"/>
                      <a:pt x="8570" y="198"/>
                      <a:pt x="18837" y="198"/>
                    </a:cubicBezTo>
                    <a:cubicBezTo>
                      <a:pt x="29105" y="198"/>
                      <a:pt x="37428" y="8521"/>
                      <a:pt x="37428" y="18788"/>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4" name="Freeform: Shape 3533">
                <a:extLst>
                  <a:ext uri="{FF2B5EF4-FFF2-40B4-BE49-F238E27FC236}">
                    <a16:creationId xmlns:a16="http://schemas.microsoft.com/office/drawing/2014/main" id="{870C952B-6159-19EB-C5E8-74A74260E61B}"/>
                  </a:ext>
                </a:extLst>
              </p:cNvPr>
              <p:cNvSpPr/>
              <p:nvPr/>
            </p:nvSpPr>
            <p:spPr>
              <a:xfrm>
                <a:off x="1684568" y="8061040"/>
                <a:ext cx="41981" cy="41981"/>
              </a:xfrm>
              <a:custGeom>
                <a:avLst/>
                <a:gdLst>
                  <a:gd name="connsiteX0" fmla="*/ 21238 w 41981"/>
                  <a:gd name="connsiteY0" fmla="*/ 4998 h 41981"/>
                  <a:gd name="connsiteX1" fmla="*/ 37428 w 41981"/>
                  <a:gd name="connsiteY1" fmla="*/ 21188 h 41981"/>
                  <a:gd name="connsiteX2" fmla="*/ 37428 w 41981"/>
                  <a:gd name="connsiteY2" fmla="*/ 21188 h 41981"/>
                  <a:gd name="connsiteX3" fmla="*/ 21238 w 41981"/>
                  <a:gd name="connsiteY3" fmla="*/ 37379 h 41981"/>
                  <a:gd name="connsiteX4" fmla="*/ 5047 w 41981"/>
                  <a:gd name="connsiteY4" fmla="*/ 21188 h 41981"/>
                  <a:gd name="connsiteX5" fmla="*/ 21238 w 41981"/>
                  <a:gd name="connsiteY5" fmla="*/ 4998 h 41981"/>
                  <a:gd name="connsiteX6" fmla="*/ 21238 w 41981"/>
                  <a:gd name="connsiteY6" fmla="*/ 198 h 41981"/>
                  <a:gd name="connsiteX7" fmla="*/ 247 w 41981"/>
                  <a:gd name="connsiteY7" fmla="*/ 21188 h 41981"/>
                  <a:gd name="connsiteX8" fmla="*/ 21238 w 41981"/>
                  <a:gd name="connsiteY8" fmla="*/ 42179 h 41981"/>
                  <a:gd name="connsiteX9" fmla="*/ 42228 w 41981"/>
                  <a:gd name="connsiteY9" fmla="*/ 21188 h 41981"/>
                  <a:gd name="connsiteX10" fmla="*/ 42228 w 41981"/>
                  <a:gd name="connsiteY10" fmla="*/ 21188 h 41981"/>
                  <a:gd name="connsiteX11" fmla="*/ 21238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8"/>
                    </a:moveTo>
                    <a:cubicBezTo>
                      <a:pt x="30179" y="4998"/>
                      <a:pt x="37428" y="12247"/>
                      <a:pt x="37428" y="21188"/>
                    </a:cubicBezTo>
                    <a:lnTo>
                      <a:pt x="37428" y="21188"/>
                    </a:lnTo>
                    <a:cubicBezTo>
                      <a:pt x="37428" y="30130"/>
                      <a:pt x="30179" y="37379"/>
                      <a:pt x="21238" y="37379"/>
                    </a:cubicBezTo>
                    <a:cubicBezTo>
                      <a:pt x="12296" y="37379"/>
                      <a:pt x="5047" y="30130"/>
                      <a:pt x="5047" y="21188"/>
                    </a:cubicBezTo>
                    <a:cubicBezTo>
                      <a:pt x="5047" y="12247"/>
                      <a:pt x="12296" y="4998"/>
                      <a:pt x="21238" y="4998"/>
                    </a:cubicBezTo>
                    <a:close/>
                    <a:moveTo>
                      <a:pt x="21238" y="198"/>
                    </a:moveTo>
                    <a:cubicBezTo>
                      <a:pt x="9645" y="198"/>
                      <a:pt x="247" y="9596"/>
                      <a:pt x="247" y="21188"/>
                    </a:cubicBezTo>
                    <a:cubicBezTo>
                      <a:pt x="247" y="32781"/>
                      <a:pt x="9645" y="42179"/>
                      <a:pt x="21238" y="42179"/>
                    </a:cubicBezTo>
                    <a:cubicBezTo>
                      <a:pt x="32830" y="42179"/>
                      <a:pt x="42228" y="32781"/>
                      <a:pt x="42228" y="21188"/>
                    </a:cubicBezTo>
                    <a:lnTo>
                      <a:pt x="42228" y="21188"/>
                    </a:lnTo>
                    <a:cubicBezTo>
                      <a:pt x="42228" y="9596"/>
                      <a:pt x="32830" y="198"/>
                      <a:pt x="21238"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5" name="Freeform: Shape 3534">
                <a:extLst>
                  <a:ext uri="{FF2B5EF4-FFF2-40B4-BE49-F238E27FC236}">
                    <a16:creationId xmlns:a16="http://schemas.microsoft.com/office/drawing/2014/main" id="{1138232C-2AC4-A19B-398D-8C14FDBBB1B2}"/>
                  </a:ext>
                </a:extLst>
              </p:cNvPr>
              <p:cNvSpPr/>
              <p:nvPr/>
            </p:nvSpPr>
            <p:spPr>
              <a:xfrm>
                <a:off x="1859504" y="7618624"/>
                <a:ext cx="37180" cy="37180"/>
              </a:xfrm>
              <a:custGeom>
                <a:avLst/>
                <a:gdLst>
                  <a:gd name="connsiteX0" fmla="*/ 37458 w 37180"/>
                  <a:gd name="connsiteY0" fmla="*/ 18711 h 37180"/>
                  <a:gd name="connsiteX1" fmla="*/ 18867 w 37180"/>
                  <a:gd name="connsiteY1" fmla="*/ 37301 h 37180"/>
                  <a:gd name="connsiteX2" fmla="*/ 277 w 37180"/>
                  <a:gd name="connsiteY2" fmla="*/ 18711 h 37180"/>
                  <a:gd name="connsiteX3" fmla="*/ 18867 w 37180"/>
                  <a:gd name="connsiteY3" fmla="*/ 121 h 37180"/>
                  <a:gd name="connsiteX4" fmla="*/ 37458 w 37180"/>
                  <a:gd name="connsiteY4" fmla="*/ 1871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11"/>
                    </a:moveTo>
                    <a:cubicBezTo>
                      <a:pt x="37458" y="28978"/>
                      <a:pt x="29135" y="37301"/>
                      <a:pt x="18867" y="37301"/>
                    </a:cubicBezTo>
                    <a:cubicBezTo>
                      <a:pt x="8600" y="37301"/>
                      <a:pt x="277" y="28978"/>
                      <a:pt x="277" y="18711"/>
                    </a:cubicBezTo>
                    <a:cubicBezTo>
                      <a:pt x="277" y="8444"/>
                      <a:pt x="8600" y="121"/>
                      <a:pt x="18867" y="121"/>
                    </a:cubicBezTo>
                    <a:cubicBezTo>
                      <a:pt x="29135" y="121"/>
                      <a:pt x="37458" y="8444"/>
                      <a:pt x="37458" y="18711"/>
                    </a:cubicBezTo>
                    <a:close/>
                  </a:path>
                </a:pathLst>
              </a:custGeom>
              <a:solidFill>
                <a:srgbClr val="E7F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6" name="Freeform: Shape 3535">
                <a:extLst>
                  <a:ext uri="{FF2B5EF4-FFF2-40B4-BE49-F238E27FC236}">
                    <a16:creationId xmlns:a16="http://schemas.microsoft.com/office/drawing/2014/main" id="{DBD1F9EE-1533-F15D-5973-65C4A5D03D66}"/>
                  </a:ext>
                </a:extLst>
              </p:cNvPr>
              <p:cNvSpPr/>
              <p:nvPr/>
            </p:nvSpPr>
            <p:spPr>
              <a:xfrm>
                <a:off x="1857103" y="7616224"/>
                <a:ext cx="41981" cy="41981"/>
              </a:xfrm>
              <a:custGeom>
                <a:avLst/>
                <a:gdLst>
                  <a:gd name="connsiteX0" fmla="*/ 21268 w 41981"/>
                  <a:gd name="connsiteY0" fmla="*/ 4921 h 41981"/>
                  <a:gd name="connsiteX1" fmla="*/ 37458 w 41981"/>
                  <a:gd name="connsiteY1" fmla="*/ 21111 h 41981"/>
                  <a:gd name="connsiteX2" fmla="*/ 37458 w 41981"/>
                  <a:gd name="connsiteY2" fmla="*/ 21111 h 41981"/>
                  <a:gd name="connsiteX3" fmla="*/ 21268 w 41981"/>
                  <a:gd name="connsiteY3" fmla="*/ 37301 h 41981"/>
                  <a:gd name="connsiteX4" fmla="*/ 5077 w 41981"/>
                  <a:gd name="connsiteY4" fmla="*/ 21111 h 41981"/>
                  <a:gd name="connsiteX5" fmla="*/ 21268 w 41981"/>
                  <a:gd name="connsiteY5" fmla="*/ 4921 h 41981"/>
                  <a:gd name="connsiteX6" fmla="*/ 21268 w 41981"/>
                  <a:gd name="connsiteY6" fmla="*/ 121 h 41981"/>
                  <a:gd name="connsiteX7" fmla="*/ 277 w 41981"/>
                  <a:gd name="connsiteY7" fmla="*/ 21111 h 41981"/>
                  <a:gd name="connsiteX8" fmla="*/ 21268 w 41981"/>
                  <a:gd name="connsiteY8" fmla="*/ 42102 h 41981"/>
                  <a:gd name="connsiteX9" fmla="*/ 42258 w 41981"/>
                  <a:gd name="connsiteY9" fmla="*/ 21111 h 41981"/>
                  <a:gd name="connsiteX10" fmla="*/ 42258 w 41981"/>
                  <a:gd name="connsiteY10" fmla="*/ 21111 h 41981"/>
                  <a:gd name="connsiteX11" fmla="*/ 21268 w 41981"/>
                  <a:gd name="connsiteY11" fmla="*/ 12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21"/>
                    </a:moveTo>
                    <a:cubicBezTo>
                      <a:pt x="30209" y="4921"/>
                      <a:pt x="37458" y="12169"/>
                      <a:pt x="37458" y="21111"/>
                    </a:cubicBezTo>
                    <a:lnTo>
                      <a:pt x="37458" y="21111"/>
                    </a:lnTo>
                    <a:cubicBezTo>
                      <a:pt x="37458" y="30053"/>
                      <a:pt x="30209" y="37301"/>
                      <a:pt x="21268" y="37301"/>
                    </a:cubicBezTo>
                    <a:cubicBezTo>
                      <a:pt x="12326" y="37301"/>
                      <a:pt x="5077" y="30053"/>
                      <a:pt x="5077" y="21111"/>
                    </a:cubicBezTo>
                    <a:cubicBezTo>
                      <a:pt x="5077" y="12169"/>
                      <a:pt x="12326" y="4921"/>
                      <a:pt x="21268" y="4921"/>
                    </a:cubicBezTo>
                    <a:close/>
                    <a:moveTo>
                      <a:pt x="21268" y="121"/>
                    </a:moveTo>
                    <a:cubicBezTo>
                      <a:pt x="9675" y="121"/>
                      <a:pt x="277" y="9519"/>
                      <a:pt x="277" y="21111"/>
                    </a:cubicBezTo>
                    <a:cubicBezTo>
                      <a:pt x="277" y="32704"/>
                      <a:pt x="9675" y="42102"/>
                      <a:pt x="21268" y="42102"/>
                    </a:cubicBezTo>
                    <a:cubicBezTo>
                      <a:pt x="32860" y="42102"/>
                      <a:pt x="42258" y="32704"/>
                      <a:pt x="42258" y="21111"/>
                    </a:cubicBezTo>
                    <a:lnTo>
                      <a:pt x="42258" y="21111"/>
                    </a:lnTo>
                    <a:cubicBezTo>
                      <a:pt x="42258" y="9519"/>
                      <a:pt x="32860" y="121"/>
                      <a:pt x="21268" y="12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7" name="Freeform: Shape 3536">
                <a:extLst>
                  <a:ext uri="{FF2B5EF4-FFF2-40B4-BE49-F238E27FC236}">
                    <a16:creationId xmlns:a16="http://schemas.microsoft.com/office/drawing/2014/main" id="{5E1D5432-DB79-A686-C81A-CEB8730C1E52}"/>
                  </a:ext>
                </a:extLst>
              </p:cNvPr>
              <p:cNvSpPr/>
              <p:nvPr/>
            </p:nvSpPr>
            <p:spPr>
              <a:xfrm>
                <a:off x="1723452" y="7770101"/>
                <a:ext cx="37180" cy="37180"/>
              </a:xfrm>
              <a:custGeom>
                <a:avLst/>
                <a:gdLst>
                  <a:gd name="connsiteX0" fmla="*/ 37434 w 37180"/>
                  <a:gd name="connsiteY0" fmla="*/ 18737 h 37180"/>
                  <a:gd name="connsiteX1" fmla="*/ 18844 w 37180"/>
                  <a:gd name="connsiteY1" fmla="*/ 37328 h 37180"/>
                  <a:gd name="connsiteX2" fmla="*/ 253 w 37180"/>
                  <a:gd name="connsiteY2" fmla="*/ 18737 h 37180"/>
                  <a:gd name="connsiteX3" fmla="*/ 18844 w 37180"/>
                  <a:gd name="connsiteY3" fmla="*/ 147 h 37180"/>
                  <a:gd name="connsiteX4" fmla="*/ 37434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37"/>
                    </a:moveTo>
                    <a:cubicBezTo>
                      <a:pt x="37434" y="29005"/>
                      <a:pt x="29111" y="37328"/>
                      <a:pt x="18844" y="37328"/>
                    </a:cubicBezTo>
                    <a:cubicBezTo>
                      <a:pt x="8577" y="37328"/>
                      <a:pt x="253" y="29005"/>
                      <a:pt x="253" y="18737"/>
                    </a:cubicBezTo>
                    <a:cubicBezTo>
                      <a:pt x="253" y="8470"/>
                      <a:pt x="8577" y="147"/>
                      <a:pt x="18844" y="147"/>
                    </a:cubicBezTo>
                    <a:cubicBezTo>
                      <a:pt x="29111" y="147"/>
                      <a:pt x="37434" y="8470"/>
                      <a:pt x="37434" y="18737"/>
                    </a:cubicBezTo>
                    <a:close/>
                  </a:path>
                </a:pathLst>
              </a:custGeom>
              <a:solidFill>
                <a:srgbClr val="BAF7B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8" name="Freeform: Shape 3537">
                <a:extLst>
                  <a:ext uri="{FF2B5EF4-FFF2-40B4-BE49-F238E27FC236}">
                    <a16:creationId xmlns:a16="http://schemas.microsoft.com/office/drawing/2014/main" id="{38BA6BAB-DDF7-DC0E-E3A0-1500214D619A}"/>
                  </a:ext>
                </a:extLst>
              </p:cNvPr>
              <p:cNvSpPr/>
              <p:nvPr/>
            </p:nvSpPr>
            <p:spPr>
              <a:xfrm>
                <a:off x="1721052" y="7767701"/>
                <a:ext cx="41981" cy="41981"/>
              </a:xfrm>
              <a:custGeom>
                <a:avLst/>
                <a:gdLst>
                  <a:gd name="connsiteX0" fmla="*/ 21244 w 41981"/>
                  <a:gd name="connsiteY0" fmla="*/ 4947 h 41981"/>
                  <a:gd name="connsiteX1" fmla="*/ 37434 w 41981"/>
                  <a:gd name="connsiteY1" fmla="*/ 21138 h 41981"/>
                  <a:gd name="connsiteX2" fmla="*/ 37434 w 41981"/>
                  <a:gd name="connsiteY2" fmla="*/ 21138 h 41981"/>
                  <a:gd name="connsiteX3" fmla="*/ 21244 w 41981"/>
                  <a:gd name="connsiteY3" fmla="*/ 37328 h 41981"/>
                  <a:gd name="connsiteX4" fmla="*/ 5054 w 41981"/>
                  <a:gd name="connsiteY4" fmla="*/ 21138 h 41981"/>
                  <a:gd name="connsiteX5" fmla="*/ 21244 w 41981"/>
                  <a:gd name="connsiteY5" fmla="*/ 4947 h 41981"/>
                  <a:gd name="connsiteX6" fmla="*/ 21244 w 41981"/>
                  <a:gd name="connsiteY6" fmla="*/ 147 h 41981"/>
                  <a:gd name="connsiteX7" fmla="*/ 253 w 41981"/>
                  <a:gd name="connsiteY7" fmla="*/ 21138 h 41981"/>
                  <a:gd name="connsiteX8" fmla="*/ 21244 w 41981"/>
                  <a:gd name="connsiteY8" fmla="*/ 42128 h 41981"/>
                  <a:gd name="connsiteX9" fmla="*/ 42235 w 41981"/>
                  <a:gd name="connsiteY9" fmla="*/ 21138 h 41981"/>
                  <a:gd name="connsiteX10" fmla="*/ 42235 w 41981"/>
                  <a:gd name="connsiteY10" fmla="*/ 21138 h 41981"/>
                  <a:gd name="connsiteX11" fmla="*/ 21244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47"/>
                    </a:moveTo>
                    <a:cubicBezTo>
                      <a:pt x="30186" y="4947"/>
                      <a:pt x="37434" y="12196"/>
                      <a:pt x="37434" y="21138"/>
                    </a:cubicBezTo>
                    <a:lnTo>
                      <a:pt x="37434" y="21138"/>
                    </a:lnTo>
                    <a:cubicBezTo>
                      <a:pt x="37434" y="30079"/>
                      <a:pt x="30186" y="37328"/>
                      <a:pt x="21244" y="37328"/>
                    </a:cubicBezTo>
                    <a:cubicBezTo>
                      <a:pt x="12302" y="37328"/>
                      <a:pt x="5054" y="30079"/>
                      <a:pt x="5054" y="21138"/>
                    </a:cubicBezTo>
                    <a:cubicBezTo>
                      <a:pt x="5054" y="12196"/>
                      <a:pt x="12302" y="4947"/>
                      <a:pt x="21244" y="4947"/>
                    </a:cubicBezTo>
                    <a:close/>
                    <a:moveTo>
                      <a:pt x="21244" y="147"/>
                    </a:moveTo>
                    <a:cubicBezTo>
                      <a:pt x="9651" y="147"/>
                      <a:pt x="253" y="9545"/>
                      <a:pt x="253" y="21138"/>
                    </a:cubicBezTo>
                    <a:cubicBezTo>
                      <a:pt x="253" y="32730"/>
                      <a:pt x="9651" y="42128"/>
                      <a:pt x="21244" y="42128"/>
                    </a:cubicBezTo>
                    <a:cubicBezTo>
                      <a:pt x="32837" y="42128"/>
                      <a:pt x="42235" y="32730"/>
                      <a:pt x="42235" y="21138"/>
                    </a:cubicBezTo>
                    <a:lnTo>
                      <a:pt x="42235" y="21138"/>
                    </a:lnTo>
                    <a:cubicBezTo>
                      <a:pt x="42235" y="9545"/>
                      <a:pt x="32837" y="147"/>
                      <a:pt x="21244"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39" name="Freeform: Shape 3538">
                <a:extLst>
                  <a:ext uri="{FF2B5EF4-FFF2-40B4-BE49-F238E27FC236}">
                    <a16:creationId xmlns:a16="http://schemas.microsoft.com/office/drawing/2014/main" id="{1D490C36-3E38-27A0-5817-40C178868BEA}"/>
                  </a:ext>
                </a:extLst>
              </p:cNvPr>
              <p:cNvSpPr/>
              <p:nvPr/>
            </p:nvSpPr>
            <p:spPr>
              <a:xfrm>
                <a:off x="1872147" y="7705433"/>
                <a:ext cx="37180" cy="37180"/>
              </a:xfrm>
              <a:custGeom>
                <a:avLst/>
                <a:gdLst>
                  <a:gd name="connsiteX0" fmla="*/ 37460 w 37180"/>
                  <a:gd name="connsiteY0" fmla="*/ 18726 h 37180"/>
                  <a:gd name="connsiteX1" fmla="*/ 18870 w 37180"/>
                  <a:gd name="connsiteY1" fmla="*/ 37317 h 37180"/>
                  <a:gd name="connsiteX2" fmla="*/ 279 w 37180"/>
                  <a:gd name="connsiteY2" fmla="*/ 18726 h 37180"/>
                  <a:gd name="connsiteX3" fmla="*/ 18870 w 37180"/>
                  <a:gd name="connsiteY3" fmla="*/ 136 h 37180"/>
                  <a:gd name="connsiteX4" fmla="*/ 37460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26"/>
                    </a:moveTo>
                    <a:cubicBezTo>
                      <a:pt x="37460" y="28993"/>
                      <a:pt x="29137" y="37317"/>
                      <a:pt x="18870" y="37317"/>
                    </a:cubicBezTo>
                    <a:cubicBezTo>
                      <a:pt x="8602" y="37317"/>
                      <a:pt x="279" y="28993"/>
                      <a:pt x="279" y="18726"/>
                    </a:cubicBezTo>
                    <a:cubicBezTo>
                      <a:pt x="279" y="8459"/>
                      <a:pt x="8602" y="136"/>
                      <a:pt x="18870" y="136"/>
                    </a:cubicBezTo>
                    <a:cubicBezTo>
                      <a:pt x="29137" y="136"/>
                      <a:pt x="37460" y="8459"/>
                      <a:pt x="37460" y="18726"/>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0" name="Freeform: Shape 3539">
                <a:extLst>
                  <a:ext uri="{FF2B5EF4-FFF2-40B4-BE49-F238E27FC236}">
                    <a16:creationId xmlns:a16="http://schemas.microsoft.com/office/drawing/2014/main" id="{F2EDB430-E0EB-54AB-DDD8-4E17AF7BD855}"/>
                  </a:ext>
                </a:extLst>
              </p:cNvPr>
              <p:cNvSpPr/>
              <p:nvPr/>
            </p:nvSpPr>
            <p:spPr>
              <a:xfrm>
                <a:off x="1869747" y="7703033"/>
                <a:ext cx="41981" cy="41981"/>
              </a:xfrm>
              <a:custGeom>
                <a:avLst/>
                <a:gdLst>
                  <a:gd name="connsiteX0" fmla="*/ 21270 w 41981"/>
                  <a:gd name="connsiteY0" fmla="*/ 4936 h 41981"/>
                  <a:gd name="connsiteX1" fmla="*/ 37460 w 41981"/>
                  <a:gd name="connsiteY1" fmla="*/ 21126 h 41981"/>
                  <a:gd name="connsiteX2" fmla="*/ 37460 w 41981"/>
                  <a:gd name="connsiteY2" fmla="*/ 21126 h 41981"/>
                  <a:gd name="connsiteX3" fmla="*/ 21270 w 41981"/>
                  <a:gd name="connsiteY3" fmla="*/ 37317 h 41981"/>
                  <a:gd name="connsiteX4" fmla="*/ 5080 w 41981"/>
                  <a:gd name="connsiteY4" fmla="*/ 21126 h 41981"/>
                  <a:gd name="connsiteX5" fmla="*/ 21270 w 41981"/>
                  <a:gd name="connsiteY5" fmla="*/ 4936 h 41981"/>
                  <a:gd name="connsiteX6" fmla="*/ 21270 w 41981"/>
                  <a:gd name="connsiteY6" fmla="*/ 136 h 41981"/>
                  <a:gd name="connsiteX7" fmla="*/ 279 w 41981"/>
                  <a:gd name="connsiteY7" fmla="*/ 21126 h 41981"/>
                  <a:gd name="connsiteX8" fmla="*/ 21270 w 41981"/>
                  <a:gd name="connsiteY8" fmla="*/ 42117 h 41981"/>
                  <a:gd name="connsiteX9" fmla="*/ 42260 w 41981"/>
                  <a:gd name="connsiteY9" fmla="*/ 21126 h 41981"/>
                  <a:gd name="connsiteX10" fmla="*/ 42260 w 41981"/>
                  <a:gd name="connsiteY10" fmla="*/ 21126 h 41981"/>
                  <a:gd name="connsiteX11" fmla="*/ 21270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36"/>
                    </a:moveTo>
                    <a:cubicBezTo>
                      <a:pt x="30212" y="4936"/>
                      <a:pt x="37460" y="12185"/>
                      <a:pt x="37460" y="21126"/>
                    </a:cubicBezTo>
                    <a:lnTo>
                      <a:pt x="37460" y="21126"/>
                    </a:lnTo>
                    <a:cubicBezTo>
                      <a:pt x="37460" y="30068"/>
                      <a:pt x="30212" y="37317"/>
                      <a:pt x="21270" y="37317"/>
                    </a:cubicBezTo>
                    <a:cubicBezTo>
                      <a:pt x="12328" y="37317"/>
                      <a:pt x="5080" y="30068"/>
                      <a:pt x="5080" y="21126"/>
                    </a:cubicBezTo>
                    <a:cubicBezTo>
                      <a:pt x="5080" y="12185"/>
                      <a:pt x="12328" y="4936"/>
                      <a:pt x="21270" y="4936"/>
                    </a:cubicBezTo>
                    <a:close/>
                    <a:moveTo>
                      <a:pt x="21270" y="136"/>
                    </a:moveTo>
                    <a:cubicBezTo>
                      <a:pt x="9677" y="136"/>
                      <a:pt x="279" y="9534"/>
                      <a:pt x="279" y="21126"/>
                    </a:cubicBezTo>
                    <a:cubicBezTo>
                      <a:pt x="279" y="32719"/>
                      <a:pt x="9677" y="42117"/>
                      <a:pt x="21270" y="42117"/>
                    </a:cubicBezTo>
                    <a:cubicBezTo>
                      <a:pt x="32862" y="42117"/>
                      <a:pt x="42260" y="32719"/>
                      <a:pt x="42260" y="21126"/>
                    </a:cubicBezTo>
                    <a:lnTo>
                      <a:pt x="42260" y="21126"/>
                    </a:lnTo>
                    <a:cubicBezTo>
                      <a:pt x="42260" y="9534"/>
                      <a:pt x="32862" y="136"/>
                      <a:pt x="21270" y="1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1" name="Freeform: Shape 3540">
                <a:extLst>
                  <a:ext uri="{FF2B5EF4-FFF2-40B4-BE49-F238E27FC236}">
                    <a16:creationId xmlns:a16="http://schemas.microsoft.com/office/drawing/2014/main" id="{F8F7A24D-795C-9BBE-D401-15536E98692D}"/>
                  </a:ext>
                </a:extLst>
              </p:cNvPr>
              <p:cNvSpPr/>
              <p:nvPr/>
            </p:nvSpPr>
            <p:spPr>
              <a:xfrm>
                <a:off x="1821148" y="8014365"/>
                <a:ext cx="37180" cy="37180"/>
              </a:xfrm>
              <a:custGeom>
                <a:avLst/>
                <a:gdLst>
                  <a:gd name="connsiteX0" fmla="*/ 37451 w 37180"/>
                  <a:gd name="connsiteY0" fmla="*/ 18780 h 37180"/>
                  <a:gd name="connsiteX1" fmla="*/ 18861 w 37180"/>
                  <a:gd name="connsiteY1" fmla="*/ 37370 h 37180"/>
                  <a:gd name="connsiteX2" fmla="*/ 270 w 37180"/>
                  <a:gd name="connsiteY2" fmla="*/ 18780 h 37180"/>
                  <a:gd name="connsiteX3" fmla="*/ 18861 w 37180"/>
                  <a:gd name="connsiteY3" fmla="*/ 189 h 37180"/>
                  <a:gd name="connsiteX4" fmla="*/ 37451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80"/>
                    </a:moveTo>
                    <a:cubicBezTo>
                      <a:pt x="37451" y="29047"/>
                      <a:pt x="29128" y="37370"/>
                      <a:pt x="18861" y="37370"/>
                    </a:cubicBezTo>
                    <a:cubicBezTo>
                      <a:pt x="8594" y="37370"/>
                      <a:pt x="270" y="29047"/>
                      <a:pt x="270" y="18780"/>
                    </a:cubicBezTo>
                    <a:cubicBezTo>
                      <a:pt x="270" y="8513"/>
                      <a:pt x="8594" y="189"/>
                      <a:pt x="18861" y="189"/>
                    </a:cubicBezTo>
                    <a:cubicBezTo>
                      <a:pt x="29128" y="189"/>
                      <a:pt x="37451" y="8513"/>
                      <a:pt x="37451" y="18780"/>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2" name="Freeform: Shape 3541">
                <a:extLst>
                  <a:ext uri="{FF2B5EF4-FFF2-40B4-BE49-F238E27FC236}">
                    <a16:creationId xmlns:a16="http://schemas.microsoft.com/office/drawing/2014/main" id="{9CF81874-C53C-8DB7-17B0-D8E7242CEFBE}"/>
                  </a:ext>
                </a:extLst>
              </p:cNvPr>
              <p:cNvSpPr/>
              <p:nvPr/>
            </p:nvSpPr>
            <p:spPr>
              <a:xfrm>
                <a:off x="1818748" y="8011965"/>
                <a:ext cx="41981" cy="41981"/>
              </a:xfrm>
              <a:custGeom>
                <a:avLst/>
                <a:gdLst>
                  <a:gd name="connsiteX0" fmla="*/ 21261 w 41981"/>
                  <a:gd name="connsiteY0" fmla="*/ 4990 h 41981"/>
                  <a:gd name="connsiteX1" fmla="*/ 37451 w 41981"/>
                  <a:gd name="connsiteY1" fmla="*/ 21180 h 41981"/>
                  <a:gd name="connsiteX2" fmla="*/ 37451 w 41981"/>
                  <a:gd name="connsiteY2" fmla="*/ 21180 h 41981"/>
                  <a:gd name="connsiteX3" fmla="*/ 21261 w 41981"/>
                  <a:gd name="connsiteY3" fmla="*/ 37370 h 41981"/>
                  <a:gd name="connsiteX4" fmla="*/ 5071 w 41981"/>
                  <a:gd name="connsiteY4" fmla="*/ 21180 h 41981"/>
                  <a:gd name="connsiteX5" fmla="*/ 21261 w 41981"/>
                  <a:gd name="connsiteY5" fmla="*/ 4990 h 41981"/>
                  <a:gd name="connsiteX6" fmla="*/ 21261 w 41981"/>
                  <a:gd name="connsiteY6" fmla="*/ 189 h 41981"/>
                  <a:gd name="connsiteX7" fmla="*/ 270 w 41981"/>
                  <a:gd name="connsiteY7" fmla="*/ 21180 h 41981"/>
                  <a:gd name="connsiteX8" fmla="*/ 21261 w 41981"/>
                  <a:gd name="connsiteY8" fmla="*/ 42171 h 41981"/>
                  <a:gd name="connsiteX9" fmla="*/ 42252 w 41981"/>
                  <a:gd name="connsiteY9" fmla="*/ 21180 h 41981"/>
                  <a:gd name="connsiteX10" fmla="*/ 42252 w 41981"/>
                  <a:gd name="connsiteY10" fmla="*/ 21180 h 41981"/>
                  <a:gd name="connsiteX11" fmla="*/ 21261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90"/>
                    </a:moveTo>
                    <a:cubicBezTo>
                      <a:pt x="30203" y="4990"/>
                      <a:pt x="37451" y="12238"/>
                      <a:pt x="37451" y="21180"/>
                    </a:cubicBezTo>
                    <a:lnTo>
                      <a:pt x="37451" y="21180"/>
                    </a:lnTo>
                    <a:cubicBezTo>
                      <a:pt x="37451" y="30122"/>
                      <a:pt x="30203" y="37370"/>
                      <a:pt x="21261" y="37370"/>
                    </a:cubicBezTo>
                    <a:cubicBezTo>
                      <a:pt x="12319" y="37370"/>
                      <a:pt x="5071" y="30122"/>
                      <a:pt x="5071" y="21180"/>
                    </a:cubicBezTo>
                    <a:cubicBezTo>
                      <a:pt x="5071" y="12238"/>
                      <a:pt x="12319" y="4990"/>
                      <a:pt x="21261" y="4990"/>
                    </a:cubicBezTo>
                    <a:close/>
                    <a:moveTo>
                      <a:pt x="21261" y="189"/>
                    </a:moveTo>
                    <a:cubicBezTo>
                      <a:pt x="9668" y="189"/>
                      <a:pt x="270" y="9587"/>
                      <a:pt x="270" y="21180"/>
                    </a:cubicBezTo>
                    <a:cubicBezTo>
                      <a:pt x="270" y="32773"/>
                      <a:pt x="9668" y="42171"/>
                      <a:pt x="21261" y="42171"/>
                    </a:cubicBezTo>
                    <a:cubicBezTo>
                      <a:pt x="32854" y="42171"/>
                      <a:pt x="42252" y="32773"/>
                      <a:pt x="42252" y="21180"/>
                    </a:cubicBezTo>
                    <a:lnTo>
                      <a:pt x="42252" y="21180"/>
                    </a:lnTo>
                    <a:cubicBezTo>
                      <a:pt x="42252" y="9587"/>
                      <a:pt x="32854" y="189"/>
                      <a:pt x="21261"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3" name="Freeform: Shape 3542">
                <a:extLst>
                  <a:ext uri="{FF2B5EF4-FFF2-40B4-BE49-F238E27FC236}">
                    <a16:creationId xmlns:a16="http://schemas.microsoft.com/office/drawing/2014/main" id="{07685561-D142-AA93-8E06-131D53A0D934}"/>
                  </a:ext>
                </a:extLst>
              </p:cNvPr>
              <p:cNvSpPr/>
              <p:nvPr/>
            </p:nvSpPr>
            <p:spPr>
              <a:xfrm>
                <a:off x="1807986" y="7932210"/>
                <a:ext cx="37180" cy="37180"/>
              </a:xfrm>
              <a:custGeom>
                <a:avLst/>
                <a:gdLst>
                  <a:gd name="connsiteX0" fmla="*/ 37449 w 37180"/>
                  <a:gd name="connsiteY0" fmla="*/ 18766 h 37180"/>
                  <a:gd name="connsiteX1" fmla="*/ 18858 w 37180"/>
                  <a:gd name="connsiteY1" fmla="*/ 37356 h 37180"/>
                  <a:gd name="connsiteX2" fmla="*/ 268 w 37180"/>
                  <a:gd name="connsiteY2" fmla="*/ 18766 h 37180"/>
                  <a:gd name="connsiteX3" fmla="*/ 18858 w 37180"/>
                  <a:gd name="connsiteY3" fmla="*/ 175 h 37180"/>
                  <a:gd name="connsiteX4" fmla="*/ 3744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6"/>
                    </a:moveTo>
                    <a:cubicBezTo>
                      <a:pt x="37449" y="29033"/>
                      <a:pt x="29126" y="37356"/>
                      <a:pt x="18858" y="37356"/>
                    </a:cubicBezTo>
                    <a:cubicBezTo>
                      <a:pt x="8591" y="37356"/>
                      <a:pt x="268" y="29033"/>
                      <a:pt x="268" y="18766"/>
                    </a:cubicBezTo>
                    <a:cubicBezTo>
                      <a:pt x="268" y="8498"/>
                      <a:pt x="8591" y="175"/>
                      <a:pt x="18858" y="175"/>
                    </a:cubicBezTo>
                    <a:cubicBezTo>
                      <a:pt x="29126" y="175"/>
                      <a:pt x="37449" y="8498"/>
                      <a:pt x="37449" y="18766"/>
                    </a:cubicBezTo>
                    <a:close/>
                  </a:path>
                </a:pathLst>
              </a:custGeom>
              <a:solidFill>
                <a:srgbClr val="E5F7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4" name="Freeform: Shape 3543">
                <a:extLst>
                  <a:ext uri="{FF2B5EF4-FFF2-40B4-BE49-F238E27FC236}">
                    <a16:creationId xmlns:a16="http://schemas.microsoft.com/office/drawing/2014/main" id="{4F197C03-17A6-1F8D-486F-D16CA9D4A687}"/>
                  </a:ext>
                </a:extLst>
              </p:cNvPr>
              <p:cNvSpPr/>
              <p:nvPr/>
            </p:nvSpPr>
            <p:spPr>
              <a:xfrm>
                <a:off x="1805586" y="7929810"/>
                <a:ext cx="41981" cy="41981"/>
              </a:xfrm>
              <a:custGeom>
                <a:avLst/>
                <a:gdLst>
                  <a:gd name="connsiteX0" fmla="*/ 21259 w 41981"/>
                  <a:gd name="connsiteY0" fmla="*/ 4975 h 41981"/>
                  <a:gd name="connsiteX1" fmla="*/ 37449 w 41981"/>
                  <a:gd name="connsiteY1" fmla="*/ 21166 h 41981"/>
                  <a:gd name="connsiteX2" fmla="*/ 37449 w 41981"/>
                  <a:gd name="connsiteY2" fmla="*/ 21166 h 41981"/>
                  <a:gd name="connsiteX3" fmla="*/ 21259 w 41981"/>
                  <a:gd name="connsiteY3" fmla="*/ 37356 h 41981"/>
                  <a:gd name="connsiteX4" fmla="*/ 5068 w 41981"/>
                  <a:gd name="connsiteY4" fmla="*/ 21166 h 41981"/>
                  <a:gd name="connsiteX5" fmla="*/ 21259 w 41981"/>
                  <a:gd name="connsiteY5" fmla="*/ 4975 h 41981"/>
                  <a:gd name="connsiteX6" fmla="*/ 21259 w 41981"/>
                  <a:gd name="connsiteY6" fmla="*/ 175 h 41981"/>
                  <a:gd name="connsiteX7" fmla="*/ 268 w 41981"/>
                  <a:gd name="connsiteY7" fmla="*/ 21166 h 41981"/>
                  <a:gd name="connsiteX8" fmla="*/ 21259 w 41981"/>
                  <a:gd name="connsiteY8" fmla="*/ 42156 h 41981"/>
                  <a:gd name="connsiteX9" fmla="*/ 42249 w 41981"/>
                  <a:gd name="connsiteY9" fmla="*/ 21166 h 41981"/>
                  <a:gd name="connsiteX10" fmla="*/ 42249 w 41981"/>
                  <a:gd name="connsiteY10" fmla="*/ 21166 h 41981"/>
                  <a:gd name="connsiteX11" fmla="*/ 21259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5"/>
                    </a:moveTo>
                    <a:cubicBezTo>
                      <a:pt x="30200" y="4975"/>
                      <a:pt x="37449" y="12224"/>
                      <a:pt x="37449" y="21166"/>
                    </a:cubicBezTo>
                    <a:lnTo>
                      <a:pt x="37449" y="21166"/>
                    </a:lnTo>
                    <a:cubicBezTo>
                      <a:pt x="37449" y="30108"/>
                      <a:pt x="30200" y="37356"/>
                      <a:pt x="21259" y="37356"/>
                    </a:cubicBezTo>
                    <a:cubicBezTo>
                      <a:pt x="12317" y="37356"/>
                      <a:pt x="5068" y="30108"/>
                      <a:pt x="5068" y="21166"/>
                    </a:cubicBezTo>
                    <a:cubicBezTo>
                      <a:pt x="5068" y="12224"/>
                      <a:pt x="12317" y="4975"/>
                      <a:pt x="21259" y="4975"/>
                    </a:cubicBezTo>
                    <a:close/>
                    <a:moveTo>
                      <a:pt x="21259" y="175"/>
                    </a:moveTo>
                    <a:cubicBezTo>
                      <a:pt x="9666" y="175"/>
                      <a:pt x="268" y="9573"/>
                      <a:pt x="268" y="21166"/>
                    </a:cubicBezTo>
                    <a:cubicBezTo>
                      <a:pt x="268" y="32758"/>
                      <a:pt x="9666" y="42156"/>
                      <a:pt x="21259" y="42156"/>
                    </a:cubicBezTo>
                    <a:cubicBezTo>
                      <a:pt x="32851" y="42156"/>
                      <a:pt x="42249" y="32758"/>
                      <a:pt x="42249" y="21166"/>
                    </a:cubicBezTo>
                    <a:lnTo>
                      <a:pt x="42249" y="21166"/>
                    </a:lnTo>
                    <a:cubicBezTo>
                      <a:pt x="42249" y="9573"/>
                      <a:pt x="32851" y="175"/>
                      <a:pt x="21259"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5" name="Freeform: Shape 3544">
                <a:extLst>
                  <a:ext uri="{FF2B5EF4-FFF2-40B4-BE49-F238E27FC236}">
                    <a16:creationId xmlns:a16="http://schemas.microsoft.com/office/drawing/2014/main" id="{F13F8F10-8C90-A0CC-D77C-1EADE8894859}"/>
                  </a:ext>
                </a:extLst>
              </p:cNvPr>
              <p:cNvSpPr/>
              <p:nvPr/>
            </p:nvSpPr>
            <p:spPr>
              <a:xfrm>
                <a:off x="1877129" y="7854433"/>
                <a:ext cx="37180" cy="37180"/>
              </a:xfrm>
              <a:custGeom>
                <a:avLst/>
                <a:gdLst>
                  <a:gd name="connsiteX0" fmla="*/ 37461 w 37180"/>
                  <a:gd name="connsiteY0" fmla="*/ 18752 h 37180"/>
                  <a:gd name="connsiteX1" fmla="*/ 18870 w 37180"/>
                  <a:gd name="connsiteY1" fmla="*/ 37342 h 37180"/>
                  <a:gd name="connsiteX2" fmla="*/ 280 w 37180"/>
                  <a:gd name="connsiteY2" fmla="*/ 18752 h 37180"/>
                  <a:gd name="connsiteX3" fmla="*/ 18870 w 37180"/>
                  <a:gd name="connsiteY3" fmla="*/ 162 h 37180"/>
                  <a:gd name="connsiteX4" fmla="*/ 37461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52"/>
                    </a:moveTo>
                    <a:cubicBezTo>
                      <a:pt x="37461" y="29019"/>
                      <a:pt x="29138" y="37342"/>
                      <a:pt x="18870" y="37342"/>
                    </a:cubicBezTo>
                    <a:cubicBezTo>
                      <a:pt x="8603" y="37342"/>
                      <a:pt x="280" y="29019"/>
                      <a:pt x="280" y="18752"/>
                    </a:cubicBezTo>
                    <a:cubicBezTo>
                      <a:pt x="280" y="8485"/>
                      <a:pt x="8603" y="162"/>
                      <a:pt x="18870" y="162"/>
                    </a:cubicBezTo>
                    <a:cubicBezTo>
                      <a:pt x="29138" y="162"/>
                      <a:pt x="37461" y="8485"/>
                      <a:pt x="37461" y="18752"/>
                    </a:cubicBezTo>
                    <a:close/>
                  </a:path>
                </a:pathLst>
              </a:custGeom>
              <a:solidFill>
                <a:srgbClr val="BEF7B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6" name="Freeform: Shape 3545">
                <a:extLst>
                  <a:ext uri="{FF2B5EF4-FFF2-40B4-BE49-F238E27FC236}">
                    <a16:creationId xmlns:a16="http://schemas.microsoft.com/office/drawing/2014/main" id="{94E36AFC-B1A9-AE18-A2A4-84231955DB17}"/>
                  </a:ext>
                </a:extLst>
              </p:cNvPr>
              <p:cNvSpPr/>
              <p:nvPr/>
            </p:nvSpPr>
            <p:spPr>
              <a:xfrm>
                <a:off x="1874729" y="7852033"/>
                <a:ext cx="41981" cy="41981"/>
              </a:xfrm>
              <a:custGeom>
                <a:avLst/>
                <a:gdLst>
                  <a:gd name="connsiteX0" fmla="*/ 21271 w 41981"/>
                  <a:gd name="connsiteY0" fmla="*/ 4962 h 41981"/>
                  <a:gd name="connsiteX1" fmla="*/ 37461 w 41981"/>
                  <a:gd name="connsiteY1" fmla="*/ 21152 h 41981"/>
                  <a:gd name="connsiteX2" fmla="*/ 37461 w 41981"/>
                  <a:gd name="connsiteY2" fmla="*/ 21152 h 41981"/>
                  <a:gd name="connsiteX3" fmla="*/ 21271 w 41981"/>
                  <a:gd name="connsiteY3" fmla="*/ 37342 h 41981"/>
                  <a:gd name="connsiteX4" fmla="*/ 5080 w 41981"/>
                  <a:gd name="connsiteY4" fmla="*/ 21152 h 41981"/>
                  <a:gd name="connsiteX5" fmla="*/ 21271 w 41981"/>
                  <a:gd name="connsiteY5" fmla="*/ 4962 h 41981"/>
                  <a:gd name="connsiteX6" fmla="*/ 21271 w 41981"/>
                  <a:gd name="connsiteY6" fmla="*/ 162 h 41981"/>
                  <a:gd name="connsiteX7" fmla="*/ 280 w 41981"/>
                  <a:gd name="connsiteY7" fmla="*/ 21152 h 41981"/>
                  <a:gd name="connsiteX8" fmla="*/ 21271 w 41981"/>
                  <a:gd name="connsiteY8" fmla="*/ 42143 h 41981"/>
                  <a:gd name="connsiteX9" fmla="*/ 42261 w 41981"/>
                  <a:gd name="connsiteY9" fmla="*/ 21152 h 41981"/>
                  <a:gd name="connsiteX10" fmla="*/ 42261 w 41981"/>
                  <a:gd name="connsiteY10" fmla="*/ 21152 h 41981"/>
                  <a:gd name="connsiteX11" fmla="*/ 21271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62"/>
                    </a:moveTo>
                    <a:cubicBezTo>
                      <a:pt x="30212" y="4962"/>
                      <a:pt x="37461" y="12210"/>
                      <a:pt x="37461" y="21152"/>
                    </a:cubicBezTo>
                    <a:lnTo>
                      <a:pt x="37461" y="21152"/>
                    </a:lnTo>
                    <a:cubicBezTo>
                      <a:pt x="37461" y="30094"/>
                      <a:pt x="30212" y="37342"/>
                      <a:pt x="21271" y="37342"/>
                    </a:cubicBezTo>
                    <a:cubicBezTo>
                      <a:pt x="12329" y="37342"/>
                      <a:pt x="5080" y="30094"/>
                      <a:pt x="5080" y="21152"/>
                    </a:cubicBezTo>
                    <a:cubicBezTo>
                      <a:pt x="5080" y="12210"/>
                      <a:pt x="12329" y="4962"/>
                      <a:pt x="21271" y="4962"/>
                    </a:cubicBezTo>
                    <a:close/>
                    <a:moveTo>
                      <a:pt x="21271" y="162"/>
                    </a:moveTo>
                    <a:cubicBezTo>
                      <a:pt x="9678" y="162"/>
                      <a:pt x="280" y="9560"/>
                      <a:pt x="280" y="21152"/>
                    </a:cubicBezTo>
                    <a:cubicBezTo>
                      <a:pt x="280" y="32745"/>
                      <a:pt x="9678" y="42143"/>
                      <a:pt x="21271" y="42143"/>
                    </a:cubicBezTo>
                    <a:cubicBezTo>
                      <a:pt x="32863" y="42143"/>
                      <a:pt x="42261" y="32745"/>
                      <a:pt x="42261" y="21152"/>
                    </a:cubicBezTo>
                    <a:lnTo>
                      <a:pt x="42261" y="21152"/>
                    </a:lnTo>
                    <a:cubicBezTo>
                      <a:pt x="42261" y="9560"/>
                      <a:pt x="32863" y="162"/>
                      <a:pt x="21271"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7" name="Freeform: Shape 3546">
                <a:extLst>
                  <a:ext uri="{FF2B5EF4-FFF2-40B4-BE49-F238E27FC236}">
                    <a16:creationId xmlns:a16="http://schemas.microsoft.com/office/drawing/2014/main" id="{F7EBFA95-781C-BD84-5588-B47782A2C0BB}"/>
                  </a:ext>
                </a:extLst>
              </p:cNvPr>
              <p:cNvSpPr/>
              <p:nvPr/>
            </p:nvSpPr>
            <p:spPr>
              <a:xfrm>
                <a:off x="2061633" y="7561347"/>
                <a:ext cx="37180" cy="37180"/>
              </a:xfrm>
              <a:custGeom>
                <a:avLst/>
                <a:gdLst>
                  <a:gd name="connsiteX0" fmla="*/ 37493 w 37180"/>
                  <a:gd name="connsiteY0" fmla="*/ 18701 h 37180"/>
                  <a:gd name="connsiteX1" fmla="*/ 18903 w 37180"/>
                  <a:gd name="connsiteY1" fmla="*/ 37292 h 37180"/>
                  <a:gd name="connsiteX2" fmla="*/ 312 w 37180"/>
                  <a:gd name="connsiteY2" fmla="*/ 18701 h 37180"/>
                  <a:gd name="connsiteX3" fmla="*/ 18903 w 37180"/>
                  <a:gd name="connsiteY3" fmla="*/ 111 h 37180"/>
                  <a:gd name="connsiteX4" fmla="*/ 37493 w 37180"/>
                  <a:gd name="connsiteY4" fmla="*/ 187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3" y="18701"/>
                    </a:moveTo>
                    <a:cubicBezTo>
                      <a:pt x="37493" y="28968"/>
                      <a:pt x="29170" y="37292"/>
                      <a:pt x="18903" y="37292"/>
                    </a:cubicBezTo>
                    <a:cubicBezTo>
                      <a:pt x="8635" y="37292"/>
                      <a:pt x="312" y="28968"/>
                      <a:pt x="312" y="18701"/>
                    </a:cubicBezTo>
                    <a:cubicBezTo>
                      <a:pt x="312" y="8434"/>
                      <a:pt x="8635" y="111"/>
                      <a:pt x="18903" y="111"/>
                    </a:cubicBezTo>
                    <a:cubicBezTo>
                      <a:pt x="29170" y="111"/>
                      <a:pt x="37493" y="8434"/>
                      <a:pt x="37493" y="18701"/>
                    </a:cubicBezTo>
                    <a:close/>
                  </a:path>
                </a:pathLst>
              </a:custGeom>
              <a:solidFill>
                <a:srgbClr val="A4F7A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8" name="Freeform: Shape 3547">
                <a:extLst>
                  <a:ext uri="{FF2B5EF4-FFF2-40B4-BE49-F238E27FC236}">
                    <a16:creationId xmlns:a16="http://schemas.microsoft.com/office/drawing/2014/main" id="{6980547A-4A1E-B5B4-7C4A-A83C0F40224D}"/>
                  </a:ext>
                </a:extLst>
              </p:cNvPr>
              <p:cNvSpPr/>
              <p:nvPr/>
            </p:nvSpPr>
            <p:spPr>
              <a:xfrm>
                <a:off x="2059233" y="7558947"/>
                <a:ext cx="41981" cy="41981"/>
              </a:xfrm>
              <a:custGeom>
                <a:avLst/>
                <a:gdLst>
                  <a:gd name="connsiteX0" fmla="*/ 21303 w 41981"/>
                  <a:gd name="connsiteY0" fmla="*/ 4911 h 41981"/>
                  <a:gd name="connsiteX1" fmla="*/ 37493 w 41981"/>
                  <a:gd name="connsiteY1" fmla="*/ 21101 h 41981"/>
                  <a:gd name="connsiteX2" fmla="*/ 37493 w 41981"/>
                  <a:gd name="connsiteY2" fmla="*/ 21101 h 41981"/>
                  <a:gd name="connsiteX3" fmla="*/ 21303 w 41981"/>
                  <a:gd name="connsiteY3" fmla="*/ 37292 h 41981"/>
                  <a:gd name="connsiteX4" fmla="*/ 5112 w 41981"/>
                  <a:gd name="connsiteY4" fmla="*/ 21101 h 41981"/>
                  <a:gd name="connsiteX5" fmla="*/ 21303 w 41981"/>
                  <a:gd name="connsiteY5" fmla="*/ 4911 h 41981"/>
                  <a:gd name="connsiteX6" fmla="*/ 21303 w 41981"/>
                  <a:gd name="connsiteY6" fmla="*/ 111 h 41981"/>
                  <a:gd name="connsiteX7" fmla="*/ 312 w 41981"/>
                  <a:gd name="connsiteY7" fmla="*/ 21101 h 41981"/>
                  <a:gd name="connsiteX8" fmla="*/ 21303 w 41981"/>
                  <a:gd name="connsiteY8" fmla="*/ 42092 h 41981"/>
                  <a:gd name="connsiteX9" fmla="*/ 42293 w 41981"/>
                  <a:gd name="connsiteY9" fmla="*/ 21101 h 41981"/>
                  <a:gd name="connsiteX10" fmla="*/ 42293 w 41981"/>
                  <a:gd name="connsiteY10" fmla="*/ 21101 h 41981"/>
                  <a:gd name="connsiteX11" fmla="*/ 21303 w 41981"/>
                  <a:gd name="connsiteY11" fmla="*/ 1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3" y="4911"/>
                    </a:moveTo>
                    <a:cubicBezTo>
                      <a:pt x="30245" y="4911"/>
                      <a:pt x="37493" y="12159"/>
                      <a:pt x="37493" y="21101"/>
                    </a:cubicBezTo>
                    <a:lnTo>
                      <a:pt x="37493" y="21101"/>
                    </a:lnTo>
                    <a:cubicBezTo>
                      <a:pt x="37493" y="30043"/>
                      <a:pt x="30245" y="37292"/>
                      <a:pt x="21303" y="37292"/>
                    </a:cubicBezTo>
                    <a:cubicBezTo>
                      <a:pt x="12361" y="37292"/>
                      <a:pt x="5112" y="30043"/>
                      <a:pt x="5112" y="21101"/>
                    </a:cubicBezTo>
                    <a:cubicBezTo>
                      <a:pt x="5112" y="12159"/>
                      <a:pt x="12361" y="4911"/>
                      <a:pt x="21303" y="4911"/>
                    </a:cubicBezTo>
                    <a:close/>
                    <a:moveTo>
                      <a:pt x="21303" y="111"/>
                    </a:moveTo>
                    <a:cubicBezTo>
                      <a:pt x="9710" y="111"/>
                      <a:pt x="312" y="9509"/>
                      <a:pt x="312" y="21101"/>
                    </a:cubicBezTo>
                    <a:cubicBezTo>
                      <a:pt x="312" y="32694"/>
                      <a:pt x="9710" y="42092"/>
                      <a:pt x="21303" y="42092"/>
                    </a:cubicBezTo>
                    <a:cubicBezTo>
                      <a:pt x="32895" y="42092"/>
                      <a:pt x="42293" y="32694"/>
                      <a:pt x="42293" y="21101"/>
                    </a:cubicBezTo>
                    <a:lnTo>
                      <a:pt x="42293" y="21101"/>
                    </a:lnTo>
                    <a:cubicBezTo>
                      <a:pt x="42293" y="9509"/>
                      <a:pt x="32895" y="111"/>
                      <a:pt x="21303" y="1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49" name="Freeform: Shape 3548">
                <a:extLst>
                  <a:ext uri="{FF2B5EF4-FFF2-40B4-BE49-F238E27FC236}">
                    <a16:creationId xmlns:a16="http://schemas.microsoft.com/office/drawing/2014/main" id="{A03F79E2-C910-4B22-B1F3-CA8326145B1C}"/>
                  </a:ext>
                </a:extLst>
              </p:cNvPr>
              <p:cNvSpPr/>
              <p:nvPr/>
            </p:nvSpPr>
            <p:spPr>
              <a:xfrm>
                <a:off x="1825399" y="7836352"/>
                <a:ext cx="37180" cy="37180"/>
              </a:xfrm>
              <a:custGeom>
                <a:avLst/>
                <a:gdLst>
                  <a:gd name="connsiteX0" fmla="*/ 37452 w 37180"/>
                  <a:gd name="connsiteY0" fmla="*/ 18749 h 37180"/>
                  <a:gd name="connsiteX1" fmla="*/ 18861 w 37180"/>
                  <a:gd name="connsiteY1" fmla="*/ 37339 h 37180"/>
                  <a:gd name="connsiteX2" fmla="*/ 271 w 37180"/>
                  <a:gd name="connsiteY2" fmla="*/ 18749 h 37180"/>
                  <a:gd name="connsiteX3" fmla="*/ 18861 w 37180"/>
                  <a:gd name="connsiteY3" fmla="*/ 158 h 37180"/>
                  <a:gd name="connsiteX4" fmla="*/ 37452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49"/>
                    </a:moveTo>
                    <a:cubicBezTo>
                      <a:pt x="37452" y="29016"/>
                      <a:pt x="29129" y="37339"/>
                      <a:pt x="18861" y="37339"/>
                    </a:cubicBezTo>
                    <a:cubicBezTo>
                      <a:pt x="8594" y="37339"/>
                      <a:pt x="271" y="29016"/>
                      <a:pt x="271" y="18749"/>
                    </a:cubicBezTo>
                    <a:cubicBezTo>
                      <a:pt x="271" y="8482"/>
                      <a:pt x="8594" y="158"/>
                      <a:pt x="18861" y="158"/>
                    </a:cubicBezTo>
                    <a:cubicBezTo>
                      <a:pt x="29129" y="158"/>
                      <a:pt x="37452" y="8482"/>
                      <a:pt x="37452" y="18749"/>
                    </a:cubicBezTo>
                    <a:close/>
                  </a:path>
                </a:pathLst>
              </a:custGeom>
              <a:solidFill>
                <a:srgbClr val="F7CA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0" name="Freeform: Shape 3549">
                <a:extLst>
                  <a:ext uri="{FF2B5EF4-FFF2-40B4-BE49-F238E27FC236}">
                    <a16:creationId xmlns:a16="http://schemas.microsoft.com/office/drawing/2014/main" id="{4A8650D3-62E0-3032-E6FA-25674CFBD0CD}"/>
                  </a:ext>
                </a:extLst>
              </p:cNvPr>
              <p:cNvSpPr/>
              <p:nvPr/>
            </p:nvSpPr>
            <p:spPr>
              <a:xfrm>
                <a:off x="1822998" y="7833952"/>
                <a:ext cx="41981" cy="41981"/>
              </a:xfrm>
              <a:custGeom>
                <a:avLst/>
                <a:gdLst>
                  <a:gd name="connsiteX0" fmla="*/ 21262 w 41981"/>
                  <a:gd name="connsiteY0" fmla="*/ 4959 h 41981"/>
                  <a:gd name="connsiteX1" fmla="*/ 37452 w 41981"/>
                  <a:gd name="connsiteY1" fmla="*/ 21149 h 41981"/>
                  <a:gd name="connsiteX2" fmla="*/ 37452 w 41981"/>
                  <a:gd name="connsiteY2" fmla="*/ 21149 h 41981"/>
                  <a:gd name="connsiteX3" fmla="*/ 21262 w 41981"/>
                  <a:gd name="connsiteY3" fmla="*/ 37339 h 41981"/>
                  <a:gd name="connsiteX4" fmla="*/ 5071 w 41981"/>
                  <a:gd name="connsiteY4" fmla="*/ 21149 h 41981"/>
                  <a:gd name="connsiteX5" fmla="*/ 21262 w 41981"/>
                  <a:gd name="connsiteY5" fmla="*/ 4959 h 41981"/>
                  <a:gd name="connsiteX6" fmla="*/ 21262 w 41981"/>
                  <a:gd name="connsiteY6" fmla="*/ 158 h 41981"/>
                  <a:gd name="connsiteX7" fmla="*/ 271 w 41981"/>
                  <a:gd name="connsiteY7" fmla="*/ 21149 h 41981"/>
                  <a:gd name="connsiteX8" fmla="*/ 21262 w 41981"/>
                  <a:gd name="connsiteY8" fmla="*/ 42140 h 41981"/>
                  <a:gd name="connsiteX9" fmla="*/ 42252 w 41981"/>
                  <a:gd name="connsiteY9" fmla="*/ 21149 h 41981"/>
                  <a:gd name="connsiteX10" fmla="*/ 42252 w 41981"/>
                  <a:gd name="connsiteY10" fmla="*/ 21149 h 41981"/>
                  <a:gd name="connsiteX11" fmla="*/ 21262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59"/>
                    </a:moveTo>
                    <a:cubicBezTo>
                      <a:pt x="30204" y="4959"/>
                      <a:pt x="37452" y="12207"/>
                      <a:pt x="37452" y="21149"/>
                    </a:cubicBezTo>
                    <a:lnTo>
                      <a:pt x="37452" y="21149"/>
                    </a:lnTo>
                    <a:cubicBezTo>
                      <a:pt x="37452" y="30091"/>
                      <a:pt x="30204" y="37339"/>
                      <a:pt x="21262" y="37339"/>
                    </a:cubicBezTo>
                    <a:cubicBezTo>
                      <a:pt x="12320" y="37339"/>
                      <a:pt x="5071" y="30091"/>
                      <a:pt x="5071" y="21149"/>
                    </a:cubicBezTo>
                    <a:cubicBezTo>
                      <a:pt x="5071" y="12207"/>
                      <a:pt x="12320" y="4959"/>
                      <a:pt x="21262" y="4959"/>
                    </a:cubicBezTo>
                    <a:close/>
                    <a:moveTo>
                      <a:pt x="21262" y="158"/>
                    </a:moveTo>
                    <a:cubicBezTo>
                      <a:pt x="9669" y="158"/>
                      <a:pt x="271" y="9556"/>
                      <a:pt x="271" y="21149"/>
                    </a:cubicBezTo>
                    <a:cubicBezTo>
                      <a:pt x="271" y="32742"/>
                      <a:pt x="9669" y="42140"/>
                      <a:pt x="21262" y="42140"/>
                    </a:cubicBezTo>
                    <a:cubicBezTo>
                      <a:pt x="32854" y="42140"/>
                      <a:pt x="42252" y="32742"/>
                      <a:pt x="42252" y="21149"/>
                    </a:cubicBezTo>
                    <a:lnTo>
                      <a:pt x="42252" y="21149"/>
                    </a:lnTo>
                    <a:cubicBezTo>
                      <a:pt x="42252" y="9556"/>
                      <a:pt x="32854" y="158"/>
                      <a:pt x="21262"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1" name="Freeform: Shape 3550">
                <a:extLst>
                  <a:ext uri="{FF2B5EF4-FFF2-40B4-BE49-F238E27FC236}">
                    <a16:creationId xmlns:a16="http://schemas.microsoft.com/office/drawing/2014/main" id="{3073C6EF-CFE8-64A3-B272-832BC5F978C1}"/>
                  </a:ext>
                </a:extLst>
              </p:cNvPr>
              <p:cNvSpPr/>
              <p:nvPr/>
            </p:nvSpPr>
            <p:spPr>
              <a:xfrm>
                <a:off x="1782855" y="7726809"/>
                <a:ext cx="37180" cy="37180"/>
              </a:xfrm>
              <a:custGeom>
                <a:avLst/>
                <a:gdLst>
                  <a:gd name="connsiteX0" fmla="*/ 37445 w 37180"/>
                  <a:gd name="connsiteY0" fmla="*/ 18730 h 37180"/>
                  <a:gd name="connsiteX1" fmla="*/ 18854 w 37180"/>
                  <a:gd name="connsiteY1" fmla="*/ 37320 h 37180"/>
                  <a:gd name="connsiteX2" fmla="*/ 264 w 37180"/>
                  <a:gd name="connsiteY2" fmla="*/ 18730 h 37180"/>
                  <a:gd name="connsiteX3" fmla="*/ 18854 w 37180"/>
                  <a:gd name="connsiteY3" fmla="*/ 139 h 37180"/>
                  <a:gd name="connsiteX4" fmla="*/ 37445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30"/>
                    </a:moveTo>
                    <a:cubicBezTo>
                      <a:pt x="37445" y="28997"/>
                      <a:pt x="29121" y="37320"/>
                      <a:pt x="18854" y="37320"/>
                    </a:cubicBezTo>
                    <a:cubicBezTo>
                      <a:pt x="8587" y="37320"/>
                      <a:pt x="264" y="28997"/>
                      <a:pt x="264" y="18730"/>
                    </a:cubicBezTo>
                    <a:cubicBezTo>
                      <a:pt x="264" y="8463"/>
                      <a:pt x="8587" y="139"/>
                      <a:pt x="18854" y="139"/>
                    </a:cubicBezTo>
                    <a:cubicBezTo>
                      <a:pt x="29121" y="139"/>
                      <a:pt x="37445" y="8463"/>
                      <a:pt x="37445" y="18730"/>
                    </a:cubicBezTo>
                    <a:close/>
                  </a:path>
                </a:pathLst>
              </a:custGeom>
              <a:solidFill>
                <a:srgbClr val="F7B4B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2" name="Freeform: Shape 3551">
                <a:extLst>
                  <a:ext uri="{FF2B5EF4-FFF2-40B4-BE49-F238E27FC236}">
                    <a16:creationId xmlns:a16="http://schemas.microsoft.com/office/drawing/2014/main" id="{C6F78541-7B69-8670-FC85-CD79072CC947}"/>
                  </a:ext>
                </a:extLst>
              </p:cNvPr>
              <p:cNvSpPr/>
              <p:nvPr/>
            </p:nvSpPr>
            <p:spPr>
              <a:xfrm>
                <a:off x="1780455" y="7724408"/>
                <a:ext cx="41981" cy="41981"/>
              </a:xfrm>
              <a:custGeom>
                <a:avLst/>
                <a:gdLst>
                  <a:gd name="connsiteX0" fmla="*/ 21254 w 41981"/>
                  <a:gd name="connsiteY0" fmla="*/ 4940 h 41981"/>
                  <a:gd name="connsiteX1" fmla="*/ 37445 w 41981"/>
                  <a:gd name="connsiteY1" fmla="*/ 21130 h 41981"/>
                  <a:gd name="connsiteX2" fmla="*/ 37445 w 41981"/>
                  <a:gd name="connsiteY2" fmla="*/ 21130 h 41981"/>
                  <a:gd name="connsiteX3" fmla="*/ 21254 w 41981"/>
                  <a:gd name="connsiteY3" fmla="*/ 37320 h 41981"/>
                  <a:gd name="connsiteX4" fmla="*/ 5064 w 41981"/>
                  <a:gd name="connsiteY4" fmla="*/ 21130 h 41981"/>
                  <a:gd name="connsiteX5" fmla="*/ 21254 w 41981"/>
                  <a:gd name="connsiteY5" fmla="*/ 4940 h 41981"/>
                  <a:gd name="connsiteX6" fmla="*/ 21254 w 41981"/>
                  <a:gd name="connsiteY6" fmla="*/ 139 h 41981"/>
                  <a:gd name="connsiteX7" fmla="*/ 264 w 41981"/>
                  <a:gd name="connsiteY7" fmla="*/ 21130 h 41981"/>
                  <a:gd name="connsiteX8" fmla="*/ 21254 w 41981"/>
                  <a:gd name="connsiteY8" fmla="*/ 42121 h 41981"/>
                  <a:gd name="connsiteX9" fmla="*/ 42245 w 41981"/>
                  <a:gd name="connsiteY9" fmla="*/ 21130 h 41981"/>
                  <a:gd name="connsiteX10" fmla="*/ 42245 w 41981"/>
                  <a:gd name="connsiteY10" fmla="*/ 21130 h 41981"/>
                  <a:gd name="connsiteX11" fmla="*/ 21254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40"/>
                    </a:moveTo>
                    <a:cubicBezTo>
                      <a:pt x="30196" y="4940"/>
                      <a:pt x="37445" y="12188"/>
                      <a:pt x="37445" y="21130"/>
                    </a:cubicBezTo>
                    <a:lnTo>
                      <a:pt x="37445" y="21130"/>
                    </a:lnTo>
                    <a:cubicBezTo>
                      <a:pt x="37445" y="30072"/>
                      <a:pt x="30196" y="37320"/>
                      <a:pt x="21254" y="37320"/>
                    </a:cubicBezTo>
                    <a:cubicBezTo>
                      <a:pt x="12312" y="37320"/>
                      <a:pt x="5064" y="30072"/>
                      <a:pt x="5064" y="21130"/>
                    </a:cubicBezTo>
                    <a:cubicBezTo>
                      <a:pt x="5064" y="12188"/>
                      <a:pt x="12312" y="4940"/>
                      <a:pt x="21254" y="4940"/>
                    </a:cubicBezTo>
                    <a:close/>
                    <a:moveTo>
                      <a:pt x="21254" y="139"/>
                    </a:moveTo>
                    <a:cubicBezTo>
                      <a:pt x="9662" y="139"/>
                      <a:pt x="264" y="9537"/>
                      <a:pt x="264" y="21130"/>
                    </a:cubicBezTo>
                    <a:cubicBezTo>
                      <a:pt x="264" y="32723"/>
                      <a:pt x="9662" y="42121"/>
                      <a:pt x="21254" y="42121"/>
                    </a:cubicBezTo>
                    <a:cubicBezTo>
                      <a:pt x="32847" y="42121"/>
                      <a:pt x="42245" y="32723"/>
                      <a:pt x="42245" y="21130"/>
                    </a:cubicBezTo>
                    <a:lnTo>
                      <a:pt x="42245" y="21130"/>
                    </a:lnTo>
                    <a:cubicBezTo>
                      <a:pt x="42245" y="9537"/>
                      <a:pt x="32847" y="139"/>
                      <a:pt x="21254" y="13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3" name="Freeform: Shape 3552">
                <a:extLst>
                  <a:ext uri="{FF2B5EF4-FFF2-40B4-BE49-F238E27FC236}">
                    <a16:creationId xmlns:a16="http://schemas.microsoft.com/office/drawing/2014/main" id="{65A45306-A74C-D535-5DC7-C584704A7126}"/>
                  </a:ext>
                </a:extLst>
              </p:cNvPr>
              <p:cNvSpPr/>
              <p:nvPr/>
            </p:nvSpPr>
            <p:spPr>
              <a:xfrm>
                <a:off x="1894691" y="7910835"/>
                <a:ext cx="37180" cy="37180"/>
              </a:xfrm>
              <a:custGeom>
                <a:avLst/>
                <a:gdLst>
                  <a:gd name="connsiteX0" fmla="*/ 37464 w 37180"/>
                  <a:gd name="connsiteY0" fmla="*/ 18762 h 37180"/>
                  <a:gd name="connsiteX1" fmla="*/ 18874 w 37180"/>
                  <a:gd name="connsiteY1" fmla="*/ 37352 h 37180"/>
                  <a:gd name="connsiteX2" fmla="*/ 283 w 37180"/>
                  <a:gd name="connsiteY2" fmla="*/ 18762 h 37180"/>
                  <a:gd name="connsiteX3" fmla="*/ 18874 w 37180"/>
                  <a:gd name="connsiteY3" fmla="*/ 171 h 37180"/>
                  <a:gd name="connsiteX4" fmla="*/ 37464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62"/>
                    </a:moveTo>
                    <a:cubicBezTo>
                      <a:pt x="37464" y="29029"/>
                      <a:pt x="29141" y="37352"/>
                      <a:pt x="18874" y="37352"/>
                    </a:cubicBezTo>
                    <a:cubicBezTo>
                      <a:pt x="8606" y="37352"/>
                      <a:pt x="283" y="29029"/>
                      <a:pt x="283" y="18762"/>
                    </a:cubicBezTo>
                    <a:cubicBezTo>
                      <a:pt x="283" y="8495"/>
                      <a:pt x="8606" y="171"/>
                      <a:pt x="18874" y="171"/>
                    </a:cubicBezTo>
                    <a:cubicBezTo>
                      <a:pt x="29141" y="171"/>
                      <a:pt x="37464" y="8495"/>
                      <a:pt x="37464" y="18762"/>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4" name="Freeform: Shape 3553">
                <a:extLst>
                  <a:ext uri="{FF2B5EF4-FFF2-40B4-BE49-F238E27FC236}">
                    <a16:creationId xmlns:a16="http://schemas.microsoft.com/office/drawing/2014/main" id="{C181BD2D-DE2F-8D83-3EDF-9EDAD722262C}"/>
                  </a:ext>
                </a:extLst>
              </p:cNvPr>
              <p:cNvSpPr/>
              <p:nvPr/>
            </p:nvSpPr>
            <p:spPr>
              <a:xfrm>
                <a:off x="1892291" y="7908435"/>
                <a:ext cx="41981" cy="41981"/>
              </a:xfrm>
              <a:custGeom>
                <a:avLst/>
                <a:gdLst>
                  <a:gd name="connsiteX0" fmla="*/ 21274 w 41981"/>
                  <a:gd name="connsiteY0" fmla="*/ 4972 h 41981"/>
                  <a:gd name="connsiteX1" fmla="*/ 37464 w 41981"/>
                  <a:gd name="connsiteY1" fmla="*/ 21162 h 41981"/>
                  <a:gd name="connsiteX2" fmla="*/ 37464 w 41981"/>
                  <a:gd name="connsiteY2" fmla="*/ 21162 h 41981"/>
                  <a:gd name="connsiteX3" fmla="*/ 21274 w 41981"/>
                  <a:gd name="connsiteY3" fmla="*/ 37352 h 41981"/>
                  <a:gd name="connsiteX4" fmla="*/ 5084 w 41981"/>
                  <a:gd name="connsiteY4" fmla="*/ 21162 h 41981"/>
                  <a:gd name="connsiteX5" fmla="*/ 21274 w 41981"/>
                  <a:gd name="connsiteY5" fmla="*/ 4972 h 41981"/>
                  <a:gd name="connsiteX6" fmla="*/ 21274 w 41981"/>
                  <a:gd name="connsiteY6" fmla="*/ 171 h 41981"/>
                  <a:gd name="connsiteX7" fmla="*/ 283 w 41981"/>
                  <a:gd name="connsiteY7" fmla="*/ 21162 h 41981"/>
                  <a:gd name="connsiteX8" fmla="*/ 21274 w 41981"/>
                  <a:gd name="connsiteY8" fmla="*/ 42153 h 41981"/>
                  <a:gd name="connsiteX9" fmla="*/ 42264 w 41981"/>
                  <a:gd name="connsiteY9" fmla="*/ 21162 h 41981"/>
                  <a:gd name="connsiteX10" fmla="*/ 42264 w 41981"/>
                  <a:gd name="connsiteY10" fmla="*/ 21162 h 41981"/>
                  <a:gd name="connsiteX11" fmla="*/ 21274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72"/>
                    </a:moveTo>
                    <a:cubicBezTo>
                      <a:pt x="30216" y="4972"/>
                      <a:pt x="37464" y="12220"/>
                      <a:pt x="37464" y="21162"/>
                    </a:cubicBezTo>
                    <a:lnTo>
                      <a:pt x="37464" y="21162"/>
                    </a:lnTo>
                    <a:cubicBezTo>
                      <a:pt x="37464" y="30104"/>
                      <a:pt x="30216" y="37352"/>
                      <a:pt x="21274" y="37352"/>
                    </a:cubicBezTo>
                    <a:cubicBezTo>
                      <a:pt x="12332" y="37352"/>
                      <a:pt x="5084" y="30104"/>
                      <a:pt x="5084" y="21162"/>
                    </a:cubicBezTo>
                    <a:cubicBezTo>
                      <a:pt x="5084" y="12220"/>
                      <a:pt x="12332" y="4972"/>
                      <a:pt x="21274" y="4972"/>
                    </a:cubicBezTo>
                    <a:close/>
                    <a:moveTo>
                      <a:pt x="21274" y="171"/>
                    </a:moveTo>
                    <a:cubicBezTo>
                      <a:pt x="9681" y="171"/>
                      <a:pt x="283" y="9569"/>
                      <a:pt x="283" y="21162"/>
                    </a:cubicBezTo>
                    <a:cubicBezTo>
                      <a:pt x="283" y="32755"/>
                      <a:pt x="9681" y="42153"/>
                      <a:pt x="21274" y="42153"/>
                    </a:cubicBezTo>
                    <a:cubicBezTo>
                      <a:pt x="32866" y="42153"/>
                      <a:pt x="42264" y="32755"/>
                      <a:pt x="42264" y="21162"/>
                    </a:cubicBezTo>
                    <a:lnTo>
                      <a:pt x="42264" y="21162"/>
                    </a:lnTo>
                    <a:cubicBezTo>
                      <a:pt x="42264" y="9569"/>
                      <a:pt x="32866" y="171"/>
                      <a:pt x="21274"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5" name="Freeform: Shape 3554">
                <a:extLst>
                  <a:ext uri="{FF2B5EF4-FFF2-40B4-BE49-F238E27FC236}">
                    <a16:creationId xmlns:a16="http://schemas.microsoft.com/office/drawing/2014/main" id="{9766926D-8950-9E0B-00B0-911C3BC02D4D}"/>
                  </a:ext>
                </a:extLst>
              </p:cNvPr>
              <p:cNvSpPr/>
              <p:nvPr/>
            </p:nvSpPr>
            <p:spPr>
              <a:xfrm>
                <a:off x="1807047" y="7917067"/>
                <a:ext cx="37180" cy="37180"/>
              </a:xfrm>
              <a:custGeom>
                <a:avLst/>
                <a:gdLst>
                  <a:gd name="connsiteX0" fmla="*/ 37449 w 37180"/>
                  <a:gd name="connsiteY0" fmla="*/ 18763 h 37180"/>
                  <a:gd name="connsiteX1" fmla="*/ 18858 w 37180"/>
                  <a:gd name="connsiteY1" fmla="*/ 37353 h 37180"/>
                  <a:gd name="connsiteX2" fmla="*/ 268 w 37180"/>
                  <a:gd name="connsiteY2" fmla="*/ 18763 h 37180"/>
                  <a:gd name="connsiteX3" fmla="*/ 18858 w 37180"/>
                  <a:gd name="connsiteY3" fmla="*/ 172 h 37180"/>
                  <a:gd name="connsiteX4" fmla="*/ 37449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3"/>
                    </a:moveTo>
                    <a:cubicBezTo>
                      <a:pt x="37449" y="29030"/>
                      <a:pt x="29126" y="37353"/>
                      <a:pt x="18858" y="37353"/>
                    </a:cubicBezTo>
                    <a:cubicBezTo>
                      <a:pt x="8591" y="37353"/>
                      <a:pt x="268" y="29030"/>
                      <a:pt x="268" y="18763"/>
                    </a:cubicBezTo>
                    <a:cubicBezTo>
                      <a:pt x="268" y="8496"/>
                      <a:pt x="8591" y="172"/>
                      <a:pt x="18858" y="172"/>
                    </a:cubicBezTo>
                    <a:cubicBezTo>
                      <a:pt x="29126" y="172"/>
                      <a:pt x="37449" y="8496"/>
                      <a:pt x="37449" y="18763"/>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6" name="Freeform: Shape 3555">
                <a:extLst>
                  <a:ext uri="{FF2B5EF4-FFF2-40B4-BE49-F238E27FC236}">
                    <a16:creationId xmlns:a16="http://schemas.microsoft.com/office/drawing/2014/main" id="{BCD8CC5E-71AA-037B-28F2-035FF6DD9608}"/>
                  </a:ext>
                </a:extLst>
              </p:cNvPr>
              <p:cNvSpPr/>
              <p:nvPr/>
            </p:nvSpPr>
            <p:spPr>
              <a:xfrm>
                <a:off x="1804647" y="7914667"/>
                <a:ext cx="41981" cy="41981"/>
              </a:xfrm>
              <a:custGeom>
                <a:avLst/>
                <a:gdLst>
                  <a:gd name="connsiteX0" fmla="*/ 21259 w 41981"/>
                  <a:gd name="connsiteY0" fmla="*/ 4973 h 41981"/>
                  <a:gd name="connsiteX1" fmla="*/ 37449 w 41981"/>
                  <a:gd name="connsiteY1" fmla="*/ 21163 h 41981"/>
                  <a:gd name="connsiteX2" fmla="*/ 37449 w 41981"/>
                  <a:gd name="connsiteY2" fmla="*/ 21163 h 41981"/>
                  <a:gd name="connsiteX3" fmla="*/ 21259 w 41981"/>
                  <a:gd name="connsiteY3" fmla="*/ 37353 h 41981"/>
                  <a:gd name="connsiteX4" fmla="*/ 5068 w 41981"/>
                  <a:gd name="connsiteY4" fmla="*/ 21163 h 41981"/>
                  <a:gd name="connsiteX5" fmla="*/ 21259 w 41981"/>
                  <a:gd name="connsiteY5" fmla="*/ 4973 h 41981"/>
                  <a:gd name="connsiteX6" fmla="*/ 21259 w 41981"/>
                  <a:gd name="connsiteY6" fmla="*/ 172 h 41981"/>
                  <a:gd name="connsiteX7" fmla="*/ 268 w 41981"/>
                  <a:gd name="connsiteY7" fmla="*/ 21163 h 41981"/>
                  <a:gd name="connsiteX8" fmla="*/ 21259 w 41981"/>
                  <a:gd name="connsiteY8" fmla="*/ 42154 h 41981"/>
                  <a:gd name="connsiteX9" fmla="*/ 42249 w 41981"/>
                  <a:gd name="connsiteY9" fmla="*/ 21163 h 41981"/>
                  <a:gd name="connsiteX10" fmla="*/ 42249 w 41981"/>
                  <a:gd name="connsiteY10" fmla="*/ 21163 h 41981"/>
                  <a:gd name="connsiteX11" fmla="*/ 21259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3"/>
                    </a:moveTo>
                    <a:cubicBezTo>
                      <a:pt x="30200" y="4973"/>
                      <a:pt x="37449" y="12221"/>
                      <a:pt x="37449" y="21163"/>
                    </a:cubicBezTo>
                    <a:lnTo>
                      <a:pt x="37449" y="21163"/>
                    </a:lnTo>
                    <a:cubicBezTo>
                      <a:pt x="37449" y="30105"/>
                      <a:pt x="30200" y="37353"/>
                      <a:pt x="21259" y="37353"/>
                    </a:cubicBezTo>
                    <a:cubicBezTo>
                      <a:pt x="12317" y="37353"/>
                      <a:pt x="5068" y="30105"/>
                      <a:pt x="5068" y="21163"/>
                    </a:cubicBezTo>
                    <a:cubicBezTo>
                      <a:pt x="5068" y="12221"/>
                      <a:pt x="12317" y="4973"/>
                      <a:pt x="21259" y="4973"/>
                    </a:cubicBezTo>
                    <a:close/>
                    <a:moveTo>
                      <a:pt x="21259" y="172"/>
                    </a:moveTo>
                    <a:cubicBezTo>
                      <a:pt x="9666" y="172"/>
                      <a:pt x="268" y="9570"/>
                      <a:pt x="268" y="21163"/>
                    </a:cubicBezTo>
                    <a:cubicBezTo>
                      <a:pt x="268" y="32756"/>
                      <a:pt x="9666" y="42154"/>
                      <a:pt x="21259" y="42154"/>
                    </a:cubicBezTo>
                    <a:cubicBezTo>
                      <a:pt x="32851" y="42154"/>
                      <a:pt x="42249" y="32756"/>
                      <a:pt x="42249" y="21163"/>
                    </a:cubicBezTo>
                    <a:lnTo>
                      <a:pt x="42249" y="21163"/>
                    </a:lnTo>
                    <a:cubicBezTo>
                      <a:pt x="42249" y="9570"/>
                      <a:pt x="32851" y="172"/>
                      <a:pt x="21259"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7" name="Freeform: Shape 3556">
                <a:extLst>
                  <a:ext uri="{FF2B5EF4-FFF2-40B4-BE49-F238E27FC236}">
                    <a16:creationId xmlns:a16="http://schemas.microsoft.com/office/drawing/2014/main" id="{1E3A34FF-929F-73F3-0F34-AC055926EF3D}"/>
                  </a:ext>
                </a:extLst>
              </p:cNvPr>
              <p:cNvSpPr/>
              <p:nvPr/>
            </p:nvSpPr>
            <p:spPr>
              <a:xfrm>
                <a:off x="1861802" y="7708624"/>
                <a:ext cx="37180" cy="37180"/>
              </a:xfrm>
              <a:custGeom>
                <a:avLst/>
                <a:gdLst>
                  <a:gd name="connsiteX0" fmla="*/ 37458 w 37180"/>
                  <a:gd name="connsiteY0" fmla="*/ 18727 h 37180"/>
                  <a:gd name="connsiteX1" fmla="*/ 18868 w 37180"/>
                  <a:gd name="connsiteY1" fmla="*/ 37317 h 37180"/>
                  <a:gd name="connsiteX2" fmla="*/ 277 w 37180"/>
                  <a:gd name="connsiteY2" fmla="*/ 18727 h 37180"/>
                  <a:gd name="connsiteX3" fmla="*/ 18868 w 37180"/>
                  <a:gd name="connsiteY3" fmla="*/ 136 h 37180"/>
                  <a:gd name="connsiteX4" fmla="*/ 37458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27"/>
                    </a:moveTo>
                    <a:cubicBezTo>
                      <a:pt x="37458" y="28994"/>
                      <a:pt x="29135" y="37317"/>
                      <a:pt x="18868" y="37317"/>
                    </a:cubicBezTo>
                    <a:cubicBezTo>
                      <a:pt x="8601" y="37317"/>
                      <a:pt x="277" y="28994"/>
                      <a:pt x="277" y="18727"/>
                    </a:cubicBezTo>
                    <a:cubicBezTo>
                      <a:pt x="277" y="8459"/>
                      <a:pt x="8601" y="136"/>
                      <a:pt x="18868" y="136"/>
                    </a:cubicBezTo>
                    <a:cubicBezTo>
                      <a:pt x="29135" y="136"/>
                      <a:pt x="37458" y="8459"/>
                      <a:pt x="37458" y="18727"/>
                    </a:cubicBezTo>
                    <a:close/>
                  </a:path>
                </a:pathLst>
              </a:custGeom>
              <a:solidFill>
                <a:srgbClr val="95F79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8" name="Freeform: Shape 3557">
                <a:extLst>
                  <a:ext uri="{FF2B5EF4-FFF2-40B4-BE49-F238E27FC236}">
                    <a16:creationId xmlns:a16="http://schemas.microsoft.com/office/drawing/2014/main" id="{7290E5CC-299F-4FBD-9CF6-93116B8CECFA}"/>
                  </a:ext>
                </a:extLst>
              </p:cNvPr>
              <p:cNvSpPr/>
              <p:nvPr/>
            </p:nvSpPr>
            <p:spPr>
              <a:xfrm>
                <a:off x="1859402" y="7706224"/>
                <a:ext cx="41981" cy="41981"/>
              </a:xfrm>
              <a:custGeom>
                <a:avLst/>
                <a:gdLst>
                  <a:gd name="connsiteX0" fmla="*/ 21268 w 41981"/>
                  <a:gd name="connsiteY0" fmla="*/ 4937 h 41981"/>
                  <a:gd name="connsiteX1" fmla="*/ 37458 w 41981"/>
                  <a:gd name="connsiteY1" fmla="*/ 21127 h 41981"/>
                  <a:gd name="connsiteX2" fmla="*/ 37458 w 41981"/>
                  <a:gd name="connsiteY2" fmla="*/ 21127 h 41981"/>
                  <a:gd name="connsiteX3" fmla="*/ 21268 w 41981"/>
                  <a:gd name="connsiteY3" fmla="*/ 37317 h 41981"/>
                  <a:gd name="connsiteX4" fmla="*/ 5078 w 41981"/>
                  <a:gd name="connsiteY4" fmla="*/ 21127 h 41981"/>
                  <a:gd name="connsiteX5" fmla="*/ 21268 w 41981"/>
                  <a:gd name="connsiteY5" fmla="*/ 4937 h 41981"/>
                  <a:gd name="connsiteX6" fmla="*/ 21268 w 41981"/>
                  <a:gd name="connsiteY6" fmla="*/ 136 h 41981"/>
                  <a:gd name="connsiteX7" fmla="*/ 277 w 41981"/>
                  <a:gd name="connsiteY7" fmla="*/ 21127 h 41981"/>
                  <a:gd name="connsiteX8" fmla="*/ 21268 w 41981"/>
                  <a:gd name="connsiteY8" fmla="*/ 42117 h 41981"/>
                  <a:gd name="connsiteX9" fmla="*/ 42259 w 41981"/>
                  <a:gd name="connsiteY9" fmla="*/ 21127 h 41981"/>
                  <a:gd name="connsiteX10" fmla="*/ 42259 w 41981"/>
                  <a:gd name="connsiteY10" fmla="*/ 21127 h 41981"/>
                  <a:gd name="connsiteX11" fmla="*/ 21268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37"/>
                    </a:moveTo>
                    <a:cubicBezTo>
                      <a:pt x="30210" y="4937"/>
                      <a:pt x="37458" y="12185"/>
                      <a:pt x="37458" y="21127"/>
                    </a:cubicBezTo>
                    <a:lnTo>
                      <a:pt x="37458" y="21127"/>
                    </a:lnTo>
                    <a:cubicBezTo>
                      <a:pt x="37458" y="30069"/>
                      <a:pt x="30210" y="37317"/>
                      <a:pt x="21268" y="37317"/>
                    </a:cubicBezTo>
                    <a:cubicBezTo>
                      <a:pt x="12326" y="37317"/>
                      <a:pt x="5078" y="30069"/>
                      <a:pt x="5078" y="21127"/>
                    </a:cubicBezTo>
                    <a:cubicBezTo>
                      <a:pt x="5078" y="12185"/>
                      <a:pt x="12326" y="4937"/>
                      <a:pt x="21268" y="4937"/>
                    </a:cubicBezTo>
                    <a:close/>
                    <a:moveTo>
                      <a:pt x="21268" y="136"/>
                    </a:moveTo>
                    <a:cubicBezTo>
                      <a:pt x="9675" y="136"/>
                      <a:pt x="277" y="9534"/>
                      <a:pt x="277" y="21127"/>
                    </a:cubicBezTo>
                    <a:cubicBezTo>
                      <a:pt x="277" y="32719"/>
                      <a:pt x="9675" y="42117"/>
                      <a:pt x="21268" y="42117"/>
                    </a:cubicBezTo>
                    <a:cubicBezTo>
                      <a:pt x="32861" y="42117"/>
                      <a:pt x="42259" y="32719"/>
                      <a:pt x="42259" y="21127"/>
                    </a:cubicBezTo>
                    <a:lnTo>
                      <a:pt x="42259" y="21127"/>
                    </a:lnTo>
                    <a:cubicBezTo>
                      <a:pt x="42259" y="9534"/>
                      <a:pt x="32861" y="136"/>
                      <a:pt x="21268" y="1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59" name="Freeform: Shape 3558">
                <a:extLst>
                  <a:ext uri="{FF2B5EF4-FFF2-40B4-BE49-F238E27FC236}">
                    <a16:creationId xmlns:a16="http://schemas.microsoft.com/office/drawing/2014/main" id="{15B04413-91EA-FF07-7922-72E050A5A2F5}"/>
                  </a:ext>
                </a:extLst>
              </p:cNvPr>
              <p:cNvSpPr/>
              <p:nvPr/>
            </p:nvSpPr>
            <p:spPr>
              <a:xfrm>
                <a:off x="1864382" y="7987725"/>
                <a:ext cx="37180" cy="37180"/>
              </a:xfrm>
              <a:custGeom>
                <a:avLst/>
                <a:gdLst>
                  <a:gd name="connsiteX0" fmla="*/ 37459 w 37180"/>
                  <a:gd name="connsiteY0" fmla="*/ 18775 h 37180"/>
                  <a:gd name="connsiteX1" fmla="*/ 18868 w 37180"/>
                  <a:gd name="connsiteY1" fmla="*/ 37366 h 37180"/>
                  <a:gd name="connsiteX2" fmla="*/ 278 w 37180"/>
                  <a:gd name="connsiteY2" fmla="*/ 18775 h 37180"/>
                  <a:gd name="connsiteX3" fmla="*/ 18868 w 37180"/>
                  <a:gd name="connsiteY3" fmla="*/ 185 h 37180"/>
                  <a:gd name="connsiteX4" fmla="*/ 37459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75"/>
                    </a:moveTo>
                    <a:cubicBezTo>
                      <a:pt x="37459" y="29042"/>
                      <a:pt x="29135" y="37366"/>
                      <a:pt x="18868" y="37366"/>
                    </a:cubicBezTo>
                    <a:cubicBezTo>
                      <a:pt x="8601" y="37366"/>
                      <a:pt x="278" y="29042"/>
                      <a:pt x="278" y="18775"/>
                    </a:cubicBezTo>
                    <a:cubicBezTo>
                      <a:pt x="278" y="8508"/>
                      <a:pt x="8601" y="185"/>
                      <a:pt x="18868" y="185"/>
                    </a:cubicBezTo>
                    <a:cubicBezTo>
                      <a:pt x="29135" y="185"/>
                      <a:pt x="37459" y="8508"/>
                      <a:pt x="37459" y="18775"/>
                    </a:cubicBezTo>
                    <a:close/>
                  </a:path>
                </a:pathLst>
              </a:custGeom>
              <a:solidFill>
                <a:srgbClr val="F7C3C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0" name="Freeform: Shape 3559">
                <a:extLst>
                  <a:ext uri="{FF2B5EF4-FFF2-40B4-BE49-F238E27FC236}">
                    <a16:creationId xmlns:a16="http://schemas.microsoft.com/office/drawing/2014/main" id="{2736CA48-5F7A-236A-2FFE-899449EF1F79}"/>
                  </a:ext>
                </a:extLst>
              </p:cNvPr>
              <p:cNvSpPr/>
              <p:nvPr/>
            </p:nvSpPr>
            <p:spPr>
              <a:xfrm>
                <a:off x="1861982" y="7985325"/>
                <a:ext cx="41981" cy="41981"/>
              </a:xfrm>
              <a:custGeom>
                <a:avLst/>
                <a:gdLst>
                  <a:gd name="connsiteX0" fmla="*/ 21268 w 41981"/>
                  <a:gd name="connsiteY0" fmla="*/ 4985 h 41981"/>
                  <a:gd name="connsiteX1" fmla="*/ 37459 w 41981"/>
                  <a:gd name="connsiteY1" fmla="*/ 21175 h 41981"/>
                  <a:gd name="connsiteX2" fmla="*/ 37459 w 41981"/>
                  <a:gd name="connsiteY2" fmla="*/ 21175 h 41981"/>
                  <a:gd name="connsiteX3" fmla="*/ 21268 w 41981"/>
                  <a:gd name="connsiteY3" fmla="*/ 37366 h 41981"/>
                  <a:gd name="connsiteX4" fmla="*/ 5078 w 41981"/>
                  <a:gd name="connsiteY4" fmla="*/ 21175 h 41981"/>
                  <a:gd name="connsiteX5" fmla="*/ 21268 w 41981"/>
                  <a:gd name="connsiteY5" fmla="*/ 4985 h 41981"/>
                  <a:gd name="connsiteX6" fmla="*/ 21268 w 41981"/>
                  <a:gd name="connsiteY6" fmla="*/ 185 h 41981"/>
                  <a:gd name="connsiteX7" fmla="*/ 278 w 41981"/>
                  <a:gd name="connsiteY7" fmla="*/ 21175 h 41981"/>
                  <a:gd name="connsiteX8" fmla="*/ 21268 w 41981"/>
                  <a:gd name="connsiteY8" fmla="*/ 42166 h 41981"/>
                  <a:gd name="connsiteX9" fmla="*/ 42259 w 41981"/>
                  <a:gd name="connsiteY9" fmla="*/ 21175 h 41981"/>
                  <a:gd name="connsiteX10" fmla="*/ 42259 w 41981"/>
                  <a:gd name="connsiteY10" fmla="*/ 21175 h 41981"/>
                  <a:gd name="connsiteX11" fmla="*/ 21268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85"/>
                    </a:moveTo>
                    <a:cubicBezTo>
                      <a:pt x="30210" y="4985"/>
                      <a:pt x="37459" y="12234"/>
                      <a:pt x="37459" y="21175"/>
                    </a:cubicBezTo>
                    <a:lnTo>
                      <a:pt x="37459" y="21175"/>
                    </a:lnTo>
                    <a:cubicBezTo>
                      <a:pt x="37459" y="30117"/>
                      <a:pt x="30210" y="37366"/>
                      <a:pt x="21268" y="37366"/>
                    </a:cubicBezTo>
                    <a:cubicBezTo>
                      <a:pt x="12327" y="37366"/>
                      <a:pt x="5078" y="30117"/>
                      <a:pt x="5078" y="21175"/>
                    </a:cubicBezTo>
                    <a:cubicBezTo>
                      <a:pt x="5078" y="12234"/>
                      <a:pt x="12327" y="4985"/>
                      <a:pt x="21268" y="4985"/>
                    </a:cubicBezTo>
                    <a:close/>
                    <a:moveTo>
                      <a:pt x="21268" y="185"/>
                    </a:moveTo>
                    <a:cubicBezTo>
                      <a:pt x="9676" y="185"/>
                      <a:pt x="278" y="9583"/>
                      <a:pt x="278" y="21175"/>
                    </a:cubicBezTo>
                    <a:cubicBezTo>
                      <a:pt x="278" y="32768"/>
                      <a:pt x="9676" y="42166"/>
                      <a:pt x="21268" y="42166"/>
                    </a:cubicBezTo>
                    <a:cubicBezTo>
                      <a:pt x="32861" y="42166"/>
                      <a:pt x="42259" y="32768"/>
                      <a:pt x="42259" y="21175"/>
                    </a:cubicBezTo>
                    <a:lnTo>
                      <a:pt x="42259" y="21175"/>
                    </a:lnTo>
                    <a:cubicBezTo>
                      <a:pt x="42259" y="9583"/>
                      <a:pt x="32861" y="185"/>
                      <a:pt x="21268" y="1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1" name="Freeform: Shape 3560">
                <a:extLst>
                  <a:ext uri="{FF2B5EF4-FFF2-40B4-BE49-F238E27FC236}">
                    <a16:creationId xmlns:a16="http://schemas.microsoft.com/office/drawing/2014/main" id="{CEFBE37D-B346-838D-9E0B-0FC41406E617}"/>
                  </a:ext>
                </a:extLst>
              </p:cNvPr>
              <p:cNvSpPr/>
              <p:nvPr/>
            </p:nvSpPr>
            <p:spPr>
              <a:xfrm>
                <a:off x="1731033" y="7859047"/>
                <a:ext cx="37180" cy="37180"/>
              </a:xfrm>
              <a:custGeom>
                <a:avLst/>
                <a:gdLst>
                  <a:gd name="connsiteX0" fmla="*/ 37436 w 37180"/>
                  <a:gd name="connsiteY0" fmla="*/ 18753 h 37180"/>
                  <a:gd name="connsiteX1" fmla="*/ 18845 w 37180"/>
                  <a:gd name="connsiteY1" fmla="*/ 37343 h 37180"/>
                  <a:gd name="connsiteX2" fmla="*/ 255 w 37180"/>
                  <a:gd name="connsiteY2" fmla="*/ 18753 h 37180"/>
                  <a:gd name="connsiteX3" fmla="*/ 18845 w 37180"/>
                  <a:gd name="connsiteY3" fmla="*/ 162 h 37180"/>
                  <a:gd name="connsiteX4" fmla="*/ 37436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3"/>
                    </a:moveTo>
                    <a:cubicBezTo>
                      <a:pt x="37436" y="29020"/>
                      <a:pt x="29112" y="37343"/>
                      <a:pt x="18845" y="37343"/>
                    </a:cubicBezTo>
                    <a:cubicBezTo>
                      <a:pt x="8578" y="37343"/>
                      <a:pt x="255" y="29020"/>
                      <a:pt x="255" y="18753"/>
                    </a:cubicBezTo>
                    <a:cubicBezTo>
                      <a:pt x="255" y="8486"/>
                      <a:pt x="8578" y="162"/>
                      <a:pt x="18845" y="162"/>
                    </a:cubicBezTo>
                    <a:cubicBezTo>
                      <a:pt x="29112" y="162"/>
                      <a:pt x="37436" y="8486"/>
                      <a:pt x="37436" y="18753"/>
                    </a:cubicBezTo>
                    <a:close/>
                  </a:path>
                </a:pathLst>
              </a:custGeom>
              <a:solidFill>
                <a:srgbClr val="F7A59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2" name="Freeform: Shape 3561">
                <a:extLst>
                  <a:ext uri="{FF2B5EF4-FFF2-40B4-BE49-F238E27FC236}">
                    <a16:creationId xmlns:a16="http://schemas.microsoft.com/office/drawing/2014/main" id="{70FFC2CD-29CB-5340-1029-B0F000E3E941}"/>
                  </a:ext>
                </a:extLst>
              </p:cNvPr>
              <p:cNvSpPr/>
              <p:nvPr/>
            </p:nvSpPr>
            <p:spPr>
              <a:xfrm>
                <a:off x="1728632" y="7856646"/>
                <a:ext cx="41981" cy="41981"/>
              </a:xfrm>
              <a:custGeom>
                <a:avLst/>
                <a:gdLst>
                  <a:gd name="connsiteX0" fmla="*/ 21245 w 41981"/>
                  <a:gd name="connsiteY0" fmla="*/ 4963 h 41981"/>
                  <a:gd name="connsiteX1" fmla="*/ 37436 w 41981"/>
                  <a:gd name="connsiteY1" fmla="*/ 21153 h 41981"/>
                  <a:gd name="connsiteX2" fmla="*/ 37436 w 41981"/>
                  <a:gd name="connsiteY2" fmla="*/ 21153 h 41981"/>
                  <a:gd name="connsiteX3" fmla="*/ 21245 w 41981"/>
                  <a:gd name="connsiteY3" fmla="*/ 37343 h 41981"/>
                  <a:gd name="connsiteX4" fmla="*/ 5055 w 41981"/>
                  <a:gd name="connsiteY4" fmla="*/ 21153 h 41981"/>
                  <a:gd name="connsiteX5" fmla="*/ 21245 w 41981"/>
                  <a:gd name="connsiteY5" fmla="*/ 4963 h 41981"/>
                  <a:gd name="connsiteX6" fmla="*/ 21245 w 41981"/>
                  <a:gd name="connsiteY6" fmla="*/ 162 h 41981"/>
                  <a:gd name="connsiteX7" fmla="*/ 255 w 41981"/>
                  <a:gd name="connsiteY7" fmla="*/ 21153 h 41981"/>
                  <a:gd name="connsiteX8" fmla="*/ 21245 w 41981"/>
                  <a:gd name="connsiteY8" fmla="*/ 42144 h 41981"/>
                  <a:gd name="connsiteX9" fmla="*/ 42236 w 41981"/>
                  <a:gd name="connsiteY9" fmla="*/ 21153 h 41981"/>
                  <a:gd name="connsiteX10" fmla="*/ 42236 w 41981"/>
                  <a:gd name="connsiteY10" fmla="*/ 21153 h 41981"/>
                  <a:gd name="connsiteX11" fmla="*/ 21245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3"/>
                    </a:moveTo>
                    <a:cubicBezTo>
                      <a:pt x="30187" y="4963"/>
                      <a:pt x="37436" y="12211"/>
                      <a:pt x="37436" y="21153"/>
                    </a:cubicBezTo>
                    <a:lnTo>
                      <a:pt x="37436" y="21153"/>
                    </a:lnTo>
                    <a:cubicBezTo>
                      <a:pt x="37436" y="30095"/>
                      <a:pt x="30187" y="37343"/>
                      <a:pt x="21245" y="37343"/>
                    </a:cubicBezTo>
                    <a:cubicBezTo>
                      <a:pt x="12303" y="37343"/>
                      <a:pt x="5055" y="30095"/>
                      <a:pt x="5055" y="21153"/>
                    </a:cubicBezTo>
                    <a:cubicBezTo>
                      <a:pt x="5055" y="12211"/>
                      <a:pt x="12303" y="4963"/>
                      <a:pt x="21245" y="4963"/>
                    </a:cubicBezTo>
                    <a:close/>
                    <a:moveTo>
                      <a:pt x="21245" y="162"/>
                    </a:moveTo>
                    <a:cubicBezTo>
                      <a:pt x="9653" y="162"/>
                      <a:pt x="255" y="9560"/>
                      <a:pt x="255" y="21153"/>
                    </a:cubicBezTo>
                    <a:cubicBezTo>
                      <a:pt x="255" y="32746"/>
                      <a:pt x="9653" y="42144"/>
                      <a:pt x="21245" y="42144"/>
                    </a:cubicBezTo>
                    <a:cubicBezTo>
                      <a:pt x="32838" y="42144"/>
                      <a:pt x="42236" y="32746"/>
                      <a:pt x="42236" y="21153"/>
                    </a:cubicBezTo>
                    <a:lnTo>
                      <a:pt x="42236" y="21153"/>
                    </a:lnTo>
                    <a:cubicBezTo>
                      <a:pt x="42236" y="9560"/>
                      <a:pt x="32838" y="162"/>
                      <a:pt x="21245"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3" name="Freeform: Shape 3562">
                <a:extLst>
                  <a:ext uri="{FF2B5EF4-FFF2-40B4-BE49-F238E27FC236}">
                    <a16:creationId xmlns:a16="http://schemas.microsoft.com/office/drawing/2014/main" id="{1DB2F2FB-B3CB-DC2B-DF7A-326A0C291F5E}"/>
                  </a:ext>
                </a:extLst>
              </p:cNvPr>
              <p:cNvSpPr/>
              <p:nvPr/>
            </p:nvSpPr>
            <p:spPr>
              <a:xfrm>
                <a:off x="1899461" y="7969541"/>
                <a:ext cx="37180" cy="37180"/>
              </a:xfrm>
              <a:custGeom>
                <a:avLst/>
                <a:gdLst>
                  <a:gd name="connsiteX0" fmla="*/ 37465 w 37180"/>
                  <a:gd name="connsiteY0" fmla="*/ 18772 h 37180"/>
                  <a:gd name="connsiteX1" fmla="*/ 18874 w 37180"/>
                  <a:gd name="connsiteY1" fmla="*/ 37362 h 37180"/>
                  <a:gd name="connsiteX2" fmla="*/ 284 w 37180"/>
                  <a:gd name="connsiteY2" fmla="*/ 18772 h 37180"/>
                  <a:gd name="connsiteX3" fmla="*/ 18874 w 37180"/>
                  <a:gd name="connsiteY3" fmla="*/ 182 h 37180"/>
                  <a:gd name="connsiteX4" fmla="*/ 37465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72"/>
                    </a:moveTo>
                    <a:cubicBezTo>
                      <a:pt x="37465" y="29039"/>
                      <a:pt x="29142" y="37362"/>
                      <a:pt x="18874" y="37362"/>
                    </a:cubicBezTo>
                    <a:cubicBezTo>
                      <a:pt x="8607" y="37362"/>
                      <a:pt x="284" y="29039"/>
                      <a:pt x="284" y="18772"/>
                    </a:cubicBezTo>
                    <a:cubicBezTo>
                      <a:pt x="284" y="8505"/>
                      <a:pt x="8607" y="182"/>
                      <a:pt x="18874" y="182"/>
                    </a:cubicBezTo>
                    <a:cubicBezTo>
                      <a:pt x="29142" y="182"/>
                      <a:pt x="37465" y="8505"/>
                      <a:pt x="37465" y="18772"/>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4" name="Freeform: Shape 3563">
                <a:extLst>
                  <a:ext uri="{FF2B5EF4-FFF2-40B4-BE49-F238E27FC236}">
                    <a16:creationId xmlns:a16="http://schemas.microsoft.com/office/drawing/2014/main" id="{8F86D08B-194A-CD36-5782-7EE66E08D82E}"/>
                  </a:ext>
                </a:extLst>
              </p:cNvPr>
              <p:cNvSpPr/>
              <p:nvPr/>
            </p:nvSpPr>
            <p:spPr>
              <a:xfrm>
                <a:off x="1897060" y="7967141"/>
                <a:ext cx="41981" cy="41981"/>
              </a:xfrm>
              <a:custGeom>
                <a:avLst/>
                <a:gdLst>
                  <a:gd name="connsiteX0" fmla="*/ 21275 w 41981"/>
                  <a:gd name="connsiteY0" fmla="*/ 4982 h 41981"/>
                  <a:gd name="connsiteX1" fmla="*/ 37465 w 41981"/>
                  <a:gd name="connsiteY1" fmla="*/ 21172 h 41981"/>
                  <a:gd name="connsiteX2" fmla="*/ 37465 w 41981"/>
                  <a:gd name="connsiteY2" fmla="*/ 21172 h 41981"/>
                  <a:gd name="connsiteX3" fmla="*/ 21275 w 41981"/>
                  <a:gd name="connsiteY3" fmla="*/ 37362 h 41981"/>
                  <a:gd name="connsiteX4" fmla="*/ 5084 w 41981"/>
                  <a:gd name="connsiteY4" fmla="*/ 21172 h 41981"/>
                  <a:gd name="connsiteX5" fmla="*/ 21275 w 41981"/>
                  <a:gd name="connsiteY5" fmla="*/ 4982 h 41981"/>
                  <a:gd name="connsiteX6" fmla="*/ 21275 w 41981"/>
                  <a:gd name="connsiteY6" fmla="*/ 182 h 41981"/>
                  <a:gd name="connsiteX7" fmla="*/ 284 w 41981"/>
                  <a:gd name="connsiteY7" fmla="*/ 21172 h 41981"/>
                  <a:gd name="connsiteX8" fmla="*/ 21275 w 41981"/>
                  <a:gd name="connsiteY8" fmla="*/ 42163 h 41981"/>
                  <a:gd name="connsiteX9" fmla="*/ 42265 w 41981"/>
                  <a:gd name="connsiteY9" fmla="*/ 21172 h 41981"/>
                  <a:gd name="connsiteX10" fmla="*/ 42265 w 41981"/>
                  <a:gd name="connsiteY10" fmla="*/ 21172 h 41981"/>
                  <a:gd name="connsiteX11" fmla="*/ 21275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82"/>
                    </a:moveTo>
                    <a:cubicBezTo>
                      <a:pt x="30216" y="4982"/>
                      <a:pt x="37465" y="12230"/>
                      <a:pt x="37465" y="21172"/>
                    </a:cubicBezTo>
                    <a:lnTo>
                      <a:pt x="37465" y="21172"/>
                    </a:lnTo>
                    <a:cubicBezTo>
                      <a:pt x="37465" y="30114"/>
                      <a:pt x="30216" y="37362"/>
                      <a:pt x="21275" y="37362"/>
                    </a:cubicBezTo>
                    <a:cubicBezTo>
                      <a:pt x="12333" y="37362"/>
                      <a:pt x="5084" y="30114"/>
                      <a:pt x="5084" y="21172"/>
                    </a:cubicBezTo>
                    <a:cubicBezTo>
                      <a:pt x="5084" y="12230"/>
                      <a:pt x="12333" y="4982"/>
                      <a:pt x="21275" y="4982"/>
                    </a:cubicBezTo>
                    <a:close/>
                    <a:moveTo>
                      <a:pt x="21275" y="182"/>
                    </a:moveTo>
                    <a:cubicBezTo>
                      <a:pt x="9682" y="182"/>
                      <a:pt x="284" y="9580"/>
                      <a:pt x="284" y="21172"/>
                    </a:cubicBezTo>
                    <a:cubicBezTo>
                      <a:pt x="284" y="32765"/>
                      <a:pt x="9682" y="42163"/>
                      <a:pt x="21275" y="42163"/>
                    </a:cubicBezTo>
                    <a:cubicBezTo>
                      <a:pt x="32867" y="42163"/>
                      <a:pt x="42265" y="32765"/>
                      <a:pt x="42265" y="21172"/>
                    </a:cubicBezTo>
                    <a:lnTo>
                      <a:pt x="42265" y="21172"/>
                    </a:lnTo>
                    <a:cubicBezTo>
                      <a:pt x="42265" y="9580"/>
                      <a:pt x="32867" y="182"/>
                      <a:pt x="21275"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5" name="Freeform: Shape 3564">
                <a:extLst>
                  <a:ext uri="{FF2B5EF4-FFF2-40B4-BE49-F238E27FC236}">
                    <a16:creationId xmlns:a16="http://schemas.microsoft.com/office/drawing/2014/main" id="{3A85F6FC-9012-0B84-5871-F46A5F1FA2B5}"/>
                  </a:ext>
                </a:extLst>
              </p:cNvPr>
              <p:cNvSpPr/>
              <p:nvPr/>
            </p:nvSpPr>
            <p:spPr>
              <a:xfrm>
                <a:off x="1904230" y="7863678"/>
                <a:ext cx="37180" cy="37180"/>
              </a:xfrm>
              <a:custGeom>
                <a:avLst/>
                <a:gdLst>
                  <a:gd name="connsiteX0" fmla="*/ 37466 w 37180"/>
                  <a:gd name="connsiteY0" fmla="*/ 18754 h 37180"/>
                  <a:gd name="connsiteX1" fmla="*/ 18875 w 37180"/>
                  <a:gd name="connsiteY1" fmla="*/ 37344 h 37180"/>
                  <a:gd name="connsiteX2" fmla="*/ 285 w 37180"/>
                  <a:gd name="connsiteY2" fmla="*/ 18754 h 37180"/>
                  <a:gd name="connsiteX3" fmla="*/ 18875 w 37180"/>
                  <a:gd name="connsiteY3" fmla="*/ 163 h 37180"/>
                  <a:gd name="connsiteX4" fmla="*/ 37466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54"/>
                    </a:moveTo>
                    <a:cubicBezTo>
                      <a:pt x="37466" y="29021"/>
                      <a:pt x="29142" y="37344"/>
                      <a:pt x="18875" y="37344"/>
                    </a:cubicBezTo>
                    <a:cubicBezTo>
                      <a:pt x="8608" y="37344"/>
                      <a:pt x="285" y="29021"/>
                      <a:pt x="285" y="18754"/>
                    </a:cubicBezTo>
                    <a:cubicBezTo>
                      <a:pt x="285" y="8486"/>
                      <a:pt x="8608" y="163"/>
                      <a:pt x="18875" y="163"/>
                    </a:cubicBezTo>
                    <a:cubicBezTo>
                      <a:pt x="29142" y="163"/>
                      <a:pt x="37466" y="8486"/>
                      <a:pt x="37466" y="18754"/>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6" name="Freeform: Shape 3565">
                <a:extLst>
                  <a:ext uri="{FF2B5EF4-FFF2-40B4-BE49-F238E27FC236}">
                    <a16:creationId xmlns:a16="http://schemas.microsoft.com/office/drawing/2014/main" id="{D90E7B14-6A5E-4016-544C-1477C097971F}"/>
                  </a:ext>
                </a:extLst>
              </p:cNvPr>
              <p:cNvSpPr/>
              <p:nvPr/>
            </p:nvSpPr>
            <p:spPr>
              <a:xfrm>
                <a:off x="1901830" y="7861277"/>
                <a:ext cx="41981" cy="41981"/>
              </a:xfrm>
              <a:custGeom>
                <a:avLst/>
                <a:gdLst>
                  <a:gd name="connsiteX0" fmla="*/ 21275 w 41981"/>
                  <a:gd name="connsiteY0" fmla="*/ 4964 h 41981"/>
                  <a:gd name="connsiteX1" fmla="*/ 37466 w 41981"/>
                  <a:gd name="connsiteY1" fmla="*/ 21154 h 41981"/>
                  <a:gd name="connsiteX2" fmla="*/ 37466 w 41981"/>
                  <a:gd name="connsiteY2" fmla="*/ 21154 h 41981"/>
                  <a:gd name="connsiteX3" fmla="*/ 21275 w 41981"/>
                  <a:gd name="connsiteY3" fmla="*/ 37344 h 41981"/>
                  <a:gd name="connsiteX4" fmla="*/ 5085 w 41981"/>
                  <a:gd name="connsiteY4" fmla="*/ 21154 h 41981"/>
                  <a:gd name="connsiteX5" fmla="*/ 21275 w 41981"/>
                  <a:gd name="connsiteY5" fmla="*/ 4964 h 41981"/>
                  <a:gd name="connsiteX6" fmla="*/ 21275 w 41981"/>
                  <a:gd name="connsiteY6" fmla="*/ 163 h 41981"/>
                  <a:gd name="connsiteX7" fmla="*/ 285 w 41981"/>
                  <a:gd name="connsiteY7" fmla="*/ 21154 h 41981"/>
                  <a:gd name="connsiteX8" fmla="*/ 21275 w 41981"/>
                  <a:gd name="connsiteY8" fmla="*/ 42144 h 41981"/>
                  <a:gd name="connsiteX9" fmla="*/ 42266 w 41981"/>
                  <a:gd name="connsiteY9" fmla="*/ 21154 h 41981"/>
                  <a:gd name="connsiteX10" fmla="*/ 42266 w 41981"/>
                  <a:gd name="connsiteY10" fmla="*/ 21154 h 41981"/>
                  <a:gd name="connsiteX11" fmla="*/ 21275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64"/>
                    </a:moveTo>
                    <a:cubicBezTo>
                      <a:pt x="30217" y="4964"/>
                      <a:pt x="37466" y="12212"/>
                      <a:pt x="37466" y="21154"/>
                    </a:cubicBezTo>
                    <a:lnTo>
                      <a:pt x="37466" y="21154"/>
                    </a:lnTo>
                    <a:cubicBezTo>
                      <a:pt x="37466" y="30096"/>
                      <a:pt x="30217" y="37344"/>
                      <a:pt x="21275" y="37344"/>
                    </a:cubicBezTo>
                    <a:cubicBezTo>
                      <a:pt x="12334" y="37344"/>
                      <a:pt x="5085" y="30096"/>
                      <a:pt x="5085" y="21154"/>
                    </a:cubicBezTo>
                    <a:cubicBezTo>
                      <a:pt x="5085" y="12212"/>
                      <a:pt x="12334" y="4964"/>
                      <a:pt x="21275" y="4964"/>
                    </a:cubicBezTo>
                    <a:close/>
                    <a:moveTo>
                      <a:pt x="21275" y="163"/>
                    </a:moveTo>
                    <a:cubicBezTo>
                      <a:pt x="9683" y="163"/>
                      <a:pt x="285" y="9561"/>
                      <a:pt x="285" y="21154"/>
                    </a:cubicBezTo>
                    <a:cubicBezTo>
                      <a:pt x="285" y="32746"/>
                      <a:pt x="9683" y="42144"/>
                      <a:pt x="21275" y="42144"/>
                    </a:cubicBezTo>
                    <a:cubicBezTo>
                      <a:pt x="32868" y="42144"/>
                      <a:pt x="42266" y="32746"/>
                      <a:pt x="42266" y="21154"/>
                    </a:cubicBezTo>
                    <a:lnTo>
                      <a:pt x="42266" y="21154"/>
                    </a:lnTo>
                    <a:cubicBezTo>
                      <a:pt x="42266" y="9561"/>
                      <a:pt x="32868" y="163"/>
                      <a:pt x="21275"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7" name="Freeform: Shape 3566">
                <a:extLst>
                  <a:ext uri="{FF2B5EF4-FFF2-40B4-BE49-F238E27FC236}">
                    <a16:creationId xmlns:a16="http://schemas.microsoft.com/office/drawing/2014/main" id="{C3C8799A-9FC2-9DC0-EA50-89A104D8425D}"/>
                  </a:ext>
                </a:extLst>
              </p:cNvPr>
              <p:cNvSpPr/>
              <p:nvPr/>
            </p:nvSpPr>
            <p:spPr>
              <a:xfrm>
                <a:off x="1763720" y="7946898"/>
                <a:ext cx="37180" cy="37180"/>
              </a:xfrm>
              <a:custGeom>
                <a:avLst/>
                <a:gdLst>
                  <a:gd name="connsiteX0" fmla="*/ 37441 w 37180"/>
                  <a:gd name="connsiteY0" fmla="*/ 18768 h 37180"/>
                  <a:gd name="connsiteX1" fmla="*/ 18851 w 37180"/>
                  <a:gd name="connsiteY1" fmla="*/ 37358 h 37180"/>
                  <a:gd name="connsiteX2" fmla="*/ 260 w 37180"/>
                  <a:gd name="connsiteY2" fmla="*/ 18768 h 37180"/>
                  <a:gd name="connsiteX3" fmla="*/ 18851 w 37180"/>
                  <a:gd name="connsiteY3" fmla="*/ 178 h 37180"/>
                  <a:gd name="connsiteX4" fmla="*/ 37441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8"/>
                    </a:moveTo>
                    <a:cubicBezTo>
                      <a:pt x="37441" y="29035"/>
                      <a:pt x="29118" y="37358"/>
                      <a:pt x="18851" y="37358"/>
                    </a:cubicBezTo>
                    <a:cubicBezTo>
                      <a:pt x="8584" y="37358"/>
                      <a:pt x="260" y="29035"/>
                      <a:pt x="260" y="18768"/>
                    </a:cubicBezTo>
                    <a:cubicBezTo>
                      <a:pt x="260" y="8501"/>
                      <a:pt x="8584" y="178"/>
                      <a:pt x="18851" y="178"/>
                    </a:cubicBezTo>
                    <a:cubicBezTo>
                      <a:pt x="29118" y="178"/>
                      <a:pt x="37441" y="8501"/>
                      <a:pt x="37441" y="18768"/>
                    </a:cubicBezTo>
                    <a:close/>
                  </a:path>
                </a:pathLst>
              </a:custGeom>
              <a:solidFill>
                <a:srgbClr val="D5F7D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8" name="Freeform: Shape 3567">
                <a:extLst>
                  <a:ext uri="{FF2B5EF4-FFF2-40B4-BE49-F238E27FC236}">
                    <a16:creationId xmlns:a16="http://schemas.microsoft.com/office/drawing/2014/main" id="{C61CF7D6-6C90-2628-5FAE-401A21C0D5B3}"/>
                  </a:ext>
                </a:extLst>
              </p:cNvPr>
              <p:cNvSpPr/>
              <p:nvPr/>
            </p:nvSpPr>
            <p:spPr>
              <a:xfrm>
                <a:off x="1761320" y="7944498"/>
                <a:ext cx="41981" cy="41981"/>
              </a:xfrm>
              <a:custGeom>
                <a:avLst/>
                <a:gdLst>
                  <a:gd name="connsiteX0" fmla="*/ 21251 w 41981"/>
                  <a:gd name="connsiteY0" fmla="*/ 4978 h 41981"/>
                  <a:gd name="connsiteX1" fmla="*/ 37441 w 41981"/>
                  <a:gd name="connsiteY1" fmla="*/ 21168 h 41981"/>
                  <a:gd name="connsiteX2" fmla="*/ 37441 w 41981"/>
                  <a:gd name="connsiteY2" fmla="*/ 21168 h 41981"/>
                  <a:gd name="connsiteX3" fmla="*/ 21251 w 41981"/>
                  <a:gd name="connsiteY3" fmla="*/ 37358 h 41981"/>
                  <a:gd name="connsiteX4" fmla="*/ 5061 w 41981"/>
                  <a:gd name="connsiteY4" fmla="*/ 21168 h 41981"/>
                  <a:gd name="connsiteX5" fmla="*/ 21251 w 41981"/>
                  <a:gd name="connsiteY5" fmla="*/ 4978 h 41981"/>
                  <a:gd name="connsiteX6" fmla="*/ 21251 w 41981"/>
                  <a:gd name="connsiteY6" fmla="*/ 178 h 41981"/>
                  <a:gd name="connsiteX7" fmla="*/ 260 w 41981"/>
                  <a:gd name="connsiteY7" fmla="*/ 21168 h 41981"/>
                  <a:gd name="connsiteX8" fmla="*/ 21251 w 41981"/>
                  <a:gd name="connsiteY8" fmla="*/ 42159 h 41981"/>
                  <a:gd name="connsiteX9" fmla="*/ 42242 w 41981"/>
                  <a:gd name="connsiteY9" fmla="*/ 21168 h 41981"/>
                  <a:gd name="connsiteX10" fmla="*/ 42242 w 41981"/>
                  <a:gd name="connsiteY10" fmla="*/ 21168 h 41981"/>
                  <a:gd name="connsiteX11" fmla="*/ 2125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8"/>
                    </a:moveTo>
                    <a:cubicBezTo>
                      <a:pt x="30193" y="4978"/>
                      <a:pt x="37441" y="12226"/>
                      <a:pt x="37441" y="21168"/>
                    </a:cubicBezTo>
                    <a:lnTo>
                      <a:pt x="37441" y="21168"/>
                    </a:lnTo>
                    <a:cubicBezTo>
                      <a:pt x="37441" y="30110"/>
                      <a:pt x="30193" y="37358"/>
                      <a:pt x="21251" y="37358"/>
                    </a:cubicBezTo>
                    <a:cubicBezTo>
                      <a:pt x="12309" y="37358"/>
                      <a:pt x="5061" y="30110"/>
                      <a:pt x="5061" y="21168"/>
                    </a:cubicBezTo>
                    <a:cubicBezTo>
                      <a:pt x="5061" y="12226"/>
                      <a:pt x="12309" y="4978"/>
                      <a:pt x="21251" y="4978"/>
                    </a:cubicBezTo>
                    <a:close/>
                    <a:moveTo>
                      <a:pt x="21251" y="178"/>
                    </a:moveTo>
                    <a:cubicBezTo>
                      <a:pt x="9658" y="178"/>
                      <a:pt x="260" y="9576"/>
                      <a:pt x="260" y="21168"/>
                    </a:cubicBezTo>
                    <a:cubicBezTo>
                      <a:pt x="260" y="32761"/>
                      <a:pt x="9658" y="42159"/>
                      <a:pt x="21251" y="42159"/>
                    </a:cubicBezTo>
                    <a:cubicBezTo>
                      <a:pt x="32844" y="42159"/>
                      <a:pt x="42242" y="32761"/>
                      <a:pt x="42242" y="21168"/>
                    </a:cubicBezTo>
                    <a:lnTo>
                      <a:pt x="42242" y="21168"/>
                    </a:lnTo>
                    <a:cubicBezTo>
                      <a:pt x="42242" y="9576"/>
                      <a:pt x="32844" y="178"/>
                      <a:pt x="21251"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69" name="Freeform: Shape 3568">
                <a:extLst>
                  <a:ext uri="{FF2B5EF4-FFF2-40B4-BE49-F238E27FC236}">
                    <a16:creationId xmlns:a16="http://schemas.microsoft.com/office/drawing/2014/main" id="{DD7B1973-930B-40DE-35EF-3A0BAEEF7D52}"/>
                  </a:ext>
                </a:extLst>
              </p:cNvPr>
              <p:cNvSpPr/>
              <p:nvPr/>
            </p:nvSpPr>
            <p:spPr>
              <a:xfrm>
                <a:off x="1783351" y="8006215"/>
                <a:ext cx="37180" cy="37180"/>
              </a:xfrm>
              <a:custGeom>
                <a:avLst/>
                <a:gdLst>
                  <a:gd name="connsiteX0" fmla="*/ 37445 w 37180"/>
                  <a:gd name="connsiteY0" fmla="*/ 18778 h 37180"/>
                  <a:gd name="connsiteX1" fmla="*/ 18854 w 37180"/>
                  <a:gd name="connsiteY1" fmla="*/ 37369 h 37180"/>
                  <a:gd name="connsiteX2" fmla="*/ 264 w 37180"/>
                  <a:gd name="connsiteY2" fmla="*/ 18778 h 37180"/>
                  <a:gd name="connsiteX3" fmla="*/ 18854 w 37180"/>
                  <a:gd name="connsiteY3" fmla="*/ 188 h 37180"/>
                  <a:gd name="connsiteX4" fmla="*/ 37445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8"/>
                    </a:moveTo>
                    <a:cubicBezTo>
                      <a:pt x="37445" y="29046"/>
                      <a:pt x="29121" y="37369"/>
                      <a:pt x="18854" y="37369"/>
                    </a:cubicBezTo>
                    <a:cubicBezTo>
                      <a:pt x="8587" y="37369"/>
                      <a:pt x="264" y="29046"/>
                      <a:pt x="264" y="18778"/>
                    </a:cubicBezTo>
                    <a:cubicBezTo>
                      <a:pt x="264" y="8511"/>
                      <a:pt x="8587" y="188"/>
                      <a:pt x="18854" y="188"/>
                    </a:cubicBezTo>
                    <a:cubicBezTo>
                      <a:pt x="29121" y="188"/>
                      <a:pt x="37445" y="8511"/>
                      <a:pt x="37445" y="18778"/>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0" name="Freeform: Shape 3569">
                <a:extLst>
                  <a:ext uri="{FF2B5EF4-FFF2-40B4-BE49-F238E27FC236}">
                    <a16:creationId xmlns:a16="http://schemas.microsoft.com/office/drawing/2014/main" id="{C1D01A09-CE4F-6DAC-32A7-ABEF71E606EB}"/>
                  </a:ext>
                </a:extLst>
              </p:cNvPr>
              <p:cNvSpPr/>
              <p:nvPr/>
            </p:nvSpPr>
            <p:spPr>
              <a:xfrm>
                <a:off x="1780950" y="8003814"/>
                <a:ext cx="41981" cy="41981"/>
              </a:xfrm>
              <a:custGeom>
                <a:avLst/>
                <a:gdLst>
                  <a:gd name="connsiteX0" fmla="*/ 21254 w 41981"/>
                  <a:gd name="connsiteY0" fmla="*/ 4988 h 41981"/>
                  <a:gd name="connsiteX1" fmla="*/ 37445 w 41981"/>
                  <a:gd name="connsiteY1" fmla="*/ 21179 h 41981"/>
                  <a:gd name="connsiteX2" fmla="*/ 37445 w 41981"/>
                  <a:gd name="connsiteY2" fmla="*/ 21179 h 41981"/>
                  <a:gd name="connsiteX3" fmla="*/ 21254 w 41981"/>
                  <a:gd name="connsiteY3" fmla="*/ 37369 h 41981"/>
                  <a:gd name="connsiteX4" fmla="*/ 5064 w 41981"/>
                  <a:gd name="connsiteY4" fmla="*/ 21179 h 41981"/>
                  <a:gd name="connsiteX5" fmla="*/ 21254 w 41981"/>
                  <a:gd name="connsiteY5" fmla="*/ 4988 h 41981"/>
                  <a:gd name="connsiteX6" fmla="*/ 21254 w 41981"/>
                  <a:gd name="connsiteY6" fmla="*/ 188 h 41981"/>
                  <a:gd name="connsiteX7" fmla="*/ 264 w 41981"/>
                  <a:gd name="connsiteY7" fmla="*/ 21179 h 41981"/>
                  <a:gd name="connsiteX8" fmla="*/ 21254 w 41981"/>
                  <a:gd name="connsiteY8" fmla="*/ 42169 h 41981"/>
                  <a:gd name="connsiteX9" fmla="*/ 42245 w 41981"/>
                  <a:gd name="connsiteY9" fmla="*/ 21179 h 41981"/>
                  <a:gd name="connsiteX10" fmla="*/ 42245 w 41981"/>
                  <a:gd name="connsiteY10" fmla="*/ 21179 h 41981"/>
                  <a:gd name="connsiteX11" fmla="*/ 21254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8"/>
                    </a:moveTo>
                    <a:cubicBezTo>
                      <a:pt x="30196" y="4988"/>
                      <a:pt x="37445" y="12237"/>
                      <a:pt x="37445" y="21179"/>
                    </a:cubicBezTo>
                    <a:lnTo>
                      <a:pt x="37445" y="21179"/>
                    </a:lnTo>
                    <a:cubicBezTo>
                      <a:pt x="37445" y="30120"/>
                      <a:pt x="30196" y="37369"/>
                      <a:pt x="21254" y="37369"/>
                    </a:cubicBezTo>
                    <a:cubicBezTo>
                      <a:pt x="12313" y="37369"/>
                      <a:pt x="5064" y="30120"/>
                      <a:pt x="5064" y="21179"/>
                    </a:cubicBezTo>
                    <a:cubicBezTo>
                      <a:pt x="5064" y="12237"/>
                      <a:pt x="12313" y="4988"/>
                      <a:pt x="21254" y="4988"/>
                    </a:cubicBezTo>
                    <a:close/>
                    <a:moveTo>
                      <a:pt x="21254" y="188"/>
                    </a:moveTo>
                    <a:cubicBezTo>
                      <a:pt x="9662" y="188"/>
                      <a:pt x="264" y="9586"/>
                      <a:pt x="264" y="21179"/>
                    </a:cubicBezTo>
                    <a:cubicBezTo>
                      <a:pt x="264" y="32771"/>
                      <a:pt x="9662" y="42169"/>
                      <a:pt x="21254" y="42169"/>
                    </a:cubicBezTo>
                    <a:cubicBezTo>
                      <a:pt x="32847" y="42169"/>
                      <a:pt x="42245" y="32771"/>
                      <a:pt x="42245" y="21179"/>
                    </a:cubicBezTo>
                    <a:lnTo>
                      <a:pt x="42245" y="21179"/>
                    </a:lnTo>
                    <a:cubicBezTo>
                      <a:pt x="42245" y="9586"/>
                      <a:pt x="32847" y="188"/>
                      <a:pt x="21254"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1" name="Freeform: Shape 3570">
                <a:extLst>
                  <a:ext uri="{FF2B5EF4-FFF2-40B4-BE49-F238E27FC236}">
                    <a16:creationId xmlns:a16="http://schemas.microsoft.com/office/drawing/2014/main" id="{45BD3E7A-BBFA-A280-1A5F-796224380307}"/>
                  </a:ext>
                </a:extLst>
              </p:cNvPr>
              <p:cNvSpPr/>
              <p:nvPr/>
            </p:nvSpPr>
            <p:spPr>
              <a:xfrm>
                <a:off x="1802825" y="7852019"/>
                <a:ext cx="37180" cy="37180"/>
              </a:xfrm>
              <a:custGeom>
                <a:avLst/>
                <a:gdLst>
                  <a:gd name="connsiteX0" fmla="*/ 37448 w 37180"/>
                  <a:gd name="connsiteY0" fmla="*/ 18752 h 37180"/>
                  <a:gd name="connsiteX1" fmla="*/ 18858 w 37180"/>
                  <a:gd name="connsiteY1" fmla="*/ 37342 h 37180"/>
                  <a:gd name="connsiteX2" fmla="*/ 267 w 37180"/>
                  <a:gd name="connsiteY2" fmla="*/ 18752 h 37180"/>
                  <a:gd name="connsiteX3" fmla="*/ 18858 w 37180"/>
                  <a:gd name="connsiteY3" fmla="*/ 161 h 37180"/>
                  <a:gd name="connsiteX4" fmla="*/ 3744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2"/>
                    </a:moveTo>
                    <a:cubicBezTo>
                      <a:pt x="37448" y="29019"/>
                      <a:pt x="29125" y="37342"/>
                      <a:pt x="18858" y="37342"/>
                    </a:cubicBezTo>
                    <a:cubicBezTo>
                      <a:pt x="8590" y="37342"/>
                      <a:pt x="267" y="29019"/>
                      <a:pt x="267" y="18752"/>
                    </a:cubicBezTo>
                    <a:cubicBezTo>
                      <a:pt x="267" y="8484"/>
                      <a:pt x="8590" y="161"/>
                      <a:pt x="18858" y="161"/>
                    </a:cubicBezTo>
                    <a:cubicBezTo>
                      <a:pt x="29125" y="161"/>
                      <a:pt x="37448" y="8484"/>
                      <a:pt x="37448" y="18752"/>
                    </a:cubicBezTo>
                    <a:close/>
                  </a:path>
                </a:pathLst>
              </a:custGeom>
              <a:solidFill>
                <a:srgbClr val="F7A58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2" name="Freeform: Shape 3571">
                <a:extLst>
                  <a:ext uri="{FF2B5EF4-FFF2-40B4-BE49-F238E27FC236}">
                    <a16:creationId xmlns:a16="http://schemas.microsoft.com/office/drawing/2014/main" id="{7A9EC51D-8C50-3A4C-9979-B8A3834E650E}"/>
                  </a:ext>
                </a:extLst>
              </p:cNvPr>
              <p:cNvSpPr/>
              <p:nvPr/>
            </p:nvSpPr>
            <p:spPr>
              <a:xfrm>
                <a:off x="1800425" y="7849619"/>
                <a:ext cx="41981" cy="41981"/>
              </a:xfrm>
              <a:custGeom>
                <a:avLst/>
                <a:gdLst>
                  <a:gd name="connsiteX0" fmla="*/ 21258 w 41981"/>
                  <a:gd name="connsiteY0" fmla="*/ 4962 h 41981"/>
                  <a:gd name="connsiteX1" fmla="*/ 37448 w 41981"/>
                  <a:gd name="connsiteY1" fmla="*/ 21152 h 41981"/>
                  <a:gd name="connsiteX2" fmla="*/ 37448 w 41981"/>
                  <a:gd name="connsiteY2" fmla="*/ 21152 h 41981"/>
                  <a:gd name="connsiteX3" fmla="*/ 21258 w 41981"/>
                  <a:gd name="connsiteY3" fmla="*/ 37342 h 41981"/>
                  <a:gd name="connsiteX4" fmla="*/ 5068 w 41981"/>
                  <a:gd name="connsiteY4" fmla="*/ 21152 h 41981"/>
                  <a:gd name="connsiteX5" fmla="*/ 21258 w 41981"/>
                  <a:gd name="connsiteY5" fmla="*/ 4962 h 41981"/>
                  <a:gd name="connsiteX6" fmla="*/ 21258 w 41981"/>
                  <a:gd name="connsiteY6" fmla="*/ 161 h 41981"/>
                  <a:gd name="connsiteX7" fmla="*/ 267 w 41981"/>
                  <a:gd name="connsiteY7" fmla="*/ 21152 h 41981"/>
                  <a:gd name="connsiteX8" fmla="*/ 21258 w 41981"/>
                  <a:gd name="connsiteY8" fmla="*/ 42142 h 41981"/>
                  <a:gd name="connsiteX9" fmla="*/ 42248 w 41981"/>
                  <a:gd name="connsiteY9" fmla="*/ 21152 h 41981"/>
                  <a:gd name="connsiteX10" fmla="*/ 42248 w 41981"/>
                  <a:gd name="connsiteY10" fmla="*/ 21152 h 41981"/>
                  <a:gd name="connsiteX11" fmla="*/ 21258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62"/>
                    </a:moveTo>
                    <a:cubicBezTo>
                      <a:pt x="30200" y="4962"/>
                      <a:pt x="37448" y="12210"/>
                      <a:pt x="37448" y="21152"/>
                    </a:cubicBezTo>
                    <a:lnTo>
                      <a:pt x="37448" y="21152"/>
                    </a:lnTo>
                    <a:cubicBezTo>
                      <a:pt x="37448" y="30094"/>
                      <a:pt x="30200" y="37342"/>
                      <a:pt x="21258" y="37342"/>
                    </a:cubicBezTo>
                    <a:cubicBezTo>
                      <a:pt x="12316" y="37342"/>
                      <a:pt x="5068" y="30094"/>
                      <a:pt x="5068" y="21152"/>
                    </a:cubicBezTo>
                    <a:cubicBezTo>
                      <a:pt x="5068" y="12210"/>
                      <a:pt x="12316" y="4962"/>
                      <a:pt x="21258" y="4962"/>
                    </a:cubicBezTo>
                    <a:close/>
                    <a:moveTo>
                      <a:pt x="21258" y="161"/>
                    </a:moveTo>
                    <a:cubicBezTo>
                      <a:pt x="9665" y="161"/>
                      <a:pt x="267" y="9559"/>
                      <a:pt x="267" y="21152"/>
                    </a:cubicBezTo>
                    <a:cubicBezTo>
                      <a:pt x="267" y="32744"/>
                      <a:pt x="9665" y="42142"/>
                      <a:pt x="21258" y="42142"/>
                    </a:cubicBezTo>
                    <a:cubicBezTo>
                      <a:pt x="32850" y="42142"/>
                      <a:pt x="42248" y="32744"/>
                      <a:pt x="42248" y="21152"/>
                    </a:cubicBezTo>
                    <a:lnTo>
                      <a:pt x="42248" y="21152"/>
                    </a:lnTo>
                    <a:cubicBezTo>
                      <a:pt x="42248" y="9559"/>
                      <a:pt x="32850" y="161"/>
                      <a:pt x="21258"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3" name="Freeform: Shape 3572">
                <a:extLst>
                  <a:ext uri="{FF2B5EF4-FFF2-40B4-BE49-F238E27FC236}">
                    <a16:creationId xmlns:a16="http://schemas.microsoft.com/office/drawing/2014/main" id="{DED07F91-4C22-66A1-0076-FBD5708A6850}"/>
                  </a:ext>
                </a:extLst>
              </p:cNvPr>
              <p:cNvSpPr/>
              <p:nvPr/>
            </p:nvSpPr>
            <p:spPr>
              <a:xfrm>
                <a:off x="1790493" y="7791217"/>
                <a:ext cx="37180" cy="37180"/>
              </a:xfrm>
              <a:custGeom>
                <a:avLst/>
                <a:gdLst>
                  <a:gd name="connsiteX0" fmla="*/ 37446 w 37180"/>
                  <a:gd name="connsiteY0" fmla="*/ 18741 h 37180"/>
                  <a:gd name="connsiteX1" fmla="*/ 18855 w 37180"/>
                  <a:gd name="connsiteY1" fmla="*/ 37331 h 37180"/>
                  <a:gd name="connsiteX2" fmla="*/ 265 w 37180"/>
                  <a:gd name="connsiteY2" fmla="*/ 18741 h 37180"/>
                  <a:gd name="connsiteX3" fmla="*/ 18855 w 37180"/>
                  <a:gd name="connsiteY3" fmla="*/ 151 h 37180"/>
                  <a:gd name="connsiteX4" fmla="*/ 37446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1"/>
                    </a:moveTo>
                    <a:cubicBezTo>
                      <a:pt x="37446" y="29008"/>
                      <a:pt x="29123" y="37331"/>
                      <a:pt x="18855" y="37331"/>
                    </a:cubicBezTo>
                    <a:cubicBezTo>
                      <a:pt x="8588" y="37331"/>
                      <a:pt x="265" y="29008"/>
                      <a:pt x="265" y="18741"/>
                    </a:cubicBezTo>
                    <a:cubicBezTo>
                      <a:pt x="265" y="8474"/>
                      <a:pt x="8588" y="151"/>
                      <a:pt x="18855" y="151"/>
                    </a:cubicBezTo>
                    <a:cubicBezTo>
                      <a:pt x="29123" y="151"/>
                      <a:pt x="37446" y="8474"/>
                      <a:pt x="37446" y="18741"/>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4" name="Freeform: Shape 3573">
                <a:extLst>
                  <a:ext uri="{FF2B5EF4-FFF2-40B4-BE49-F238E27FC236}">
                    <a16:creationId xmlns:a16="http://schemas.microsoft.com/office/drawing/2014/main" id="{7C4A6327-DDEC-91F9-80BC-F486382F421A}"/>
                  </a:ext>
                </a:extLst>
              </p:cNvPr>
              <p:cNvSpPr/>
              <p:nvPr/>
            </p:nvSpPr>
            <p:spPr>
              <a:xfrm>
                <a:off x="1788093" y="7788817"/>
                <a:ext cx="41981" cy="41981"/>
              </a:xfrm>
              <a:custGeom>
                <a:avLst/>
                <a:gdLst>
                  <a:gd name="connsiteX0" fmla="*/ 21256 w 41981"/>
                  <a:gd name="connsiteY0" fmla="*/ 4951 h 41981"/>
                  <a:gd name="connsiteX1" fmla="*/ 37446 w 41981"/>
                  <a:gd name="connsiteY1" fmla="*/ 21141 h 41981"/>
                  <a:gd name="connsiteX2" fmla="*/ 37446 w 41981"/>
                  <a:gd name="connsiteY2" fmla="*/ 21141 h 41981"/>
                  <a:gd name="connsiteX3" fmla="*/ 21256 w 41981"/>
                  <a:gd name="connsiteY3" fmla="*/ 37331 h 41981"/>
                  <a:gd name="connsiteX4" fmla="*/ 5065 w 41981"/>
                  <a:gd name="connsiteY4" fmla="*/ 21141 h 41981"/>
                  <a:gd name="connsiteX5" fmla="*/ 21256 w 41981"/>
                  <a:gd name="connsiteY5" fmla="*/ 4951 h 41981"/>
                  <a:gd name="connsiteX6" fmla="*/ 21256 w 41981"/>
                  <a:gd name="connsiteY6" fmla="*/ 151 h 41981"/>
                  <a:gd name="connsiteX7" fmla="*/ 265 w 41981"/>
                  <a:gd name="connsiteY7" fmla="*/ 21141 h 41981"/>
                  <a:gd name="connsiteX8" fmla="*/ 21256 w 41981"/>
                  <a:gd name="connsiteY8" fmla="*/ 42132 h 41981"/>
                  <a:gd name="connsiteX9" fmla="*/ 42246 w 41981"/>
                  <a:gd name="connsiteY9" fmla="*/ 21141 h 41981"/>
                  <a:gd name="connsiteX10" fmla="*/ 42246 w 41981"/>
                  <a:gd name="connsiteY10" fmla="*/ 21141 h 41981"/>
                  <a:gd name="connsiteX11" fmla="*/ 21256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1"/>
                    </a:moveTo>
                    <a:cubicBezTo>
                      <a:pt x="30197" y="4951"/>
                      <a:pt x="37446" y="12199"/>
                      <a:pt x="37446" y="21141"/>
                    </a:cubicBezTo>
                    <a:lnTo>
                      <a:pt x="37446" y="21141"/>
                    </a:lnTo>
                    <a:cubicBezTo>
                      <a:pt x="37446" y="30083"/>
                      <a:pt x="30197" y="37331"/>
                      <a:pt x="21256" y="37331"/>
                    </a:cubicBezTo>
                    <a:cubicBezTo>
                      <a:pt x="12314" y="37331"/>
                      <a:pt x="5065" y="30083"/>
                      <a:pt x="5065" y="21141"/>
                    </a:cubicBezTo>
                    <a:cubicBezTo>
                      <a:pt x="5065" y="12199"/>
                      <a:pt x="12314" y="4951"/>
                      <a:pt x="21256" y="4951"/>
                    </a:cubicBezTo>
                    <a:close/>
                    <a:moveTo>
                      <a:pt x="21256" y="151"/>
                    </a:moveTo>
                    <a:cubicBezTo>
                      <a:pt x="9663" y="151"/>
                      <a:pt x="265" y="9549"/>
                      <a:pt x="265" y="21141"/>
                    </a:cubicBezTo>
                    <a:cubicBezTo>
                      <a:pt x="265" y="32734"/>
                      <a:pt x="9663" y="42132"/>
                      <a:pt x="21256" y="42132"/>
                    </a:cubicBezTo>
                    <a:cubicBezTo>
                      <a:pt x="32848" y="42132"/>
                      <a:pt x="42246" y="32734"/>
                      <a:pt x="42246" y="21141"/>
                    </a:cubicBezTo>
                    <a:lnTo>
                      <a:pt x="42246" y="21141"/>
                    </a:lnTo>
                    <a:cubicBezTo>
                      <a:pt x="42246" y="9549"/>
                      <a:pt x="32848" y="151"/>
                      <a:pt x="21256"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5" name="Freeform: Shape 3574">
                <a:extLst>
                  <a:ext uri="{FF2B5EF4-FFF2-40B4-BE49-F238E27FC236}">
                    <a16:creationId xmlns:a16="http://schemas.microsoft.com/office/drawing/2014/main" id="{AB158551-6276-8E92-6036-5956E035148B}"/>
                  </a:ext>
                </a:extLst>
              </p:cNvPr>
              <p:cNvSpPr/>
              <p:nvPr/>
            </p:nvSpPr>
            <p:spPr>
              <a:xfrm>
                <a:off x="1936405" y="7833242"/>
                <a:ext cx="37180" cy="37180"/>
              </a:xfrm>
              <a:custGeom>
                <a:avLst/>
                <a:gdLst>
                  <a:gd name="connsiteX0" fmla="*/ 37471 w 37180"/>
                  <a:gd name="connsiteY0" fmla="*/ 18748 h 37180"/>
                  <a:gd name="connsiteX1" fmla="*/ 18881 w 37180"/>
                  <a:gd name="connsiteY1" fmla="*/ 37339 h 37180"/>
                  <a:gd name="connsiteX2" fmla="*/ 290 w 37180"/>
                  <a:gd name="connsiteY2" fmla="*/ 18748 h 37180"/>
                  <a:gd name="connsiteX3" fmla="*/ 18881 w 37180"/>
                  <a:gd name="connsiteY3" fmla="*/ 158 h 37180"/>
                  <a:gd name="connsiteX4" fmla="*/ 37471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48"/>
                    </a:moveTo>
                    <a:cubicBezTo>
                      <a:pt x="37471" y="29016"/>
                      <a:pt x="29148" y="37339"/>
                      <a:pt x="18881" y="37339"/>
                    </a:cubicBezTo>
                    <a:cubicBezTo>
                      <a:pt x="8614" y="37339"/>
                      <a:pt x="290" y="29016"/>
                      <a:pt x="290" y="18748"/>
                    </a:cubicBezTo>
                    <a:cubicBezTo>
                      <a:pt x="290" y="8481"/>
                      <a:pt x="8614" y="158"/>
                      <a:pt x="18881" y="158"/>
                    </a:cubicBezTo>
                    <a:cubicBezTo>
                      <a:pt x="29148" y="158"/>
                      <a:pt x="37471" y="8481"/>
                      <a:pt x="37471" y="18748"/>
                    </a:cubicBezTo>
                    <a:close/>
                  </a:path>
                </a:pathLst>
              </a:custGeom>
              <a:solidFill>
                <a:srgbClr val="8EF78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6" name="Freeform: Shape 3575">
                <a:extLst>
                  <a:ext uri="{FF2B5EF4-FFF2-40B4-BE49-F238E27FC236}">
                    <a16:creationId xmlns:a16="http://schemas.microsoft.com/office/drawing/2014/main" id="{F76C3F5A-F6FB-7763-7EC2-7C254C1496F7}"/>
                  </a:ext>
                </a:extLst>
              </p:cNvPr>
              <p:cNvSpPr/>
              <p:nvPr/>
            </p:nvSpPr>
            <p:spPr>
              <a:xfrm>
                <a:off x="1934005" y="7830842"/>
                <a:ext cx="41981" cy="41981"/>
              </a:xfrm>
              <a:custGeom>
                <a:avLst/>
                <a:gdLst>
                  <a:gd name="connsiteX0" fmla="*/ 21281 w 41981"/>
                  <a:gd name="connsiteY0" fmla="*/ 4958 h 41981"/>
                  <a:gd name="connsiteX1" fmla="*/ 37471 w 41981"/>
                  <a:gd name="connsiteY1" fmla="*/ 21149 h 41981"/>
                  <a:gd name="connsiteX2" fmla="*/ 37471 w 41981"/>
                  <a:gd name="connsiteY2" fmla="*/ 21149 h 41981"/>
                  <a:gd name="connsiteX3" fmla="*/ 21281 w 41981"/>
                  <a:gd name="connsiteY3" fmla="*/ 37339 h 41981"/>
                  <a:gd name="connsiteX4" fmla="*/ 5091 w 41981"/>
                  <a:gd name="connsiteY4" fmla="*/ 21149 h 41981"/>
                  <a:gd name="connsiteX5" fmla="*/ 21281 w 41981"/>
                  <a:gd name="connsiteY5" fmla="*/ 4958 h 41981"/>
                  <a:gd name="connsiteX6" fmla="*/ 21281 w 41981"/>
                  <a:gd name="connsiteY6" fmla="*/ 158 h 41981"/>
                  <a:gd name="connsiteX7" fmla="*/ 290 w 41981"/>
                  <a:gd name="connsiteY7" fmla="*/ 21149 h 41981"/>
                  <a:gd name="connsiteX8" fmla="*/ 21281 w 41981"/>
                  <a:gd name="connsiteY8" fmla="*/ 42139 h 41981"/>
                  <a:gd name="connsiteX9" fmla="*/ 42272 w 41981"/>
                  <a:gd name="connsiteY9" fmla="*/ 21149 h 41981"/>
                  <a:gd name="connsiteX10" fmla="*/ 42272 w 41981"/>
                  <a:gd name="connsiteY10" fmla="*/ 21149 h 41981"/>
                  <a:gd name="connsiteX11" fmla="*/ 21281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58"/>
                    </a:moveTo>
                    <a:cubicBezTo>
                      <a:pt x="30223" y="4958"/>
                      <a:pt x="37471" y="12207"/>
                      <a:pt x="37471" y="21149"/>
                    </a:cubicBezTo>
                    <a:lnTo>
                      <a:pt x="37471" y="21149"/>
                    </a:lnTo>
                    <a:cubicBezTo>
                      <a:pt x="37471" y="30090"/>
                      <a:pt x="30223" y="37339"/>
                      <a:pt x="21281" y="37339"/>
                    </a:cubicBezTo>
                    <a:cubicBezTo>
                      <a:pt x="12339" y="37339"/>
                      <a:pt x="5091" y="30090"/>
                      <a:pt x="5091" y="21149"/>
                    </a:cubicBezTo>
                    <a:cubicBezTo>
                      <a:pt x="5091" y="12207"/>
                      <a:pt x="12339" y="4958"/>
                      <a:pt x="21281" y="4958"/>
                    </a:cubicBezTo>
                    <a:close/>
                    <a:moveTo>
                      <a:pt x="21281" y="158"/>
                    </a:moveTo>
                    <a:cubicBezTo>
                      <a:pt x="9688" y="158"/>
                      <a:pt x="290" y="9556"/>
                      <a:pt x="290" y="21149"/>
                    </a:cubicBezTo>
                    <a:cubicBezTo>
                      <a:pt x="290" y="32741"/>
                      <a:pt x="9688" y="42139"/>
                      <a:pt x="21281" y="42139"/>
                    </a:cubicBezTo>
                    <a:cubicBezTo>
                      <a:pt x="32874" y="42139"/>
                      <a:pt x="42272" y="32741"/>
                      <a:pt x="42272" y="21149"/>
                    </a:cubicBezTo>
                    <a:lnTo>
                      <a:pt x="42272" y="21149"/>
                    </a:lnTo>
                    <a:cubicBezTo>
                      <a:pt x="42272" y="9556"/>
                      <a:pt x="32874" y="158"/>
                      <a:pt x="21281"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7" name="Freeform: Shape 3576">
                <a:extLst>
                  <a:ext uri="{FF2B5EF4-FFF2-40B4-BE49-F238E27FC236}">
                    <a16:creationId xmlns:a16="http://schemas.microsoft.com/office/drawing/2014/main" id="{62F78BE1-478E-8FF4-269B-651D27B5F337}"/>
                  </a:ext>
                </a:extLst>
              </p:cNvPr>
              <p:cNvSpPr/>
              <p:nvPr/>
            </p:nvSpPr>
            <p:spPr>
              <a:xfrm>
                <a:off x="1728746" y="8109624"/>
                <a:ext cx="37180" cy="37180"/>
              </a:xfrm>
              <a:custGeom>
                <a:avLst/>
                <a:gdLst>
                  <a:gd name="connsiteX0" fmla="*/ 37435 w 37180"/>
                  <a:gd name="connsiteY0" fmla="*/ 18796 h 37180"/>
                  <a:gd name="connsiteX1" fmla="*/ 18845 w 37180"/>
                  <a:gd name="connsiteY1" fmla="*/ 37387 h 37180"/>
                  <a:gd name="connsiteX2" fmla="*/ 254 w 37180"/>
                  <a:gd name="connsiteY2" fmla="*/ 18796 h 37180"/>
                  <a:gd name="connsiteX3" fmla="*/ 18845 w 37180"/>
                  <a:gd name="connsiteY3" fmla="*/ 206 h 37180"/>
                  <a:gd name="connsiteX4" fmla="*/ 37435 w 37180"/>
                  <a:gd name="connsiteY4" fmla="*/ 1879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96"/>
                    </a:moveTo>
                    <a:cubicBezTo>
                      <a:pt x="37435" y="29064"/>
                      <a:pt x="29112" y="37387"/>
                      <a:pt x="18845" y="37387"/>
                    </a:cubicBezTo>
                    <a:cubicBezTo>
                      <a:pt x="8578" y="37387"/>
                      <a:pt x="254" y="29063"/>
                      <a:pt x="254" y="18796"/>
                    </a:cubicBezTo>
                    <a:cubicBezTo>
                      <a:pt x="254" y="8529"/>
                      <a:pt x="8578" y="206"/>
                      <a:pt x="18845" y="206"/>
                    </a:cubicBezTo>
                    <a:cubicBezTo>
                      <a:pt x="29112" y="206"/>
                      <a:pt x="37435" y="8529"/>
                      <a:pt x="37435" y="18796"/>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8" name="Freeform: Shape 3577">
                <a:extLst>
                  <a:ext uri="{FF2B5EF4-FFF2-40B4-BE49-F238E27FC236}">
                    <a16:creationId xmlns:a16="http://schemas.microsoft.com/office/drawing/2014/main" id="{FBFDF659-2A39-1173-A626-0C512936D413}"/>
                  </a:ext>
                </a:extLst>
              </p:cNvPr>
              <p:cNvSpPr/>
              <p:nvPr/>
            </p:nvSpPr>
            <p:spPr>
              <a:xfrm>
                <a:off x="1726346" y="8107224"/>
                <a:ext cx="41981" cy="41981"/>
              </a:xfrm>
              <a:custGeom>
                <a:avLst/>
                <a:gdLst>
                  <a:gd name="connsiteX0" fmla="*/ 21245 w 41981"/>
                  <a:gd name="connsiteY0" fmla="*/ 5006 h 41981"/>
                  <a:gd name="connsiteX1" fmla="*/ 37435 w 41981"/>
                  <a:gd name="connsiteY1" fmla="*/ 21196 h 41981"/>
                  <a:gd name="connsiteX2" fmla="*/ 37435 w 41981"/>
                  <a:gd name="connsiteY2" fmla="*/ 21196 h 41981"/>
                  <a:gd name="connsiteX3" fmla="*/ 21245 w 41981"/>
                  <a:gd name="connsiteY3" fmla="*/ 37387 h 41981"/>
                  <a:gd name="connsiteX4" fmla="*/ 5055 w 41981"/>
                  <a:gd name="connsiteY4" fmla="*/ 21196 h 41981"/>
                  <a:gd name="connsiteX5" fmla="*/ 21245 w 41981"/>
                  <a:gd name="connsiteY5" fmla="*/ 5006 h 41981"/>
                  <a:gd name="connsiteX6" fmla="*/ 21245 w 41981"/>
                  <a:gd name="connsiteY6" fmla="*/ 206 h 41981"/>
                  <a:gd name="connsiteX7" fmla="*/ 254 w 41981"/>
                  <a:gd name="connsiteY7" fmla="*/ 21196 h 41981"/>
                  <a:gd name="connsiteX8" fmla="*/ 21245 w 41981"/>
                  <a:gd name="connsiteY8" fmla="*/ 42187 h 41981"/>
                  <a:gd name="connsiteX9" fmla="*/ 42236 w 41981"/>
                  <a:gd name="connsiteY9" fmla="*/ 21196 h 41981"/>
                  <a:gd name="connsiteX10" fmla="*/ 42236 w 41981"/>
                  <a:gd name="connsiteY10" fmla="*/ 21196 h 41981"/>
                  <a:gd name="connsiteX11" fmla="*/ 21245 w 41981"/>
                  <a:gd name="connsiteY11" fmla="*/ 20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5006"/>
                    </a:moveTo>
                    <a:cubicBezTo>
                      <a:pt x="30187" y="5006"/>
                      <a:pt x="37435" y="12255"/>
                      <a:pt x="37435" y="21196"/>
                    </a:cubicBezTo>
                    <a:lnTo>
                      <a:pt x="37435" y="21196"/>
                    </a:lnTo>
                    <a:cubicBezTo>
                      <a:pt x="37435" y="30138"/>
                      <a:pt x="30187" y="37387"/>
                      <a:pt x="21245" y="37387"/>
                    </a:cubicBezTo>
                    <a:cubicBezTo>
                      <a:pt x="12303" y="37387"/>
                      <a:pt x="5055" y="30138"/>
                      <a:pt x="5055" y="21196"/>
                    </a:cubicBezTo>
                    <a:cubicBezTo>
                      <a:pt x="5055" y="12255"/>
                      <a:pt x="12303" y="5006"/>
                      <a:pt x="21245" y="5006"/>
                    </a:cubicBezTo>
                    <a:close/>
                    <a:moveTo>
                      <a:pt x="21245" y="206"/>
                    </a:moveTo>
                    <a:cubicBezTo>
                      <a:pt x="9652" y="206"/>
                      <a:pt x="254" y="9604"/>
                      <a:pt x="254" y="21196"/>
                    </a:cubicBezTo>
                    <a:cubicBezTo>
                      <a:pt x="254" y="32789"/>
                      <a:pt x="9652" y="42187"/>
                      <a:pt x="21245" y="42187"/>
                    </a:cubicBezTo>
                    <a:cubicBezTo>
                      <a:pt x="32837" y="42187"/>
                      <a:pt x="42236" y="32789"/>
                      <a:pt x="42236" y="21196"/>
                    </a:cubicBezTo>
                    <a:lnTo>
                      <a:pt x="42236" y="21196"/>
                    </a:lnTo>
                    <a:cubicBezTo>
                      <a:pt x="42236" y="9604"/>
                      <a:pt x="32837" y="206"/>
                      <a:pt x="21245" y="20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79" name="Freeform: Shape 3578">
                <a:extLst>
                  <a:ext uri="{FF2B5EF4-FFF2-40B4-BE49-F238E27FC236}">
                    <a16:creationId xmlns:a16="http://schemas.microsoft.com/office/drawing/2014/main" id="{43F7B04D-D005-8AA0-26CF-86AB1E7F75CA}"/>
                  </a:ext>
                </a:extLst>
              </p:cNvPr>
              <p:cNvSpPr/>
              <p:nvPr/>
            </p:nvSpPr>
            <p:spPr>
              <a:xfrm>
                <a:off x="1833019" y="7877893"/>
                <a:ext cx="37180" cy="37180"/>
              </a:xfrm>
              <a:custGeom>
                <a:avLst/>
                <a:gdLst>
                  <a:gd name="connsiteX0" fmla="*/ 37453 w 37180"/>
                  <a:gd name="connsiteY0" fmla="*/ 18756 h 37180"/>
                  <a:gd name="connsiteX1" fmla="*/ 18863 w 37180"/>
                  <a:gd name="connsiteY1" fmla="*/ 37346 h 37180"/>
                  <a:gd name="connsiteX2" fmla="*/ 272 w 37180"/>
                  <a:gd name="connsiteY2" fmla="*/ 18756 h 37180"/>
                  <a:gd name="connsiteX3" fmla="*/ 18863 w 37180"/>
                  <a:gd name="connsiteY3" fmla="*/ 166 h 37180"/>
                  <a:gd name="connsiteX4" fmla="*/ 37453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6"/>
                    </a:moveTo>
                    <a:cubicBezTo>
                      <a:pt x="37453" y="29023"/>
                      <a:pt x="29130" y="37346"/>
                      <a:pt x="18863" y="37346"/>
                    </a:cubicBezTo>
                    <a:cubicBezTo>
                      <a:pt x="8596" y="37346"/>
                      <a:pt x="272" y="29023"/>
                      <a:pt x="272" y="18756"/>
                    </a:cubicBezTo>
                    <a:cubicBezTo>
                      <a:pt x="272" y="8489"/>
                      <a:pt x="8596" y="166"/>
                      <a:pt x="18863" y="166"/>
                    </a:cubicBezTo>
                    <a:cubicBezTo>
                      <a:pt x="29130" y="166"/>
                      <a:pt x="37453" y="8489"/>
                      <a:pt x="37453" y="18756"/>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0" name="Freeform: Shape 3579">
                <a:extLst>
                  <a:ext uri="{FF2B5EF4-FFF2-40B4-BE49-F238E27FC236}">
                    <a16:creationId xmlns:a16="http://schemas.microsoft.com/office/drawing/2014/main" id="{5E930AF4-DA8E-FFE2-262E-F689DA9ACE64}"/>
                  </a:ext>
                </a:extLst>
              </p:cNvPr>
              <p:cNvSpPr/>
              <p:nvPr/>
            </p:nvSpPr>
            <p:spPr>
              <a:xfrm>
                <a:off x="1830619" y="7875493"/>
                <a:ext cx="41981" cy="41981"/>
              </a:xfrm>
              <a:custGeom>
                <a:avLst/>
                <a:gdLst>
                  <a:gd name="connsiteX0" fmla="*/ 21263 w 41981"/>
                  <a:gd name="connsiteY0" fmla="*/ 4966 h 41981"/>
                  <a:gd name="connsiteX1" fmla="*/ 37453 w 41981"/>
                  <a:gd name="connsiteY1" fmla="*/ 21156 h 41981"/>
                  <a:gd name="connsiteX2" fmla="*/ 37453 w 41981"/>
                  <a:gd name="connsiteY2" fmla="*/ 21156 h 41981"/>
                  <a:gd name="connsiteX3" fmla="*/ 21263 w 41981"/>
                  <a:gd name="connsiteY3" fmla="*/ 37346 h 41981"/>
                  <a:gd name="connsiteX4" fmla="*/ 5073 w 41981"/>
                  <a:gd name="connsiteY4" fmla="*/ 21156 h 41981"/>
                  <a:gd name="connsiteX5" fmla="*/ 21263 w 41981"/>
                  <a:gd name="connsiteY5" fmla="*/ 4966 h 41981"/>
                  <a:gd name="connsiteX6" fmla="*/ 21263 w 41981"/>
                  <a:gd name="connsiteY6" fmla="*/ 166 h 41981"/>
                  <a:gd name="connsiteX7" fmla="*/ 272 w 41981"/>
                  <a:gd name="connsiteY7" fmla="*/ 21156 h 41981"/>
                  <a:gd name="connsiteX8" fmla="*/ 21263 w 41981"/>
                  <a:gd name="connsiteY8" fmla="*/ 42147 h 41981"/>
                  <a:gd name="connsiteX9" fmla="*/ 42254 w 41981"/>
                  <a:gd name="connsiteY9" fmla="*/ 21156 h 41981"/>
                  <a:gd name="connsiteX10" fmla="*/ 42254 w 41981"/>
                  <a:gd name="connsiteY10" fmla="*/ 21156 h 41981"/>
                  <a:gd name="connsiteX11" fmla="*/ 21263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6"/>
                    </a:moveTo>
                    <a:cubicBezTo>
                      <a:pt x="30205" y="4966"/>
                      <a:pt x="37453" y="12214"/>
                      <a:pt x="37453" y="21156"/>
                    </a:cubicBezTo>
                    <a:lnTo>
                      <a:pt x="37453" y="21156"/>
                    </a:lnTo>
                    <a:cubicBezTo>
                      <a:pt x="37453" y="30098"/>
                      <a:pt x="30205" y="37346"/>
                      <a:pt x="21263" y="37346"/>
                    </a:cubicBezTo>
                    <a:cubicBezTo>
                      <a:pt x="12321" y="37346"/>
                      <a:pt x="5073" y="30098"/>
                      <a:pt x="5073" y="21156"/>
                    </a:cubicBezTo>
                    <a:cubicBezTo>
                      <a:pt x="5073" y="12214"/>
                      <a:pt x="12321" y="4966"/>
                      <a:pt x="21263" y="4966"/>
                    </a:cubicBezTo>
                    <a:close/>
                    <a:moveTo>
                      <a:pt x="21263" y="166"/>
                    </a:moveTo>
                    <a:cubicBezTo>
                      <a:pt x="9670" y="166"/>
                      <a:pt x="272" y="9564"/>
                      <a:pt x="272" y="21156"/>
                    </a:cubicBezTo>
                    <a:cubicBezTo>
                      <a:pt x="272" y="32749"/>
                      <a:pt x="9670" y="42147"/>
                      <a:pt x="21263" y="42147"/>
                    </a:cubicBezTo>
                    <a:cubicBezTo>
                      <a:pt x="32856" y="42147"/>
                      <a:pt x="42254" y="32749"/>
                      <a:pt x="42254" y="21156"/>
                    </a:cubicBezTo>
                    <a:lnTo>
                      <a:pt x="42254" y="21156"/>
                    </a:lnTo>
                    <a:cubicBezTo>
                      <a:pt x="42254" y="9564"/>
                      <a:pt x="32856" y="166"/>
                      <a:pt x="21263"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1" name="Freeform: Shape 3580">
                <a:extLst>
                  <a:ext uri="{FF2B5EF4-FFF2-40B4-BE49-F238E27FC236}">
                    <a16:creationId xmlns:a16="http://schemas.microsoft.com/office/drawing/2014/main" id="{9E7C7D14-A1B1-C10B-E6B2-2754110CA613}"/>
                  </a:ext>
                </a:extLst>
              </p:cNvPr>
              <p:cNvSpPr/>
              <p:nvPr/>
            </p:nvSpPr>
            <p:spPr>
              <a:xfrm>
                <a:off x="1864497" y="7834762"/>
                <a:ext cx="37180" cy="37180"/>
              </a:xfrm>
              <a:custGeom>
                <a:avLst/>
                <a:gdLst>
                  <a:gd name="connsiteX0" fmla="*/ 37459 w 37180"/>
                  <a:gd name="connsiteY0" fmla="*/ 18749 h 37180"/>
                  <a:gd name="connsiteX1" fmla="*/ 18868 w 37180"/>
                  <a:gd name="connsiteY1" fmla="*/ 37339 h 37180"/>
                  <a:gd name="connsiteX2" fmla="*/ 278 w 37180"/>
                  <a:gd name="connsiteY2" fmla="*/ 18749 h 37180"/>
                  <a:gd name="connsiteX3" fmla="*/ 18868 w 37180"/>
                  <a:gd name="connsiteY3" fmla="*/ 158 h 37180"/>
                  <a:gd name="connsiteX4" fmla="*/ 37459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49"/>
                    </a:moveTo>
                    <a:cubicBezTo>
                      <a:pt x="37459" y="29016"/>
                      <a:pt x="29135" y="37339"/>
                      <a:pt x="18868" y="37339"/>
                    </a:cubicBezTo>
                    <a:cubicBezTo>
                      <a:pt x="8601" y="37339"/>
                      <a:pt x="278" y="29016"/>
                      <a:pt x="278" y="18749"/>
                    </a:cubicBezTo>
                    <a:cubicBezTo>
                      <a:pt x="278" y="8481"/>
                      <a:pt x="8601" y="158"/>
                      <a:pt x="18868" y="158"/>
                    </a:cubicBezTo>
                    <a:cubicBezTo>
                      <a:pt x="29135" y="158"/>
                      <a:pt x="37459" y="8481"/>
                      <a:pt x="37459" y="18749"/>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2" name="Freeform: Shape 3581">
                <a:extLst>
                  <a:ext uri="{FF2B5EF4-FFF2-40B4-BE49-F238E27FC236}">
                    <a16:creationId xmlns:a16="http://schemas.microsoft.com/office/drawing/2014/main" id="{B534CC4B-05B0-305D-E850-4DC195692206}"/>
                  </a:ext>
                </a:extLst>
              </p:cNvPr>
              <p:cNvSpPr/>
              <p:nvPr/>
            </p:nvSpPr>
            <p:spPr>
              <a:xfrm>
                <a:off x="1862097" y="7832362"/>
                <a:ext cx="41981" cy="41981"/>
              </a:xfrm>
              <a:custGeom>
                <a:avLst/>
                <a:gdLst>
                  <a:gd name="connsiteX0" fmla="*/ 21268 w 41981"/>
                  <a:gd name="connsiteY0" fmla="*/ 4959 h 41981"/>
                  <a:gd name="connsiteX1" fmla="*/ 37459 w 41981"/>
                  <a:gd name="connsiteY1" fmla="*/ 21149 h 41981"/>
                  <a:gd name="connsiteX2" fmla="*/ 37459 w 41981"/>
                  <a:gd name="connsiteY2" fmla="*/ 21149 h 41981"/>
                  <a:gd name="connsiteX3" fmla="*/ 21268 w 41981"/>
                  <a:gd name="connsiteY3" fmla="*/ 37339 h 41981"/>
                  <a:gd name="connsiteX4" fmla="*/ 5078 w 41981"/>
                  <a:gd name="connsiteY4" fmla="*/ 21149 h 41981"/>
                  <a:gd name="connsiteX5" fmla="*/ 21268 w 41981"/>
                  <a:gd name="connsiteY5" fmla="*/ 4959 h 41981"/>
                  <a:gd name="connsiteX6" fmla="*/ 21268 w 41981"/>
                  <a:gd name="connsiteY6" fmla="*/ 158 h 41981"/>
                  <a:gd name="connsiteX7" fmla="*/ 278 w 41981"/>
                  <a:gd name="connsiteY7" fmla="*/ 21149 h 41981"/>
                  <a:gd name="connsiteX8" fmla="*/ 21268 w 41981"/>
                  <a:gd name="connsiteY8" fmla="*/ 42139 h 41981"/>
                  <a:gd name="connsiteX9" fmla="*/ 42259 w 41981"/>
                  <a:gd name="connsiteY9" fmla="*/ 21149 h 41981"/>
                  <a:gd name="connsiteX10" fmla="*/ 42259 w 41981"/>
                  <a:gd name="connsiteY10" fmla="*/ 21149 h 41981"/>
                  <a:gd name="connsiteX11" fmla="*/ 21268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59"/>
                    </a:moveTo>
                    <a:cubicBezTo>
                      <a:pt x="30210" y="4959"/>
                      <a:pt x="37459" y="12207"/>
                      <a:pt x="37459" y="21149"/>
                    </a:cubicBezTo>
                    <a:lnTo>
                      <a:pt x="37459" y="21149"/>
                    </a:lnTo>
                    <a:cubicBezTo>
                      <a:pt x="37459" y="30091"/>
                      <a:pt x="30210" y="37339"/>
                      <a:pt x="21268" y="37339"/>
                    </a:cubicBezTo>
                    <a:cubicBezTo>
                      <a:pt x="12327" y="37339"/>
                      <a:pt x="5078" y="30091"/>
                      <a:pt x="5078" y="21149"/>
                    </a:cubicBezTo>
                    <a:cubicBezTo>
                      <a:pt x="5078" y="12207"/>
                      <a:pt x="12327" y="4959"/>
                      <a:pt x="21268" y="4959"/>
                    </a:cubicBezTo>
                    <a:close/>
                    <a:moveTo>
                      <a:pt x="21268" y="158"/>
                    </a:moveTo>
                    <a:cubicBezTo>
                      <a:pt x="9676" y="158"/>
                      <a:pt x="278" y="9556"/>
                      <a:pt x="278" y="21149"/>
                    </a:cubicBezTo>
                    <a:cubicBezTo>
                      <a:pt x="278" y="32741"/>
                      <a:pt x="9676" y="42139"/>
                      <a:pt x="21268" y="42139"/>
                    </a:cubicBezTo>
                    <a:cubicBezTo>
                      <a:pt x="32861" y="42139"/>
                      <a:pt x="42259" y="32741"/>
                      <a:pt x="42259" y="21149"/>
                    </a:cubicBezTo>
                    <a:lnTo>
                      <a:pt x="42259" y="21149"/>
                    </a:lnTo>
                    <a:cubicBezTo>
                      <a:pt x="42259" y="9556"/>
                      <a:pt x="32861" y="158"/>
                      <a:pt x="21268"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3" name="Freeform: Shape 3582">
                <a:extLst>
                  <a:ext uri="{FF2B5EF4-FFF2-40B4-BE49-F238E27FC236}">
                    <a16:creationId xmlns:a16="http://schemas.microsoft.com/office/drawing/2014/main" id="{410B6ACB-5FC2-8A67-7854-C0F3B825C389}"/>
                  </a:ext>
                </a:extLst>
              </p:cNvPr>
              <p:cNvSpPr/>
              <p:nvPr/>
            </p:nvSpPr>
            <p:spPr>
              <a:xfrm>
                <a:off x="1745928" y="7851426"/>
                <a:ext cx="37180" cy="37180"/>
              </a:xfrm>
              <a:custGeom>
                <a:avLst/>
                <a:gdLst>
                  <a:gd name="connsiteX0" fmla="*/ 37438 w 37180"/>
                  <a:gd name="connsiteY0" fmla="*/ 18751 h 37180"/>
                  <a:gd name="connsiteX1" fmla="*/ 18848 w 37180"/>
                  <a:gd name="connsiteY1" fmla="*/ 37342 h 37180"/>
                  <a:gd name="connsiteX2" fmla="*/ 257 w 37180"/>
                  <a:gd name="connsiteY2" fmla="*/ 18751 h 37180"/>
                  <a:gd name="connsiteX3" fmla="*/ 18848 w 37180"/>
                  <a:gd name="connsiteY3" fmla="*/ 161 h 37180"/>
                  <a:gd name="connsiteX4" fmla="*/ 37438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1"/>
                    </a:moveTo>
                    <a:cubicBezTo>
                      <a:pt x="37438" y="29019"/>
                      <a:pt x="29115" y="37342"/>
                      <a:pt x="18848" y="37342"/>
                    </a:cubicBezTo>
                    <a:cubicBezTo>
                      <a:pt x="8581" y="37342"/>
                      <a:pt x="257" y="29019"/>
                      <a:pt x="257" y="18751"/>
                    </a:cubicBezTo>
                    <a:cubicBezTo>
                      <a:pt x="257" y="8484"/>
                      <a:pt x="8581" y="161"/>
                      <a:pt x="18848" y="161"/>
                    </a:cubicBezTo>
                    <a:cubicBezTo>
                      <a:pt x="29115" y="161"/>
                      <a:pt x="37438" y="8484"/>
                      <a:pt x="37438" y="18751"/>
                    </a:cubicBezTo>
                    <a:close/>
                  </a:path>
                </a:pathLst>
              </a:custGeom>
              <a:solidFill>
                <a:srgbClr val="F7A59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4" name="Freeform: Shape 3583">
                <a:extLst>
                  <a:ext uri="{FF2B5EF4-FFF2-40B4-BE49-F238E27FC236}">
                    <a16:creationId xmlns:a16="http://schemas.microsoft.com/office/drawing/2014/main" id="{92FCF01D-2067-F1ED-A401-12342AA42539}"/>
                  </a:ext>
                </a:extLst>
              </p:cNvPr>
              <p:cNvSpPr/>
              <p:nvPr/>
            </p:nvSpPr>
            <p:spPr>
              <a:xfrm>
                <a:off x="1743528" y="7849026"/>
                <a:ext cx="41981" cy="41981"/>
              </a:xfrm>
              <a:custGeom>
                <a:avLst/>
                <a:gdLst>
                  <a:gd name="connsiteX0" fmla="*/ 21248 w 41981"/>
                  <a:gd name="connsiteY0" fmla="*/ 4961 h 41981"/>
                  <a:gd name="connsiteX1" fmla="*/ 37438 w 41981"/>
                  <a:gd name="connsiteY1" fmla="*/ 21152 h 41981"/>
                  <a:gd name="connsiteX2" fmla="*/ 37438 w 41981"/>
                  <a:gd name="connsiteY2" fmla="*/ 21152 h 41981"/>
                  <a:gd name="connsiteX3" fmla="*/ 21248 w 41981"/>
                  <a:gd name="connsiteY3" fmla="*/ 37342 h 41981"/>
                  <a:gd name="connsiteX4" fmla="*/ 5058 w 41981"/>
                  <a:gd name="connsiteY4" fmla="*/ 21152 h 41981"/>
                  <a:gd name="connsiteX5" fmla="*/ 21248 w 41981"/>
                  <a:gd name="connsiteY5" fmla="*/ 4961 h 41981"/>
                  <a:gd name="connsiteX6" fmla="*/ 21248 w 41981"/>
                  <a:gd name="connsiteY6" fmla="*/ 161 h 41981"/>
                  <a:gd name="connsiteX7" fmla="*/ 257 w 41981"/>
                  <a:gd name="connsiteY7" fmla="*/ 21152 h 41981"/>
                  <a:gd name="connsiteX8" fmla="*/ 21248 w 41981"/>
                  <a:gd name="connsiteY8" fmla="*/ 42142 h 41981"/>
                  <a:gd name="connsiteX9" fmla="*/ 42238 w 41981"/>
                  <a:gd name="connsiteY9" fmla="*/ 21152 h 41981"/>
                  <a:gd name="connsiteX10" fmla="*/ 42238 w 41981"/>
                  <a:gd name="connsiteY10" fmla="*/ 21152 h 41981"/>
                  <a:gd name="connsiteX11" fmla="*/ 21248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1"/>
                    </a:moveTo>
                    <a:cubicBezTo>
                      <a:pt x="30190" y="4961"/>
                      <a:pt x="37438" y="12210"/>
                      <a:pt x="37438" y="21152"/>
                    </a:cubicBezTo>
                    <a:lnTo>
                      <a:pt x="37438" y="21152"/>
                    </a:lnTo>
                    <a:cubicBezTo>
                      <a:pt x="37438" y="30093"/>
                      <a:pt x="30190" y="37342"/>
                      <a:pt x="21248" y="37342"/>
                    </a:cubicBezTo>
                    <a:cubicBezTo>
                      <a:pt x="12306" y="37342"/>
                      <a:pt x="5058" y="30093"/>
                      <a:pt x="5058" y="21152"/>
                    </a:cubicBezTo>
                    <a:cubicBezTo>
                      <a:pt x="5058" y="12210"/>
                      <a:pt x="12306" y="4961"/>
                      <a:pt x="21248" y="4961"/>
                    </a:cubicBezTo>
                    <a:close/>
                    <a:moveTo>
                      <a:pt x="21248" y="161"/>
                    </a:moveTo>
                    <a:cubicBezTo>
                      <a:pt x="9655" y="161"/>
                      <a:pt x="257" y="9559"/>
                      <a:pt x="257" y="21152"/>
                    </a:cubicBezTo>
                    <a:cubicBezTo>
                      <a:pt x="257" y="32744"/>
                      <a:pt x="9655" y="42142"/>
                      <a:pt x="21248" y="42142"/>
                    </a:cubicBezTo>
                    <a:cubicBezTo>
                      <a:pt x="32840" y="42142"/>
                      <a:pt x="42238" y="32744"/>
                      <a:pt x="42238" y="21152"/>
                    </a:cubicBezTo>
                    <a:lnTo>
                      <a:pt x="42238" y="21152"/>
                    </a:lnTo>
                    <a:cubicBezTo>
                      <a:pt x="42238" y="9559"/>
                      <a:pt x="32840" y="161"/>
                      <a:pt x="21248"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5" name="Freeform: Shape 3584">
                <a:extLst>
                  <a:ext uri="{FF2B5EF4-FFF2-40B4-BE49-F238E27FC236}">
                    <a16:creationId xmlns:a16="http://schemas.microsoft.com/office/drawing/2014/main" id="{FBF87272-8AA5-C278-B4C6-433CC54065CF}"/>
                  </a:ext>
                </a:extLst>
              </p:cNvPr>
              <p:cNvSpPr/>
              <p:nvPr/>
            </p:nvSpPr>
            <p:spPr>
              <a:xfrm>
                <a:off x="1801806" y="7873452"/>
                <a:ext cx="37180" cy="37180"/>
              </a:xfrm>
              <a:custGeom>
                <a:avLst/>
                <a:gdLst>
                  <a:gd name="connsiteX0" fmla="*/ 37448 w 37180"/>
                  <a:gd name="connsiteY0" fmla="*/ 18755 h 37180"/>
                  <a:gd name="connsiteX1" fmla="*/ 18857 w 37180"/>
                  <a:gd name="connsiteY1" fmla="*/ 37346 h 37180"/>
                  <a:gd name="connsiteX2" fmla="*/ 267 w 37180"/>
                  <a:gd name="connsiteY2" fmla="*/ 18755 h 37180"/>
                  <a:gd name="connsiteX3" fmla="*/ 18857 w 37180"/>
                  <a:gd name="connsiteY3" fmla="*/ 165 h 37180"/>
                  <a:gd name="connsiteX4" fmla="*/ 37448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5"/>
                    </a:moveTo>
                    <a:cubicBezTo>
                      <a:pt x="37448" y="29022"/>
                      <a:pt x="29125" y="37346"/>
                      <a:pt x="18857" y="37346"/>
                    </a:cubicBezTo>
                    <a:cubicBezTo>
                      <a:pt x="8590" y="37346"/>
                      <a:pt x="267" y="29022"/>
                      <a:pt x="267" y="18755"/>
                    </a:cubicBezTo>
                    <a:cubicBezTo>
                      <a:pt x="267" y="8488"/>
                      <a:pt x="8590" y="165"/>
                      <a:pt x="18857" y="165"/>
                    </a:cubicBezTo>
                    <a:cubicBezTo>
                      <a:pt x="29125" y="165"/>
                      <a:pt x="37448" y="8488"/>
                      <a:pt x="37448" y="18755"/>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6" name="Freeform: Shape 3585">
                <a:extLst>
                  <a:ext uri="{FF2B5EF4-FFF2-40B4-BE49-F238E27FC236}">
                    <a16:creationId xmlns:a16="http://schemas.microsoft.com/office/drawing/2014/main" id="{BE882AD6-EB0B-3F64-ADC7-D7E2A1F0D402}"/>
                  </a:ext>
                </a:extLst>
              </p:cNvPr>
              <p:cNvSpPr/>
              <p:nvPr/>
            </p:nvSpPr>
            <p:spPr>
              <a:xfrm>
                <a:off x="1799405" y="7871052"/>
                <a:ext cx="41981" cy="41981"/>
              </a:xfrm>
              <a:custGeom>
                <a:avLst/>
                <a:gdLst>
                  <a:gd name="connsiteX0" fmla="*/ 21258 w 41981"/>
                  <a:gd name="connsiteY0" fmla="*/ 4965 h 41981"/>
                  <a:gd name="connsiteX1" fmla="*/ 37448 w 41981"/>
                  <a:gd name="connsiteY1" fmla="*/ 21155 h 41981"/>
                  <a:gd name="connsiteX2" fmla="*/ 37448 w 41981"/>
                  <a:gd name="connsiteY2" fmla="*/ 21155 h 41981"/>
                  <a:gd name="connsiteX3" fmla="*/ 21258 w 41981"/>
                  <a:gd name="connsiteY3" fmla="*/ 37346 h 41981"/>
                  <a:gd name="connsiteX4" fmla="*/ 5067 w 41981"/>
                  <a:gd name="connsiteY4" fmla="*/ 21155 h 41981"/>
                  <a:gd name="connsiteX5" fmla="*/ 21258 w 41981"/>
                  <a:gd name="connsiteY5" fmla="*/ 4965 h 41981"/>
                  <a:gd name="connsiteX6" fmla="*/ 21258 w 41981"/>
                  <a:gd name="connsiteY6" fmla="*/ 165 h 41981"/>
                  <a:gd name="connsiteX7" fmla="*/ 267 w 41981"/>
                  <a:gd name="connsiteY7" fmla="*/ 21155 h 41981"/>
                  <a:gd name="connsiteX8" fmla="*/ 21258 w 41981"/>
                  <a:gd name="connsiteY8" fmla="*/ 42146 h 41981"/>
                  <a:gd name="connsiteX9" fmla="*/ 42248 w 41981"/>
                  <a:gd name="connsiteY9" fmla="*/ 21155 h 41981"/>
                  <a:gd name="connsiteX10" fmla="*/ 42248 w 41981"/>
                  <a:gd name="connsiteY10" fmla="*/ 21155 h 41981"/>
                  <a:gd name="connsiteX11" fmla="*/ 21258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65"/>
                    </a:moveTo>
                    <a:cubicBezTo>
                      <a:pt x="30199" y="4965"/>
                      <a:pt x="37448" y="12214"/>
                      <a:pt x="37448" y="21155"/>
                    </a:cubicBezTo>
                    <a:lnTo>
                      <a:pt x="37448" y="21155"/>
                    </a:lnTo>
                    <a:cubicBezTo>
                      <a:pt x="37448" y="30097"/>
                      <a:pt x="30199" y="37346"/>
                      <a:pt x="21258" y="37346"/>
                    </a:cubicBezTo>
                    <a:cubicBezTo>
                      <a:pt x="12316" y="37346"/>
                      <a:pt x="5067" y="30097"/>
                      <a:pt x="5067" y="21155"/>
                    </a:cubicBezTo>
                    <a:cubicBezTo>
                      <a:pt x="5067" y="12214"/>
                      <a:pt x="12316" y="4965"/>
                      <a:pt x="21258" y="4965"/>
                    </a:cubicBezTo>
                    <a:close/>
                    <a:moveTo>
                      <a:pt x="21258" y="165"/>
                    </a:moveTo>
                    <a:cubicBezTo>
                      <a:pt x="9665" y="165"/>
                      <a:pt x="267" y="9563"/>
                      <a:pt x="267" y="21155"/>
                    </a:cubicBezTo>
                    <a:cubicBezTo>
                      <a:pt x="267" y="32748"/>
                      <a:pt x="9665" y="42146"/>
                      <a:pt x="21258" y="42146"/>
                    </a:cubicBezTo>
                    <a:cubicBezTo>
                      <a:pt x="32850" y="42146"/>
                      <a:pt x="42248" y="32748"/>
                      <a:pt x="42248" y="21155"/>
                    </a:cubicBezTo>
                    <a:lnTo>
                      <a:pt x="42248" y="21155"/>
                    </a:lnTo>
                    <a:cubicBezTo>
                      <a:pt x="42248" y="9563"/>
                      <a:pt x="32850" y="165"/>
                      <a:pt x="21258"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7" name="Freeform: Shape 3586">
                <a:extLst>
                  <a:ext uri="{FF2B5EF4-FFF2-40B4-BE49-F238E27FC236}">
                    <a16:creationId xmlns:a16="http://schemas.microsoft.com/office/drawing/2014/main" id="{3A3B785B-8A20-788E-0FCB-9549CF25197F}"/>
                  </a:ext>
                </a:extLst>
              </p:cNvPr>
              <p:cNvSpPr/>
              <p:nvPr/>
            </p:nvSpPr>
            <p:spPr>
              <a:xfrm>
                <a:off x="1837235" y="7806717"/>
                <a:ext cx="37180" cy="37180"/>
              </a:xfrm>
              <a:custGeom>
                <a:avLst/>
                <a:gdLst>
                  <a:gd name="connsiteX0" fmla="*/ 37454 w 37180"/>
                  <a:gd name="connsiteY0" fmla="*/ 18744 h 37180"/>
                  <a:gd name="connsiteX1" fmla="*/ 18864 w 37180"/>
                  <a:gd name="connsiteY1" fmla="*/ 37334 h 37180"/>
                  <a:gd name="connsiteX2" fmla="*/ 273 w 37180"/>
                  <a:gd name="connsiteY2" fmla="*/ 18744 h 37180"/>
                  <a:gd name="connsiteX3" fmla="*/ 18864 w 37180"/>
                  <a:gd name="connsiteY3" fmla="*/ 153 h 37180"/>
                  <a:gd name="connsiteX4" fmla="*/ 37454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4"/>
                    </a:moveTo>
                    <a:cubicBezTo>
                      <a:pt x="37454" y="29011"/>
                      <a:pt x="29131" y="37334"/>
                      <a:pt x="18864" y="37334"/>
                    </a:cubicBezTo>
                    <a:cubicBezTo>
                      <a:pt x="8596" y="37334"/>
                      <a:pt x="273" y="29011"/>
                      <a:pt x="273" y="18744"/>
                    </a:cubicBezTo>
                    <a:cubicBezTo>
                      <a:pt x="273" y="8477"/>
                      <a:pt x="8596" y="153"/>
                      <a:pt x="18864" y="153"/>
                    </a:cubicBezTo>
                    <a:cubicBezTo>
                      <a:pt x="29131" y="153"/>
                      <a:pt x="37454" y="8477"/>
                      <a:pt x="37454" y="18744"/>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8" name="Freeform: Shape 3587">
                <a:extLst>
                  <a:ext uri="{FF2B5EF4-FFF2-40B4-BE49-F238E27FC236}">
                    <a16:creationId xmlns:a16="http://schemas.microsoft.com/office/drawing/2014/main" id="{FBB38F25-1E65-2814-805B-9E45042E95B8}"/>
                  </a:ext>
                </a:extLst>
              </p:cNvPr>
              <p:cNvSpPr/>
              <p:nvPr/>
            </p:nvSpPr>
            <p:spPr>
              <a:xfrm>
                <a:off x="1834835" y="7804317"/>
                <a:ext cx="41981" cy="41981"/>
              </a:xfrm>
              <a:custGeom>
                <a:avLst/>
                <a:gdLst>
                  <a:gd name="connsiteX0" fmla="*/ 21264 w 41981"/>
                  <a:gd name="connsiteY0" fmla="*/ 4954 h 41981"/>
                  <a:gd name="connsiteX1" fmla="*/ 37454 w 41981"/>
                  <a:gd name="connsiteY1" fmla="*/ 21144 h 41981"/>
                  <a:gd name="connsiteX2" fmla="*/ 37454 w 41981"/>
                  <a:gd name="connsiteY2" fmla="*/ 21144 h 41981"/>
                  <a:gd name="connsiteX3" fmla="*/ 21264 w 41981"/>
                  <a:gd name="connsiteY3" fmla="*/ 37334 h 41981"/>
                  <a:gd name="connsiteX4" fmla="*/ 5074 w 41981"/>
                  <a:gd name="connsiteY4" fmla="*/ 21144 h 41981"/>
                  <a:gd name="connsiteX5" fmla="*/ 21264 w 41981"/>
                  <a:gd name="connsiteY5" fmla="*/ 4954 h 41981"/>
                  <a:gd name="connsiteX6" fmla="*/ 21264 w 41981"/>
                  <a:gd name="connsiteY6" fmla="*/ 153 h 41981"/>
                  <a:gd name="connsiteX7" fmla="*/ 273 w 41981"/>
                  <a:gd name="connsiteY7" fmla="*/ 21144 h 41981"/>
                  <a:gd name="connsiteX8" fmla="*/ 21264 w 41981"/>
                  <a:gd name="connsiteY8" fmla="*/ 42135 h 41981"/>
                  <a:gd name="connsiteX9" fmla="*/ 42254 w 41981"/>
                  <a:gd name="connsiteY9" fmla="*/ 21144 h 41981"/>
                  <a:gd name="connsiteX10" fmla="*/ 42254 w 41981"/>
                  <a:gd name="connsiteY10" fmla="*/ 21144 h 41981"/>
                  <a:gd name="connsiteX11" fmla="*/ 21264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4"/>
                    </a:moveTo>
                    <a:cubicBezTo>
                      <a:pt x="30206" y="4954"/>
                      <a:pt x="37454" y="12202"/>
                      <a:pt x="37454" y="21144"/>
                    </a:cubicBezTo>
                    <a:lnTo>
                      <a:pt x="37454" y="21144"/>
                    </a:lnTo>
                    <a:cubicBezTo>
                      <a:pt x="37454" y="30086"/>
                      <a:pt x="30206" y="37334"/>
                      <a:pt x="21264" y="37334"/>
                    </a:cubicBezTo>
                    <a:cubicBezTo>
                      <a:pt x="12322" y="37334"/>
                      <a:pt x="5074" y="30086"/>
                      <a:pt x="5074" y="21144"/>
                    </a:cubicBezTo>
                    <a:cubicBezTo>
                      <a:pt x="5074" y="12202"/>
                      <a:pt x="12322" y="4954"/>
                      <a:pt x="21264" y="4954"/>
                    </a:cubicBezTo>
                    <a:close/>
                    <a:moveTo>
                      <a:pt x="21264" y="153"/>
                    </a:moveTo>
                    <a:cubicBezTo>
                      <a:pt x="9671" y="153"/>
                      <a:pt x="273" y="9551"/>
                      <a:pt x="273" y="21144"/>
                    </a:cubicBezTo>
                    <a:cubicBezTo>
                      <a:pt x="273" y="32736"/>
                      <a:pt x="9671" y="42135"/>
                      <a:pt x="21264" y="42135"/>
                    </a:cubicBezTo>
                    <a:cubicBezTo>
                      <a:pt x="32856" y="42135"/>
                      <a:pt x="42254" y="32736"/>
                      <a:pt x="42254" y="21144"/>
                    </a:cubicBezTo>
                    <a:lnTo>
                      <a:pt x="42254" y="21144"/>
                    </a:lnTo>
                    <a:cubicBezTo>
                      <a:pt x="42254" y="9551"/>
                      <a:pt x="32856" y="153"/>
                      <a:pt x="21264"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89" name="Freeform: Shape 3588">
                <a:extLst>
                  <a:ext uri="{FF2B5EF4-FFF2-40B4-BE49-F238E27FC236}">
                    <a16:creationId xmlns:a16="http://schemas.microsoft.com/office/drawing/2014/main" id="{A3E1BCA0-4E6E-B1AF-3C3B-50F54AA7123B}"/>
                  </a:ext>
                </a:extLst>
              </p:cNvPr>
              <p:cNvSpPr/>
              <p:nvPr/>
            </p:nvSpPr>
            <p:spPr>
              <a:xfrm>
                <a:off x="1821050" y="7927136"/>
                <a:ext cx="37180" cy="37180"/>
              </a:xfrm>
              <a:custGeom>
                <a:avLst/>
                <a:gdLst>
                  <a:gd name="connsiteX0" fmla="*/ 37451 w 37180"/>
                  <a:gd name="connsiteY0" fmla="*/ 18765 h 37180"/>
                  <a:gd name="connsiteX1" fmla="*/ 18861 w 37180"/>
                  <a:gd name="connsiteY1" fmla="*/ 37355 h 37180"/>
                  <a:gd name="connsiteX2" fmla="*/ 270 w 37180"/>
                  <a:gd name="connsiteY2" fmla="*/ 18765 h 37180"/>
                  <a:gd name="connsiteX3" fmla="*/ 18861 w 37180"/>
                  <a:gd name="connsiteY3" fmla="*/ 174 h 37180"/>
                  <a:gd name="connsiteX4" fmla="*/ 3745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5"/>
                    </a:moveTo>
                    <a:cubicBezTo>
                      <a:pt x="37451" y="29032"/>
                      <a:pt x="29128" y="37355"/>
                      <a:pt x="18861" y="37355"/>
                    </a:cubicBezTo>
                    <a:cubicBezTo>
                      <a:pt x="8594" y="37355"/>
                      <a:pt x="270" y="29032"/>
                      <a:pt x="270" y="18765"/>
                    </a:cubicBezTo>
                    <a:cubicBezTo>
                      <a:pt x="270" y="8497"/>
                      <a:pt x="8594" y="174"/>
                      <a:pt x="18861" y="174"/>
                    </a:cubicBezTo>
                    <a:cubicBezTo>
                      <a:pt x="29128" y="174"/>
                      <a:pt x="37451" y="8497"/>
                      <a:pt x="37451" y="18765"/>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0" name="Freeform: Shape 3589">
                <a:extLst>
                  <a:ext uri="{FF2B5EF4-FFF2-40B4-BE49-F238E27FC236}">
                    <a16:creationId xmlns:a16="http://schemas.microsoft.com/office/drawing/2014/main" id="{2C66DB36-A73C-F3CB-9B4A-0DDAD2F2C380}"/>
                  </a:ext>
                </a:extLst>
              </p:cNvPr>
              <p:cNvSpPr/>
              <p:nvPr/>
            </p:nvSpPr>
            <p:spPr>
              <a:xfrm>
                <a:off x="1818650" y="7924735"/>
                <a:ext cx="41981" cy="41981"/>
              </a:xfrm>
              <a:custGeom>
                <a:avLst/>
                <a:gdLst>
                  <a:gd name="connsiteX0" fmla="*/ 21261 w 41981"/>
                  <a:gd name="connsiteY0" fmla="*/ 4975 h 41981"/>
                  <a:gd name="connsiteX1" fmla="*/ 37451 w 41981"/>
                  <a:gd name="connsiteY1" fmla="*/ 21165 h 41981"/>
                  <a:gd name="connsiteX2" fmla="*/ 37451 w 41981"/>
                  <a:gd name="connsiteY2" fmla="*/ 21165 h 41981"/>
                  <a:gd name="connsiteX3" fmla="*/ 21261 w 41981"/>
                  <a:gd name="connsiteY3" fmla="*/ 37355 h 41981"/>
                  <a:gd name="connsiteX4" fmla="*/ 5071 w 41981"/>
                  <a:gd name="connsiteY4" fmla="*/ 21165 h 41981"/>
                  <a:gd name="connsiteX5" fmla="*/ 21261 w 41981"/>
                  <a:gd name="connsiteY5" fmla="*/ 4975 h 41981"/>
                  <a:gd name="connsiteX6" fmla="*/ 21261 w 41981"/>
                  <a:gd name="connsiteY6" fmla="*/ 174 h 41981"/>
                  <a:gd name="connsiteX7" fmla="*/ 270 w 41981"/>
                  <a:gd name="connsiteY7" fmla="*/ 21165 h 41981"/>
                  <a:gd name="connsiteX8" fmla="*/ 21261 w 41981"/>
                  <a:gd name="connsiteY8" fmla="*/ 42155 h 41981"/>
                  <a:gd name="connsiteX9" fmla="*/ 42252 w 41981"/>
                  <a:gd name="connsiteY9" fmla="*/ 21165 h 41981"/>
                  <a:gd name="connsiteX10" fmla="*/ 42252 w 41981"/>
                  <a:gd name="connsiteY10" fmla="*/ 21165 h 41981"/>
                  <a:gd name="connsiteX11" fmla="*/ 2126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5"/>
                    </a:moveTo>
                    <a:cubicBezTo>
                      <a:pt x="30203" y="4975"/>
                      <a:pt x="37451" y="12223"/>
                      <a:pt x="37451" y="21165"/>
                    </a:cubicBezTo>
                    <a:lnTo>
                      <a:pt x="37451" y="21165"/>
                    </a:lnTo>
                    <a:cubicBezTo>
                      <a:pt x="37451" y="30107"/>
                      <a:pt x="30203" y="37355"/>
                      <a:pt x="21261" y="37355"/>
                    </a:cubicBezTo>
                    <a:cubicBezTo>
                      <a:pt x="12319" y="37355"/>
                      <a:pt x="5071" y="30107"/>
                      <a:pt x="5071" y="21165"/>
                    </a:cubicBezTo>
                    <a:cubicBezTo>
                      <a:pt x="5071" y="12223"/>
                      <a:pt x="12319" y="4975"/>
                      <a:pt x="21261" y="4975"/>
                    </a:cubicBezTo>
                    <a:close/>
                    <a:moveTo>
                      <a:pt x="21261" y="174"/>
                    </a:moveTo>
                    <a:cubicBezTo>
                      <a:pt x="9668" y="174"/>
                      <a:pt x="270" y="9572"/>
                      <a:pt x="270" y="21165"/>
                    </a:cubicBezTo>
                    <a:cubicBezTo>
                      <a:pt x="270" y="32757"/>
                      <a:pt x="9668" y="42155"/>
                      <a:pt x="21261" y="42155"/>
                    </a:cubicBezTo>
                    <a:cubicBezTo>
                      <a:pt x="32854" y="42155"/>
                      <a:pt x="42252" y="32757"/>
                      <a:pt x="42252" y="21165"/>
                    </a:cubicBezTo>
                    <a:lnTo>
                      <a:pt x="42252" y="21165"/>
                    </a:lnTo>
                    <a:cubicBezTo>
                      <a:pt x="42252" y="9572"/>
                      <a:pt x="32854" y="174"/>
                      <a:pt x="21261"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1" name="Freeform: Shape 3590">
                <a:extLst>
                  <a:ext uri="{FF2B5EF4-FFF2-40B4-BE49-F238E27FC236}">
                    <a16:creationId xmlns:a16="http://schemas.microsoft.com/office/drawing/2014/main" id="{2532BCBF-6BA9-F4D5-1B48-174E35512284}"/>
                  </a:ext>
                </a:extLst>
              </p:cNvPr>
              <p:cNvSpPr/>
              <p:nvPr/>
            </p:nvSpPr>
            <p:spPr>
              <a:xfrm>
                <a:off x="1742547" y="7965059"/>
                <a:ext cx="37180" cy="37180"/>
              </a:xfrm>
              <a:custGeom>
                <a:avLst/>
                <a:gdLst>
                  <a:gd name="connsiteX0" fmla="*/ 37438 w 37180"/>
                  <a:gd name="connsiteY0" fmla="*/ 18771 h 37180"/>
                  <a:gd name="connsiteX1" fmla="*/ 18847 w 37180"/>
                  <a:gd name="connsiteY1" fmla="*/ 37362 h 37180"/>
                  <a:gd name="connsiteX2" fmla="*/ 257 w 37180"/>
                  <a:gd name="connsiteY2" fmla="*/ 18771 h 37180"/>
                  <a:gd name="connsiteX3" fmla="*/ 18847 w 37180"/>
                  <a:gd name="connsiteY3" fmla="*/ 181 h 37180"/>
                  <a:gd name="connsiteX4" fmla="*/ 3743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1"/>
                    </a:moveTo>
                    <a:cubicBezTo>
                      <a:pt x="37438" y="29038"/>
                      <a:pt x="29114" y="37362"/>
                      <a:pt x="18847" y="37362"/>
                    </a:cubicBezTo>
                    <a:cubicBezTo>
                      <a:pt x="8580" y="37362"/>
                      <a:pt x="257" y="29038"/>
                      <a:pt x="257" y="18771"/>
                    </a:cubicBezTo>
                    <a:cubicBezTo>
                      <a:pt x="257" y="8504"/>
                      <a:pt x="8580" y="181"/>
                      <a:pt x="18847" y="181"/>
                    </a:cubicBezTo>
                    <a:cubicBezTo>
                      <a:pt x="29114" y="181"/>
                      <a:pt x="37438" y="8504"/>
                      <a:pt x="37438" y="18771"/>
                    </a:cubicBezTo>
                    <a:close/>
                  </a:path>
                </a:pathLst>
              </a:custGeom>
              <a:solidFill>
                <a:srgbClr val="F7D1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2" name="Freeform: Shape 3591">
                <a:extLst>
                  <a:ext uri="{FF2B5EF4-FFF2-40B4-BE49-F238E27FC236}">
                    <a16:creationId xmlns:a16="http://schemas.microsoft.com/office/drawing/2014/main" id="{7316156E-16EE-75A7-E92B-BC900BC94450}"/>
                  </a:ext>
                </a:extLst>
              </p:cNvPr>
              <p:cNvSpPr/>
              <p:nvPr/>
            </p:nvSpPr>
            <p:spPr>
              <a:xfrm>
                <a:off x="1740147" y="7962659"/>
                <a:ext cx="41981" cy="41981"/>
              </a:xfrm>
              <a:custGeom>
                <a:avLst/>
                <a:gdLst>
                  <a:gd name="connsiteX0" fmla="*/ 21247 w 41981"/>
                  <a:gd name="connsiteY0" fmla="*/ 4981 h 41981"/>
                  <a:gd name="connsiteX1" fmla="*/ 37438 w 41981"/>
                  <a:gd name="connsiteY1" fmla="*/ 21171 h 41981"/>
                  <a:gd name="connsiteX2" fmla="*/ 37438 w 41981"/>
                  <a:gd name="connsiteY2" fmla="*/ 21171 h 41981"/>
                  <a:gd name="connsiteX3" fmla="*/ 21247 w 41981"/>
                  <a:gd name="connsiteY3" fmla="*/ 37362 h 41981"/>
                  <a:gd name="connsiteX4" fmla="*/ 5057 w 41981"/>
                  <a:gd name="connsiteY4" fmla="*/ 21171 h 41981"/>
                  <a:gd name="connsiteX5" fmla="*/ 21247 w 41981"/>
                  <a:gd name="connsiteY5" fmla="*/ 4981 h 41981"/>
                  <a:gd name="connsiteX6" fmla="*/ 21247 w 41981"/>
                  <a:gd name="connsiteY6" fmla="*/ 181 h 41981"/>
                  <a:gd name="connsiteX7" fmla="*/ 257 w 41981"/>
                  <a:gd name="connsiteY7" fmla="*/ 21171 h 41981"/>
                  <a:gd name="connsiteX8" fmla="*/ 21247 w 41981"/>
                  <a:gd name="connsiteY8" fmla="*/ 42162 h 41981"/>
                  <a:gd name="connsiteX9" fmla="*/ 42238 w 41981"/>
                  <a:gd name="connsiteY9" fmla="*/ 21171 h 41981"/>
                  <a:gd name="connsiteX10" fmla="*/ 42238 w 41981"/>
                  <a:gd name="connsiteY10" fmla="*/ 21171 h 41981"/>
                  <a:gd name="connsiteX11" fmla="*/ 21247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1"/>
                    </a:moveTo>
                    <a:cubicBezTo>
                      <a:pt x="30189" y="4981"/>
                      <a:pt x="37438" y="12230"/>
                      <a:pt x="37438" y="21171"/>
                    </a:cubicBezTo>
                    <a:lnTo>
                      <a:pt x="37438" y="21171"/>
                    </a:lnTo>
                    <a:cubicBezTo>
                      <a:pt x="37438" y="30113"/>
                      <a:pt x="30189" y="37362"/>
                      <a:pt x="21247" y="37362"/>
                    </a:cubicBezTo>
                    <a:cubicBezTo>
                      <a:pt x="12305" y="37362"/>
                      <a:pt x="5057" y="30113"/>
                      <a:pt x="5057" y="21171"/>
                    </a:cubicBezTo>
                    <a:cubicBezTo>
                      <a:pt x="5057" y="12230"/>
                      <a:pt x="12305" y="4981"/>
                      <a:pt x="21247" y="4981"/>
                    </a:cubicBezTo>
                    <a:close/>
                    <a:moveTo>
                      <a:pt x="21247" y="181"/>
                    </a:moveTo>
                    <a:cubicBezTo>
                      <a:pt x="9655" y="181"/>
                      <a:pt x="257" y="9579"/>
                      <a:pt x="257" y="21171"/>
                    </a:cubicBezTo>
                    <a:cubicBezTo>
                      <a:pt x="257" y="32764"/>
                      <a:pt x="9655" y="42162"/>
                      <a:pt x="21247" y="42162"/>
                    </a:cubicBezTo>
                    <a:cubicBezTo>
                      <a:pt x="32840" y="42162"/>
                      <a:pt x="42238" y="32764"/>
                      <a:pt x="42238" y="21171"/>
                    </a:cubicBezTo>
                    <a:lnTo>
                      <a:pt x="42238" y="21171"/>
                    </a:lnTo>
                    <a:cubicBezTo>
                      <a:pt x="42238" y="9579"/>
                      <a:pt x="32840" y="181"/>
                      <a:pt x="21247"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3" name="Freeform: Shape 3592">
                <a:extLst>
                  <a:ext uri="{FF2B5EF4-FFF2-40B4-BE49-F238E27FC236}">
                    <a16:creationId xmlns:a16="http://schemas.microsoft.com/office/drawing/2014/main" id="{BD080651-5936-0E3A-6C46-22F13C650481}"/>
                  </a:ext>
                </a:extLst>
              </p:cNvPr>
              <p:cNvSpPr/>
              <p:nvPr/>
            </p:nvSpPr>
            <p:spPr>
              <a:xfrm>
                <a:off x="1822922" y="7822453"/>
                <a:ext cx="37180" cy="37180"/>
              </a:xfrm>
              <a:custGeom>
                <a:avLst/>
                <a:gdLst>
                  <a:gd name="connsiteX0" fmla="*/ 37451 w 37180"/>
                  <a:gd name="connsiteY0" fmla="*/ 18746 h 37180"/>
                  <a:gd name="connsiteX1" fmla="*/ 18861 w 37180"/>
                  <a:gd name="connsiteY1" fmla="*/ 37337 h 37180"/>
                  <a:gd name="connsiteX2" fmla="*/ 271 w 37180"/>
                  <a:gd name="connsiteY2" fmla="*/ 18746 h 37180"/>
                  <a:gd name="connsiteX3" fmla="*/ 18861 w 37180"/>
                  <a:gd name="connsiteY3" fmla="*/ 156 h 37180"/>
                  <a:gd name="connsiteX4" fmla="*/ 37451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6"/>
                    </a:moveTo>
                    <a:cubicBezTo>
                      <a:pt x="37451" y="29014"/>
                      <a:pt x="29128" y="37337"/>
                      <a:pt x="18861" y="37337"/>
                    </a:cubicBezTo>
                    <a:cubicBezTo>
                      <a:pt x="8594" y="37337"/>
                      <a:pt x="271" y="29014"/>
                      <a:pt x="271" y="18746"/>
                    </a:cubicBezTo>
                    <a:cubicBezTo>
                      <a:pt x="271" y="8479"/>
                      <a:pt x="8594" y="156"/>
                      <a:pt x="18861" y="156"/>
                    </a:cubicBezTo>
                    <a:cubicBezTo>
                      <a:pt x="29128" y="156"/>
                      <a:pt x="37451" y="8479"/>
                      <a:pt x="37451" y="18746"/>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4" name="Freeform: Shape 3593">
                <a:extLst>
                  <a:ext uri="{FF2B5EF4-FFF2-40B4-BE49-F238E27FC236}">
                    <a16:creationId xmlns:a16="http://schemas.microsoft.com/office/drawing/2014/main" id="{F6AFF29C-7F67-9BA4-1AE3-ACE456A8013C}"/>
                  </a:ext>
                </a:extLst>
              </p:cNvPr>
              <p:cNvSpPr/>
              <p:nvPr/>
            </p:nvSpPr>
            <p:spPr>
              <a:xfrm>
                <a:off x="1820522" y="7820053"/>
                <a:ext cx="41981" cy="41981"/>
              </a:xfrm>
              <a:custGeom>
                <a:avLst/>
                <a:gdLst>
                  <a:gd name="connsiteX0" fmla="*/ 21261 w 41981"/>
                  <a:gd name="connsiteY0" fmla="*/ 4956 h 41981"/>
                  <a:gd name="connsiteX1" fmla="*/ 37451 w 41981"/>
                  <a:gd name="connsiteY1" fmla="*/ 21147 h 41981"/>
                  <a:gd name="connsiteX2" fmla="*/ 37451 w 41981"/>
                  <a:gd name="connsiteY2" fmla="*/ 21147 h 41981"/>
                  <a:gd name="connsiteX3" fmla="*/ 21261 w 41981"/>
                  <a:gd name="connsiteY3" fmla="*/ 37337 h 41981"/>
                  <a:gd name="connsiteX4" fmla="*/ 5071 w 41981"/>
                  <a:gd name="connsiteY4" fmla="*/ 21147 h 41981"/>
                  <a:gd name="connsiteX5" fmla="*/ 21261 w 41981"/>
                  <a:gd name="connsiteY5" fmla="*/ 4956 h 41981"/>
                  <a:gd name="connsiteX6" fmla="*/ 21261 w 41981"/>
                  <a:gd name="connsiteY6" fmla="*/ 156 h 41981"/>
                  <a:gd name="connsiteX7" fmla="*/ 271 w 41981"/>
                  <a:gd name="connsiteY7" fmla="*/ 21147 h 41981"/>
                  <a:gd name="connsiteX8" fmla="*/ 21261 w 41981"/>
                  <a:gd name="connsiteY8" fmla="*/ 42137 h 41981"/>
                  <a:gd name="connsiteX9" fmla="*/ 42252 w 41981"/>
                  <a:gd name="connsiteY9" fmla="*/ 21147 h 41981"/>
                  <a:gd name="connsiteX10" fmla="*/ 42252 w 41981"/>
                  <a:gd name="connsiteY10" fmla="*/ 21147 h 41981"/>
                  <a:gd name="connsiteX11" fmla="*/ 21261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6"/>
                    </a:moveTo>
                    <a:cubicBezTo>
                      <a:pt x="30203" y="4956"/>
                      <a:pt x="37451" y="12205"/>
                      <a:pt x="37451" y="21147"/>
                    </a:cubicBezTo>
                    <a:lnTo>
                      <a:pt x="37451" y="21147"/>
                    </a:lnTo>
                    <a:cubicBezTo>
                      <a:pt x="37451" y="30088"/>
                      <a:pt x="30203" y="37337"/>
                      <a:pt x="21261" y="37337"/>
                    </a:cubicBezTo>
                    <a:cubicBezTo>
                      <a:pt x="12319" y="37337"/>
                      <a:pt x="5071" y="30088"/>
                      <a:pt x="5071" y="21147"/>
                    </a:cubicBezTo>
                    <a:cubicBezTo>
                      <a:pt x="5071" y="12205"/>
                      <a:pt x="12319" y="4956"/>
                      <a:pt x="21261" y="4956"/>
                    </a:cubicBezTo>
                    <a:close/>
                    <a:moveTo>
                      <a:pt x="21261" y="156"/>
                    </a:moveTo>
                    <a:cubicBezTo>
                      <a:pt x="9669" y="156"/>
                      <a:pt x="271" y="9554"/>
                      <a:pt x="271" y="21147"/>
                    </a:cubicBezTo>
                    <a:cubicBezTo>
                      <a:pt x="271" y="32739"/>
                      <a:pt x="9669" y="42137"/>
                      <a:pt x="21261" y="42137"/>
                    </a:cubicBezTo>
                    <a:cubicBezTo>
                      <a:pt x="32854" y="42137"/>
                      <a:pt x="42252" y="32739"/>
                      <a:pt x="42252" y="21147"/>
                    </a:cubicBezTo>
                    <a:lnTo>
                      <a:pt x="42252" y="21147"/>
                    </a:lnTo>
                    <a:cubicBezTo>
                      <a:pt x="42252" y="9554"/>
                      <a:pt x="32854" y="156"/>
                      <a:pt x="21261"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5" name="Freeform: Shape 3594">
                <a:extLst>
                  <a:ext uri="{FF2B5EF4-FFF2-40B4-BE49-F238E27FC236}">
                    <a16:creationId xmlns:a16="http://schemas.microsoft.com/office/drawing/2014/main" id="{BB8A9F98-3770-BD5B-029A-6ADD16C23AE7}"/>
                  </a:ext>
                </a:extLst>
              </p:cNvPr>
              <p:cNvSpPr/>
              <p:nvPr/>
            </p:nvSpPr>
            <p:spPr>
              <a:xfrm>
                <a:off x="1758369" y="7943281"/>
                <a:ext cx="37180" cy="37180"/>
              </a:xfrm>
              <a:custGeom>
                <a:avLst/>
                <a:gdLst>
                  <a:gd name="connsiteX0" fmla="*/ 37440 w 37180"/>
                  <a:gd name="connsiteY0" fmla="*/ 18767 h 37180"/>
                  <a:gd name="connsiteX1" fmla="*/ 18850 w 37180"/>
                  <a:gd name="connsiteY1" fmla="*/ 37358 h 37180"/>
                  <a:gd name="connsiteX2" fmla="*/ 259 w 37180"/>
                  <a:gd name="connsiteY2" fmla="*/ 18767 h 37180"/>
                  <a:gd name="connsiteX3" fmla="*/ 18850 w 37180"/>
                  <a:gd name="connsiteY3" fmla="*/ 177 h 37180"/>
                  <a:gd name="connsiteX4" fmla="*/ 37440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7"/>
                    </a:moveTo>
                    <a:cubicBezTo>
                      <a:pt x="37440" y="29035"/>
                      <a:pt x="29117" y="37358"/>
                      <a:pt x="18850" y="37358"/>
                    </a:cubicBezTo>
                    <a:cubicBezTo>
                      <a:pt x="8583" y="37358"/>
                      <a:pt x="259" y="29035"/>
                      <a:pt x="259" y="18767"/>
                    </a:cubicBezTo>
                    <a:cubicBezTo>
                      <a:pt x="259" y="8500"/>
                      <a:pt x="8583" y="177"/>
                      <a:pt x="18850" y="177"/>
                    </a:cubicBezTo>
                    <a:cubicBezTo>
                      <a:pt x="29117" y="177"/>
                      <a:pt x="37440" y="8500"/>
                      <a:pt x="37440" y="18767"/>
                    </a:cubicBezTo>
                    <a:close/>
                  </a:path>
                </a:pathLst>
              </a:custGeom>
              <a:solidFill>
                <a:srgbClr val="F7D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6" name="Freeform: Shape 3595">
                <a:extLst>
                  <a:ext uri="{FF2B5EF4-FFF2-40B4-BE49-F238E27FC236}">
                    <a16:creationId xmlns:a16="http://schemas.microsoft.com/office/drawing/2014/main" id="{43694C19-3292-7510-3457-58383AB0E903}"/>
                  </a:ext>
                </a:extLst>
              </p:cNvPr>
              <p:cNvSpPr/>
              <p:nvPr/>
            </p:nvSpPr>
            <p:spPr>
              <a:xfrm>
                <a:off x="1755969" y="7940881"/>
                <a:ext cx="41981" cy="41981"/>
              </a:xfrm>
              <a:custGeom>
                <a:avLst/>
                <a:gdLst>
                  <a:gd name="connsiteX0" fmla="*/ 21250 w 41981"/>
                  <a:gd name="connsiteY0" fmla="*/ 4977 h 41981"/>
                  <a:gd name="connsiteX1" fmla="*/ 37440 w 41981"/>
                  <a:gd name="connsiteY1" fmla="*/ 21168 h 41981"/>
                  <a:gd name="connsiteX2" fmla="*/ 37440 w 41981"/>
                  <a:gd name="connsiteY2" fmla="*/ 21168 h 41981"/>
                  <a:gd name="connsiteX3" fmla="*/ 21250 w 41981"/>
                  <a:gd name="connsiteY3" fmla="*/ 37358 h 41981"/>
                  <a:gd name="connsiteX4" fmla="*/ 5060 w 41981"/>
                  <a:gd name="connsiteY4" fmla="*/ 21168 h 41981"/>
                  <a:gd name="connsiteX5" fmla="*/ 21250 w 41981"/>
                  <a:gd name="connsiteY5" fmla="*/ 4977 h 41981"/>
                  <a:gd name="connsiteX6" fmla="*/ 21250 w 41981"/>
                  <a:gd name="connsiteY6" fmla="*/ 177 h 41981"/>
                  <a:gd name="connsiteX7" fmla="*/ 259 w 41981"/>
                  <a:gd name="connsiteY7" fmla="*/ 21168 h 41981"/>
                  <a:gd name="connsiteX8" fmla="*/ 21250 w 41981"/>
                  <a:gd name="connsiteY8" fmla="*/ 42158 h 41981"/>
                  <a:gd name="connsiteX9" fmla="*/ 42241 w 41981"/>
                  <a:gd name="connsiteY9" fmla="*/ 21168 h 41981"/>
                  <a:gd name="connsiteX10" fmla="*/ 42241 w 41981"/>
                  <a:gd name="connsiteY10" fmla="*/ 21168 h 41981"/>
                  <a:gd name="connsiteX11" fmla="*/ 21250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7"/>
                    </a:moveTo>
                    <a:cubicBezTo>
                      <a:pt x="30192" y="4977"/>
                      <a:pt x="37440" y="12226"/>
                      <a:pt x="37440" y="21168"/>
                    </a:cubicBezTo>
                    <a:lnTo>
                      <a:pt x="37440" y="21168"/>
                    </a:lnTo>
                    <a:cubicBezTo>
                      <a:pt x="37440" y="30109"/>
                      <a:pt x="30192" y="37358"/>
                      <a:pt x="21250" y="37358"/>
                    </a:cubicBezTo>
                    <a:cubicBezTo>
                      <a:pt x="12308" y="37358"/>
                      <a:pt x="5060" y="30109"/>
                      <a:pt x="5060" y="21168"/>
                    </a:cubicBezTo>
                    <a:cubicBezTo>
                      <a:pt x="5060" y="12226"/>
                      <a:pt x="12308" y="4977"/>
                      <a:pt x="21250" y="4977"/>
                    </a:cubicBezTo>
                    <a:close/>
                    <a:moveTo>
                      <a:pt x="21250" y="177"/>
                    </a:moveTo>
                    <a:cubicBezTo>
                      <a:pt x="9657" y="177"/>
                      <a:pt x="259" y="9575"/>
                      <a:pt x="259" y="21168"/>
                    </a:cubicBezTo>
                    <a:cubicBezTo>
                      <a:pt x="259" y="32760"/>
                      <a:pt x="9657" y="42158"/>
                      <a:pt x="21250" y="42158"/>
                    </a:cubicBezTo>
                    <a:cubicBezTo>
                      <a:pt x="32843" y="42158"/>
                      <a:pt x="42241" y="32760"/>
                      <a:pt x="42241" y="21168"/>
                    </a:cubicBezTo>
                    <a:lnTo>
                      <a:pt x="42241" y="21168"/>
                    </a:lnTo>
                    <a:cubicBezTo>
                      <a:pt x="42241" y="9575"/>
                      <a:pt x="32843" y="177"/>
                      <a:pt x="21250"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7" name="Freeform: Shape 3596">
                <a:extLst>
                  <a:ext uri="{FF2B5EF4-FFF2-40B4-BE49-F238E27FC236}">
                    <a16:creationId xmlns:a16="http://schemas.microsoft.com/office/drawing/2014/main" id="{EB9542E7-7AED-9CFC-BD80-8FAE073817A6}"/>
                  </a:ext>
                </a:extLst>
              </p:cNvPr>
              <p:cNvSpPr/>
              <p:nvPr/>
            </p:nvSpPr>
            <p:spPr>
              <a:xfrm>
                <a:off x="1761077" y="7886026"/>
                <a:ext cx="37180" cy="37180"/>
              </a:xfrm>
              <a:custGeom>
                <a:avLst/>
                <a:gdLst>
                  <a:gd name="connsiteX0" fmla="*/ 37441 w 37180"/>
                  <a:gd name="connsiteY0" fmla="*/ 18757 h 37180"/>
                  <a:gd name="connsiteX1" fmla="*/ 18850 w 37180"/>
                  <a:gd name="connsiteY1" fmla="*/ 37348 h 37180"/>
                  <a:gd name="connsiteX2" fmla="*/ 260 w 37180"/>
                  <a:gd name="connsiteY2" fmla="*/ 18757 h 37180"/>
                  <a:gd name="connsiteX3" fmla="*/ 18850 w 37180"/>
                  <a:gd name="connsiteY3" fmla="*/ 167 h 37180"/>
                  <a:gd name="connsiteX4" fmla="*/ 37441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7"/>
                    </a:moveTo>
                    <a:cubicBezTo>
                      <a:pt x="37441" y="29025"/>
                      <a:pt x="29118" y="37348"/>
                      <a:pt x="18850" y="37348"/>
                    </a:cubicBezTo>
                    <a:cubicBezTo>
                      <a:pt x="8583" y="37348"/>
                      <a:pt x="260" y="29025"/>
                      <a:pt x="260" y="18757"/>
                    </a:cubicBezTo>
                    <a:cubicBezTo>
                      <a:pt x="260" y="8490"/>
                      <a:pt x="8583" y="167"/>
                      <a:pt x="18850" y="167"/>
                    </a:cubicBezTo>
                    <a:cubicBezTo>
                      <a:pt x="29118" y="167"/>
                      <a:pt x="37441" y="8490"/>
                      <a:pt x="37441" y="18757"/>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8" name="Freeform: Shape 3597">
                <a:extLst>
                  <a:ext uri="{FF2B5EF4-FFF2-40B4-BE49-F238E27FC236}">
                    <a16:creationId xmlns:a16="http://schemas.microsoft.com/office/drawing/2014/main" id="{936BC4C0-8CD0-C4D2-3AB4-417D03407E1B}"/>
                  </a:ext>
                </a:extLst>
              </p:cNvPr>
              <p:cNvSpPr/>
              <p:nvPr/>
            </p:nvSpPr>
            <p:spPr>
              <a:xfrm>
                <a:off x="1758676" y="7883626"/>
                <a:ext cx="41981" cy="41981"/>
              </a:xfrm>
              <a:custGeom>
                <a:avLst/>
                <a:gdLst>
                  <a:gd name="connsiteX0" fmla="*/ 21251 w 41981"/>
                  <a:gd name="connsiteY0" fmla="*/ 4967 h 41981"/>
                  <a:gd name="connsiteX1" fmla="*/ 37441 w 41981"/>
                  <a:gd name="connsiteY1" fmla="*/ 21158 h 41981"/>
                  <a:gd name="connsiteX2" fmla="*/ 37441 w 41981"/>
                  <a:gd name="connsiteY2" fmla="*/ 21158 h 41981"/>
                  <a:gd name="connsiteX3" fmla="*/ 21251 w 41981"/>
                  <a:gd name="connsiteY3" fmla="*/ 37348 h 41981"/>
                  <a:gd name="connsiteX4" fmla="*/ 5060 w 41981"/>
                  <a:gd name="connsiteY4" fmla="*/ 21158 h 41981"/>
                  <a:gd name="connsiteX5" fmla="*/ 21251 w 41981"/>
                  <a:gd name="connsiteY5" fmla="*/ 4967 h 41981"/>
                  <a:gd name="connsiteX6" fmla="*/ 21251 w 41981"/>
                  <a:gd name="connsiteY6" fmla="*/ 167 h 41981"/>
                  <a:gd name="connsiteX7" fmla="*/ 260 w 41981"/>
                  <a:gd name="connsiteY7" fmla="*/ 21158 h 41981"/>
                  <a:gd name="connsiteX8" fmla="*/ 21251 w 41981"/>
                  <a:gd name="connsiteY8" fmla="*/ 42148 h 41981"/>
                  <a:gd name="connsiteX9" fmla="*/ 42241 w 41981"/>
                  <a:gd name="connsiteY9" fmla="*/ 21158 h 41981"/>
                  <a:gd name="connsiteX10" fmla="*/ 42241 w 41981"/>
                  <a:gd name="connsiteY10" fmla="*/ 21158 h 41981"/>
                  <a:gd name="connsiteX11" fmla="*/ 21251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7"/>
                    </a:moveTo>
                    <a:cubicBezTo>
                      <a:pt x="30192" y="4967"/>
                      <a:pt x="37441" y="12216"/>
                      <a:pt x="37441" y="21158"/>
                    </a:cubicBezTo>
                    <a:lnTo>
                      <a:pt x="37441" y="21158"/>
                    </a:lnTo>
                    <a:cubicBezTo>
                      <a:pt x="37441" y="30100"/>
                      <a:pt x="30192" y="37348"/>
                      <a:pt x="21251" y="37348"/>
                    </a:cubicBezTo>
                    <a:cubicBezTo>
                      <a:pt x="12309" y="37348"/>
                      <a:pt x="5060" y="30100"/>
                      <a:pt x="5060" y="21158"/>
                    </a:cubicBezTo>
                    <a:cubicBezTo>
                      <a:pt x="5060" y="12216"/>
                      <a:pt x="12309" y="4967"/>
                      <a:pt x="21251" y="4967"/>
                    </a:cubicBezTo>
                    <a:close/>
                    <a:moveTo>
                      <a:pt x="21251" y="167"/>
                    </a:moveTo>
                    <a:cubicBezTo>
                      <a:pt x="9658" y="167"/>
                      <a:pt x="260" y="9565"/>
                      <a:pt x="260" y="21158"/>
                    </a:cubicBezTo>
                    <a:cubicBezTo>
                      <a:pt x="260" y="32750"/>
                      <a:pt x="9658" y="42148"/>
                      <a:pt x="21251" y="42148"/>
                    </a:cubicBezTo>
                    <a:cubicBezTo>
                      <a:pt x="32843" y="42148"/>
                      <a:pt x="42241" y="32750"/>
                      <a:pt x="42241" y="21158"/>
                    </a:cubicBezTo>
                    <a:lnTo>
                      <a:pt x="42241" y="21158"/>
                    </a:lnTo>
                    <a:cubicBezTo>
                      <a:pt x="42241" y="9565"/>
                      <a:pt x="32843" y="167"/>
                      <a:pt x="21251"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599" name="Freeform: Shape 3598">
                <a:extLst>
                  <a:ext uri="{FF2B5EF4-FFF2-40B4-BE49-F238E27FC236}">
                    <a16:creationId xmlns:a16="http://schemas.microsoft.com/office/drawing/2014/main" id="{4A4F6C84-67B2-AB77-FB82-18F7B78A2E8A}"/>
                  </a:ext>
                </a:extLst>
              </p:cNvPr>
              <p:cNvSpPr/>
              <p:nvPr/>
            </p:nvSpPr>
            <p:spPr>
              <a:xfrm>
                <a:off x="1783281" y="7845367"/>
                <a:ext cx="37180" cy="37180"/>
              </a:xfrm>
              <a:custGeom>
                <a:avLst/>
                <a:gdLst>
                  <a:gd name="connsiteX0" fmla="*/ 37445 w 37180"/>
                  <a:gd name="connsiteY0" fmla="*/ 18750 h 37180"/>
                  <a:gd name="connsiteX1" fmla="*/ 18854 w 37180"/>
                  <a:gd name="connsiteY1" fmla="*/ 37341 h 37180"/>
                  <a:gd name="connsiteX2" fmla="*/ 264 w 37180"/>
                  <a:gd name="connsiteY2" fmla="*/ 18750 h 37180"/>
                  <a:gd name="connsiteX3" fmla="*/ 18854 w 37180"/>
                  <a:gd name="connsiteY3" fmla="*/ 160 h 37180"/>
                  <a:gd name="connsiteX4" fmla="*/ 37445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0"/>
                    </a:moveTo>
                    <a:cubicBezTo>
                      <a:pt x="37445" y="29018"/>
                      <a:pt x="29121" y="37341"/>
                      <a:pt x="18854" y="37341"/>
                    </a:cubicBezTo>
                    <a:cubicBezTo>
                      <a:pt x="8587" y="37341"/>
                      <a:pt x="264" y="29018"/>
                      <a:pt x="264" y="18750"/>
                    </a:cubicBezTo>
                    <a:cubicBezTo>
                      <a:pt x="264" y="8483"/>
                      <a:pt x="8587" y="160"/>
                      <a:pt x="18854" y="160"/>
                    </a:cubicBezTo>
                    <a:cubicBezTo>
                      <a:pt x="29121" y="160"/>
                      <a:pt x="37445" y="8483"/>
                      <a:pt x="37445" y="18750"/>
                    </a:cubicBezTo>
                    <a:close/>
                  </a:path>
                </a:pathLst>
              </a:custGeom>
              <a:solidFill>
                <a:srgbClr val="F7C8C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0" name="Freeform: Shape 3599">
                <a:extLst>
                  <a:ext uri="{FF2B5EF4-FFF2-40B4-BE49-F238E27FC236}">
                    <a16:creationId xmlns:a16="http://schemas.microsoft.com/office/drawing/2014/main" id="{F7374E56-02EB-A74E-4E2C-3E2DDA2327FB}"/>
                  </a:ext>
                </a:extLst>
              </p:cNvPr>
              <p:cNvSpPr/>
              <p:nvPr/>
            </p:nvSpPr>
            <p:spPr>
              <a:xfrm>
                <a:off x="1780881" y="7842966"/>
                <a:ext cx="41981" cy="41981"/>
              </a:xfrm>
              <a:custGeom>
                <a:avLst/>
                <a:gdLst>
                  <a:gd name="connsiteX0" fmla="*/ 21254 w 41981"/>
                  <a:gd name="connsiteY0" fmla="*/ 4960 h 41981"/>
                  <a:gd name="connsiteX1" fmla="*/ 37445 w 41981"/>
                  <a:gd name="connsiteY1" fmla="*/ 21151 h 41981"/>
                  <a:gd name="connsiteX2" fmla="*/ 37445 w 41981"/>
                  <a:gd name="connsiteY2" fmla="*/ 21151 h 41981"/>
                  <a:gd name="connsiteX3" fmla="*/ 21254 w 41981"/>
                  <a:gd name="connsiteY3" fmla="*/ 37341 h 41981"/>
                  <a:gd name="connsiteX4" fmla="*/ 5064 w 41981"/>
                  <a:gd name="connsiteY4" fmla="*/ 21151 h 41981"/>
                  <a:gd name="connsiteX5" fmla="*/ 21254 w 41981"/>
                  <a:gd name="connsiteY5" fmla="*/ 4960 h 41981"/>
                  <a:gd name="connsiteX6" fmla="*/ 21254 w 41981"/>
                  <a:gd name="connsiteY6" fmla="*/ 160 h 41981"/>
                  <a:gd name="connsiteX7" fmla="*/ 264 w 41981"/>
                  <a:gd name="connsiteY7" fmla="*/ 21151 h 41981"/>
                  <a:gd name="connsiteX8" fmla="*/ 21254 w 41981"/>
                  <a:gd name="connsiteY8" fmla="*/ 42141 h 41981"/>
                  <a:gd name="connsiteX9" fmla="*/ 42245 w 41981"/>
                  <a:gd name="connsiteY9" fmla="*/ 21151 h 41981"/>
                  <a:gd name="connsiteX10" fmla="*/ 42245 w 41981"/>
                  <a:gd name="connsiteY10" fmla="*/ 21151 h 41981"/>
                  <a:gd name="connsiteX11" fmla="*/ 21254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0"/>
                    </a:moveTo>
                    <a:cubicBezTo>
                      <a:pt x="30196" y="4960"/>
                      <a:pt x="37445" y="12209"/>
                      <a:pt x="37445" y="21151"/>
                    </a:cubicBezTo>
                    <a:lnTo>
                      <a:pt x="37445" y="21151"/>
                    </a:lnTo>
                    <a:cubicBezTo>
                      <a:pt x="37445" y="30092"/>
                      <a:pt x="30196" y="37341"/>
                      <a:pt x="21254" y="37341"/>
                    </a:cubicBezTo>
                    <a:cubicBezTo>
                      <a:pt x="12313" y="37341"/>
                      <a:pt x="5064" y="30092"/>
                      <a:pt x="5064" y="21151"/>
                    </a:cubicBezTo>
                    <a:cubicBezTo>
                      <a:pt x="5064" y="12209"/>
                      <a:pt x="12313" y="4960"/>
                      <a:pt x="21254" y="4960"/>
                    </a:cubicBezTo>
                    <a:close/>
                    <a:moveTo>
                      <a:pt x="21254" y="160"/>
                    </a:moveTo>
                    <a:cubicBezTo>
                      <a:pt x="9662" y="160"/>
                      <a:pt x="264" y="9558"/>
                      <a:pt x="264" y="21151"/>
                    </a:cubicBezTo>
                    <a:cubicBezTo>
                      <a:pt x="264" y="32743"/>
                      <a:pt x="9662" y="42141"/>
                      <a:pt x="21254" y="42141"/>
                    </a:cubicBezTo>
                    <a:cubicBezTo>
                      <a:pt x="32847" y="42141"/>
                      <a:pt x="42245" y="32743"/>
                      <a:pt x="42245" y="21151"/>
                    </a:cubicBezTo>
                    <a:lnTo>
                      <a:pt x="42245" y="21151"/>
                    </a:lnTo>
                    <a:cubicBezTo>
                      <a:pt x="42245" y="9558"/>
                      <a:pt x="32847" y="160"/>
                      <a:pt x="21254"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1" name="Freeform: Shape 3600">
                <a:extLst>
                  <a:ext uri="{FF2B5EF4-FFF2-40B4-BE49-F238E27FC236}">
                    <a16:creationId xmlns:a16="http://schemas.microsoft.com/office/drawing/2014/main" id="{1EBE0EF0-66E6-773A-995F-AA8929E356E9}"/>
                  </a:ext>
                </a:extLst>
              </p:cNvPr>
              <p:cNvSpPr/>
              <p:nvPr/>
            </p:nvSpPr>
            <p:spPr>
              <a:xfrm>
                <a:off x="1780649" y="7865314"/>
                <a:ext cx="37180" cy="37180"/>
              </a:xfrm>
              <a:custGeom>
                <a:avLst/>
                <a:gdLst>
                  <a:gd name="connsiteX0" fmla="*/ 37444 w 37180"/>
                  <a:gd name="connsiteY0" fmla="*/ 18754 h 37180"/>
                  <a:gd name="connsiteX1" fmla="*/ 18854 w 37180"/>
                  <a:gd name="connsiteY1" fmla="*/ 37344 h 37180"/>
                  <a:gd name="connsiteX2" fmla="*/ 263 w 37180"/>
                  <a:gd name="connsiteY2" fmla="*/ 18754 h 37180"/>
                  <a:gd name="connsiteX3" fmla="*/ 18854 w 37180"/>
                  <a:gd name="connsiteY3" fmla="*/ 163 h 37180"/>
                  <a:gd name="connsiteX4" fmla="*/ 3744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4"/>
                    </a:moveTo>
                    <a:cubicBezTo>
                      <a:pt x="37444" y="29021"/>
                      <a:pt x="29121" y="37344"/>
                      <a:pt x="18854" y="37344"/>
                    </a:cubicBezTo>
                    <a:cubicBezTo>
                      <a:pt x="8587" y="37344"/>
                      <a:pt x="263" y="29021"/>
                      <a:pt x="263" y="18754"/>
                    </a:cubicBezTo>
                    <a:cubicBezTo>
                      <a:pt x="263" y="8487"/>
                      <a:pt x="8587" y="163"/>
                      <a:pt x="18854" y="163"/>
                    </a:cubicBezTo>
                    <a:cubicBezTo>
                      <a:pt x="29121" y="163"/>
                      <a:pt x="37444" y="8487"/>
                      <a:pt x="37444" y="18754"/>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2" name="Freeform: Shape 3601">
                <a:extLst>
                  <a:ext uri="{FF2B5EF4-FFF2-40B4-BE49-F238E27FC236}">
                    <a16:creationId xmlns:a16="http://schemas.microsoft.com/office/drawing/2014/main" id="{B704A40D-1DB7-5666-D0D3-710047B39F45}"/>
                  </a:ext>
                </a:extLst>
              </p:cNvPr>
              <p:cNvSpPr/>
              <p:nvPr/>
            </p:nvSpPr>
            <p:spPr>
              <a:xfrm>
                <a:off x="1778249" y="7862913"/>
                <a:ext cx="41981" cy="41981"/>
              </a:xfrm>
              <a:custGeom>
                <a:avLst/>
                <a:gdLst>
                  <a:gd name="connsiteX0" fmla="*/ 21254 w 41981"/>
                  <a:gd name="connsiteY0" fmla="*/ 4964 h 41981"/>
                  <a:gd name="connsiteX1" fmla="*/ 37444 w 41981"/>
                  <a:gd name="connsiteY1" fmla="*/ 21154 h 41981"/>
                  <a:gd name="connsiteX2" fmla="*/ 37444 w 41981"/>
                  <a:gd name="connsiteY2" fmla="*/ 21154 h 41981"/>
                  <a:gd name="connsiteX3" fmla="*/ 21254 w 41981"/>
                  <a:gd name="connsiteY3" fmla="*/ 37344 h 41981"/>
                  <a:gd name="connsiteX4" fmla="*/ 5064 w 41981"/>
                  <a:gd name="connsiteY4" fmla="*/ 21154 h 41981"/>
                  <a:gd name="connsiteX5" fmla="*/ 21254 w 41981"/>
                  <a:gd name="connsiteY5" fmla="*/ 4964 h 41981"/>
                  <a:gd name="connsiteX6" fmla="*/ 21254 w 41981"/>
                  <a:gd name="connsiteY6" fmla="*/ 163 h 41981"/>
                  <a:gd name="connsiteX7" fmla="*/ 263 w 41981"/>
                  <a:gd name="connsiteY7" fmla="*/ 21154 h 41981"/>
                  <a:gd name="connsiteX8" fmla="*/ 21254 w 41981"/>
                  <a:gd name="connsiteY8" fmla="*/ 42145 h 41981"/>
                  <a:gd name="connsiteX9" fmla="*/ 42245 w 41981"/>
                  <a:gd name="connsiteY9" fmla="*/ 21154 h 41981"/>
                  <a:gd name="connsiteX10" fmla="*/ 42245 w 41981"/>
                  <a:gd name="connsiteY10" fmla="*/ 21154 h 41981"/>
                  <a:gd name="connsiteX11" fmla="*/ 21254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4"/>
                    </a:moveTo>
                    <a:cubicBezTo>
                      <a:pt x="30196" y="4964"/>
                      <a:pt x="37444" y="12212"/>
                      <a:pt x="37444" y="21154"/>
                    </a:cubicBezTo>
                    <a:lnTo>
                      <a:pt x="37444" y="21154"/>
                    </a:lnTo>
                    <a:cubicBezTo>
                      <a:pt x="37444" y="30096"/>
                      <a:pt x="30196" y="37344"/>
                      <a:pt x="21254" y="37344"/>
                    </a:cubicBezTo>
                    <a:cubicBezTo>
                      <a:pt x="12312" y="37344"/>
                      <a:pt x="5064" y="30096"/>
                      <a:pt x="5064" y="21154"/>
                    </a:cubicBezTo>
                    <a:cubicBezTo>
                      <a:pt x="5064" y="12212"/>
                      <a:pt x="12312" y="4964"/>
                      <a:pt x="21254" y="4964"/>
                    </a:cubicBezTo>
                    <a:close/>
                    <a:moveTo>
                      <a:pt x="21254" y="163"/>
                    </a:moveTo>
                    <a:cubicBezTo>
                      <a:pt x="9661" y="163"/>
                      <a:pt x="263" y="9562"/>
                      <a:pt x="263" y="21154"/>
                    </a:cubicBezTo>
                    <a:cubicBezTo>
                      <a:pt x="263" y="32747"/>
                      <a:pt x="9661" y="42145"/>
                      <a:pt x="21254" y="42145"/>
                    </a:cubicBezTo>
                    <a:cubicBezTo>
                      <a:pt x="32846" y="42145"/>
                      <a:pt x="42245" y="32747"/>
                      <a:pt x="42245" y="21154"/>
                    </a:cubicBezTo>
                    <a:lnTo>
                      <a:pt x="42245" y="21154"/>
                    </a:lnTo>
                    <a:cubicBezTo>
                      <a:pt x="42245" y="9562"/>
                      <a:pt x="32846" y="163"/>
                      <a:pt x="21254"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3" name="Freeform: Shape 3602">
                <a:extLst>
                  <a:ext uri="{FF2B5EF4-FFF2-40B4-BE49-F238E27FC236}">
                    <a16:creationId xmlns:a16="http://schemas.microsoft.com/office/drawing/2014/main" id="{B98F96E2-ACAB-692F-1548-EFCB3839440C}"/>
                  </a:ext>
                </a:extLst>
              </p:cNvPr>
              <p:cNvSpPr/>
              <p:nvPr/>
            </p:nvSpPr>
            <p:spPr>
              <a:xfrm>
                <a:off x="1792515" y="7855257"/>
                <a:ext cx="37180" cy="37180"/>
              </a:xfrm>
              <a:custGeom>
                <a:avLst/>
                <a:gdLst>
                  <a:gd name="connsiteX0" fmla="*/ 37446 w 37180"/>
                  <a:gd name="connsiteY0" fmla="*/ 18752 h 37180"/>
                  <a:gd name="connsiteX1" fmla="*/ 18856 w 37180"/>
                  <a:gd name="connsiteY1" fmla="*/ 37343 h 37180"/>
                  <a:gd name="connsiteX2" fmla="*/ 265 w 37180"/>
                  <a:gd name="connsiteY2" fmla="*/ 18752 h 37180"/>
                  <a:gd name="connsiteX3" fmla="*/ 18856 w 37180"/>
                  <a:gd name="connsiteY3" fmla="*/ 162 h 37180"/>
                  <a:gd name="connsiteX4" fmla="*/ 37446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2"/>
                    </a:moveTo>
                    <a:cubicBezTo>
                      <a:pt x="37446" y="29019"/>
                      <a:pt x="29123" y="37343"/>
                      <a:pt x="18856" y="37343"/>
                    </a:cubicBezTo>
                    <a:cubicBezTo>
                      <a:pt x="8589" y="37343"/>
                      <a:pt x="265" y="29019"/>
                      <a:pt x="265" y="18752"/>
                    </a:cubicBezTo>
                    <a:cubicBezTo>
                      <a:pt x="265" y="8485"/>
                      <a:pt x="8589" y="162"/>
                      <a:pt x="18856" y="162"/>
                    </a:cubicBezTo>
                    <a:cubicBezTo>
                      <a:pt x="29123" y="162"/>
                      <a:pt x="37446" y="8485"/>
                      <a:pt x="37446" y="18752"/>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4" name="Freeform: Shape 3603">
                <a:extLst>
                  <a:ext uri="{FF2B5EF4-FFF2-40B4-BE49-F238E27FC236}">
                    <a16:creationId xmlns:a16="http://schemas.microsoft.com/office/drawing/2014/main" id="{A41C1230-7594-8CBE-81FA-EDEE80CB06BA}"/>
                  </a:ext>
                </a:extLst>
              </p:cNvPr>
              <p:cNvSpPr/>
              <p:nvPr/>
            </p:nvSpPr>
            <p:spPr>
              <a:xfrm>
                <a:off x="1790115" y="7852856"/>
                <a:ext cx="41981" cy="41981"/>
              </a:xfrm>
              <a:custGeom>
                <a:avLst/>
                <a:gdLst>
                  <a:gd name="connsiteX0" fmla="*/ 21256 w 41981"/>
                  <a:gd name="connsiteY0" fmla="*/ 4962 h 41981"/>
                  <a:gd name="connsiteX1" fmla="*/ 37446 w 41981"/>
                  <a:gd name="connsiteY1" fmla="*/ 21152 h 41981"/>
                  <a:gd name="connsiteX2" fmla="*/ 37446 w 41981"/>
                  <a:gd name="connsiteY2" fmla="*/ 21152 h 41981"/>
                  <a:gd name="connsiteX3" fmla="*/ 21256 w 41981"/>
                  <a:gd name="connsiteY3" fmla="*/ 37343 h 41981"/>
                  <a:gd name="connsiteX4" fmla="*/ 5066 w 41981"/>
                  <a:gd name="connsiteY4" fmla="*/ 21152 h 41981"/>
                  <a:gd name="connsiteX5" fmla="*/ 21256 w 41981"/>
                  <a:gd name="connsiteY5" fmla="*/ 4962 h 41981"/>
                  <a:gd name="connsiteX6" fmla="*/ 21256 w 41981"/>
                  <a:gd name="connsiteY6" fmla="*/ 162 h 41981"/>
                  <a:gd name="connsiteX7" fmla="*/ 265 w 41981"/>
                  <a:gd name="connsiteY7" fmla="*/ 21152 h 41981"/>
                  <a:gd name="connsiteX8" fmla="*/ 21256 w 41981"/>
                  <a:gd name="connsiteY8" fmla="*/ 42143 h 41981"/>
                  <a:gd name="connsiteX9" fmla="*/ 42247 w 41981"/>
                  <a:gd name="connsiteY9" fmla="*/ 21152 h 41981"/>
                  <a:gd name="connsiteX10" fmla="*/ 42247 w 41981"/>
                  <a:gd name="connsiteY10" fmla="*/ 21152 h 41981"/>
                  <a:gd name="connsiteX11" fmla="*/ 21256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2"/>
                    </a:moveTo>
                    <a:cubicBezTo>
                      <a:pt x="30198" y="4962"/>
                      <a:pt x="37446" y="12211"/>
                      <a:pt x="37446" y="21152"/>
                    </a:cubicBezTo>
                    <a:lnTo>
                      <a:pt x="37446" y="21152"/>
                    </a:lnTo>
                    <a:cubicBezTo>
                      <a:pt x="37446" y="30094"/>
                      <a:pt x="30198" y="37343"/>
                      <a:pt x="21256" y="37343"/>
                    </a:cubicBezTo>
                    <a:cubicBezTo>
                      <a:pt x="12314" y="37343"/>
                      <a:pt x="5066" y="30094"/>
                      <a:pt x="5066" y="21152"/>
                    </a:cubicBezTo>
                    <a:cubicBezTo>
                      <a:pt x="5066" y="12211"/>
                      <a:pt x="12314" y="4962"/>
                      <a:pt x="21256" y="4962"/>
                    </a:cubicBezTo>
                    <a:close/>
                    <a:moveTo>
                      <a:pt x="21256" y="162"/>
                    </a:moveTo>
                    <a:cubicBezTo>
                      <a:pt x="9663" y="162"/>
                      <a:pt x="265" y="9560"/>
                      <a:pt x="265" y="21152"/>
                    </a:cubicBezTo>
                    <a:cubicBezTo>
                      <a:pt x="265" y="32745"/>
                      <a:pt x="9663" y="42143"/>
                      <a:pt x="21256" y="42143"/>
                    </a:cubicBezTo>
                    <a:cubicBezTo>
                      <a:pt x="32849" y="42143"/>
                      <a:pt x="42247" y="32745"/>
                      <a:pt x="42247" y="21152"/>
                    </a:cubicBezTo>
                    <a:lnTo>
                      <a:pt x="42247" y="21152"/>
                    </a:lnTo>
                    <a:cubicBezTo>
                      <a:pt x="42247" y="9560"/>
                      <a:pt x="32849" y="162"/>
                      <a:pt x="21256"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5" name="Freeform: Shape 3604">
                <a:extLst>
                  <a:ext uri="{FF2B5EF4-FFF2-40B4-BE49-F238E27FC236}">
                    <a16:creationId xmlns:a16="http://schemas.microsoft.com/office/drawing/2014/main" id="{DC7016F5-382D-9571-F103-DE59C36B50CE}"/>
                  </a:ext>
                </a:extLst>
              </p:cNvPr>
              <p:cNvSpPr/>
              <p:nvPr/>
            </p:nvSpPr>
            <p:spPr>
              <a:xfrm>
                <a:off x="1852476" y="7780561"/>
                <a:ext cx="37180" cy="37180"/>
              </a:xfrm>
              <a:custGeom>
                <a:avLst/>
                <a:gdLst>
                  <a:gd name="connsiteX0" fmla="*/ 37457 w 37180"/>
                  <a:gd name="connsiteY0" fmla="*/ 18739 h 37180"/>
                  <a:gd name="connsiteX1" fmla="*/ 18866 w 37180"/>
                  <a:gd name="connsiteY1" fmla="*/ 37330 h 37180"/>
                  <a:gd name="connsiteX2" fmla="*/ 276 w 37180"/>
                  <a:gd name="connsiteY2" fmla="*/ 18739 h 37180"/>
                  <a:gd name="connsiteX3" fmla="*/ 18866 w 37180"/>
                  <a:gd name="connsiteY3" fmla="*/ 149 h 37180"/>
                  <a:gd name="connsiteX4" fmla="*/ 37457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39"/>
                    </a:moveTo>
                    <a:cubicBezTo>
                      <a:pt x="37457" y="29006"/>
                      <a:pt x="29133" y="37330"/>
                      <a:pt x="18866" y="37330"/>
                    </a:cubicBezTo>
                    <a:cubicBezTo>
                      <a:pt x="8599" y="37330"/>
                      <a:pt x="276" y="29006"/>
                      <a:pt x="276" y="18739"/>
                    </a:cubicBezTo>
                    <a:cubicBezTo>
                      <a:pt x="276" y="8472"/>
                      <a:pt x="8599" y="149"/>
                      <a:pt x="18866" y="149"/>
                    </a:cubicBezTo>
                    <a:cubicBezTo>
                      <a:pt x="29133" y="149"/>
                      <a:pt x="37457" y="8472"/>
                      <a:pt x="37457" y="18739"/>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6" name="Freeform: Shape 3605">
                <a:extLst>
                  <a:ext uri="{FF2B5EF4-FFF2-40B4-BE49-F238E27FC236}">
                    <a16:creationId xmlns:a16="http://schemas.microsoft.com/office/drawing/2014/main" id="{59F368E8-8209-8D9D-819B-CB13DCE300FF}"/>
                  </a:ext>
                </a:extLst>
              </p:cNvPr>
              <p:cNvSpPr/>
              <p:nvPr/>
            </p:nvSpPr>
            <p:spPr>
              <a:xfrm>
                <a:off x="1850076" y="7778161"/>
                <a:ext cx="41981" cy="41981"/>
              </a:xfrm>
              <a:custGeom>
                <a:avLst/>
                <a:gdLst>
                  <a:gd name="connsiteX0" fmla="*/ 21266 w 41981"/>
                  <a:gd name="connsiteY0" fmla="*/ 4949 h 41981"/>
                  <a:gd name="connsiteX1" fmla="*/ 37457 w 41981"/>
                  <a:gd name="connsiteY1" fmla="*/ 21139 h 41981"/>
                  <a:gd name="connsiteX2" fmla="*/ 37457 w 41981"/>
                  <a:gd name="connsiteY2" fmla="*/ 21139 h 41981"/>
                  <a:gd name="connsiteX3" fmla="*/ 21266 w 41981"/>
                  <a:gd name="connsiteY3" fmla="*/ 37330 h 41981"/>
                  <a:gd name="connsiteX4" fmla="*/ 5076 w 41981"/>
                  <a:gd name="connsiteY4" fmla="*/ 21139 h 41981"/>
                  <a:gd name="connsiteX5" fmla="*/ 21266 w 41981"/>
                  <a:gd name="connsiteY5" fmla="*/ 4949 h 41981"/>
                  <a:gd name="connsiteX6" fmla="*/ 21266 w 41981"/>
                  <a:gd name="connsiteY6" fmla="*/ 149 h 41981"/>
                  <a:gd name="connsiteX7" fmla="*/ 276 w 41981"/>
                  <a:gd name="connsiteY7" fmla="*/ 21139 h 41981"/>
                  <a:gd name="connsiteX8" fmla="*/ 21266 w 41981"/>
                  <a:gd name="connsiteY8" fmla="*/ 42130 h 41981"/>
                  <a:gd name="connsiteX9" fmla="*/ 42257 w 41981"/>
                  <a:gd name="connsiteY9" fmla="*/ 21139 h 41981"/>
                  <a:gd name="connsiteX10" fmla="*/ 42257 w 41981"/>
                  <a:gd name="connsiteY10" fmla="*/ 21139 h 41981"/>
                  <a:gd name="connsiteX11" fmla="*/ 21266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49"/>
                    </a:moveTo>
                    <a:cubicBezTo>
                      <a:pt x="30208" y="4949"/>
                      <a:pt x="37457" y="12198"/>
                      <a:pt x="37457" y="21139"/>
                    </a:cubicBezTo>
                    <a:lnTo>
                      <a:pt x="37457" y="21139"/>
                    </a:lnTo>
                    <a:cubicBezTo>
                      <a:pt x="37457" y="30081"/>
                      <a:pt x="30208" y="37330"/>
                      <a:pt x="21266" y="37330"/>
                    </a:cubicBezTo>
                    <a:cubicBezTo>
                      <a:pt x="12325" y="37330"/>
                      <a:pt x="5076" y="30081"/>
                      <a:pt x="5076" y="21139"/>
                    </a:cubicBezTo>
                    <a:cubicBezTo>
                      <a:pt x="5076" y="12198"/>
                      <a:pt x="12325" y="4949"/>
                      <a:pt x="21266" y="4949"/>
                    </a:cubicBezTo>
                    <a:close/>
                    <a:moveTo>
                      <a:pt x="21266" y="149"/>
                    </a:moveTo>
                    <a:cubicBezTo>
                      <a:pt x="9674" y="149"/>
                      <a:pt x="276" y="9547"/>
                      <a:pt x="276" y="21139"/>
                    </a:cubicBezTo>
                    <a:cubicBezTo>
                      <a:pt x="276" y="32732"/>
                      <a:pt x="9674" y="42130"/>
                      <a:pt x="21266" y="42130"/>
                    </a:cubicBezTo>
                    <a:cubicBezTo>
                      <a:pt x="32859" y="42130"/>
                      <a:pt x="42257" y="32732"/>
                      <a:pt x="42257" y="21139"/>
                    </a:cubicBezTo>
                    <a:lnTo>
                      <a:pt x="42257" y="21139"/>
                    </a:lnTo>
                    <a:cubicBezTo>
                      <a:pt x="42257" y="9547"/>
                      <a:pt x="32859" y="149"/>
                      <a:pt x="21266"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7" name="Freeform: Shape 3606">
                <a:extLst>
                  <a:ext uri="{FF2B5EF4-FFF2-40B4-BE49-F238E27FC236}">
                    <a16:creationId xmlns:a16="http://schemas.microsoft.com/office/drawing/2014/main" id="{4D5FB2D6-CA97-2624-D57B-98462B31B888}"/>
                  </a:ext>
                </a:extLst>
              </p:cNvPr>
              <p:cNvSpPr/>
              <p:nvPr/>
            </p:nvSpPr>
            <p:spPr>
              <a:xfrm>
                <a:off x="1596784" y="8027826"/>
                <a:ext cx="37180" cy="37180"/>
              </a:xfrm>
              <a:custGeom>
                <a:avLst/>
                <a:gdLst>
                  <a:gd name="connsiteX0" fmla="*/ 37412 w 37180"/>
                  <a:gd name="connsiteY0" fmla="*/ 18782 h 37180"/>
                  <a:gd name="connsiteX1" fmla="*/ 18822 w 37180"/>
                  <a:gd name="connsiteY1" fmla="*/ 37373 h 37180"/>
                  <a:gd name="connsiteX2" fmla="*/ 231 w 37180"/>
                  <a:gd name="connsiteY2" fmla="*/ 18782 h 37180"/>
                  <a:gd name="connsiteX3" fmla="*/ 18822 w 37180"/>
                  <a:gd name="connsiteY3" fmla="*/ 192 h 37180"/>
                  <a:gd name="connsiteX4" fmla="*/ 37412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82"/>
                    </a:moveTo>
                    <a:cubicBezTo>
                      <a:pt x="37412" y="29049"/>
                      <a:pt x="29089" y="37373"/>
                      <a:pt x="18822" y="37373"/>
                    </a:cubicBezTo>
                    <a:cubicBezTo>
                      <a:pt x="8555" y="37373"/>
                      <a:pt x="231" y="29049"/>
                      <a:pt x="231" y="18782"/>
                    </a:cubicBezTo>
                    <a:cubicBezTo>
                      <a:pt x="231" y="8515"/>
                      <a:pt x="8555" y="192"/>
                      <a:pt x="18822" y="192"/>
                    </a:cubicBezTo>
                    <a:cubicBezTo>
                      <a:pt x="29089" y="192"/>
                      <a:pt x="37412" y="8515"/>
                      <a:pt x="37412" y="18782"/>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8" name="Freeform: Shape 3607">
                <a:extLst>
                  <a:ext uri="{FF2B5EF4-FFF2-40B4-BE49-F238E27FC236}">
                    <a16:creationId xmlns:a16="http://schemas.microsoft.com/office/drawing/2014/main" id="{90473098-2286-B561-44F6-05B4D2163FDC}"/>
                  </a:ext>
                </a:extLst>
              </p:cNvPr>
              <p:cNvSpPr/>
              <p:nvPr/>
            </p:nvSpPr>
            <p:spPr>
              <a:xfrm>
                <a:off x="1594384" y="8025426"/>
                <a:ext cx="41981" cy="41981"/>
              </a:xfrm>
              <a:custGeom>
                <a:avLst/>
                <a:gdLst>
                  <a:gd name="connsiteX0" fmla="*/ 21222 w 41981"/>
                  <a:gd name="connsiteY0" fmla="*/ 4992 h 41981"/>
                  <a:gd name="connsiteX1" fmla="*/ 37412 w 41981"/>
                  <a:gd name="connsiteY1" fmla="*/ 21182 h 41981"/>
                  <a:gd name="connsiteX2" fmla="*/ 37412 w 41981"/>
                  <a:gd name="connsiteY2" fmla="*/ 21182 h 41981"/>
                  <a:gd name="connsiteX3" fmla="*/ 21222 w 41981"/>
                  <a:gd name="connsiteY3" fmla="*/ 37373 h 41981"/>
                  <a:gd name="connsiteX4" fmla="*/ 5032 w 41981"/>
                  <a:gd name="connsiteY4" fmla="*/ 21182 h 41981"/>
                  <a:gd name="connsiteX5" fmla="*/ 21222 w 41981"/>
                  <a:gd name="connsiteY5" fmla="*/ 4992 h 41981"/>
                  <a:gd name="connsiteX6" fmla="*/ 21222 w 41981"/>
                  <a:gd name="connsiteY6" fmla="*/ 192 h 41981"/>
                  <a:gd name="connsiteX7" fmla="*/ 231 w 41981"/>
                  <a:gd name="connsiteY7" fmla="*/ 21182 h 41981"/>
                  <a:gd name="connsiteX8" fmla="*/ 21222 w 41981"/>
                  <a:gd name="connsiteY8" fmla="*/ 42173 h 41981"/>
                  <a:gd name="connsiteX9" fmla="*/ 42213 w 41981"/>
                  <a:gd name="connsiteY9" fmla="*/ 21182 h 41981"/>
                  <a:gd name="connsiteX10" fmla="*/ 42213 w 41981"/>
                  <a:gd name="connsiteY10" fmla="*/ 21182 h 41981"/>
                  <a:gd name="connsiteX11" fmla="*/ 21222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92"/>
                    </a:moveTo>
                    <a:cubicBezTo>
                      <a:pt x="30164" y="4992"/>
                      <a:pt x="37412" y="12240"/>
                      <a:pt x="37412" y="21182"/>
                    </a:cubicBezTo>
                    <a:lnTo>
                      <a:pt x="37412" y="21182"/>
                    </a:lnTo>
                    <a:cubicBezTo>
                      <a:pt x="37412" y="30124"/>
                      <a:pt x="30164" y="37373"/>
                      <a:pt x="21222" y="37373"/>
                    </a:cubicBezTo>
                    <a:cubicBezTo>
                      <a:pt x="12280" y="37373"/>
                      <a:pt x="5032" y="30124"/>
                      <a:pt x="5032" y="21182"/>
                    </a:cubicBezTo>
                    <a:cubicBezTo>
                      <a:pt x="5032" y="12240"/>
                      <a:pt x="12280" y="4992"/>
                      <a:pt x="21222" y="4992"/>
                    </a:cubicBezTo>
                    <a:close/>
                    <a:moveTo>
                      <a:pt x="21222" y="192"/>
                    </a:moveTo>
                    <a:cubicBezTo>
                      <a:pt x="9629" y="192"/>
                      <a:pt x="231" y="9590"/>
                      <a:pt x="231" y="21182"/>
                    </a:cubicBezTo>
                    <a:cubicBezTo>
                      <a:pt x="231" y="32775"/>
                      <a:pt x="9629" y="42173"/>
                      <a:pt x="21222" y="42173"/>
                    </a:cubicBezTo>
                    <a:cubicBezTo>
                      <a:pt x="32815" y="42173"/>
                      <a:pt x="42213" y="32775"/>
                      <a:pt x="42213" y="21182"/>
                    </a:cubicBezTo>
                    <a:lnTo>
                      <a:pt x="42213" y="21182"/>
                    </a:lnTo>
                    <a:cubicBezTo>
                      <a:pt x="42213" y="9590"/>
                      <a:pt x="32815" y="192"/>
                      <a:pt x="21222"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09" name="Freeform: Shape 3608">
                <a:extLst>
                  <a:ext uri="{FF2B5EF4-FFF2-40B4-BE49-F238E27FC236}">
                    <a16:creationId xmlns:a16="http://schemas.microsoft.com/office/drawing/2014/main" id="{1AEEC629-EB1C-7BBF-0531-41C7A5E5236A}"/>
                  </a:ext>
                </a:extLst>
              </p:cNvPr>
              <p:cNvSpPr/>
              <p:nvPr/>
            </p:nvSpPr>
            <p:spPr>
              <a:xfrm>
                <a:off x="1726499" y="7876643"/>
                <a:ext cx="37180" cy="37180"/>
              </a:xfrm>
              <a:custGeom>
                <a:avLst/>
                <a:gdLst>
                  <a:gd name="connsiteX0" fmla="*/ 37435 w 37180"/>
                  <a:gd name="connsiteY0" fmla="*/ 18756 h 37180"/>
                  <a:gd name="connsiteX1" fmla="*/ 18844 w 37180"/>
                  <a:gd name="connsiteY1" fmla="*/ 37346 h 37180"/>
                  <a:gd name="connsiteX2" fmla="*/ 254 w 37180"/>
                  <a:gd name="connsiteY2" fmla="*/ 18756 h 37180"/>
                  <a:gd name="connsiteX3" fmla="*/ 18844 w 37180"/>
                  <a:gd name="connsiteY3" fmla="*/ 165 h 37180"/>
                  <a:gd name="connsiteX4" fmla="*/ 37435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6"/>
                    </a:moveTo>
                    <a:cubicBezTo>
                      <a:pt x="37435" y="29023"/>
                      <a:pt x="29112" y="37346"/>
                      <a:pt x="18844" y="37346"/>
                    </a:cubicBezTo>
                    <a:cubicBezTo>
                      <a:pt x="8577" y="37346"/>
                      <a:pt x="254" y="29023"/>
                      <a:pt x="254" y="18756"/>
                    </a:cubicBezTo>
                    <a:cubicBezTo>
                      <a:pt x="254" y="8489"/>
                      <a:pt x="8577" y="165"/>
                      <a:pt x="18844" y="165"/>
                    </a:cubicBezTo>
                    <a:cubicBezTo>
                      <a:pt x="29112" y="165"/>
                      <a:pt x="37435" y="8489"/>
                      <a:pt x="37435" y="18756"/>
                    </a:cubicBezTo>
                    <a:close/>
                  </a:path>
                </a:pathLst>
              </a:custGeom>
              <a:solidFill>
                <a:srgbClr val="F7CDC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0" name="Freeform: Shape 3609">
                <a:extLst>
                  <a:ext uri="{FF2B5EF4-FFF2-40B4-BE49-F238E27FC236}">
                    <a16:creationId xmlns:a16="http://schemas.microsoft.com/office/drawing/2014/main" id="{30332F7B-2503-6C59-ED43-5D9137F8924B}"/>
                  </a:ext>
                </a:extLst>
              </p:cNvPr>
              <p:cNvSpPr/>
              <p:nvPr/>
            </p:nvSpPr>
            <p:spPr>
              <a:xfrm>
                <a:off x="1724099" y="7874243"/>
                <a:ext cx="41981" cy="41981"/>
              </a:xfrm>
              <a:custGeom>
                <a:avLst/>
                <a:gdLst>
                  <a:gd name="connsiteX0" fmla="*/ 21245 w 41981"/>
                  <a:gd name="connsiteY0" fmla="*/ 4966 h 41981"/>
                  <a:gd name="connsiteX1" fmla="*/ 37435 w 41981"/>
                  <a:gd name="connsiteY1" fmla="*/ 21156 h 41981"/>
                  <a:gd name="connsiteX2" fmla="*/ 37435 w 41981"/>
                  <a:gd name="connsiteY2" fmla="*/ 21156 h 41981"/>
                  <a:gd name="connsiteX3" fmla="*/ 21245 w 41981"/>
                  <a:gd name="connsiteY3" fmla="*/ 37346 h 41981"/>
                  <a:gd name="connsiteX4" fmla="*/ 5054 w 41981"/>
                  <a:gd name="connsiteY4" fmla="*/ 21156 h 41981"/>
                  <a:gd name="connsiteX5" fmla="*/ 21245 w 41981"/>
                  <a:gd name="connsiteY5" fmla="*/ 4966 h 41981"/>
                  <a:gd name="connsiteX6" fmla="*/ 21245 w 41981"/>
                  <a:gd name="connsiteY6" fmla="*/ 165 h 41981"/>
                  <a:gd name="connsiteX7" fmla="*/ 254 w 41981"/>
                  <a:gd name="connsiteY7" fmla="*/ 21156 h 41981"/>
                  <a:gd name="connsiteX8" fmla="*/ 21245 w 41981"/>
                  <a:gd name="connsiteY8" fmla="*/ 42147 h 41981"/>
                  <a:gd name="connsiteX9" fmla="*/ 42235 w 41981"/>
                  <a:gd name="connsiteY9" fmla="*/ 21156 h 41981"/>
                  <a:gd name="connsiteX10" fmla="*/ 42235 w 41981"/>
                  <a:gd name="connsiteY10" fmla="*/ 21156 h 41981"/>
                  <a:gd name="connsiteX11" fmla="*/ 2124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6"/>
                    </a:moveTo>
                    <a:cubicBezTo>
                      <a:pt x="30186" y="4966"/>
                      <a:pt x="37435" y="12214"/>
                      <a:pt x="37435" y="21156"/>
                    </a:cubicBezTo>
                    <a:lnTo>
                      <a:pt x="37435" y="21156"/>
                    </a:lnTo>
                    <a:cubicBezTo>
                      <a:pt x="37435" y="30098"/>
                      <a:pt x="30186" y="37346"/>
                      <a:pt x="21245" y="37346"/>
                    </a:cubicBezTo>
                    <a:cubicBezTo>
                      <a:pt x="12303" y="37346"/>
                      <a:pt x="5054" y="30098"/>
                      <a:pt x="5054" y="21156"/>
                    </a:cubicBezTo>
                    <a:cubicBezTo>
                      <a:pt x="5054" y="12214"/>
                      <a:pt x="12303" y="4966"/>
                      <a:pt x="21245" y="4966"/>
                    </a:cubicBezTo>
                    <a:close/>
                    <a:moveTo>
                      <a:pt x="21245" y="165"/>
                    </a:moveTo>
                    <a:cubicBezTo>
                      <a:pt x="9652" y="165"/>
                      <a:pt x="254" y="9563"/>
                      <a:pt x="254" y="21156"/>
                    </a:cubicBezTo>
                    <a:cubicBezTo>
                      <a:pt x="254" y="32749"/>
                      <a:pt x="9652" y="42147"/>
                      <a:pt x="21245" y="42147"/>
                    </a:cubicBezTo>
                    <a:cubicBezTo>
                      <a:pt x="32837" y="42147"/>
                      <a:pt x="42235" y="32749"/>
                      <a:pt x="42235" y="21156"/>
                    </a:cubicBezTo>
                    <a:lnTo>
                      <a:pt x="42235" y="21156"/>
                    </a:lnTo>
                    <a:cubicBezTo>
                      <a:pt x="42235" y="9563"/>
                      <a:pt x="32837" y="165"/>
                      <a:pt x="21245"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1" name="Freeform: Shape 3610">
                <a:extLst>
                  <a:ext uri="{FF2B5EF4-FFF2-40B4-BE49-F238E27FC236}">
                    <a16:creationId xmlns:a16="http://schemas.microsoft.com/office/drawing/2014/main" id="{9C4A44F3-C12D-3675-A9D1-FBD0401EE954}"/>
                  </a:ext>
                </a:extLst>
              </p:cNvPr>
              <p:cNvSpPr/>
              <p:nvPr/>
            </p:nvSpPr>
            <p:spPr>
              <a:xfrm>
                <a:off x="1729454" y="7874823"/>
                <a:ext cx="37180" cy="37180"/>
              </a:xfrm>
              <a:custGeom>
                <a:avLst/>
                <a:gdLst>
                  <a:gd name="connsiteX0" fmla="*/ 37435 w 37180"/>
                  <a:gd name="connsiteY0" fmla="*/ 18756 h 37180"/>
                  <a:gd name="connsiteX1" fmla="*/ 18845 w 37180"/>
                  <a:gd name="connsiteY1" fmla="*/ 37346 h 37180"/>
                  <a:gd name="connsiteX2" fmla="*/ 254 w 37180"/>
                  <a:gd name="connsiteY2" fmla="*/ 18756 h 37180"/>
                  <a:gd name="connsiteX3" fmla="*/ 18845 w 37180"/>
                  <a:gd name="connsiteY3" fmla="*/ 165 h 37180"/>
                  <a:gd name="connsiteX4" fmla="*/ 37435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6"/>
                    </a:moveTo>
                    <a:cubicBezTo>
                      <a:pt x="37435" y="29023"/>
                      <a:pt x="29112" y="37346"/>
                      <a:pt x="18845" y="37346"/>
                    </a:cubicBezTo>
                    <a:cubicBezTo>
                      <a:pt x="8578" y="37346"/>
                      <a:pt x="254" y="29023"/>
                      <a:pt x="254" y="18756"/>
                    </a:cubicBezTo>
                    <a:cubicBezTo>
                      <a:pt x="254" y="8488"/>
                      <a:pt x="8578" y="165"/>
                      <a:pt x="18845" y="165"/>
                    </a:cubicBezTo>
                    <a:cubicBezTo>
                      <a:pt x="29112" y="165"/>
                      <a:pt x="37435" y="8488"/>
                      <a:pt x="37435" y="18756"/>
                    </a:cubicBezTo>
                    <a:close/>
                  </a:path>
                </a:pathLst>
              </a:custGeom>
              <a:solidFill>
                <a:srgbClr val="F7BAB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2" name="Freeform: Shape 3611">
                <a:extLst>
                  <a:ext uri="{FF2B5EF4-FFF2-40B4-BE49-F238E27FC236}">
                    <a16:creationId xmlns:a16="http://schemas.microsoft.com/office/drawing/2014/main" id="{9F2CDDA6-0ADD-1450-51DF-3010BCC24468}"/>
                  </a:ext>
                </a:extLst>
              </p:cNvPr>
              <p:cNvSpPr/>
              <p:nvPr/>
            </p:nvSpPr>
            <p:spPr>
              <a:xfrm>
                <a:off x="1727054" y="7872423"/>
                <a:ext cx="41981" cy="41981"/>
              </a:xfrm>
              <a:custGeom>
                <a:avLst/>
                <a:gdLst>
                  <a:gd name="connsiteX0" fmla="*/ 21245 w 41981"/>
                  <a:gd name="connsiteY0" fmla="*/ 4966 h 41981"/>
                  <a:gd name="connsiteX1" fmla="*/ 37435 w 41981"/>
                  <a:gd name="connsiteY1" fmla="*/ 21156 h 41981"/>
                  <a:gd name="connsiteX2" fmla="*/ 37435 w 41981"/>
                  <a:gd name="connsiteY2" fmla="*/ 21156 h 41981"/>
                  <a:gd name="connsiteX3" fmla="*/ 21245 w 41981"/>
                  <a:gd name="connsiteY3" fmla="*/ 37346 h 41981"/>
                  <a:gd name="connsiteX4" fmla="*/ 5055 w 41981"/>
                  <a:gd name="connsiteY4" fmla="*/ 21156 h 41981"/>
                  <a:gd name="connsiteX5" fmla="*/ 21245 w 41981"/>
                  <a:gd name="connsiteY5" fmla="*/ 4966 h 41981"/>
                  <a:gd name="connsiteX6" fmla="*/ 21245 w 41981"/>
                  <a:gd name="connsiteY6" fmla="*/ 165 h 41981"/>
                  <a:gd name="connsiteX7" fmla="*/ 254 w 41981"/>
                  <a:gd name="connsiteY7" fmla="*/ 21156 h 41981"/>
                  <a:gd name="connsiteX8" fmla="*/ 21245 w 41981"/>
                  <a:gd name="connsiteY8" fmla="*/ 42146 h 41981"/>
                  <a:gd name="connsiteX9" fmla="*/ 42236 w 41981"/>
                  <a:gd name="connsiteY9" fmla="*/ 21156 h 41981"/>
                  <a:gd name="connsiteX10" fmla="*/ 42236 w 41981"/>
                  <a:gd name="connsiteY10" fmla="*/ 21156 h 41981"/>
                  <a:gd name="connsiteX11" fmla="*/ 2124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6"/>
                    </a:moveTo>
                    <a:cubicBezTo>
                      <a:pt x="30187" y="4966"/>
                      <a:pt x="37435" y="12214"/>
                      <a:pt x="37435" y="21156"/>
                    </a:cubicBezTo>
                    <a:lnTo>
                      <a:pt x="37435" y="21156"/>
                    </a:lnTo>
                    <a:cubicBezTo>
                      <a:pt x="37435" y="30098"/>
                      <a:pt x="30187" y="37346"/>
                      <a:pt x="21245" y="37346"/>
                    </a:cubicBezTo>
                    <a:cubicBezTo>
                      <a:pt x="12303" y="37346"/>
                      <a:pt x="5055" y="30098"/>
                      <a:pt x="5055" y="21156"/>
                    </a:cubicBezTo>
                    <a:cubicBezTo>
                      <a:pt x="5055" y="12214"/>
                      <a:pt x="12303" y="4966"/>
                      <a:pt x="21245" y="4966"/>
                    </a:cubicBezTo>
                    <a:close/>
                    <a:moveTo>
                      <a:pt x="21245" y="165"/>
                    </a:moveTo>
                    <a:cubicBezTo>
                      <a:pt x="9652" y="165"/>
                      <a:pt x="254" y="9563"/>
                      <a:pt x="254" y="21156"/>
                    </a:cubicBezTo>
                    <a:cubicBezTo>
                      <a:pt x="254" y="32748"/>
                      <a:pt x="9652" y="42146"/>
                      <a:pt x="21245" y="42146"/>
                    </a:cubicBezTo>
                    <a:cubicBezTo>
                      <a:pt x="32838" y="42146"/>
                      <a:pt x="42236" y="32748"/>
                      <a:pt x="42236" y="21156"/>
                    </a:cubicBezTo>
                    <a:lnTo>
                      <a:pt x="42236" y="21156"/>
                    </a:lnTo>
                    <a:cubicBezTo>
                      <a:pt x="42236" y="9563"/>
                      <a:pt x="32838" y="165"/>
                      <a:pt x="21245"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3" name="Freeform: Shape 3612">
                <a:extLst>
                  <a:ext uri="{FF2B5EF4-FFF2-40B4-BE49-F238E27FC236}">
                    <a16:creationId xmlns:a16="http://schemas.microsoft.com/office/drawing/2014/main" id="{7AA6E837-CA77-6A5D-C706-E866463AD22B}"/>
                  </a:ext>
                </a:extLst>
              </p:cNvPr>
              <p:cNvSpPr/>
              <p:nvPr/>
            </p:nvSpPr>
            <p:spPr>
              <a:xfrm>
                <a:off x="1801673" y="7982674"/>
                <a:ext cx="37180" cy="37180"/>
              </a:xfrm>
              <a:custGeom>
                <a:avLst/>
                <a:gdLst>
                  <a:gd name="connsiteX0" fmla="*/ 37448 w 37180"/>
                  <a:gd name="connsiteY0" fmla="*/ 18774 h 37180"/>
                  <a:gd name="connsiteX1" fmla="*/ 18857 w 37180"/>
                  <a:gd name="connsiteY1" fmla="*/ 37365 h 37180"/>
                  <a:gd name="connsiteX2" fmla="*/ 267 w 37180"/>
                  <a:gd name="connsiteY2" fmla="*/ 18774 h 37180"/>
                  <a:gd name="connsiteX3" fmla="*/ 18857 w 37180"/>
                  <a:gd name="connsiteY3" fmla="*/ 184 h 37180"/>
                  <a:gd name="connsiteX4" fmla="*/ 37448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4"/>
                    </a:moveTo>
                    <a:cubicBezTo>
                      <a:pt x="37448" y="29041"/>
                      <a:pt x="29125" y="37365"/>
                      <a:pt x="18857" y="37365"/>
                    </a:cubicBezTo>
                    <a:cubicBezTo>
                      <a:pt x="8590" y="37365"/>
                      <a:pt x="267" y="29041"/>
                      <a:pt x="267" y="18774"/>
                    </a:cubicBezTo>
                    <a:cubicBezTo>
                      <a:pt x="267" y="8507"/>
                      <a:pt x="8590" y="184"/>
                      <a:pt x="18857" y="184"/>
                    </a:cubicBezTo>
                    <a:cubicBezTo>
                      <a:pt x="29125" y="184"/>
                      <a:pt x="37448" y="8507"/>
                      <a:pt x="37448" y="18774"/>
                    </a:cubicBezTo>
                    <a:close/>
                  </a:path>
                </a:pathLst>
              </a:custGeom>
              <a:solidFill>
                <a:srgbClr val="F7B3B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4" name="Freeform: Shape 3613">
                <a:extLst>
                  <a:ext uri="{FF2B5EF4-FFF2-40B4-BE49-F238E27FC236}">
                    <a16:creationId xmlns:a16="http://schemas.microsoft.com/office/drawing/2014/main" id="{8BF54133-64E6-DEF5-4FAF-78F9A0AC924B}"/>
                  </a:ext>
                </a:extLst>
              </p:cNvPr>
              <p:cNvSpPr/>
              <p:nvPr/>
            </p:nvSpPr>
            <p:spPr>
              <a:xfrm>
                <a:off x="1799273" y="7980273"/>
                <a:ext cx="41981" cy="41981"/>
              </a:xfrm>
              <a:custGeom>
                <a:avLst/>
                <a:gdLst>
                  <a:gd name="connsiteX0" fmla="*/ 21258 w 41981"/>
                  <a:gd name="connsiteY0" fmla="*/ 4984 h 41981"/>
                  <a:gd name="connsiteX1" fmla="*/ 37448 w 41981"/>
                  <a:gd name="connsiteY1" fmla="*/ 21174 h 41981"/>
                  <a:gd name="connsiteX2" fmla="*/ 37448 w 41981"/>
                  <a:gd name="connsiteY2" fmla="*/ 21174 h 41981"/>
                  <a:gd name="connsiteX3" fmla="*/ 21258 w 41981"/>
                  <a:gd name="connsiteY3" fmla="*/ 37365 h 41981"/>
                  <a:gd name="connsiteX4" fmla="*/ 5067 w 41981"/>
                  <a:gd name="connsiteY4" fmla="*/ 21174 h 41981"/>
                  <a:gd name="connsiteX5" fmla="*/ 21258 w 41981"/>
                  <a:gd name="connsiteY5" fmla="*/ 4984 h 41981"/>
                  <a:gd name="connsiteX6" fmla="*/ 21258 w 41981"/>
                  <a:gd name="connsiteY6" fmla="*/ 184 h 41981"/>
                  <a:gd name="connsiteX7" fmla="*/ 267 w 41981"/>
                  <a:gd name="connsiteY7" fmla="*/ 21174 h 41981"/>
                  <a:gd name="connsiteX8" fmla="*/ 21258 w 41981"/>
                  <a:gd name="connsiteY8" fmla="*/ 42165 h 41981"/>
                  <a:gd name="connsiteX9" fmla="*/ 42248 w 41981"/>
                  <a:gd name="connsiteY9" fmla="*/ 21174 h 41981"/>
                  <a:gd name="connsiteX10" fmla="*/ 42248 w 41981"/>
                  <a:gd name="connsiteY10" fmla="*/ 21174 h 41981"/>
                  <a:gd name="connsiteX11" fmla="*/ 21258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4"/>
                    </a:moveTo>
                    <a:cubicBezTo>
                      <a:pt x="30199" y="4984"/>
                      <a:pt x="37448" y="12233"/>
                      <a:pt x="37448" y="21174"/>
                    </a:cubicBezTo>
                    <a:lnTo>
                      <a:pt x="37448" y="21174"/>
                    </a:lnTo>
                    <a:cubicBezTo>
                      <a:pt x="37448" y="30116"/>
                      <a:pt x="30199" y="37365"/>
                      <a:pt x="21258" y="37365"/>
                    </a:cubicBezTo>
                    <a:cubicBezTo>
                      <a:pt x="12316" y="37365"/>
                      <a:pt x="5067" y="30116"/>
                      <a:pt x="5067" y="21174"/>
                    </a:cubicBezTo>
                    <a:cubicBezTo>
                      <a:pt x="5067" y="12233"/>
                      <a:pt x="12316" y="4984"/>
                      <a:pt x="21258" y="4984"/>
                    </a:cubicBezTo>
                    <a:close/>
                    <a:moveTo>
                      <a:pt x="21258" y="184"/>
                    </a:moveTo>
                    <a:cubicBezTo>
                      <a:pt x="9665" y="184"/>
                      <a:pt x="267" y="9582"/>
                      <a:pt x="267" y="21174"/>
                    </a:cubicBezTo>
                    <a:cubicBezTo>
                      <a:pt x="267" y="32767"/>
                      <a:pt x="9665" y="42165"/>
                      <a:pt x="21258" y="42165"/>
                    </a:cubicBezTo>
                    <a:cubicBezTo>
                      <a:pt x="32850" y="42165"/>
                      <a:pt x="42248" y="32767"/>
                      <a:pt x="42248" y="21174"/>
                    </a:cubicBezTo>
                    <a:lnTo>
                      <a:pt x="42248" y="21174"/>
                    </a:lnTo>
                    <a:cubicBezTo>
                      <a:pt x="42248" y="9582"/>
                      <a:pt x="32850" y="184"/>
                      <a:pt x="21258"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5" name="Freeform: Shape 3614">
                <a:extLst>
                  <a:ext uri="{FF2B5EF4-FFF2-40B4-BE49-F238E27FC236}">
                    <a16:creationId xmlns:a16="http://schemas.microsoft.com/office/drawing/2014/main" id="{EACE2CEC-8831-15D2-1D8B-F9A43A390920}"/>
                  </a:ext>
                </a:extLst>
              </p:cNvPr>
              <p:cNvSpPr/>
              <p:nvPr/>
            </p:nvSpPr>
            <p:spPr>
              <a:xfrm>
                <a:off x="1718113" y="7789339"/>
                <a:ext cx="37180" cy="37180"/>
              </a:xfrm>
              <a:custGeom>
                <a:avLst/>
                <a:gdLst>
                  <a:gd name="connsiteX0" fmla="*/ 37433 w 37180"/>
                  <a:gd name="connsiteY0" fmla="*/ 18741 h 37180"/>
                  <a:gd name="connsiteX1" fmla="*/ 18843 w 37180"/>
                  <a:gd name="connsiteY1" fmla="*/ 37331 h 37180"/>
                  <a:gd name="connsiteX2" fmla="*/ 252 w 37180"/>
                  <a:gd name="connsiteY2" fmla="*/ 18741 h 37180"/>
                  <a:gd name="connsiteX3" fmla="*/ 18843 w 37180"/>
                  <a:gd name="connsiteY3" fmla="*/ 150 h 37180"/>
                  <a:gd name="connsiteX4" fmla="*/ 37433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41"/>
                    </a:moveTo>
                    <a:cubicBezTo>
                      <a:pt x="37433" y="29008"/>
                      <a:pt x="29110" y="37331"/>
                      <a:pt x="18843" y="37331"/>
                    </a:cubicBezTo>
                    <a:cubicBezTo>
                      <a:pt x="8576" y="37331"/>
                      <a:pt x="252" y="29008"/>
                      <a:pt x="252" y="18741"/>
                    </a:cubicBezTo>
                    <a:cubicBezTo>
                      <a:pt x="252" y="8474"/>
                      <a:pt x="8576" y="150"/>
                      <a:pt x="18843" y="150"/>
                    </a:cubicBezTo>
                    <a:cubicBezTo>
                      <a:pt x="29110" y="150"/>
                      <a:pt x="37433" y="8474"/>
                      <a:pt x="37433" y="18741"/>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6" name="Freeform: Shape 3615">
                <a:extLst>
                  <a:ext uri="{FF2B5EF4-FFF2-40B4-BE49-F238E27FC236}">
                    <a16:creationId xmlns:a16="http://schemas.microsoft.com/office/drawing/2014/main" id="{52C0767C-C488-2C4F-B4C7-96AA4AD01517}"/>
                  </a:ext>
                </a:extLst>
              </p:cNvPr>
              <p:cNvSpPr/>
              <p:nvPr/>
            </p:nvSpPr>
            <p:spPr>
              <a:xfrm>
                <a:off x="1715713" y="7786939"/>
                <a:ext cx="41981" cy="41981"/>
              </a:xfrm>
              <a:custGeom>
                <a:avLst/>
                <a:gdLst>
                  <a:gd name="connsiteX0" fmla="*/ 21243 w 41981"/>
                  <a:gd name="connsiteY0" fmla="*/ 4951 h 41981"/>
                  <a:gd name="connsiteX1" fmla="*/ 37433 w 41981"/>
                  <a:gd name="connsiteY1" fmla="*/ 21141 h 41981"/>
                  <a:gd name="connsiteX2" fmla="*/ 37433 w 41981"/>
                  <a:gd name="connsiteY2" fmla="*/ 21141 h 41981"/>
                  <a:gd name="connsiteX3" fmla="*/ 21243 w 41981"/>
                  <a:gd name="connsiteY3" fmla="*/ 37331 h 41981"/>
                  <a:gd name="connsiteX4" fmla="*/ 5053 w 41981"/>
                  <a:gd name="connsiteY4" fmla="*/ 21141 h 41981"/>
                  <a:gd name="connsiteX5" fmla="*/ 21243 w 41981"/>
                  <a:gd name="connsiteY5" fmla="*/ 4951 h 41981"/>
                  <a:gd name="connsiteX6" fmla="*/ 21243 w 41981"/>
                  <a:gd name="connsiteY6" fmla="*/ 150 h 41981"/>
                  <a:gd name="connsiteX7" fmla="*/ 252 w 41981"/>
                  <a:gd name="connsiteY7" fmla="*/ 21141 h 41981"/>
                  <a:gd name="connsiteX8" fmla="*/ 21243 w 41981"/>
                  <a:gd name="connsiteY8" fmla="*/ 42131 h 41981"/>
                  <a:gd name="connsiteX9" fmla="*/ 42234 w 41981"/>
                  <a:gd name="connsiteY9" fmla="*/ 21141 h 41981"/>
                  <a:gd name="connsiteX10" fmla="*/ 42234 w 41981"/>
                  <a:gd name="connsiteY10" fmla="*/ 21141 h 41981"/>
                  <a:gd name="connsiteX11" fmla="*/ 21243 w 41981"/>
                  <a:gd name="connsiteY11" fmla="*/ 15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51"/>
                    </a:moveTo>
                    <a:cubicBezTo>
                      <a:pt x="30185" y="4951"/>
                      <a:pt x="37433" y="12199"/>
                      <a:pt x="37433" y="21141"/>
                    </a:cubicBezTo>
                    <a:lnTo>
                      <a:pt x="37433" y="21141"/>
                    </a:lnTo>
                    <a:cubicBezTo>
                      <a:pt x="37433" y="30083"/>
                      <a:pt x="30185" y="37331"/>
                      <a:pt x="21243" y="37331"/>
                    </a:cubicBezTo>
                    <a:cubicBezTo>
                      <a:pt x="12301" y="37331"/>
                      <a:pt x="5053" y="30083"/>
                      <a:pt x="5053" y="21141"/>
                    </a:cubicBezTo>
                    <a:cubicBezTo>
                      <a:pt x="5053" y="12199"/>
                      <a:pt x="12301" y="4951"/>
                      <a:pt x="21243" y="4951"/>
                    </a:cubicBezTo>
                    <a:close/>
                    <a:moveTo>
                      <a:pt x="21243" y="150"/>
                    </a:moveTo>
                    <a:cubicBezTo>
                      <a:pt x="9650" y="150"/>
                      <a:pt x="252" y="9548"/>
                      <a:pt x="252" y="21141"/>
                    </a:cubicBezTo>
                    <a:cubicBezTo>
                      <a:pt x="252" y="32733"/>
                      <a:pt x="9650" y="42131"/>
                      <a:pt x="21243" y="42131"/>
                    </a:cubicBezTo>
                    <a:cubicBezTo>
                      <a:pt x="32836" y="42131"/>
                      <a:pt x="42234" y="32733"/>
                      <a:pt x="42234" y="21141"/>
                    </a:cubicBezTo>
                    <a:lnTo>
                      <a:pt x="42234" y="21141"/>
                    </a:lnTo>
                    <a:cubicBezTo>
                      <a:pt x="42234" y="9548"/>
                      <a:pt x="32836" y="150"/>
                      <a:pt x="21243" y="15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7" name="Freeform: Shape 3616">
                <a:extLst>
                  <a:ext uri="{FF2B5EF4-FFF2-40B4-BE49-F238E27FC236}">
                    <a16:creationId xmlns:a16="http://schemas.microsoft.com/office/drawing/2014/main" id="{38515238-6D96-0CAD-E79A-FB1CDFDD6153}"/>
                  </a:ext>
                </a:extLst>
              </p:cNvPr>
              <p:cNvSpPr/>
              <p:nvPr/>
            </p:nvSpPr>
            <p:spPr>
              <a:xfrm>
                <a:off x="1536275" y="8141148"/>
                <a:ext cx="37180" cy="37180"/>
              </a:xfrm>
              <a:custGeom>
                <a:avLst/>
                <a:gdLst>
                  <a:gd name="connsiteX0" fmla="*/ 37402 w 37180"/>
                  <a:gd name="connsiteY0" fmla="*/ 18802 h 37180"/>
                  <a:gd name="connsiteX1" fmla="*/ 18811 w 37180"/>
                  <a:gd name="connsiteY1" fmla="*/ 37392 h 37180"/>
                  <a:gd name="connsiteX2" fmla="*/ 221 w 37180"/>
                  <a:gd name="connsiteY2" fmla="*/ 18802 h 37180"/>
                  <a:gd name="connsiteX3" fmla="*/ 18811 w 37180"/>
                  <a:gd name="connsiteY3" fmla="*/ 211 h 37180"/>
                  <a:gd name="connsiteX4" fmla="*/ 37402 w 37180"/>
                  <a:gd name="connsiteY4" fmla="*/ 188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2" y="18802"/>
                    </a:moveTo>
                    <a:cubicBezTo>
                      <a:pt x="37402" y="29069"/>
                      <a:pt x="29078" y="37392"/>
                      <a:pt x="18811" y="37392"/>
                    </a:cubicBezTo>
                    <a:cubicBezTo>
                      <a:pt x="8544" y="37392"/>
                      <a:pt x="221" y="29069"/>
                      <a:pt x="221" y="18802"/>
                    </a:cubicBezTo>
                    <a:cubicBezTo>
                      <a:pt x="221" y="8535"/>
                      <a:pt x="8544" y="211"/>
                      <a:pt x="18811" y="211"/>
                    </a:cubicBezTo>
                    <a:cubicBezTo>
                      <a:pt x="29078" y="211"/>
                      <a:pt x="37402" y="8535"/>
                      <a:pt x="37402" y="18802"/>
                    </a:cubicBezTo>
                    <a:close/>
                  </a:path>
                </a:pathLst>
              </a:custGeom>
              <a:solidFill>
                <a:srgbClr val="6CF76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8" name="Freeform: Shape 3617">
                <a:extLst>
                  <a:ext uri="{FF2B5EF4-FFF2-40B4-BE49-F238E27FC236}">
                    <a16:creationId xmlns:a16="http://schemas.microsoft.com/office/drawing/2014/main" id="{B5F86C59-04C1-287E-28E5-E38F8964A0EC}"/>
                  </a:ext>
                </a:extLst>
              </p:cNvPr>
              <p:cNvSpPr/>
              <p:nvPr/>
            </p:nvSpPr>
            <p:spPr>
              <a:xfrm>
                <a:off x="1533875" y="8138748"/>
                <a:ext cx="41981" cy="41981"/>
              </a:xfrm>
              <a:custGeom>
                <a:avLst/>
                <a:gdLst>
                  <a:gd name="connsiteX0" fmla="*/ 21211 w 41981"/>
                  <a:gd name="connsiteY0" fmla="*/ 5012 h 41981"/>
                  <a:gd name="connsiteX1" fmla="*/ 37402 w 41981"/>
                  <a:gd name="connsiteY1" fmla="*/ 21202 h 41981"/>
                  <a:gd name="connsiteX2" fmla="*/ 37402 w 41981"/>
                  <a:gd name="connsiteY2" fmla="*/ 21202 h 41981"/>
                  <a:gd name="connsiteX3" fmla="*/ 21211 w 41981"/>
                  <a:gd name="connsiteY3" fmla="*/ 37392 h 41981"/>
                  <a:gd name="connsiteX4" fmla="*/ 5021 w 41981"/>
                  <a:gd name="connsiteY4" fmla="*/ 21202 h 41981"/>
                  <a:gd name="connsiteX5" fmla="*/ 21211 w 41981"/>
                  <a:gd name="connsiteY5" fmla="*/ 5012 h 41981"/>
                  <a:gd name="connsiteX6" fmla="*/ 21211 w 41981"/>
                  <a:gd name="connsiteY6" fmla="*/ 211 h 41981"/>
                  <a:gd name="connsiteX7" fmla="*/ 221 w 41981"/>
                  <a:gd name="connsiteY7" fmla="*/ 21202 h 41981"/>
                  <a:gd name="connsiteX8" fmla="*/ 21211 w 41981"/>
                  <a:gd name="connsiteY8" fmla="*/ 42193 h 41981"/>
                  <a:gd name="connsiteX9" fmla="*/ 42202 w 41981"/>
                  <a:gd name="connsiteY9" fmla="*/ 21202 h 41981"/>
                  <a:gd name="connsiteX10" fmla="*/ 42202 w 41981"/>
                  <a:gd name="connsiteY10" fmla="*/ 21202 h 41981"/>
                  <a:gd name="connsiteX11" fmla="*/ 21211 w 41981"/>
                  <a:gd name="connsiteY11" fmla="*/ 2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1" y="5012"/>
                    </a:moveTo>
                    <a:cubicBezTo>
                      <a:pt x="30153" y="5012"/>
                      <a:pt x="37402" y="12260"/>
                      <a:pt x="37402" y="21202"/>
                    </a:cubicBezTo>
                    <a:lnTo>
                      <a:pt x="37402" y="21202"/>
                    </a:lnTo>
                    <a:cubicBezTo>
                      <a:pt x="37402" y="30144"/>
                      <a:pt x="30153" y="37392"/>
                      <a:pt x="21211" y="37392"/>
                    </a:cubicBezTo>
                    <a:cubicBezTo>
                      <a:pt x="12270" y="37392"/>
                      <a:pt x="5021" y="30144"/>
                      <a:pt x="5021" y="21202"/>
                    </a:cubicBezTo>
                    <a:cubicBezTo>
                      <a:pt x="5021" y="12260"/>
                      <a:pt x="12270" y="5012"/>
                      <a:pt x="21211" y="5012"/>
                    </a:cubicBezTo>
                    <a:close/>
                    <a:moveTo>
                      <a:pt x="21211" y="211"/>
                    </a:moveTo>
                    <a:cubicBezTo>
                      <a:pt x="9619" y="211"/>
                      <a:pt x="221" y="9609"/>
                      <a:pt x="221" y="21202"/>
                    </a:cubicBezTo>
                    <a:cubicBezTo>
                      <a:pt x="221" y="32795"/>
                      <a:pt x="9619" y="42193"/>
                      <a:pt x="21211" y="42193"/>
                    </a:cubicBezTo>
                    <a:cubicBezTo>
                      <a:pt x="32804" y="42193"/>
                      <a:pt x="42202" y="32795"/>
                      <a:pt x="42202" y="21202"/>
                    </a:cubicBezTo>
                    <a:lnTo>
                      <a:pt x="42202" y="21202"/>
                    </a:lnTo>
                    <a:cubicBezTo>
                      <a:pt x="42202" y="9609"/>
                      <a:pt x="32804" y="211"/>
                      <a:pt x="21211" y="2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19" name="Freeform: Shape 3618">
                <a:extLst>
                  <a:ext uri="{FF2B5EF4-FFF2-40B4-BE49-F238E27FC236}">
                    <a16:creationId xmlns:a16="http://schemas.microsoft.com/office/drawing/2014/main" id="{1DAAF512-52ED-DA47-AE46-8BFD6AE48224}"/>
                  </a:ext>
                </a:extLst>
              </p:cNvPr>
              <p:cNvSpPr/>
              <p:nvPr/>
            </p:nvSpPr>
            <p:spPr>
              <a:xfrm>
                <a:off x="1997058" y="7533255"/>
                <a:ext cx="37180" cy="37180"/>
              </a:xfrm>
              <a:custGeom>
                <a:avLst/>
                <a:gdLst>
                  <a:gd name="connsiteX0" fmla="*/ 37482 w 37180"/>
                  <a:gd name="connsiteY0" fmla="*/ 18696 h 37180"/>
                  <a:gd name="connsiteX1" fmla="*/ 18891 w 37180"/>
                  <a:gd name="connsiteY1" fmla="*/ 37287 h 37180"/>
                  <a:gd name="connsiteX2" fmla="*/ 301 w 37180"/>
                  <a:gd name="connsiteY2" fmla="*/ 18696 h 37180"/>
                  <a:gd name="connsiteX3" fmla="*/ 18891 w 37180"/>
                  <a:gd name="connsiteY3" fmla="*/ 106 h 37180"/>
                  <a:gd name="connsiteX4" fmla="*/ 37482 w 37180"/>
                  <a:gd name="connsiteY4" fmla="*/ 1869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696"/>
                    </a:moveTo>
                    <a:cubicBezTo>
                      <a:pt x="37482" y="28963"/>
                      <a:pt x="29158" y="37287"/>
                      <a:pt x="18891" y="37287"/>
                    </a:cubicBezTo>
                    <a:cubicBezTo>
                      <a:pt x="8624" y="37287"/>
                      <a:pt x="301" y="28963"/>
                      <a:pt x="301" y="18696"/>
                    </a:cubicBezTo>
                    <a:cubicBezTo>
                      <a:pt x="301" y="8429"/>
                      <a:pt x="8624" y="106"/>
                      <a:pt x="18891" y="106"/>
                    </a:cubicBezTo>
                    <a:cubicBezTo>
                      <a:pt x="29158" y="106"/>
                      <a:pt x="37482" y="8429"/>
                      <a:pt x="37482" y="1869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0" name="Freeform: Shape 3619">
                <a:extLst>
                  <a:ext uri="{FF2B5EF4-FFF2-40B4-BE49-F238E27FC236}">
                    <a16:creationId xmlns:a16="http://schemas.microsoft.com/office/drawing/2014/main" id="{76D73FEB-01FD-1243-2E42-CB53B81A55B7}"/>
                  </a:ext>
                </a:extLst>
              </p:cNvPr>
              <p:cNvSpPr/>
              <p:nvPr/>
            </p:nvSpPr>
            <p:spPr>
              <a:xfrm>
                <a:off x="1994658" y="7530855"/>
                <a:ext cx="41981" cy="41981"/>
              </a:xfrm>
              <a:custGeom>
                <a:avLst/>
                <a:gdLst>
                  <a:gd name="connsiteX0" fmla="*/ 21291 w 41981"/>
                  <a:gd name="connsiteY0" fmla="*/ 4906 h 41981"/>
                  <a:gd name="connsiteX1" fmla="*/ 37482 w 41981"/>
                  <a:gd name="connsiteY1" fmla="*/ 21096 h 41981"/>
                  <a:gd name="connsiteX2" fmla="*/ 37482 w 41981"/>
                  <a:gd name="connsiteY2" fmla="*/ 21096 h 41981"/>
                  <a:gd name="connsiteX3" fmla="*/ 21291 w 41981"/>
                  <a:gd name="connsiteY3" fmla="*/ 37287 h 41981"/>
                  <a:gd name="connsiteX4" fmla="*/ 5101 w 41981"/>
                  <a:gd name="connsiteY4" fmla="*/ 21096 h 41981"/>
                  <a:gd name="connsiteX5" fmla="*/ 21291 w 41981"/>
                  <a:gd name="connsiteY5" fmla="*/ 4906 h 41981"/>
                  <a:gd name="connsiteX6" fmla="*/ 21291 w 41981"/>
                  <a:gd name="connsiteY6" fmla="*/ 106 h 41981"/>
                  <a:gd name="connsiteX7" fmla="*/ 301 w 41981"/>
                  <a:gd name="connsiteY7" fmla="*/ 21096 h 41981"/>
                  <a:gd name="connsiteX8" fmla="*/ 21291 w 41981"/>
                  <a:gd name="connsiteY8" fmla="*/ 42087 h 41981"/>
                  <a:gd name="connsiteX9" fmla="*/ 42282 w 41981"/>
                  <a:gd name="connsiteY9" fmla="*/ 21096 h 41981"/>
                  <a:gd name="connsiteX10" fmla="*/ 42282 w 41981"/>
                  <a:gd name="connsiteY10" fmla="*/ 21096 h 41981"/>
                  <a:gd name="connsiteX11" fmla="*/ 21291 w 41981"/>
                  <a:gd name="connsiteY11" fmla="*/ 10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06"/>
                    </a:moveTo>
                    <a:cubicBezTo>
                      <a:pt x="30233" y="4906"/>
                      <a:pt x="37482" y="12155"/>
                      <a:pt x="37482" y="21096"/>
                    </a:cubicBezTo>
                    <a:lnTo>
                      <a:pt x="37482" y="21096"/>
                    </a:lnTo>
                    <a:cubicBezTo>
                      <a:pt x="37482" y="30038"/>
                      <a:pt x="30233" y="37287"/>
                      <a:pt x="21291" y="37287"/>
                    </a:cubicBezTo>
                    <a:cubicBezTo>
                      <a:pt x="12350" y="37287"/>
                      <a:pt x="5101" y="30038"/>
                      <a:pt x="5101" y="21096"/>
                    </a:cubicBezTo>
                    <a:cubicBezTo>
                      <a:pt x="5101" y="12155"/>
                      <a:pt x="12350" y="4906"/>
                      <a:pt x="21291" y="4906"/>
                    </a:cubicBezTo>
                    <a:close/>
                    <a:moveTo>
                      <a:pt x="21291" y="106"/>
                    </a:moveTo>
                    <a:cubicBezTo>
                      <a:pt x="9699" y="106"/>
                      <a:pt x="301" y="9504"/>
                      <a:pt x="301" y="21096"/>
                    </a:cubicBezTo>
                    <a:cubicBezTo>
                      <a:pt x="301" y="32689"/>
                      <a:pt x="9699" y="42087"/>
                      <a:pt x="21291" y="42087"/>
                    </a:cubicBezTo>
                    <a:cubicBezTo>
                      <a:pt x="32884" y="42087"/>
                      <a:pt x="42282" y="32689"/>
                      <a:pt x="42282" y="21096"/>
                    </a:cubicBezTo>
                    <a:lnTo>
                      <a:pt x="42282" y="21096"/>
                    </a:lnTo>
                    <a:cubicBezTo>
                      <a:pt x="42282" y="9504"/>
                      <a:pt x="32884" y="106"/>
                      <a:pt x="21291" y="10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1" name="Freeform: Shape 3620">
                <a:extLst>
                  <a:ext uri="{FF2B5EF4-FFF2-40B4-BE49-F238E27FC236}">
                    <a16:creationId xmlns:a16="http://schemas.microsoft.com/office/drawing/2014/main" id="{A5E91204-17F6-C1BF-3779-4F2622383CE7}"/>
                  </a:ext>
                </a:extLst>
              </p:cNvPr>
              <p:cNvSpPr/>
              <p:nvPr/>
            </p:nvSpPr>
            <p:spPr>
              <a:xfrm>
                <a:off x="2203468" y="7625237"/>
                <a:ext cx="37180" cy="37180"/>
              </a:xfrm>
              <a:custGeom>
                <a:avLst/>
                <a:gdLst>
                  <a:gd name="connsiteX0" fmla="*/ 37518 w 37180"/>
                  <a:gd name="connsiteY0" fmla="*/ 18712 h 37180"/>
                  <a:gd name="connsiteX1" fmla="*/ 18927 w 37180"/>
                  <a:gd name="connsiteY1" fmla="*/ 37303 h 37180"/>
                  <a:gd name="connsiteX2" fmla="*/ 337 w 37180"/>
                  <a:gd name="connsiteY2" fmla="*/ 18712 h 37180"/>
                  <a:gd name="connsiteX3" fmla="*/ 18927 w 37180"/>
                  <a:gd name="connsiteY3" fmla="*/ 122 h 37180"/>
                  <a:gd name="connsiteX4" fmla="*/ 37518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8" y="18712"/>
                    </a:moveTo>
                    <a:cubicBezTo>
                      <a:pt x="37518" y="28979"/>
                      <a:pt x="29194" y="37303"/>
                      <a:pt x="18927" y="37303"/>
                    </a:cubicBezTo>
                    <a:cubicBezTo>
                      <a:pt x="8660" y="37303"/>
                      <a:pt x="337" y="28979"/>
                      <a:pt x="337" y="18712"/>
                    </a:cubicBezTo>
                    <a:cubicBezTo>
                      <a:pt x="337" y="8445"/>
                      <a:pt x="8660" y="122"/>
                      <a:pt x="18927" y="122"/>
                    </a:cubicBezTo>
                    <a:cubicBezTo>
                      <a:pt x="29194" y="122"/>
                      <a:pt x="37518" y="8445"/>
                      <a:pt x="37518" y="18712"/>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2" name="Freeform: Shape 3621">
                <a:extLst>
                  <a:ext uri="{FF2B5EF4-FFF2-40B4-BE49-F238E27FC236}">
                    <a16:creationId xmlns:a16="http://schemas.microsoft.com/office/drawing/2014/main" id="{C0162803-1B6E-AFEE-D307-8AA97A188C4B}"/>
                  </a:ext>
                </a:extLst>
              </p:cNvPr>
              <p:cNvSpPr/>
              <p:nvPr/>
            </p:nvSpPr>
            <p:spPr>
              <a:xfrm>
                <a:off x="2201068" y="7622837"/>
                <a:ext cx="41981" cy="41981"/>
              </a:xfrm>
              <a:custGeom>
                <a:avLst/>
                <a:gdLst>
                  <a:gd name="connsiteX0" fmla="*/ 21327 w 41981"/>
                  <a:gd name="connsiteY0" fmla="*/ 4922 h 41981"/>
                  <a:gd name="connsiteX1" fmla="*/ 37518 w 41981"/>
                  <a:gd name="connsiteY1" fmla="*/ 21112 h 41981"/>
                  <a:gd name="connsiteX2" fmla="*/ 37518 w 41981"/>
                  <a:gd name="connsiteY2" fmla="*/ 21112 h 41981"/>
                  <a:gd name="connsiteX3" fmla="*/ 21327 w 41981"/>
                  <a:gd name="connsiteY3" fmla="*/ 37303 h 41981"/>
                  <a:gd name="connsiteX4" fmla="*/ 5137 w 41981"/>
                  <a:gd name="connsiteY4" fmla="*/ 21112 h 41981"/>
                  <a:gd name="connsiteX5" fmla="*/ 21327 w 41981"/>
                  <a:gd name="connsiteY5" fmla="*/ 4922 h 41981"/>
                  <a:gd name="connsiteX6" fmla="*/ 21327 w 41981"/>
                  <a:gd name="connsiteY6" fmla="*/ 122 h 41981"/>
                  <a:gd name="connsiteX7" fmla="*/ 337 w 41981"/>
                  <a:gd name="connsiteY7" fmla="*/ 21112 h 41981"/>
                  <a:gd name="connsiteX8" fmla="*/ 21327 w 41981"/>
                  <a:gd name="connsiteY8" fmla="*/ 42103 h 41981"/>
                  <a:gd name="connsiteX9" fmla="*/ 42318 w 41981"/>
                  <a:gd name="connsiteY9" fmla="*/ 21112 h 41981"/>
                  <a:gd name="connsiteX10" fmla="*/ 42318 w 41981"/>
                  <a:gd name="connsiteY10" fmla="*/ 21112 h 41981"/>
                  <a:gd name="connsiteX11" fmla="*/ 21327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7" y="4922"/>
                    </a:moveTo>
                    <a:cubicBezTo>
                      <a:pt x="30269" y="4922"/>
                      <a:pt x="37518" y="12171"/>
                      <a:pt x="37518" y="21112"/>
                    </a:cubicBezTo>
                    <a:lnTo>
                      <a:pt x="37518" y="21112"/>
                    </a:lnTo>
                    <a:cubicBezTo>
                      <a:pt x="37518" y="30054"/>
                      <a:pt x="30269" y="37303"/>
                      <a:pt x="21327" y="37303"/>
                    </a:cubicBezTo>
                    <a:cubicBezTo>
                      <a:pt x="12386" y="37303"/>
                      <a:pt x="5137" y="30054"/>
                      <a:pt x="5137" y="21112"/>
                    </a:cubicBezTo>
                    <a:cubicBezTo>
                      <a:pt x="5137" y="12171"/>
                      <a:pt x="12386" y="4922"/>
                      <a:pt x="21327" y="4922"/>
                    </a:cubicBezTo>
                    <a:close/>
                    <a:moveTo>
                      <a:pt x="21327" y="122"/>
                    </a:moveTo>
                    <a:cubicBezTo>
                      <a:pt x="9735" y="122"/>
                      <a:pt x="337" y="9520"/>
                      <a:pt x="337" y="21112"/>
                    </a:cubicBezTo>
                    <a:cubicBezTo>
                      <a:pt x="337" y="32705"/>
                      <a:pt x="9735" y="42103"/>
                      <a:pt x="21327" y="42103"/>
                    </a:cubicBezTo>
                    <a:cubicBezTo>
                      <a:pt x="32920" y="42103"/>
                      <a:pt x="42318" y="32705"/>
                      <a:pt x="42318" y="21112"/>
                    </a:cubicBezTo>
                    <a:lnTo>
                      <a:pt x="42318" y="21112"/>
                    </a:lnTo>
                    <a:cubicBezTo>
                      <a:pt x="42318" y="9520"/>
                      <a:pt x="32920" y="122"/>
                      <a:pt x="21327" y="12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3" name="Freeform: Shape 3622">
                <a:extLst>
                  <a:ext uri="{FF2B5EF4-FFF2-40B4-BE49-F238E27FC236}">
                    <a16:creationId xmlns:a16="http://schemas.microsoft.com/office/drawing/2014/main" id="{D1262B15-B1C5-F37E-0908-51131A0BD300}"/>
                  </a:ext>
                </a:extLst>
              </p:cNvPr>
              <p:cNvSpPr/>
              <p:nvPr/>
            </p:nvSpPr>
            <p:spPr>
              <a:xfrm>
                <a:off x="1866686" y="7712564"/>
                <a:ext cx="37180" cy="37180"/>
              </a:xfrm>
              <a:custGeom>
                <a:avLst/>
                <a:gdLst>
                  <a:gd name="connsiteX0" fmla="*/ 37459 w 37180"/>
                  <a:gd name="connsiteY0" fmla="*/ 18727 h 37180"/>
                  <a:gd name="connsiteX1" fmla="*/ 18869 w 37180"/>
                  <a:gd name="connsiteY1" fmla="*/ 37318 h 37180"/>
                  <a:gd name="connsiteX2" fmla="*/ 278 w 37180"/>
                  <a:gd name="connsiteY2" fmla="*/ 18727 h 37180"/>
                  <a:gd name="connsiteX3" fmla="*/ 18869 w 37180"/>
                  <a:gd name="connsiteY3" fmla="*/ 137 h 37180"/>
                  <a:gd name="connsiteX4" fmla="*/ 37459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27"/>
                    </a:moveTo>
                    <a:cubicBezTo>
                      <a:pt x="37459" y="28995"/>
                      <a:pt x="29136" y="37318"/>
                      <a:pt x="18869" y="37318"/>
                    </a:cubicBezTo>
                    <a:cubicBezTo>
                      <a:pt x="8601" y="37318"/>
                      <a:pt x="278" y="28995"/>
                      <a:pt x="278" y="18727"/>
                    </a:cubicBezTo>
                    <a:cubicBezTo>
                      <a:pt x="278" y="8460"/>
                      <a:pt x="8601" y="137"/>
                      <a:pt x="18869" y="137"/>
                    </a:cubicBezTo>
                    <a:cubicBezTo>
                      <a:pt x="29136" y="137"/>
                      <a:pt x="37459" y="8460"/>
                      <a:pt x="37459" y="18727"/>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4" name="Freeform: Shape 3623">
                <a:extLst>
                  <a:ext uri="{FF2B5EF4-FFF2-40B4-BE49-F238E27FC236}">
                    <a16:creationId xmlns:a16="http://schemas.microsoft.com/office/drawing/2014/main" id="{8FA47FC2-55F1-1EDF-8D1E-4F8193EA421E}"/>
                  </a:ext>
                </a:extLst>
              </p:cNvPr>
              <p:cNvSpPr/>
              <p:nvPr/>
            </p:nvSpPr>
            <p:spPr>
              <a:xfrm>
                <a:off x="1864286" y="7710164"/>
                <a:ext cx="41981" cy="41981"/>
              </a:xfrm>
              <a:custGeom>
                <a:avLst/>
                <a:gdLst>
                  <a:gd name="connsiteX0" fmla="*/ 21269 w 41981"/>
                  <a:gd name="connsiteY0" fmla="*/ 4937 h 41981"/>
                  <a:gd name="connsiteX1" fmla="*/ 37459 w 41981"/>
                  <a:gd name="connsiteY1" fmla="*/ 21128 h 41981"/>
                  <a:gd name="connsiteX2" fmla="*/ 37459 w 41981"/>
                  <a:gd name="connsiteY2" fmla="*/ 21128 h 41981"/>
                  <a:gd name="connsiteX3" fmla="*/ 21269 w 41981"/>
                  <a:gd name="connsiteY3" fmla="*/ 37318 h 41981"/>
                  <a:gd name="connsiteX4" fmla="*/ 5079 w 41981"/>
                  <a:gd name="connsiteY4" fmla="*/ 21128 h 41981"/>
                  <a:gd name="connsiteX5" fmla="*/ 21269 w 41981"/>
                  <a:gd name="connsiteY5" fmla="*/ 4937 h 41981"/>
                  <a:gd name="connsiteX6" fmla="*/ 21269 w 41981"/>
                  <a:gd name="connsiteY6" fmla="*/ 137 h 41981"/>
                  <a:gd name="connsiteX7" fmla="*/ 278 w 41981"/>
                  <a:gd name="connsiteY7" fmla="*/ 21128 h 41981"/>
                  <a:gd name="connsiteX8" fmla="*/ 21269 w 41981"/>
                  <a:gd name="connsiteY8" fmla="*/ 42118 h 41981"/>
                  <a:gd name="connsiteX9" fmla="*/ 42259 w 41981"/>
                  <a:gd name="connsiteY9" fmla="*/ 21128 h 41981"/>
                  <a:gd name="connsiteX10" fmla="*/ 42259 w 41981"/>
                  <a:gd name="connsiteY10" fmla="*/ 21128 h 41981"/>
                  <a:gd name="connsiteX11" fmla="*/ 21269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37"/>
                    </a:moveTo>
                    <a:cubicBezTo>
                      <a:pt x="30211" y="4937"/>
                      <a:pt x="37459" y="12186"/>
                      <a:pt x="37459" y="21128"/>
                    </a:cubicBezTo>
                    <a:lnTo>
                      <a:pt x="37459" y="21128"/>
                    </a:lnTo>
                    <a:cubicBezTo>
                      <a:pt x="37459" y="30069"/>
                      <a:pt x="30211" y="37318"/>
                      <a:pt x="21269" y="37318"/>
                    </a:cubicBezTo>
                    <a:cubicBezTo>
                      <a:pt x="12327" y="37318"/>
                      <a:pt x="5079" y="30069"/>
                      <a:pt x="5079" y="21128"/>
                    </a:cubicBezTo>
                    <a:cubicBezTo>
                      <a:pt x="5079" y="12186"/>
                      <a:pt x="12327" y="4937"/>
                      <a:pt x="21269" y="4937"/>
                    </a:cubicBezTo>
                    <a:close/>
                    <a:moveTo>
                      <a:pt x="21269" y="137"/>
                    </a:moveTo>
                    <a:cubicBezTo>
                      <a:pt x="9676" y="137"/>
                      <a:pt x="278" y="9535"/>
                      <a:pt x="278" y="21128"/>
                    </a:cubicBezTo>
                    <a:cubicBezTo>
                      <a:pt x="278" y="32720"/>
                      <a:pt x="9676" y="42118"/>
                      <a:pt x="21269" y="42118"/>
                    </a:cubicBezTo>
                    <a:cubicBezTo>
                      <a:pt x="32861" y="42118"/>
                      <a:pt x="42259" y="32720"/>
                      <a:pt x="42259" y="21128"/>
                    </a:cubicBezTo>
                    <a:lnTo>
                      <a:pt x="42259" y="21128"/>
                    </a:lnTo>
                    <a:cubicBezTo>
                      <a:pt x="42259" y="9535"/>
                      <a:pt x="32861" y="137"/>
                      <a:pt x="21269"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5" name="Freeform: Shape 3624">
                <a:extLst>
                  <a:ext uri="{FF2B5EF4-FFF2-40B4-BE49-F238E27FC236}">
                    <a16:creationId xmlns:a16="http://schemas.microsoft.com/office/drawing/2014/main" id="{E24D95C6-1684-C45D-CB55-707609411552}"/>
                  </a:ext>
                </a:extLst>
              </p:cNvPr>
              <p:cNvSpPr/>
              <p:nvPr/>
            </p:nvSpPr>
            <p:spPr>
              <a:xfrm>
                <a:off x="1544771" y="7847486"/>
                <a:ext cx="37180" cy="37180"/>
              </a:xfrm>
              <a:custGeom>
                <a:avLst/>
                <a:gdLst>
                  <a:gd name="connsiteX0" fmla="*/ 37403 w 37180"/>
                  <a:gd name="connsiteY0" fmla="*/ 18751 h 37180"/>
                  <a:gd name="connsiteX1" fmla="*/ 18813 w 37180"/>
                  <a:gd name="connsiteY1" fmla="*/ 37341 h 37180"/>
                  <a:gd name="connsiteX2" fmla="*/ 222 w 37180"/>
                  <a:gd name="connsiteY2" fmla="*/ 18751 h 37180"/>
                  <a:gd name="connsiteX3" fmla="*/ 18813 w 37180"/>
                  <a:gd name="connsiteY3" fmla="*/ 160 h 37180"/>
                  <a:gd name="connsiteX4" fmla="*/ 37403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51"/>
                    </a:moveTo>
                    <a:cubicBezTo>
                      <a:pt x="37403" y="29018"/>
                      <a:pt x="29080" y="37341"/>
                      <a:pt x="18813" y="37341"/>
                    </a:cubicBezTo>
                    <a:cubicBezTo>
                      <a:pt x="8546" y="37341"/>
                      <a:pt x="222" y="29018"/>
                      <a:pt x="222" y="18751"/>
                    </a:cubicBezTo>
                    <a:cubicBezTo>
                      <a:pt x="222" y="8484"/>
                      <a:pt x="8546" y="160"/>
                      <a:pt x="18813" y="160"/>
                    </a:cubicBezTo>
                    <a:cubicBezTo>
                      <a:pt x="29080" y="160"/>
                      <a:pt x="37403" y="8484"/>
                      <a:pt x="37403" y="18751"/>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6" name="Freeform: Shape 3625">
                <a:extLst>
                  <a:ext uri="{FF2B5EF4-FFF2-40B4-BE49-F238E27FC236}">
                    <a16:creationId xmlns:a16="http://schemas.microsoft.com/office/drawing/2014/main" id="{69150967-A63C-FF59-0278-70B694A05BE8}"/>
                  </a:ext>
                </a:extLst>
              </p:cNvPr>
              <p:cNvSpPr/>
              <p:nvPr/>
            </p:nvSpPr>
            <p:spPr>
              <a:xfrm>
                <a:off x="1542371" y="7845086"/>
                <a:ext cx="41981" cy="41981"/>
              </a:xfrm>
              <a:custGeom>
                <a:avLst/>
                <a:gdLst>
                  <a:gd name="connsiteX0" fmla="*/ 21213 w 41981"/>
                  <a:gd name="connsiteY0" fmla="*/ 4961 h 41981"/>
                  <a:gd name="connsiteX1" fmla="*/ 37403 w 41981"/>
                  <a:gd name="connsiteY1" fmla="*/ 21151 h 41981"/>
                  <a:gd name="connsiteX2" fmla="*/ 37403 w 41981"/>
                  <a:gd name="connsiteY2" fmla="*/ 21151 h 41981"/>
                  <a:gd name="connsiteX3" fmla="*/ 21213 w 41981"/>
                  <a:gd name="connsiteY3" fmla="*/ 37341 h 41981"/>
                  <a:gd name="connsiteX4" fmla="*/ 5023 w 41981"/>
                  <a:gd name="connsiteY4" fmla="*/ 21151 h 41981"/>
                  <a:gd name="connsiteX5" fmla="*/ 21213 w 41981"/>
                  <a:gd name="connsiteY5" fmla="*/ 4961 h 41981"/>
                  <a:gd name="connsiteX6" fmla="*/ 21213 w 41981"/>
                  <a:gd name="connsiteY6" fmla="*/ 160 h 41981"/>
                  <a:gd name="connsiteX7" fmla="*/ 222 w 41981"/>
                  <a:gd name="connsiteY7" fmla="*/ 21151 h 41981"/>
                  <a:gd name="connsiteX8" fmla="*/ 21213 w 41981"/>
                  <a:gd name="connsiteY8" fmla="*/ 42142 h 41981"/>
                  <a:gd name="connsiteX9" fmla="*/ 42204 w 41981"/>
                  <a:gd name="connsiteY9" fmla="*/ 21151 h 41981"/>
                  <a:gd name="connsiteX10" fmla="*/ 42204 w 41981"/>
                  <a:gd name="connsiteY10" fmla="*/ 21151 h 41981"/>
                  <a:gd name="connsiteX11" fmla="*/ 21213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4961"/>
                    </a:moveTo>
                    <a:cubicBezTo>
                      <a:pt x="30155" y="4961"/>
                      <a:pt x="37403" y="12209"/>
                      <a:pt x="37403" y="21151"/>
                    </a:cubicBezTo>
                    <a:lnTo>
                      <a:pt x="37403" y="21151"/>
                    </a:lnTo>
                    <a:cubicBezTo>
                      <a:pt x="37403" y="30093"/>
                      <a:pt x="30155" y="37341"/>
                      <a:pt x="21213" y="37341"/>
                    </a:cubicBezTo>
                    <a:cubicBezTo>
                      <a:pt x="12271" y="37341"/>
                      <a:pt x="5023" y="30093"/>
                      <a:pt x="5023" y="21151"/>
                    </a:cubicBezTo>
                    <a:cubicBezTo>
                      <a:pt x="5023" y="12209"/>
                      <a:pt x="12271" y="4961"/>
                      <a:pt x="21213" y="4961"/>
                    </a:cubicBezTo>
                    <a:close/>
                    <a:moveTo>
                      <a:pt x="21213" y="160"/>
                    </a:moveTo>
                    <a:cubicBezTo>
                      <a:pt x="9620" y="160"/>
                      <a:pt x="222" y="9558"/>
                      <a:pt x="222" y="21151"/>
                    </a:cubicBezTo>
                    <a:cubicBezTo>
                      <a:pt x="222" y="32744"/>
                      <a:pt x="9620" y="42142"/>
                      <a:pt x="21213" y="42142"/>
                    </a:cubicBezTo>
                    <a:cubicBezTo>
                      <a:pt x="32806" y="42142"/>
                      <a:pt x="42204" y="32744"/>
                      <a:pt x="42204" y="21151"/>
                    </a:cubicBezTo>
                    <a:lnTo>
                      <a:pt x="42204" y="21151"/>
                    </a:lnTo>
                    <a:cubicBezTo>
                      <a:pt x="42204" y="9558"/>
                      <a:pt x="32806" y="160"/>
                      <a:pt x="21213"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7" name="Freeform: Shape 3626">
                <a:extLst>
                  <a:ext uri="{FF2B5EF4-FFF2-40B4-BE49-F238E27FC236}">
                    <a16:creationId xmlns:a16="http://schemas.microsoft.com/office/drawing/2014/main" id="{4D73ED31-9428-E945-6DB3-05A41C0BFEDB}"/>
                  </a:ext>
                </a:extLst>
              </p:cNvPr>
              <p:cNvSpPr/>
              <p:nvPr/>
            </p:nvSpPr>
            <p:spPr>
              <a:xfrm>
                <a:off x="1511888" y="8130262"/>
                <a:ext cx="37180" cy="37180"/>
              </a:xfrm>
              <a:custGeom>
                <a:avLst/>
                <a:gdLst>
                  <a:gd name="connsiteX0" fmla="*/ 37397 w 37180"/>
                  <a:gd name="connsiteY0" fmla="*/ 18800 h 37180"/>
                  <a:gd name="connsiteX1" fmla="*/ 18807 w 37180"/>
                  <a:gd name="connsiteY1" fmla="*/ 37390 h 37180"/>
                  <a:gd name="connsiteX2" fmla="*/ 217 w 37180"/>
                  <a:gd name="connsiteY2" fmla="*/ 18800 h 37180"/>
                  <a:gd name="connsiteX3" fmla="*/ 18807 w 37180"/>
                  <a:gd name="connsiteY3" fmla="*/ 209 h 37180"/>
                  <a:gd name="connsiteX4" fmla="*/ 37397 w 37180"/>
                  <a:gd name="connsiteY4" fmla="*/ 1880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7" y="18800"/>
                    </a:moveTo>
                    <a:cubicBezTo>
                      <a:pt x="37397" y="29067"/>
                      <a:pt x="29074" y="37390"/>
                      <a:pt x="18807" y="37390"/>
                    </a:cubicBezTo>
                    <a:cubicBezTo>
                      <a:pt x="8540" y="37390"/>
                      <a:pt x="217" y="29067"/>
                      <a:pt x="217" y="18800"/>
                    </a:cubicBezTo>
                    <a:cubicBezTo>
                      <a:pt x="217" y="8533"/>
                      <a:pt x="8540" y="209"/>
                      <a:pt x="18807" y="209"/>
                    </a:cubicBezTo>
                    <a:cubicBezTo>
                      <a:pt x="29074" y="209"/>
                      <a:pt x="37397" y="8533"/>
                      <a:pt x="37397" y="18800"/>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8" name="Freeform: Shape 3627">
                <a:extLst>
                  <a:ext uri="{FF2B5EF4-FFF2-40B4-BE49-F238E27FC236}">
                    <a16:creationId xmlns:a16="http://schemas.microsoft.com/office/drawing/2014/main" id="{FAF9FA0B-4E64-95A0-F2F3-8F1DDBF30788}"/>
                  </a:ext>
                </a:extLst>
              </p:cNvPr>
              <p:cNvSpPr/>
              <p:nvPr/>
            </p:nvSpPr>
            <p:spPr>
              <a:xfrm>
                <a:off x="1509487" y="8127862"/>
                <a:ext cx="41981" cy="41981"/>
              </a:xfrm>
              <a:custGeom>
                <a:avLst/>
                <a:gdLst>
                  <a:gd name="connsiteX0" fmla="*/ 21207 w 41981"/>
                  <a:gd name="connsiteY0" fmla="*/ 5010 h 41981"/>
                  <a:gd name="connsiteX1" fmla="*/ 37397 w 41981"/>
                  <a:gd name="connsiteY1" fmla="*/ 21200 h 41981"/>
                  <a:gd name="connsiteX2" fmla="*/ 37397 w 41981"/>
                  <a:gd name="connsiteY2" fmla="*/ 21200 h 41981"/>
                  <a:gd name="connsiteX3" fmla="*/ 21207 w 41981"/>
                  <a:gd name="connsiteY3" fmla="*/ 37390 h 41981"/>
                  <a:gd name="connsiteX4" fmla="*/ 5017 w 41981"/>
                  <a:gd name="connsiteY4" fmla="*/ 21200 h 41981"/>
                  <a:gd name="connsiteX5" fmla="*/ 21207 w 41981"/>
                  <a:gd name="connsiteY5" fmla="*/ 5010 h 41981"/>
                  <a:gd name="connsiteX6" fmla="*/ 21207 w 41981"/>
                  <a:gd name="connsiteY6" fmla="*/ 209 h 41981"/>
                  <a:gd name="connsiteX7" fmla="*/ 217 w 41981"/>
                  <a:gd name="connsiteY7" fmla="*/ 21200 h 41981"/>
                  <a:gd name="connsiteX8" fmla="*/ 21207 w 41981"/>
                  <a:gd name="connsiteY8" fmla="*/ 42191 h 41981"/>
                  <a:gd name="connsiteX9" fmla="*/ 42198 w 41981"/>
                  <a:gd name="connsiteY9" fmla="*/ 21200 h 41981"/>
                  <a:gd name="connsiteX10" fmla="*/ 42198 w 41981"/>
                  <a:gd name="connsiteY10" fmla="*/ 21200 h 41981"/>
                  <a:gd name="connsiteX11" fmla="*/ 21207 w 41981"/>
                  <a:gd name="connsiteY11" fmla="*/ 2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7" y="5010"/>
                    </a:moveTo>
                    <a:cubicBezTo>
                      <a:pt x="30149" y="5010"/>
                      <a:pt x="37397" y="12258"/>
                      <a:pt x="37397" y="21200"/>
                    </a:cubicBezTo>
                    <a:lnTo>
                      <a:pt x="37397" y="21200"/>
                    </a:lnTo>
                    <a:cubicBezTo>
                      <a:pt x="37397" y="30142"/>
                      <a:pt x="30149" y="37390"/>
                      <a:pt x="21207" y="37390"/>
                    </a:cubicBezTo>
                    <a:cubicBezTo>
                      <a:pt x="12265" y="37390"/>
                      <a:pt x="5017" y="30142"/>
                      <a:pt x="5017" y="21200"/>
                    </a:cubicBezTo>
                    <a:cubicBezTo>
                      <a:pt x="5017" y="12258"/>
                      <a:pt x="12265" y="5010"/>
                      <a:pt x="21207" y="5010"/>
                    </a:cubicBezTo>
                    <a:close/>
                    <a:moveTo>
                      <a:pt x="21207" y="209"/>
                    </a:moveTo>
                    <a:cubicBezTo>
                      <a:pt x="9615" y="209"/>
                      <a:pt x="217" y="9608"/>
                      <a:pt x="217" y="21200"/>
                    </a:cubicBezTo>
                    <a:cubicBezTo>
                      <a:pt x="217" y="32793"/>
                      <a:pt x="9615" y="42191"/>
                      <a:pt x="21207" y="42191"/>
                    </a:cubicBezTo>
                    <a:cubicBezTo>
                      <a:pt x="32800" y="42191"/>
                      <a:pt x="42198" y="32793"/>
                      <a:pt x="42198" y="21200"/>
                    </a:cubicBezTo>
                    <a:lnTo>
                      <a:pt x="42198" y="21200"/>
                    </a:lnTo>
                    <a:cubicBezTo>
                      <a:pt x="42198" y="9608"/>
                      <a:pt x="32800" y="209"/>
                      <a:pt x="21207" y="20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29" name="Freeform: Shape 3628">
                <a:extLst>
                  <a:ext uri="{FF2B5EF4-FFF2-40B4-BE49-F238E27FC236}">
                    <a16:creationId xmlns:a16="http://schemas.microsoft.com/office/drawing/2014/main" id="{6FDA79B1-2501-F0BB-E41D-73E84A7851F7}"/>
                  </a:ext>
                </a:extLst>
              </p:cNvPr>
              <p:cNvSpPr/>
              <p:nvPr/>
            </p:nvSpPr>
            <p:spPr>
              <a:xfrm>
                <a:off x="1600880" y="8019964"/>
                <a:ext cx="37180" cy="37180"/>
              </a:xfrm>
              <a:custGeom>
                <a:avLst/>
                <a:gdLst>
                  <a:gd name="connsiteX0" fmla="*/ 37413 w 37180"/>
                  <a:gd name="connsiteY0" fmla="*/ 18781 h 37180"/>
                  <a:gd name="connsiteX1" fmla="*/ 18823 w 37180"/>
                  <a:gd name="connsiteY1" fmla="*/ 37371 h 37180"/>
                  <a:gd name="connsiteX2" fmla="*/ 232 w 37180"/>
                  <a:gd name="connsiteY2" fmla="*/ 18781 h 37180"/>
                  <a:gd name="connsiteX3" fmla="*/ 18823 w 37180"/>
                  <a:gd name="connsiteY3" fmla="*/ 190 h 37180"/>
                  <a:gd name="connsiteX4" fmla="*/ 37413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81"/>
                    </a:moveTo>
                    <a:cubicBezTo>
                      <a:pt x="37413" y="29048"/>
                      <a:pt x="29090" y="37371"/>
                      <a:pt x="18823" y="37371"/>
                    </a:cubicBezTo>
                    <a:cubicBezTo>
                      <a:pt x="8555" y="37371"/>
                      <a:pt x="232" y="29048"/>
                      <a:pt x="232" y="18781"/>
                    </a:cubicBezTo>
                    <a:cubicBezTo>
                      <a:pt x="232" y="8514"/>
                      <a:pt x="8555" y="190"/>
                      <a:pt x="18823" y="190"/>
                    </a:cubicBezTo>
                    <a:cubicBezTo>
                      <a:pt x="29090" y="190"/>
                      <a:pt x="37413" y="8514"/>
                      <a:pt x="37413" y="18781"/>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0" name="Freeform: Shape 3629">
                <a:extLst>
                  <a:ext uri="{FF2B5EF4-FFF2-40B4-BE49-F238E27FC236}">
                    <a16:creationId xmlns:a16="http://schemas.microsoft.com/office/drawing/2014/main" id="{358CBA18-5FFB-4E8A-E3F6-7BD6D5BB4CE5}"/>
                  </a:ext>
                </a:extLst>
              </p:cNvPr>
              <p:cNvSpPr/>
              <p:nvPr/>
            </p:nvSpPr>
            <p:spPr>
              <a:xfrm>
                <a:off x="1598479" y="8017564"/>
                <a:ext cx="41981" cy="41981"/>
              </a:xfrm>
              <a:custGeom>
                <a:avLst/>
                <a:gdLst>
                  <a:gd name="connsiteX0" fmla="*/ 21223 w 41981"/>
                  <a:gd name="connsiteY0" fmla="*/ 4991 h 41981"/>
                  <a:gd name="connsiteX1" fmla="*/ 37413 w 41981"/>
                  <a:gd name="connsiteY1" fmla="*/ 21181 h 41981"/>
                  <a:gd name="connsiteX2" fmla="*/ 37413 w 41981"/>
                  <a:gd name="connsiteY2" fmla="*/ 21181 h 41981"/>
                  <a:gd name="connsiteX3" fmla="*/ 21223 w 41981"/>
                  <a:gd name="connsiteY3" fmla="*/ 37371 h 41981"/>
                  <a:gd name="connsiteX4" fmla="*/ 5033 w 41981"/>
                  <a:gd name="connsiteY4" fmla="*/ 21181 h 41981"/>
                  <a:gd name="connsiteX5" fmla="*/ 21223 w 41981"/>
                  <a:gd name="connsiteY5" fmla="*/ 4991 h 41981"/>
                  <a:gd name="connsiteX6" fmla="*/ 21223 w 41981"/>
                  <a:gd name="connsiteY6" fmla="*/ 190 h 41981"/>
                  <a:gd name="connsiteX7" fmla="*/ 232 w 41981"/>
                  <a:gd name="connsiteY7" fmla="*/ 21181 h 41981"/>
                  <a:gd name="connsiteX8" fmla="*/ 21223 w 41981"/>
                  <a:gd name="connsiteY8" fmla="*/ 42172 h 41981"/>
                  <a:gd name="connsiteX9" fmla="*/ 42213 w 41981"/>
                  <a:gd name="connsiteY9" fmla="*/ 21181 h 41981"/>
                  <a:gd name="connsiteX10" fmla="*/ 42213 w 41981"/>
                  <a:gd name="connsiteY10" fmla="*/ 21181 h 41981"/>
                  <a:gd name="connsiteX11" fmla="*/ 21223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91"/>
                    </a:moveTo>
                    <a:cubicBezTo>
                      <a:pt x="30165" y="4991"/>
                      <a:pt x="37413" y="12239"/>
                      <a:pt x="37413" y="21181"/>
                    </a:cubicBezTo>
                    <a:lnTo>
                      <a:pt x="37413" y="21181"/>
                    </a:lnTo>
                    <a:cubicBezTo>
                      <a:pt x="37413" y="30123"/>
                      <a:pt x="30165" y="37371"/>
                      <a:pt x="21223" y="37371"/>
                    </a:cubicBezTo>
                    <a:cubicBezTo>
                      <a:pt x="12281" y="37371"/>
                      <a:pt x="5033" y="30123"/>
                      <a:pt x="5033" y="21181"/>
                    </a:cubicBezTo>
                    <a:cubicBezTo>
                      <a:pt x="5033" y="12239"/>
                      <a:pt x="12281" y="4991"/>
                      <a:pt x="21223" y="4991"/>
                    </a:cubicBezTo>
                    <a:close/>
                    <a:moveTo>
                      <a:pt x="21223" y="190"/>
                    </a:moveTo>
                    <a:cubicBezTo>
                      <a:pt x="9630" y="190"/>
                      <a:pt x="232" y="9588"/>
                      <a:pt x="232" y="21181"/>
                    </a:cubicBezTo>
                    <a:cubicBezTo>
                      <a:pt x="232" y="32774"/>
                      <a:pt x="9630" y="42172"/>
                      <a:pt x="21223" y="42172"/>
                    </a:cubicBezTo>
                    <a:cubicBezTo>
                      <a:pt x="32815" y="42172"/>
                      <a:pt x="42213" y="32774"/>
                      <a:pt x="42213" y="21181"/>
                    </a:cubicBezTo>
                    <a:lnTo>
                      <a:pt x="42213" y="21181"/>
                    </a:lnTo>
                    <a:cubicBezTo>
                      <a:pt x="42213" y="9588"/>
                      <a:pt x="32815" y="190"/>
                      <a:pt x="21223" y="19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1" name="Freeform: Shape 3630">
                <a:extLst>
                  <a:ext uri="{FF2B5EF4-FFF2-40B4-BE49-F238E27FC236}">
                    <a16:creationId xmlns:a16="http://schemas.microsoft.com/office/drawing/2014/main" id="{4F6300F8-AFAF-4438-45B0-31CE21708FB7}"/>
                  </a:ext>
                </a:extLst>
              </p:cNvPr>
              <p:cNvSpPr/>
              <p:nvPr/>
            </p:nvSpPr>
            <p:spPr>
              <a:xfrm>
                <a:off x="2170993" y="7760401"/>
                <a:ext cx="37180" cy="37180"/>
              </a:xfrm>
              <a:custGeom>
                <a:avLst/>
                <a:gdLst>
                  <a:gd name="connsiteX0" fmla="*/ 37512 w 37180"/>
                  <a:gd name="connsiteY0" fmla="*/ 18736 h 37180"/>
                  <a:gd name="connsiteX1" fmla="*/ 18921 w 37180"/>
                  <a:gd name="connsiteY1" fmla="*/ 37326 h 37180"/>
                  <a:gd name="connsiteX2" fmla="*/ 331 w 37180"/>
                  <a:gd name="connsiteY2" fmla="*/ 18736 h 37180"/>
                  <a:gd name="connsiteX3" fmla="*/ 18921 w 37180"/>
                  <a:gd name="connsiteY3" fmla="*/ 145 h 37180"/>
                  <a:gd name="connsiteX4" fmla="*/ 37512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2" y="18736"/>
                    </a:moveTo>
                    <a:cubicBezTo>
                      <a:pt x="37512" y="29003"/>
                      <a:pt x="29189" y="37326"/>
                      <a:pt x="18921" y="37326"/>
                    </a:cubicBezTo>
                    <a:cubicBezTo>
                      <a:pt x="8654" y="37326"/>
                      <a:pt x="331" y="29003"/>
                      <a:pt x="331" y="18736"/>
                    </a:cubicBezTo>
                    <a:cubicBezTo>
                      <a:pt x="331" y="8468"/>
                      <a:pt x="8654" y="145"/>
                      <a:pt x="18921" y="145"/>
                    </a:cubicBezTo>
                    <a:cubicBezTo>
                      <a:pt x="29189" y="145"/>
                      <a:pt x="37512" y="8468"/>
                      <a:pt x="37512" y="18736"/>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2" name="Freeform: Shape 3631">
                <a:extLst>
                  <a:ext uri="{FF2B5EF4-FFF2-40B4-BE49-F238E27FC236}">
                    <a16:creationId xmlns:a16="http://schemas.microsoft.com/office/drawing/2014/main" id="{58D34139-9AB9-9E96-CCF4-E9C5E7259DD4}"/>
                  </a:ext>
                </a:extLst>
              </p:cNvPr>
              <p:cNvSpPr/>
              <p:nvPr/>
            </p:nvSpPr>
            <p:spPr>
              <a:xfrm>
                <a:off x="2168593" y="7758001"/>
                <a:ext cx="41981" cy="41981"/>
              </a:xfrm>
              <a:custGeom>
                <a:avLst/>
                <a:gdLst>
                  <a:gd name="connsiteX0" fmla="*/ 21322 w 41981"/>
                  <a:gd name="connsiteY0" fmla="*/ 4946 h 41981"/>
                  <a:gd name="connsiteX1" fmla="*/ 37512 w 41981"/>
                  <a:gd name="connsiteY1" fmla="*/ 21136 h 41981"/>
                  <a:gd name="connsiteX2" fmla="*/ 37512 w 41981"/>
                  <a:gd name="connsiteY2" fmla="*/ 21136 h 41981"/>
                  <a:gd name="connsiteX3" fmla="*/ 21322 w 41981"/>
                  <a:gd name="connsiteY3" fmla="*/ 37326 h 41981"/>
                  <a:gd name="connsiteX4" fmla="*/ 5131 w 41981"/>
                  <a:gd name="connsiteY4" fmla="*/ 21136 h 41981"/>
                  <a:gd name="connsiteX5" fmla="*/ 21322 w 41981"/>
                  <a:gd name="connsiteY5" fmla="*/ 4946 h 41981"/>
                  <a:gd name="connsiteX6" fmla="*/ 21322 w 41981"/>
                  <a:gd name="connsiteY6" fmla="*/ 145 h 41981"/>
                  <a:gd name="connsiteX7" fmla="*/ 331 w 41981"/>
                  <a:gd name="connsiteY7" fmla="*/ 21136 h 41981"/>
                  <a:gd name="connsiteX8" fmla="*/ 21322 w 41981"/>
                  <a:gd name="connsiteY8" fmla="*/ 42126 h 41981"/>
                  <a:gd name="connsiteX9" fmla="*/ 42312 w 41981"/>
                  <a:gd name="connsiteY9" fmla="*/ 21136 h 41981"/>
                  <a:gd name="connsiteX10" fmla="*/ 42312 w 41981"/>
                  <a:gd name="connsiteY10" fmla="*/ 21136 h 41981"/>
                  <a:gd name="connsiteX11" fmla="*/ 21322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2" y="4946"/>
                    </a:moveTo>
                    <a:cubicBezTo>
                      <a:pt x="30264" y="4946"/>
                      <a:pt x="37512" y="12194"/>
                      <a:pt x="37512" y="21136"/>
                    </a:cubicBezTo>
                    <a:lnTo>
                      <a:pt x="37512" y="21136"/>
                    </a:lnTo>
                    <a:cubicBezTo>
                      <a:pt x="37512" y="30078"/>
                      <a:pt x="30264" y="37326"/>
                      <a:pt x="21322" y="37326"/>
                    </a:cubicBezTo>
                    <a:cubicBezTo>
                      <a:pt x="12380" y="37326"/>
                      <a:pt x="5131" y="30078"/>
                      <a:pt x="5131" y="21136"/>
                    </a:cubicBezTo>
                    <a:cubicBezTo>
                      <a:pt x="5131" y="12194"/>
                      <a:pt x="12380" y="4946"/>
                      <a:pt x="21322" y="4946"/>
                    </a:cubicBezTo>
                    <a:close/>
                    <a:moveTo>
                      <a:pt x="21322" y="145"/>
                    </a:moveTo>
                    <a:cubicBezTo>
                      <a:pt x="9729" y="145"/>
                      <a:pt x="331" y="9543"/>
                      <a:pt x="331" y="21136"/>
                    </a:cubicBezTo>
                    <a:cubicBezTo>
                      <a:pt x="331" y="32728"/>
                      <a:pt x="9729" y="42126"/>
                      <a:pt x="21322" y="42126"/>
                    </a:cubicBezTo>
                    <a:cubicBezTo>
                      <a:pt x="32914" y="42126"/>
                      <a:pt x="42312" y="32728"/>
                      <a:pt x="42312" y="21136"/>
                    </a:cubicBezTo>
                    <a:lnTo>
                      <a:pt x="42312" y="21136"/>
                    </a:lnTo>
                    <a:cubicBezTo>
                      <a:pt x="42312" y="9543"/>
                      <a:pt x="32914" y="145"/>
                      <a:pt x="21322"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3" name="Freeform: Shape 3632">
                <a:extLst>
                  <a:ext uri="{FF2B5EF4-FFF2-40B4-BE49-F238E27FC236}">
                    <a16:creationId xmlns:a16="http://schemas.microsoft.com/office/drawing/2014/main" id="{6C2CF634-784D-6FF2-7DF2-1F772FDBF74D}"/>
                  </a:ext>
                </a:extLst>
              </p:cNvPr>
              <p:cNvSpPr/>
              <p:nvPr/>
            </p:nvSpPr>
            <p:spPr>
              <a:xfrm>
                <a:off x="1849205" y="7792127"/>
                <a:ext cx="37180" cy="37180"/>
              </a:xfrm>
              <a:custGeom>
                <a:avLst/>
                <a:gdLst>
                  <a:gd name="connsiteX0" fmla="*/ 37456 w 37180"/>
                  <a:gd name="connsiteY0" fmla="*/ 18741 h 37180"/>
                  <a:gd name="connsiteX1" fmla="*/ 18866 w 37180"/>
                  <a:gd name="connsiteY1" fmla="*/ 37332 h 37180"/>
                  <a:gd name="connsiteX2" fmla="*/ 275 w 37180"/>
                  <a:gd name="connsiteY2" fmla="*/ 18741 h 37180"/>
                  <a:gd name="connsiteX3" fmla="*/ 18866 w 37180"/>
                  <a:gd name="connsiteY3" fmla="*/ 151 h 37180"/>
                  <a:gd name="connsiteX4" fmla="*/ 37456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1"/>
                    </a:moveTo>
                    <a:cubicBezTo>
                      <a:pt x="37456" y="29008"/>
                      <a:pt x="29133" y="37332"/>
                      <a:pt x="18866" y="37332"/>
                    </a:cubicBezTo>
                    <a:cubicBezTo>
                      <a:pt x="8598" y="37332"/>
                      <a:pt x="275" y="29008"/>
                      <a:pt x="275" y="18741"/>
                    </a:cubicBezTo>
                    <a:cubicBezTo>
                      <a:pt x="275" y="8474"/>
                      <a:pt x="8598" y="151"/>
                      <a:pt x="18866" y="151"/>
                    </a:cubicBezTo>
                    <a:cubicBezTo>
                      <a:pt x="29133" y="151"/>
                      <a:pt x="37456" y="8474"/>
                      <a:pt x="37456" y="18741"/>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4" name="Freeform: Shape 3633">
                <a:extLst>
                  <a:ext uri="{FF2B5EF4-FFF2-40B4-BE49-F238E27FC236}">
                    <a16:creationId xmlns:a16="http://schemas.microsoft.com/office/drawing/2014/main" id="{19C53284-03FB-CE5F-532A-515C4B46BB3D}"/>
                  </a:ext>
                </a:extLst>
              </p:cNvPr>
              <p:cNvSpPr/>
              <p:nvPr/>
            </p:nvSpPr>
            <p:spPr>
              <a:xfrm>
                <a:off x="1846804" y="7789727"/>
                <a:ext cx="41981" cy="41981"/>
              </a:xfrm>
              <a:custGeom>
                <a:avLst/>
                <a:gdLst>
                  <a:gd name="connsiteX0" fmla="*/ 21266 w 41981"/>
                  <a:gd name="connsiteY0" fmla="*/ 4951 h 41981"/>
                  <a:gd name="connsiteX1" fmla="*/ 37456 w 41981"/>
                  <a:gd name="connsiteY1" fmla="*/ 21141 h 41981"/>
                  <a:gd name="connsiteX2" fmla="*/ 37456 w 41981"/>
                  <a:gd name="connsiteY2" fmla="*/ 21141 h 41981"/>
                  <a:gd name="connsiteX3" fmla="*/ 21266 w 41981"/>
                  <a:gd name="connsiteY3" fmla="*/ 37332 h 41981"/>
                  <a:gd name="connsiteX4" fmla="*/ 5076 w 41981"/>
                  <a:gd name="connsiteY4" fmla="*/ 21141 h 41981"/>
                  <a:gd name="connsiteX5" fmla="*/ 21266 w 41981"/>
                  <a:gd name="connsiteY5" fmla="*/ 4951 h 41981"/>
                  <a:gd name="connsiteX6" fmla="*/ 21266 w 41981"/>
                  <a:gd name="connsiteY6" fmla="*/ 151 h 41981"/>
                  <a:gd name="connsiteX7" fmla="*/ 275 w 41981"/>
                  <a:gd name="connsiteY7" fmla="*/ 21141 h 41981"/>
                  <a:gd name="connsiteX8" fmla="*/ 21266 w 41981"/>
                  <a:gd name="connsiteY8" fmla="*/ 42132 h 41981"/>
                  <a:gd name="connsiteX9" fmla="*/ 42256 w 41981"/>
                  <a:gd name="connsiteY9" fmla="*/ 21141 h 41981"/>
                  <a:gd name="connsiteX10" fmla="*/ 42256 w 41981"/>
                  <a:gd name="connsiteY10" fmla="*/ 21141 h 41981"/>
                  <a:gd name="connsiteX11" fmla="*/ 21266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1"/>
                    </a:moveTo>
                    <a:cubicBezTo>
                      <a:pt x="30208" y="4951"/>
                      <a:pt x="37456" y="12200"/>
                      <a:pt x="37456" y="21141"/>
                    </a:cubicBezTo>
                    <a:lnTo>
                      <a:pt x="37456" y="21141"/>
                    </a:lnTo>
                    <a:cubicBezTo>
                      <a:pt x="37456" y="30083"/>
                      <a:pt x="30208" y="37332"/>
                      <a:pt x="21266" y="37332"/>
                    </a:cubicBezTo>
                    <a:cubicBezTo>
                      <a:pt x="12324" y="37332"/>
                      <a:pt x="5076" y="30083"/>
                      <a:pt x="5076" y="21141"/>
                    </a:cubicBezTo>
                    <a:cubicBezTo>
                      <a:pt x="5076" y="12200"/>
                      <a:pt x="12324" y="4951"/>
                      <a:pt x="21266" y="4951"/>
                    </a:cubicBezTo>
                    <a:close/>
                    <a:moveTo>
                      <a:pt x="21266" y="151"/>
                    </a:moveTo>
                    <a:cubicBezTo>
                      <a:pt x="9673" y="151"/>
                      <a:pt x="275" y="9549"/>
                      <a:pt x="275" y="21141"/>
                    </a:cubicBezTo>
                    <a:cubicBezTo>
                      <a:pt x="275" y="32734"/>
                      <a:pt x="9673" y="42132"/>
                      <a:pt x="21266" y="42132"/>
                    </a:cubicBezTo>
                    <a:cubicBezTo>
                      <a:pt x="32858" y="42132"/>
                      <a:pt x="42256" y="32734"/>
                      <a:pt x="42256" y="21141"/>
                    </a:cubicBezTo>
                    <a:lnTo>
                      <a:pt x="42256" y="21141"/>
                    </a:lnTo>
                    <a:cubicBezTo>
                      <a:pt x="42256" y="9549"/>
                      <a:pt x="32858" y="151"/>
                      <a:pt x="21266"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5" name="Freeform: Shape 3634">
                <a:extLst>
                  <a:ext uri="{FF2B5EF4-FFF2-40B4-BE49-F238E27FC236}">
                    <a16:creationId xmlns:a16="http://schemas.microsoft.com/office/drawing/2014/main" id="{493703EA-D225-A6B9-0D17-F3A850A460E4}"/>
                  </a:ext>
                </a:extLst>
              </p:cNvPr>
              <p:cNvSpPr/>
              <p:nvPr/>
            </p:nvSpPr>
            <p:spPr>
              <a:xfrm>
                <a:off x="1964554" y="7907194"/>
                <a:ext cx="37180" cy="37180"/>
              </a:xfrm>
              <a:custGeom>
                <a:avLst/>
                <a:gdLst>
                  <a:gd name="connsiteX0" fmla="*/ 37476 w 37180"/>
                  <a:gd name="connsiteY0" fmla="*/ 18761 h 37180"/>
                  <a:gd name="connsiteX1" fmla="*/ 18886 w 37180"/>
                  <a:gd name="connsiteY1" fmla="*/ 37352 h 37180"/>
                  <a:gd name="connsiteX2" fmla="*/ 295 w 37180"/>
                  <a:gd name="connsiteY2" fmla="*/ 18761 h 37180"/>
                  <a:gd name="connsiteX3" fmla="*/ 18886 w 37180"/>
                  <a:gd name="connsiteY3" fmla="*/ 171 h 37180"/>
                  <a:gd name="connsiteX4" fmla="*/ 37476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61"/>
                    </a:moveTo>
                    <a:cubicBezTo>
                      <a:pt x="37476" y="29028"/>
                      <a:pt x="29153" y="37352"/>
                      <a:pt x="18886" y="37352"/>
                    </a:cubicBezTo>
                    <a:cubicBezTo>
                      <a:pt x="8618" y="37352"/>
                      <a:pt x="295" y="29028"/>
                      <a:pt x="295" y="18761"/>
                    </a:cubicBezTo>
                    <a:cubicBezTo>
                      <a:pt x="295" y="8494"/>
                      <a:pt x="8618" y="171"/>
                      <a:pt x="18886" y="171"/>
                    </a:cubicBezTo>
                    <a:cubicBezTo>
                      <a:pt x="29153" y="171"/>
                      <a:pt x="37476" y="8494"/>
                      <a:pt x="37476" y="18761"/>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6" name="Freeform: Shape 3635">
                <a:extLst>
                  <a:ext uri="{FF2B5EF4-FFF2-40B4-BE49-F238E27FC236}">
                    <a16:creationId xmlns:a16="http://schemas.microsoft.com/office/drawing/2014/main" id="{D7DB5D0B-BF99-2256-3BC9-B25E6D1C04D2}"/>
                  </a:ext>
                </a:extLst>
              </p:cNvPr>
              <p:cNvSpPr/>
              <p:nvPr/>
            </p:nvSpPr>
            <p:spPr>
              <a:xfrm>
                <a:off x="1962154" y="7904794"/>
                <a:ext cx="41981" cy="41981"/>
              </a:xfrm>
              <a:custGeom>
                <a:avLst/>
                <a:gdLst>
                  <a:gd name="connsiteX0" fmla="*/ 21286 w 41981"/>
                  <a:gd name="connsiteY0" fmla="*/ 4971 h 41981"/>
                  <a:gd name="connsiteX1" fmla="*/ 37476 w 41981"/>
                  <a:gd name="connsiteY1" fmla="*/ 21161 h 41981"/>
                  <a:gd name="connsiteX2" fmla="*/ 37476 w 41981"/>
                  <a:gd name="connsiteY2" fmla="*/ 21161 h 41981"/>
                  <a:gd name="connsiteX3" fmla="*/ 21286 w 41981"/>
                  <a:gd name="connsiteY3" fmla="*/ 37352 h 41981"/>
                  <a:gd name="connsiteX4" fmla="*/ 5096 w 41981"/>
                  <a:gd name="connsiteY4" fmla="*/ 21161 h 41981"/>
                  <a:gd name="connsiteX5" fmla="*/ 21286 w 41981"/>
                  <a:gd name="connsiteY5" fmla="*/ 4971 h 41981"/>
                  <a:gd name="connsiteX6" fmla="*/ 21286 w 41981"/>
                  <a:gd name="connsiteY6" fmla="*/ 171 h 41981"/>
                  <a:gd name="connsiteX7" fmla="*/ 295 w 41981"/>
                  <a:gd name="connsiteY7" fmla="*/ 21161 h 41981"/>
                  <a:gd name="connsiteX8" fmla="*/ 21286 w 41981"/>
                  <a:gd name="connsiteY8" fmla="*/ 42152 h 41981"/>
                  <a:gd name="connsiteX9" fmla="*/ 42276 w 41981"/>
                  <a:gd name="connsiteY9" fmla="*/ 21161 h 41981"/>
                  <a:gd name="connsiteX10" fmla="*/ 42276 w 41981"/>
                  <a:gd name="connsiteY10" fmla="*/ 21161 h 41981"/>
                  <a:gd name="connsiteX11" fmla="*/ 21286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71"/>
                    </a:moveTo>
                    <a:cubicBezTo>
                      <a:pt x="30228" y="4971"/>
                      <a:pt x="37476" y="12220"/>
                      <a:pt x="37476" y="21161"/>
                    </a:cubicBezTo>
                    <a:lnTo>
                      <a:pt x="37476" y="21161"/>
                    </a:lnTo>
                    <a:cubicBezTo>
                      <a:pt x="37476" y="30103"/>
                      <a:pt x="30228" y="37352"/>
                      <a:pt x="21286" y="37352"/>
                    </a:cubicBezTo>
                    <a:cubicBezTo>
                      <a:pt x="12344" y="37352"/>
                      <a:pt x="5096" y="30103"/>
                      <a:pt x="5096" y="21161"/>
                    </a:cubicBezTo>
                    <a:cubicBezTo>
                      <a:pt x="5096" y="12220"/>
                      <a:pt x="12344" y="4971"/>
                      <a:pt x="21286" y="4971"/>
                    </a:cubicBezTo>
                    <a:close/>
                    <a:moveTo>
                      <a:pt x="21286" y="171"/>
                    </a:moveTo>
                    <a:cubicBezTo>
                      <a:pt x="9693" y="171"/>
                      <a:pt x="295" y="9569"/>
                      <a:pt x="295" y="21161"/>
                    </a:cubicBezTo>
                    <a:cubicBezTo>
                      <a:pt x="295" y="32754"/>
                      <a:pt x="9693" y="42152"/>
                      <a:pt x="21286" y="42152"/>
                    </a:cubicBezTo>
                    <a:cubicBezTo>
                      <a:pt x="32878" y="42152"/>
                      <a:pt x="42276" y="32754"/>
                      <a:pt x="42276" y="21161"/>
                    </a:cubicBezTo>
                    <a:lnTo>
                      <a:pt x="42276" y="21161"/>
                    </a:lnTo>
                    <a:cubicBezTo>
                      <a:pt x="42276" y="9569"/>
                      <a:pt x="32878" y="171"/>
                      <a:pt x="21286"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7" name="Freeform: Shape 3636">
                <a:extLst>
                  <a:ext uri="{FF2B5EF4-FFF2-40B4-BE49-F238E27FC236}">
                    <a16:creationId xmlns:a16="http://schemas.microsoft.com/office/drawing/2014/main" id="{81903B79-0748-5B2A-1068-7BD1F88B6B2B}"/>
                  </a:ext>
                </a:extLst>
              </p:cNvPr>
              <p:cNvSpPr/>
              <p:nvPr/>
            </p:nvSpPr>
            <p:spPr>
              <a:xfrm>
                <a:off x="1791017" y="7589605"/>
                <a:ext cx="37180" cy="37180"/>
              </a:xfrm>
              <a:custGeom>
                <a:avLst/>
                <a:gdLst>
                  <a:gd name="connsiteX0" fmla="*/ 37446 w 37180"/>
                  <a:gd name="connsiteY0" fmla="*/ 18706 h 37180"/>
                  <a:gd name="connsiteX1" fmla="*/ 18856 w 37180"/>
                  <a:gd name="connsiteY1" fmla="*/ 37296 h 37180"/>
                  <a:gd name="connsiteX2" fmla="*/ 265 w 37180"/>
                  <a:gd name="connsiteY2" fmla="*/ 18706 h 37180"/>
                  <a:gd name="connsiteX3" fmla="*/ 18856 w 37180"/>
                  <a:gd name="connsiteY3" fmla="*/ 116 h 37180"/>
                  <a:gd name="connsiteX4" fmla="*/ 37446 w 37180"/>
                  <a:gd name="connsiteY4" fmla="*/ 1870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06"/>
                    </a:moveTo>
                    <a:cubicBezTo>
                      <a:pt x="37446" y="28973"/>
                      <a:pt x="29123" y="37296"/>
                      <a:pt x="18856" y="37296"/>
                    </a:cubicBezTo>
                    <a:cubicBezTo>
                      <a:pt x="8588" y="37296"/>
                      <a:pt x="265" y="28973"/>
                      <a:pt x="265" y="18706"/>
                    </a:cubicBezTo>
                    <a:cubicBezTo>
                      <a:pt x="265" y="8439"/>
                      <a:pt x="8588" y="116"/>
                      <a:pt x="18856" y="116"/>
                    </a:cubicBezTo>
                    <a:cubicBezTo>
                      <a:pt x="29123" y="116"/>
                      <a:pt x="37446" y="8439"/>
                      <a:pt x="37446" y="1870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8" name="Freeform: Shape 3637">
                <a:extLst>
                  <a:ext uri="{FF2B5EF4-FFF2-40B4-BE49-F238E27FC236}">
                    <a16:creationId xmlns:a16="http://schemas.microsoft.com/office/drawing/2014/main" id="{2318FBC9-D75F-30F8-613F-F683D4F671FB}"/>
                  </a:ext>
                </a:extLst>
              </p:cNvPr>
              <p:cNvSpPr/>
              <p:nvPr/>
            </p:nvSpPr>
            <p:spPr>
              <a:xfrm>
                <a:off x="1788617" y="7587205"/>
                <a:ext cx="41981" cy="41981"/>
              </a:xfrm>
              <a:custGeom>
                <a:avLst/>
                <a:gdLst>
                  <a:gd name="connsiteX0" fmla="*/ 21256 w 41981"/>
                  <a:gd name="connsiteY0" fmla="*/ 4916 h 41981"/>
                  <a:gd name="connsiteX1" fmla="*/ 37446 w 41981"/>
                  <a:gd name="connsiteY1" fmla="*/ 21106 h 41981"/>
                  <a:gd name="connsiteX2" fmla="*/ 37446 w 41981"/>
                  <a:gd name="connsiteY2" fmla="*/ 21106 h 41981"/>
                  <a:gd name="connsiteX3" fmla="*/ 21256 w 41981"/>
                  <a:gd name="connsiteY3" fmla="*/ 37296 h 41981"/>
                  <a:gd name="connsiteX4" fmla="*/ 5066 w 41981"/>
                  <a:gd name="connsiteY4" fmla="*/ 21106 h 41981"/>
                  <a:gd name="connsiteX5" fmla="*/ 21256 w 41981"/>
                  <a:gd name="connsiteY5" fmla="*/ 4916 h 41981"/>
                  <a:gd name="connsiteX6" fmla="*/ 21256 w 41981"/>
                  <a:gd name="connsiteY6" fmla="*/ 116 h 41981"/>
                  <a:gd name="connsiteX7" fmla="*/ 265 w 41981"/>
                  <a:gd name="connsiteY7" fmla="*/ 21106 h 41981"/>
                  <a:gd name="connsiteX8" fmla="*/ 21256 w 41981"/>
                  <a:gd name="connsiteY8" fmla="*/ 42097 h 41981"/>
                  <a:gd name="connsiteX9" fmla="*/ 42246 w 41981"/>
                  <a:gd name="connsiteY9" fmla="*/ 21106 h 41981"/>
                  <a:gd name="connsiteX10" fmla="*/ 42246 w 41981"/>
                  <a:gd name="connsiteY10" fmla="*/ 21106 h 41981"/>
                  <a:gd name="connsiteX11" fmla="*/ 21256 w 41981"/>
                  <a:gd name="connsiteY11" fmla="*/ 11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16"/>
                    </a:moveTo>
                    <a:cubicBezTo>
                      <a:pt x="30198" y="4916"/>
                      <a:pt x="37446" y="12164"/>
                      <a:pt x="37446" y="21106"/>
                    </a:cubicBezTo>
                    <a:lnTo>
                      <a:pt x="37446" y="21106"/>
                    </a:lnTo>
                    <a:cubicBezTo>
                      <a:pt x="37446" y="30048"/>
                      <a:pt x="30198" y="37296"/>
                      <a:pt x="21256" y="37296"/>
                    </a:cubicBezTo>
                    <a:cubicBezTo>
                      <a:pt x="12314" y="37296"/>
                      <a:pt x="5066" y="30048"/>
                      <a:pt x="5066" y="21106"/>
                    </a:cubicBezTo>
                    <a:cubicBezTo>
                      <a:pt x="5066" y="12164"/>
                      <a:pt x="12314" y="4916"/>
                      <a:pt x="21256" y="4916"/>
                    </a:cubicBezTo>
                    <a:close/>
                    <a:moveTo>
                      <a:pt x="21256" y="116"/>
                    </a:moveTo>
                    <a:cubicBezTo>
                      <a:pt x="9663" y="116"/>
                      <a:pt x="265" y="9514"/>
                      <a:pt x="265" y="21106"/>
                    </a:cubicBezTo>
                    <a:cubicBezTo>
                      <a:pt x="265" y="32699"/>
                      <a:pt x="9663" y="42097"/>
                      <a:pt x="21256" y="42097"/>
                    </a:cubicBezTo>
                    <a:cubicBezTo>
                      <a:pt x="32848" y="42097"/>
                      <a:pt x="42246" y="32699"/>
                      <a:pt x="42246" y="21106"/>
                    </a:cubicBezTo>
                    <a:lnTo>
                      <a:pt x="42246" y="21106"/>
                    </a:lnTo>
                    <a:cubicBezTo>
                      <a:pt x="42246" y="9514"/>
                      <a:pt x="32848" y="116"/>
                      <a:pt x="21256" y="11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39" name="Freeform: Shape 3638">
                <a:extLst>
                  <a:ext uri="{FF2B5EF4-FFF2-40B4-BE49-F238E27FC236}">
                    <a16:creationId xmlns:a16="http://schemas.microsoft.com/office/drawing/2014/main" id="{71ECBD9C-9FF4-9841-39B1-BD17E66C0C9F}"/>
                  </a:ext>
                </a:extLst>
              </p:cNvPr>
              <p:cNvSpPr/>
              <p:nvPr/>
            </p:nvSpPr>
            <p:spPr>
              <a:xfrm>
                <a:off x="1797463" y="7833530"/>
                <a:ext cx="37180" cy="37180"/>
              </a:xfrm>
              <a:custGeom>
                <a:avLst/>
                <a:gdLst>
                  <a:gd name="connsiteX0" fmla="*/ 37447 w 37180"/>
                  <a:gd name="connsiteY0" fmla="*/ 18748 h 37180"/>
                  <a:gd name="connsiteX1" fmla="*/ 18857 w 37180"/>
                  <a:gd name="connsiteY1" fmla="*/ 37339 h 37180"/>
                  <a:gd name="connsiteX2" fmla="*/ 266 w 37180"/>
                  <a:gd name="connsiteY2" fmla="*/ 18748 h 37180"/>
                  <a:gd name="connsiteX3" fmla="*/ 18857 w 37180"/>
                  <a:gd name="connsiteY3" fmla="*/ 158 h 37180"/>
                  <a:gd name="connsiteX4" fmla="*/ 37447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48"/>
                    </a:moveTo>
                    <a:cubicBezTo>
                      <a:pt x="37447" y="29016"/>
                      <a:pt x="29124" y="37339"/>
                      <a:pt x="18857" y="37339"/>
                    </a:cubicBezTo>
                    <a:cubicBezTo>
                      <a:pt x="8589" y="37339"/>
                      <a:pt x="266" y="29016"/>
                      <a:pt x="266" y="18748"/>
                    </a:cubicBezTo>
                    <a:cubicBezTo>
                      <a:pt x="266" y="8481"/>
                      <a:pt x="8589" y="158"/>
                      <a:pt x="18857" y="158"/>
                    </a:cubicBezTo>
                    <a:cubicBezTo>
                      <a:pt x="29124" y="158"/>
                      <a:pt x="37447" y="8481"/>
                      <a:pt x="37447" y="18748"/>
                    </a:cubicBezTo>
                    <a:close/>
                  </a:path>
                </a:pathLst>
              </a:custGeom>
              <a:solidFill>
                <a:srgbClr val="B8F7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0" name="Freeform: Shape 3639">
                <a:extLst>
                  <a:ext uri="{FF2B5EF4-FFF2-40B4-BE49-F238E27FC236}">
                    <a16:creationId xmlns:a16="http://schemas.microsoft.com/office/drawing/2014/main" id="{BF15ADD2-98F6-262E-8816-D754C3BD0716}"/>
                  </a:ext>
                </a:extLst>
              </p:cNvPr>
              <p:cNvSpPr/>
              <p:nvPr/>
            </p:nvSpPr>
            <p:spPr>
              <a:xfrm>
                <a:off x="1795062" y="7831130"/>
                <a:ext cx="41981" cy="41981"/>
              </a:xfrm>
              <a:custGeom>
                <a:avLst/>
                <a:gdLst>
                  <a:gd name="connsiteX0" fmla="*/ 21257 w 41981"/>
                  <a:gd name="connsiteY0" fmla="*/ 4958 h 41981"/>
                  <a:gd name="connsiteX1" fmla="*/ 37447 w 41981"/>
                  <a:gd name="connsiteY1" fmla="*/ 21149 h 41981"/>
                  <a:gd name="connsiteX2" fmla="*/ 37447 w 41981"/>
                  <a:gd name="connsiteY2" fmla="*/ 21149 h 41981"/>
                  <a:gd name="connsiteX3" fmla="*/ 21257 w 41981"/>
                  <a:gd name="connsiteY3" fmla="*/ 37339 h 41981"/>
                  <a:gd name="connsiteX4" fmla="*/ 5067 w 41981"/>
                  <a:gd name="connsiteY4" fmla="*/ 21149 h 41981"/>
                  <a:gd name="connsiteX5" fmla="*/ 21257 w 41981"/>
                  <a:gd name="connsiteY5" fmla="*/ 4958 h 41981"/>
                  <a:gd name="connsiteX6" fmla="*/ 21257 w 41981"/>
                  <a:gd name="connsiteY6" fmla="*/ 158 h 41981"/>
                  <a:gd name="connsiteX7" fmla="*/ 266 w 41981"/>
                  <a:gd name="connsiteY7" fmla="*/ 21149 h 41981"/>
                  <a:gd name="connsiteX8" fmla="*/ 21257 w 41981"/>
                  <a:gd name="connsiteY8" fmla="*/ 42139 h 41981"/>
                  <a:gd name="connsiteX9" fmla="*/ 42247 w 41981"/>
                  <a:gd name="connsiteY9" fmla="*/ 21149 h 41981"/>
                  <a:gd name="connsiteX10" fmla="*/ 42247 w 41981"/>
                  <a:gd name="connsiteY10" fmla="*/ 21149 h 41981"/>
                  <a:gd name="connsiteX11" fmla="*/ 21257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58"/>
                    </a:moveTo>
                    <a:cubicBezTo>
                      <a:pt x="30199" y="4958"/>
                      <a:pt x="37447" y="12207"/>
                      <a:pt x="37447" y="21149"/>
                    </a:cubicBezTo>
                    <a:lnTo>
                      <a:pt x="37447" y="21149"/>
                    </a:lnTo>
                    <a:cubicBezTo>
                      <a:pt x="37447" y="30090"/>
                      <a:pt x="30199" y="37339"/>
                      <a:pt x="21257" y="37339"/>
                    </a:cubicBezTo>
                    <a:cubicBezTo>
                      <a:pt x="12315" y="37339"/>
                      <a:pt x="5067" y="30090"/>
                      <a:pt x="5067" y="21149"/>
                    </a:cubicBezTo>
                    <a:cubicBezTo>
                      <a:pt x="5067" y="12207"/>
                      <a:pt x="12315" y="4958"/>
                      <a:pt x="21257" y="4958"/>
                    </a:cubicBezTo>
                    <a:close/>
                    <a:moveTo>
                      <a:pt x="21257" y="158"/>
                    </a:moveTo>
                    <a:cubicBezTo>
                      <a:pt x="9664" y="158"/>
                      <a:pt x="266" y="9556"/>
                      <a:pt x="266" y="21149"/>
                    </a:cubicBezTo>
                    <a:cubicBezTo>
                      <a:pt x="266" y="32741"/>
                      <a:pt x="9664" y="42139"/>
                      <a:pt x="21257" y="42139"/>
                    </a:cubicBezTo>
                    <a:cubicBezTo>
                      <a:pt x="32849" y="42139"/>
                      <a:pt x="42247" y="32741"/>
                      <a:pt x="42247" y="21149"/>
                    </a:cubicBezTo>
                    <a:lnTo>
                      <a:pt x="42247" y="21149"/>
                    </a:lnTo>
                    <a:cubicBezTo>
                      <a:pt x="42247" y="9556"/>
                      <a:pt x="32849" y="158"/>
                      <a:pt x="21257"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1" name="Freeform: Shape 3640">
                <a:extLst>
                  <a:ext uri="{FF2B5EF4-FFF2-40B4-BE49-F238E27FC236}">
                    <a16:creationId xmlns:a16="http://schemas.microsoft.com/office/drawing/2014/main" id="{1EE584D1-DCBC-91B5-5FAC-4E8C448C9CEB}"/>
                  </a:ext>
                </a:extLst>
              </p:cNvPr>
              <p:cNvSpPr/>
              <p:nvPr/>
            </p:nvSpPr>
            <p:spPr>
              <a:xfrm>
                <a:off x="2067474" y="8004354"/>
                <a:ext cx="37180" cy="37180"/>
              </a:xfrm>
              <a:custGeom>
                <a:avLst/>
                <a:gdLst>
                  <a:gd name="connsiteX0" fmla="*/ 37494 w 37180"/>
                  <a:gd name="connsiteY0" fmla="*/ 18778 h 37180"/>
                  <a:gd name="connsiteX1" fmla="*/ 18904 w 37180"/>
                  <a:gd name="connsiteY1" fmla="*/ 37368 h 37180"/>
                  <a:gd name="connsiteX2" fmla="*/ 313 w 37180"/>
                  <a:gd name="connsiteY2" fmla="*/ 18778 h 37180"/>
                  <a:gd name="connsiteX3" fmla="*/ 18904 w 37180"/>
                  <a:gd name="connsiteY3" fmla="*/ 188 h 37180"/>
                  <a:gd name="connsiteX4" fmla="*/ 37494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4" y="18778"/>
                    </a:moveTo>
                    <a:cubicBezTo>
                      <a:pt x="37494" y="29045"/>
                      <a:pt x="29171" y="37368"/>
                      <a:pt x="18904" y="37368"/>
                    </a:cubicBezTo>
                    <a:cubicBezTo>
                      <a:pt x="8636" y="37368"/>
                      <a:pt x="313" y="29045"/>
                      <a:pt x="313" y="18778"/>
                    </a:cubicBezTo>
                    <a:cubicBezTo>
                      <a:pt x="313" y="8511"/>
                      <a:pt x="8636" y="188"/>
                      <a:pt x="18904" y="188"/>
                    </a:cubicBezTo>
                    <a:cubicBezTo>
                      <a:pt x="29171" y="188"/>
                      <a:pt x="37494" y="8511"/>
                      <a:pt x="37494" y="18778"/>
                    </a:cubicBezTo>
                    <a:close/>
                  </a:path>
                </a:pathLst>
              </a:custGeom>
              <a:solidFill>
                <a:srgbClr val="F7B4B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2" name="Freeform: Shape 3641">
                <a:extLst>
                  <a:ext uri="{FF2B5EF4-FFF2-40B4-BE49-F238E27FC236}">
                    <a16:creationId xmlns:a16="http://schemas.microsoft.com/office/drawing/2014/main" id="{092757DC-62CF-4209-E128-754AF27533D7}"/>
                  </a:ext>
                </a:extLst>
              </p:cNvPr>
              <p:cNvSpPr/>
              <p:nvPr/>
            </p:nvSpPr>
            <p:spPr>
              <a:xfrm>
                <a:off x="2065074" y="8001954"/>
                <a:ext cx="41981" cy="41981"/>
              </a:xfrm>
              <a:custGeom>
                <a:avLst/>
                <a:gdLst>
                  <a:gd name="connsiteX0" fmla="*/ 21304 w 41981"/>
                  <a:gd name="connsiteY0" fmla="*/ 4988 h 41981"/>
                  <a:gd name="connsiteX1" fmla="*/ 37494 w 41981"/>
                  <a:gd name="connsiteY1" fmla="*/ 21178 h 41981"/>
                  <a:gd name="connsiteX2" fmla="*/ 37494 w 41981"/>
                  <a:gd name="connsiteY2" fmla="*/ 21178 h 41981"/>
                  <a:gd name="connsiteX3" fmla="*/ 21304 w 41981"/>
                  <a:gd name="connsiteY3" fmla="*/ 37368 h 41981"/>
                  <a:gd name="connsiteX4" fmla="*/ 5114 w 41981"/>
                  <a:gd name="connsiteY4" fmla="*/ 21178 h 41981"/>
                  <a:gd name="connsiteX5" fmla="*/ 21304 w 41981"/>
                  <a:gd name="connsiteY5" fmla="*/ 4988 h 41981"/>
                  <a:gd name="connsiteX6" fmla="*/ 21304 w 41981"/>
                  <a:gd name="connsiteY6" fmla="*/ 188 h 41981"/>
                  <a:gd name="connsiteX7" fmla="*/ 313 w 41981"/>
                  <a:gd name="connsiteY7" fmla="*/ 21178 h 41981"/>
                  <a:gd name="connsiteX8" fmla="*/ 21304 w 41981"/>
                  <a:gd name="connsiteY8" fmla="*/ 42169 h 41981"/>
                  <a:gd name="connsiteX9" fmla="*/ 42294 w 41981"/>
                  <a:gd name="connsiteY9" fmla="*/ 21178 h 41981"/>
                  <a:gd name="connsiteX10" fmla="*/ 42294 w 41981"/>
                  <a:gd name="connsiteY10" fmla="*/ 21178 h 41981"/>
                  <a:gd name="connsiteX11" fmla="*/ 21304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4" y="4988"/>
                    </a:moveTo>
                    <a:cubicBezTo>
                      <a:pt x="30246" y="4988"/>
                      <a:pt x="37494" y="12236"/>
                      <a:pt x="37494" y="21178"/>
                    </a:cubicBezTo>
                    <a:lnTo>
                      <a:pt x="37494" y="21178"/>
                    </a:lnTo>
                    <a:cubicBezTo>
                      <a:pt x="37494" y="30120"/>
                      <a:pt x="30246" y="37368"/>
                      <a:pt x="21304" y="37368"/>
                    </a:cubicBezTo>
                    <a:cubicBezTo>
                      <a:pt x="12362" y="37368"/>
                      <a:pt x="5114" y="30120"/>
                      <a:pt x="5114" y="21178"/>
                    </a:cubicBezTo>
                    <a:cubicBezTo>
                      <a:pt x="5114" y="12236"/>
                      <a:pt x="12362" y="4988"/>
                      <a:pt x="21304" y="4988"/>
                    </a:cubicBezTo>
                    <a:close/>
                    <a:moveTo>
                      <a:pt x="21304" y="188"/>
                    </a:moveTo>
                    <a:cubicBezTo>
                      <a:pt x="9711" y="188"/>
                      <a:pt x="313" y="9586"/>
                      <a:pt x="313" y="21178"/>
                    </a:cubicBezTo>
                    <a:cubicBezTo>
                      <a:pt x="313" y="32771"/>
                      <a:pt x="9711" y="42169"/>
                      <a:pt x="21304" y="42169"/>
                    </a:cubicBezTo>
                    <a:cubicBezTo>
                      <a:pt x="32896" y="42169"/>
                      <a:pt x="42294" y="32771"/>
                      <a:pt x="42294" y="21178"/>
                    </a:cubicBezTo>
                    <a:lnTo>
                      <a:pt x="42294" y="21178"/>
                    </a:lnTo>
                    <a:cubicBezTo>
                      <a:pt x="42294" y="9586"/>
                      <a:pt x="32896" y="188"/>
                      <a:pt x="21304"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3" name="Freeform: Shape 3642">
                <a:extLst>
                  <a:ext uri="{FF2B5EF4-FFF2-40B4-BE49-F238E27FC236}">
                    <a16:creationId xmlns:a16="http://schemas.microsoft.com/office/drawing/2014/main" id="{0020E97D-5433-B5F6-2CCC-40F570F734FF}"/>
                  </a:ext>
                </a:extLst>
              </p:cNvPr>
              <p:cNvSpPr/>
              <p:nvPr/>
            </p:nvSpPr>
            <p:spPr>
              <a:xfrm>
                <a:off x="1518828" y="8193225"/>
                <a:ext cx="37180" cy="37180"/>
              </a:xfrm>
              <a:custGeom>
                <a:avLst/>
                <a:gdLst>
                  <a:gd name="connsiteX0" fmla="*/ 37399 w 37180"/>
                  <a:gd name="connsiteY0" fmla="*/ 18811 h 37180"/>
                  <a:gd name="connsiteX1" fmla="*/ 18808 w 37180"/>
                  <a:gd name="connsiteY1" fmla="*/ 37401 h 37180"/>
                  <a:gd name="connsiteX2" fmla="*/ 218 w 37180"/>
                  <a:gd name="connsiteY2" fmla="*/ 18811 h 37180"/>
                  <a:gd name="connsiteX3" fmla="*/ 18808 w 37180"/>
                  <a:gd name="connsiteY3" fmla="*/ 220 h 37180"/>
                  <a:gd name="connsiteX4" fmla="*/ 37399 w 37180"/>
                  <a:gd name="connsiteY4" fmla="*/ 1881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9" y="18811"/>
                    </a:moveTo>
                    <a:cubicBezTo>
                      <a:pt x="37399" y="29078"/>
                      <a:pt x="29075" y="37401"/>
                      <a:pt x="18808" y="37401"/>
                    </a:cubicBezTo>
                    <a:cubicBezTo>
                      <a:pt x="8541" y="37401"/>
                      <a:pt x="218" y="29078"/>
                      <a:pt x="218" y="18811"/>
                    </a:cubicBezTo>
                    <a:cubicBezTo>
                      <a:pt x="218" y="8544"/>
                      <a:pt x="8541" y="220"/>
                      <a:pt x="18808" y="220"/>
                    </a:cubicBezTo>
                    <a:cubicBezTo>
                      <a:pt x="29075" y="220"/>
                      <a:pt x="37399" y="8544"/>
                      <a:pt x="37399" y="18811"/>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4" name="Freeform: Shape 3643">
                <a:extLst>
                  <a:ext uri="{FF2B5EF4-FFF2-40B4-BE49-F238E27FC236}">
                    <a16:creationId xmlns:a16="http://schemas.microsoft.com/office/drawing/2014/main" id="{61DBBE5D-BF1D-E0F4-379D-9AD9AA09CEFF}"/>
                  </a:ext>
                </a:extLst>
              </p:cNvPr>
              <p:cNvSpPr/>
              <p:nvPr/>
            </p:nvSpPr>
            <p:spPr>
              <a:xfrm>
                <a:off x="1516428" y="8190824"/>
                <a:ext cx="41981" cy="41981"/>
              </a:xfrm>
              <a:custGeom>
                <a:avLst/>
                <a:gdLst>
                  <a:gd name="connsiteX0" fmla="*/ 21208 w 41981"/>
                  <a:gd name="connsiteY0" fmla="*/ 5021 h 41981"/>
                  <a:gd name="connsiteX1" fmla="*/ 37399 w 41981"/>
                  <a:gd name="connsiteY1" fmla="*/ 21211 h 41981"/>
                  <a:gd name="connsiteX2" fmla="*/ 37399 w 41981"/>
                  <a:gd name="connsiteY2" fmla="*/ 21211 h 41981"/>
                  <a:gd name="connsiteX3" fmla="*/ 21208 w 41981"/>
                  <a:gd name="connsiteY3" fmla="*/ 37401 h 41981"/>
                  <a:gd name="connsiteX4" fmla="*/ 5018 w 41981"/>
                  <a:gd name="connsiteY4" fmla="*/ 21211 h 41981"/>
                  <a:gd name="connsiteX5" fmla="*/ 21208 w 41981"/>
                  <a:gd name="connsiteY5" fmla="*/ 5021 h 41981"/>
                  <a:gd name="connsiteX6" fmla="*/ 21208 w 41981"/>
                  <a:gd name="connsiteY6" fmla="*/ 220 h 41981"/>
                  <a:gd name="connsiteX7" fmla="*/ 218 w 41981"/>
                  <a:gd name="connsiteY7" fmla="*/ 21211 h 41981"/>
                  <a:gd name="connsiteX8" fmla="*/ 21208 w 41981"/>
                  <a:gd name="connsiteY8" fmla="*/ 42202 h 41981"/>
                  <a:gd name="connsiteX9" fmla="*/ 42199 w 41981"/>
                  <a:gd name="connsiteY9" fmla="*/ 21211 h 41981"/>
                  <a:gd name="connsiteX10" fmla="*/ 42199 w 41981"/>
                  <a:gd name="connsiteY10" fmla="*/ 21211 h 41981"/>
                  <a:gd name="connsiteX11" fmla="*/ 21208 w 41981"/>
                  <a:gd name="connsiteY11" fmla="*/ 2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8" y="5021"/>
                    </a:moveTo>
                    <a:cubicBezTo>
                      <a:pt x="30150" y="5021"/>
                      <a:pt x="37399" y="12269"/>
                      <a:pt x="37399" y="21211"/>
                    </a:cubicBezTo>
                    <a:lnTo>
                      <a:pt x="37399" y="21211"/>
                    </a:lnTo>
                    <a:cubicBezTo>
                      <a:pt x="37399" y="30153"/>
                      <a:pt x="30150" y="37401"/>
                      <a:pt x="21208" y="37401"/>
                    </a:cubicBezTo>
                    <a:cubicBezTo>
                      <a:pt x="12267" y="37401"/>
                      <a:pt x="5018" y="30153"/>
                      <a:pt x="5018" y="21211"/>
                    </a:cubicBezTo>
                    <a:cubicBezTo>
                      <a:pt x="5018" y="12269"/>
                      <a:pt x="12267" y="5021"/>
                      <a:pt x="21208" y="5021"/>
                    </a:cubicBezTo>
                    <a:close/>
                    <a:moveTo>
                      <a:pt x="21208" y="220"/>
                    </a:moveTo>
                    <a:cubicBezTo>
                      <a:pt x="9616" y="220"/>
                      <a:pt x="218" y="9618"/>
                      <a:pt x="218" y="21211"/>
                    </a:cubicBezTo>
                    <a:cubicBezTo>
                      <a:pt x="218" y="32804"/>
                      <a:pt x="9616" y="42202"/>
                      <a:pt x="21208" y="42202"/>
                    </a:cubicBezTo>
                    <a:cubicBezTo>
                      <a:pt x="32801" y="42202"/>
                      <a:pt x="42199" y="32804"/>
                      <a:pt x="42199" y="21211"/>
                    </a:cubicBezTo>
                    <a:lnTo>
                      <a:pt x="42199" y="21211"/>
                    </a:lnTo>
                    <a:cubicBezTo>
                      <a:pt x="42199" y="9618"/>
                      <a:pt x="32801" y="220"/>
                      <a:pt x="21208" y="2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5" name="Freeform: Shape 3644">
                <a:extLst>
                  <a:ext uri="{FF2B5EF4-FFF2-40B4-BE49-F238E27FC236}">
                    <a16:creationId xmlns:a16="http://schemas.microsoft.com/office/drawing/2014/main" id="{39D5ADC3-CDF7-ACF1-61C1-B6C065B6317F}"/>
                  </a:ext>
                </a:extLst>
              </p:cNvPr>
              <p:cNvSpPr/>
              <p:nvPr/>
            </p:nvSpPr>
            <p:spPr>
              <a:xfrm>
                <a:off x="2207425" y="7606546"/>
                <a:ext cx="37180" cy="37180"/>
              </a:xfrm>
              <a:custGeom>
                <a:avLst/>
                <a:gdLst>
                  <a:gd name="connsiteX0" fmla="*/ 37518 w 37180"/>
                  <a:gd name="connsiteY0" fmla="*/ 18709 h 37180"/>
                  <a:gd name="connsiteX1" fmla="*/ 18928 w 37180"/>
                  <a:gd name="connsiteY1" fmla="*/ 37299 h 37180"/>
                  <a:gd name="connsiteX2" fmla="*/ 337 w 37180"/>
                  <a:gd name="connsiteY2" fmla="*/ 18709 h 37180"/>
                  <a:gd name="connsiteX3" fmla="*/ 18928 w 37180"/>
                  <a:gd name="connsiteY3" fmla="*/ 119 h 37180"/>
                  <a:gd name="connsiteX4" fmla="*/ 37518 w 37180"/>
                  <a:gd name="connsiteY4" fmla="*/ 1870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8" y="18709"/>
                    </a:moveTo>
                    <a:cubicBezTo>
                      <a:pt x="37518" y="28976"/>
                      <a:pt x="29195" y="37299"/>
                      <a:pt x="18928" y="37299"/>
                    </a:cubicBezTo>
                    <a:cubicBezTo>
                      <a:pt x="8661" y="37299"/>
                      <a:pt x="337" y="28976"/>
                      <a:pt x="337" y="18709"/>
                    </a:cubicBezTo>
                    <a:cubicBezTo>
                      <a:pt x="337" y="8442"/>
                      <a:pt x="8661" y="119"/>
                      <a:pt x="18928" y="119"/>
                    </a:cubicBezTo>
                    <a:cubicBezTo>
                      <a:pt x="29195" y="119"/>
                      <a:pt x="37518" y="8442"/>
                      <a:pt x="37518" y="18709"/>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6" name="Freeform: Shape 3645">
                <a:extLst>
                  <a:ext uri="{FF2B5EF4-FFF2-40B4-BE49-F238E27FC236}">
                    <a16:creationId xmlns:a16="http://schemas.microsoft.com/office/drawing/2014/main" id="{360F1661-2799-8FB1-FFCB-B0F2E7B0098A}"/>
                  </a:ext>
                </a:extLst>
              </p:cNvPr>
              <p:cNvSpPr/>
              <p:nvPr/>
            </p:nvSpPr>
            <p:spPr>
              <a:xfrm>
                <a:off x="2205025" y="7604145"/>
                <a:ext cx="41981" cy="41981"/>
              </a:xfrm>
              <a:custGeom>
                <a:avLst/>
                <a:gdLst>
                  <a:gd name="connsiteX0" fmla="*/ 21328 w 41981"/>
                  <a:gd name="connsiteY0" fmla="*/ 4919 h 41981"/>
                  <a:gd name="connsiteX1" fmla="*/ 37518 w 41981"/>
                  <a:gd name="connsiteY1" fmla="*/ 21109 h 41981"/>
                  <a:gd name="connsiteX2" fmla="*/ 37518 w 41981"/>
                  <a:gd name="connsiteY2" fmla="*/ 21109 h 41981"/>
                  <a:gd name="connsiteX3" fmla="*/ 21328 w 41981"/>
                  <a:gd name="connsiteY3" fmla="*/ 37299 h 41981"/>
                  <a:gd name="connsiteX4" fmla="*/ 5138 w 41981"/>
                  <a:gd name="connsiteY4" fmla="*/ 21109 h 41981"/>
                  <a:gd name="connsiteX5" fmla="*/ 21328 w 41981"/>
                  <a:gd name="connsiteY5" fmla="*/ 4919 h 41981"/>
                  <a:gd name="connsiteX6" fmla="*/ 21328 w 41981"/>
                  <a:gd name="connsiteY6" fmla="*/ 119 h 41981"/>
                  <a:gd name="connsiteX7" fmla="*/ 337 w 41981"/>
                  <a:gd name="connsiteY7" fmla="*/ 21109 h 41981"/>
                  <a:gd name="connsiteX8" fmla="*/ 21328 w 41981"/>
                  <a:gd name="connsiteY8" fmla="*/ 42100 h 41981"/>
                  <a:gd name="connsiteX9" fmla="*/ 42319 w 41981"/>
                  <a:gd name="connsiteY9" fmla="*/ 21109 h 41981"/>
                  <a:gd name="connsiteX10" fmla="*/ 42319 w 41981"/>
                  <a:gd name="connsiteY10" fmla="*/ 21109 h 41981"/>
                  <a:gd name="connsiteX11" fmla="*/ 21328 w 41981"/>
                  <a:gd name="connsiteY11" fmla="*/ 11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8" y="4919"/>
                    </a:moveTo>
                    <a:cubicBezTo>
                      <a:pt x="30270" y="4919"/>
                      <a:pt x="37518" y="12167"/>
                      <a:pt x="37518" y="21109"/>
                    </a:cubicBezTo>
                    <a:lnTo>
                      <a:pt x="37518" y="21109"/>
                    </a:lnTo>
                    <a:cubicBezTo>
                      <a:pt x="37518" y="30051"/>
                      <a:pt x="30270" y="37299"/>
                      <a:pt x="21328" y="37299"/>
                    </a:cubicBezTo>
                    <a:cubicBezTo>
                      <a:pt x="12386" y="37299"/>
                      <a:pt x="5138" y="30051"/>
                      <a:pt x="5138" y="21109"/>
                    </a:cubicBezTo>
                    <a:cubicBezTo>
                      <a:pt x="5138" y="12167"/>
                      <a:pt x="12386" y="4919"/>
                      <a:pt x="21328" y="4919"/>
                    </a:cubicBezTo>
                    <a:close/>
                    <a:moveTo>
                      <a:pt x="21328" y="119"/>
                    </a:moveTo>
                    <a:cubicBezTo>
                      <a:pt x="9735" y="119"/>
                      <a:pt x="337" y="9517"/>
                      <a:pt x="337" y="21109"/>
                    </a:cubicBezTo>
                    <a:cubicBezTo>
                      <a:pt x="337" y="32702"/>
                      <a:pt x="9735" y="42100"/>
                      <a:pt x="21328" y="42100"/>
                    </a:cubicBezTo>
                    <a:cubicBezTo>
                      <a:pt x="32921" y="42100"/>
                      <a:pt x="42319" y="32702"/>
                      <a:pt x="42319" y="21109"/>
                    </a:cubicBezTo>
                    <a:lnTo>
                      <a:pt x="42319" y="21109"/>
                    </a:lnTo>
                    <a:cubicBezTo>
                      <a:pt x="42319" y="9517"/>
                      <a:pt x="32921" y="119"/>
                      <a:pt x="21328" y="11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7" name="Freeform: Shape 3646">
                <a:extLst>
                  <a:ext uri="{FF2B5EF4-FFF2-40B4-BE49-F238E27FC236}">
                    <a16:creationId xmlns:a16="http://schemas.microsoft.com/office/drawing/2014/main" id="{A11B1FE1-35E1-9EE6-49C1-EE19A465D7B0}"/>
                  </a:ext>
                </a:extLst>
              </p:cNvPr>
              <p:cNvSpPr/>
              <p:nvPr/>
            </p:nvSpPr>
            <p:spPr>
              <a:xfrm>
                <a:off x="1814743" y="7659451"/>
                <a:ext cx="37180" cy="37180"/>
              </a:xfrm>
              <a:custGeom>
                <a:avLst/>
                <a:gdLst>
                  <a:gd name="connsiteX0" fmla="*/ 37450 w 37180"/>
                  <a:gd name="connsiteY0" fmla="*/ 18718 h 37180"/>
                  <a:gd name="connsiteX1" fmla="*/ 18860 w 37180"/>
                  <a:gd name="connsiteY1" fmla="*/ 37309 h 37180"/>
                  <a:gd name="connsiteX2" fmla="*/ 269 w 37180"/>
                  <a:gd name="connsiteY2" fmla="*/ 18718 h 37180"/>
                  <a:gd name="connsiteX3" fmla="*/ 18860 w 37180"/>
                  <a:gd name="connsiteY3" fmla="*/ 128 h 37180"/>
                  <a:gd name="connsiteX4" fmla="*/ 37450 w 37180"/>
                  <a:gd name="connsiteY4" fmla="*/ 1871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18"/>
                    </a:moveTo>
                    <a:cubicBezTo>
                      <a:pt x="37450" y="28985"/>
                      <a:pt x="29127" y="37309"/>
                      <a:pt x="18860" y="37309"/>
                    </a:cubicBezTo>
                    <a:cubicBezTo>
                      <a:pt x="8592" y="37309"/>
                      <a:pt x="269" y="28985"/>
                      <a:pt x="269" y="18718"/>
                    </a:cubicBezTo>
                    <a:cubicBezTo>
                      <a:pt x="269" y="8451"/>
                      <a:pt x="8592" y="128"/>
                      <a:pt x="18860" y="128"/>
                    </a:cubicBezTo>
                    <a:cubicBezTo>
                      <a:pt x="29127" y="128"/>
                      <a:pt x="37450" y="8451"/>
                      <a:pt x="37450" y="18718"/>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8" name="Freeform: Shape 3647">
                <a:extLst>
                  <a:ext uri="{FF2B5EF4-FFF2-40B4-BE49-F238E27FC236}">
                    <a16:creationId xmlns:a16="http://schemas.microsoft.com/office/drawing/2014/main" id="{EFB51198-F4A8-F13E-0026-CA9319719568}"/>
                  </a:ext>
                </a:extLst>
              </p:cNvPr>
              <p:cNvSpPr/>
              <p:nvPr/>
            </p:nvSpPr>
            <p:spPr>
              <a:xfrm>
                <a:off x="1812342" y="7657051"/>
                <a:ext cx="41981" cy="41981"/>
              </a:xfrm>
              <a:custGeom>
                <a:avLst/>
                <a:gdLst>
                  <a:gd name="connsiteX0" fmla="*/ 21260 w 41981"/>
                  <a:gd name="connsiteY0" fmla="*/ 4928 h 41981"/>
                  <a:gd name="connsiteX1" fmla="*/ 37450 w 41981"/>
                  <a:gd name="connsiteY1" fmla="*/ 21118 h 41981"/>
                  <a:gd name="connsiteX2" fmla="*/ 37450 w 41981"/>
                  <a:gd name="connsiteY2" fmla="*/ 21118 h 41981"/>
                  <a:gd name="connsiteX3" fmla="*/ 21260 w 41981"/>
                  <a:gd name="connsiteY3" fmla="*/ 37309 h 41981"/>
                  <a:gd name="connsiteX4" fmla="*/ 5070 w 41981"/>
                  <a:gd name="connsiteY4" fmla="*/ 21118 h 41981"/>
                  <a:gd name="connsiteX5" fmla="*/ 21260 w 41981"/>
                  <a:gd name="connsiteY5" fmla="*/ 4928 h 41981"/>
                  <a:gd name="connsiteX6" fmla="*/ 21260 w 41981"/>
                  <a:gd name="connsiteY6" fmla="*/ 128 h 41981"/>
                  <a:gd name="connsiteX7" fmla="*/ 269 w 41981"/>
                  <a:gd name="connsiteY7" fmla="*/ 21118 h 41981"/>
                  <a:gd name="connsiteX8" fmla="*/ 21260 w 41981"/>
                  <a:gd name="connsiteY8" fmla="*/ 42109 h 41981"/>
                  <a:gd name="connsiteX9" fmla="*/ 42250 w 41981"/>
                  <a:gd name="connsiteY9" fmla="*/ 21118 h 41981"/>
                  <a:gd name="connsiteX10" fmla="*/ 42250 w 41981"/>
                  <a:gd name="connsiteY10" fmla="*/ 21118 h 41981"/>
                  <a:gd name="connsiteX11" fmla="*/ 21260 w 41981"/>
                  <a:gd name="connsiteY11" fmla="*/ 12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28"/>
                    </a:moveTo>
                    <a:cubicBezTo>
                      <a:pt x="30202" y="4928"/>
                      <a:pt x="37450" y="12177"/>
                      <a:pt x="37450" y="21118"/>
                    </a:cubicBezTo>
                    <a:lnTo>
                      <a:pt x="37450" y="21118"/>
                    </a:lnTo>
                    <a:cubicBezTo>
                      <a:pt x="37450" y="30060"/>
                      <a:pt x="30202" y="37309"/>
                      <a:pt x="21260" y="37309"/>
                    </a:cubicBezTo>
                    <a:cubicBezTo>
                      <a:pt x="12318" y="37309"/>
                      <a:pt x="5070" y="30060"/>
                      <a:pt x="5070" y="21118"/>
                    </a:cubicBezTo>
                    <a:cubicBezTo>
                      <a:pt x="5070" y="12177"/>
                      <a:pt x="12318" y="4928"/>
                      <a:pt x="21260" y="4928"/>
                    </a:cubicBezTo>
                    <a:close/>
                    <a:moveTo>
                      <a:pt x="21260" y="128"/>
                    </a:moveTo>
                    <a:cubicBezTo>
                      <a:pt x="9667" y="128"/>
                      <a:pt x="269" y="9526"/>
                      <a:pt x="269" y="21118"/>
                    </a:cubicBezTo>
                    <a:cubicBezTo>
                      <a:pt x="269" y="32711"/>
                      <a:pt x="9667" y="42109"/>
                      <a:pt x="21260" y="42109"/>
                    </a:cubicBezTo>
                    <a:cubicBezTo>
                      <a:pt x="32852" y="42109"/>
                      <a:pt x="42250" y="32711"/>
                      <a:pt x="42250" y="21118"/>
                    </a:cubicBezTo>
                    <a:lnTo>
                      <a:pt x="42250" y="21118"/>
                    </a:lnTo>
                    <a:cubicBezTo>
                      <a:pt x="42250" y="9526"/>
                      <a:pt x="32852" y="128"/>
                      <a:pt x="21260" y="12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49" name="Freeform: Shape 3648">
                <a:extLst>
                  <a:ext uri="{FF2B5EF4-FFF2-40B4-BE49-F238E27FC236}">
                    <a16:creationId xmlns:a16="http://schemas.microsoft.com/office/drawing/2014/main" id="{149B712E-533E-29AA-8888-02297A922D65}"/>
                  </a:ext>
                </a:extLst>
              </p:cNvPr>
              <p:cNvSpPr/>
              <p:nvPr/>
            </p:nvSpPr>
            <p:spPr>
              <a:xfrm>
                <a:off x="1649719" y="7624067"/>
                <a:ext cx="37180" cy="37180"/>
              </a:xfrm>
              <a:custGeom>
                <a:avLst/>
                <a:gdLst>
                  <a:gd name="connsiteX0" fmla="*/ 37421 w 37180"/>
                  <a:gd name="connsiteY0" fmla="*/ 18712 h 37180"/>
                  <a:gd name="connsiteX1" fmla="*/ 18831 w 37180"/>
                  <a:gd name="connsiteY1" fmla="*/ 37302 h 37180"/>
                  <a:gd name="connsiteX2" fmla="*/ 241 w 37180"/>
                  <a:gd name="connsiteY2" fmla="*/ 18712 h 37180"/>
                  <a:gd name="connsiteX3" fmla="*/ 18831 w 37180"/>
                  <a:gd name="connsiteY3" fmla="*/ 122 h 37180"/>
                  <a:gd name="connsiteX4" fmla="*/ 37421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12"/>
                    </a:moveTo>
                    <a:cubicBezTo>
                      <a:pt x="37421" y="28979"/>
                      <a:pt x="29098" y="37302"/>
                      <a:pt x="18831" y="37302"/>
                    </a:cubicBezTo>
                    <a:cubicBezTo>
                      <a:pt x="8564" y="37302"/>
                      <a:pt x="241" y="28979"/>
                      <a:pt x="241" y="18712"/>
                    </a:cubicBezTo>
                    <a:cubicBezTo>
                      <a:pt x="241" y="8445"/>
                      <a:pt x="8564" y="122"/>
                      <a:pt x="18831" y="122"/>
                    </a:cubicBezTo>
                    <a:cubicBezTo>
                      <a:pt x="29098" y="122"/>
                      <a:pt x="37421" y="8445"/>
                      <a:pt x="37421" y="18712"/>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0" name="Freeform: Shape 3649">
                <a:extLst>
                  <a:ext uri="{FF2B5EF4-FFF2-40B4-BE49-F238E27FC236}">
                    <a16:creationId xmlns:a16="http://schemas.microsoft.com/office/drawing/2014/main" id="{0D96F27E-B4B0-B205-7B50-63409824DC81}"/>
                  </a:ext>
                </a:extLst>
              </p:cNvPr>
              <p:cNvSpPr/>
              <p:nvPr/>
            </p:nvSpPr>
            <p:spPr>
              <a:xfrm>
                <a:off x="1647318" y="7621667"/>
                <a:ext cx="41981" cy="41981"/>
              </a:xfrm>
              <a:custGeom>
                <a:avLst/>
                <a:gdLst>
                  <a:gd name="connsiteX0" fmla="*/ 21231 w 41981"/>
                  <a:gd name="connsiteY0" fmla="*/ 4922 h 41981"/>
                  <a:gd name="connsiteX1" fmla="*/ 37421 w 41981"/>
                  <a:gd name="connsiteY1" fmla="*/ 21112 h 41981"/>
                  <a:gd name="connsiteX2" fmla="*/ 37421 w 41981"/>
                  <a:gd name="connsiteY2" fmla="*/ 21112 h 41981"/>
                  <a:gd name="connsiteX3" fmla="*/ 21231 w 41981"/>
                  <a:gd name="connsiteY3" fmla="*/ 37302 h 41981"/>
                  <a:gd name="connsiteX4" fmla="*/ 5041 w 41981"/>
                  <a:gd name="connsiteY4" fmla="*/ 21112 h 41981"/>
                  <a:gd name="connsiteX5" fmla="*/ 21231 w 41981"/>
                  <a:gd name="connsiteY5" fmla="*/ 4922 h 41981"/>
                  <a:gd name="connsiteX6" fmla="*/ 21231 w 41981"/>
                  <a:gd name="connsiteY6" fmla="*/ 122 h 41981"/>
                  <a:gd name="connsiteX7" fmla="*/ 241 w 41981"/>
                  <a:gd name="connsiteY7" fmla="*/ 21112 h 41981"/>
                  <a:gd name="connsiteX8" fmla="*/ 21231 w 41981"/>
                  <a:gd name="connsiteY8" fmla="*/ 42103 h 41981"/>
                  <a:gd name="connsiteX9" fmla="*/ 42222 w 41981"/>
                  <a:gd name="connsiteY9" fmla="*/ 21112 h 41981"/>
                  <a:gd name="connsiteX10" fmla="*/ 42222 w 41981"/>
                  <a:gd name="connsiteY10" fmla="*/ 21112 h 41981"/>
                  <a:gd name="connsiteX11" fmla="*/ 21231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22"/>
                    </a:moveTo>
                    <a:cubicBezTo>
                      <a:pt x="30173" y="4922"/>
                      <a:pt x="37421" y="12170"/>
                      <a:pt x="37421" y="21112"/>
                    </a:cubicBezTo>
                    <a:lnTo>
                      <a:pt x="37421" y="21112"/>
                    </a:lnTo>
                    <a:cubicBezTo>
                      <a:pt x="37421" y="30054"/>
                      <a:pt x="30173" y="37302"/>
                      <a:pt x="21231" y="37302"/>
                    </a:cubicBezTo>
                    <a:cubicBezTo>
                      <a:pt x="12289" y="37302"/>
                      <a:pt x="5041" y="30054"/>
                      <a:pt x="5041" y="21112"/>
                    </a:cubicBezTo>
                    <a:cubicBezTo>
                      <a:pt x="5041" y="12170"/>
                      <a:pt x="12289" y="4922"/>
                      <a:pt x="21231" y="4922"/>
                    </a:cubicBezTo>
                    <a:close/>
                    <a:moveTo>
                      <a:pt x="21231" y="122"/>
                    </a:moveTo>
                    <a:cubicBezTo>
                      <a:pt x="9639" y="122"/>
                      <a:pt x="241" y="9520"/>
                      <a:pt x="241" y="21112"/>
                    </a:cubicBezTo>
                    <a:cubicBezTo>
                      <a:pt x="241" y="32705"/>
                      <a:pt x="9639" y="42103"/>
                      <a:pt x="21231" y="42103"/>
                    </a:cubicBezTo>
                    <a:cubicBezTo>
                      <a:pt x="32824" y="42103"/>
                      <a:pt x="42222" y="32705"/>
                      <a:pt x="42222" y="21112"/>
                    </a:cubicBezTo>
                    <a:lnTo>
                      <a:pt x="42222" y="21112"/>
                    </a:lnTo>
                    <a:cubicBezTo>
                      <a:pt x="42222" y="9520"/>
                      <a:pt x="32824" y="122"/>
                      <a:pt x="21231" y="12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1" name="Freeform: Shape 3650">
                <a:extLst>
                  <a:ext uri="{FF2B5EF4-FFF2-40B4-BE49-F238E27FC236}">
                    <a16:creationId xmlns:a16="http://schemas.microsoft.com/office/drawing/2014/main" id="{61C3F19B-D5EA-71EA-A9D8-C6B76D9DE500}"/>
                  </a:ext>
                </a:extLst>
              </p:cNvPr>
              <p:cNvSpPr/>
              <p:nvPr/>
            </p:nvSpPr>
            <p:spPr>
              <a:xfrm>
                <a:off x="1777856" y="7610733"/>
                <a:ext cx="37180" cy="37180"/>
              </a:xfrm>
              <a:custGeom>
                <a:avLst/>
                <a:gdLst>
                  <a:gd name="connsiteX0" fmla="*/ 37444 w 37180"/>
                  <a:gd name="connsiteY0" fmla="*/ 18710 h 37180"/>
                  <a:gd name="connsiteX1" fmla="*/ 18853 w 37180"/>
                  <a:gd name="connsiteY1" fmla="*/ 37300 h 37180"/>
                  <a:gd name="connsiteX2" fmla="*/ 263 w 37180"/>
                  <a:gd name="connsiteY2" fmla="*/ 18710 h 37180"/>
                  <a:gd name="connsiteX3" fmla="*/ 18853 w 37180"/>
                  <a:gd name="connsiteY3" fmla="*/ 119 h 37180"/>
                  <a:gd name="connsiteX4" fmla="*/ 37444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10"/>
                    </a:moveTo>
                    <a:cubicBezTo>
                      <a:pt x="37444" y="28977"/>
                      <a:pt x="29120" y="37300"/>
                      <a:pt x="18853" y="37300"/>
                    </a:cubicBezTo>
                    <a:cubicBezTo>
                      <a:pt x="8586" y="37300"/>
                      <a:pt x="263" y="28977"/>
                      <a:pt x="263" y="18710"/>
                    </a:cubicBezTo>
                    <a:cubicBezTo>
                      <a:pt x="263" y="8442"/>
                      <a:pt x="8586" y="119"/>
                      <a:pt x="18853" y="119"/>
                    </a:cubicBezTo>
                    <a:cubicBezTo>
                      <a:pt x="29120" y="119"/>
                      <a:pt x="37444" y="8442"/>
                      <a:pt x="37444" y="18710"/>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2" name="Freeform: Shape 3651">
                <a:extLst>
                  <a:ext uri="{FF2B5EF4-FFF2-40B4-BE49-F238E27FC236}">
                    <a16:creationId xmlns:a16="http://schemas.microsoft.com/office/drawing/2014/main" id="{935EA9EE-8084-52F3-B432-8792E0405EDB}"/>
                  </a:ext>
                </a:extLst>
              </p:cNvPr>
              <p:cNvSpPr/>
              <p:nvPr/>
            </p:nvSpPr>
            <p:spPr>
              <a:xfrm>
                <a:off x="1775455" y="7608333"/>
                <a:ext cx="41981" cy="41981"/>
              </a:xfrm>
              <a:custGeom>
                <a:avLst/>
                <a:gdLst>
                  <a:gd name="connsiteX0" fmla="*/ 21253 w 41981"/>
                  <a:gd name="connsiteY0" fmla="*/ 4920 h 41981"/>
                  <a:gd name="connsiteX1" fmla="*/ 37444 w 41981"/>
                  <a:gd name="connsiteY1" fmla="*/ 21110 h 41981"/>
                  <a:gd name="connsiteX2" fmla="*/ 37444 w 41981"/>
                  <a:gd name="connsiteY2" fmla="*/ 21110 h 41981"/>
                  <a:gd name="connsiteX3" fmla="*/ 21253 w 41981"/>
                  <a:gd name="connsiteY3" fmla="*/ 37300 h 41981"/>
                  <a:gd name="connsiteX4" fmla="*/ 5063 w 41981"/>
                  <a:gd name="connsiteY4" fmla="*/ 21110 h 41981"/>
                  <a:gd name="connsiteX5" fmla="*/ 21253 w 41981"/>
                  <a:gd name="connsiteY5" fmla="*/ 4920 h 41981"/>
                  <a:gd name="connsiteX6" fmla="*/ 21253 w 41981"/>
                  <a:gd name="connsiteY6" fmla="*/ 119 h 41981"/>
                  <a:gd name="connsiteX7" fmla="*/ 263 w 41981"/>
                  <a:gd name="connsiteY7" fmla="*/ 21110 h 41981"/>
                  <a:gd name="connsiteX8" fmla="*/ 21253 w 41981"/>
                  <a:gd name="connsiteY8" fmla="*/ 42100 h 41981"/>
                  <a:gd name="connsiteX9" fmla="*/ 42244 w 41981"/>
                  <a:gd name="connsiteY9" fmla="*/ 21110 h 41981"/>
                  <a:gd name="connsiteX10" fmla="*/ 42244 w 41981"/>
                  <a:gd name="connsiteY10" fmla="*/ 21110 h 41981"/>
                  <a:gd name="connsiteX11" fmla="*/ 21253 w 41981"/>
                  <a:gd name="connsiteY11" fmla="*/ 11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20"/>
                    </a:moveTo>
                    <a:cubicBezTo>
                      <a:pt x="30195" y="4920"/>
                      <a:pt x="37444" y="12168"/>
                      <a:pt x="37444" y="21110"/>
                    </a:cubicBezTo>
                    <a:lnTo>
                      <a:pt x="37444" y="21110"/>
                    </a:lnTo>
                    <a:cubicBezTo>
                      <a:pt x="37444" y="30052"/>
                      <a:pt x="30195" y="37300"/>
                      <a:pt x="21253" y="37300"/>
                    </a:cubicBezTo>
                    <a:cubicBezTo>
                      <a:pt x="12312" y="37300"/>
                      <a:pt x="5063" y="30052"/>
                      <a:pt x="5063" y="21110"/>
                    </a:cubicBezTo>
                    <a:cubicBezTo>
                      <a:pt x="5063" y="12168"/>
                      <a:pt x="12312" y="4920"/>
                      <a:pt x="21253" y="4920"/>
                    </a:cubicBezTo>
                    <a:close/>
                    <a:moveTo>
                      <a:pt x="21253" y="119"/>
                    </a:moveTo>
                    <a:cubicBezTo>
                      <a:pt x="9661" y="119"/>
                      <a:pt x="263" y="9517"/>
                      <a:pt x="263" y="21110"/>
                    </a:cubicBezTo>
                    <a:cubicBezTo>
                      <a:pt x="263" y="32702"/>
                      <a:pt x="9661" y="42100"/>
                      <a:pt x="21253" y="42100"/>
                    </a:cubicBezTo>
                    <a:cubicBezTo>
                      <a:pt x="32846" y="42100"/>
                      <a:pt x="42244" y="32702"/>
                      <a:pt x="42244" y="21110"/>
                    </a:cubicBezTo>
                    <a:lnTo>
                      <a:pt x="42244" y="21110"/>
                    </a:lnTo>
                    <a:cubicBezTo>
                      <a:pt x="42244" y="9517"/>
                      <a:pt x="32846" y="119"/>
                      <a:pt x="21253" y="11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3" name="Freeform: Shape 3652">
                <a:extLst>
                  <a:ext uri="{FF2B5EF4-FFF2-40B4-BE49-F238E27FC236}">
                    <a16:creationId xmlns:a16="http://schemas.microsoft.com/office/drawing/2014/main" id="{B72396E7-6754-ED2A-07DA-9061AE5861F7}"/>
                  </a:ext>
                </a:extLst>
              </p:cNvPr>
              <p:cNvSpPr/>
              <p:nvPr/>
            </p:nvSpPr>
            <p:spPr>
              <a:xfrm>
                <a:off x="1744263" y="7853494"/>
                <a:ext cx="37180" cy="37180"/>
              </a:xfrm>
              <a:custGeom>
                <a:avLst/>
                <a:gdLst>
                  <a:gd name="connsiteX0" fmla="*/ 37438 w 37180"/>
                  <a:gd name="connsiteY0" fmla="*/ 18752 h 37180"/>
                  <a:gd name="connsiteX1" fmla="*/ 18847 w 37180"/>
                  <a:gd name="connsiteY1" fmla="*/ 37342 h 37180"/>
                  <a:gd name="connsiteX2" fmla="*/ 257 w 37180"/>
                  <a:gd name="connsiteY2" fmla="*/ 18752 h 37180"/>
                  <a:gd name="connsiteX3" fmla="*/ 18847 w 37180"/>
                  <a:gd name="connsiteY3" fmla="*/ 161 h 37180"/>
                  <a:gd name="connsiteX4" fmla="*/ 3743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2"/>
                    </a:moveTo>
                    <a:cubicBezTo>
                      <a:pt x="37438" y="29019"/>
                      <a:pt x="29115" y="37342"/>
                      <a:pt x="18847" y="37342"/>
                    </a:cubicBezTo>
                    <a:cubicBezTo>
                      <a:pt x="8580" y="37342"/>
                      <a:pt x="257" y="29019"/>
                      <a:pt x="257" y="18752"/>
                    </a:cubicBezTo>
                    <a:cubicBezTo>
                      <a:pt x="257" y="8485"/>
                      <a:pt x="8580" y="161"/>
                      <a:pt x="18847" y="161"/>
                    </a:cubicBezTo>
                    <a:cubicBezTo>
                      <a:pt x="29115" y="161"/>
                      <a:pt x="37438" y="8485"/>
                      <a:pt x="37438" y="18752"/>
                    </a:cubicBezTo>
                    <a:close/>
                  </a:path>
                </a:pathLst>
              </a:custGeom>
              <a:solidFill>
                <a:srgbClr val="64F76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4" name="Freeform: Shape 3653">
                <a:extLst>
                  <a:ext uri="{FF2B5EF4-FFF2-40B4-BE49-F238E27FC236}">
                    <a16:creationId xmlns:a16="http://schemas.microsoft.com/office/drawing/2014/main" id="{9553E7F7-C853-FAA5-7632-B4E3FBE98F0F}"/>
                  </a:ext>
                </a:extLst>
              </p:cNvPr>
              <p:cNvSpPr/>
              <p:nvPr/>
            </p:nvSpPr>
            <p:spPr>
              <a:xfrm>
                <a:off x="1741863" y="7851094"/>
                <a:ext cx="41981" cy="41981"/>
              </a:xfrm>
              <a:custGeom>
                <a:avLst/>
                <a:gdLst>
                  <a:gd name="connsiteX0" fmla="*/ 21248 w 41981"/>
                  <a:gd name="connsiteY0" fmla="*/ 4962 h 41981"/>
                  <a:gd name="connsiteX1" fmla="*/ 37438 w 41981"/>
                  <a:gd name="connsiteY1" fmla="*/ 21152 h 41981"/>
                  <a:gd name="connsiteX2" fmla="*/ 37438 w 41981"/>
                  <a:gd name="connsiteY2" fmla="*/ 21152 h 41981"/>
                  <a:gd name="connsiteX3" fmla="*/ 21248 w 41981"/>
                  <a:gd name="connsiteY3" fmla="*/ 37342 h 41981"/>
                  <a:gd name="connsiteX4" fmla="*/ 5057 w 41981"/>
                  <a:gd name="connsiteY4" fmla="*/ 21152 h 41981"/>
                  <a:gd name="connsiteX5" fmla="*/ 21248 w 41981"/>
                  <a:gd name="connsiteY5" fmla="*/ 4962 h 41981"/>
                  <a:gd name="connsiteX6" fmla="*/ 21248 w 41981"/>
                  <a:gd name="connsiteY6" fmla="*/ 161 h 41981"/>
                  <a:gd name="connsiteX7" fmla="*/ 257 w 41981"/>
                  <a:gd name="connsiteY7" fmla="*/ 21152 h 41981"/>
                  <a:gd name="connsiteX8" fmla="*/ 21248 w 41981"/>
                  <a:gd name="connsiteY8" fmla="*/ 42143 h 41981"/>
                  <a:gd name="connsiteX9" fmla="*/ 42238 w 41981"/>
                  <a:gd name="connsiteY9" fmla="*/ 21152 h 41981"/>
                  <a:gd name="connsiteX10" fmla="*/ 42238 w 41981"/>
                  <a:gd name="connsiteY10" fmla="*/ 21152 h 41981"/>
                  <a:gd name="connsiteX11" fmla="*/ 21248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2"/>
                    </a:moveTo>
                    <a:cubicBezTo>
                      <a:pt x="30189" y="4962"/>
                      <a:pt x="37438" y="12210"/>
                      <a:pt x="37438" y="21152"/>
                    </a:cubicBezTo>
                    <a:lnTo>
                      <a:pt x="37438" y="21152"/>
                    </a:lnTo>
                    <a:cubicBezTo>
                      <a:pt x="37438" y="30094"/>
                      <a:pt x="30189" y="37342"/>
                      <a:pt x="21248" y="37342"/>
                    </a:cubicBezTo>
                    <a:cubicBezTo>
                      <a:pt x="12306" y="37342"/>
                      <a:pt x="5057" y="30094"/>
                      <a:pt x="5057" y="21152"/>
                    </a:cubicBezTo>
                    <a:cubicBezTo>
                      <a:pt x="5057" y="12210"/>
                      <a:pt x="12306" y="4962"/>
                      <a:pt x="21248" y="4962"/>
                    </a:cubicBezTo>
                    <a:close/>
                    <a:moveTo>
                      <a:pt x="21248" y="161"/>
                    </a:moveTo>
                    <a:cubicBezTo>
                      <a:pt x="9655" y="161"/>
                      <a:pt x="257" y="9559"/>
                      <a:pt x="257" y="21152"/>
                    </a:cubicBezTo>
                    <a:cubicBezTo>
                      <a:pt x="257" y="32745"/>
                      <a:pt x="9655" y="42143"/>
                      <a:pt x="21248" y="42143"/>
                    </a:cubicBezTo>
                    <a:cubicBezTo>
                      <a:pt x="32840" y="42143"/>
                      <a:pt x="42238" y="32745"/>
                      <a:pt x="42238" y="21152"/>
                    </a:cubicBezTo>
                    <a:lnTo>
                      <a:pt x="42238" y="21152"/>
                    </a:lnTo>
                    <a:cubicBezTo>
                      <a:pt x="42238" y="9559"/>
                      <a:pt x="32840" y="161"/>
                      <a:pt x="21248"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5" name="Freeform: Shape 3654">
                <a:extLst>
                  <a:ext uri="{FF2B5EF4-FFF2-40B4-BE49-F238E27FC236}">
                    <a16:creationId xmlns:a16="http://schemas.microsoft.com/office/drawing/2014/main" id="{6CABCE1E-66EA-FD7F-324E-8E948FBB1440}"/>
                  </a:ext>
                </a:extLst>
              </p:cNvPr>
              <p:cNvSpPr/>
              <p:nvPr/>
            </p:nvSpPr>
            <p:spPr>
              <a:xfrm>
                <a:off x="1863386" y="7906417"/>
                <a:ext cx="37180" cy="37180"/>
              </a:xfrm>
              <a:custGeom>
                <a:avLst/>
                <a:gdLst>
                  <a:gd name="connsiteX0" fmla="*/ 37458 w 37180"/>
                  <a:gd name="connsiteY0" fmla="*/ 18761 h 37180"/>
                  <a:gd name="connsiteX1" fmla="*/ 18868 w 37180"/>
                  <a:gd name="connsiteY1" fmla="*/ 37351 h 37180"/>
                  <a:gd name="connsiteX2" fmla="*/ 278 w 37180"/>
                  <a:gd name="connsiteY2" fmla="*/ 18761 h 37180"/>
                  <a:gd name="connsiteX3" fmla="*/ 18868 w 37180"/>
                  <a:gd name="connsiteY3" fmla="*/ 171 h 37180"/>
                  <a:gd name="connsiteX4" fmla="*/ 37458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61"/>
                    </a:moveTo>
                    <a:cubicBezTo>
                      <a:pt x="37458" y="29028"/>
                      <a:pt x="29135" y="37351"/>
                      <a:pt x="18868" y="37351"/>
                    </a:cubicBezTo>
                    <a:cubicBezTo>
                      <a:pt x="8601" y="37351"/>
                      <a:pt x="278" y="29028"/>
                      <a:pt x="278" y="18761"/>
                    </a:cubicBezTo>
                    <a:cubicBezTo>
                      <a:pt x="278" y="8494"/>
                      <a:pt x="8601" y="171"/>
                      <a:pt x="18868" y="171"/>
                    </a:cubicBezTo>
                    <a:cubicBezTo>
                      <a:pt x="29135" y="171"/>
                      <a:pt x="37458" y="8494"/>
                      <a:pt x="37458" y="18761"/>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6" name="Freeform: Shape 3655">
                <a:extLst>
                  <a:ext uri="{FF2B5EF4-FFF2-40B4-BE49-F238E27FC236}">
                    <a16:creationId xmlns:a16="http://schemas.microsoft.com/office/drawing/2014/main" id="{545D736C-0D1A-E7A1-C1BD-E2D7D6E205FC}"/>
                  </a:ext>
                </a:extLst>
              </p:cNvPr>
              <p:cNvSpPr/>
              <p:nvPr/>
            </p:nvSpPr>
            <p:spPr>
              <a:xfrm>
                <a:off x="1860986" y="7904017"/>
                <a:ext cx="41981" cy="41981"/>
              </a:xfrm>
              <a:custGeom>
                <a:avLst/>
                <a:gdLst>
                  <a:gd name="connsiteX0" fmla="*/ 21268 w 41981"/>
                  <a:gd name="connsiteY0" fmla="*/ 4971 h 41981"/>
                  <a:gd name="connsiteX1" fmla="*/ 37458 w 41981"/>
                  <a:gd name="connsiteY1" fmla="*/ 21161 h 41981"/>
                  <a:gd name="connsiteX2" fmla="*/ 37458 w 41981"/>
                  <a:gd name="connsiteY2" fmla="*/ 21161 h 41981"/>
                  <a:gd name="connsiteX3" fmla="*/ 21268 w 41981"/>
                  <a:gd name="connsiteY3" fmla="*/ 37351 h 41981"/>
                  <a:gd name="connsiteX4" fmla="*/ 5078 w 41981"/>
                  <a:gd name="connsiteY4" fmla="*/ 21161 h 41981"/>
                  <a:gd name="connsiteX5" fmla="*/ 21268 w 41981"/>
                  <a:gd name="connsiteY5" fmla="*/ 4971 h 41981"/>
                  <a:gd name="connsiteX6" fmla="*/ 21268 w 41981"/>
                  <a:gd name="connsiteY6" fmla="*/ 171 h 41981"/>
                  <a:gd name="connsiteX7" fmla="*/ 278 w 41981"/>
                  <a:gd name="connsiteY7" fmla="*/ 21161 h 41981"/>
                  <a:gd name="connsiteX8" fmla="*/ 21268 w 41981"/>
                  <a:gd name="connsiteY8" fmla="*/ 42152 h 41981"/>
                  <a:gd name="connsiteX9" fmla="*/ 42259 w 41981"/>
                  <a:gd name="connsiteY9" fmla="*/ 21161 h 41981"/>
                  <a:gd name="connsiteX10" fmla="*/ 42259 w 41981"/>
                  <a:gd name="connsiteY10" fmla="*/ 21161 h 41981"/>
                  <a:gd name="connsiteX11" fmla="*/ 21268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71"/>
                    </a:moveTo>
                    <a:cubicBezTo>
                      <a:pt x="30210" y="4971"/>
                      <a:pt x="37458" y="12219"/>
                      <a:pt x="37458" y="21161"/>
                    </a:cubicBezTo>
                    <a:lnTo>
                      <a:pt x="37458" y="21161"/>
                    </a:lnTo>
                    <a:cubicBezTo>
                      <a:pt x="37458" y="30103"/>
                      <a:pt x="30210" y="37351"/>
                      <a:pt x="21268" y="37351"/>
                    </a:cubicBezTo>
                    <a:cubicBezTo>
                      <a:pt x="12326" y="37351"/>
                      <a:pt x="5078" y="30103"/>
                      <a:pt x="5078" y="21161"/>
                    </a:cubicBezTo>
                    <a:cubicBezTo>
                      <a:pt x="5078" y="12219"/>
                      <a:pt x="12326" y="4971"/>
                      <a:pt x="21268" y="4971"/>
                    </a:cubicBezTo>
                    <a:close/>
                    <a:moveTo>
                      <a:pt x="21268" y="171"/>
                    </a:moveTo>
                    <a:cubicBezTo>
                      <a:pt x="9676" y="171"/>
                      <a:pt x="278" y="9569"/>
                      <a:pt x="278" y="21161"/>
                    </a:cubicBezTo>
                    <a:cubicBezTo>
                      <a:pt x="278" y="32754"/>
                      <a:pt x="9676" y="42152"/>
                      <a:pt x="21268" y="42152"/>
                    </a:cubicBezTo>
                    <a:cubicBezTo>
                      <a:pt x="32861" y="42152"/>
                      <a:pt x="42259" y="32754"/>
                      <a:pt x="42259" y="21161"/>
                    </a:cubicBezTo>
                    <a:lnTo>
                      <a:pt x="42259" y="21161"/>
                    </a:lnTo>
                    <a:cubicBezTo>
                      <a:pt x="42259" y="9569"/>
                      <a:pt x="32861" y="171"/>
                      <a:pt x="21268"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7" name="Freeform: Shape 3656">
                <a:extLst>
                  <a:ext uri="{FF2B5EF4-FFF2-40B4-BE49-F238E27FC236}">
                    <a16:creationId xmlns:a16="http://schemas.microsoft.com/office/drawing/2014/main" id="{92B8D553-3596-41FB-9A30-9596F289DF57}"/>
                  </a:ext>
                </a:extLst>
              </p:cNvPr>
              <p:cNvSpPr/>
              <p:nvPr/>
            </p:nvSpPr>
            <p:spPr>
              <a:xfrm>
                <a:off x="1665645" y="7938938"/>
                <a:ext cx="37180" cy="37180"/>
              </a:xfrm>
              <a:custGeom>
                <a:avLst/>
                <a:gdLst>
                  <a:gd name="connsiteX0" fmla="*/ 37424 w 37180"/>
                  <a:gd name="connsiteY0" fmla="*/ 18767 h 37180"/>
                  <a:gd name="connsiteX1" fmla="*/ 18834 w 37180"/>
                  <a:gd name="connsiteY1" fmla="*/ 37357 h 37180"/>
                  <a:gd name="connsiteX2" fmla="*/ 243 w 37180"/>
                  <a:gd name="connsiteY2" fmla="*/ 18767 h 37180"/>
                  <a:gd name="connsiteX3" fmla="*/ 18834 w 37180"/>
                  <a:gd name="connsiteY3" fmla="*/ 176 h 37180"/>
                  <a:gd name="connsiteX4" fmla="*/ 3742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67"/>
                    </a:moveTo>
                    <a:cubicBezTo>
                      <a:pt x="37424" y="29034"/>
                      <a:pt x="29101" y="37357"/>
                      <a:pt x="18834" y="37357"/>
                    </a:cubicBezTo>
                    <a:cubicBezTo>
                      <a:pt x="8567" y="37357"/>
                      <a:pt x="243" y="29034"/>
                      <a:pt x="243" y="18767"/>
                    </a:cubicBezTo>
                    <a:cubicBezTo>
                      <a:pt x="243" y="8499"/>
                      <a:pt x="8567" y="176"/>
                      <a:pt x="18834" y="176"/>
                    </a:cubicBezTo>
                    <a:cubicBezTo>
                      <a:pt x="29101" y="176"/>
                      <a:pt x="37424" y="8499"/>
                      <a:pt x="37424" y="18767"/>
                    </a:cubicBezTo>
                    <a:close/>
                  </a:path>
                </a:pathLst>
              </a:custGeom>
              <a:solidFill>
                <a:srgbClr val="F7CA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8" name="Freeform: Shape 3657">
                <a:extLst>
                  <a:ext uri="{FF2B5EF4-FFF2-40B4-BE49-F238E27FC236}">
                    <a16:creationId xmlns:a16="http://schemas.microsoft.com/office/drawing/2014/main" id="{BEEA1311-8C5A-B158-2A71-EBBD9191C9B6}"/>
                  </a:ext>
                </a:extLst>
              </p:cNvPr>
              <p:cNvSpPr/>
              <p:nvPr/>
            </p:nvSpPr>
            <p:spPr>
              <a:xfrm>
                <a:off x="1663245" y="7936538"/>
                <a:ext cx="41981" cy="41981"/>
              </a:xfrm>
              <a:custGeom>
                <a:avLst/>
                <a:gdLst>
                  <a:gd name="connsiteX0" fmla="*/ 21234 w 41981"/>
                  <a:gd name="connsiteY0" fmla="*/ 4977 h 41981"/>
                  <a:gd name="connsiteX1" fmla="*/ 37424 w 41981"/>
                  <a:gd name="connsiteY1" fmla="*/ 21167 h 41981"/>
                  <a:gd name="connsiteX2" fmla="*/ 37424 w 41981"/>
                  <a:gd name="connsiteY2" fmla="*/ 21167 h 41981"/>
                  <a:gd name="connsiteX3" fmla="*/ 21234 w 41981"/>
                  <a:gd name="connsiteY3" fmla="*/ 37357 h 41981"/>
                  <a:gd name="connsiteX4" fmla="*/ 5044 w 41981"/>
                  <a:gd name="connsiteY4" fmla="*/ 21167 h 41981"/>
                  <a:gd name="connsiteX5" fmla="*/ 21234 w 41981"/>
                  <a:gd name="connsiteY5" fmla="*/ 4977 h 41981"/>
                  <a:gd name="connsiteX6" fmla="*/ 21234 w 41981"/>
                  <a:gd name="connsiteY6" fmla="*/ 176 h 41981"/>
                  <a:gd name="connsiteX7" fmla="*/ 243 w 41981"/>
                  <a:gd name="connsiteY7" fmla="*/ 21167 h 41981"/>
                  <a:gd name="connsiteX8" fmla="*/ 21234 w 41981"/>
                  <a:gd name="connsiteY8" fmla="*/ 42157 h 41981"/>
                  <a:gd name="connsiteX9" fmla="*/ 42225 w 41981"/>
                  <a:gd name="connsiteY9" fmla="*/ 21167 h 41981"/>
                  <a:gd name="connsiteX10" fmla="*/ 42225 w 41981"/>
                  <a:gd name="connsiteY10" fmla="*/ 21167 h 41981"/>
                  <a:gd name="connsiteX11" fmla="*/ 21234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77"/>
                    </a:moveTo>
                    <a:cubicBezTo>
                      <a:pt x="30176" y="4977"/>
                      <a:pt x="37424" y="12225"/>
                      <a:pt x="37424" y="21167"/>
                    </a:cubicBezTo>
                    <a:lnTo>
                      <a:pt x="37424" y="21167"/>
                    </a:lnTo>
                    <a:cubicBezTo>
                      <a:pt x="37424" y="30109"/>
                      <a:pt x="30176" y="37357"/>
                      <a:pt x="21234" y="37357"/>
                    </a:cubicBezTo>
                    <a:cubicBezTo>
                      <a:pt x="12292" y="37357"/>
                      <a:pt x="5044" y="30109"/>
                      <a:pt x="5044" y="21167"/>
                    </a:cubicBezTo>
                    <a:cubicBezTo>
                      <a:pt x="5044" y="12225"/>
                      <a:pt x="12292" y="4977"/>
                      <a:pt x="21234" y="4977"/>
                    </a:cubicBezTo>
                    <a:close/>
                    <a:moveTo>
                      <a:pt x="21234" y="176"/>
                    </a:moveTo>
                    <a:cubicBezTo>
                      <a:pt x="9641" y="176"/>
                      <a:pt x="243" y="9574"/>
                      <a:pt x="243" y="21167"/>
                    </a:cubicBezTo>
                    <a:cubicBezTo>
                      <a:pt x="243" y="32759"/>
                      <a:pt x="9641" y="42157"/>
                      <a:pt x="21234" y="42157"/>
                    </a:cubicBezTo>
                    <a:cubicBezTo>
                      <a:pt x="32827" y="42157"/>
                      <a:pt x="42225" y="32759"/>
                      <a:pt x="42225" y="21167"/>
                    </a:cubicBezTo>
                    <a:lnTo>
                      <a:pt x="42225" y="21167"/>
                    </a:lnTo>
                    <a:cubicBezTo>
                      <a:pt x="42225" y="9574"/>
                      <a:pt x="32827" y="176"/>
                      <a:pt x="21234"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59" name="Freeform: Shape 3658">
                <a:extLst>
                  <a:ext uri="{FF2B5EF4-FFF2-40B4-BE49-F238E27FC236}">
                    <a16:creationId xmlns:a16="http://schemas.microsoft.com/office/drawing/2014/main" id="{D9B02392-0F78-59BC-E0E5-541DDA1C5B55}"/>
                  </a:ext>
                </a:extLst>
              </p:cNvPr>
              <p:cNvSpPr/>
              <p:nvPr/>
            </p:nvSpPr>
            <p:spPr>
              <a:xfrm>
                <a:off x="1711045" y="7894511"/>
                <a:ext cx="37180" cy="37180"/>
              </a:xfrm>
              <a:custGeom>
                <a:avLst/>
                <a:gdLst>
                  <a:gd name="connsiteX0" fmla="*/ 37432 w 37180"/>
                  <a:gd name="connsiteY0" fmla="*/ 18759 h 37180"/>
                  <a:gd name="connsiteX1" fmla="*/ 18842 w 37180"/>
                  <a:gd name="connsiteY1" fmla="*/ 37349 h 37180"/>
                  <a:gd name="connsiteX2" fmla="*/ 251 w 37180"/>
                  <a:gd name="connsiteY2" fmla="*/ 18759 h 37180"/>
                  <a:gd name="connsiteX3" fmla="*/ 18842 w 37180"/>
                  <a:gd name="connsiteY3" fmla="*/ 169 h 37180"/>
                  <a:gd name="connsiteX4" fmla="*/ 3743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59"/>
                    </a:moveTo>
                    <a:cubicBezTo>
                      <a:pt x="37432" y="29026"/>
                      <a:pt x="29109" y="37349"/>
                      <a:pt x="18842" y="37349"/>
                    </a:cubicBezTo>
                    <a:cubicBezTo>
                      <a:pt x="8574" y="37349"/>
                      <a:pt x="251" y="29026"/>
                      <a:pt x="251" y="18759"/>
                    </a:cubicBezTo>
                    <a:cubicBezTo>
                      <a:pt x="251" y="8492"/>
                      <a:pt x="8574" y="169"/>
                      <a:pt x="18842" y="169"/>
                    </a:cubicBezTo>
                    <a:cubicBezTo>
                      <a:pt x="29109" y="169"/>
                      <a:pt x="37432" y="8492"/>
                      <a:pt x="37432" y="18759"/>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0" name="Freeform: Shape 3659">
                <a:extLst>
                  <a:ext uri="{FF2B5EF4-FFF2-40B4-BE49-F238E27FC236}">
                    <a16:creationId xmlns:a16="http://schemas.microsoft.com/office/drawing/2014/main" id="{9C24027A-0FBF-E754-2F2D-E45CD1379F6D}"/>
                  </a:ext>
                </a:extLst>
              </p:cNvPr>
              <p:cNvSpPr/>
              <p:nvPr/>
            </p:nvSpPr>
            <p:spPr>
              <a:xfrm>
                <a:off x="1708645" y="7892111"/>
                <a:ext cx="41981" cy="41981"/>
              </a:xfrm>
              <a:custGeom>
                <a:avLst/>
                <a:gdLst>
                  <a:gd name="connsiteX0" fmla="*/ 21242 w 41981"/>
                  <a:gd name="connsiteY0" fmla="*/ 4969 h 41981"/>
                  <a:gd name="connsiteX1" fmla="*/ 37432 w 41981"/>
                  <a:gd name="connsiteY1" fmla="*/ 21159 h 41981"/>
                  <a:gd name="connsiteX2" fmla="*/ 37432 w 41981"/>
                  <a:gd name="connsiteY2" fmla="*/ 21159 h 41981"/>
                  <a:gd name="connsiteX3" fmla="*/ 21242 w 41981"/>
                  <a:gd name="connsiteY3" fmla="*/ 37349 h 41981"/>
                  <a:gd name="connsiteX4" fmla="*/ 5052 w 41981"/>
                  <a:gd name="connsiteY4" fmla="*/ 21159 h 41981"/>
                  <a:gd name="connsiteX5" fmla="*/ 21242 w 41981"/>
                  <a:gd name="connsiteY5" fmla="*/ 4969 h 41981"/>
                  <a:gd name="connsiteX6" fmla="*/ 21242 w 41981"/>
                  <a:gd name="connsiteY6" fmla="*/ 169 h 41981"/>
                  <a:gd name="connsiteX7" fmla="*/ 251 w 41981"/>
                  <a:gd name="connsiteY7" fmla="*/ 21159 h 41981"/>
                  <a:gd name="connsiteX8" fmla="*/ 21242 w 41981"/>
                  <a:gd name="connsiteY8" fmla="*/ 42150 h 41981"/>
                  <a:gd name="connsiteX9" fmla="*/ 42232 w 41981"/>
                  <a:gd name="connsiteY9" fmla="*/ 21159 h 41981"/>
                  <a:gd name="connsiteX10" fmla="*/ 42232 w 41981"/>
                  <a:gd name="connsiteY10" fmla="*/ 21159 h 41981"/>
                  <a:gd name="connsiteX11" fmla="*/ 2124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69"/>
                    </a:moveTo>
                    <a:cubicBezTo>
                      <a:pt x="30184" y="4969"/>
                      <a:pt x="37432" y="12217"/>
                      <a:pt x="37432" y="21159"/>
                    </a:cubicBezTo>
                    <a:lnTo>
                      <a:pt x="37432" y="21159"/>
                    </a:lnTo>
                    <a:cubicBezTo>
                      <a:pt x="37432" y="30101"/>
                      <a:pt x="30184" y="37349"/>
                      <a:pt x="21242" y="37349"/>
                    </a:cubicBezTo>
                    <a:cubicBezTo>
                      <a:pt x="12300" y="37349"/>
                      <a:pt x="5052" y="30101"/>
                      <a:pt x="5052" y="21159"/>
                    </a:cubicBezTo>
                    <a:cubicBezTo>
                      <a:pt x="5052" y="12217"/>
                      <a:pt x="12300" y="4969"/>
                      <a:pt x="21242" y="4969"/>
                    </a:cubicBezTo>
                    <a:close/>
                    <a:moveTo>
                      <a:pt x="21242" y="169"/>
                    </a:moveTo>
                    <a:cubicBezTo>
                      <a:pt x="9649" y="169"/>
                      <a:pt x="251" y="9567"/>
                      <a:pt x="251" y="21159"/>
                    </a:cubicBezTo>
                    <a:cubicBezTo>
                      <a:pt x="251" y="32752"/>
                      <a:pt x="9649" y="42150"/>
                      <a:pt x="21242" y="42150"/>
                    </a:cubicBezTo>
                    <a:cubicBezTo>
                      <a:pt x="32834" y="42150"/>
                      <a:pt x="42232" y="32752"/>
                      <a:pt x="42232" y="21159"/>
                    </a:cubicBezTo>
                    <a:lnTo>
                      <a:pt x="42232" y="21159"/>
                    </a:lnTo>
                    <a:cubicBezTo>
                      <a:pt x="42232" y="9567"/>
                      <a:pt x="32834" y="169"/>
                      <a:pt x="21242"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1" name="Freeform: Shape 3660">
                <a:extLst>
                  <a:ext uri="{FF2B5EF4-FFF2-40B4-BE49-F238E27FC236}">
                    <a16:creationId xmlns:a16="http://schemas.microsoft.com/office/drawing/2014/main" id="{784F60A8-AE12-57B9-A4CA-BD65A823A19C}"/>
                  </a:ext>
                </a:extLst>
              </p:cNvPr>
              <p:cNvSpPr/>
              <p:nvPr/>
            </p:nvSpPr>
            <p:spPr>
              <a:xfrm>
                <a:off x="1722986" y="8053159"/>
                <a:ext cx="37180" cy="37180"/>
              </a:xfrm>
              <a:custGeom>
                <a:avLst/>
                <a:gdLst>
                  <a:gd name="connsiteX0" fmla="*/ 37434 w 37180"/>
                  <a:gd name="connsiteY0" fmla="*/ 18787 h 37180"/>
                  <a:gd name="connsiteX1" fmla="*/ 18844 w 37180"/>
                  <a:gd name="connsiteY1" fmla="*/ 37377 h 37180"/>
                  <a:gd name="connsiteX2" fmla="*/ 253 w 37180"/>
                  <a:gd name="connsiteY2" fmla="*/ 18787 h 37180"/>
                  <a:gd name="connsiteX3" fmla="*/ 18844 w 37180"/>
                  <a:gd name="connsiteY3" fmla="*/ 196 h 37180"/>
                  <a:gd name="connsiteX4" fmla="*/ 37434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87"/>
                    </a:moveTo>
                    <a:cubicBezTo>
                      <a:pt x="37434" y="29054"/>
                      <a:pt x="29111" y="37377"/>
                      <a:pt x="18844" y="37377"/>
                    </a:cubicBezTo>
                    <a:cubicBezTo>
                      <a:pt x="8577" y="37377"/>
                      <a:pt x="253" y="29054"/>
                      <a:pt x="253" y="18787"/>
                    </a:cubicBezTo>
                    <a:cubicBezTo>
                      <a:pt x="253" y="8519"/>
                      <a:pt x="8577" y="196"/>
                      <a:pt x="18844" y="196"/>
                    </a:cubicBezTo>
                    <a:cubicBezTo>
                      <a:pt x="29111" y="196"/>
                      <a:pt x="37434" y="8519"/>
                      <a:pt x="37434" y="18787"/>
                    </a:cubicBezTo>
                    <a:close/>
                  </a:path>
                </a:pathLst>
              </a:custGeom>
              <a:solidFill>
                <a:srgbClr val="F7CBC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2" name="Freeform: Shape 3661">
                <a:extLst>
                  <a:ext uri="{FF2B5EF4-FFF2-40B4-BE49-F238E27FC236}">
                    <a16:creationId xmlns:a16="http://schemas.microsoft.com/office/drawing/2014/main" id="{507975B2-87A4-B312-FD1B-7E7D2FA3251D}"/>
                  </a:ext>
                </a:extLst>
              </p:cNvPr>
              <p:cNvSpPr/>
              <p:nvPr/>
            </p:nvSpPr>
            <p:spPr>
              <a:xfrm>
                <a:off x="1720586" y="8050758"/>
                <a:ext cx="41981" cy="41981"/>
              </a:xfrm>
              <a:custGeom>
                <a:avLst/>
                <a:gdLst>
                  <a:gd name="connsiteX0" fmla="*/ 21244 w 41981"/>
                  <a:gd name="connsiteY0" fmla="*/ 4996 h 41981"/>
                  <a:gd name="connsiteX1" fmla="*/ 37434 w 41981"/>
                  <a:gd name="connsiteY1" fmla="*/ 21187 h 41981"/>
                  <a:gd name="connsiteX2" fmla="*/ 37434 w 41981"/>
                  <a:gd name="connsiteY2" fmla="*/ 21187 h 41981"/>
                  <a:gd name="connsiteX3" fmla="*/ 21244 w 41981"/>
                  <a:gd name="connsiteY3" fmla="*/ 37377 h 41981"/>
                  <a:gd name="connsiteX4" fmla="*/ 5054 w 41981"/>
                  <a:gd name="connsiteY4" fmla="*/ 21187 h 41981"/>
                  <a:gd name="connsiteX5" fmla="*/ 21244 w 41981"/>
                  <a:gd name="connsiteY5" fmla="*/ 4996 h 41981"/>
                  <a:gd name="connsiteX6" fmla="*/ 21244 w 41981"/>
                  <a:gd name="connsiteY6" fmla="*/ 196 h 41981"/>
                  <a:gd name="connsiteX7" fmla="*/ 253 w 41981"/>
                  <a:gd name="connsiteY7" fmla="*/ 21187 h 41981"/>
                  <a:gd name="connsiteX8" fmla="*/ 21244 w 41981"/>
                  <a:gd name="connsiteY8" fmla="*/ 42177 h 41981"/>
                  <a:gd name="connsiteX9" fmla="*/ 42235 w 41981"/>
                  <a:gd name="connsiteY9" fmla="*/ 21187 h 41981"/>
                  <a:gd name="connsiteX10" fmla="*/ 42235 w 41981"/>
                  <a:gd name="connsiteY10" fmla="*/ 21187 h 41981"/>
                  <a:gd name="connsiteX11" fmla="*/ 21244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96"/>
                    </a:moveTo>
                    <a:cubicBezTo>
                      <a:pt x="30186" y="4996"/>
                      <a:pt x="37434" y="12245"/>
                      <a:pt x="37434" y="21187"/>
                    </a:cubicBezTo>
                    <a:lnTo>
                      <a:pt x="37434" y="21187"/>
                    </a:lnTo>
                    <a:cubicBezTo>
                      <a:pt x="37434" y="30129"/>
                      <a:pt x="30186" y="37377"/>
                      <a:pt x="21244" y="37377"/>
                    </a:cubicBezTo>
                    <a:cubicBezTo>
                      <a:pt x="12302" y="37377"/>
                      <a:pt x="5054" y="30129"/>
                      <a:pt x="5054" y="21187"/>
                    </a:cubicBezTo>
                    <a:cubicBezTo>
                      <a:pt x="5054" y="12245"/>
                      <a:pt x="12302" y="4996"/>
                      <a:pt x="21244" y="4996"/>
                    </a:cubicBezTo>
                    <a:close/>
                    <a:moveTo>
                      <a:pt x="21244" y="196"/>
                    </a:moveTo>
                    <a:cubicBezTo>
                      <a:pt x="9651" y="196"/>
                      <a:pt x="253" y="9594"/>
                      <a:pt x="253" y="21187"/>
                    </a:cubicBezTo>
                    <a:cubicBezTo>
                      <a:pt x="253" y="32779"/>
                      <a:pt x="9651" y="42177"/>
                      <a:pt x="21244" y="42177"/>
                    </a:cubicBezTo>
                    <a:cubicBezTo>
                      <a:pt x="32836" y="42177"/>
                      <a:pt x="42235" y="32779"/>
                      <a:pt x="42235" y="21187"/>
                    </a:cubicBezTo>
                    <a:lnTo>
                      <a:pt x="42235" y="21187"/>
                    </a:lnTo>
                    <a:cubicBezTo>
                      <a:pt x="42235" y="9594"/>
                      <a:pt x="32836" y="196"/>
                      <a:pt x="21244" y="19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3" name="Freeform: Shape 3662">
                <a:extLst>
                  <a:ext uri="{FF2B5EF4-FFF2-40B4-BE49-F238E27FC236}">
                    <a16:creationId xmlns:a16="http://schemas.microsoft.com/office/drawing/2014/main" id="{121839C4-5768-74A4-F12F-598EA86935E5}"/>
                  </a:ext>
                </a:extLst>
              </p:cNvPr>
              <p:cNvSpPr/>
              <p:nvPr/>
            </p:nvSpPr>
            <p:spPr>
              <a:xfrm>
                <a:off x="1853047" y="7812057"/>
                <a:ext cx="37180" cy="37180"/>
              </a:xfrm>
              <a:custGeom>
                <a:avLst/>
                <a:gdLst>
                  <a:gd name="connsiteX0" fmla="*/ 37457 w 37180"/>
                  <a:gd name="connsiteY0" fmla="*/ 18745 h 37180"/>
                  <a:gd name="connsiteX1" fmla="*/ 18866 w 37180"/>
                  <a:gd name="connsiteY1" fmla="*/ 37335 h 37180"/>
                  <a:gd name="connsiteX2" fmla="*/ 276 w 37180"/>
                  <a:gd name="connsiteY2" fmla="*/ 18745 h 37180"/>
                  <a:gd name="connsiteX3" fmla="*/ 18866 w 37180"/>
                  <a:gd name="connsiteY3" fmla="*/ 154 h 37180"/>
                  <a:gd name="connsiteX4" fmla="*/ 37457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45"/>
                    </a:moveTo>
                    <a:cubicBezTo>
                      <a:pt x="37457" y="29012"/>
                      <a:pt x="29133" y="37335"/>
                      <a:pt x="18866" y="37335"/>
                    </a:cubicBezTo>
                    <a:cubicBezTo>
                      <a:pt x="8599" y="37335"/>
                      <a:pt x="276" y="29012"/>
                      <a:pt x="276" y="18745"/>
                    </a:cubicBezTo>
                    <a:cubicBezTo>
                      <a:pt x="276" y="8477"/>
                      <a:pt x="8599" y="154"/>
                      <a:pt x="18866" y="154"/>
                    </a:cubicBezTo>
                    <a:cubicBezTo>
                      <a:pt x="29133" y="154"/>
                      <a:pt x="37457" y="8477"/>
                      <a:pt x="37457" y="18745"/>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4" name="Freeform: Shape 3663">
                <a:extLst>
                  <a:ext uri="{FF2B5EF4-FFF2-40B4-BE49-F238E27FC236}">
                    <a16:creationId xmlns:a16="http://schemas.microsoft.com/office/drawing/2014/main" id="{EF823AB4-AF19-BF3A-DD3F-FB0299F9D5A6}"/>
                  </a:ext>
                </a:extLst>
              </p:cNvPr>
              <p:cNvSpPr/>
              <p:nvPr/>
            </p:nvSpPr>
            <p:spPr>
              <a:xfrm>
                <a:off x="1850646" y="7809656"/>
                <a:ext cx="41981" cy="41981"/>
              </a:xfrm>
              <a:custGeom>
                <a:avLst/>
                <a:gdLst>
                  <a:gd name="connsiteX0" fmla="*/ 21266 w 41981"/>
                  <a:gd name="connsiteY0" fmla="*/ 4955 h 41981"/>
                  <a:gd name="connsiteX1" fmla="*/ 37457 w 41981"/>
                  <a:gd name="connsiteY1" fmla="*/ 21145 h 41981"/>
                  <a:gd name="connsiteX2" fmla="*/ 37457 w 41981"/>
                  <a:gd name="connsiteY2" fmla="*/ 21145 h 41981"/>
                  <a:gd name="connsiteX3" fmla="*/ 21266 w 41981"/>
                  <a:gd name="connsiteY3" fmla="*/ 37335 h 41981"/>
                  <a:gd name="connsiteX4" fmla="*/ 5076 w 41981"/>
                  <a:gd name="connsiteY4" fmla="*/ 21145 h 41981"/>
                  <a:gd name="connsiteX5" fmla="*/ 21266 w 41981"/>
                  <a:gd name="connsiteY5" fmla="*/ 4955 h 41981"/>
                  <a:gd name="connsiteX6" fmla="*/ 21266 w 41981"/>
                  <a:gd name="connsiteY6" fmla="*/ 154 h 41981"/>
                  <a:gd name="connsiteX7" fmla="*/ 276 w 41981"/>
                  <a:gd name="connsiteY7" fmla="*/ 21145 h 41981"/>
                  <a:gd name="connsiteX8" fmla="*/ 21266 w 41981"/>
                  <a:gd name="connsiteY8" fmla="*/ 42135 h 41981"/>
                  <a:gd name="connsiteX9" fmla="*/ 42257 w 41981"/>
                  <a:gd name="connsiteY9" fmla="*/ 21145 h 41981"/>
                  <a:gd name="connsiteX10" fmla="*/ 42257 w 41981"/>
                  <a:gd name="connsiteY10" fmla="*/ 21145 h 41981"/>
                  <a:gd name="connsiteX11" fmla="*/ 21266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5"/>
                    </a:moveTo>
                    <a:cubicBezTo>
                      <a:pt x="30208" y="4955"/>
                      <a:pt x="37457" y="12203"/>
                      <a:pt x="37457" y="21145"/>
                    </a:cubicBezTo>
                    <a:lnTo>
                      <a:pt x="37457" y="21145"/>
                    </a:lnTo>
                    <a:cubicBezTo>
                      <a:pt x="37457" y="30087"/>
                      <a:pt x="30208" y="37335"/>
                      <a:pt x="21266" y="37335"/>
                    </a:cubicBezTo>
                    <a:cubicBezTo>
                      <a:pt x="12325" y="37335"/>
                      <a:pt x="5076" y="30087"/>
                      <a:pt x="5076" y="21145"/>
                    </a:cubicBezTo>
                    <a:cubicBezTo>
                      <a:pt x="5076" y="12203"/>
                      <a:pt x="12325" y="4955"/>
                      <a:pt x="21266" y="4955"/>
                    </a:cubicBezTo>
                    <a:close/>
                    <a:moveTo>
                      <a:pt x="21266" y="154"/>
                    </a:moveTo>
                    <a:cubicBezTo>
                      <a:pt x="9674" y="154"/>
                      <a:pt x="276" y="9552"/>
                      <a:pt x="276" y="21145"/>
                    </a:cubicBezTo>
                    <a:cubicBezTo>
                      <a:pt x="276" y="32737"/>
                      <a:pt x="9674" y="42135"/>
                      <a:pt x="21266" y="42135"/>
                    </a:cubicBezTo>
                    <a:cubicBezTo>
                      <a:pt x="32859" y="42135"/>
                      <a:pt x="42257" y="32737"/>
                      <a:pt x="42257" y="21145"/>
                    </a:cubicBezTo>
                    <a:lnTo>
                      <a:pt x="42257" y="21145"/>
                    </a:lnTo>
                    <a:cubicBezTo>
                      <a:pt x="42257" y="9552"/>
                      <a:pt x="32859" y="154"/>
                      <a:pt x="21266"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5" name="Freeform: Shape 3664">
                <a:extLst>
                  <a:ext uri="{FF2B5EF4-FFF2-40B4-BE49-F238E27FC236}">
                    <a16:creationId xmlns:a16="http://schemas.microsoft.com/office/drawing/2014/main" id="{F977FAED-9CEC-5113-723E-12A6278291B9}"/>
                  </a:ext>
                </a:extLst>
              </p:cNvPr>
              <p:cNvSpPr/>
              <p:nvPr/>
            </p:nvSpPr>
            <p:spPr>
              <a:xfrm>
                <a:off x="1951070" y="7810651"/>
                <a:ext cx="37180" cy="37180"/>
              </a:xfrm>
              <a:custGeom>
                <a:avLst/>
                <a:gdLst>
                  <a:gd name="connsiteX0" fmla="*/ 37474 w 37180"/>
                  <a:gd name="connsiteY0" fmla="*/ 18744 h 37180"/>
                  <a:gd name="connsiteX1" fmla="*/ 18883 w 37180"/>
                  <a:gd name="connsiteY1" fmla="*/ 37335 h 37180"/>
                  <a:gd name="connsiteX2" fmla="*/ 293 w 37180"/>
                  <a:gd name="connsiteY2" fmla="*/ 18744 h 37180"/>
                  <a:gd name="connsiteX3" fmla="*/ 18883 w 37180"/>
                  <a:gd name="connsiteY3" fmla="*/ 154 h 37180"/>
                  <a:gd name="connsiteX4" fmla="*/ 37474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44"/>
                    </a:moveTo>
                    <a:cubicBezTo>
                      <a:pt x="37474" y="29012"/>
                      <a:pt x="29151" y="37335"/>
                      <a:pt x="18883" y="37335"/>
                    </a:cubicBezTo>
                    <a:cubicBezTo>
                      <a:pt x="8616" y="37335"/>
                      <a:pt x="293" y="29012"/>
                      <a:pt x="293" y="18744"/>
                    </a:cubicBezTo>
                    <a:cubicBezTo>
                      <a:pt x="293" y="8477"/>
                      <a:pt x="8616" y="154"/>
                      <a:pt x="18883" y="154"/>
                    </a:cubicBezTo>
                    <a:cubicBezTo>
                      <a:pt x="29151" y="154"/>
                      <a:pt x="37474" y="8477"/>
                      <a:pt x="37474" y="18744"/>
                    </a:cubicBezTo>
                    <a:close/>
                  </a:path>
                </a:pathLst>
              </a:custGeom>
              <a:solidFill>
                <a:srgbClr val="93F79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6" name="Freeform: Shape 3665">
                <a:extLst>
                  <a:ext uri="{FF2B5EF4-FFF2-40B4-BE49-F238E27FC236}">
                    <a16:creationId xmlns:a16="http://schemas.microsoft.com/office/drawing/2014/main" id="{50229CDE-F963-56B1-D504-767BC60DA4ED}"/>
                  </a:ext>
                </a:extLst>
              </p:cNvPr>
              <p:cNvSpPr/>
              <p:nvPr/>
            </p:nvSpPr>
            <p:spPr>
              <a:xfrm>
                <a:off x="1948670" y="7808251"/>
                <a:ext cx="41981" cy="41981"/>
              </a:xfrm>
              <a:custGeom>
                <a:avLst/>
                <a:gdLst>
                  <a:gd name="connsiteX0" fmla="*/ 21284 w 41981"/>
                  <a:gd name="connsiteY0" fmla="*/ 4954 h 41981"/>
                  <a:gd name="connsiteX1" fmla="*/ 37474 w 41981"/>
                  <a:gd name="connsiteY1" fmla="*/ 21145 h 41981"/>
                  <a:gd name="connsiteX2" fmla="*/ 37474 w 41981"/>
                  <a:gd name="connsiteY2" fmla="*/ 21145 h 41981"/>
                  <a:gd name="connsiteX3" fmla="*/ 21284 w 41981"/>
                  <a:gd name="connsiteY3" fmla="*/ 37335 h 41981"/>
                  <a:gd name="connsiteX4" fmla="*/ 5093 w 41981"/>
                  <a:gd name="connsiteY4" fmla="*/ 21145 h 41981"/>
                  <a:gd name="connsiteX5" fmla="*/ 21284 w 41981"/>
                  <a:gd name="connsiteY5" fmla="*/ 4954 h 41981"/>
                  <a:gd name="connsiteX6" fmla="*/ 21284 w 41981"/>
                  <a:gd name="connsiteY6" fmla="*/ 154 h 41981"/>
                  <a:gd name="connsiteX7" fmla="*/ 293 w 41981"/>
                  <a:gd name="connsiteY7" fmla="*/ 21145 h 41981"/>
                  <a:gd name="connsiteX8" fmla="*/ 21284 w 41981"/>
                  <a:gd name="connsiteY8" fmla="*/ 42135 h 41981"/>
                  <a:gd name="connsiteX9" fmla="*/ 42274 w 41981"/>
                  <a:gd name="connsiteY9" fmla="*/ 21145 h 41981"/>
                  <a:gd name="connsiteX10" fmla="*/ 42274 w 41981"/>
                  <a:gd name="connsiteY10" fmla="*/ 21145 h 41981"/>
                  <a:gd name="connsiteX11" fmla="*/ 21284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54"/>
                    </a:moveTo>
                    <a:cubicBezTo>
                      <a:pt x="30225" y="4954"/>
                      <a:pt x="37474" y="12203"/>
                      <a:pt x="37474" y="21145"/>
                    </a:cubicBezTo>
                    <a:lnTo>
                      <a:pt x="37474" y="21145"/>
                    </a:lnTo>
                    <a:cubicBezTo>
                      <a:pt x="37474" y="30086"/>
                      <a:pt x="30225" y="37335"/>
                      <a:pt x="21284" y="37335"/>
                    </a:cubicBezTo>
                    <a:cubicBezTo>
                      <a:pt x="12342" y="37335"/>
                      <a:pt x="5093" y="30086"/>
                      <a:pt x="5093" y="21145"/>
                    </a:cubicBezTo>
                    <a:cubicBezTo>
                      <a:pt x="5093" y="12203"/>
                      <a:pt x="12342" y="4954"/>
                      <a:pt x="21284" y="4954"/>
                    </a:cubicBezTo>
                    <a:close/>
                    <a:moveTo>
                      <a:pt x="21284" y="154"/>
                    </a:moveTo>
                    <a:cubicBezTo>
                      <a:pt x="9691" y="154"/>
                      <a:pt x="293" y="9552"/>
                      <a:pt x="293" y="21145"/>
                    </a:cubicBezTo>
                    <a:cubicBezTo>
                      <a:pt x="293" y="32737"/>
                      <a:pt x="9691" y="42135"/>
                      <a:pt x="21284" y="42135"/>
                    </a:cubicBezTo>
                    <a:cubicBezTo>
                      <a:pt x="32876" y="42135"/>
                      <a:pt x="42274" y="32737"/>
                      <a:pt x="42274" y="21145"/>
                    </a:cubicBezTo>
                    <a:lnTo>
                      <a:pt x="42274" y="21145"/>
                    </a:lnTo>
                    <a:cubicBezTo>
                      <a:pt x="42274" y="9552"/>
                      <a:pt x="32876" y="154"/>
                      <a:pt x="21284"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7" name="Freeform: Shape 3666">
                <a:extLst>
                  <a:ext uri="{FF2B5EF4-FFF2-40B4-BE49-F238E27FC236}">
                    <a16:creationId xmlns:a16="http://schemas.microsoft.com/office/drawing/2014/main" id="{C2BD7B7F-9367-7F9A-1A37-B016BCD66047}"/>
                  </a:ext>
                </a:extLst>
              </p:cNvPr>
              <p:cNvSpPr/>
              <p:nvPr/>
            </p:nvSpPr>
            <p:spPr>
              <a:xfrm>
                <a:off x="1849441" y="7878861"/>
                <a:ext cx="37180" cy="37180"/>
              </a:xfrm>
              <a:custGeom>
                <a:avLst/>
                <a:gdLst>
                  <a:gd name="connsiteX0" fmla="*/ 37456 w 37180"/>
                  <a:gd name="connsiteY0" fmla="*/ 18756 h 37180"/>
                  <a:gd name="connsiteX1" fmla="*/ 18866 w 37180"/>
                  <a:gd name="connsiteY1" fmla="*/ 37347 h 37180"/>
                  <a:gd name="connsiteX2" fmla="*/ 275 w 37180"/>
                  <a:gd name="connsiteY2" fmla="*/ 18756 h 37180"/>
                  <a:gd name="connsiteX3" fmla="*/ 18866 w 37180"/>
                  <a:gd name="connsiteY3" fmla="*/ 166 h 37180"/>
                  <a:gd name="connsiteX4" fmla="*/ 37456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56"/>
                    </a:moveTo>
                    <a:cubicBezTo>
                      <a:pt x="37456" y="29023"/>
                      <a:pt x="29133" y="37347"/>
                      <a:pt x="18866" y="37347"/>
                    </a:cubicBezTo>
                    <a:cubicBezTo>
                      <a:pt x="8598" y="37347"/>
                      <a:pt x="275" y="29023"/>
                      <a:pt x="275" y="18756"/>
                    </a:cubicBezTo>
                    <a:cubicBezTo>
                      <a:pt x="275" y="8489"/>
                      <a:pt x="8598" y="166"/>
                      <a:pt x="18866" y="166"/>
                    </a:cubicBezTo>
                    <a:cubicBezTo>
                      <a:pt x="29133" y="166"/>
                      <a:pt x="37456" y="8489"/>
                      <a:pt x="37456" y="18756"/>
                    </a:cubicBezTo>
                    <a:close/>
                  </a:path>
                </a:pathLst>
              </a:custGeom>
              <a:solidFill>
                <a:srgbClr val="BCF7B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8" name="Freeform: Shape 3667">
                <a:extLst>
                  <a:ext uri="{FF2B5EF4-FFF2-40B4-BE49-F238E27FC236}">
                    <a16:creationId xmlns:a16="http://schemas.microsoft.com/office/drawing/2014/main" id="{6FD9D74D-3C98-62DA-4936-3F8688A60051}"/>
                  </a:ext>
                </a:extLst>
              </p:cNvPr>
              <p:cNvSpPr/>
              <p:nvPr/>
            </p:nvSpPr>
            <p:spPr>
              <a:xfrm>
                <a:off x="1847041" y="7876461"/>
                <a:ext cx="41981" cy="41981"/>
              </a:xfrm>
              <a:custGeom>
                <a:avLst/>
                <a:gdLst>
                  <a:gd name="connsiteX0" fmla="*/ 21266 w 41981"/>
                  <a:gd name="connsiteY0" fmla="*/ 4966 h 41981"/>
                  <a:gd name="connsiteX1" fmla="*/ 37456 w 41981"/>
                  <a:gd name="connsiteY1" fmla="*/ 21156 h 41981"/>
                  <a:gd name="connsiteX2" fmla="*/ 37456 w 41981"/>
                  <a:gd name="connsiteY2" fmla="*/ 21156 h 41981"/>
                  <a:gd name="connsiteX3" fmla="*/ 21266 w 41981"/>
                  <a:gd name="connsiteY3" fmla="*/ 37347 h 41981"/>
                  <a:gd name="connsiteX4" fmla="*/ 5076 w 41981"/>
                  <a:gd name="connsiteY4" fmla="*/ 21156 h 41981"/>
                  <a:gd name="connsiteX5" fmla="*/ 21266 w 41981"/>
                  <a:gd name="connsiteY5" fmla="*/ 4966 h 41981"/>
                  <a:gd name="connsiteX6" fmla="*/ 21266 w 41981"/>
                  <a:gd name="connsiteY6" fmla="*/ 166 h 41981"/>
                  <a:gd name="connsiteX7" fmla="*/ 275 w 41981"/>
                  <a:gd name="connsiteY7" fmla="*/ 21156 h 41981"/>
                  <a:gd name="connsiteX8" fmla="*/ 21266 w 41981"/>
                  <a:gd name="connsiteY8" fmla="*/ 42147 h 41981"/>
                  <a:gd name="connsiteX9" fmla="*/ 42256 w 41981"/>
                  <a:gd name="connsiteY9" fmla="*/ 21156 h 41981"/>
                  <a:gd name="connsiteX10" fmla="*/ 42256 w 41981"/>
                  <a:gd name="connsiteY10" fmla="*/ 21156 h 41981"/>
                  <a:gd name="connsiteX11" fmla="*/ 21266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66"/>
                    </a:moveTo>
                    <a:cubicBezTo>
                      <a:pt x="30208" y="4966"/>
                      <a:pt x="37456" y="12215"/>
                      <a:pt x="37456" y="21156"/>
                    </a:cubicBezTo>
                    <a:lnTo>
                      <a:pt x="37456" y="21156"/>
                    </a:lnTo>
                    <a:cubicBezTo>
                      <a:pt x="37456" y="30098"/>
                      <a:pt x="30208" y="37347"/>
                      <a:pt x="21266" y="37347"/>
                    </a:cubicBezTo>
                    <a:cubicBezTo>
                      <a:pt x="12324" y="37347"/>
                      <a:pt x="5076" y="30098"/>
                      <a:pt x="5076" y="21156"/>
                    </a:cubicBezTo>
                    <a:cubicBezTo>
                      <a:pt x="5076" y="12215"/>
                      <a:pt x="12324" y="4966"/>
                      <a:pt x="21266" y="4966"/>
                    </a:cubicBezTo>
                    <a:close/>
                    <a:moveTo>
                      <a:pt x="21266" y="166"/>
                    </a:moveTo>
                    <a:cubicBezTo>
                      <a:pt x="9673" y="166"/>
                      <a:pt x="275" y="9564"/>
                      <a:pt x="275" y="21156"/>
                    </a:cubicBezTo>
                    <a:cubicBezTo>
                      <a:pt x="275" y="32749"/>
                      <a:pt x="9673" y="42147"/>
                      <a:pt x="21266" y="42147"/>
                    </a:cubicBezTo>
                    <a:cubicBezTo>
                      <a:pt x="32858" y="42147"/>
                      <a:pt x="42256" y="32749"/>
                      <a:pt x="42256" y="21156"/>
                    </a:cubicBezTo>
                    <a:lnTo>
                      <a:pt x="42256" y="21156"/>
                    </a:lnTo>
                    <a:cubicBezTo>
                      <a:pt x="42256" y="9564"/>
                      <a:pt x="32858" y="166"/>
                      <a:pt x="21266"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69" name="Freeform: Shape 3668">
                <a:extLst>
                  <a:ext uri="{FF2B5EF4-FFF2-40B4-BE49-F238E27FC236}">
                    <a16:creationId xmlns:a16="http://schemas.microsoft.com/office/drawing/2014/main" id="{DCE76BFE-BACB-32A5-A1E5-C4E6BB31A57F}"/>
                  </a:ext>
                </a:extLst>
              </p:cNvPr>
              <p:cNvSpPr/>
              <p:nvPr/>
            </p:nvSpPr>
            <p:spPr>
              <a:xfrm>
                <a:off x="1792981" y="7413479"/>
                <a:ext cx="37180" cy="37180"/>
              </a:xfrm>
              <a:custGeom>
                <a:avLst/>
                <a:gdLst>
                  <a:gd name="connsiteX0" fmla="*/ 37446 w 37180"/>
                  <a:gd name="connsiteY0" fmla="*/ 18675 h 37180"/>
                  <a:gd name="connsiteX1" fmla="*/ 18856 w 37180"/>
                  <a:gd name="connsiteY1" fmla="*/ 37266 h 37180"/>
                  <a:gd name="connsiteX2" fmla="*/ 265 w 37180"/>
                  <a:gd name="connsiteY2" fmla="*/ 18675 h 37180"/>
                  <a:gd name="connsiteX3" fmla="*/ 18856 w 37180"/>
                  <a:gd name="connsiteY3" fmla="*/ 85 h 37180"/>
                  <a:gd name="connsiteX4" fmla="*/ 37446 w 37180"/>
                  <a:gd name="connsiteY4" fmla="*/ 186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675"/>
                    </a:moveTo>
                    <a:cubicBezTo>
                      <a:pt x="37446" y="28943"/>
                      <a:pt x="29123" y="37266"/>
                      <a:pt x="18856" y="37266"/>
                    </a:cubicBezTo>
                    <a:cubicBezTo>
                      <a:pt x="8589" y="37266"/>
                      <a:pt x="265" y="28943"/>
                      <a:pt x="265" y="18675"/>
                    </a:cubicBezTo>
                    <a:cubicBezTo>
                      <a:pt x="265" y="8408"/>
                      <a:pt x="8589" y="85"/>
                      <a:pt x="18856" y="85"/>
                    </a:cubicBezTo>
                    <a:cubicBezTo>
                      <a:pt x="29123" y="85"/>
                      <a:pt x="37446" y="8408"/>
                      <a:pt x="37446" y="18675"/>
                    </a:cubicBezTo>
                    <a:close/>
                  </a:path>
                </a:pathLst>
              </a:custGeom>
              <a:solidFill>
                <a:srgbClr val="EDF7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0" name="Freeform: Shape 3669">
                <a:extLst>
                  <a:ext uri="{FF2B5EF4-FFF2-40B4-BE49-F238E27FC236}">
                    <a16:creationId xmlns:a16="http://schemas.microsoft.com/office/drawing/2014/main" id="{27E19F63-CD5C-C5E8-B116-159745AC1255}"/>
                  </a:ext>
                </a:extLst>
              </p:cNvPr>
              <p:cNvSpPr/>
              <p:nvPr/>
            </p:nvSpPr>
            <p:spPr>
              <a:xfrm>
                <a:off x="1790581" y="7411079"/>
                <a:ext cx="41981" cy="41981"/>
              </a:xfrm>
              <a:custGeom>
                <a:avLst/>
                <a:gdLst>
                  <a:gd name="connsiteX0" fmla="*/ 21256 w 41981"/>
                  <a:gd name="connsiteY0" fmla="*/ 4885 h 41981"/>
                  <a:gd name="connsiteX1" fmla="*/ 37446 w 41981"/>
                  <a:gd name="connsiteY1" fmla="*/ 21076 h 41981"/>
                  <a:gd name="connsiteX2" fmla="*/ 37446 w 41981"/>
                  <a:gd name="connsiteY2" fmla="*/ 21076 h 41981"/>
                  <a:gd name="connsiteX3" fmla="*/ 21256 w 41981"/>
                  <a:gd name="connsiteY3" fmla="*/ 37266 h 41981"/>
                  <a:gd name="connsiteX4" fmla="*/ 5066 w 41981"/>
                  <a:gd name="connsiteY4" fmla="*/ 21076 h 41981"/>
                  <a:gd name="connsiteX5" fmla="*/ 21256 w 41981"/>
                  <a:gd name="connsiteY5" fmla="*/ 4885 h 41981"/>
                  <a:gd name="connsiteX6" fmla="*/ 21256 w 41981"/>
                  <a:gd name="connsiteY6" fmla="*/ 85 h 41981"/>
                  <a:gd name="connsiteX7" fmla="*/ 265 w 41981"/>
                  <a:gd name="connsiteY7" fmla="*/ 21076 h 41981"/>
                  <a:gd name="connsiteX8" fmla="*/ 21256 w 41981"/>
                  <a:gd name="connsiteY8" fmla="*/ 42066 h 41981"/>
                  <a:gd name="connsiteX9" fmla="*/ 42247 w 41981"/>
                  <a:gd name="connsiteY9" fmla="*/ 21076 h 41981"/>
                  <a:gd name="connsiteX10" fmla="*/ 42247 w 41981"/>
                  <a:gd name="connsiteY10" fmla="*/ 21076 h 41981"/>
                  <a:gd name="connsiteX11" fmla="*/ 21256 w 41981"/>
                  <a:gd name="connsiteY11" fmla="*/ 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885"/>
                    </a:moveTo>
                    <a:cubicBezTo>
                      <a:pt x="30198" y="4885"/>
                      <a:pt x="37446" y="12134"/>
                      <a:pt x="37446" y="21076"/>
                    </a:cubicBezTo>
                    <a:lnTo>
                      <a:pt x="37446" y="21076"/>
                    </a:lnTo>
                    <a:cubicBezTo>
                      <a:pt x="37446" y="30017"/>
                      <a:pt x="30198" y="37266"/>
                      <a:pt x="21256" y="37266"/>
                    </a:cubicBezTo>
                    <a:cubicBezTo>
                      <a:pt x="12314" y="37266"/>
                      <a:pt x="5066" y="30017"/>
                      <a:pt x="5066" y="21076"/>
                    </a:cubicBezTo>
                    <a:cubicBezTo>
                      <a:pt x="5066" y="12134"/>
                      <a:pt x="12314" y="4885"/>
                      <a:pt x="21256" y="4885"/>
                    </a:cubicBezTo>
                    <a:close/>
                    <a:moveTo>
                      <a:pt x="21256" y="85"/>
                    </a:moveTo>
                    <a:cubicBezTo>
                      <a:pt x="9663" y="85"/>
                      <a:pt x="265" y="9483"/>
                      <a:pt x="265" y="21076"/>
                    </a:cubicBezTo>
                    <a:cubicBezTo>
                      <a:pt x="265" y="32668"/>
                      <a:pt x="9663" y="42066"/>
                      <a:pt x="21256" y="42066"/>
                    </a:cubicBezTo>
                    <a:cubicBezTo>
                      <a:pt x="32849" y="42066"/>
                      <a:pt x="42247" y="32668"/>
                      <a:pt x="42247" y="21076"/>
                    </a:cubicBezTo>
                    <a:lnTo>
                      <a:pt x="42247" y="21076"/>
                    </a:lnTo>
                    <a:cubicBezTo>
                      <a:pt x="42247" y="9483"/>
                      <a:pt x="32849" y="85"/>
                      <a:pt x="21256" y="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1" name="Freeform: Shape 3670">
                <a:extLst>
                  <a:ext uri="{FF2B5EF4-FFF2-40B4-BE49-F238E27FC236}">
                    <a16:creationId xmlns:a16="http://schemas.microsoft.com/office/drawing/2014/main" id="{7C777A3D-CCD5-229E-BDF0-2CCB7F102B54}"/>
                  </a:ext>
                </a:extLst>
              </p:cNvPr>
              <p:cNvSpPr/>
              <p:nvPr/>
            </p:nvSpPr>
            <p:spPr>
              <a:xfrm>
                <a:off x="1817974" y="7846628"/>
                <a:ext cx="37180" cy="37180"/>
              </a:xfrm>
              <a:custGeom>
                <a:avLst/>
                <a:gdLst>
                  <a:gd name="connsiteX0" fmla="*/ 37451 w 37180"/>
                  <a:gd name="connsiteY0" fmla="*/ 18751 h 37180"/>
                  <a:gd name="connsiteX1" fmla="*/ 18860 w 37180"/>
                  <a:gd name="connsiteY1" fmla="*/ 37341 h 37180"/>
                  <a:gd name="connsiteX2" fmla="*/ 270 w 37180"/>
                  <a:gd name="connsiteY2" fmla="*/ 18751 h 37180"/>
                  <a:gd name="connsiteX3" fmla="*/ 18860 w 37180"/>
                  <a:gd name="connsiteY3" fmla="*/ 160 h 37180"/>
                  <a:gd name="connsiteX4" fmla="*/ 37451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1"/>
                    </a:moveTo>
                    <a:cubicBezTo>
                      <a:pt x="37451" y="29018"/>
                      <a:pt x="29127" y="37341"/>
                      <a:pt x="18860" y="37341"/>
                    </a:cubicBezTo>
                    <a:cubicBezTo>
                      <a:pt x="8593" y="37341"/>
                      <a:pt x="270" y="29018"/>
                      <a:pt x="270" y="18751"/>
                    </a:cubicBezTo>
                    <a:cubicBezTo>
                      <a:pt x="270" y="8483"/>
                      <a:pt x="8593" y="160"/>
                      <a:pt x="18860" y="160"/>
                    </a:cubicBezTo>
                    <a:cubicBezTo>
                      <a:pt x="29127" y="160"/>
                      <a:pt x="37451" y="8483"/>
                      <a:pt x="37451" y="18751"/>
                    </a:cubicBezTo>
                    <a:close/>
                  </a:path>
                </a:pathLst>
              </a:custGeom>
              <a:solidFill>
                <a:srgbClr val="CDF7C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2" name="Freeform: Shape 3671">
                <a:extLst>
                  <a:ext uri="{FF2B5EF4-FFF2-40B4-BE49-F238E27FC236}">
                    <a16:creationId xmlns:a16="http://schemas.microsoft.com/office/drawing/2014/main" id="{F0F9C62A-4707-A52F-EB96-2637B24F0ED6}"/>
                  </a:ext>
                </a:extLst>
              </p:cNvPr>
              <p:cNvSpPr/>
              <p:nvPr/>
            </p:nvSpPr>
            <p:spPr>
              <a:xfrm>
                <a:off x="1815574" y="7844228"/>
                <a:ext cx="41981" cy="41981"/>
              </a:xfrm>
              <a:custGeom>
                <a:avLst/>
                <a:gdLst>
                  <a:gd name="connsiteX0" fmla="*/ 21260 w 41981"/>
                  <a:gd name="connsiteY0" fmla="*/ 4961 h 41981"/>
                  <a:gd name="connsiteX1" fmla="*/ 37451 w 41981"/>
                  <a:gd name="connsiteY1" fmla="*/ 21151 h 41981"/>
                  <a:gd name="connsiteX2" fmla="*/ 37451 w 41981"/>
                  <a:gd name="connsiteY2" fmla="*/ 21151 h 41981"/>
                  <a:gd name="connsiteX3" fmla="*/ 21260 w 41981"/>
                  <a:gd name="connsiteY3" fmla="*/ 37341 h 41981"/>
                  <a:gd name="connsiteX4" fmla="*/ 5070 w 41981"/>
                  <a:gd name="connsiteY4" fmla="*/ 21151 h 41981"/>
                  <a:gd name="connsiteX5" fmla="*/ 21260 w 41981"/>
                  <a:gd name="connsiteY5" fmla="*/ 4961 h 41981"/>
                  <a:gd name="connsiteX6" fmla="*/ 21260 w 41981"/>
                  <a:gd name="connsiteY6" fmla="*/ 160 h 41981"/>
                  <a:gd name="connsiteX7" fmla="*/ 270 w 41981"/>
                  <a:gd name="connsiteY7" fmla="*/ 21151 h 41981"/>
                  <a:gd name="connsiteX8" fmla="*/ 21260 w 41981"/>
                  <a:gd name="connsiteY8" fmla="*/ 42141 h 41981"/>
                  <a:gd name="connsiteX9" fmla="*/ 42251 w 41981"/>
                  <a:gd name="connsiteY9" fmla="*/ 21151 h 41981"/>
                  <a:gd name="connsiteX10" fmla="*/ 42251 w 41981"/>
                  <a:gd name="connsiteY10" fmla="*/ 21151 h 41981"/>
                  <a:gd name="connsiteX11" fmla="*/ 21260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61"/>
                    </a:moveTo>
                    <a:cubicBezTo>
                      <a:pt x="30202" y="4961"/>
                      <a:pt x="37451" y="12209"/>
                      <a:pt x="37451" y="21151"/>
                    </a:cubicBezTo>
                    <a:lnTo>
                      <a:pt x="37451" y="21151"/>
                    </a:lnTo>
                    <a:cubicBezTo>
                      <a:pt x="37451" y="30093"/>
                      <a:pt x="30202" y="37341"/>
                      <a:pt x="21260" y="37341"/>
                    </a:cubicBezTo>
                    <a:cubicBezTo>
                      <a:pt x="12319" y="37341"/>
                      <a:pt x="5070" y="30093"/>
                      <a:pt x="5070" y="21151"/>
                    </a:cubicBezTo>
                    <a:cubicBezTo>
                      <a:pt x="5070" y="12209"/>
                      <a:pt x="12319" y="4961"/>
                      <a:pt x="21260" y="4961"/>
                    </a:cubicBezTo>
                    <a:close/>
                    <a:moveTo>
                      <a:pt x="21260" y="160"/>
                    </a:moveTo>
                    <a:cubicBezTo>
                      <a:pt x="9668" y="160"/>
                      <a:pt x="270" y="9558"/>
                      <a:pt x="270" y="21151"/>
                    </a:cubicBezTo>
                    <a:cubicBezTo>
                      <a:pt x="270" y="32743"/>
                      <a:pt x="9668" y="42141"/>
                      <a:pt x="21260" y="42141"/>
                    </a:cubicBezTo>
                    <a:cubicBezTo>
                      <a:pt x="32853" y="42141"/>
                      <a:pt x="42251" y="32743"/>
                      <a:pt x="42251" y="21151"/>
                    </a:cubicBezTo>
                    <a:lnTo>
                      <a:pt x="42251" y="21151"/>
                    </a:lnTo>
                    <a:cubicBezTo>
                      <a:pt x="42251" y="9558"/>
                      <a:pt x="32853" y="160"/>
                      <a:pt x="21260"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3" name="Freeform: Shape 3672">
                <a:extLst>
                  <a:ext uri="{FF2B5EF4-FFF2-40B4-BE49-F238E27FC236}">
                    <a16:creationId xmlns:a16="http://schemas.microsoft.com/office/drawing/2014/main" id="{FE3003A4-814F-6E5F-478B-80E9A1345A8A}"/>
                  </a:ext>
                </a:extLst>
              </p:cNvPr>
              <p:cNvSpPr/>
              <p:nvPr/>
            </p:nvSpPr>
            <p:spPr>
              <a:xfrm>
                <a:off x="1755403" y="7943419"/>
                <a:ext cx="37180" cy="37180"/>
              </a:xfrm>
              <a:custGeom>
                <a:avLst/>
                <a:gdLst>
                  <a:gd name="connsiteX0" fmla="*/ 37440 w 37180"/>
                  <a:gd name="connsiteY0" fmla="*/ 18767 h 37180"/>
                  <a:gd name="connsiteX1" fmla="*/ 18849 w 37180"/>
                  <a:gd name="connsiteY1" fmla="*/ 37358 h 37180"/>
                  <a:gd name="connsiteX2" fmla="*/ 259 w 37180"/>
                  <a:gd name="connsiteY2" fmla="*/ 18767 h 37180"/>
                  <a:gd name="connsiteX3" fmla="*/ 18849 w 37180"/>
                  <a:gd name="connsiteY3" fmla="*/ 177 h 37180"/>
                  <a:gd name="connsiteX4" fmla="*/ 37440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7"/>
                    </a:moveTo>
                    <a:cubicBezTo>
                      <a:pt x="37440" y="29035"/>
                      <a:pt x="29117" y="37358"/>
                      <a:pt x="18849" y="37358"/>
                    </a:cubicBezTo>
                    <a:cubicBezTo>
                      <a:pt x="8582" y="37358"/>
                      <a:pt x="259" y="29035"/>
                      <a:pt x="259" y="18767"/>
                    </a:cubicBezTo>
                    <a:cubicBezTo>
                      <a:pt x="259" y="8500"/>
                      <a:pt x="8582" y="177"/>
                      <a:pt x="18849" y="177"/>
                    </a:cubicBezTo>
                    <a:cubicBezTo>
                      <a:pt x="29117" y="177"/>
                      <a:pt x="37440" y="8500"/>
                      <a:pt x="37440" y="18767"/>
                    </a:cubicBezTo>
                    <a:close/>
                  </a:path>
                </a:pathLst>
              </a:custGeom>
              <a:solidFill>
                <a:srgbClr val="E8F7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4" name="Freeform: Shape 3673">
                <a:extLst>
                  <a:ext uri="{FF2B5EF4-FFF2-40B4-BE49-F238E27FC236}">
                    <a16:creationId xmlns:a16="http://schemas.microsoft.com/office/drawing/2014/main" id="{1779A076-3E15-9A91-63BC-20F99FDDCC95}"/>
                  </a:ext>
                </a:extLst>
              </p:cNvPr>
              <p:cNvSpPr/>
              <p:nvPr/>
            </p:nvSpPr>
            <p:spPr>
              <a:xfrm>
                <a:off x="1753003" y="7941019"/>
                <a:ext cx="41981" cy="41981"/>
              </a:xfrm>
              <a:custGeom>
                <a:avLst/>
                <a:gdLst>
                  <a:gd name="connsiteX0" fmla="*/ 21250 w 41981"/>
                  <a:gd name="connsiteY0" fmla="*/ 4977 h 41981"/>
                  <a:gd name="connsiteX1" fmla="*/ 37440 w 41981"/>
                  <a:gd name="connsiteY1" fmla="*/ 21168 h 41981"/>
                  <a:gd name="connsiteX2" fmla="*/ 37440 w 41981"/>
                  <a:gd name="connsiteY2" fmla="*/ 21168 h 41981"/>
                  <a:gd name="connsiteX3" fmla="*/ 21250 w 41981"/>
                  <a:gd name="connsiteY3" fmla="*/ 37358 h 41981"/>
                  <a:gd name="connsiteX4" fmla="*/ 5059 w 41981"/>
                  <a:gd name="connsiteY4" fmla="*/ 21168 h 41981"/>
                  <a:gd name="connsiteX5" fmla="*/ 21250 w 41981"/>
                  <a:gd name="connsiteY5" fmla="*/ 4977 h 41981"/>
                  <a:gd name="connsiteX6" fmla="*/ 21250 w 41981"/>
                  <a:gd name="connsiteY6" fmla="*/ 177 h 41981"/>
                  <a:gd name="connsiteX7" fmla="*/ 259 w 41981"/>
                  <a:gd name="connsiteY7" fmla="*/ 21168 h 41981"/>
                  <a:gd name="connsiteX8" fmla="*/ 21250 w 41981"/>
                  <a:gd name="connsiteY8" fmla="*/ 42158 h 41981"/>
                  <a:gd name="connsiteX9" fmla="*/ 42240 w 41981"/>
                  <a:gd name="connsiteY9" fmla="*/ 21168 h 41981"/>
                  <a:gd name="connsiteX10" fmla="*/ 42240 w 41981"/>
                  <a:gd name="connsiteY10" fmla="*/ 21168 h 41981"/>
                  <a:gd name="connsiteX11" fmla="*/ 21250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7"/>
                    </a:moveTo>
                    <a:cubicBezTo>
                      <a:pt x="30191" y="4977"/>
                      <a:pt x="37440" y="12226"/>
                      <a:pt x="37440" y="21168"/>
                    </a:cubicBezTo>
                    <a:lnTo>
                      <a:pt x="37440" y="21168"/>
                    </a:lnTo>
                    <a:cubicBezTo>
                      <a:pt x="37440" y="30109"/>
                      <a:pt x="30191" y="37358"/>
                      <a:pt x="21250" y="37358"/>
                    </a:cubicBezTo>
                    <a:cubicBezTo>
                      <a:pt x="12308" y="37358"/>
                      <a:pt x="5059" y="30109"/>
                      <a:pt x="5059" y="21168"/>
                    </a:cubicBezTo>
                    <a:cubicBezTo>
                      <a:pt x="5059" y="12226"/>
                      <a:pt x="12308" y="4977"/>
                      <a:pt x="21250" y="4977"/>
                    </a:cubicBezTo>
                    <a:close/>
                    <a:moveTo>
                      <a:pt x="21250" y="177"/>
                    </a:moveTo>
                    <a:cubicBezTo>
                      <a:pt x="9657" y="177"/>
                      <a:pt x="259" y="9575"/>
                      <a:pt x="259" y="21168"/>
                    </a:cubicBezTo>
                    <a:cubicBezTo>
                      <a:pt x="259" y="32760"/>
                      <a:pt x="9657" y="42158"/>
                      <a:pt x="21250" y="42158"/>
                    </a:cubicBezTo>
                    <a:cubicBezTo>
                      <a:pt x="32842" y="42158"/>
                      <a:pt x="42240" y="32760"/>
                      <a:pt x="42240" y="21168"/>
                    </a:cubicBezTo>
                    <a:lnTo>
                      <a:pt x="42240" y="21168"/>
                    </a:lnTo>
                    <a:cubicBezTo>
                      <a:pt x="42240" y="9575"/>
                      <a:pt x="32842" y="177"/>
                      <a:pt x="21250"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5" name="Freeform: Shape 3674">
                <a:extLst>
                  <a:ext uri="{FF2B5EF4-FFF2-40B4-BE49-F238E27FC236}">
                    <a16:creationId xmlns:a16="http://schemas.microsoft.com/office/drawing/2014/main" id="{6974B320-B75D-AD51-14BB-E475C6C17BE8}"/>
                  </a:ext>
                </a:extLst>
              </p:cNvPr>
              <p:cNvSpPr/>
              <p:nvPr/>
            </p:nvSpPr>
            <p:spPr>
              <a:xfrm>
                <a:off x="1841532" y="7807996"/>
                <a:ext cx="37180" cy="37180"/>
              </a:xfrm>
              <a:custGeom>
                <a:avLst/>
                <a:gdLst>
                  <a:gd name="connsiteX0" fmla="*/ 37455 w 37180"/>
                  <a:gd name="connsiteY0" fmla="*/ 18744 h 37180"/>
                  <a:gd name="connsiteX1" fmla="*/ 18864 w 37180"/>
                  <a:gd name="connsiteY1" fmla="*/ 37334 h 37180"/>
                  <a:gd name="connsiteX2" fmla="*/ 274 w 37180"/>
                  <a:gd name="connsiteY2" fmla="*/ 18744 h 37180"/>
                  <a:gd name="connsiteX3" fmla="*/ 18864 w 37180"/>
                  <a:gd name="connsiteY3" fmla="*/ 154 h 37180"/>
                  <a:gd name="connsiteX4" fmla="*/ 37455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44"/>
                    </a:moveTo>
                    <a:cubicBezTo>
                      <a:pt x="37455" y="29011"/>
                      <a:pt x="29131" y="37334"/>
                      <a:pt x="18864" y="37334"/>
                    </a:cubicBezTo>
                    <a:cubicBezTo>
                      <a:pt x="8597" y="37334"/>
                      <a:pt x="274" y="29011"/>
                      <a:pt x="274" y="18744"/>
                    </a:cubicBezTo>
                    <a:cubicBezTo>
                      <a:pt x="274" y="8477"/>
                      <a:pt x="8597" y="154"/>
                      <a:pt x="18864" y="154"/>
                    </a:cubicBezTo>
                    <a:cubicBezTo>
                      <a:pt x="29131" y="154"/>
                      <a:pt x="37455" y="8477"/>
                      <a:pt x="37455" y="18744"/>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6" name="Freeform: Shape 3675">
                <a:extLst>
                  <a:ext uri="{FF2B5EF4-FFF2-40B4-BE49-F238E27FC236}">
                    <a16:creationId xmlns:a16="http://schemas.microsoft.com/office/drawing/2014/main" id="{EC5B3690-148F-8367-FDAC-C84FDF9EFEB6}"/>
                  </a:ext>
                </a:extLst>
              </p:cNvPr>
              <p:cNvSpPr/>
              <p:nvPr/>
            </p:nvSpPr>
            <p:spPr>
              <a:xfrm>
                <a:off x="1839132" y="7805596"/>
                <a:ext cx="41981" cy="41981"/>
              </a:xfrm>
              <a:custGeom>
                <a:avLst/>
                <a:gdLst>
                  <a:gd name="connsiteX0" fmla="*/ 21264 w 41981"/>
                  <a:gd name="connsiteY0" fmla="*/ 4954 h 41981"/>
                  <a:gd name="connsiteX1" fmla="*/ 37455 w 41981"/>
                  <a:gd name="connsiteY1" fmla="*/ 21144 h 41981"/>
                  <a:gd name="connsiteX2" fmla="*/ 37455 w 41981"/>
                  <a:gd name="connsiteY2" fmla="*/ 21144 h 41981"/>
                  <a:gd name="connsiteX3" fmla="*/ 21264 w 41981"/>
                  <a:gd name="connsiteY3" fmla="*/ 37334 h 41981"/>
                  <a:gd name="connsiteX4" fmla="*/ 5074 w 41981"/>
                  <a:gd name="connsiteY4" fmla="*/ 21144 h 41981"/>
                  <a:gd name="connsiteX5" fmla="*/ 21264 w 41981"/>
                  <a:gd name="connsiteY5" fmla="*/ 4954 h 41981"/>
                  <a:gd name="connsiteX6" fmla="*/ 21264 w 41981"/>
                  <a:gd name="connsiteY6" fmla="*/ 154 h 41981"/>
                  <a:gd name="connsiteX7" fmla="*/ 274 w 41981"/>
                  <a:gd name="connsiteY7" fmla="*/ 21144 h 41981"/>
                  <a:gd name="connsiteX8" fmla="*/ 21264 w 41981"/>
                  <a:gd name="connsiteY8" fmla="*/ 42135 h 41981"/>
                  <a:gd name="connsiteX9" fmla="*/ 42255 w 41981"/>
                  <a:gd name="connsiteY9" fmla="*/ 21144 h 41981"/>
                  <a:gd name="connsiteX10" fmla="*/ 42255 w 41981"/>
                  <a:gd name="connsiteY10" fmla="*/ 21144 h 41981"/>
                  <a:gd name="connsiteX11" fmla="*/ 21264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4"/>
                    </a:moveTo>
                    <a:cubicBezTo>
                      <a:pt x="30206" y="4954"/>
                      <a:pt x="37455" y="12202"/>
                      <a:pt x="37455" y="21144"/>
                    </a:cubicBezTo>
                    <a:lnTo>
                      <a:pt x="37455" y="21144"/>
                    </a:lnTo>
                    <a:cubicBezTo>
                      <a:pt x="37455" y="30086"/>
                      <a:pt x="30206" y="37334"/>
                      <a:pt x="21264" y="37334"/>
                    </a:cubicBezTo>
                    <a:cubicBezTo>
                      <a:pt x="12323" y="37334"/>
                      <a:pt x="5074" y="30086"/>
                      <a:pt x="5074" y="21144"/>
                    </a:cubicBezTo>
                    <a:cubicBezTo>
                      <a:pt x="5074" y="12202"/>
                      <a:pt x="12323" y="4954"/>
                      <a:pt x="21264" y="4954"/>
                    </a:cubicBezTo>
                    <a:close/>
                    <a:moveTo>
                      <a:pt x="21264" y="154"/>
                    </a:moveTo>
                    <a:cubicBezTo>
                      <a:pt x="9672" y="154"/>
                      <a:pt x="274" y="9552"/>
                      <a:pt x="274" y="21144"/>
                    </a:cubicBezTo>
                    <a:cubicBezTo>
                      <a:pt x="274" y="32737"/>
                      <a:pt x="9672" y="42135"/>
                      <a:pt x="21264" y="42135"/>
                    </a:cubicBezTo>
                    <a:cubicBezTo>
                      <a:pt x="32857" y="42135"/>
                      <a:pt x="42255" y="32737"/>
                      <a:pt x="42255" y="21144"/>
                    </a:cubicBezTo>
                    <a:lnTo>
                      <a:pt x="42255" y="21144"/>
                    </a:lnTo>
                    <a:cubicBezTo>
                      <a:pt x="42255" y="9552"/>
                      <a:pt x="32857" y="154"/>
                      <a:pt x="21264"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7" name="Freeform: Shape 3676">
                <a:extLst>
                  <a:ext uri="{FF2B5EF4-FFF2-40B4-BE49-F238E27FC236}">
                    <a16:creationId xmlns:a16="http://schemas.microsoft.com/office/drawing/2014/main" id="{64787FB3-49CF-2727-7630-0736F351C6DB}"/>
                  </a:ext>
                </a:extLst>
              </p:cNvPr>
              <p:cNvSpPr/>
              <p:nvPr/>
            </p:nvSpPr>
            <p:spPr>
              <a:xfrm>
                <a:off x="1851491" y="7911382"/>
                <a:ext cx="37180" cy="37180"/>
              </a:xfrm>
              <a:custGeom>
                <a:avLst/>
                <a:gdLst>
                  <a:gd name="connsiteX0" fmla="*/ 37456 w 37180"/>
                  <a:gd name="connsiteY0" fmla="*/ 18762 h 37180"/>
                  <a:gd name="connsiteX1" fmla="*/ 18866 w 37180"/>
                  <a:gd name="connsiteY1" fmla="*/ 37352 h 37180"/>
                  <a:gd name="connsiteX2" fmla="*/ 276 w 37180"/>
                  <a:gd name="connsiteY2" fmla="*/ 18762 h 37180"/>
                  <a:gd name="connsiteX3" fmla="*/ 18866 w 37180"/>
                  <a:gd name="connsiteY3" fmla="*/ 171 h 37180"/>
                  <a:gd name="connsiteX4" fmla="*/ 37456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62"/>
                    </a:moveTo>
                    <a:cubicBezTo>
                      <a:pt x="37456" y="29029"/>
                      <a:pt x="29133" y="37352"/>
                      <a:pt x="18866" y="37352"/>
                    </a:cubicBezTo>
                    <a:cubicBezTo>
                      <a:pt x="8599" y="37352"/>
                      <a:pt x="276" y="29029"/>
                      <a:pt x="276" y="18762"/>
                    </a:cubicBezTo>
                    <a:cubicBezTo>
                      <a:pt x="276" y="8495"/>
                      <a:pt x="8599" y="171"/>
                      <a:pt x="18866" y="171"/>
                    </a:cubicBezTo>
                    <a:cubicBezTo>
                      <a:pt x="29133" y="171"/>
                      <a:pt x="37456" y="8495"/>
                      <a:pt x="37456" y="18762"/>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8" name="Freeform: Shape 3677">
                <a:extLst>
                  <a:ext uri="{FF2B5EF4-FFF2-40B4-BE49-F238E27FC236}">
                    <a16:creationId xmlns:a16="http://schemas.microsoft.com/office/drawing/2014/main" id="{0807D0D2-F7FD-14B1-E2BE-CDB15B1A771D}"/>
                  </a:ext>
                </a:extLst>
              </p:cNvPr>
              <p:cNvSpPr/>
              <p:nvPr/>
            </p:nvSpPr>
            <p:spPr>
              <a:xfrm>
                <a:off x="1849091" y="7908982"/>
                <a:ext cx="41981" cy="41981"/>
              </a:xfrm>
              <a:custGeom>
                <a:avLst/>
                <a:gdLst>
                  <a:gd name="connsiteX0" fmla="*/ 21266 w 41981"/>
                  <a:gd name="connsiteY0" fmla="*/ 4972 h 41981"/>
                  <a:gd name="connsiteX1" fmla="*/ 37456 w 41981"/>
                  <a:gd name="connsiteY1" fmla="*/ 21162 h 41981"/>
                  <a:gd name="connsiteX2" fmla="*/ 37456 w 41981"/>
                  <a:gd name="connsiteY2" fmla="*/ 21162 h 41981"/>
                  <a:gd name="connsiteX3" fmla="*/ 21266 w 41981"/>
                  <a:gd name="connsiteY3" fmla="*/ 37352 h 41981"/>
                  <a:gd name="connsiteX4" fmla="*/ 5076 w 41981"/>
                  <a:gd name="connsiteY4" fmla="*/ 21162 h 41981"/>
                  <a:gd name="connsiteX5" fmla="*/ 21266 w 41981"/>
                  <a:gd name="connsiteY5" fmla="*/ 4972 h 41981"/>
                  <a:gd name="connsiteX6" fmla="*/ 21266 w 41981"/>
                  <a:gd name="connsiteY6" fmla="*/ 171 h 41981"/>
                  <a:gd name="connsiteX7" fmla="*/ 276 w 41981"/>
                  <a:gd name="connsiteY7" fmla="*/ 21162 h 41981"/>
                  <a:gd name="connsiteX8" fmla="*/ 21266 w 41981"/>
                  <a:gd name="connsiteY8" fmla="*/ 42153 h 41981"/>
                  <a:gd name="connsiteX9" fmla="*/ 42257 w 41981"/>
                  <a:gd name="connsiteY9" fmla="*/ 21162 h 41981"/>
                  <a:gd name="connsiteX10" fmla="*/ 42257 w 41981"/>
                  <a:gd name="connsiteY10" fmla="*/ 21162 h 41981"/>
                  <a:gd name="connsiteX11" fmla="*/ 21266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72"/>
                    </a:moveTo>
                    <a:cubicBezTo>
                      <a:pt x="30208" y="4972"/>
                      <a:pt x="37456" y="12220"/>
                      <a:pt x="37456" y="21162"/>
                    </a:cubicBezTo>
                    <a:lnTo>
                      <a:pt x="37456" y="21162"/>
                    </a:lnTo>
                    <a:cubicBezTo>
                      <a:pt x="37456" y="30104"/>
                      <a:pt x="30208" y="37352"/>
                      <a:pt x="21266" y="37352"/>
                    </a:cubicBezTo>
                    <a:cubicBezTo>
                      <a:pt x="12324" y="37352"/>
                      <a:pt x="5076" y="30104"/>
                      <a:pt x="5076" y="21162"/>
                    </a:cubicBezTo>
                    <a:cubicBezTo>
                      <a:pt x="5076" y="12220"/>
                      <a:pt x="12324" y="4972"/>
                      <a:pt x="21266" y="4972"/>
                    </a:cubicBezTo>
                    <a:close/>
                    <a:moveTo>
                      <a:pt x="21266" y="171"/>
                    </a:moveTo>
                    <a:cubicBezTo>
                      <a:pt x="9674" y="171"/>
                      <a:pt x="276" y="9570"/>
                      <a:pt x="276" y="21162"/>
                    </a:cubicBezTo>
                    <a:cubicBezTo>
                      <a:pt x="276" y="32755"/>
                      <a:pt x="9674" y="42153"/>
                      <a:pt x="21266" y="42153"/>
                    </a:cubicBezTo>
                    <a:cubicBezTo>
                      <a:pt x="32859" y="42153"/>
                      <a:pt x="42257" y="32755"/>
                      <a:pt x="42257" y="21162"/>
                    </a:cubicBezTo>
                    <a:lnTo>
                      <a:pt x="42257" y="21162"/>
                    </a:lnTo>
                    <a:cubicBezTo>
                      <a:pt x="42257" y="9570"/>
                      <a:pt x="32859" y="171"/>
                      <a:pt x="21266"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79" name="Freeform: Shape 3678">
                <a:extLst>
                  <a:ext uri="{FF2B5EF4-FFF2-40B4-BE49-F238E27FC236}">
                    <a16:creationId xmlns:a16="http://schemas.microsoft.com/office/drawing/2014/main" id="{3D1F135C-82A0-979B-9547-3266E414B87E}"/>
                  </a:ext>
                </a:extLst>
              </p:cNvPr>
              <p:cNvSpPr/>
              <p:nvPr/>
            </p:nvSpPr>
            <p:spPr>
              <a:xfrm>
                <a:off x="1887347" y="7856927"/>
                <a:ext cx="37180" cy="37180"/>
              </a:xfrm>
              <a:custGeom>
                <a:avLst/>
                <a:gdLst>
                  <a:gd name="connsiteX0" fmla="*/ 37463 w 37180"/>
                  <a:gd name="connsiteY0" fmla="*/ 18752 h 37180"/>
                  <a:gd name="connsiteX1" fmla="*/ 18872 w 37180"/>
                  <a:gd name="connsiteY1" fmla="*/ 37343 h 37180"/>
                  <a:gd name="connsiteX2" fmla="*/ 282 w 37180"/>
                  <a:gd name="connsiteY2" fmla="*/ 18752 h 37180"/>
                  <a:gd name="connsiteX3" fmla="*/ 18872 w 37180"/>
                  <a:gd name="connsiteY3" fmla="*/ 162 h 37180"/>
                  <a:gd name="connsiteX4" fmla="*/ 37463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52"/>
                    </a:moveTo>
                    <a:cubicBezTo>
                      <a:pt x="37463" y="29020"/>
                      <a:pt x="29139" y="37343"/>
                      <a:pt x="18872" y="37343"/>
                    </a:cubicBezTo>
                    <a:cubicBezTo>
                      <a:pt x="8605" y="37343"/>
                      <a:pt x="282" y="29020"/>
                      <a:pt x="282" y="18752"/>
                    </a:cubicBezTo>
                    <a:cubicBezTo>
                      <a:pt x="282" y="8485"/>
                      <a:pt x="8605" y="162"/>
                      <a:pt x="18872" y="162"/>
                    </a:cubicBezTo>
                    <a:cubicBezTo>
                      <a:pt x="29139" y="162"/>
                      <a:pt x="37463" y="8485"/>
                      <a:pt x="37463" y="18752"/>
                    </a:cubicBezTo>
                    <a:close/>
                  </a:path>
                </a:pathLst>
              </a:custGeom>
              <a:solidFill>
                <a:srgbClr val="EAF7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0" name="Freeform: Shape 3679">
                <a:extLst>
                  <a:ext uri="{FF2B5EF4-FFF2-40B4-BE49-F238E27FC236}">
                    <a16:creationId xmlns:a16="http://schemas.microsoft.com/office/drawing/2014/main" id="{0D64D83F-2552-E3B1-7855-294EFDF818D3}"/>
                  </a:ext>
                </a:extLst>
              </p:cNvPr>
              <p:cNvSpPr/>
              <p:nvPr/>
            </p:nvSpPr>
            <p:spPr>
              <a:xfrm>
                <a:off x="1884947" y="7854527"/>
                <a:ext cx="41981" cy="41981"/>
              </a:xfrm>
              <a:custGeom>
                <a:avLst/>
                <a:gdLst>
                  <a:gd name="connsiteX0" fmla="*/ 21272 w 41981"/>
                  <a:gd name="connsiteY0" fmla="*/ 4962 h 41981"/>
                  <a:gd name="connsiteX1" fmla="*/ 37463 w 41981"/>
                  <a:gd name="connsiteY1" fmla="*/ 21153 h 41981"/>
                  <a:gd name="connsiteX2" fmla="*/ 37463 w 41981"/>
                  <a:gd name="connsiteY2" fmla="*/ 21153 h 41981"/>
                  <a:gd name="connsiteX3" fmla="*/ 21272 w 41981"/>
                  <a:gd name="connsiteY3" fmla="*/ 37343 h 41981"/>
                  <a:gd name="connsiteX4" fmla="*/ 5082 w 41981"/>
                  <a:gd name="connsiteY4" fmla="*/ 21153 h 41981"/>
                  <a:gd name="connsiteX5" fmla="*/ 21272 w 41981"/>
                  <a:gd name="connsiteY5" fmla="*/ 4962 h 41981"/>
                  <a:gd name="connsiteX6" fmla="*/ 21272 w 41981"/>
                  <a:gd name="connsiteY6" fmla="*/ 162 h 41981"/>
                  <a:gd name="connsiteX7" fmla="*/ 282 w 41981"/>
                  <a:gd name="connsiteY7" fmla="*/ 21153 h 41981"/>
                  <a:gd name="connsiteX8" fmla="*/ 21272 w 41981"/>
                  <a:gd name="connsiteY8" fmla="*/ 42143 h 41981"/>
                  <a:gd name="connsiteX9" fmla="*/ 42263 w 41981"/>
                  <a:gd name="connsiteY9" fmla="*/ 21153 h 41981"/>
                  <a:gd name="connsiteX10" fmla="*/ 42263 w 41981"/>
                  <a:gd name="connsiteY10" fmla="*/ 21153 h 41981"/>
                  <a:gd name="connsiteX11" fmla="*/ 21272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62"/>
                    </a:moveTo>
                    <a:cubicBezTo>
                      <a:pt x="30214" y="4962"/>
                      <a:pt x="37463" y="12211"/>
                      <a:pt x="37463" y="21153"/>
                    </a:cubicBezTo>
                    <a:lnTo>
                      <a:pt x="37463" y="21153"/>
                    </a:lnTo>
                    <a:cubicBezTo>
                      <a:pt x="37463" y="30094"/>
                      <a:pt x="30214" y="37343"/>
                      <a:pt x="21272" y="37343"/>
                    </a:cubicBezTo>
                    <a:cubicBezTo>
                      <a:pt x="12331" y="37343"/>
                      <a:pt x="5082" y="30094"/>
                      <a:pt x="5082" y="21153"/>
                    </a:cubicBezTo>
                    <a:cubicBezTo>
                      <a:pt x="5082" y="12211"/>
                      <a:pt x="12331" y="4962"/>
                      <a:pt x="21272" y="4962"/>
                    </a:cubicBezTo>
                    <a:close/>
                    <a:moveTo>
                      <a:pt x="21272" y="162"/>
                    </a:moveTo>
                    <a:cubicBezTo>
                      <a:pt x="9680" y="162"/>
                      <a:pt x="282" y="9560"/>
                      <a:pt x="282" y="21153"/>
                    </a:cubicBezTo>
                    <a:cubicBezTo>
                      <a:pt x="282" y="32745"/>
                      <a:pt x="9680" y="42143"/>
                      <a:pt x="21272" y="42143"/>
                    </a:cubicBezTo>
                    <a:cubicBezTo>
                      <a:pt x="32865" y="42143"/>
                      <a:pt x="42263" y="32745"/>
                      <a:pt x="42263" y="21153"/>
                    </a:cubicBezTo>
                    <a:lnTo>
                      <a:pt x="42263" y="21153"/>
                    </a:lnTo>
                    <a:cubicBezTo>
                      <a:pt x="42263" y="9560"/>
                      <a:pt x="32865" y="162"/>
                      <a:pt x="21272"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1" name="Freeform: Shape 3680">
                <a:extLst>
                  <a:ext uri="{FF2B5EF4-FFF2-40B4-BE49-F238E27FC236}">
                    <a16:creationId xmlns:a16="http://schemas.microsoft.com/office/drawing/2014/main" id="{F005E46A-AD8D-0B86-7D40-395320401AC8}"/>
                  </a:ext>
                </a:extLst>
              </p:cNvPr>
              <p:cNvSpPr/>
              <p:nvPr/>
            </p:nvSpPr>
            <p:spPr>
              <a:xfrm>
                <a:off x="1781173" y="7763166"/>
                <a:ext cx="37180" cy="37180"/>
              </a:xfrm>
              <a:custGeom>
                <a:avLst/>
                <a:gdLst>
                  <a:gd name="connsiteX0" fmla="*/ 37444 w 37180"/>
                  <a:gd name="connsiteY0" fmla="*/ 18736 h 37180"/>
                  <a:gd name="connsiteX1" fmla="*/ 18854 w 37180"/>
                  <a:gd name="connsiteY1" fmla="*/ 37327 h 37180"/>
                  <a:gd name="connsiteX2" fmla="*/ 263 w 37180"/>
                  <a:gd name="connsiteY2" fmla="*/ 18736 h 37180"/>
                  <a:gd name="connsiteX3" fmla="*/ 18854 w 37180"/>
                  <a:gd name="connsiteY3" fmla="*/ 146 h 37180"/>
                  <a:gd name="connsiteX4" fmla="*/ 37444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36"/>
                    </a:moveTo>
                    <a:cubicBezTo>
                      <a:pt x="37444" y="29003"/>
                      <a:pt x="29121" y="37327"/>
                      <a:pt x="18854" y="37327"/>
                    </a:cubicBezTo>
                    <a:cubicBezTo>
                      <a:pt x="8587" y="37327"/>
                      <a:pt x="263" y="29003"/>
                      <a:pt x="263" y="18736"/>
                    </a:cubicBezTo>
                    <a:cubicBezTo>
                      <a:pt x="263" y="8469"/>
                      <a:pt x="8587" y="146"/>
                      <a:pt x="18854" y="146"/>
                    </a:cubicBezTo>
                    <a:cubicBezTo>
                      <a:pt x="29121" y="146"/>
                      <a:pt x="37444" y="8469"/>
                      <a:pt x="37444" y="18736"/>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2" name="Freeform: Shape 3681">
                <a:extLst>
                  <a:ext uri="{FF2B5EF4-FFF2-40B4-BE49-F238E27FC236}">
                    <a16:creationId xmlns:a16="http://schemas.microsoft.com/office/drawing/2014/main" id="{D3763CB2-3C18-A24B-58B6-C5639E1C50FF}"/>
                  </a:ext>
                </a:extLst>
              </p:cNvPr>
              <p:cNvSpPr/>
              <p:nvPr/>
            </p:nvSpPr>
            <p:spPr>
              <a:xfrm>
                <a:off x="1778773" y="7760765"/>
                <a:ext cx="41981" cy="41981"/>
              </a:xfrm>
              <a:custGeom>
                <a:avLst/>
                <a:gdLst>
                  <a:gd name="connsiteX0" fmla="*/ 21254 w 41981"/>
                  <a:gd name="connsiteY0" fmla="*/ 4946 h 41981"/>
                  <a:gd name="connsiteX1" fmla="*/ 37444 w 41981"/>
                  <a:gd name="connsiteY1" fmla="*/ 21136 h 41981"/>
                  <a:gd name="connsiteX2" fmla="*/ 37444 w 41981"/>
                  <a:gd name="connsiteY2" fmla="*/ 21136 h 41981"/>
                  <a:gd name="connsiteX3" fmla="*/ 21254 w 41981"/>
                  <a:gd name="connsiteY3" fmla="*/ 37327 h 41981"/>
                  <a:gd name="connsiteX4" fmla="*/ 5064 w 41981"/>
                  <a:gd name="connsiteY4" fmla="*/ 21136 h 41981"/>
                  <a:gd name="connsiteX5" fmla="*/ 21254 w 41981"/>
                  <a:gd name="connsiteY5" fmla="*/ 4946 h 41981"/>
                  <a:gd name="connsiteX6" fmla="*/ 21254 w 41981"/>
                  <a:gd name="connsiteY6" fmla="*/ 146 h 41981"/>
                  <a:gd name="connsiteX7" fmla="*/ 263 w 41981"/>
                  <a:gd name="connsiteY7" fmla="*/ 21136 h 41981"/>
                  <a:gd name="connsiteX8" fmla="*/ 21254 w 41981"/>
                  <a:gd name="connsiteY8" fmla="*/ 42127 h 41981"/>
                  <a:gd name="connsiteX9" fmla="*/ 42245 w 41981"/>
                  <a:gd name="connsiteY9" fmla="*/ 21136 h 41981"/>
                  <a:gd name="connsiteX10" fmla="*/ 42245 w 41981"/>
                  <a:gd name="connsiteY10" fmla="*/ 21136 h 41981"/>
                  <a:gd name="connsiteX11" fmla="*/ 21254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46"/>
                    </a:moveTo>
                    <a:cubicBezTo>
                      <a:pt x="30196" y="4946"/>
                      <a:pt x="37444" y="12195"/>
                      <a:pt x="37444" y="21136"/>
                    </a:cubicBezTo>
                    <a:lnTo>
                      <a:pt x="37444" y="21136"/>
                    </a:lnTo>
                    <a:cubicBezTo>
                      <a:pt x="37444" y="30078"/>
                      <a:pt x="30196" y="37327"/>
                      <a:pt x="21254" y="37327"/>
                    </a:cubicBezTo>
                    <a:cubicBezTo>
                      <a:pt x="12312" y="37327"/>
                      <a:pt x="5064" y="30078"/>
                      <a:pt x="5064" y="21136"/>
                    </a:cubicBezTo>
                    <a:cubicBezTo>
                      <a:pt x="5064" y="12195"/>
                      <a:pt x="12312" y="4946"/>
                      <a:pt x="21254" y="4946"/>
                    </a:cubicBezTo>
                    <a:close/>
                    <a:moveTo>
                      <a:pt x="21254" y="146"/>
                    </a:moveTo>
                    <a:cubicBezTo>
                      <a:pt x="9661" y="146"/>
                      <a:pt x="263" y="9544"/>
                      <a:pt x="263" y="21136"/>
                    </a:cubicBezTo>
                    <a:cubicBezTo>
                      <a:pt x="263" y="32729"/>
                      <a:pt x="9661" y="42127"/>
                      <a:pt x="21254" y="42127"/>
                    </a:cubicBezTo>
                    <a:cubicBezTo>
                      <a:pt x="32847" y="42127"/>
                      <a:pt x="42245" y="32729"/>
                      <a:pt x="42245" y="21136"/>
                    </a:cubicBezTo>
                    <a:lnTo>
                      <a:pt x="42245" y="21136"/>
                    </a:lnTo>
                    <a:cubicBezTo>
                      <a:pt x="42245" y="9544"/>
                      <a:pt x="32847" y="146"/>
                      <a:pt x="21254"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3" name="Freeform: Shape 3682">
                <a:extLst>
                  <a:ext uri="{FF2B5EF4-FFF2-40B4-BE49-F238E27FC236}">
                    <a16:creationId xmlns:a16="http://schemas.microsoft.com/office/drawing/2014/main" id="{E92189BA-4F79-CDC9-3FEF-FD81F9147DE6}"/>
                  </a:ext>
                </a:extLst>
              </p:cNvPr>
              <p:cNvSpPr/>
              <p:nvPr/>
            </p:nvSpPr>
            <p:spPr>
              <a:xfrm>
                <a:off x="1935299" y="7888521"/>
                <a:ext cx="37180" cy="37180"/>
              </a:xfrm>
              <a:custGeom>
                <a:avLst/>
                <a:gdLst>
                  <a:gd name="connsiteX0" fmla="*/ 37471 w 37180"/>
                  <a:gd name="connsiteY0" fmla="*/ 18758 h 37180"/>
                  <a:gd name="connsiteX1" fmla="*/ 18881 w 37180"/>
                  <a:gd name="connsiteY1" fmla="*/ 37348 h 37180"/>
                  <a:gd name="connsiteX2" fmla="*/ 290 w 37180"/>
                  <a:gd name="connsiteY2" fmla="*/ 18758 h 37180"/>
                  <a:gd name="connsiteX3" fmla="*/ 18881 w 37180"/>
                  <a:gd name="connsiteY3" fmla="*/ 168 h 37180"/>
                  <a:gd name="connsiteX4" fmla="*/ 37471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58"/>
                    </a:moveTo>
                    <a:cubicBezTo>
                      <a:pt x="37471" y="29025"/>
                      <a:pt x="29148" y="37348"/>
                      <a:pt x="18881" y="37348"/>
                    </a:cubicBezTo>
                    <a:cubicBezTo>
                      <a:pt x="8613" y="37348"/>
                      <a:pt x="290" y="29025"/>
                      <a:pt x="290" y="18758"/>
                    </a:cubicBezTo>
                    <a:cubicBezTo>
                      <a:pt x="290" y="8491"/>
                      <a:pt x="8613" y="168"/>
                      <a:pt x="18881" y="168"/>
                    </a:cubicBezTo>
                    <a:cubicBezTo>
                      <a:pt x="29148" y="168"/>
                      <a:pt x="37471" y="8491"/>
                      <a:pt x="37471" y="18758"/>
                    </a:cubicBezTo>
                    <a:close/>
                  </a:path>
                </a:pathLst>
              </a:custGeom>
              <a:solidFill>
                <a:srgbClr val="EDF7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4" name="Freeform: Shape 3683">
                <a:extLst>
                  <a:ext uri="{FF2B5EF4-FFF2-40B4-BE49-F238E27FC236}">
                    <a16:creationId xmlns:a16="http://schemas.microsoft.com/office/drawing/2014/main" id="{22DF513D-5D8A-F13A-2330-5FC3A3292D98}"/>
                  </a:ext>
                </a:extLst>
              </p:cNvPr>
              <p:cNvSpPr/>
              <p:nvPr/>
            </p:nvSpPr>
            <p:spPr>
              <a:xfrm>
                <a:off x="1932899" y="7886120"/>
                <a:ext cx="41981" cy="41981"/>
              </a:xfrm>
              <a:custGeom>
                <a:avLst/>
                <a:gdLst>
                  <a:gd name="connsiteX0" fmla="*/ 21281 w 41981"/>
                  <a:gd name="connsiteY0" fmla="*/ 4968 h 41981"/>
                  <a:gd name="connsiteX1" fmla="*/ 37471 w 41981"/>
                  <a:gd name="connsiteY1" fmla="*/ 21158 h 41981"/>
                  <a:gd name="connsiteX2" fmla="*/ 37471 w 41981"/>
                  <a:gd name="connsiteY2" fmla="*/ 21158 h 41981"/>
                  <a:gd name="connsiteX3" fmla="*/ 21281 w 41981"/>
                  <a:gd name="connsiteY3" fmla="*/ 37348 h 41981"/>
                  <a:gd name="connsiteX4" fmla="*/ 5091 w 41981"/>
                  <a:gd name="connsiteY4" fmla="*/ 21158 h 41981"/>
                  <a:gd name="connsiteX5" fmla="*/ 21281 w 41981"/>
                  <a:gd name="connsiteY5" fmla="*/ 4968 h 41981"/>
                  <a:gd name="connsiteX6" fmla="*/ 21281 w 41981"/>
                  <a:gd name="connsiteY6" fmla="*/ 168 h 41981"/>
                  <a:gd name="connsiteX7" fmla="*/ 290 w 41981"/>
                  <a:gd name="connsiteY7" fmla="*/ 21158 h 41981"/>
                  <a:gd name="connsiteX8" fmla="*/ 21281 w 41981"/>
                  <a:gd name="connsiteY8" fmla="*/ 42149 h 41981"/>
                  <a:gd name="connsiteX9" fmla="*/ 42271 w 41981"/>
                  <a:gd name="connsiteY9" fmla="*/ 21158 h 41981"/>
                  <a:gd name="connsiteX10" fmla="*/ 42271 w 41981"/>
                  <a:gd name="connsiteY10" fmla="*/ 21158 h 41981"/>
                  <a:gd name="connsiteX11" fmla="*/ 2128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68"/>
                    </a:moveTo>
                    <a:cubicBezTo>
                      <a:pt x="30223" y="4968"/>
                      <a:pt x="37471" y="12216"/>
                      <a:pt x="37471" y="21158"/>
                    </a:cubicBezTo>
                    <a:lnTo>
                      <a:pt x="37471" y="21158"/>
                    </a:lnTo>
                    <a:cubicBezTo>
                      <a:pt x="37471" y="30100"/>
                      <a:pt x="30223" y="37348"/>
                      <a:pt x="21281" y="37348"/>
                    </a:cubicBezTo>
                    <a:cubicBezTo>
                      <a:pt x="12339" y="37348"/>
                      <a:pt x="5091" y="30100"/>
                      <a:pt x="5091" y="21158"/>
                    </a:cubicBezTo>
                    <a:cubicBezTo>
                      <a:pt x="5091" y="12216"/>
                      <a:pt x="12339" y="4968"/>
                      <a:pt x="21281" y="4968"/>
                    </a:cubicBezTo>
                    <a:close/>
                    <a:moveTo>
                      <a:pt x="21281" y="168"/>
                    </a:moveTo>
                    <a:cubicBezTo>
                      <a:pt x="9688" y="168"/>
                      <a:pt x="290" y="9566"/>
                      <a:pt x="290" y="21158"/>
                    </a:cubicBezTo>
                    <a:cubicBezTo>
                      <a:pt x="290" y="32751"/>
                      <a:pt x="9688" y="42149"/>
                      <a:pt x="21281" y="42149"/>
                    </a:cubicBezTo>
                    <a:cubicBezTo>
                      <a:pt x="32873" y="42149"/>
                      <a:pt x="42271" y="32751"/>
                      <a:pt x="42271" y="21158"/>
                    </a:cubicBezTo>
                    <a:lnTo>
                      <a:pt x="42271" y="21158"/>
                    </a:lnTo>
                    <a:cubicBezTo>
                      <a:pt x="42271" y="9566"/>
                      <a:pt x="32873" y="168"/>
                      <a:pt x="21281"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5" name="Freeform: Shape 3684">
                <a:extLst>
                  <a:ext uri="{FF2B5EF4-FFF2-40B4-BE49-F238E27FC236}">
                    <a16:creationId xmlns:a16="http://schemas.microsoft.com/office/drawing/2014/main" id="{D43D6714-236F-E682-7153-E7E4516B149A}"/>
                  </a:ext>
                </a:extLst>
              </p:cNvPr>
              <p:cNvSpPr/>
              <p:nvPr/>
            </p:nvSpPr>
            <p:spPr>
              <a:xfrm>
                <a:off x="1735162" y="7867341"/>
                <a:ext cx="37180" cy="37180"/>
              </a:xfrm>
              <a:custGeom>
                <a:avLst/>
                <a:gdLst>
                  <a:gd name="connsiteX0" fmla="*/ 37436 w 37180"/>
                  <a:gd name="connsiteY0" fmla="*/ 18754 h 37180"/>
                  <a:gd name="connsiteX1" fmla="*/ 18846 w 37180"/>
                  <a:gd name="connsiteY1" fmla="*/ 37345 h 37180"/>
                  <a:gd name="connsiteX2" fmla="*/ 255 w 37180"/>
                  <a:gd name="connsiteY2" fmla="*/ 18754 h 37180"/>
                  <a:gd name="connsiteX3" fmla="*/ 18846 w 37180"/>
                  <a:gd name="connsiteY3" fmla="*/ 164 h 37180"/>
                  <a:gd name="connsiteX4" fmla="*/ 37436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4"/>
                    </a:moveTo>
                    <a:cubicBezTo>
                      <a:pt x="37436" y="29021"/>
                      <a:pt x="29113" y="37345"/>
                      <a:pt x="18846" y="37345"/>
                    </a:cubicBezTo>
                    <a:cubicBezTo>
                      <a:pt x="8579" y="37345"/>
                      <a:pt x="255" y="29021"/>
                      <a:pt x="255" y="18754"/>
                    </a:cubicBezTo>
                    <a:cubicBezTo>
                      <a:pt x="255" y="8487"/>
                      <a:pt x="8579" y="164"/>
                      <a:pt x="18846" y="164"/>
                    </a:cubicBezTo>
                    <a:cubicBezTo>
                      <a:pt x="29113" y="164"/>
                      <a:pt x="37436" y="8487"/>
                      <a:pt x="37436" y="18754"/>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6" name="Freeform: Shape 3685">
                <a:extLst>
                  <a:ext uri="{FF2B5EF4-FFF2-40B4-BE49-F238E27FC236}">
                    <a16:creationId xmlns:a16="http://schemas.microsoft.com/office/drawing/2014/main" id="{E180F931-CCFD-2CA8-855E-E402687BDAA8}"/>
                  </a:ext>
                </a:extLst>
              </p:cNvPr>
              <p:cNvSpPr/>
              <p:nvPr/>
            </p:nvSpPr>
            <p:spPr>
              <a:xfrm>
                <a:off x="1732762" y="7864941"/>
                <a:ext cx="41981" cy="41981"/>
              </a:xfrm>
              <a:custGeom>
                <a:avLst/>
                <a:gdLst>
                  <a:gd name="connsiteX0" fmla="*/ 21246 w 41981"/>
                  <a:gd name="connsiteY0" fmla="*/ 4964 h 41981"/>
                  <a:gd name="connsiteX1" fmla="*/ 37436 w 41981"/>
                  <a:gd name="connsiteY1" fmla="*/ 21154 h 41981"/>
                  <a:gd name="connsiteX2" fmla="*/ 37436 w 41981"/>
                  <a:gd name="connsiteY2" fmla="*/ 21154 h 41981"/>
                  <a:gd name="connsiteX3" fmla="*/ 21246 w 41981"/>
                  <a:gd name="connsiteY3" fmla="*/ 37345 h 41981"/>
                  <a:gd name="connsiteX4" fmla="*/ 5056 w 41981"/>
                  <a:gd name="connsiteY4" fmla="*/ 21154 h 41981"/>
                  <a:gd name="connsiteX5" fmla="*/ 21246 w 41981"/>
                  <a:gd name="connsiteY5" fmla="*/ 4964 h 41981"/>
                  <a:gd name="connsiteX6" fmla="*/ 21246 w 41981"/>
                  <a:gd name="connsiteY6" fmla="*/ 164 h 41981"/>
                  <a:gd name="connsiteX7" fmla="*/ 255 w 41981"/>
                  <a:gd name="connsiteY7" fmla="*/ 21154 h 41981"/>
                  <a:gd name="connsiteX8" fmla="*/ 21246 w 41981"/>
                  <a:gd name="connsiteY8" fmla="*/ 42145 h 41981"/>
                  <a:gd name="connsiteX9" fmla="*/ 42237 w 41981"/>
                  <a:gd name="connsiteY9" fmla="*/ 21154 h 41981"/>
                  <a:gd name="connsiteX10" fmla="*/ 42237 w 41981"/>
                  <a:gd name="connsiteY10" fmla="*/ 21154 h 41981"/>
                  <a:gd name="connsiteX11" fmla="*/ 21246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64"/>
                    </a:moveTo>
                    <a:cubicBezTo>
                      <a:pt x="30188" y="4964"/>
                      <a:pt x="37436" y="12213"/>
                      <a:pt x="37436" y="21154"/>
                    </a:cubicBezTo>
                    <a:lnTo>
                      <a:pt x="37436" y="21154"/>
                    </a:lnTo>
                    <a:cubicBezTo>
                      <a:pt x="37436" y="30096"/>
                      <a:pt x="30188" y="37345"/>
                      <a:pt x="21246" y="37345"/>
                    </a:cubicBezTo>
                    <a:cubicBezTo>
                      <a:pt x="12304" y="37345"/>
                      <a:pt x="5056" y="30096"/>
                      <a:pt x="5056" y="21154"/>
                    </a:cubicBezTo>
                    <a:cubicBezTo>
                      <a:pt x="5056" y="12213"/>
                      <a:pt x="12304" y="4964"/>
                      <a:pt x="21246" y="4964"/>
                    </a:cubicBezTo>
                    <a:close/>
                    <a:moveTo>
                      <a:pt x="21246" y="164"/>
                    </a:moveTo>
                    <a:cubicBezTo>
                      <a:pt x="9653" y="164"/>
                      <a:pt x="255" y="9562"/>
                      <a:pt x="255" y="21154"/>
                    </a:cubicBezTo>
                    <a:cubicBezTo>
                      <a:pt x="255" y="32747"/>
                      <a:pt x="9653" y="42145"/>
                      <a:pt x="21246" y="42145"/>
                    </a:cubicBezTo>
                    <a:cubicBezTo>
                      <a:pt x="32839" y="42145"/>
                      <a:pt x="42237" y="32747"/>
                      <a:pt x="42237" y="21154"/>
                    </a:cubicBezTo>
                    <a:lnTo>
                      <a:pt x="42237" y="21154"/>
                    </a:lnTo>
                    <a:cubicBezTo>
                      <a:pt x="42237" y="9562"/>
                      <a:pt x="32839" y="164"/>
                      <a:pt x="21246"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7" name="Freeform: Shape 3686">
                <a:extLst>
                  <a:ext uri="{FF2B5EF4-FFF2-40B4-BE49-F238E27FC236}">
                    <a16:creationId xmlns:a16="http://schemas.microsoft.com/office/drawing/2014/main" id="{A603BBB7-89B0-BC4A-7165-D53A85088C23}"/>
                  </a:ext>
                </a:extLst>
              </p:cNvPr>
              <p:cNvSpPr/>
              <p:nvPr/>
            </p:nvSpPr>
            <p:spPr>
              <a:xfrm>
                <a:off x="1873379" y="7864202"/>
                <a:ext cx="37180" cy="37180"/>
              </a:xfrm>
              <a:custGeom>
                <a:avLst/>
                <a:gdLst>
                  <a:gd name="connsiteX0" fmla="*/ 37460 w 37180"/>
                  <a:gd name="connsiteY0" fmla="*/ 18754 h 37180"/>
                  <a:gd name="connsiteX1" fmla="*/ 18870 w 37180"/>
                  <a:gd name="connsiteY1" fmla="*/ 37344 h 37180"/>
                  <a:gd name="connsiteX2" fmla="*/ 279 w 37180"/>
                  <a:gd name="connsiteY2" fmla="*/ 18754 h 37180"/>
                  <a:gd name="connsiteX3" fmla="*/ 18870 w 37180"/>
                  <a:gd name="connsiteY3" fmla="*/ 163 h 37180"/>
                  <a:gd name="connsiteX4" fmla="*/ 37460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54"/>
                    </a:moveTo>
                    <a:cubicBezTo>
                      <a:pt x="37460" y="29021"/>
                      <a:pt x="29137" y="37344"/>
                      <a:pt x="18870" y="37344"/>
                    </a:cubicBezTo>
                    <a:cubicBezTo>
                      <a:pt x="8603" y="37344"/>
                      <a:pt x="279" y="29021"/>
                      <a:pt x="279" y="18754"/>
                    </a:cubicBezTo>
                    <a:cubicBezTo>
                      <a:pt x="279" y="8487"/>
                      <a:pt x="8603" y="163"/>
                      <a:pt x="18870" y="163"/>
                    </a:cubicBezTo>
                    <a:cubicBezTo>
                      <a:pt x="29137" y="163"/>
                      <a:pt x="37460" y="8487"/>
                      <a:pt x="37460" y="18754"/>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8" name="Freeform: Shape 3687">
                <a:extLst>
                  <a:ext uri="{FF2B5EF4-FFF2-40B4-BE49-F238E27FC236}">
                    <a16:creationId xmlns:a16="http://schemas.microsoft.com/office/drawing/2014/main" id="{7DC7453A-A7D6-09FD-DE8E-CD12686A56D1}"/>
                  </a:ext>
                </a:extLst>
              </p:cNvPr>
              <p:cNvSpPr/>
              <p:nvPr/>
            </p:nvSpPr>
            <p:spPr>
              <a:xfrm>
                <a:off x="1870979" y="7861802"/>
                <a:ext cx="41981" cy="41981"/>
              </a:xfrm>
              <a:custGeom>
                <a:avLst/>
                <a:gdLst>
                  <a:gd name="connsiteX0" fmla="*/ 21270 w 41981"/>
                  <a:gd name="connsiteY0" fmla="*/ 4964 h 41981"/>
                  <a:gd name="connsiteX1" fmla="*/ 37460 w 41981"/>
                  <a:gd name="connsiteY1" fmla="*/ 21154 h 41981"/>
                  <a:gd name="connsiteX2" fmla="*/ 37460 w 41981"/>
                  <a:gd name="connsiteY2" fmla="*/ 21154 h 41981"/>
                  <a:gd name="connsiteX3" fmla="*/ 21270 w 41981"/>
                  <a:gd name="connsiteY3" fmla="*/ 37344 h 41981"/>
                  <a:gd name="connsiteX4" fmla="*/ 5080 w 41981"/>
                  <a:gd name="connsiteY4" fmla="*/ 21154 h 41981"/>
                  <a:gd name="connsiteX5" fmla="*/ 21270 w 41981"/>
                  <a:gd name="connsiteY5" fmla="*/ 4964 h 41981"/>
                  <a:gd name="connsiteX6" fmla="*/ 21270 w 41981"/>
                  <a:gd name="connsiteY6" fmla="*/ 163 h 41981"/>
                  <a:gd name="connsiteX7" fmla="*/ 279 w 41981"/>
                  <a:gd name="connsiteY7" fmla="*/ 21154 h 41981"/>
                  <a:gd name="connsiteX8" fmla="*/ 21270 w 41981"/>
                  <a:gd name="connsiteY8" fmla="*/ 42144 h 41981"/>
                  <a:gd name="connsiteX9" fmla="*/ 42261 w 41981"/>
                  <a:gd name="connsiteY9" fmla="*/ 21154 h 41981"/>
                  <a:gd name="connsiteX10" fmla="*/ 42261 w 41981"/>
                  <a:gd name="connsiteY10" fmla="*/ 21154 h 41981"/>
                  <a:gd name="connsiteX11" fmla="*/ 2127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64"/>
                    </a:moveTo>
                    <a:cubicBezTo>
                      <a:pt x="30212" y="4964"/>
                      <a:pt x="37460" y="12212"/>
                      <a:pt x="37460" y="21154"/>
                    </a:cubicBezTo>
                    <a:lnTo>
                      <a:pt x="37460" y="21154"/>
                    </a:lnTo>
                    <a:cubicBezTo>
                      <a:pt x="37460" y="30096"/>
                      <a:pt x="30212" y="37344"/>
                      <a:pt x="21270" y="37344"/>
                    </a:cubicBezTo>
                    <a:cubicBezTo>
                      <a:pt x="12328" y="37344"/>
                      <a:pt x="5080" y="30096"/>
                      <a:pt x="5080" y="21154"/>
                    </a:cubicBezTo>
                    <a:cubicBezTo>
                      <a:pt x="5080" y="12212"/>
                      <a:pt x="12328" y="4964"/>
                      <a:pt x="21270" y="4964"/>
                    </a:cubicBezTo>
                    <a:close/>
                    <a:moveTo>
                      <a:pt x="21270" y="163"/>
                    </a:moveTo>
                    <a:cubicBezTo>
                      <a:pt x="9677" y="163"/>
                      <a:pt x="279" y="9561"/>
                      <a:pt x="279" y="21154"/>
                    </a:cubicBezTo>
                    <a:cubicBezTo>
                      <a:pt x="279" y="32746"/>
                      <a:pt x="9677" y="42144"/>
                      <a:pt x="21270" y="42144"/>
                    </a:cubicBezTo>
                    <a:cubicBezTo>
                      <a:pt x="32863" y="42144"/>
                      <a:pt x="42261" y="32746"/>
                      <a:pt x="42261" y="21154"/>
                    </a:cubicBezTo>
                    <a:lnTo>
                      <a:pt x="42261" y="21154"/>
                    </a:lnTo>
                    <a:cubicBezTo>
                      <a:pt x="42261" y="9561"/>
                      <a:pt x="32863" y="163"/>
                      <a:pt x="21270"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89" name="Freeform: Shape 3688">
                <a:extLst>
                  <a:ext uri="{FF2B5EF4-FFF2-40B4-BE49-F238E27FC236}">
                    <a16:creationId xmlns:a16="http://schemas.microsoft.com/office/drawing/2014/main" id="{D750EF5D-D383-04F6-0488-236E6E9949DA}"/>
                  </a:ext>
                </a:extLst>
              </p:cNvPr>
              <p:cNvSpPr/>
              <p:nvPr/>
            </p:nvSpPr>
            <p:spPr>
              <a:xfrm>
                <a:off x="1806471" y="7877173"/>
                <a:ext cx="37180" cy="37180"/>
              </a:xfrm>
              <a:custGeom>
                <a:avLst/>
                <a:gdLst>
                  <a:gd name="connsiteX0" fmla="*/ 37449 w 37180"/>
                  <a:gd name="connsiteY0" fmla="*/ 18756 h 37180"/>
                  <a:gd name="connsiteX1" fmla="*/ 18858 w 37180"/>
                  <a:gd name="connsiteY1" fmla="*/ 37346 h 37180"/>
                  <a:gd name="connsiteX2" fmla="*/ 268 w 37180"/>
                  <a:gd name="connsiteY2" fmla="*/ 18756 h 37180"/>
                  <a:gd name="connsiteX3" fmla="*/ 18858 w 37180"/>
                  <a:gd name="connsiteY3" fmla="*/ 166 h 37180"/>
                  <a:gd name="connsiteX4" fmla="*/ 37449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6"/>
                    </a:moveTo>
                    <a:cubicBezTo>
                      <a:pt x="37449" y="29023"/>
                      <a:pt x="29125" y="37346"/>
                      <a:pt x="18858" y="37346"/>
                    </a:cubicBezTo>
                    <a:cubicBezTo>
                      <a:pt x="8591" y="37346"/>
                      <a:pt x="268" y="29023"/>
                      <a:pt x="268" y="18756"/>
                    </a:cubicBezTo>
                    <a:cubicBezTo>
                      <a:pt x="268" y="8489"/>
                      <a:pt x="8591" y="166"/>
                      <a:pt x="18858" y="166"/>
                    </a:cubicBezTo>
                    <a:cubicBezTo>
                      <a:pt x="29125" y="166"/>
                      <a:pt x="37449" y="8489"/>
                      <a:pt x="37449" y="18756"/>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0" name="Freeform: Shape 3689">
                <a:extLst>
                  <a:ext uri="{FF2B5EF4-FFF2-40B4-BE49-F238E27FC236}">
                    <a16:creationId xmlns:a16="http://schemas.microsoft.com/office/drawing/2014/main" id="{F839F710-F61A-8056-BEC4-1D891CF69094}"/>
                  </a:ext>
                </a:extLst>
              </p:cNvPr>
              <p:cNvSpPr/>
              <p:nvPr/>
            </p:nvSpPr>
            <p:spPr>
              <a:xfrm>
                <a:off x="1804071" y="7874773"/>
                <a:ext cx="41981" cy="41981"/>
              </a:xfrm>
              <a:custGeom>
                <a:avLst/>
                <a:gdLst>
                  <a:gd name="connsiteX0" fmla="*/ 21258 w 41981"/>
                  <a:gd name="connsiteY0" fmla="*/ 4966 h 41981"/>
                  <a:gd name="connsiteX1" fmla="*/ 37449 w 41981"/>
                  <a:gd name="connsiteY1" fmla="*/ 21156 h 41981"/>
                  <a:gd name="connsiteX2" fmla="*/ 37449 w 41981"/>
                  <a:gd name="connsiteY2" fmla="*/ 21156 h 41981"/>
                  <a:gd name="connsiteX3" fmla="*/ 21258 w 41981"/>
                  <a:gd name="connsiteY3" fmla="*/ 37346 h 41981"/>
                  <a:gd name="connsiteX4" fmla="*/ 5068 w 41981"/>
                  <a:gd name="connsiteY4" fmla="*/ 21156 h 41981"/>
                  <a:gd name="connsiteX5" fmla="*/ 21258 w 41981"/>
                  <a:gd name="connsiteY5" fmla="*/ 4966 h 41981"/>
                  <a:gd name="connsiteX6" fmla="*/ 21258 w 41981"/>
                  <a:gd name="connsiteY6" fmla="*/ 166 h 41981"/>
                  <a:gd name="connsiteX7" fmla="*/ 268 w 41981"/>
                  <a:gd name="connsiteY7" fmla="*/ 21156 h 41981"/>
                  <a:gd name="connsiteX8" fmla="*/ 21258 w 41981"/>
                  <a:gd name="connsiteY8" fmla="*/ 42147 h 41981"/>
                  <a:gd name="connsiteX9" fmla="*/ 42249 w 41981"/>
                  <a:gd name="connsiteY9" fmla="*/ 21156 h 41981"/>
                  <a:gd name="connsiteX10" fmla="*/ 42249 w 41981"/>
                  <a:gd name="connsiteY10" fmla="*/ 21156 h 41981"/>
                  <a:gd name="connsiteX11" fmla="*/ 21258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66"/>
                    </a:moveTo>
                    <a:cubicBezTo>
                      <a:pt x="30200" y="4966"/>
                      <a:pt x="37449" y="12214"/>
                      <a:pt x="37449" y="21156"/>
                    </a:cubicBezTo>
                    <a:lnTo>
                      <a:pt x="37449" y="21156"/>
                    </a:lnTo>
                    <a:cubicBezTo>
                      <a:pt x="37449" y="30098"/>
                      <a:pt x="30200" y="37346"/>
                      <a:pt x="21258" y="37346"/>
                    </a:cubicBezTo>
                    <a:cubicBezTo>
                      <a:pt x="12317" y="37346"/>
                      <a:pt x="5068" y="30098"/>
                      <a:pt x="5068" y="21156"/>
                    </a:cubicBezTo>
                    <a:cubicBezTo>
                      <a:pt x="5068" y="12214"/>
                      <a:pt x="12317" y="4966"/>
                      <a:pt x="21258" y="4966"/>
                    </a:cubicBezTo>
                    <a:close/>
                    <a:moveTo>
                      <a:pt x="21258" y="166"/>
                    </a:moveTo>
                    <a:cubicBezTo>
                      <a:pt x="9666" y="166"/>
                      <a:pt x="268" y="9564"/>
                      <a:pt x="268" y="21156"/>
                    </a:cubicBezTo>
                    <a:cubicBezTo>
                      <a:pt x="268" y="32749"/>
                      <a:pt x="9666" y="42147"/>
                      <a:pt x="21258" y="42147"/>
                    </a:cubicBezTo>
                    <a:cubicBezTo>
                      <a:pt x="32851" y="42147"/>
                      <a:pt x="42249" y="32749"/>
                      <a:pt x="42249" y="21156"/>
                    </a:cubicBezTo>
                    <a:lnTo>
                      <a:pt x="42249" y="21156"/>
                    </a:lnTo>
                    <a:cubicBezTo>
                      <a:pt x="42249" y="9564"/>
                      <a:pt x="32851" y="166"/>
                      <a:pt x="21258"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1" name="Freeform: Shape 3690">
                <a:extLst>
                  <a:ext uri="{FF2B5EF4-FFF2-40B4-BE49-F238E27FC236}">
                    <a16:creationId xmlns:a16="http://schemas.microsoft.com/office/drawing/2014/main" id="{401D99D8-015C-EA11-859A-FCE2EFE575C8}"/>
                  </a:ext>
                </a:extLst>
              </p:cNvPr>
              <p:cNvSpPr/>
              <p:nvPr/>
            </p:nvSpPr>
            <p:spPr>
              <a:xfrm>
                <a:off x="1783817" y="7918553"/>
                <a:ext cx="37180" cy="37180"/>
              </a:xfrm>
              <a:custGeom>
                <a:avLst/>
                <a:gdLst>
                  <a:gd name="connsiteX0" fmla="*/ 37445 w 37180"/>
                  <a:gd name="connsiteY0" fmla="*/ 18763 h 37180"/>
                  <a:gd name="connsiteX1" fmla="*/ 18854 w 37180"/>
                  <a:gd name="connsiteY1" fmla="*/ 37354 h 37180"/>
                  <a:gd name="connsiteX2" fmla="*/ 264 w 37180"/>
                  <a:gd name="connsiteY2" fmla="*/ 18763 h 37180"/>
                  <a:gd name="connsiteX3" fmla="*/ 18854 w 37180"/>
                  <a:gd name="connsiteY3" fmla="*/ 173 h 37180"/>
                  <a:gd name="connsiteX4" fmla="*/ 3744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3"/>
                    </a:moveTo>
                    <a:cubicBezTo>
                      <a:pt x="37445" y="29030"/>
                      <a:pt x="29121" y="37354"/>
                      <a:pt x="18854" y="37354"/>
                    </a:cubicBezTo>
                    <a:cubicBezTo>
                      <a:pt x="8587" y="37354"/>
                      <a:pt x="264" y="29030"/>
                      <a:pt x="264" y="18763"/>
                    </a:cubicBezTo>
                    <a:cubicBezTo>
                      <a:pt x="264" y="8496"/>
                      <a:pt x="8587" y="173"/>
                      <a:pt x="18854" y="173"/>
                    </a:cubicBezTo>
                    <a:cubicBezTo>
                      <a:pt x="29121" y="173"/>
                      <a:pt x="37445" y="8496"/>
                      <a:pt x="37445" y="18763"/>
                    </a:cubicBezTo>
                    <a:close/>
                  </a:path>
                </a:pathLst>
              </a:custGeom>
              <a:solidFill>
                <a:srgbClr val="F7E2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2" name="Freeform: Shape 3691">
                <a:extLst>
                  <a:ext uri="{FF2B5EF4-FFF2-40B4-BE49-F238E27FC236}">
                    <a16:creationId xmlns:a16="http://schemas.microsoft.com/office/drawing/2014/main" id="{B9BDB69E-3855-3A99-E412-D6A15A57D529}"/>
                  </a:ext>
                </a:extLst>
              </p:cNvPr>
              <p:cNvSpPr/>
              <p:nvPr/>
            </p:nvSpPr>
            <p:spPr>
              <a:xfrm>
                <a:off x="1781417" y="7916153"/>
                <a:ext cx="41981" cy="41981"/>
              </a:xfrm>
              <a:custGeom>
                <a:avLst/>
                <a:gdLst>
                  <a:gd name="connsiteX0" fmla="*/ 21254 w 41981"/>
                  <a:gd name="connsiteY0" fmla="*/ 4973 h 41981"/>
                  <a:gd name="connsiteX1" fmla="*/ 37445 w 41981"/>
                  <a:gd name="connsiteY1" fmla="*/ 21163 h 41981"/>
                  <a:gd name="connsiteX2" fmla="*/ 37445 w 41981"/>
                  <a:gd name="connsiteY2" fmla="*/ 21163 h 41981"/>
                  <a:gd name="connsiteX3" fmla="*/ 21254 w 41981"/>
                  <a:gd name="connsiteY3" fmla="*/ 37354 h 41981"/>
                  <a:gd name="connsiteX4" fmla="*/ 5064 w 41981"/>
                  <a:gd name="connsiteY4" fmla="*/ 21163 h 41981"/>
                  <a:gd name="connsiteX5" fmla="*/ 21254 w 41981"/>
                  <a:gd name="connsiteY5" fmla="*/ 4973 h 41981"/>
                  <a:gd name="connsiteX6" fmla="*/ 21254 w 41981"/>
                  <a:gd name="connsiteY6" fmla="*/ 173 h 41981"/>
                  <a:gd name="connsiteX7" fmla="*/ 264 w 41981"/>
                  <a:gd name="connsiteY7" fmla="*/ 21163 h 41981"/>
                  <a:gd name="connsiteX8" fmla="*/ 21254 w 41981"/>
                  <a:gd name="connsiteY8" fmla="*/ 42154 h 41981"/>
                  <a:gd name="connsiteX9" fmla="*/ 42245 w 41981"/>
                  <a:gd name="connsiteY9" fmla="*/ 21163 h 41981"/>
                  <a:gd name="connsiteX10" fmla="*/ 42245 w 41981"/>
                  <a:gd name="connsiteY10" fmla="*/ 21163 h 41981"/>
                  <a:gd name="connsiteX11" fmla="*/ 21254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3"/>
                    </a:moveTo>
                    <a:cubicBezTo>
                      <a:pt x="30196" y="4973"/>
                      <a:pt x="37445" y="12222"/>
                      <a:pt x="37445" y="21163"/>
                    </a:cubicBezTo>
                    <a:lnTo>
                      <a:pt x="37445" y="21163"/>
                    </a:lnTo>
                    <a:cubicBezTo>
                      <a:pt x="37445" y="30105"/>
                      <a:pt x="30196" y="37354"/>
                      <a:pt x="21254" y="37354"/>
                    </a:cubicBezTo>
                    <a:cubicBezTo>
                      <a:pt x="12313" y="37354"/>
                      <a:pt x="5064" y="30105"/>
                      <a:pt x="5064" y="21163"/>
                    </a:cubicBezTo>
                    <a:cubicBezTo>
                      <a:pt x="5064" y="12222"/>
                      <a:pt x="12313" y="4973"/>
                      <a:pt x="21254" y="4973"/>
                    </a:cubicBezTo>
                    <a:close/>
                    <a:moveTo>
                      <a:pt x="21254" y="173"/>
                    </a:moveTo>
                    <a:cubicBezTo>
                      <a:pt x="9662" y="173"/>
                      <a:pt x="264" y="9571"/>
                      <a:pt x="264" y="21163"/>
                    </a:cubicBezTo>
                    <a:cubicBezTo>
                      <a:pt x="264" y="32756"/>
                      <a:pt x="9662" y="42154"/>
                      <a:pt x="21254" y="42154"/>
                    </a:cubicBezTo>
                    <a:cubicBezTo>
                      <a:pt x="32847" y="42154"/>
                      <a:pt x="42245" y="32756"/>
                      <a:pt x="42245" y="21163"/>
                    </a:cubicBezTo>
                    <a:lnTo>
                      <a:pt x="42245" y="21163"/>
                    </a:lnTo>
                    <a:cubicBezTo>
                      <a:pt x="42245" y="9571"/>
                      <a:pt x="32847" y="173"/>
                      <a:pt x="21254"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3" name="Freeform: Shape 3692">
                <a:extLst>
                  <a:ext uri="{FF2B5EF4-FFF2-40B4-BE49-F238E27FC236}">
                    <a16:creationId xmlns:a16="http://schemas.microsoft.com/office/drawing/2014/main" id="{CDDA2BFF-F3F1-0C74-959D-B5B5236291C9}"/>
                  </a:ext>
                </a:extLst>
              </p:cNvPr>
              <p:cNvSpPr/>
              <p:nvPr/>
            </p:nvSpPr>
            <p:spPr>
              <a:xfrm>
                <a:off x="1812974" y="7648956"/>
                <a:ext cx="37180" cy="37180"/>
              </a:xfrm>
              <a:custGeom>
                <a:avLst/>
                <a:gdLst>
                  <a:gd name="connsiteX0" fmla="*/ 37450 w 37180"/>
                  <a:gd name="connsiteY0" fmla="*/ 18716 h 37180"/>
                  <a:gd name="connsiteX1" fmla="*/ 18859 w 37180"/>
                  <a:gd name="connsiteY1" fmla="*/ 37307 h 37180"/>
                  <a:gd name="connsiteX2" fmla="*/ 269 w 37180"/>
                  <a:gd name="connsiteY2" fmla="*/ 18716 h 37180"/>
                  <a:gd name="connsiteX3" fmla="*/ 18859 w 37180"/>
                  <a:gd name="connsiteY3" fmla="*/ 126 h 37180"/>
                  <a:gd name="connsiteX4" fmla="*/ 37450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16"/>
                    </a:moveTo>
                    <a:cubicBezTo>
                      <a:pt x="37450" y="28984"/>
                      <a:pt x="29127" y="37307"/>
                      <a:pt x="18859" y="37307"/>
                    </a:cubicBezTo>
                    <a:cubicBezTo>
                      <a:pt x="8592" y="37307"/>
                      <a:pt x="269" y="28984"/>
                      <a:pt x="269" y="18716"/>
                    </a:cubicBezTo>
                    <a:cubicBezTo>
                      <a:pt x="269" y="8449"/>
                      <a:pt x="8592" y="126"/>
                      <a:pt x="18859" y="126"/>
                    </a:cubicBezTo>
                    <a:cubicBezTo>
                      <a:pt x="29127" y="126"/>
                      <a:pt x="37450" y="8449"/>
                      <a:pt x="37450" y="18716"/>
                    </a:cubicBezTo>
                    <a:close/>
                  </a:path>
                </a:pathLst>
              </a:custGeom>
              <a:solidFill>
                <a:srgbClr val="F7A5A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4" name="Freeform: Shape 3693">
                <a:extLst>
                  <a:ext uri="{FF2B5EF4-FFF2-40B4-BE49-F238E27FC236}">
                    <a16:creationId xmlns:a16="http://schemas.microsoft.com/office/drawing/2014/main" id="{BE761116-32C2-3F62-65EF-236ABF01DA88}"/>
                  </a:ext>
                </a:extLst>
              </p:cNvPr>
              <p:cNvSpPr/>
              <p:nvPr/>
            </p:nvSpPr>
            <p:spPr>
              <a:xfrm>
                <a:off x="1810574" y="7646556"/>
                <a:ext cx="41981" cy="41981"/>
              </a:xfrm>
              <a:custGeom>
                <a:avLst/>
                <a:gdLst>
                  <a:gd name="connsiteX0" fmla="*/ 21260 w 41981"/>
                  <a:gd name="connsiteY0" fmla="*/ 4926 h 41981"/>
                  <a:gd name="connsiteX1" fmla="*/ 37450 w 41981"/>
                  <a:gd name="connsiteY1" fmla="*/ 21117 h 41981"/>
                  <a:gd name="connsiteX2" fmla="*/ 37450 w 41981"/>
                  <a:gd name="connsiteY2" fmla="*/ 21117 h 41981"/>
                  <a:gd name="connsiteX3" fmla="*/ 21260 w 41981"/>
                  <a:gd name="connsiteY3" fmla="*/ 37307 h 41981"/>
                  <a:gd name="connsiteX4" fmla="*/ 5069 w 41981"/>
                  <a:gd name="connsiteY4" fmla="*/ 21117 h 41981"/>
                  <a:gd name="connsiteX5" fmla="*/ 21260 w 41981"/>
                  <a:gd name="connsiteY5" fmla="*/ 4926 h 41981"/>
                  <a:gd name="connsiteX6" fmla="*/ 21260 w 41981"/>
                  <a:gd name="connsiteY6" fmla="*/ 126 h 41981"/>
                  <a:gd name="connsiteX7" fmla="*/ 269 w 41981"/>
                  <a:gd name="connsiteY7" fmla="*/ 21117 h 41981"/>
                  <a:gd name="connsiteX8" fmla="*/ 21260 w 41981"/>
                  <a:gd name="connsiteY8" fmla="*/ 42107 h 41981"/>
                  <a:gd name="connsiteX9" fmla="*/ 42250 w 41981"/>
                  <a:gd name="connsiteY9" fmla="*/ 21117 h 41981"/>
                  <a:gd name="connsiteX10" fmla="*/ 42250 w 41981"/>
                  <a:gd name="connsiteY10" fmla="*/ 21117 h 41981"/>
                  <a:gd name="connsiteX11" fmla="*/ 21260 w 41981"/>
                  <a:gd name="connsiteY11" fmla="*/ 12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26"/>
                    </a:moveTo>
                    <a:cubicBezTo>
                      <a:pt x="30201" y="4926"/>
                      <a:pt x="37450" y="12175"/>
                      <a:pt x="37450" y="21117"/>
                    </a:cubicBezTo>
                    <a:lnTo>
                      <a:pt x="37450" y="21117"/>
                    </a:lnTo>
                    <a:cubicBezTo>
                      <a:pt x="37450" y="30058"/>
                      <a:pt x="30201" y="37307"/>
                      <a:pt x="21260" y="37307"/>
                    </a:cubicBezTo>
                    <a:cubicBezTo>
                      <a:pt x="12318" y="37307"/>
                      <a:pt x="5069" y="30058"/>
                      <a:pt x="5069" y="21117"/>
                    </a:cubicBezTo>
                    <a:cubicBezTo>
                      <a:pt x="5069" y="12175"/>
                      <a:pt x="12318" y="4926"/>
                      <a:pt x="21260" y="4926"/>
                    </a:cubicBezTo>
                    <a:close/>
                    <a:moveTo>
                      <a:pt x="21260" y="126"/>
                    </a:moveTo>
                    <a:cubicBezTo>
                      <a:pt x="9667" y="126"/>
                      <a:pt x="269" y="9524"/>
                      <a:pt x="269" y="21117"/>
                    </a:cubicBezTo>
                    <a:cubicBezTo>
                      <a:pt x="269" y="32709"/>
                      <a:pt x="9667" y="42107"/>
                      <a:pt x="21260" y="42107"/>
                    </a:cubicBezTo>
                    <a:cubicBezTo>
                      <a:pt x="32852" y="42107"/>
                      <a:pt x="42250" y="32709"/>
                      <a:pt x="42250" y="21117"/>
                    </a:cubicBezTo>
                    <a:lnTo>
                      <a:pt x="42250" y="21117"/>
                    </a:lnTo>
                    <a:cubicBezTo>
                      <a:pt x="42250" y="9524"/>
                      <a:pt x="32852" y="126"/>
                      <a:pt x="21260" y="12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5" name="Freeform: Shape 3694">
                <a:extLst>
                  <a:ext uri="{FF2B5EF4-FFF2-40B4-BE49-F238E27FC236}">
                    <a16:creationId xmlns:a16="http://schemas.microsoft.com/office/drawing/2014/main" id="{F2D45E54-B4EF-AF57-9AF8-5C1AD3961C11}"/>
                  </a:ext>
                </a:extLst>
              </p:cNvPr>
              <p:cNvSpPr/>
              <p:nvPr/>
            </p:nvSpPr>
            <p:spPr>
              <a:xfrm>
                <a:off x="1817467" y="7921831"/>
                <a:ext cx="37180" cy="37180"/>
              </a:xfrm>
              <a:custGeom>
                <a:avLst/>
                <a:gdLst>
                  <a:gd name="connsiteX0" fmla="*/ 37451 w 37180"/>
                  <a:gd name="connsiteY0" fmla="*/ 18764 h 37180"/>
                  <a:gd name="connsiteX1" fmla="*/ 18860 w 37180"/>
                  <a:gd name="connsiteY1" fmla="*/ 37354 h 37180"/>
                  <a:gd name="connsiteX2" fmla="*/ 270 w 37180"/>
                  <a:gd name="connsiteY2" fmla="*/ 18764 h 37180"/>
                  <a:gd name="connsiteX3" fmla="*/ 18860 w 37180"/>
                  <a:gd name="connsiteY3" fmla="*/ 173 h 37180"/>
                  <a:gd name="connsiteX4" fmla="*/ 3745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4"/>
                    </a:moveTo>
                    <a:cubicBezTo>
                      <a:pt x="37451" y="29031"/>
                      <a:pt x="29127" y="37354"/>
                      <a:pt x="18860" y="37354"/>
                    </a:cubicBezTo>
                    <a:cubicBezTo>
                      <a:pt x="8593" y="37354"/>
                      <a:pt x="270" y="29031"/>
                      <a:pt x="270" y="18764"/>
                    </a:cubicBezTo>
                    <a:cubicBezTo>
                      <a:pt x="270" y="8497"/>
                      <a:pt x="8593" y="173"/>
                      <a:pt x="18860" y="173"/>
                    </a:cubicBezTo>
                    <a:cubicBezTo>
                      <a:pt x="29127" y="173"/>
                      <a:pt x="37451" y="8497"/>
                      <a:pt x="37451" y="18764"/>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6" name="Freeform: Shape 3695">
                <a:extLst>
                  <a:ext uri="{FF2B5EF4-FFF2-40B4-BE49-F238E27FC236}">
                    <a16:creationId xmlns:a16="http://schemas.microsoft.com/office/drawing/2014/main" id="{F864C73B-9AF9-A2B4-3B12-B9CABF306F49}"/>
                  </a:ext>
                </a:extLst>
              </p:cNvPr>
              <p:cNvSpPr/>
              <p:nvPr/>
            </p:nvSpPr>
            <p:spPr>
              <a:xfrm>
                <a:off x="1815067" y="7919430"/>
                <a:ext cx="41981" cy="41981"/>
              </a:xfrm>
              <a:custGeom>
                <a:avLst/>
                <a:gdLst>
                  <a:gd name="connsiteX0" fmla="*/ 21260 w 41981"/>
                  <a:gd name="connsiteY0" fmla="*/ 4974 h 41981"/>
                  <a:gd name="connsiteX1" fmla="*/ 37451 w 41981"/>
                  <a:gd name="connsiteY1" fmla="*/ 21164 h 41981"/>
                  <a:gd name="connsiteX2" fmla="*/ 37451 w 41981"/>
                  <a:gd name="connsiteY2" fmla="*/ 21164 h 41981"/>
                  <a:gd name="connsiteX3" fmla="*/ 21260 w 41981"/>
                  <a:gd name="connsiteY3" fmla="*/ 37354 h 41981"/>
                  <a:gd name="connsiteX4" fmla="*/ 5070 w 41981"/>
                  <a:gd name="connsiteY4" fmla="*/ 21164 h 41981"/>
                  <a:gd name="connsiteX5" fmla="*/ 21260 w 41981"/>
                  <a:gd name="connsiteY5" fmla="*/ 4974 h 41981"/>
                  <a:gd name="connsiteX6" fmla="*/ 21260 w 41981"/>
                  <a:gd name="connsiteY6" fmla="*/ 173 h 41981"/>
                  <a:gd name="connsiteX7" fmla="*/ 270 w 41981"/>
                  <a:gd name="connsiteY7" fmla="*/ 21164 h 41981"/>
                  <a:gd name="connsiteX8" fmla="*/ 21260 w 41981"/>
                  <a:gd name="connsiteY8" fmla="*/ 42154 h 41981"/>
                  <a:gd name="connsiteX9" fmla="*/ 42251 w 41981"/>
                  <a:gd name="connsiteY9" fmla="*/ 21164 h 41981"/>
                  <a:gd name="connsiteX10" fmla="*/ 42251 w 41981"/>
                  <a:gd name="connsiteY10" fmla="*/ 21164 h 41981"/>
                  <a:gd name="connsiteX11" fmla="*/ 21260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4"/>
                    </a:moveTo>
                    <a:cubicBezTo>
                      <a:pt x="30202" y="4974"/>
                      <a:pt x="37451" y="12222"/>
                      <a:pt x="37451" y="21164"/>
                    </a:cubicBezTo>
                    <a:lnTo>
                      <a:pt x="37451" y="21164"/>
                    </a:lnTo>
                    <a:cubicBezTo>
                      <a:pt x="37451" y="30106"/>
                      <a:pt x="30202" y="37354"/>
                      <a:pt x="21260" y="37354"/>
                    </a:cubicBezTo>
                    <a:cubicBezTo>
                      <a:pt x="12318" y="37354"/>
                      <a:pt x="5070" y="30106"/>
                      <a:pt x="5070" y="21164"/>
                    </a:cubicBezTo>
                    <a:cubicBezTo>
                      <a:pt x="5070" y="12222"/>
                      <a:pt x="12318" y="4974"/>
                      <a:pt x="21260" y="4974"/>
                    </a:cubicBezTo>
                    <a:close/>
                    <a:moveTo>
                      <a:pt x="21260" y="173"/>
                    </a:moveTo>
                    <a:cubicBezTo>
                      <a:pt x="9668" y="173"/>
                      <a:pt x="270" y="9571"/>
                      <a:pt x="270" y="21164"/>
                    </a:cubicBezTo>
                    <a:cubicBezTo>
                      <a:pt x="270" y="32756"/>
                      <a:pt x="9668" y="42154"/>
                      <a:pt x="21260" y="42154"/>
                    </a:cubicBezTo>
                    <a:cubicBezTo>
                      <a:pt x="32853" y="42154"/>
                      <a:pt x="42251" y="32756"/>
                      <a:pt x="42251" y="21164"/>
                    </a:cubicBezTo>
                    <a:lnTo>
                      <a:pt x="42251" y="21164"/>
                    </a:lnTo>
                    <a:cubicBezTo>
                      <a:pt x="42251" y="9571"/>
                      <a:pt x="32853" y="173"/>
                      <a:pt x="21260"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7" name="Freeform: Shape 3696">
                <a:extLst>
                  <a:ext uri="{FF2B5EF4-FFF2-40B4-BE49-F238E27FC236}">
                    <a16:creationId xmlns:a16="http://schemas.microsoft.com/office/drawing/2014/main" id="{443F847F-E30C-83A8-C10B-BC6D39C338E3}"/>
                  </a:ext>
                </a:extLst>
              </p:cNvPr>
              <p:cNvSpPr/>
              <p:nvPr/>
            </p:nvSpPr>
            <p:spPr>
              <a:xfrm>
                <a:off x="1826159" y="7923265"/>
                <a:ext cx="37180" cy="37180"/>
              </a:xfrm>
              <a:custGeom>
                <a:avLst/>
                <a:gdLst>
                  <a:gd name="connsiteX0" fmla="*/ 37452 w 37180"/>
                  <a:gd name="connsiteY0" fmla="*/ 18764 h 37180"/>
                  <a:gd name="connsiteX1" fmla="*/ 18862 w 37180"/>
                  <a:gd name="connsiteY1" fmla="*/ 37354 h 37180"/>
                  <a:gd name="connsiteX2" fmla="*/ 271 w 37180"/>
                  <a:gd name="connsiteY2" fmla="*/ 18764 h 37180"/>
                  <a:gd name="connsiteX3" fmla="*/ 18862 w 37180"/>
                  <a:gd name="connsiteY3" fmla="*/ 174 h 37180"/>
                  <a:gd name="connsiteX4" fmla="*/ 37452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4"/>
                    </a:moveTo>
                    <a:cubicBezTo>
                      <a:pt x="37452" y="29031"/>
                      <a:pt x="29129" y="37354"/>
                      <a:pt x="18862" y="37354"/>
                    </a:cubicBezTo>
                    <a:cubicBezTo>
                      <a:pt x="8594" y="37354"/>
                      <a:pt x="271" y="29031"/>
                      <a:pt x="271" y="18764"/>
                    </a:cubicBezTo>
                    <a:cubicBezTo>
                      <a:pt x="271" y="8497"/>
                      <a:pt x="8594" y="174"/>
                      <a:pt x="18862" y="174"/>
                    </a:cubicBezTo>
                    <a:cubicBezTo>
                      <a:pt x="29129" y="174"/>
                      <a:pt x="37452" y="8497"/>
                      <a:pt x="37452" y="18764"/>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8" name="Freeform: Shape 3697">
                <a:extLst>
                  <a:ext uri="{FF2B5EF4-FFF2-40B4-BE49-F238E27FC236}">
                    <a16:creationId xmlns:a16="http://schemas.microsoft.com/office/drawing/2014/main" id="{2FA93626-49E4-0801-F853-DBE44FA04108}"/>
                  </a:ext>
                </a:extLst>
              </p:cNvPr>
              <p:cNvSpPr/>
              <p:nvPr/>
            </p:nvSpPr>
            <p:spPr>
              <a:xfrm>
                <a:off x="1823759" y="7920865"/>
                <a:ext cx="41981" cy="41981"/>
              </a:xfrm>
              <a:custGeom>
                <a:avLst/>
                <a:gdLst>
                  <a:gd name="connsiteX0" fmla="*/ 21262 w 41981"/>
                  <a:gd name="connsiteY0" fmla="*/ 4974 h 41981"/>
                  <a:gd name="connsiteX1" fmla="*/ 37452 w 41981"/>
                  <a:gd name="connsiteY1" fmla="*/ 21164 h 41981"/>
                  <a:gd name="connsiteX2" fmla="*/ 37452 w 41981"/>
                  <a:gd name="connsiteY2" fmla="*/ 21164 h 41981"/>
                  <a:gd name="connsiteX3" fmla="*/ 21262 w 41981"/>
                  <a:gd name="connsiteY3" fmla="*/ 37354 h 41981"/>
                  <a:gd name="connsiteX4" fmla="*/ 5072 w 41981"/>
                  <a:gd name="connsiteY4" fmla="*/ 21164 h 41981"/>
                  <a:gd name="connsiteX5" fmla="*/ 21262 w 41981"/>
                  <a:gd name="connsiteY5" fmla="*/ 4974 h 41981"/>
                  <a:gd name="connsiteX6" fmla="*/ 21262 w 41981"/>
                  <a:gd name="connsiteY6" fmla="*/ 174 h 41981"/>
                  <a:gd name="connsiteX7" fmla="*/ 271 w 41981"/>
                  <a:gd name="connsiteY7" fmla="*/ 21164 h 41981"/>
                  <a:gd name="connsiteX8" fmla="*/ 21262 w 41981"/>
                  <a:gd name="connsiteY8" fmla="*/ 42155 h 41981"/>
                  <a:gd name="connsiteX9" fmla="*/ 42252 w 41981"/>
                  <a:gd name="connsiteY9" fmla="*/ 21164 h 41981"/>
                  <a:gd name="connsiteX10" fmla="*/ 42252 w 41981"/>
                  <a:gd name="connsiteY10" fmla="*/ 21164 h 41981"/>
                  <a:gd name="connsiteX11" fmla="*/ 21262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4"/>
                    </a:moveTo>
                    <a:cubicBezTo>
                      <a:pt x="30204" y="4974"/>
                      <a:pt x="37452" y="12222"/>
                      <a:pt x="37452" y="21164"/>
                    </a:cubicBezTo>
                    <a:lnTo>
                      <a:pt x="37452" y="21164"/>
                    </a:lnTo>
                    <a:cubicBezTo>
                      <a:pt x="37452" y="30106"/>
                      <a:pt x="30204" y="37354"/>
                      <a:pt x="21262" y="37354"/>
                    </a:cubicBezTo>
                    <a:cubicBezTo>
                      <a:pt x="12320" y="37354"/>
                      <a:pt x="5072" y="30106"/>
                      <a:pt x="5072" y="21164"/>
                    </a:cubicBezTo>
                    <a:cubicBezTo>
                      <a:pt x="5072" y="12222"/>
                      <a:pt x="12320" y="4974"/>
                      <a:pt x="21262" y="4974"/>
                    </a:cubicBezTo>
                    <a:close/>
                    <a:moveTo>
                      <a:pt x="21262" y="174"/>
                    </a:moveTo>
                    <a:cubicBezTo>
                      <a:pt x="9669" y="174"/>
                      <a:pt x="271" y="9572"/>
                      <a:pt x="271" y="21164"/>
                    </a:cubicBezTo>
                    <a:cubicBezTo>
                      <a:pt x="271" y="32757"/>
                      <a:pt x="9669" y="42155"/>
                      <a:pt x="21262" y="42155"/>
                    </a:cubicBezTo>
                    <a:cubicBezTo>
                      <a:pt x="32854" y="42155"/>
                      <a:pt x="42252" y="32757"/>
                      <a:pt x="42252" y="21164"/>
                    </a:cubicBezTo>
                    <a:lnTo>
                      <a:pt x="42252" y="21164"/>
                    </a:lnTo>
                    <a:cubicBezTo>
                      <a:pt x="42252" y="9572"/>
                      <a:pt x="32854" y="174"/>
                      <a:pt x="21262"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699" name="Freeform: Shape 3698">
                <a:extLst>
                  <a:ext uri="{FF2B5EF4-FFF2-40B4-BE49-F238E27FC236}">
                    <a16:creationId xmlns:a16="http://schemas.microsoft.com/office/drawing/2014/main" id="{B87A568C-30B0-6E16-0DFB-C46A7D5F39C5}"/>
                  </a:ext>
                </a:extLst>
              </p:cNvPr>
              <p:cNvSpPr/>
              <p:nvPr/>
            </p:nvSpPr>
            <p:spPr>
              <a:xfrm>
                <a:off x="1753779" y="7847371"/>
                <a:ext cx="37180" cy="37180"/>
              </a:xfrm>
              <a:custGeom>
                <a:avLst/>
                <a:gdLst>
                  <a:gd name="connsiteX0" fmla="*/ 37439 w 37180"/>
                  <a:gd name="connsiteY0" fmla="*/ 18751 h 37180"/>
                  <a:gd name="connsiteX1" fmla="*/ 18849 w 37180"/>
                  <a:gd name="connsiteY1" fmla="*/ 37341 h 37180"/>
                  <a:gd name="connsiteX2" fmla="*/ 259 w 37180"/>
                  <a:gd name="connsiteY2" fmla="*/ 18751 h 37180"/>
                  <a:gd name="connsiteX3" fmla="*/ 18849 w 37180"/>
                  <a:gd name="connsiteY3" fmla="*/ 160 h 37180"/>
                  <a:gd name="connsiteX4" fmla="*/ 37439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51"/>
                    </a:moveTo>
                    <a:cubicBezTo>
                      <a:pt x="37439" y="29018"/>
                      <a:pt x="29116" y="37341"/>
                      <a:pt x="18849" y="37341"/>
                    </a:cubicBezTo>
                    <a:cubicBezTo>
                      <a:pt x="8582" y="37341"/>
                      <a:pt x="259" y="29018"/>
                      <a:pt x="259" y="18751"/>
                    </a:cubicBezTo>
                    <a:cubicBezTo>
                      <a:pt x="259" y="8484"/>
                      <a:pt x="8582" y="160"/>
                      <a:pt x="18849" y="160"/>
                    </a:cubicBezTo>
                    <a:cubicBezTo>
                      <a:pt x="29116" y="160"/>
                      <a:pt x="37439" y="8484"/>
                      <a:pt x="37439" y="18751"/>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0" name="Freeform: Shape 3699">
                <a:extLst>
                  <a:ext uri="{FF2B5EF4-FFF2-40B4-BE49-F238E27FC236}">
                    <a16:creationId xmlns:a16="http://schemas.microsoft.com/office/drawing/2014/main" id="{B75ECF28-B421-0929-D0CA-AC53FE54E408}"/>
                  </a:ext>
                </a:extLst>
              </p:cNvPr>
              <p:cNvSpPr/>
              <p:nvPr/>
            </p:nvSpPr>
            <p:spPr>
              <a:xfrm>
                <a:off x="1751379" y="7844971"/>
                <a:ext cx="41981" cy="41981"/>
              </a:xfrm>
              <a:custGeom>
                <a:avLst/>
                <a:gdLst>
                  <a:gd name="connsiteX0" fmla="*/ 21249 w 41981"/>
                  <a:gd name="connsiteY0" fmla="*/ 4961 h 41981"/>
                  <a:gd name="connsiteX1" fmla="*/ 37439 w 41981"/>
                  <a:gd name="connsiteY1" fmla="*/ 21151 h 41981"/>
                  <a:gd name="connsiteX2" fmla="*/ 37439 w 41981"/>
                  <a:gd name="connsiteY2" fmla="*/ 21151 h 41981"/>
                  <a:gd name="connsiteX3" fmla="*/ 21249 w 41981"/>
                  <a:gd name="connsiteY3" fmla="*/ 37341 h 41981"/>
                  <a:gd name="connsiteX4" fmla="*/ 5059 w 41981"/>
                  <a:gd name="connsiteY4" fmla="*/ 21151 h 41981"/>
                  <a:gd name="connsiteX5" fmla="*/ 21249 w 41981"/>
                  <a:gd name="connsiteY5" fmla="*/ 4961 h 41981"/>
                  <a:gd name="connsiteX6" fmla="*/ 21249 w 41981"/>
                  <a:gd name="connsiteY6" fmla="*/ 160 h 41981"/>
                  <a:gd name="connsiteX7" fmla="*/ 259 w 41981"/>
                  <a:gd name="connsiteY7" fmla="*/ 21151 h 41981"/>
                  <a:gd name="connsiteX8" fmla="*/ 21249 w 41981"/>
                  <a:gd name="connsiteY8" fmla="*/ 42142 h 41981"/>
                  <a:gd name="connsiteX9" fmla="*/ 42240 w 41981"/>
                  <a:gd name="connsiteY9" fmla="*/ 21151 h 41981"/>
                  <a:gd name="connsiteX10" fmla="*/ 42240 w 41981"/>
                  <a:gd name="connsiteY10" fmla="*/ 21151 h 41981"/>
                  <a:gd name="connsiteX11" fmla="*/ 2124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1"/>
                    </a:moveTo>
                    <a:cubicBezTo>
                      <a:pt x="30191" y="4961"/>
                      <a:pt x="37439" y="12209"/>
                      <a:pt x="37439" y="21151"/>
                    </a:cubicBezTo>
                    <a:lnTo>
                      <a:pt x="37439" y="21151"/>
                    </a:lnTo>
                    <a:cubicBezTo>
                      <a:pt x="37439" y="30093"/>
                      <a:pt x="30191" y="37341"/>
                      <a:pt x="21249" y="37341"/>
                    </a:cubicBezTo>
                    <a:cubicBezTo>
                      <a:pt x="12307" y="37341"/>
                      <a:pt x="5059" y="30093"/>
                      <a:pt x="5059" y="21151"/>
                    </a:cubicBezTo>
                    <a:cubicBezTo>
                      <a:pt x="5059" y="12209"/>
                      <a:pt x="12307" y="4961"/>
                      <a:pt x="21249" y="4961"/>
                    </a:cubicBezTo>
                    <a:close/>
                    <a:moveTo>
                      <a:pt x="21249" y="160"/>
                    </a:moveTo>
                    <a:cubicBezTo>
                      <a:pt x="9657" y="160"/>
                      <a:pt x="259" y="9558"/>
                      <a:pt x="259" y="21151"/>
                    </a:cubicBezTo>
                    <a:cubicBezTo>
                      <a:pt x="259" y="32744"/>
                      <a:pt x="9657" y="42142"/>
                      <a:pt x="21249" y="42142"/>
                    </a:cubicBezTo>
                    <a:cubicBezTo>
                      <a:pt x="32842" y="42142"/>
                      <a:pt x="42240" y="32744"/>
                      <a:pt x="42240" y="21151"/>
                    </a:cubicBezTo>
                    <a:lnTo>
                      <a:pt x="42240" y="21151"/>
                    </a:lnTo>
                    <a:cubicBezTo>
                      <a:pt x="42240" y="9558"/>
                      <a:pt x="32842" y="160"/>
                      <a:pt x="21249"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1" name="Freeform: Shape 3700">
                <a:extLst>
                  <a:ext uri="{FF2B5EF4-FFF2-40B4-BE49-F238E27FC236}">
                    <a16:creationId xmlns:a16="http://schemas.microsoft.com/office/drawing/2014/main" id="{2B828AF0-B7CF-DB47-1F28-6327B0974084}"/>
                  </a:ext>
                </a:extLst>
              </p:cNvPr>
              <p:cNvSpPr/>
              <p:nvPr/>
            </p:nvSpPr>
            <p:spPr>
              <a:xfrm>
                <a:off x="1806379" y="7881833"/>
                <a:ext cx="37180" cy="37180"/>
              </a:xfrm>
              <a:custGeom>
                <a:avLst/>
                <a:gdLst>
                  <a:gd name="connsiteX0" fmla="*/ 37449 w 37180"/>
                  <a:gd name="connsiteY0" fmla="*/ 18757 h 37180"/>
                  <a:gd name="connsiteX1" fmla="*/ 18858 w 37180"/>
                  <a:gd name="connsiteY1" fmla="*/ 37347 h 37180"/>
                  <a:gd name="connsiteX2" fmla="*/ 268 w 37180"/>
                  <a:gd name="connsiteY2" fmla="*/ 18757 h 37180"/>
                  <a:gd name="connsiteX3" fmla="*/ 18858 w 37180"/>
                  <a:gd name="connsiteY3" fmla="*/ 166 h 37180"/>
                  <a:gd name="connsiteX4" fmla="*/ 37449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7"/>
                    </a:moveTo>
                    <a:cubicBezTo>
                      <a:pt x="37449" y="29024"/>
                      <a:pt x="29125" y="37347"/>
                      <a:pt x="18858" y="37347"/>
                    </a:cubicBezTo>
                    <a:cubicBezTo>
                      <a:pt x="8591" y="37347"/>
                      <a:pt x="268" y="29024"/>
                      <a:pt x="268" y="18757"/>
                    </a:cubicBezTo>
                    <a:cubicBezTo>
                      <a:pt x="268" y="8490"/>
                      <a:pt x="8591" y="166"/>
                      <a:pt x="18858" y="166"/>
                    </a:cubicBezTo>
                    <a:cubicBezTo>
                      <a:pt x="29125" y="166"/>
                      <a:pt x="37449" y="8490"/>
                      <a:pt x="37449" y="18757"/>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2" name="Freeform: Shape 3701">
                <a:extLst>
                  <a:ext uri="{FF2B5EF4-FFF2-40B4-BE49-F238E27FC236}">
                    <a16:creationId xmlns:a16="http://schemas.microsoft.com/office/drawing/2014/main" id="{FF1FB85B-63BA-5B35-5703-B703633FE3D0}"/>
                  </a:ext>
                </a:extLst>
              </p:cNvPr>
              <p:cNvSpPr/>
              <p:nvPr/>
            </p:nvSpPr>
            <p:spPr>
              <a:xfrm>
                <a:off x="1803979" y="7879433"/>
                <a:ext cx="41981" cy="41981"/>
              </a:xfrm>
              <a:custGeom>
                <a:avLst/>
                <a:gdLst>
                  <a:gd name="connsiteX0" fmla="*/ 21258 w 41981"/>
                  <a:gd name="connsiteY0" fmla="*/ 4967 h 41981"/>
                  <a:gd name="connsiteX1" fmla="*/ 37449 w 41981"/>
                  <a:gd name="connsiteY1" fmla="*/ 21157 h 41981"/>
                  <a:gd name="connsiteX2" fmla="*/ 37449 w 41981"/>
                  <a:gd name="connsiteY2" fmla="*/ 21157 h 41981"/>
                  <a:gd name="connsiteX3" fmla="*/ 21258 w 41981"/>
                  <a:gd name="connsiteY3" fmla="*/ 37347 h 41981"/>
                  <a:gd name="connsiteX4" fmla="*/ 5068 w 41981"/>
                  <a:gd name="connsiteY4" fmla="*/ 21157 h 41981"/>
                  <a:gd name="connsiteX5" fmla="*/ 21258 w 41981"/>
                  <a:gd name="connsiteY5" fmla="*/ 4967 h 41981"/>
                  <a:gd name="connsiteX6" fmla="*/ 21258 w 41981"/>
                  <a:gd name="connsiteY6" fmla="*/ 166 h 41981"/>
                  <a:gd name="connsiteX7" fmla="*/ 268 w 41981"/>
                  <a:gd name="connsiteY7" fmla="*/ 21157 h 41981"/>
                  <a:gd name="connsiteX8" fmla="*/ 21258 w 41981"/>
                  <a:gd name="connsiteY8" fmla="*/ 42148 h 41981"/>
                  <a:gd name="connsiteX9" fmla="*/ 42249 w 41981"/>
                  <a:gd name="connsiteY9" fmla="*/ 21157 h 41981"/>
                  <a:gd name="connsiteX10" fmla="*/ 42249 w 41981"/>
                  <a:gd name="connsiteY10" fmla="*/ 21157 h 41981"/>
                  <a:gd name="connsiteX11" fmla="*/ 21258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67"/>
                    </a:moveTo>
                    <a:cubicBezTo>
                      <a:pt x="30200" y="4967"/>
                      <a:pt x="37449" y="12215"/>
                      <a:pt x="37449" y="21157"/>
                    </a:cubicBezTo>
                    <a:lnTo>
                      <a:pt x="37449" y="21157"/>
                    </a:lnTo>
                    <a:cubicBezTo>
                      <a:pt x="37449" y="30099"/>
                      <a:pt x="30200" y="37347"/>
                      <a:pt x="21258" y="37347"/>
                    </a:cubicBezTo>
                    <a:cubicBezTo>
                      <a:pt x="12317" y="37347"/>
                      <a:pt x="5068" y="30099"/>
                      <a:pt x="5068" y="21157"/>
                    </a:cubicBezTo>
                    <a:cubicBezTo>
                      <a:pt x="5068" y="12215"/>
                      <a:pt x="12317" y="4967"/>
                      <a:pt x="21258" y="4967"/>
                    </a:cubicBezTo>
                    <a:close/>
                    <a:moveTo>
                      <a:pt x="21258" y="166"/>
                    </a:moveTo>
                    <a:cubicBezTo>
                      <a:pt x="9666" y="166"/>
                      <a:pt x="268" y="9564"/>
                      <a:pt x="268" y="21157"/>
                    </a:cubicBezTo>
                    <a:cubicBezTo>
                      <a:pt x="268" y="32750"/>
                      <a:pt x="9666" y="42148"/>
                      <a:pt x="21258" y="42148"/>
                    </a:cubicBezTo>
                    <a:cubicBezTo>
                      <a:pt x="32851" y="42148"/>
                      <a:pt x="42249" y="32750"/>
                      <a:pt x="42249" y="21157"/>
                    </a:cubicBezTo>
                    <a:lnTo>
                      <a:pt x="42249" y="21157"/>
                    </a:lnTo>
                    <a:cubicBezTo>
                      <a:pt x="42249" y="9564"/>
                      <a:pt x="32851" y="166"/>
                      <a:pt x="21258"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3" name="Freeform: Shape 3702">
                <a:extLst>
                  <a:ext uri="{FF2B5EF4-FFF2-40B4-BE49-F238E27FC236}">
                    <a16:creationId xmlns:a16="http://schemas.microsoft.com/office/drawing/2014/main" id="{70BE09B3-FF55-981B-F438-A17BDAAF3136}"/>
                  </a:ext>
                </a:extLst>
              </p:cNvPr>
              <p:cNvSpPr/>
              <p:nvPr/>
            </p:nvSpPr>
            <p:spPr>
              <a:xfrm>
                <a:off x="1899392" y="7885450"/>
                <a:ext cx="37180" cy="37180"/>
              </a:xfrm>
              <a:custGeom>
                <a:avLst/>
                <a:gdLst>
                  <a:gd name="connsiteX0" fmla="*/ 37465 w 37180"/>
                  <a:gd name="connsiteY0" fmla="*/ 18757 h 37180"/>
                  <a:gd name="connsiteX1" fmla="*/ 18874 w 37180"/>
                  <a:gd name="connsiteY1" fmla="*/ 37348 h 37180"/>
                  <a:gd name="connsiteX2" fmla="*/ 284 w 37180"/>
                  <a:gd name="connsiteY2" fmla="*/ 18757 h 37180"/>
                  <a:gd name="connsiteX3" fmla="*/ 18874 w 37180"/>
                  <a:gd name="connsiteY3" fmla="*/ 167 h 37180"/>
                  <a:gd name="connsiteX4" fmla="*/ 3746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57"/>
                    </a:moveTo>
                    <a:cubicBezTo>
                      <a:pt x="37465" y="29025"/>
                      <a:pt x="29142" y="37348"/>
                      <a:pt x="18874" y="37348"/>
                    </a:cubicBezTo>
                    <a:cubicBezTo>
                      <a:pt x="8607" y="37348"/>
                      <a:pt x="284" y="29025"/>
                      <a:pt x="284" y="18757"/>
                    </a:cubicBezTo>
                    <a:cubicBezTo>
                      <a:pt x="284" y="8490"/>
                      <a:pt x="8607" y="167"/>
                      <a:pt x="18874" y="167"/>
                    </a:cubicBezTo>
                    <a:cubicBezTo>
                      <a:pt x="29142" y="167"/>
                      <a:pt x="37465" y="8490"/>
                      <a:pt x="37465" y="18757"/>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4" name="Freeform: Shape 3703">
                <a:extLst>
                  <a:ext uri="{FF2B5EF4-FFF2-40B4-BE49-F238E27FC236}">
                    <a16:creationId xmlns:a16="http://schemas.microsoft.com/office/drawing/2014/main" id="{FEAADABE-1CE3-F09B-0301-1730281F6AC0}"/>
                  </a:ext>
                </a:extLst>
              </p:cNvPr>
              <p:cNvSpPr/>
              <p:nvPr/>
            </p:nvSpPr>
            <p:spPr>
              <a:xfrm>
                <a:off x="1896991" y="7883050"/>
                <a:ext cx="41981" cy="41981"/>
              </a:xfrm>
              <a:custGeom>
                <a:avLst/>
                <a:gdLst>
                  <a:gd name="connsiteX0" fmla="*/ 21275 w 41981"/>
                  <a:gd name="connsiteY0" fmla="*/ 4967 h 41981"/>
                  <a:gd name="connsiteX1" fmla="*/ 37465 w 41981"/>
                  <a:gd name="connsiteY1" fmla="*/ 21158 h 41981"/>
                  <a:gd name="connsiteX2" fmla="*/ 37465 w 41981"/>
                  <a:gd name="connsiteY2" fmla="*/ 21158 h 41981"/>
                  <a:gd name="connsiteX3" fmla="*/ 21275 w 41981"/>
                  <a:gd name="connsiteY3" fmla="*/ 37348 h 41981"/>
                  <a:gd name="connsiteX4" fmla="*/ 5084 w 41981"/>
                  <a:gd name="connsiteY4" fmla="*/ 21158 h 41981"/>
                  <a:gd name="connsiteX5" fmla="*/ 21275 w 41981"/>
                  <a:gd name="connsiteY5" fmla="*/ 4967 h 41981"/>
                  <a:gd name="connsiteX6" fmla="*/ 21275 w 41981"/>
                  <a:gd name="connsiteY6" fmla="*/ 167 h 41981"/>
                  <a:gd name="connsiteX7" fmla="*/ 284 w 41981"/>
                  <a:gd name="connsiteY7" fmla="*/ 21158 h 41981"/>
                  <a:gd name="connsiteX8" fmla="*/ 21275 w 41981"/>
                  <a:gd name="connsiteY8" fmla="*/ 42148 h 41981"/>
                  <a:gd name="connsiteX9" fmla="*/ 42265 w 41981"/>
                  <a:gd name="connsiteY9" fmla="*/ 21158 h 41981"/>
                  <a:gd name="connsiteX10" fmla="*/ 42265 w 41981"/>
                  <a:gd name="connsiteY10" fmla="*/ 21158 h 41981"/>
                  <a:gd name="connsiteX11" fmla="*/ 21275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67"/>
                    </a:moveTo>
                    <a:cubicBezTo>
                      <a:pt x="30216" y="4967"/>
                      <a:pt x="37465" y="12216"/>
                      <a:pt x="37465" y="21158"/>
                    </a:cubicBezTo>
                    <a:lnTo>
                      <a:pt x="37465" y="21158"/>
                    </a:lnTo>
                    <a:cubicBezTo>
                      <a:pt x="37465" y="30099"/>
                      <a:pt x="30216" y="37348"/>
                      <a:pt x="21275" y="37348"/>
                    </a:cubicBezTo>
                    <a:cubicBezTo>
                      <a:pt x="12333" y="37348"/>
                      <a:pt x="5084" y="30099"/>
                      <a:pt x="5084" y="21158"/>
                    </a:cubicBezTo>
                    <a:cubicBezTo>
                      <a:pt x="5084" y="12216"/>
                      <a:pt x="12333" y="4967"/>
                      <a:pt x="21275" y="4967"/>
                    </a:cubicBezTo>
                    <a:close/>
                    <a:moveTo>
                      <a:pt x="21275" y="167"/>
                    </a:moveTo>
                    <a:cubicBezTo>
                      <a:pt x="9682" y="167"/>
                      <a:pt x="284" y="9565"/>
                      <a:pt x="284" y="21158"/>
                    </a:cubicBezTo>
                    <a:cubicBezTo>
                      <a:pt x="284" y="32750"/>
                      <a:pt x="9682" y="42148"/>
                      <a:pt x="21275" y="42148"/>
                    </a:cubicBezTo>
                    <a:cubicBezTo>
                      <a:pt x="32867" y="42148"/>
                      <a:pt x="42265" y="32750"/>
                      <a:pt x="42265" y="21158"/>
                    </a:cubicBezTo>
                    <a:lnTo>
                      <a:pt x="42265" y="21158"/>
                    </a:lnTo>
                    <a:cubicBezTo>
                      <a:pt x="42265" y="9565"/>
                      <a:pt x="32867" y="167"/>
                      <a:pt x="21275"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5" name="Freeform: Shape 3704">
                <a:extLst>
                  <a:ext uri="{FF2B5EF4-FFF2-40B4-BE49-F238E27FC236}">
                    <a16:creationId xmlns:a16="http://schemas.microsoft.com/office/drawing/2014/main" id="{0B88BA1A-AF91-927D-0C4C-1ECFDDFF8C9E}"/>
                  </a:ext>
                </a:extLst>
              </p:cNvPr>
              <p:cNvSpPr/>
              <p:nvPr/>
            </p:nvSpPr>
            <p:spPr>
              <a:xfrm>
                <a:off x="1888782" y="7805386"/>
                <a:ext cx="37180" cy="37180"/>
              </a:xfrm>
              <a:custGeom>
                <a:avLst/>
                <a:gdLst>
                  <a:gd name="connsiteX0" fmla="*/ 37463 w 37180"/>
                  <a:gd name="connsiteY0" fmla="*/ 18743 h 37180"/>
                  <a:gd name="connsiteX1" fmla="*/ 18873 w 37180"/>
                  <a:gd name="connsiteY1" fmla="*/ 37334 h 37180"/>
                  <a:gd name="connsiteX2" fmla="*/ 282 w 37180"/>
                  <a:gd name="connsiteY2" fmla="*/ 18743 h 37180"/>
                  <a:gd name="connsiteX3" fmla="*/ 18873 w 37180"/>
                  <a:gd name="connsiteY3" fmla="*/ 153 h 37180"/>
                  <a:gd name="connsiteX4" fmla="*/ 37463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43"/>
                    </a:moveTo>
                    <a:cubicBezTo>
                      <a:pt x="37463" y="29011"/>
                      <a:pt x="29140" y="37334"/>
                      <a:pt x="18873" y="37334"/>
                    </a:cubicBezTo>
                    <a:cubicBezTo>
                      <a:pt x="8605" y="37334"/>
                      <a:pt x="282" y="29011"/>
                      <a:pt x="282" y="18743"/>
                    </a:cubicBezTo>
                    <a:cubicBezTo>
                      <a:pt x="282" y="8476"/>
                      <a:pt x="8605" y="153"/>
                      <a:pt x="18873" y="153"/>
                    </a:cubicBezTo>
                    <a:cubicBezTo>
                      <a:pt x="29140" y="153"/>
                      <a:pt x="37463" y="8476"/>
                      <a:pt x="37463" y="18743"/>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6" name="Freeform: Shape 3705">
                <a:extLst>
                  <a:ext uri="{FF2B5EF4-FFF2-40B4-BE49-F238E27FC236}">
                    <a16:creationId xmlns:a16="http://schemas.microsoft.com/office/drawing/2014/main" id="{EDD020AD-B6E2-3671-4A87-4C2BD3578237}"/>
                  </a:ext>
                </a:extLst>
              </p:cNvPr>
              <p:cNvSpPr/>
              <p:nvPr/>
            </p:nvSpPr>
            <p:spPr>
              <a:xfrm>
                <a:off x="1886381" y="7802986"/>
                <a:ext cx="41981" cy="41981"/>
              </a:xfrm>
              <a:custGeom>
                <a:avLst/>
                <a:gdLst>
                  <a:gd name="connsiteX0" fmla="*/ 21273 w 41981"/>
                  <a:gd name="connsiteY0" fmla="*/ 4953 h 41981"/>
                  <a:gd name="connsiteX1" fmla="*/ 37463 w 41981"/>
                  <a:gd name="connsiteY1" fmla="*/ 21144 h 41981"/>
                  <a:gd name="connsiteX2" fmla="*/ 37463 w 41981"/>
                  <a:gd name="connsiteY2" fmla="*/ 21144 h 41981"/>
                  <a:gd name="connsiteX3" fmla="*/ 21273 w 41981"/>
                  <a:gd name="connsiteY3" fmla="*/ 37334 h 41981"/>
                  <a:gd name="connsiteX4" fmla="*/ 5082 w 41981"/>
                  <a:gd name="connsiteY4" fmla="*/ 21144 h 41981"/>
                  <a:gd name="connsiteX5" fmla="*/ 21273 w 41981"/>
                  <a:gd name="connsiteY5" fmla="*/ 4953 h 41981"/>
                  <a:gd name="connsiteX6" fmla="*/ 21273 w 41981"/>
                  <a:gd name="connsiteY6" fmla="*/ 153 h 41981"/>
                  <a:gd name="connsiteX7" fmla="*/ 282 w 41981"/>
                  <a:gd name="connsiteY7" fmla="*/ 21144 h 41981"/>
                  <a:gd name="connsiteX8" fmla="*/ 21273 w 41981"/>
                  <a:gd name="connsiteY8" fmla="*/ 42134 h 41981"/>
                  <a:gd name="connsiteX9" fmla="*/ 42263 w 41981"/>
                  <a:gd name="connsiteY9" fmla="*/ 21144 h 41981"/>
                  <a:gd name="connsiteX10" fmla="*/ 42263 w 41981"/>
                  <a:gd name="connsiteY10" fmla="*/ 21144 h 41981"/>
                  <a:gd name="connsiteX11" fmla="*/ 21273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53"/>
                    </a:moveTo>
                    <a:cubicBezTo>
                      <a:pt x="30215" y="4953"/>
                      <a:pt x="37463" y="12202"/>
                      <a:pt x="37463" y="21144"/>
                    </a:cubicBezTo>
                    <a:lnTo>
                      <a:pt x="37463" y="21144"/>
                    </a:lnTo>
                    <a:cubicBezTo>
                      <a:pt x="37463" y="30086"/>
                      <a:pt x="30215" y="37334"/>
                      <a:pt x="21273" y="37334"/>
                    </a:cubicBezTo>
                    <a:cubicBezTo>
                      <a:pt x="12331" y="37334"/>
                      <a:pt x="5082" y="30086"/>
                      <a:pt x="5082" y="21144"/>
                    </a:cubicBezTo>
                    <a:cubicBezTo>
                      <a:pt x="5082" y="12202"/>
                      <a:pt x="12331" y="4953"/>
                      <a:pt x="21273" y="4953"/>
                    </a:cubicBezTo>
                    <a:close/>
                    <a:moveTo>
                      <a:pt x="21273" y="153"/>
                    </a:moveTo>
                    <a:cubicBezTo>
                      <a:pt x="9680" y="153"/>
                      <a:pt x="282" y="9551"/>
                      <a:pt x="282" y="21144"/>
                    </a:cubicBezTo>
                    <a:cubicBezTo>
                      <a:pt x="282" y="32736"/>
                      <a:pt x="9680" y="42134"/>
                      <a:pt x="21273" y="42134"/>
                    </a:cubicBezTo>
                    <a:cubicBezTo>
                      <a:pt x="32865" y="42134"/>
                      <a:pt x="42263" y="32736"/>
                      <a:pt x="42263" y="21144"/>
                    </a:cubicBezTo>
                    <a:lnTo>
                      <a:pt x="42263" y="21144"/>
                    </a:lnTo>
                    <a:cubicBezTo>
                      <a:pt x="42263" y="9551"/>
                      <a:pt x="32865" y="153"/>
                      <a:pt x="21273"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7" name="Freeform: Shape 3706">
                <a:extLst>
                  <a:ext uri="{FF2B5EF4-FFF2-40B4-BE49-F238E27FC236}">
                    <a16:creationId xmlns:a16="http://schemas.microsoft.com/office/drawing/2014/main" id="{942D6E7D-CB14-E7D7-0AB1-C05C11AD4D86}"/>
                  </a:ext>
                </a:extLst>
              </p:cNvPr>
              <p:cNvSpPr/>
              <p:nvPr/>
            </p:nvSpPr>
            <p:spPr>
              <a:xfrm>
                <a:off x="1810590" y="7885036"/>
                <a:ext cx="37180" cy="37180"/>
              </a:xfrm>
              <a:custGeom>
                <a:avLst/>
                <a:gdLst>
                  <a:gd name="connsiteX0" fmla="*/ 37449 w 37180"/>
                  <a:gd name="connsiteY0" fmla="*/ 18757 h 37180"/>
                  <a:gd name="connsiteX1" fmla="*/ 18859 w 37180"/>
                  <a:gd name="connsiteY1" fmla="*/ 37348 h 37180"/>
                  <a:gd name="connsiteX2" fmla="*/ 269 w 37180"/>
                  <a:gd name="connsiteY2" fmla="*/ 18757 h 37180"/>
                  <a:gd name="connsiteX3" fmla="*/ 18859 w 37180"/>
                  <a:gd name="connsiteY3" fmla="*/ 167 h 37180"/>
                  <a:gd name="connsiteX4" fmla="*/ 37449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7"/>
                    </a:moveTo>
                    <a:cubicBezTo>
                      <a:pt x="37449" y="29025"/>
                      <a:pt x="29126" y="37348"/>
                      <a:pt x="18859" y="37348"/>
                    </a:cubicBezTo>
                    <a:cubicBezTo>
                      <a:pt x="8592" y="37348"/>
                      <a:pt x="269" y="29025"/>
                      <a:pt x="269" y="18757"/>
                    </a:cubicBezTo>
                    <a:cubicBezTo>
                      <a:pt x="269" y="8490"/>
                      <a:pt x="8592" y="167"/>
                      <a:pt x="18859" y="167"/>
                    </a:cubicBezTo>
                    <a:cubicBezTo>
                      <a:pt x="29126" y="167"/>
                      <a:pt x="37449" y="8490"/>
                      <a:pt x="37449" y="18757"/>
                    </a:cubicBezTo>
                    <a:close/>
                  </a:path>
                </a:pathLst>
              </a:custGeom>
              <a:solidFill>
                <a:srgbClr val="EBF7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8" name="Freeform: Shape 3707">
                <a:extLst>
                  <a:ext uri="{FF2B5EF4-FFF2-40B4-BE49-F238E27FC236}">
                    <a16:creationId xmlns:a16="http://schemas.microsoft.com/office/drawing/2014/main" id="{0E25EE24-64CD-90C5-8F8F-3F7EAB06CD00}"/>
                  </a:ext>
                </a:extLst>
              </p:cNvPr>
              <p:cNvSpPr/>
              <p:nvPr/>
            </p:nvSpPr>
            <p:spPr>
              <a:xfrm>
                <a:off x="1808189" y="7882636"/>
                <a:ext cx="41981" cy="41981"/>
              </a:xfrm>
              <a:custGeom>
                <a:avLst/>
                <a:gdLst>
                  <a:gd name="connsiteX0" fmla="*/ 21259 w 41981"/>
                  <a:gd name="connsiteY0" fmla="*/ 4967 h 41981"/>
                  <a:gd name="connsiteX1" fmla="*/ 37449 w 41981"/>
                  <a:gd name="connsiteY1" fmla="*/ 21158 h 41981"/>
                  <a:gd name="connsiteX2" fmla="*/ 37449 w 41981"/>
                  <a:gd name="connsiteY2" fmla="*/ 21158 h 41981"/>
                  <a:gd name="connsiteX3" fmla="*/ 21259 w 41981"/>
                  <a:gd name="connsiteY3" fmla="*/ 37348 h 41981"/>
                  <a:gd name="connsiteX4" fmla="*/ 5069 w 41981"/>
                  <a:gd name="connsiteY4" fmla="*/ 21158 h 41981"/>
                  <a:gd name="connsiteX5" fmla="*/ 21259 w 41981"/>
                  <a:gd name="connsiteY5" fmla="*/ 4967 h 41981"/>
                  <a:gd name="connsiteX6" fmla="*/ 21259 w 41981"/>
                  <a:gd name="connsiteY6" fmla="*/ 167 h 41981"/>
                  <a:gd name="connsiteX7" fmla="*/ 269 w 41981"/>
                  <a:gd name="connsiteY7" fmla="*/ 21158 h 41981"/>
                  <a:gd name="connsiteX8" fmla="*/ 21259 w 41981"/>
                  <a:gd name="connsiteY8" fmla="*/ 42148 h 41981"/>
                  <a:gd name="connsiteX9" fmla="*/ 42250 w 41981"/>
                  <a:gd name="connsiteY9" fmla="*/ 21158 h 41981"/>
                  <a:gd name="connsiteX10" fmla="*/ 42250 w 41981"/>
                  <a:gd name="connsiteY10" fmla="*/ 21158 h 41981"/>
                  <a:gd name="connsiteX11" fmla="*/ 21259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7"/>
                    </a:moveTo>
                    <a:cubicBezTo>
                      <a:pt x="30201" y="4967"/>
                      <a:pt x="37449" y="12216"/>
                      <a:pt x="37449" y="21158"/>
                    </a:cubicBezTo>
                    <a:lnTo>
                      <a:pt x="37449" y="21158"/>
                    </a:lnTo>
                    <a:cubicBezTo>
                      <a:pt x="37449" y="30099"/>
                      <a:pt x="30201" y="37348"/>
                      <a:pt x="21259" y="37348"/>
                    </a:cubicBezTo>
                    <a:cubicBezTo>
                      <a:pt x="12317" y="37348"/>
                      <a:pt x="5069" y="30099"/>
                      <a:pt x="5069" y="21158"/>
                    </a:cubicBezTo>
                    <a:cubicBezTo>
                      <a:pt x="5069" y="12216"/>
                      <a:pt x="12317" y="4967"/>
                      <a:pt x="21259" y="4967"/>
                    </a:cubicBezTo>
                    <a:close/>
                    <a:moveTo>
                      <a:pt x="21259" y="167"/>
                    </a:moveTo>
                    <a:cubicBezTo>
                      <a:pt x="9667" y="167"/>
                      <a:pt x="269" y="9565"/>
                      <a:pt x="269" y="21158"/>
                    </a:cubicBezTo>
                    <a:cubicBezTo>
                      <a:pt x="269" y="32750"/>
                      <a:pt x="9667" y="42148"/>
                      <a:pt x="21259" y="42148"/>
                    </a:cubicBezTo>
                    <a:cubicBezTo>
                      <a:pt x="32852" y="42148"/>
                      <a:pt x="42250" y="32750"/>
                      <a:pt x="42250" y="21158"/>
                    </a:cubicBezTo>
                    <a:lnTo>
                      <a:pt x="42250" y="21158"/>
                    </a:lnTo>
                    <a:cubicBezTo>
                      <a:pt x="42250" y="9565"/>
                      <a:pt x="32852" y="167"/>
                      <a:pt x="21259"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09" name="Freeform: Shape 3708">
                <a:extLst>
                  <a:ext uri="{FF2B5EF4-FFF2-40B4-BE49-F238E27FC236}">
                    <a16:creationId xmlns:a16="http://schemas.microsoft.com/office/drawing/2014/main" id="{AD472BB9-66A9-65B2-4EDA-DA792233B632}"/>
                  </a:ext>
                </a:extLst>
              </p:cNvPr>
              <p:cNvSpPr/>
              <p:nvPr/>
            </p:nvSpPr>
            <p:spPr>
              <a:xfrm>
                <a:off x="1781479" y="7997079"/>
                <a:ext cx="37180" cy="37180"/>
              </a:xfrm>
              <a:custGeom>
                <a:avLst/>
                <a:gdLst>
                  <a:gd name="connsiteX0" fmla="*/ 37444 w 37180"/>
                  <a:gd name="connsiteY0" fmla="*/ 18777 h 37180"/>
                  <a:gd name="connsiteX1" fmla="*/ 18854 w 37180"/>
                  <a:gd name="connsiteY1" fmla="*/ 37367 h 37180"/>
                  <a:gd name="connsiteX2" fmla="*/ 263 w 37180"/>
                  <a:gd name="connsiteY2" fmla="*/ 18777 h 37180"/>
                  <a:gd name="connsiteX3" fmla="*/ 18854 w 37180"/>
                  <a:gd name="connsiteY3" fmla="*/ 186 h 37180"/>
                  <a:gd name="connsiteX4" fmla="*/ 37444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7"/>
                    </a:moveTo>
                    <a:cubicBezTo>
                      <a:pt x="37444" y="29044"/>
                      <a:pt x="29121" y="37367"/>
                      <a:pt x="18854" y="37367"/>
                    </a:cubicBezTo>
                    <a:cubicBezTo>
                      <a:pt x="8587" y="37367"/>
                      <a:pt x="263" y="29044"/>
                      <a:pt x="263" y="18777"/>
                    </a:cubicBezTo>
                    <a:cubicBezTo>
                      <a:pt x="263" y="8510"/>
                      <a:pt x="8587" y="186"/>
                      <a:pt x="18854" y="186"/>
                    </a:cubicBezTo>
                    <a:cubicBezTo>
                      <a:pt x="29121" y="186"/>
                      <a:pt x="37444" y="8510"/>
                      <a:pt x="37444" y="18777"/>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0" name="Freeform: Shape 3709">
                <a:extLst>
                  <a:ext uri="{FF2B5EF4-FFF2-40B4-BE49-F238E27FC236}">
                    <a16:creationId xmlns:a16="http://schemas.microsoft.com/office/drawing/2014/main" id="{43C68C41-B087-2BAD-415B-5BA2B4DDB0C3}"/>
                  </a:ext>
                </a:extLst>
              </p:cNvPr>
              <p:cNvSpPr/>
              <p:nvPr/>
            </p:nvSpPr>
            <p:spPr>
              <a:xfrm>
                <a:off x="1779078" y="7994679"/>
                <a:ext cx="41981" cy="41981"/>
              </a:xfrm>
              <a:custGeom>
                <a:avLst/>
                <a:gdLst>
                  <a:gd name="connsiteX0" fmla="*/ 21254 w 41981"/>
                  <a:gd name="connsiteY0" fmla="*/ 4987 h 41981"/>
                  <a:gd name="connsiteX1" fmla="*/ 37444 w 41981"/>
                  <a:gd name="connsiteY1" fmla="*/ 21177 h 41981"/>
                  <a:gd name="connsiteX2" fmla="*/ 37444 w 41981"/>
                  <a:gd name="connsiteY2" fmla="*/ 21177 h 41981"/>
                  <a:gd name="connsiteX3" fmla="*/ 21254 w 41981"/>
                  <a:gd name="connsiteY3" fmla="*/ 37367 h 41981"/>
                  <a:gd name="connsiteX4" fmla="*/ 5064 w 41981"/>
                  <a:gd name="connsiteY4" fmla="*/ 21177 h 41981"/>
                  <a:gd name="connsiteX5" fmla="*/ 21254 w 41981"/>
                  <a:gd name="connsiteY5" fmla="*/ 4987 h 41981"/>
                  <a:gd name="connsiteX6" fmla="*/ 21254 w 41981"/>
                  <a:gd name="connsiteY6" fmla="*/ 186 h 41981"/>
                  <a:gd name="connsiteX7" fmla="*/ 263 w 41981"/>
                  <a:gd name="connsiteY7" fmla="*/ 21177 h 41981"/>
                  <a:gd name="connsiteX8" fmla="*/ 21254 w 41981"/>
                  <a:gd name="connsiteY8" fmla="*/ 42168 h 41981"/>
                  <a:gd name="connsiteX9" fmla="*/ 42245 w 41981"/>
                  <a:gd name="connsiteY9" fmla="*/ 21177 h 41981"/>
                  <a:gd name="connsiteX10" fmla="*/ 42245 w 41981"/>
                  <a:gd name="connsiteY10" fmla="*/ 21177 h 41981"/>
                  <a:gd name="connsiteX11" fmla="*/ 21254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7"/>
                    </a:moveTo>
                    <a:cubicBezTo>
                      <a:pt x="30196" y="4987"/>
                      <a:pt x="37444" y="12235"/>
                      <a:pt x="37444" y="21177"/>
                    </a:cubicBezTo>
                    <a:lnTo>
                      <a:pt x="37444" y="21177"/>
                    </a:lnTo>
                    <a:cubicBezTo>
                      <a:pt x="37444" y="30119"/>
                      <a:pt x="30196" y="37367"/>
                      <a:pt x="21254" y="37367"/>
                    </a:cubicBezTo>
                    <a:cubicBezTo>
                      <a:pt x="12312" y="37367"/>
                      <a:pt x="5064" y="30119"/>
                      <a:pt x="5064" y="21177"/>
                    </a:cubicBezTo>
                    <a:cubicBezTo>
                      <a:pt x="5064" y="12235"/>
                      <a:pt x="12312" y="4987"/>
                      <a:pt x="21254" y="4987"/>
                    </a:cubicBezTo>
                    <a:close/>
                    <a:moveTo>
                      <a:pt x="21254" y="186"/>
                    </a:moveTo>
                    <a:cubicBezTo>
                      <a:pt x="9661" y="186"/>
                      <a:pt x="263" y="9584"/>
                      <a:pt x="263" y="21177"/>
                    </a:cubicBezTo>
                    <a:cubicBezTo>
                      <a:pt x="263" y="32770"/>
                      <a:pt x="9661" y="42168"/>
                      <a:pt x="21254" y="42168"/>
                    </a:cubicBezTo>
                    <a:cubicBezTo>
                      <a:pt x="32847" y="42168"/>
                      <a:pt x="42245" y="32770"/>
                      <a:pt x="42245" y="21177"/>
                    </a:cubicBezTo>
                    <a:lnTo>
                      <a:pt x="42245" y="21177"/>
                    </a:lnTo>
                    <a:cubicBezTo>
                      <a:pt x="42245" y="9584"/>
                      <a:pt x="32847" y="186"/>
                      <a:pt x="21254"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1" name="Freeform: Shape 3710">
                <a:extLst>
                  <a:ext uri="{FF2B5EF4-FFF2-40B4-BE49-F238E27FC236}">
                    <a16:creationId xmlns:a16="http://schemas.microsoft.com/office/drawing/2014/main" id="{F13C1290-6647-FCCC-340B-9BFB7D148278}"/>
                  </a:ext>
                </a:extLst>
              </p:cNvPr>
              <p:cNvSpPr/>
              <p:nvPr/>
            </p:nvSpPr>
            <p:spPr>
              <a:xfrm>
                <a:off x="1792440" y="7859542"/>
                <a:ext cx="37180" cy="37180"/>
              </a:xfrm>
              <a:custGeom>
                <a:avLst/>
                <a:gdLst>
                  <a:gd name="connsiteX0" fmla="*/ 37446 w 37180"/>
                  <a:gd name="connsiteY0" fmla="*/ 18753 h 37180"/>
                  <a:gd name="connsiteX1" fmla="*/ 18856 w 37180"/>
                  <a:gd name="connsiteY1" fmla="*/ 37343 h 37180"/>
                  <a:gd name="connsiteX2" fmla="*/ 265 w 37180"/>
                  <a:gd name="connsiteY2" fmla="*/ 18753 h 37180"/>
                  <a:gd name="connsiteX3" fmla="*/ 18856 w 37180"/>
                  <a:gd name="connsiteY3" fmla="*/ 162 h 37180"/>
                  <a:gd name="connsiteX4" fmla="*/ 37446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3"/>
                    </a:moveTo>
                    <a:cubicBezTo>
                      <a:pt x="37446" y="29020"/>
                      <a:pt x="29123" y="37343"/>
                      <a:pt x="18856" y="37343"/>
                    </a:cubicBezTo>
                    <a:cubicBezTo>
                      <a:pt x="8589" y="37343"/>
                      <a:pt x="265" y="29020"/>
                      <a:pt x="265" y="18753"/>
                    </a:cubicBezTo>
                    <a:cubicBezTo>
                      <a:pt x="265" y="8486"/>
                      <a:pt x="8589" y="162"/>
                      <a:pt x="18856" y="162"/>
                    </a:cubicBezTo>
                    <a:cubicBezTo>
                      <a:pt x="29123" y="162"/>
                      <a:pt x="37446" y="8486"/>
                      <a:pt x="37446" y="18753"/>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2" name="Freeform: Shape 3711">
                <a:extLst>
                  <a:ext uri="{FF2B5EF4-FFF2-40B4-BE49-F238E27FC236}">
                    <a16:creationId xmlns:a16="http://schemas.microsoft.com/office/drawing/2014/main" id="{23B6780F-EBC1-75AC-4A79-06963F7120D9}"/>
                  </a:ext>
                </a:extLst>
              </p:cNvPr>
              <p:cNvSpPr/>
              <p:nvPr/>
            </p:nvSpPr>
            <p:spPr>
              <a:xfrm>
                <a:off x="1790040" y="7857142"/>
                <a:ext cx="41981" cy="41981"/>
              </a:xfrm>
              <a:custGeom>
                <a:avLst/>
                <a:gdLst>
                  <a:gd name="connsiteX0" fmla="*/ 21256 w 41981"/>
                  <a:gd name="connsiteY0" fmla="*/ 4963 h 41981"/>
                  <a:gd name="connsiteX1" fmla="*/ 37446 w 41981"/>
                  <a:gd name="connsiteY1" fmla="*/ 21153 h 41981"/>
                  <a:gd name="connsiteX2" fmla="*/ 37446 w 41981"/>
                  <a:gd name="connsiteY2" fmla="*/ 21153 h 41981"/>
                  <a:gd name="connsiteX3" fmla="*/ 21256 w 41981"/>
                  <a:gd name="connsiteY3" fmla="*/ 37343 h 41981"/>
                  <a:gd name="connsiteX4" fmla="*/ 5066 w 41981"/>
                  <a:gd name="connsiteY4" fmla="*/ 21153 h 41981"/>
                  <a:gd name="connsiteX5" fmla="*/ 21256 w 41981"/>
                  <a:gd name="connsiteY5" fmla="*/ 4963 h 41981"/>
                  <a:gd name="connsiteX6" fmla="*/ 21256 w 41981"/>
                  <a:gd name="connsiteY6" fmla="*/ 162 h 41981"/>
                  <a:gd name="connsiteX7" fmla="*/ 265 w 41981"/>
                  <a:gd name="connsiteY7" fmla="*/ 21153 h 41981"/>
                  <a:gd name="connsiteX8" fmla="*/ 21256 w 41981"/>
                  <a:gd name="connsiteY8" fmla="*/ 42144 h 41981"/>
                  <a:gd name="connsiteX9" fmla="*/ 42247 w 41981"/>
                  <a:gd name="connsiteY9" fmla="*/ 21153 h 41981"/>
                  <a:gd name="connsiteX10" fmla="*/ 42247 w 41981"/>
                  <a:gd name="connsiteY10" fmla="*/ 21153 h 41981"/>
                  <a:gd name="connsiteX11" fmla="*/ 21256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3"/>
                    </a:moveTo>
                    <a:cubicBezTo>
                      <a:pt x="30198" y="4963"/>
                      <a:pt x="37446" y="12211"/>
                      <a:pt x="37446" y="21153"/>
                    </a:cubicBezTo>
                    <a:lnTo>
                      <a:pt x="37446" y="21153"/>
                    </a:lnTo>
                    <a:cubicBezTo>
                      <a:pt x="37446" y="30095"/>
                      <a:pt x="30198" y="37343"/>
                      <a:pt x="21256" y="37343"/>
                    </a:cubicBezTo>
                    <a:cubicBezTo>
                      <a:pt x="12314" y="37343"/>
                      <a:pt x="5066" y="30095"/>
                      <a:pt x="5066" y="21153"/>
                    </a:cubicBezTo>
                    <a:cubicBezTo>
                      <a:pt x="5066" y="12211"/>
                      <a:pt x="12314" y="4963"/>
                      <a:pt x="21256" y="4963"/>
                    </a:cubicBezTo>
                    <a:close/>
                    <a:moveTo>
                      <a:pt x="21256" y="162"/>
                    </a:moveTo>
                    <a:cubicBezTo>
                      <a:pt x="9663" y="162"/>
                      <a:pt x="265" y="9561"/>
                      <a:pt x="265" y="21153"/>
                    </a:cubicBezTo>
                    <a:cubicBezTo>
                      <a:pt x="265" y="32746"/>
                      <a:pt x="9663" y="42144"/>
                      <a:pt x="21256" y="42144"/>
                    </a:cubicBezTo>
                    <a:cubicBezTo>
                      <a:pt x="32849" y="42144"/>
                      <a:pt x="42247" y="32746"/>
                      <a:pt x="42247" y="21153"/>
                    </a:cubicBezTo>
                    <a:lnTo>
                      <a:pt x="42247" y="21153"/>
                    </a:lnTo>
                    <a:cubicBezTo>
                      <a:pt x="42247" y="9561"/>
                      <a:pt x="32849" y="162"/>
                      <a:pt x="21256"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3" name="Freeform: Shape 3712">
                <a:extLst>
                  <a:ext uri="{FF2B5EF4-FFF2-40B4-BE49-F238E27FC236}">
                    <a16:creationId xmlns:a16="http://schemas.microsoft.com/office/drawing/2014/main" id="{8D12BEAD-DFEB-294C-F7EF-A970C37811EB}"/>
                  </a:ext>
                </a:extLst>
              </p:cNvPr>
              <p:cNvSpPr/>
              <p:nvPr/>
            </p:nvSpPr>
            <p:spPr>
              <a:xfrm>
                <a:off x="1844245" y="7881148"/>
                <a:ext cx="37180" cy="37180"/>
              </a:xfrm>
              <a:custGeom>
                <a:avLst/>
                <a:gdLst>
                  <a:gd name="connsiteX0" fmla="*/ 37455 w 37180"/>
                  <a:gd name="connsiteY0" fmla="*/ 18757 h 37180"/>
                  <a:gd name="connsiteX1" fmla="*/ 18865 w 37180"/>
                  <a:gd name="connsiteY1" fmla="*/ 37347 h 37180"/>
                  <a:gd name="connsiteX2" fmla="*/ 274 w 37180"/>
                  <a:gd name="connsiteY2" fmla="*/ 18757 h 37180"/>
                  <a:gd name="connsiteX3" fmla="*/ 18865 w 37180"/>
                  <a:gd name="connsiteY3" fmla="*/ 166 h 37180"/>
                  <a:gd name="connsiteX4" fmla="*/ 3745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7"/>
                    </a:moveTo>
                    <a:cubicBezTo>
                      <a:pt x="37455" y="29024"/>
                      <a:pt x="29132" y="37347"/>
                      <a:pt x="18865" y="37347"/>
                    </a:cubicBezTo>
                    <a:cubicBezTo>
                      <a:pt x="8598" y="37347"/>
                      <a:pt x="274" y="29024"/>
                      <a:pt x="274" y="18757"/>
                    </a:cubicBezTo>
                    <a:cubicBezTo>
                      <a:pt x="274" y="8489"/>
                      <a:pt x="8598" y="166"/>
                      <a:pt x="18865" y="166"/>
                    </a:cubicBezTo>
                    <a:cubicBezTo>
                      <a:pt x="29132" y="166"/>
                      <a:pt x="37455" y="8489"/>
                      <a:pt x="37455" y="18757"/>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4" name="Freeform: Shape 3713">
                <a:extLst>
                  <a:ext uri="{FF2B5EF4-FFF2-40B4-BE49-F238E27FC236}">
                    <a16:creationId xmlns:a16="http://schemas.microsoft.com/office/drawing/2014/main" id="{E525002D-385A-D587-CA3F-ADF0358F0624}"/>
                  </a:ext>
                </a:extLst>
              </p:cNvPr>
              <p:cNvSpPr/>
              <p:nvPr/>
            </p:nvSpPr>
            <p:spPr>
              <a:xfrm>
                <a:off x="1841845" y="7878748"/>
                <a:ext cx="41981" cy="41981"/>
              </a:xfrm>
              <a:custGeom>
                <a:avLst/>
                <a:gdLst>
                  <a:gd name="connsiteX0" fmla="*/ 21265 w 41981"/>
                  <a:gd name="connsiteY0" fmla="*/ 4967 h 41981"/>
                  <a:gd name="connsiteX1" fmla="*/ 37455 w 41981"/>
                  <a:gd name="connsiteY1" fmla="*/ 21157 h 41981"/>
                  <a:gd name="connsiteX2" fmla="*/ 37455 w 41981"/>
                  <a:gd name="connsiteY2" fmla="*/ 21157 h 41981"/>
                  <a:gd name="connsiteX3" fmla="*/ 21265 w 41981"/>
                  <a:gd name="connsiteY3" fmla="*/ 37347 h 41981"/>
                  <a:gd name="connsiteX4" fmla="*/ 5075 w 41981"/>
                  <a:gd name="connsiteY4" fmla="*/ 21157 h 41981"/>
                  <a:gd name="connsiteX5" fmla="*/ 21265 w 41981"/>
                  <a:gd name="connsiteY5" fmla="*/ 4967 h 41981"/>
                  <a:gd name="connsiteX6" fmla="*/ 21265 w 41981"/>
                  <a:gd name="connsiteY6" fmla="*/ 166 h 41981"/>
                  <a:gd name="connsiteX7" fmla="*/ 274 w 41981"/>
                  <a:gd name="connsiteY7" fmla="*/ 21157 h 41981"/>
                  <a:gd name="connsiteX8" fmla="*/ 21265 w 41981"/>
                  <a:gd name="connsiteY8" fmla="*/ 42147 h 41981"/>
                  <a:gd name="connsiteX9" fmla="*/ 42256 w 41981"/>
                  <a:gd name="connsiteY9" fmla="*/ 21157 h 41981"/>
                  <a:gd name="connsiteX10" fmla="*/ 42256 w 41981"/>
                  <a:gd name="connsiteY10" fmla="*/ 21157 h 41981"/>
                  <a:gd name="connsiteX11" fmla="*/ 21265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7"/>
                    </a:moveTo>
                    <a:cubicBezTo>
                      <a:pt x="30207" y="4967"/>
                      <a:pt x="37455" y="12215"/>
                      <a:pt x="37455" y="21157"/>
                    </a:cubicBezTo>
                    <a:lnTo>
                      <a:pt x="37455" y="21157"/>
                    </a:lnTo>
                    <a:cubicBezTo>
                      <a:pt x="37455" y="30099"/>
                      <a:pt x="30207" y="37347"/>
                      <a:pt x="21265" y="37347"/>
                    </a:cubicBezTo>
                    <a:cubicBezTo>
                      <a:pt x="12323" y="37347"/>
                      <a:pt x="5075" y="30099"/>
                      <a:pt x="5075" y="21157"/>
                    </a:cubicBezTo>
                    <a:cubicBezTo>
                      <a:pt x="5075" y="12215"/>
                      <a:pt x="12323" y="4967"/>
                      <a:pt x="21265" y="4967"/>
                    </a:cubicBezTo>
                    <a:close/>
                    <a:moveTo>
                      <a:pt x="21265" y="166"/>
                    </a:moveTo>
                    <a:cubicBezTo>
                      <a:pt x="9672" y="166"/>
                      <a:pt x="274" y="9564"/>
                      <a:pt x="274" y="21157"/>
                    </a:cubicBezTo>
                    <a:cubicBezTo>
                      <a:pt x="274" y="32749"/>
                      <a:pt x="9672" y="42147"/>
                      <a:pt x="21265" y="42147"/>
                    </a:cubicBezTo>
                    <a:cubicBezTo>
                      <a:pt x="32858" y="42147"/>
                      <a:pt x="42256" y="32749"/>
                      <a:pt x="42256" y="21157"/>
                    </a:cubicBezTo>
                    <a:lnTo>
                      <a:pt x="42256" y="21157"/>
                    </a:lnTo>
                    <a:cubicBezTo>
                      <a:pt x="42256" y="9564"/>
                      <a:pt x="32858" y="166"/>
                      <a:pt x="21265"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5" name="Freeform: Shape 3714">
                <a:extLst>
                  <a:ext uri="{FF2B5EF4-FFF2-40B4-BE49-F238E27FC236}">
                    <a16:creationId xmlns:a16="http://schemas.microsoft.com/office/drawing/2014/main" id="{E1DFE084-7A1F-2C73-0977-9B42EB782A0F}"/>
                  </a:ext>
                </a:extLst>
              </p:cNvPr>
              <p:cNvSpPr/>
              <p:nvPr/>
            </p:nvSpPr>
            <p:spPr>
              <a:xfrm>
                <a:off x="2052573" y="7766086"/>
                <a:ext cx="37180" cy="37180"/>
              </a:xfrm>
              <a:custGeom>
                <a:avLst/>
                <a:gdLst>
                  <a:gd name="connsiteX0" fmla="*/ 37491 w 37180"/>
                  <a:gd name="connsiteY0" fmla="*/ 18737 h 37180"/>
                  <a:gd name="connsiteX1" fmla="*/ 18901 w 37180"/>
                  <a:gd name="connsiteY1" fmla="*/ 37327 h 37180"/>
                  <a:gd name="connsiteX2" fmla="*/ 311 w 37180"/>
                  <a:gd name="connsiteY2" fmla="*/ 18737 h 37180"/>
                  <a:gd name="connsiteX3" fmla="*/ 18901 w 37180"/>
                  <a:gd name="connsiteY3" fmla="*/ 146 h 37180"/>
                  <a:gd name="connsiteX4" fmla="*/ 37491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37"/>
                    </a:moveTo>
                    <a:cubicBezTo>
                      <a:pt x="37491" y="29004"/>
                      <a:pt x="29168" y="37327"/>
                      <a:pt x="18901" y="37327"/>
                    </a:cubicBezTo>
                    <a:cubicBezTo>
                      <a:pt x="8634" y="37327"/>
                      <a:pt x="311" y="29004"/>
                      <a:pt x="311" y="18737"/>
                    </a:cubicBezTo>
                    <a:cubicBezTo>
                      <a:pt x="311" y="8469"/>
                      <a:pt x="8634" y="146"/>
                      <a:pt x="18901" y="146"/>
                    </a:cubicBezTo>
                    <a:cubicBezTo>
                      <a:pt x="29168" y="146"/>
                      <a:pt x="37491" y="8469"/>
                      <a:pt x="37491" y="18737"/>
                    </a:cubicBezTo>
                    <a:close/>
                  </a:path>
                </a:pathLst>
              </a:custGeom>
              <a:solidFill>
                <a:srgbClr val="F7A58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6" name="Freeform: Shape 3715">
                <a:extLst>
                  <a:ext uri="{FF2B5EF4-FFF2-40B4-BE49-F238E27FC236}">
                    <a16:creationId xmlns:a16="http://schemas.microsoft.com/office/drawing/2014/main" id="{C15A6147-C31F-2748-2F21-2356F7F032D3}"/>
                  </a:ext>
                </a:extLst>
              </p:cNvPr>
              <p:cNvSpPr/>
              <p:nvPr/>
            </p:nvSpPr>
            <p:spPr>
              <a:xfrm>
                <a:off x="2050173" y="7763686"/>
                <a:ext cx="41981" cy="41981"/>
              </a:xfrm>
              <a:custGeom>
                <a:avLst/>
                <a:gdLst>
                  <a:gd name="connsiteX0" fmla="*/ 21301 w 41981"/>
                  <a:gd name="connsiteY0" fmla="*/ 4947 h 41981"/>
                  <a:gd name="connsiteX1" fmla="*/ 37491 w 41981"/>
                  <a:gd name="connsiteY1" fmla="*/ 21137 h 41981"/>
                  <a:gd name="connsiteX2" fmla="*/ 37491 w 41981"/>
                  <a:gd name="connsiteY2" fmla="*/ 21137 h 41981"/>
                  <a:gd name="connsiteX3" fmla="*/ 21301 w 41981"/>
                  <a:gd name="connsiteY3" fmla="*/ 37327 h 41981"/>
                  <a:gd name="connsiteX4" fmla="*/ 5111 w 41981"/>
                  <a:gd name="connsiteY4" fmla="*/ 21137 h 41981"/>
                  <a:gd name="connsiteX5" fmla="*/ 21301 w 41981"/>
                  <a:gd name="connsiteY5" fmla="*/ 4947 h 41981"/>
                  <a:gd name="connsiteX6" fmla="*/ 21301 w 41981"/>
                  <a:gd name="connsiteY6" fmla="*/ 146 h 41981"/>
                  <a:gd name="connsiteX7" fmla="*/ 311 w 41981"/>
                  <a:gd name="connsiteY7" fmla="*/ 21137 h 41981"/>
                  <a:gd name="connsiteX8" fmla="*/ 21301 w 41981"/>
                  <a:gd name="connsiteY8" fmla="*/ 42127 h 41981"/>
                  <a:gd name="connsiteX9" fmla="*/ 42292 w 41981"/>
                  <a:gd name="connsiteY9" fmla="*/ 21137 h 41981"/>
                  <a:gd name="connsiteX10" fmla="*/ 42292 w 41981"/>
                  <a:gd name="connsiteY10" fmla="*/ 21137 h 41981"/>
                  <a:gd name="connsiteX11" fmla="*/ 21301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1" y="4947"/>
                    </a:moveTo>
                    <a:cubicBezTo>
                      <a:pt x="30243" y="4947"/>
                      <a:pt x="37491" y="12195"/>
                      <a:pt x="37491" y="21137"/>
                    </a:cubicBezTo>
                    <a:lnTo>
                      <a:pt x="37491" y="21137"/>
                    </a:lnTo>
                    <a:cubicBezTo>
                      <a:pt x="37491" y="30079"/>
                      <a:pt x="30243" y="37327"/>
                      <a:pt x="21301" y="37327"/>
                    </a:cubicBezTo>
                    <a:cubicBezTo>
                      <a:pt x="12359" y="37327"/>
                      <a:pt x="5111" y="30079"/>
                      <a:pt x="5111" y="21137"/>
                    </a:cubicBezTo>
                    <a:cubicBezTo>
                      <a:pt x="5111" y="12195"/>
                      <a:pt x="12359" y="4947"/>
                      <a:pt x="21301" y="4947"/>
                    </a:cubicBezTo>
                    <a:close/>
                    <a:moveTo>
                      <a:pt x="21301" y="146"/>
                    </a:moveTo>
                    <a:cubicBezTo>
                      <a:pt x="9709" y="146"/>
                      <a:pt x="311" y="9544"/>
                      <a:pt x="311" y="21137"/>
                    </a:cubicBezTo>
                    <a:cubicBezTo>
                      <a:pt x="311" y="32729"/>
                      <a:pt x="9709" y="42127"/>
                      <a:pt x="21301" y="42127"/>
                    </a:cubicBezTo>
                    <a:cubicBezTo>
                      <a:pt x="32894" y="42127"/>
                      <a:pt x="42292" y="32729"/>
                      <a:pt x="42292" y="21137"/>
                    </a:cubicBezTo>
                    <a:lnTo>
                      <a:pt x="42292" y="21137"/>
                    </a:lnTo>
                    <a:cubicBezTo>
                      <a:pt x="42292" y="9544"/>
                      <a:pt x="32894" y="146"/>
                      <a:pt x="21301"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7" name="Freeform: Shape 3716">
                <a:extLst>
                  <a:ext uri="{FF2B5EF4-FFF2-40B4-BE49-F238E27FC236}">
                    <a16:creationId xmlns:a16="http://schemas.microsoft.com/office/drawing/2014/main" id="{A2B90B5C-A676-4335-FB46-789D05360FB9}"/>
                  </a:ext>
                </a:extLst>
              </p:cNvPr>
              <p:cNvSpPr/>
              <p:nvPr/>
            </p:nvSpPr>
            <p:spPr>
              <a:xfrm>
                <a:off x="1994305" y="7696286"/>
                <a:ext cx="37180" cy="37180"/>
              </a:xfrm>
              <a:custGeom>
                <a:avLst/>
                <a:gdLst>
                  <a:gd name="connsiteX0" fmla="*/ 37481 w 37180"/>
                  <a:gd name="connsiteY0" fmla="*/ 18725 h 37180"/>
                  <a:gd name="connsiteX1" fmla="*/ 18891 w 37180"/>
                  <a:gd name="connsiteY1" fmla="*/ 37315 h 37180"/>
                  <a:gd name="connsiteX2" fmla="*/ 300 w 37180"/>
                  <a:gd name="connsiteY2" fmla="*/ 18725 h 37180"/>
                  <a:gd name="connsiteX3" fmla="*/ 18891 w 37180"/>
                  <a:gd name="connsiteY3" fmla="*/ 134 h 37180"/>
                  <a:gd name="connsiteX4" fmla="*/ 37481 w 37180"/>
                  <a:gd name="connsiteY4" fmla="*/ 1872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1" y="18725"/>
                    </a:moveTo>
                    <a:cubicBezTo>
                      <a:pt x="37481" y="28992"/>
                      <a:pt x="29158" y="37315"/>
                      <a:pt x="18891" y="37315"/>
                    </a:cubicBezTo>
                    <a:cubicBezTo>
                      <a:pt x="8624" y="37315"/>
                      <a:pt x="300" y="28992"/>
                      <a:pt x="300" y="18725"/>
                    </a:cubicBezTo>
                    <a:cubicBezTo>
                      <a:pt x="300" y="8457"/>
                      <a:pt x="8624" y="134"/>
                      <a:pt x="18891" y="134"/>
                    </a:cubicBezTo>
                    <a:cubicBezTo>
                      <a:pt x="29158" y="134"/>
                      <a:pt x="37481" y="8457"/>
                      <a:pt x="37481" y="18725"/>
                    </a:cubicBezTo>
                    <a:close/>
                  </a:path>
                </a:pathLst>
              </a:custGeom>
              <a:solidFill>
                <a:srgbClr val="B7F7B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8" name="Freeform: Shape 3717">
                <a:extLst>
                  <a:ext uri="{FF2B5EF4-FFF2-40B4-BE49-F238E27FC236}">
                    <a16:creationId xmlns:a16="http://schemas.microsoft.com/office/drawing/2014/main" id="{C7F14155-205E-4C47-9689-4C6A23BC84DF}"/>
                  </a:ext>
                </a:extLst>
              </p:cNvPr>
              <p:cNvSpPr/>
              <p:nvPr/>
            </p:nvSpPr>
            <p:spPr>
              <a:xfrm>
                <a:off x="1991905" y="7693886"/>
                <a:ext cx="41981" cy="41981"/>
              </a:xfrm>
              <a:custGeom>
                <a:avLst/>
                <a:gdLst>
                  <a:gd name="connsiteX0" fmla="*/ 21291 w 41981"/>
                  <a:gd name="connsiteY0" fmla="*/ 4935 h 41981"/>
                  <a:gd name="connsiteX1" fmla="*/ 37481 w 41981"/>
                  <a:gd name="connsiteY1" fmla="*/ 21125 h 41981"/>
                  <a:gd name="connsiteX2" fmla="*/ 37481 w 41981"/>
                  <a:gd name="connsiteY2" fmla="*/ 21125 h 41981"/>
                  <a:gd name="connsiteX3" fmla="*/ 21291 w 41981"/>
                  <a:gd name="connsiteY3" fmla="*/ 37315 h 41981"/>
                  <a:gd name="connsiteX4" fmla="*/ 5101 w 41981"/>
                  <a:gd name="connsiteY4" fmla="*/ 21125 h 41981"/>
                  <a:gd name="connsiteX5" fmla="*/ 21291 w 41981"/>
                  <a:gd name="connsiteY5" fmla="*/ 4935 h 41981"/>
                  <a:gd name="connsiteX6" fmla="*/ 21291 w 41981"/>
                  <a:gd name="connsiteY6" fmla="*/ 134 h 41981"/>
                  <a:gd name="connsiteX7" fmla="*/ 300 w 41981"/>
                  <a:gd name="connsiteY7" fmla="*/ 21125 h 41981"/>
                  <a:gd name="connsiteX8" fmla="*/ 21291 w 41981"/>
                  <a:gd name="connsiteY8" fmla="*/ 42115 h 41981"/>
                  <a:gd name="connsiteX9" fmla="*/ 42282 w 41981"/>
                  <a:gd name="connsiteY9" fmla="*/ 21125 h 41981"/>
                  <a:gd name="connsiteX10" fmla="*/ 42282 w 41981"/>
                  <a:gd name="connsiteY10" fmla="*/ 21125 h 41981"/>
                  <a:gd name="connsiteX11" fmla="*/ 21291 w 41981"/>
                  <a:gd name="connsiteY11" fmla="*/ 13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35"/>
                    </a:moveTo>
                    <a:cubicBezTo>
                      <a:pt x="30233" y="4935"/>
                      <a:pt x="37481" y="12183"/>
                      <a:pt x="37481" y="21125"/>
                    </a:cubicBezTo>
                    <a:lnTo>
                      <a:pt x="37481" y="21125"/>
                    </a:lnTo>
                    <a:cubicBezTo>
                      <a:pt x="37481" y="30067"/>
                      <a:pt x="30233" y="37315"/>
                      <a:pt x="21291" y="37315"/>
                    </a:cubicBezTo>
                    <a:cubicBezTo>
                      <a:pt x="12349" y="37315"/>
                      <a:pt x="5101" y="30067"/>
                      <a:pt x="5101" y="21125"/>
                    </a:cubicBezTo>
                    <a:cubicBezTo>
                      <a:pt x="5101" y="12183"/>
                      <a:pt x="12349" y="4935"/>
                      <a:pt x="21291" y="4935"/>
                    </a:cubicBezTo>
                    <a:close/>
                    <a:moveTo>
                      <a:pt x="21291" y="134"/>
                    </a:moveTo>
                    <a:cubicBezTo>
                      <a:pt x="9698" y="134"/>
                      <a:pt x="300" y="9532"/>
                      <a:pt x="300" y="21125"/>
                    </a:cubicBezTo>
                    <a:cubicBezTo>
                      <a:pt x="300" y="32717"/>
                      <a:pt x="9698" y="42115"/>
                      <a:pt x="21291" y="42115"/>
                    </a:cubicBezTo>
                    <a:cubicBezTo>
                      <a:pt x="32884" y="42115"/>
                      <a:pt x="42282" y="32717"/>
                      <a:pt x="42282" y="21125"/>
                    </a:cubicBezTo>
                    <a:lnTo>
                      <a:pt x="42282" y="21125"/>
                    </a:lnTo>
                    <a:cubicBezTo>
                      <a:pt x="42282" y="9532"/>
                      <a:pt x="32884" y="134"/>
                      <a:pt x="21291" y="13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19" name="Freeform: Shape 3718">
                <a:extLst>
                  <a:ext uri="{FF2B5EF4-FFF2-40B4-BE49-F238E27FC236}">
                    <a16:creationId xmlns:a16="http://schemas.microsoft.com/office/drawing/2014/main" id="{F9D4B6EB-F967-1CBA-555B-E18B420F2352}"/>
                  </a:ext>
                </a:extLst>
              </p:cNvPr>
              <p:cNvSpPr/>
              <p:nvPr/>
            </p:nvSpPr>
            <p:spPr>
              <a:xfrm>
                <a:off x="1797987" y="7813416"/>
                <a:ext cx="37180" cy="37180"/>
              </a:xfrm>
              <a:custGeom>
                <a:avLst/>
                <a:gdLst>
                  <a:gd name="connsiteX0" fmla="*/ 37447 w 37180"/>
                  <a:gd name="connsiteY0" fmla="*/ 18745 h 37180"/>
                  <a:gd name="connsiteX1" fmla="*/ 18857 w 37180"/>
                  <a:gd name="connsiteY1" fmla="*/ 37335 h 37180"/>
                  <a:gd name="connsiteX2" fmla="*/ 266 w 37180"/>
                  <a:gd name="connsiteY2" fmla="*/ 18745 h 37180"/>
                  <a:gd name="connsiteX3" fmla="*/ 18857 w 37180"/>
                  <a:gd name="connsiteY3" fmla="*/ 154 h 37180"/>
                  <a:gd name="connsiteX4" fmla="*/ 37447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45"/>
                    </a:moveTo>
                    <a:cubicBezTo>
                      <a:pt x="37447" y="29012"/>
                      <a:pt x="29124" y="37335"/>
                      <a:pt x="18857" y="37335"/>
                    </a:cubicBezTo>
                    <a:cubicBezTo>
                      <a:pt x="8590" y="37335"/>
                      <a:pt x="266" y="29012"/>
                      <a:pt x="266" y="18745"/>
                    </a:cubicBezTo>
                    <a:cubicBezTo>
                      <a:pt x="266" y="8478"/>
                      <a:pt x="8590" y="154"/>
                      <a:pt x="18857" y="154"/>
                    </a:cubicBezTo>
                    <a:cubicBezTo>
                      <a:pt x="29124" y="154"/>
                      <a:pt x="37447" y="8478"/>
                      <a:pt x="37447" y="18745"/>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0" name="Freeform: Shape 3719">
                <a:extLst>
                  <a:ext uri="{FF2B5EF4-FFF2-40B4-BE49-F238E27FC236}">
                    <a16:creationId xmlns:a16="http://schemas.microsoft.com/office/drawing/2014/main" id="{2C90B983-27FC-0573-1822-03445BF6ED04}"/>
                  </a:ext>
                </a:extLst>
              </p:cNvPr>
              <p:cNvSpPr/>
              <p:nvPr/>
            </p:nvSpPr>
            <p:spPr>
              <a:xfrm>
                <a:off x="1795587" y="7811016"/>
                <a:ext cx="41981" cy="41981"/>
              </a:xfrm>
              <a:custGeom>
                <a:avLst/>
                <a:gdLst>
                  <a:gd name="connsiteX0" fmla="*/ 21257 w 41981"/>
                  <a:gd name="connsiteY0" fmla="*/ 4955 h 41981"/>
                  <a:gd name="connsiteX1" fmla="*/ 37447 w 41981"/>
                  <a:gd name="connsiteY1" fmla="*/ 21145 h 41981"/>
                  <a:gd name="connsiteX2" fmla="*/ 37447 w 41981"/>
                  <a:gd name="connsiteY2" fmla="*/ 21145 h 41981"/>
                  <a:gd name="connsiteX3" fmla="*/ 21257 w 41981"/>
                  <a:gd name="connsiteY3" fmla="*/ 37335 h 41981"/>
                  <a:gd name="connsiteX4" fmla="*/ 5067 w 41981"/>
                  <a:gd name="connsiteY4" fmla="*/ 21145 h 41981"/>
                  <a:gd name="connsiteX5" fmla="*/ 21257 w 41981"/>
                  <a:gd name="connsiteY5" fmla="*/ 4955 h 41981"/>
                  <a:gd name="connsiteX6" fmla="*/ 21257 w 41981"/>
                  <a:gd name="connsiteY6" fmla="*/ 154 h 41981"/>
                  <a:gd name="connsiteX7" fmla="*/ 266 w 41981"/>
                  <a:gd name="connsiteY7" fmla="*/ 21145 h 41981"/>
                  <a:gd name="connsiteX8" fmla="*/ 21257 w 41981"/>
                  <a:gd name="connsiteY8" fmla="*/ 42136 h 41981"/>
                  <a:gd name="connsiteX9" fmla="*/ 42248 w 41981"/>
                  <a:gd name="connsiteY9" fmla="*/ 21145 h 41981"/>
                  <a:gd name="connsiteX10" fmla="*/ 42248 w 41981"/>
                  <a:gd name="connsiteY10" fmla="*/ 21145 h 41981"/>
                  <a:gd name="connsiteX11" fmla="*/ 21257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55"/>
                    </a:moveTo>
                    <a:cubicBezTo>
                      <a:pt x="30199" y="4955"/>
                      <a:pt x="37447" y="12203"/>
                      <a:pt x="37447" y="21145"/>
                    </a:cubicBezTo>
                    <a:lnTo>
                      <a:pt x="37447" y="21145"/>
                    </a:lnTo>
                    <a:cubicBezTo>
                      <a:pt x="37447" y="30087"/>
                      <a:pt x="30199" y="37335"/>
                      <a:pt x="21257" y="37335"/>
                    </a:cubicBezTo>
                    <a:cubicBezTo>
                      <a:pt x="12315" y="37335"/>
                      <a:pt x="5067" y="30087"/>
                      <a:pt x="5067" y="21145"/>
                    </a:cubicBezTo>
                    <a:cubicBezTo>
                      <a:pt x="5067" y="12203"/>
                      <a:pt x="12315" y="4955"/>
                      <a:pt x="21257" y="4955"/>
                    </a:cubicBezTo>
                    <a:close/>
                    <a:moveTo>
                      <a:pt x="21257" y="154"/>
                    </a:moveTo>
                    <a:cubicBezTo>
                      <a:pt x="9664" y="154"/>
                      <a:pt x="266" y="9552"/>
                      <a:pt x="266" y="21145"/>
                    </a:cubicBezTo>
                    <a:cubicBezTo>
                      <a:pt x="266" y="32738"/>
                      <a:pt x="9664" y="42136"/>
                      <a:pt x="21257" y="42136"/>
                    </a:cubicBezTo>
                    <a:cubicBezTo>
                      <a:pt x="32850" y="42136"/>
                      <a:pt x="42248" y="32738"/>
                      <a:pt x="42248" y="21145"/>
                    </a:cubicBezTo>
                    <a:lnTo>
                      <a:pt x="42248" y="21145"/>
                    </a:lnTo>
                    <a:cubicBezTo>
                      <a:pt x="42248" y="9552"/>
                      <a:pt x="32850" y="154"/>
                      <a:pt x="21257"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1" name="Freeform: Shape 3720">
                <a:extLst>
                  <a:ext uri="{FF2B5EF4-FFF2-40B4-BE49-F238E27FC236}">
                    <a16:creationId xmlns:a16="http://schemas.microsoft.com/office/drawing/2014/main" id="{D838EA3D-1551-2874-9E9F-0E8774348D23}"/>
                  </a:ext>
                </a:extLst>
              </p:cNvPr>
              <p:cNvSpPr/>
              <p:nvPr/>
            </p:nvSpPr>
            <p:spPr>
              <a:xfrm>
                <a:off x="1859780" y="7898030"/>
                <a:ext cx="37180" cy="37180"/>
              </a:xfrm>
              <a:custGeom>
                <a:avLst/>
                <a:gdLst>
                  <a:gd name="connsiteX0" fmla="*/ 37458 w 37180"/>
                  <a:gd name="connsiteY0" fmla="*/ 18760 h 37180"/>
                  <a:gd name="connsiteX1" fmla="*/ 18867 w 37180"/>
                  <a:gd name="connsiteY1" fmla="*/ 37350 h 37180"/>
                  <a:gd name="connsiteX2" fmla="*/ 277 w 37180"/>
                  <a:gd name="connsiteY2" fmla="*/ 18760 h 37180"/>
                  <a:gd name="connsiteX3" fmla="*/ 18867 w 37180"/>
                  <a:gd name="connsiteY3" fmla="*/ 169 h 37180"/>
                  <a:gd name="connsiteX4" fmla="*/ 37458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60"/>
                    </a:moveTo>
                    <a:cubicBezTo>
                      <a:pt x="37458" y="29027"/>
                      <a:pt x="29135" y="37350"/>
                      <a:pt x="18867" y="37350"/>
                    </a:cubicBezTo>
                    <a:cubicBezTo>
                      <a:pt x="8600" y="37350"/>
                      <a:pt x="277" y="29027"/>
                      <a:pt x="277" y="18760"/>
                    </a:cubicBezTo>
                    <a:cubicBezTo>
                      <a:pt x="277" y="8492"/>
                      <a:pt x="8600" y="169"/>
                      <a:pt x="18867" y="169"/>
                    </a:cubicBezTo>
                    <a:cubicBezTo>
                      <a:pt x="29135" y="169"/>
                      <a:pt x="37458" y="8492"/>
                      <a:pt x="37458" y="18760"/>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2" name="Freeform: Shape 3721">
                <a:extLst>
                  <a:ext uri="{FF2B5EF4-FFF2-40B4-BE49-F238E27FC236}">
                    <a16:creationId xmlns:a16="http://schemas.microsoft.com/office/drawing/2014/main" id="{C99A5477-B560-258C-63D4-A6A9DE2491B1}"/>
                  </a:ext>
                </a:extLst>
              </p:cNvPr>
              <p:cNvSpPr/>
              <p:nvPr/>
            </p:nvSpPr>
            <p:spPr>
              <a:xfrm>
                <a:off x="1857380" y="7895630"/>
                <a:ext cx="41981" cy="41981"/>
              </a:xfrm>
              <a:custGeom>
                <a:avLst/>
                <a:gdLst>
                  <a:gd name="connsiteX0" fmla="*/ 21268 w 41981"/>
                  <a:gd name="connsiteY0" fmla="*/ 4970 h 41981"/>
                  <a:gd name="connsiteX1" fmla="*/ 37458 w 41981"/>
                  <a:gd name="connsiteY1" fmla="*/ 21160 h 41981"/>
                  <a:gd name="connsiteX2" fmla="*/ 37458 w 41981"/>
                  <a:gd name="connsiteY2" fmla="*/ 21160 h 41981"/>
                  <a:gd name="connsiteX3" fmla="*/ 21268 w 41981"/>
                  <a:gd name="connsiteY3" fmla="*/ 37350 h 41981"/>
                  <a:gd name="connsiteX4" fmla="*/ 5077 w 41981"/>
                  <a:gd name="connsiteY4" fmla="*/ 21160 h 41981"/>
                  <a:gd name="connsiteX5" fmla="*/ 21268 w 41981"/>
                  <a:gd name="connsiteY5" fmla="*/ 4970 h 41981"/>
                  <a:gd name="connsiteX6" fmla="*/ 21268 w 41981"/>
                  <a:gd name="connsiteY6" fmla="*/ 169 h 41981"/>
                  <a:gd name="connsiteX7" fmla="*/ 277 w 41981"/>
                  <a:gd name="connsiteY7" fmla="*/ 21160 h 41981"/>
                  <a:gd name="connsiteX8" fmla="*/ 21268 w 41981"/>
                  <a:gd name="connsiteY8" fmla="*/ 42150 h 41981"/>
                  <a:gd name="connsiteX9" fmla="*/ 42258 w 41981"/>
                  <a:gd name="connsiteY9" fmla="*/ 21160 h 41981"/>
                  <a:gd name="connsiteX10" fmla="*/ 42258 w 41981"/>
                  <a:gd name="connsiteY10" fmla="*/ 21160 h 41981"/>
                  <a:gd name="connsiteX11" fmla="*/ 21268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70"/>
                    </a:moveTo>
                    <a:cubicBezTo>
                      <a:pt x="30209" y="4970"/>
                      <a:pt x="37458" y="12218"/>
                      <a:pt x="37458" y="21160"/>
                    </a:cubicBezTo>
                    <a:lnTo>
                      <a:pt x="37458" y="21160"/>
                    </a:lnTo>
                    <a:cubicBezTo>
                      <a:pt x="37458" y="30102"/>
                      <a:pt x="30209" y="37350"/>
                      <a:pt x="21268" y="37350"/>
                    </a:cubicBezTo>
                    <a:cubicBezTo>
                      <a:pt x="12326" y="37350"/>
                      <a:pt x="5077" y="30102"/>
                      <a:pt x="5077" y="21160"/>
                    </a:cubicBezTo>
                    <a:cubicBezTo>
                      <a:pt x="5077" y="12218"/>
                      <a:pt x="12326" y="4970"/>
                      <a:pt x="21268" y="4970"/>
                    </a:cubicBezTo>
                    <a:close/>
                    <a:moveTo>
                      <a:pt x="21268" y="169"/>
                    </a:moveTo>
                    <a:cubicBezTo>
                      <a:pt x="9675" y="169"/>
                      <a:pt x="277" y="9567"/>
                      <a:pt x="277" y="21160"/>
                    </a:cubicBezTo>
                    <a:cubicBezTo>
                      <a:pt x="277" y="32752"/>
                      <a:pt x="9675" y="42150"/>
                      <a:pt x="21268" y="42150"/>
                    </a:cubicBezTo>
                    <a:cubicBezTo>
                      <a:pt x="32860" y="42150"/>
                      <a:pt x="42258" y="32752"/>
                      <a:pt x="42258" y="21160"/>
                    </a:cubicBezTo>
                    <a:lnTo>
                      <a:pt x="42258" y="21160"/>
                    </a:lnTo>
                    <a:cubicBezTo>
                      <a:pt x="42258" y="9567"/>
                      <a:pt x="32860" y="169"/>
                      <a:pt x="21268"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3" name="Freeform: Shape 3722">
                <a:extLst>
                  <a:ext uri="{FF2B5EF4-FFF2-40B4-BE49-F238E27FC236}">
                    <a16:creationId xmlns:a16="http://schemas.microsoft.com/office/drawing/2014/main" id="{A8EF301B-0945-29D3-0EC2-2B96CE79B79D}"/>
                  </a:ext>
                </a:extLst>
              </p:cNvPr>
              <p:cNvSpPr/>
              <p:nvPr/>
            </p:nvSpPr>
            <p:spPr>
              <a:xfrm>
                <a:off x="1876461" y="7770227"/>
                <a:ext cx="37180" cy="37180"/>
              </a:xfrm>
              <a:custGeom>
                <a:avLst/>
                <a:gdLst>
                  <a:gd name="connsiteX0" fmla="*/ 37461 w 37180"/>
                  <a:gd name="connsiteY0" fmla="*/ 18737 h 37180"/>
                  <a:gd name="connsiteX1" fmla="*/ 18870 w 37180"/>
                  <a:gd name="connsiteY1" fmla="*/ 37328 h 37180"/>
                  <a:gd name="connsiteX2" fmla="*/ 280 w 37180"/>
                  <a:gd name="connsiteY2" fmla="*/ 18737 h 37180"/>
                  <a:gd name="connsiteX3" fmla="*/ 18870 w 37180"/>
                  <a:gd name="connsiteY3" fmla="*/ 147 h 37180"/>
                  <a:gd name="connsiteX4" fmla="*/ 37461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37"/>
                    </a:moveTo>
                    <a:cubicBezTo>
                      <a:pt x="37461" y="29005"/>
                      <a:pt x="29138" y="37328"/>
                      <a:pt x="18870" y="37328"/>
                    </a:cubicBezTo>
                    <a:cubicBezTo>
                      <a:pt x="8603" y="37328"/>
                      <a:pt x="280" y="29005"/>
                      <a:pt x="280" y="18737"/>
                    </a:cubicBezTo>
                    <a:cubicBezTo>
                      <a:pt x="280" y="8470"/>
                      <a:pt x="8603" y="147"/>
                      <a:pt x="18870" y="147"/>
                    </a:cubicBezTo>
                    <a:cubicBezTo>
                      <a:pt x="29138" y="147"/>
                      <a:pt x="37461" y="8470"/>
                      <a:pt x="37461" y="18737"/>
                    </a:cubicBezTo>
                    <a:close/>
                  </a:path>
                </a:pathLst>
              </a:custGeom>
              <a:solidFill>
                <a:srgbClr val="E3F7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4" name="Freeform: Shape 3723">
                <a:extLst>
                  <a:ext uri="{FF2B5EF4-FFF2-40B4-BE49-F238E27FC236}">
                    <a16:creationId xmlns:a16="http://schemas.microsoft.com/office/drawing/2014/main" id="{3B16D4B2-230E-2C25-59CA-855127A72FBD}"/>
                  </a:ext>
                </a:extLst>
              </p:cNvPr>
              <p:cNvSpPr/>
              <p:nvPr/>
            </p:nvSpPr>
            <p:spPr>
              <a:xfrm>
                <a:off x="1874061" y="7767827"/>
                <a:ext cx="41981" cy="41981"/>
              </a:xfrm>
              <a:custGeom>
                <a:avLst/>
                <a:gdLst>
                  <a:gd name="connsiteX0" fmla="*/ 21271 w 41981"/>
                  <a:gd name="connsiteY0" fmla="*/ 4947 h 41981"/>
                  <a:gd name="connsiteX1" fmla="*/ 37461 w 41981"/>
                  <a:gd name="connsiteY1" fmla="*/ 21138 h 41981"/>
                  <a:gd name="connsiteX2" fmla="*/ 37461 w 41981"/>
                  <a:gd name="connsiteY2" fmla="*/ 21138 h 41981"/>
                  <a:gd name="connsiteX3" fmla="*/ 21271 w 41981"/>
                  <a:gd name="connsiteY3" fmla="*/ 37328 h 41981"/>
                  <a:gd name="connsiteX4" fmla="*/ 5080 w 41981"/>
                  <a:gd name="connsiteY4" fmla="*/ 21138 h 41981"/>
                  <a:gd name="connsiteX5" fmla="*/ 21271 w 41981"/>
                  <a:gd name="connsiteY5" fmla="*/ 4947 h 41981"/>
                  <a:gd name="connsiteX6" fmla="*/ 21271 w 41981"/>
                  <a:gd name="connsiteY6" fmla="*/ 147 h 41981"/>
                  <a:gd name="connsiteX7" fmla="*/ 280 w 41981"/>
                  <a:gd name="connsiteY7" fmla="*/ 21138 h 41981"/>
                  <a:gd name="connsiteX8" fmla="*/ 21271 w 41981"/>
                  <a:gd name="connsiteY8" fmla="*/ 42128 h 41981"/>
                  <a:gd name="connsiteX9" fmla="*/ 42261 w 41981"/>
                  <a:gd name="connsiteY9" fmla="*/ 21138 h 41981"/>
                  <a:gd name="connsiteX10" fmla="*/ 42261 w 41981"/>
                  <a:gd name="connsiteY10" fmla="*/ 21138 h 41981"/>
                  <a:gd name="connsiteX11" fmla="*/ 21271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47"/>
                    </a:moveTo>
                    <a:cubicBezTo>
                      <a:pt x="30212" y="4947"/>
                      <a:pt x="37461" y="12196"/>
                      <a:pt x="37461" y="21138"/>
                    </a:cubicBezTo>
                    <a:lnTo>
                      <a:pt x="37461" y="21138"/>
                    </a:lnTo>
                    <a:cubicBezTo>
                      <a:pt x="37461" y="30079"/>
                      <a:pt x="30212" y="37328"/>
                      <a:pt x="21271" y="37328"/>
                    </a:cubicBezTo>
                    <a:cubicBezTo>
                      <a:pt x="12329" y="37328"/>
                      <a:pt x="5080" y="30079"/>
                      <a:pt x="5080" y="21138"/>
                    </a:cubicBezTo>
                    <a:cubicBezTo>
                      <a:pt x="5080" y="12196"/>
                      <a:pt x="12329" y="4947"/>
                      <a:pt x="21271" y="4947"/>
                    </a:cubicBezTo>
                    <a:close/>
                    <a:moveTo>
                      <a:pt x="21271" y="147"/>
                    </a:moveTo>
                    <a:cubicBezTo>
                      <a:pt x="9678" y="147"/>
                      <a:pt x="280" y="9545"/>
                      <a:pt x="280" y="21138"/>
                    </a:cubicBezTo>
                    <a:cubicBezTo>
                      <a:pt x="280" y="32730"/>
                      <a:pt x="9678" y="42128"/>
                      <a:pt x="21271" y="42128"/>
                    </a:cubicBezTo>
                    <a:cubicBezTo>
                      <a:pt x="32863" y="42128"/>
                      <a:pt x="42261" y="32730"/>
                      <a:pt x="42261" y="21138"/>
                    </a:cubicBezTo>
                    <a:lnTo>
                      <a:pt x="42261" y="21138"/>
                    </a:lnTo>
                    <a:cubicBezTo>
                      <a:pt x="42261" y="9545"/>
                      <a:pt x="32863" y="147"/>
                      <a:pt x="21271"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5" name="Freeform: Shape 3724">
                <a:extLst>
                  <a:ext uri="{FF2B5EF4-FFF2-40B4-BE49-F238E27FC236}">
                    <a16:creationId xmlns:a16="http://schemas.microsoft.com/office/drawing/2014/main" id="{EAAE733A-F0CF-638E-0BE5-04CE10197A24}"/>
                  </a:ext>
                </a:extLst>
              </p:cNvPr>
              <p:cNvSpPr/>
              <p:nvPr/>
            </p:nvSpPr>
            <p:spPr>
              <a:xfrm>
                <a:off x="1674481" y="8009233"/>
                <a:ext cx="37180" cy="37180"/>
              </a:xfrm>
              <a:custGeom>
                <a:avLst/>
                <a:gdLst>
                  <a:gd name="connsiteX0" fmla="*/ 37426 w 37180"/>
                  <a:gd name="connsiteY0" fmla="*/ 18779 h 37180"/>
                  <a:gd name="connsiteX1" fmla="*/ 18835 w 37180"/>
                  <a:gd name="connsiteY1" fmla="*/ 37369 h 37180"/>
                  <a:gd name="connsiteX2" fmla="*/ 245 w 37180"/>
                  <a:gd name="connsiteY2" fmla="*/ 18779 h 37180"/>
                  <a:gd name="connsiteX3" fmla="*/ 18835 w 37180"/>
                  <a:gd name="connsiteY3" fmla="*/ 188 h 37180"/>
                  <a:gd name="connsiteX4" fmla="*/ 37426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9"/>
                    </a:moveTo>
                    <a:cubicBezTo>
                      <a:pt x="37426" y="29046"/>
                      <a:pt x="29102" y="37369"/>
                      <a:pt x="18835" y="37369"/>
                    </a:cubicBezTo>
                    <a:cubicBezTo>
                      <a:pt x="8568" y="37369"/>
                      <a:pt x="245" y="29046"/>
                      <a:pt x="245" y="18779"/>
                    </a:cubicBezTo>
                    <a:cubicBezTo>
                      <a:pt x="245" y="8512"/>
                      <a:pt x="8568" y="188"/>
                      <a:pt x="18835" y="188"/>
                    </a:cubicBezTo>
                    <a:cubicBezTo>
                      <a:pt x="29102" y="188"/>
                      <a:pt x="37426" y="8512"/>
                      <a:pt x="37426" y="18779"/>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6" name="Freeform: Shape 3725">
                <a:extLst>
                  <a:ext uri="{FF2B5EF4-FFF2-40B4-BE49-F238E27FC236}">
                    <a16:creationId xmlns:a16="http://schemas.microsoft.com/office/drawing/2014/main" id="{2DC3D400-582E-B259-0C7F-21AA4AFABB61}"/>
                  </a:ext>
                </a:extLst>
              </p:cNvPr>
              <p:cNvSpPr/>
              <p:nvPr/>
            </p:nvSpPr>
            <p:spPr>
              <a:xfrm>
                <a:off x="1672081" y="8006833"/>
                <a:ext cx="41981" cy="41981"/>
              </a:xfrm>
              <a:custGeom>
                <a:avLst/>
                <a:gdLst>
                  <a:gd name="connsiteX0" fmla="*/ 21235 w 41981"/>
                  <a:gd name="connsiteY0" fmla="*/ 4989 h 41981"/>
                  <a:gd name="connsiteX1" fmla="*/ 37426 w 41981"/>
                  <a:gd name="connsiteY1" fmla="*/ 21179 h 41981"/>
                  <a:gd name="connsiteX2" fmla="*/ 37426 w 41981"/>
                  <a:gd name="connsiteY2" fmla="*/ 21179 h 41981"/>
                  <a:gd name="connsiteX3" fmla="*/ 21235 w 41981"/>
                  <a:gd name="connsiteY3" fmla="*/ 37369 h 41981"/>
                  <a:gd name="connsiteX4" fmla="*/ 5045 w 41981"/>
                  <a:gd name="connsiteY4" fmla="*/ 21179 h 41981"/>
                  <a:gd name="connsiteX5" fmla="*/ 21235 w 41981"/>
                  <a:gd name="connsiteY5" fmla="*/ 4989 h 41981"/>
                  <a:gd name="connsiteX6" fmla="*/ 21235 w 41981"/>
                  <a:gd name="connsiteY6" fmla="*/ 188 h 41981"/>
                  <a:gd name="connsiteX7" fmla="*/ 245 w 41981"/>
                  <a:gd name="connsiteY7" fmla="*/ 21179 h 41981"/>
                  <a:gd name="connsiteX8" fmla="*/ 21235 w 41981"/>
                  <a:gd name="connsiteY8" fmla="*/ 42170 h 41981"/>
                  <a:gd name="connsiteX9" fmla="*/ 42226 w 41981"/>
                  <a:gd name="connsiteY9" fmla="*/ 21179 h 41981"/>
                  <a:gd name="connsiteX10" fmla="*/ 42226 w 41981"/>
                  <a:gd name="connsiteY10" fmla="*/ 21179 h 41981"/>
                  <a:gd name="connsiteX11" fmla="*/ 21235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89"/>
                    </a:moveTo>
                    <a:cubicBezTo>
                      <a:pt x="30177" y="4989"/>
                      <a:pt x="37426" y="12237"/>
                      <a:pt x="37426" y="21179"/>
                    </a:cubicBezTo>
                    <a:lnTo>
                      <a:pt x="37426" y="21179"/>
                    </a:lnTo>
                    <a:cubicBezTo>
                      <a:pt x="37426" y="30121"/>
                      <a:pt x="30177" y="37369"/>
                      <a:pt x="21235" y="37369"/>
                    </a:cubicBezTo>
                    <a:cubicBezTo>
                      <a:pt x="12294" y="37369"/>
                      <a:pt x="5045" y="30121"/>
                      <a:pt x="5045" y="21179"/>
                    </a:cubicBezTo>
                    <a:cubicBezTo>
                      <a:pt x="5045" y="12237"/>
                      <a:pt x="12294" y="4989"/>
                      <a:pt x="21235" y="4989"/>
                    </a:cubicBezTo>
                    <a:close/>
                    <a:moveTo>
                      <a:pt x="21235" y="188"/>
                    </a:moveTo>
                    <a:cubicBezTo>
                      <a:pt x="9643" y="188"/>
                      <a:pt x="245" y="9586"/>
                      <a:pt x="245" y="21179"/>
                    </a:cubicBezTo>
                    <a:cubicBezTo>
                      <a:pt x="245" y="32772"/>
                      <a:pt x="9643" y="42170"/>
                      <a:pt x="21235" y="42170"/>
                    </a:cubicBezTo>
                    <a:cubicBezTo>
                      <a:pt x="32828" y="42170"/>
                      <a:pt x="42226" y="32772"/>
                      <a:pt x="42226" y="21179"/>
                    </a:cubicBezTo>
                    <a:lnTo>
                      <a:pt x="42226" y="21179"/>
                    </a:lnTo>
                    <a:cubicBezTo>
                      <a:pt x="42226" y="9586"/>
                      <a:pt x="32828" y="188"/>
                      <a:pt x="21235"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7" name="Freeform: Shape 3726">
                <a:extLst>
                  <a:ext uri="{FF2B5EF4-FFF2-40B4-BE49-F238E27FC236}">
                    <a16:creationId xmlns:a16="http://schemas.microsoft.com/office/drawing/2014/main" id="{35BBACCE-3F76-CAF5-88D0-F51FB4F15ED1}"/>
                  </a:ext>
                </a:extLst>
              </p:cNvPr>
              <p:cNvSpPr/>
              <p:nvPr/>
            </p:nvSpPr>
            <p:spPr>
              <a:xfrm>
                <a:off x="1734915" y="7975209"/>
                <a:ext cx="37180" cy="37180"/>
              </a:xfrm>
              <a:custGeom>
                <a:avLst/>
                <a:gdLst>
                  <a:gd name="connsiteX0" fmla="*/ 37436 w 37180"/>
                  <a:gd name="connsiteY0" fmla="*/ 18773 h 37180"/>
                  <a:gd name="connsiteX1" fmla="*/ 18846 w 37180"/>
                  <a:gd name="connsiteY1" fmla="*/ 37363 h 37180"/>
                  <a:gd name="connsiteX2" fmla="*/ 255 w 37180"/>
                  <a:gd name="connsiteY2" fmla="*/ 18773 h 37180"/>
                  <a:gd name="connsiteX3" fmla="*/ 18846 w 37180"/>
                  <a:gd name="connsiteY3" fmla="*/ 183 h 37180"/>
                  <a:gd name="connsiteX4" fmla="*/ 3743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3"/>
                    </a:moveTo>
                    <a:cubicBezTo>
                      <a:pt x="37436" y="29040"/>
                      <a:pt x="29113" y="37363"/>
                      <a:pt x="18846" y="37363"/>
                    </a:cubicBezTo>
                    <a:cubicBezTo>
                      <a:pt x="8579" y="37363"/>
                      <a:pt x="255" y="29040"/>
                      <a:pt x="255" y="18773"/>
                    </a:cubicBezTo>
                    <a:cubicBezTo>
                      <a:pt x="255" y="8506"/>
                      <a:pt x="8579" y="183"/>
                      <a:pt x="18846" y="183"/>
                    </a:cubicBezTo>
                    <a:cubicBezTo>
                      <a:pt x="29113" y="183"/>
                      <a:pt x="37436" y="8506"/>
                      <a:pt x="37436" y="18773"/>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8" name="Freeform: Shape 3727">
                <a:extLst>
                  <a:ext uri="{FF2B5EF4-FFF2-40B4-BE49-F238E27FC236}">
                    <a16:creationId xmlns:a16="http://schemas.microsoft.com/office/drawing/2014/main" id="{3C1ABA90-686F-B9B5-35D0-3A76212399BA}"/>
                  </a:ext>
                </a:extLst>
              </p:cNvPr>
              <p:cNvSpPr/>
              <p:nvPr/>
            </p:nvSpPr>
            <p:spPr>
              <a:xfrm>
                <a:off x="1732515" y="7972808"/>
                <a:ext cx="41981" cy="41981"/>
              </a:xfrm>
              <a:custGeom>
                <a:avLst/>
                <a:gdLst>
                  <a:gd name="connsiteX0" fmla="*/ 21246 w 41981"/>
                  <a:gd name="connsiteY0" fmla="*/ 4983 h 41981"/>
                  <a:gd name="connsiteX1" fmla="*/ 37436 w 41981"/>
                  <a:gd name="connsiteY1" fmla="*/ 21173 h 41981"/>
                  <a:gd name="connsiteX2" fmla="*/ 37436 w 41981"/>
                  <a:gd name="connsiteY2" fmla="*/ 21173 h 41981"/>
                  <a:gd name="connsiteX3" fmla="*/ 21246 w 41981"/>
                  <a:gd name="connsiteY3" fmla="*/ 37363 h 41981"/>
                  <a:gd name="connsiteX4" fmla="*/ 5056 w 41981"/>
                  <a:gd name="connsiteY4" fmla="*/ 21173 h 41981"/>
                  <a:gd name="connsiteX5" fmla="*/ 21246 w 41981"/>
                  <a:gd name="connsiteY5" fmla="*/ 4983 h 41981"/>
                  <a:gd name="connsiteX6" fmla="*/ 21246 w 41981"/>
                  <a:gd name="connsiteY6" fmla="*/ 183 h 41981"/>
                  <a:gd name="connsiteX7" fmla="*/ 255 w 41981"/>
                  <a:gd name="connsiteY7" fmla="*/ 21173 h 41981"/>
                  <a:gd name="connsiteX8" fmla="*/ 21246 w 41981"/>
                  <a:gd name="connsiteY8" fmla="*/ 42164 h 41981"/>
                  <a:gd name="connsiteX9" fmla="*/ 42237 w 41981"/>
                  <a:gd name="connsiteY9" fmla="*/ 21173 h 41981"/>
                  <a:gd name="connsiteX10" fmla="*/ 42237 w 41981"/>
                  <a:gd name="connsiteY10" fmla="*/ 21173 h 41981"/>
                  <a:gd name="connsiteX11" fmla="*/ 2124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3"/>
                    </a:moveTo>
                    <a:cubicBezTo>
                      <a:pt x="30188" y="4983"/>
                      <a:pt x="37436" y="12231"/>
                      <a:pt x="37436" y="21173"/>
                    </a:cubicBezTo>
                    <a:lnTo>
                      <a:pt x="37436" y="21173"/>
                    </a:lnTo>
                    <a:cubicBezTo>
                      <a:pt x="37436" y="30115"/>
                      <a:pt x="30188" y="37363"/>
                      <a:pt x="21246" y="37363"/>
                    </a:cubicBezTo>
                    <a:cubicBezTo>
                      <a:pt x="12304" y="37363"/>
                      <a:pt x="5056" y="30115"/>
                      <a:pt x="5056" y="21173"/>
                    </a:cubicBezTo>
                    <a:cubicBezTo>
                      <a:pt x="5056" y="12231"/>
                      <a:pt x="12304" y="4983"/>
                      <a:pt x="21246" y="4983"/>
                    </a:cubicBezTo>
                    <a:close/>
                    <a:moveTo>
                      <a:pt x="21246" y="183"/>
                    </a:moveTo>
                    <a:cubicBezTo>
                      <a:pt x="9653" y="183"/>
                      <a:pt x="255" y="9581"/>
                      <a:pt x="255" y="21173"/>
                    </a:cubicBezTo>
                    <a:cubicBezTo>
                      <a:pt x="255" y="32766"/>
                      <a:pt x="9653" y="42164"/>
                      <a:pt x="21246" y="42164"/>
                    </a:cubicBezTo>
                    <a:cubicBezTo>
                      <a:pt x="32839" y="42164"/>
                      <a:pt x="42237" y="32766"/>
                      <a:pt x="42237" y="21173"/>
                    </a:cubicBezTo>
                    <a:lnTo>
                      <a:pt x="42237" y="21173"/>
                    </a:lnTo>
                    <a:cubicBezTo>
                      <a:pt x="42237" y="9581"/>
                      <a:pt x="32839" y="183"/>
                      <a:pt x="21246"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29" name="Freeform: Shape 3728">
                <a:extLst>
                  <a:ext uri="{FF2B5EF4-FFF2-40B4-BE49-F238E27FC236}">
                    <a16:creationId xmlns:a16="http://schemas.microsoft.com/office/drawing/2014/main" id="{ADD43AD1-DFAC-E8DD-447A-C807A13EF47A}"/>
                  </a:ext>
                </a:extLst>
              </p:cNvPr>
              <p:cNvSpPr/>
              <p:nvPr/>
            </p:nvSpPr>
            <p:spPr>
              <a:xfrm>
                <a:off x="1703782" y="7731526"/>
                <a:ext cx="37180" cy="37180"/>
              </a:xfrm>
              <a:custGeom>
                <a:avLst/>
                <a:gdLst>
                  <a:gd name="connsiteX0" fmla="*/ 37431 w 37180"/>
                  <a:gd name="connsiteY0" fmla="*/ 18731 h 37180"/>
                  <a:gd name="connsiteX1" fmla="*/ 18840 w 37180"/>
                  <a:gd name="connsiteY1" fmla="*/ 37321 h 37180"/>
                  <a:gd name="connsiteX2" fmla="*/ 250 w 37180"/>
                  <a:gd name="connsiteY2" fmla="*/ 18731 h 37180"/>
                  <a:gd name="connsiteX3" fmla="*/ 18840 w 37180"/>
                  <a:gd name="connsiteY3" fmla="*/ 140 h 37180"/>
                  <a:gd name="connsiteX4" fmla="*/ 37431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31"/>
                    </a:moveTo>
                    <a:cubicBezTo>
                      <a:pt x="37431" y="28998"/>
                      <a:pt x="29108" y="37321"/>
                      <a:pt x="18840" y="37321"/>
                    </a:cubicBezTo>
                    <a:cubicBezTo>
                      <a:pt x="8573" y="37321"/>
                      <a:pt x="250" y="28998"/>
                      <a:pt x="250" y="18731"/>
                    </a:cubicBezTo>
                    <a:cubicBezTo>
                      <a:pt x="250" y="8463"/>
                      <a:pt x="8573" y="140"/>
                      <a:pt x="18840" y="140"/>
                    </a:cubicBezTo>
                    <a:cubicBezTo>
                      <a:pt x="29108" y="140"/>
                      <a:pt x="37431" y="8463"/>
                      <a:pt x="37431" y="18731"/>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0" name="Freeform: Shape 3729">
                <a:extLst>
                  <a:ext uri="{FF2B5EF4-FFF2-40B4-BE49-F238E27FC236}">
                    <a16:creationId xmlns:a16="http://schemas.microsoft.com/office/drawing/2014/main" id="{546B5111-53C0-13C8-1101-3B2E8E76CD67}"/>
                  </a:ext>
                </a:extLst>
              </p:cNvPr>
              <p:cNvSpPr/>
              <p:nvPr/>
            </p:nvSpPr>
            <p:spPr>
              <a:xfrm>
                <a:off x="1701382" y="7729126"/>
                <a:ext cx="41981" cy="41981"/>
              </a:xfrm>
              <a:custGeom>
                <a:avLst/>
                <a:gdLst>
                  <a:gd name="connsiteX0" fmla="*/ 21241 w 41981"/>
                  <a:gd name="connsiteY0" fmla="*/ 4941 h 41981"/>
                  <a:gd name="connsiteX1" fmla="*/ 37431 w 41981"/>
                  <a:gd name="connsiteY1" fmla="*/ 21131 h 41981"/>
                  <a:gd name="connsiteX2" fmla="*/ 37431 w 41981"/>
                  <a:gd name="connsiteY2" fmla="*/ 21131 h 41981"/>
                  <a:gd name="connsiteX3" fmla="*/ 21241 w 41981"/>
                  <a:gd name="connsiteY3" fmla="*/ 37321 h 41981"/>
                  <a:gd name="connsiteX4" fmla="*/ 5050 w 41981"/>
                  <a:gd name="connsiteY4" fmla="*/ 21131 h 41981"/>
                  <a:gd name="connsiteX5" fmla="*/ 21241 w 41981"/>
                  <a:gd name="connsiteY5" fmla="*/ 4941 h 41981"/>
                  <a:gd name="connsiteX6" fmla="*/ 21241 w 41981"/>
                  <a:gd name="connsiteY6" fmla="*/ 140 h 41981"/>
                  <a:gd name="connsiteX7" fmla="*/ 250 w 41981"/>
                  <a:gd name="connsiteY7" fmla="*/ 21131 h 41981"/>
                  <a:gd name="connsiteX8" fmla="*/ 21241 w 41981"/>
                  <a:gd name="connsiteY8" fmla="*/ 42121 h 41981"/>
                  <a:gd name="connsiteX9" fmla="*/ 42231 w 41981"/>
                  <a:gd name="connsiteY9" fmla="*/ 21131 h 41981"/>
                  <a:gd name="connsiteX10" fmla="*/ 42231 w 41981"/>
                  <a:gd name="connsiteY10" fmla="*/ 21131 h 41981"/>
                  <a:gd name="connsiteX11" fmla="*/ 21241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41"/>
                    </a:moveTo>
                    <a:cubicBezTo>
                      <a:pt x="30182" y="4941"/>
                      <a:pt x="37431" y="12189"/>
                      <a:pt x="37431" y="21131"/>
                    </a:cubicBezTo>
                    <a:lnTo>
                      <a:pt x="37431" y="21131"/>
                    </a:lnTo>
                    <a:cubicBezTo>
                      <a:pt x="37431" y="30073"/>
                      <a:pt x="30182" y="37321"/>
                      <a:pt x="21241" y="37321"/>
                    </a:cubicBezTo>
                    <a:cubicBezTo>
                      <a:pt x="12299" y="37321"/>
                      <a:pt x="5050" y="30073"/>
                      <a:pt x="5050" y="21131"/>
                    </a:cubicBezTo>
                    <a:cubicBezTo>
                      <a:pt x="5050" y="12189"/>
                      <a:pt x="12299" y="4941"/>
                      <a:pt x="21241" y="4941"/>
                    </a:cubicBezTo>
                    <a:close/>
                    <a:moveTo>
                      <a:pt x="21241" y="140"/>
                    </a:moveTo>
                    <a:cubicBezTo>
                      <a:pt x="9648" y="140"/>
                      <a:pt x="250" y="9538"/>
                      <a:pt x="250" y="21131"/>
                    </a:cubicBezTo>
                    <a:cubicBezTo>
                      <a:pt x="250" y="32723"/>
                      <a:pt x="9648" y="42121"/>
                      <a:pt x="21241" y="42121"/>
                    </a:cubicBezTo>
                    <a:cubicBezTo>
                      <a:pt x="32833" y="42121"/>
                      <a:pt x="42231" y="32723"/>
                      <a:pt x="42231" y="21131"/>
                    </a:cubicBezTo>
                    <a:lnTo>
                      <a:pt x="42231" y="21131"/>
                    </a:lnTo>
                    <a:cubicBezTo>
                      <a:pt x="42231" y="9538"/>
                      <a:pt x="32833" y="140"/>
                      <a:pt x="21241"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1" name="Freeform: Shape 3730">
                <a:extLst>
                  <a:ext uri="{FF2B5EF4-FFF2-40B4-BE49-F238E27FC236}">
                    <a16:creationId xmlns:a16="http://schemas.microsoft.com/office/drawing/2014/main" id="{E6EB28AD-89E6-8FE3-ABF2-ED172FF2AF9D}"/>
                  </a:ext>
                </a:extLst>
              </p:cNvPr>
              <p:cNvSpPr/>
              <p:nvPr/>
            </p:nvSpPr>
            <p:spPr>
              <a:xfrm>
                <a:off x="1969128" y="7777024"/>
                <a:ext cx="37180" cy="37180"/>
              </a:xfrm>
              <a:custGeom>
                <a:avLst/>
                <a:gdLst>
                  <a:gd name="connsiteX0" fmla="*/ 37477 w 37180"/>
                  <a:gd name="connsiteY0" fmla="*/ 18739 h 37180"/>
                  <a:gd name="connsiteX1" fmla="*/ 18886 w 37180"/>
                  <a:gd name="connsiteY1" fmla="*/ 37329 h 37180"/>
                  <a:gd name="connsiteX2" fmla="*/ 296 w 37180"/>
                  <a:gd name="connsiteY2" fmla="*/ 18739 h 37180"/>
                  <a:gd name="connsiteX3" fmla="*/ 18886 w 37180"/>
                  <a:gd name="connsiteY3" fmla="*/ 148 h 37180"/>
                  <a:gd name="connsiteX4" fmla="*/ 37477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7" y="18739"/>
                    </a:moveTo>
                    <a:cubicBezTo>
                      <a:pt x="37477" y="29006"/>
                      <a:pt x="29154" y="37329"/>
                      <a:pt x="18886" y="37329"/>
                    </a:cubicBezTo>
                    <a:cubicBezTo>
                      <a:pt x="8619" y="37329"/>
                      <a:pt x="296" y="29006"/>
                      <a:pt x="296" y="18739"/>
                    </a:cubicBezTo>
                    <a:cubicBezTo>
                      <a:pt x="296" y="8471"/>
                      <a:pt x="8619" y="148"/>
                      <a:pt x="18886" y="148"/>
                    </a:cubicBezTo>
                    <a:cubicBezTo>
                      <a:pt x="29154" y="148"/>
                      <a:pt x="37477" y="8471"/>
                      <a:pt x="37477" y="18739"/>
                    </a:cubicBezTo>
                    <a:close/>
                  </a:path>
                </a:pathLst>
              </a:custGeom>
              <a:solidFill>
                <a:srgbClr val="F7A55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2" name="Freeform: Shape 3731">
                <a:extLst>
                  <a:ext uri="{FF2B5EF4-FFF2-40B4-BE49-F238E27FC236}">
                    <a16:creationId xmlns:a16="http://schemas.microsoft.com/office/drawing/2014/main" id="{C761A7FF-7DC3-771F-5F3F-6AEDA5588FA6}"/>
                  </a:ext>
                </a:extLst>
              </p:cNvPr>
              <p:cNvSpPr/>
              <p:nvPr/>
            </p:nvSpPr>
            <p:spPr>
              <a:xfrm>
                <a:off x="1966728" y="7774624"/>
                <a:ext cx="41981" cy="41981"/>
              </a:xfrm>
              <a:custGeom>
                <a:avLst/>
                <a:gdLst>
                  <a:gd name="connsiteX0" fmla="*/ 21287 w 41981"/>
                  <a:gd name="connsiteY0" fmla="*/ 4949 h 41981"/>
                  <a:gd name="connsiteX1" fmla="*/ 37477 w 41981"/>
                  <a:gd name="connsiteY1" fmla="*/ 21139 h 41981"/>
                  <a:gd name="connsiteX2" fmla="*/ 37477 w 41981"/>
                  <a:gd name="connsiteY2" fmla="*/ 21139 h 41981"/>
                  <a:gd name="connsiteX3" fmla="*/ 21287 w 41981"/>
                  <a:gd name="connsiteY3" fmla="*/ 37329 h 41981"/>
                  <a:gd name="connsiteX4" fmla="*/ 5096 w 41981"/>
                  <a:gd name="connsiteY4" fmla="*/ 21139 h 41981"/>
                  <a:gd name="connsiteX5" fmla="*/ 21287 w 41981"/>
                  <a:gd name="connsiteY5" fmla="*/ 4949 h 41981"/>
                  <a:gd name="connsiteX6" fmla="*/ 21287 w 41981"/>
                  <a:gd name="connsiteY6" fmla="*/ 148 h 41981"/>
                  <a:gd name="connsiteX7" fmla="*/ 296 w 41981"/>
                  <a:gd name="connsiteY7" fmla="*/ 21139 h 41981"/>
                  <a:gd name="connsiteX8" fmla="*/ 21287 w 41981"/>
                  <a:gd name="connsiteY8" fmla="*/ 42129 h 41981"/>
                  <a:gd name="connsiteX9" fmla="*/ 42277 w 41981"/>
                  <a:gd name="connsiteY9" fmla="*/ 21139 h 41981"/>
                  <a:gd name="connsiteX10" fmla="*/ 42277 w 41981"/>
                  <a:gd name="connsiteY10" fmla="*/ 21139 h 41981"/>
                  <a:gd name="connsiteX11" fmla="*/ 21287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7" y="4949"/>
                    </a:moveTo>
                    <a:cubicBezTo>
                      <a:pt x="30228" y="4949"/>
                      <a:pt x="37477" y="12197"/>
                      <a:pt x="37477" y="21139"/>
                    </a:cubicBezTo>
                    <a:lnTo>
                      <a:pt x="37477" y="21139"/>
                    </a:lnTo>
                    <a:cubicBezTo>
                      <a:pt x="37477" y="30081"/>
                      <a:pt x="30228" y="37329"/>
                      <a:pt x="21287" y="37329"/>
                    </a:cubicBezTo>
                    <a:cubicBezTo>
                      <a:pt x="12345" y="37329"/>
                      <a:pt x="5096" y="30081"/>
                      <a:pt x="5096" y="21139"/>
                    </a:cubicBezTo>
                    <a:cubicBezTo>
                      <a:pt x="5096" y="12197"/>
                      <a:pt x="12345" y="4949"/>
                      <a:pt x="21287" y="4949"/>
                    </a:cubicBezTo>
                    <a:close/>
                    <a:moveTo>
                      <a:pt x="21287" y="148"/>
                    </a:moveTo>
                    <a:cubicBezTo>
                      <a:pt x="9694" y="148"/>
                      <a:pt x="296" y="9546"/>
                      <a:pt x="296" y="21139"/>
                    </a:cubicBezTo>
                    <a:cubicBezTo>
                      <a:pt x="296" y="32731"/>
                      <a:pt x="9694" y="42129"/>
                      <a:pt x="21287" y="42129"/>
                    </a:cubicBezTo>
                    <a:cubicBezTo>
                      <a:pt x="32879" y="42129"/>
                      <a:pt x="42277" y="32731"/>
                      <a:pt x="42277" y="21139"/>
                    </a:cubicBezTo>
                    <a:lnTo>
                      <a:pt x="42277" y="21139"/>
                    </a:lnTo>
                    <a:cubicBezTo>
                      <a:pt x="42277" y="9546"/>
                      <a:pt x="32879" y="148"/>
                      <a:pt x="21287"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3" name="Freeform: Shape 3732">
                <a:extLst>
                  <a:ext uri="{FF2B5EF4-FFF2-40B4-BE49-F238E27FC236}">
                    <a16:creationId xmlns:a16="http://schemas.microsoft.com/office/drawing/2014/main" id="{EB243FE4-7EC1-CD02-F64E-B6287DFDABC3}"/>
                  </a:ext>
                </a:extLst>
              </p:cNvPr>
              <p:cNvSpPr/>
              <p:nvPr/>
            </p:nvSpPr>
            <p:spPr>
              <a:xfrm>
                <a:off x="1645185" y="7727886"/>
                <a:ext cx="37180" cy="37180"/>
              </a:xfrm>
              <a:custGeom>
                <a:avLst/>
                <a:gdLst>
                  <a:gd name="connsiteX0" fmla="*/ 37421 w 37180"/>
                  <a:gd name="connsiteY0" fmla="*/ 18730 h 37180"/>
                  <a:gd name="connsiteX1" fmla="*/ 18830 w 37180"/>
                  <a:gd name="connsiteY1" fmla="*/ 37320 h 37180"/>
                  <a:gd name="connsiteX2" fmla="*/ 240 w 37180"/>
                  <a:gd name="connsiteY2" fmla="*/ 18730 h 37180"/>
                  <a:gd name="connsiteX3" fmla="*/ 18830 w 37180"/>
                  <a:gd name="connsiteY3" fmla="*/ 140 h 37180"/>
                  <a:gd name="connsiteX4" fmla="*/ 37421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30"/>
                    </a:moveTo>
                    <a:cubicBezTo>
                      <a:pt x="37421" y="28997"/>
                      <a:pt x="29097" y="37320"/>
                      <a:pt x="18830" y="37320"/>
                    </a:cubicBezTo>
                    <a:cubicBezTo>
                      <a:pt x="8563" y="37320"/>
                      <a:pt x="240" y="28997"/>
                      <a:pt x="240" y="18730"/>
                    </a:cubicBezTo>
                    <a:cubicBezTo>
                      <a:pt x="240" y="8463"/>
                      <a:pt x="8563" y="140"/>
                      <a:pt x="18830" y="140"/>
                    </a:cubicBezTo>
                    <a:cubicBezTo>
                      <a:pt x="29097" y="140"/>
                      <a:pt x="37421" y="8463"/>
                      <a:pt x="37421" y="18730"/>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4" name="Freeform: Shape 3733">
                <a:extLst>
                  <a:ext uri="{FF2B5EF4-FFF2-40B4-BE49-F238E27FC236}">
                    <a16:creationId xmlns:a16="http://schemas.microsoft.com/office/drawing/2014/main" id="{8531E805-478A-E13E-27F6-41DF0566A3FD}"/>
                  </a:ext>
                </a:extLst>
              </p:cNvPr>
              <p:cNvSpPr/>
              <p:nvPr/>
            </p:nvSpPr>
            <p:spPr>
              <a:xfrm>
                <a:off x="1642785" y="7725485"/>
                <a:ext cx="41981" cy="41981"/>
              </a:xfrm>
              <a:custGeom>
                <a:avLst/>
                <a:gdLst>
                  <a:gd name="connsiteX0" fmla="*/ 21230 w 41981"/>
                  <a:gd name="connsiteY0" fmla="*/ 4940 h 41981"/>
                  <a:gd name="connsiteX1" fmla="*/ 37421 w 41981"/>
                  <a:gd name="connsiteY1" fmla="*/ 21130 h 41981"/>
                  <a:gd name="connsiteX2" fmla="*/ 37421 w 41981"/>
                  <a:gd name="connsiteY2" fmla="*/ 21130 h 41981"/>
                  <a:gd name="connsiteX3" fmla="*/ 21230 w 41981"/>
                  <a:gd name="connsiteY3" fmla="*/ 37320 h 41981"/>
                  <a:gd name="connsiteX4" fmla="*/ 5040 w 41981"/>
                  <a:gd name="connsiteY4" fmla="*/ 21130 h 41981"/>
                  <a:gd name="connsiteX5" fmla="*/ 21230 w 41981"/>
                  <a:gd name="connsiteY5" fmla="*/ 4940 h 41981"/>
                  <a:gd name="connsiteX6" fmla="*/ 21230 w 41981"/>
                  <a:gd name="connsiteY6" fmla="*/ 140 h 41981"/>
                  <a:gd name="connsiteX7" fmla="*/ 240 w 41981"/>
                  <a:gd name="connsiteY7" fmla="*/ 21130 h 41981"/>
                  <a:gd name="connsiteX8" fmla="*/ 21230 w 41981"/>
                  <a:gd name="connsiteY8" fmla="*/ 42121 h 41981"/>
                  <a:gd name="connsiteX9" fmla="*/ 42221 w 41981"/>
                  <a:gd name="connsiteY9" fmla="*/ 21130 h 41981"/>
                  <a:gd name="connsiteX10" fmla="*/ 42221 w 41981"/>
                  <a:gd name="connsiteY10" fmla="*/ 21130 h 41981"/>
                  <a:gd name="connsiteX11" fmla="*/ 21230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40"/>
                    </a:moveTo>
                    <a:cubicBezTo>
                      <a:pt x="30172" y="4940"/>
                      <a:pt x="37421" y="12188"/>
                      <a:pt x="37421" y="21130"/>
                    </a:cubicBezTo>
                    <a:lnTo>
                      <a:pt x="37421" y="21130"/>
                    </a:lnTo>
                    <a:cubicBezTo>
                      <a:pt x="37421" y="30072"/>
                      <a:pt x="30172" y="37320"/>
                      <a:pt x="21230" y="37320"/>
                    </a:cubicBezTo>
                    <a:cubicBezTo>
                      <a:pt x="12289" y="37320"/>
                      <a:pt x="5040" y="30072"/>
                      <a:pt x="5040" y="21130"/>
                    </a:cubicBezTo>
                    <a:cubicBezTo>
                      <a:pt x="5040" y="12188"/>
                      <a:pt x="12289" y="4940"/>
                      <a:pt x="21230" y="4940"/>
                    </a:cubicBezTo>
                    <a:close/>
                    <a:moveTo>
                      <a:pt x="21230" y="140"/>
                    </a:moveTo>
                    <a:cubicBezTo>
                      <a:pt x="9638" y="140"/>
                      <a:pt x="240" y="9538"/>
                      <a:pt x="240" y="21130"/>
                    </a:cubicBezTo>
                    <a:cubicBezTo>
                      <a:pt x="240" y="32723"/>
                      <a:pt x="9638" y="42121"/>
                      <a:pt x="21230" y="42121"/>
                    </a:cubicBezTo>
                    <a:cubicBezTo>
                      <a:pt x="32823" y="42121"/>
                      <a:pt x="42221" y="32723"/>
                      <a:pt x="42221" y="21130"/>
                    </a:cubicBezTo>
                    <a:lnTo>
                      <a:pt x="42221" y="21130"/>
                    </a:lnTo>
                    <a:cubicBezTo>
                      <a:pt x="42221" y="9538"/>
                      <a:pt x="32823" y="140"/>
                      <a:pt x="21230"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5" name="Freeform: Shape 3734">
                <a:extLst>
                  <a:ext uri="{FF2B5EF4-FFF2-40B4-BE49-F238E27FC236}">
                    <a16:creationId xmlns:a16="http://schemas.microsoft.com/office/drawing/2014/main" id="{714EC28D-AD9C-FF30-5292-2E5D2313F682}"/>
                  </a:ext>
                </a:extLst>
              </p:cNvPr>
              <p:cNvSpPr/>
              <p:nvPr/>
            </p:nvSpPr>
            <p:spPr>
              <a:xfrm>
                <a:off x="1833301" y="7886343"/>
                <a:ext cx="37180" cy="37180"/>
              </a:xfrm>
              <a:custGeom>
                <a:avLst/>
                <a:gdLst>
                  <a:gd name="connsiteX0" fmla="*/ 37453 w 37180"/>
                  <a:gd name="connsiteY0" fmla="*/ 18758 h 37180"/>
                  <a:gd name="connsiteX1" fmla="*/ 18863 w 37180"/>
                  <a:gd name="connsiteY1" fmla="*/ 37348 h 37180"/>
                  <a:gd name="connsiteX2" fmla="*/ 272 w 37180"/>
                  <a:gd name="connsiteY2" fmla="*/ 18758 h 37180"/>
                  <a:gd name="connsiteX3" fmla="*/ 18863 w 37180"/>
                  <a:gd name="connsiteY3" fmla="*/ 167 h 37180"/>
                  <a:gd name="connsiteX4" fmla="*/ 3745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8"/>
                    </a:moveTo>
                    <a:cubicBezTo>
                      <a:pt x="37453" y="29025"/>
                      <a:pt x="29130" y="37348"/>
                      <a:pt x="18863" y="37348"/>
                    </a:cubicBezTo>
                    <a:cubicBezTo>
                      <a:pt x="8596" y="37348"/>
                      <a:pt x="272" y="29025"/>
                      <a:pt x="272" y="18758"/>
                    </a:cubicBezTo>
                    <a:cubicBezTo>
                      <a:pt x="272" y="8490"/>
                      <a:pt x="8596" y="167"/>
                      <a:pt x="18863" y="167"/>
                    </a:cubicBezTo>
                    <a:cubicBezTo>
                      <a:pt x="29130" y="167"/>
                      <a:pt x="37453" y="8490"/>
                      <a:pt x="37453" y="18758"/>
                    </a:cubicBezTo>
                    <a:close/>
                  </a:path>
                </a:pathLst>
              </a:custGeom>
              <a:solidFill>
                <a:srgbClr val="F7D2D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6" name="Freeform: Shape 3735">
                <a:extLst>
                  <a:ext uri="{FF2B5EF4-FFF2-40B4-BE49-F238E27FC236}">
                    <a16:creationId xmlns:a16="http://schemas.microsoft.com/office/drawing/2014/main" id="{414A00FA-9FF0-1327-D1DE-E14A699A5B6E}"/>
                  </a:ext>
                </a:extLst>
              </p:cNvPr>
              <p:cNvSpPr/>
              <p:nvPr/>
            </p:nvSpPr>
            <p:spPr>
              <a:xfrm>
                <a:off x="1830901" y="7883943"/>
                <a:ext cx="41981" cy="41981"/>
              </a:xfrm>
              <a:custGeom>
                <a:avLst/>
                <a:gdLst>
                  <a:gd name="connsiteX0" fmla="*/ 21263 w 41981"/>
                  <a:gd name="connsiteY0" fmla="*/ 4968 h 41981"/>
                  <a:gd name="connsiteX1" fmla="*/ 37453 w 41981"/>
                  <a:gd name="connsiteY1" fmla="*/ 21158 h 41981"/>
                  <a:gd name="connsiteX2" fmla="*/ 37453 w 41981"/>
                  <a:gd name="connsiteY2" fmla="*/ 21158 h 41981"/>
                  <a:gd name="connsiteX3" fmla="*/ 21263 w 41981"/>
                  <a:gd name="connsiteY3" fmla="*/ 37348 h 41981"/>
                  <a:gd name="connsiteX4" fmla="*/ 5073 w 41981"/>
                  <a:gd name="connsiteY4" fmla="*/ 21158 h 41981"/>
                  <a:gd name="connsiteX5" fmla="*/ 21263 w 41981"/>
                  <a:gd name="connsiteY5" fmla="*/ 4968 h 41981"/>
                  <a:gd name="connsiteX6" fmla="*/ 21263 w 41981"/>
                  <a:gd name="connsiteY6" fmla="*/ 167 h 41981"/>
                  <a:gd name="connsiteX7" fmla="*/ 272 w 41981"/>
                  <a:gd name="connsiteY7" fmla="*/ 21158 h 41981"/>
                  <a:gd name="connsiteX8" fmla="*/ 21263 w 41981"/>
                  <a:gd name="connsiteY8" fmla="*/ 42148 h 41981"/>
                  <a:gd name="connsiteX9" fmla="*/ 42254 w 41981"/>
                  <a:gd name="connsiteY9" fmla="*/ 21158 h 41981"/>
                  <a:gd name="connsiteX10" fmla="*/ 42254 w 41981"/>
                  <a:gd name="connsiteY10" fmla="*/ 21158 h 41981"/>
                  <a:gd name="connsiteX11" fmla="*/ 21263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8"/>
                    </a:moveTo>
                    <a:cubicBezTo>
                      <a:pt x="30205" y="4968"/>
                      <a:pt x="37453" y="12216"/>
                      <a:pt x="37453" y="21158"/>
                    </a:cubicBezTo>
                    <a:lnTo>
                      <a:pt x="37453" y="21158"/>
                    </a:lnTo>
                    <a:cubicBezTo>
                      <a:pt x="37453" y="30100"/>
                      <a:pt x="30205" y="37348"/>
                      <a:pt x="21263" y="37348"/>
                    </a:cubicBezTo>
                    <a:cubicBezTo>
                      <a:pt x="12321" y="37348"/>
                      <a:pt x="5073" y="30100"/>
                      <a:pt x="5073" y="21158"/>
                    </a:cubicBezTo>
                    <a:cubicBezTo>
                      <a:pt x="5073" y="12216"/>
                      <a:pt x="12321" y="4968"/>
                      <a:pt x="21263" y="4968"/>
                    </a:cubicBezTo>
                    <a:close/>
                    <a:moveTo>
                      <a:pt x="21263" y="167"/>
                    </a:moveTo>
                    <a:cubicBezTo>
                      <a:pt x="9670" y="167"/>
                      <a:pt x="272" y="9565"/>
                      <a:pt x="272" y="21158"/>
                    </a:cubicBezTo>
                    <a:cubicBezTo>
                      <a:pt x="272" y="32750"/>
                      <a:pt x="9670" y="42148"/>
                      <a:pt x="21263" y="42148"/>
                    </a:cubicBezTo>
                    <a:cubicBezTo>
                      <a:pt x="32856" y="42148"/>
                      <a:pt x="42254" y="32750"/>
                      <a:pt x="42254" y="21158"/>
                    </a:cubicBezTo>
                    <a:lnTo>
                      <a:pt x="42254" y="21158"/>
                    </a:lnTo>
                    <a:cubicBezTo>
                      <a:pt x="42254" y="9565"/>
                      <a:pt x="32856" y="167"/>
                      <a:pt x="21263"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7" name="Freeform: Shape 3736">
                <a:extLst>
                  <a:ext uri="{FF2B5EF4-FFF2-40B4-BE49-F238E27FC236}">
                    <a16:creationId xmlns:a16="http://schemas.microsoft.com/office/drawing/2014/main" id="{121EAEF1-C30D-C688-C77A-7836E429C0D9}"/>
                  </a:ext>
                </a:extLst>
              </p:cNvPr>
              <p:cNvSpPr/>
              <p:nvPr/>
            </p:nvSpPr>
            <p:spPr>
              <a:xfrm>
                <a:off x="2011193" y="7894338"/>
                <a:ext cx="37180" cy="37180"/>
              </a:xfrm>
              <a:custGeom>
                <a:avLst/>
                <a:gdLst>
                  <a:gd name="connsiteX0" fmla="*/ 37484 w 37180"/>
                  <a:gd name="connsiteY0" fmla="*/ 18759 h 37180"/>
                  <a:gd name="connsiteX1" fmla="*/ 18894 w 37180"/>
                  <a:gd name="connsiteY1" fmla="*/ 37349 h 37180"/>
                  <a:gd name="connsiteX2" fmla="*/ 303 w 37180"/>
                  <a:gd name="connsiteY2" fmla="*/ 18759 h 37180"/>
                  <a:gd name="connsiteX3" fmla="*/ 18894 w 37180"/>
                  <a:gd name="connsiteY3" fmla="*/ 169 h 37180"/>
                  <a:gd name="connsiteX4" fmla="*/ 3748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4" y="18759"/>
                    </a:moveTo>
                    <a:cubicBezTo>
                      <a:pt x="37484" y="29026"/>
                      <a:pt x="29161" y="37349"/>
                      <a:pt x="18894" y="37349"/>
                    </a:cubicBezTo>
                    <a:cubicBezTo>
                      <a:pt x="8627" y="37349"/>
                      <a:pt x="303" y="29026"/>
                      <a:pt x="303" y="18759"/>
                    </a:cubicBezTo>
                    <a:cubicBezTo>
                      <a:pt x="303" y="8492"/>
                      <a:pt x="8627" y="169"/>
                      <a:pt x="18894" y="169"/>
                    </a:cubicBezTo>
                    <a:cubicBezTo>
                      <a:pt x="29161" y="169"/>
                      <a:pt x="37484" y="8492"/>
                      <a:pt x="37484" y="18759"/>
                    </a:cubicBezTo>
                    <a:close/>
                  </a:path>
                </a:pathLst>
              </a:custGeom>
              <a:solidFill>
                <a:srgbClr val="D4F7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8" name="Freeform: Shape 3737">
                <a:extLst>
                  <a:ext uri="{FF2B5EF4-FFF2-40B4-BE49-F238E27FC236}">
                    <a16:creationId xmlns:a16="http://schemas.microsoft.com/office/drawing/2014/main" id="{4453DDE6-61BE-D893-F3B7-1E3FB784B40D}"/>
                  </a:ext>
                </a:extLst>
              </p:cNvPr>
              <p:cNvSpPr/>
              <p:nvPr/>
            </p:nvSpPr>
            <p:spPr>
              <a:xfrm>
                <a:off x="2008793" y="7891938"/>
                <a:ext cx="41981" cy="41981"/>
              </a:xfrm>
              <a:custGeom>
                <a:avLst/>
                <a:gdLst>
                  <a:gd name="connsiteX0" fmla="*/ 21294 w 41981"/>
                  <a:gd name="connsiteY0" fmla="*/ 4969 h 41981"/>
                  <a:gd name="connsiteX1" fmla="*/ 37484 w 41981"/>
                  <a:gd name="connsiteY1" fmla="*/ 21159 h 41981"/>
                  <a:gd name="connsiteX2" fmla="*/ 37484 w 41981"/>
                  <a:gd name="connsiteY2" fmla="*/ 21159 h 41981"/>
                  <a:gd name="connsiteX3" fmla="*/ 21294 w 41981"/>
                  <a:gd name="connsiteY3" fmla="*/ 37349 h 41981"/>
                  <a:gd name="connsiteX4" fmla="*/ 5104 w 41981"/>
                  <a:gd name="connsiteY4" fmla="*/ 21159 h 41981"/>
                  <a:gd name="connsiteX5" fmla="*/ 21294 w 41981"/>
                  <a:gd name="connsiteY5" fmla="*/ 4969 h 41981"/>
                  <a:gd name="connsiteX6" fmla="*/ 21294 w 41981"/>
                  <a:gd name="connsiteY6" fmla="*/ 169 h 41981"/>
                  <a:gd name="connsiteX7" fmla="*/ 303 w 41981"/>
                  <a:gd name="connsiteY7" fmla="*/ 21159 h 41981"/>
                  <a:gd name="connsiteX8" fmla="*/ 21294 w 41981"/>
                  <a:gd name="connsiteY8" fmla="*/ 42150 h 41981"/>
                  <a:gd name="connsiteX9" fmla="*/ 42285 w 41981"/>
                  <a:gd name="connsiteY9" fmla="*/ 21159 h 41981"/>
                  <a:gd name="connsiteX10" fmla="*/ 42285 w 41981"/>
                  <a:gd name="connsiteY10" fmla="*/ 21159 h 41981"/>
                  <a:gd name="connsiteX11" fmla="*/ 21294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4" y="4969"/>
                    </a:moveTo>
                    <a:cubicBezTo>
                      <a:pt x="30236" y="4969"/>
                      <a:pt x="37484" y="12217"/>
                      <a:pt x="37484" y="21159"/>
                    </a:cubicBezTo>
                    <a:lnTo>
                      <a:pt x="37484" y="21159"/>
                    </a:lnTo>
                    <a:cubicBezTo>
                      <a:pt x="37484" y="30101"/>
                      <a:pt x="30236" y="37349"/>
                      <a:pt x="21294" y="37349"/>
                    </a:cubicBezTo>
                    <a:cubicBezTo>
                      <a:pt x="12352" y="37349"/>
                      <a:pt x="5104" y="30101"/>
                      <a:pt x="5104" y="21159"/>
                    </a:cubicBezTo>
                    <a:cubicBezTo>
                      <a:pt x="5104" y="12217"/>
                      <a:pt x="12352" y="4969"/>
                      <a:pt x="21294" y="4969"/>
                    </a:cubicBezTo>
                    <a:close/>
                    <a:moveTo>
                      <a:pt x="21294" y="169"/>
                    </a:moveTo>
                    <a:cubicBezTo>
                      <a:pt x="9701" y="169"/>
                      <a:pt x="303" y="9567"/>
                      <a:pt x="303" y="21159"/>
                    </a:cubicBezTo>
                    <a:cubicBezTo>
                      <a:pt x="303" y="32752"/>
                      <a:pt x="9701" y="42150"/>
                      <a:pt x="21294" y="42150"/>
                    </a:cubicBezTo>
                    <a:cubicBezTo>
                      <a:pt x="32887" y="42150"/>
                      <a:pt x="42285" y="32752"/>
                      <a:pt x="42285" y="21159"/>
                    </a:cubicBezTo>
                    <a:lnTo>
                      <a:pt x="42285" y="21159"/>
                    </a:lnTo>
                    <a:cubicBezTo>
                      <a:pt x="42285" y="9567"/>
                      <a:pt x="32887" y="169"/>
                      <a:pt x="21294"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39" name="Freeform: Shape 3738">
                <a:extLst>
                  <a:ext uri="{FF2B5EF4-FFF2-40B4-BE49-F238E27FC236}">
                    <a16:creationId xmlns:a16="http://schemas.microsoft.com/office/drawing/2014/main" id="{77451BBD-95DC-9C84-AC33-3D9D8E48397C}"/>
                  </a:ext>
                </a:extLst>
              </p:cNvPr>
              <p:cNvSpPr/>
              <p:nvPr/>
            </p:nvSpPr>
            <p:spPr>
              <a:xfrm>
                <a:off x="1800055" y="7732753"/>
                <a:ext cx="37180" cy="37180"/>
              </a:xfrm>
              <a:custGeom>
                <a:avLst/>
                <a:gdLst>
                  <a:gd name="connsiteX0" fmla="*/ 37447 w 37180"/>
                  <a:gd name="connsiteY0" fmla="*/ 18731 h 37180"/>
                  <a:gd name="connsiteX1" fmla="*/ 18857 w 37180"/>
                  <a:gd name="connsiteY1" fmla="*/ 37321 h 37180"/>
                  <a:gd name="connsiteX2" fmla="*/ 267 w 37180"/>
                  <a:gd name="connsiteY2" fmla="*/ 18731 h 37180"/>
                  <a:gd name="connsiteX3" fmla="*/ 18857 w 37180"/>
                  <a:gd name="connsiteY3" fmla="*/ 140 h 37180"/>
                  <a:gd name="connsiteX4" fmla="*/ 37447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31"/>
                    </a:moveTo>
                    <a:cubicBezTo>
                      <a:pt x="37447" y="28998"/>
                      <a:pt x="29124" y="37321"/>
                      <a:pt x="18857" y="37321"/>
                    </a:cubicBezTo>
                    <a:cubicBezTo>
                      <a:pt x="8590" y="37321"/>
                      <a:pt x="267" y="28998"/>
                      <a:pt x="267" y="18731"/>
                    </a:cubicBezTo>
                    <a:cubicBezTo>
                      <a:pt x="267" y="8464"/>
                      <a:pt x="8590" y="140"/>
                      <a:pt x="18857" y="140"/>
                    </a:cubicBezTo>
                    <a:cubicBezTo>
                      <a:pt x="29124" y="140"/>
                      <a:pt x="37447" y="8464"/>
                      <a:pt x="37447" y="18731"/>
                    </a:cubicBezTo>
                    <a:close/>
                  </a:path>
                </a:pathLst>
              </a:custGeom>
              <a:solidFill>
                <a:srgbClr val="F7CFC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0" name="Freeform: Shape 3739">
                <a:extLst>
                  <a:ext uri="{FF2B5EF4-FFF2-40B4-BE49-F238E27FC236}">
                    <a16:creationId xmlns:a16="http://schemas.microsoft.com/office/drawing/2014/main" id="{06F6A819-6414-F79C-8B7F-512616036788}"/>
                  </a:ext>
                </a:extLst>
              </p:cNvPr>
              <p:cNvSpPr/>
              <p:nvPr/>
            </p:nvSpPr>
            <p:spPr>
              <a:xfrm>
                <a:off x="1797654" y="7730353"/>
                <a:ext cx="41981" cy="41981"/>
              </a:xfrm>
              <a:custGeom>
                <a:avLst/>
                <a:gdLst>
                  <a:gd name="connsiteX0" fmla="*/ 21257 w 41981"/>
                  <a:gd name="connsiteY0" fmla="*/ 4941 h 41981"/>
                  <a:gd name="connsiteX1" fmla="*/ 37448 w 41981"/>
                  <a:gd name="connsiteY1" fmla="*/ 21131 h 41981"/>
                  <a:gd name="connsiteX2" fmla="*/ 37448 w 41981"/>
                  <a:gd name="connsiteY2" fmla="*/ 21131 h 41981"/>
                  <a:gd name="connsiteX3" fmla="*/ 21257 w 41981"/>
                  <a:gd name="connsiteY3" fmla="*/ 37321 h 41981"/>
                  <a:gd name="connsiteX4" fmla="*/ 5067 w 41981"/>
                  <a:gd name="connsiteY4" fmla="*/ 21131 h 41981"/>
                  <a:gd name="connsiteX5" fmla="*/ 21257 w 41981"/>
                  <a:gd name="connsiteY5" fmla="*/ 4941 h 41981"/>
                  <a:gd name="connsiteX6" fmla="*/ 21257 w 41981"/>
                  <a:gd name="connsiteY6" fmla="*/ 140 h 41981"/>
                  <a:gd name="connsiteX7" fmla="*/ 267 w 41981"/>
                  <a:gd name="connsiteY7" fmla="*/ 21131 h 41981"/>
                  <a:gd name="connsiteX8" fmla="*/ 21257 w 41981"/>
                  <a:gd name="connsiteY8" fmla="*/ 42122 h 41981"/>
                  <a:gd name="connsiteX9" fmla="*/ 42248 w 41981"/>
                  <a:gd name="connsiteY9" fmla="*/ 21131 h 41981"/>
                  <a:gd name="connsiteX10" fmla="*/ 42248 w 41981"/>
                  <a:gd name="connsiteY10" fmla="*/ 21131 h 41981"/>
                  <a:gd name="connsiteX11" fmla="*/ 21257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41"/>
                    </a:moveTo>
                    <a:cubicBezTo>
                      <a:pt x="30199" y="4941"/>
                      <a:pt x="37448" y="12189"/>
                      <a:pt x="37448" y="21131"/>
                    </a:cubicBezTo>
                    <a:lnTo>
                      <a:pt x="37448" y="21131"/>
                    </a:lnTo>
                    <a:cubicBezTo>
                      <a:pt x="37448" y="30073"/>
                      <a:pt x="30199" y="37321"/>
                      <a:pt x="21257" y="37321"/>
                    </a:cubicBezTo>
                    <a:cubicBezTo>
                      <a:pt x="12315" y="37321"/>
                      <a:pt x="5067" y="30073"/>
                      <a:pt x="5067" y="21131"/>
                    </a:cubicBezTo>
                    <a:cubicBezTo>
                      <a:pt x="5067" y="12189"/>
                      <a:pt x="12315" y="4941"/>
                      <a:pt x="21257" y="4941"/>
                    </a:cubicBezTo>
                    <a:close/>
                    <a:moveTo>
                      <a:pt x="21257" y="140"/>
                    </a:moveTo>
                    <a:cubicBezTo>
                      <a:pt x="9665" y="140"/>
                      <a:pt x="267" y="9538"/>
                      <a:pt x="267" y="21131"/>
                    </a:cubicBezTo>
                    <a:cubicBezTo>
                      <a:pt x="267" y="32724"/>
                      <a:pt x="9665" y="42122"/>
                      <a:pt x="21257" y="42122"/>
                    </a:cubicBezTo>
                    <a:cubicBezTo>
                      <a:pt x="32850" y="42122"/>
                      <a:pt x="42248" y="32724"/>
                      <a:pt x="42248" y="21131"/>
                    </a:cubicBezTo>
                    <a:lnTo>
                      <a:pt x="42248" y="21131"/>
                    </a:lnTo>
                    <a:cubicBezTo>
                      <a:pt x="42248" y="9538"/>
                      <a:pt x="32850" y="140"/>
                      <a:pt x="21257"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1" name="Freeform: Shape 3740">
                <a:extLst>
                  <a:ext uri="{FF2B5EF4-FFF2-40B4-BE49-F238E27FC236}">
                    <a16:creationId xmlns:a16="http://schemas.microsoft.com/office/drawing/2014/main" id="{C8692708-0143-B7F4-DD43-CD36C44C1597}"/>
                  </a:ext>
                </a:extLst>
              </p:cNvPr>
              <p:cNvSpPr/>
              <p:nvPr/>
            </p:nvSpPr>
            <p:spPr>
              <a:xfrm>
                <a:off x="1812508" y="7944623"/>
                <a:ext cx="37180" cy="37180"/>
              </a:xfrm>
              <a:custGeom>
                <a:avLst/>
                <a:gdLst>
                  <a:gd name="connsiteX0" fmla="*/ 37450 w 37180"/>
                  <a:gd name="connsiteY0" fmla="*/ 18768 h 37180"/>
                  <a:gd name="connsiteX1" fmla="*/ 18859 w 37180"/>
                  <a:gd name="connsiteY1" fmla="*/ 37358 h 37180"/>
                  <a:gd name="connsiteX2" fmla="*/ 269 w 37180"/>
                  <a:gd name="connsiteY2" fmla="*/ 18768 h 37180"/>
                  <a:gd name="connsiteX3" fmla="*/ 18859 w 37180"/>
                  <a:gd name="connsiteY3" fmla="*/ 177 h 37180"/>
                  <a:gd name="connsiteX4" fmla="*/ 3745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68"/>
                    </a:moveTo>
                    <a:cubicBezTo>
                      <a:pt x="37450" y="29035"/>
                      <a:pt x="29126" y="37358"/>
                      <a:pt x="18859" y="37358"/>
                    </a:cubicBezTo>
                    <a:cubicBezTo>
                      <a:pt x="8592" y="37358"/>
                      <a:pt x="269" y="29035"/>
                      <a:pt x="269" y="18768"/>
                    </a:cubicBezTo>
                    <a:cubicBezTo>
                      <a:pt x="269" y="8500"/>
                      <a:pt x="8592" y="177"/>
                      <a:pt x="18859" y="177"/>
                    </a:cubicBezTo>
                    <a:cubicBezTo>
                      <a:pt x="29126" y="177"/>
                      <a:pt x="37450" y="8500"/>
                      <a:pt x="37450" y="18768"/>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2" name="Freeform: Shape 3741">
                <a:extLst>
                  <a:ext uri="{FF2B5EF4-FFF2-40B4-BE49-F238E27FC236}">
                    <a16:creationId xmlns:a16="http://schemas.microsoft.com/office/drawing/2014/main" id="{1EBF7616-981F-2503-0EB1-37FA421A2D86}"/>
                  </a:ext>
                </a:extLst>
              </p:cNvPr>
              <p:cNvSpPr/>
              <p:nvPr/>
            </p:nvSpPr>
            <p:spPr>
              <a:xfrm>
                <a:off x="1810108" y="7942223"/>
                <a:ext cx="41981" cy="41981"/>
              </a:xfrm>
              <a:custGeom>
                <a:avLst/>
                <a:gdLst>
                  <a:gd name="connsiteX0" fmla="*/ 21259 w 41981"/>
                  <a:gd name="connsiteY0" fmla="*/ 4978 h 41981"/>
                  <a:gd name="connsiteX1" fmla="*/ 37450 w 41981"/>
                  <a:gd name="connsiteY1" fmla="*/ 21168 h 41981"/>
                  <a:gd name="connsiteX2" fmla="*/ 37450 w 41981"/>
                  <a:gd name="connsiteY2" fmla="*/ 21168 h 41981"/>
                  <a:gd name="connsiteX3" fmla="*/ 21259 w 41981"/>
                  <a:gd name="connsiteY3" fmla="*/ 37358 h 41981"/>
                  <a:gd name="connsiteX4" fmla="*/ 5069 w 41981"/>
                  <a:gd name="connsiteY4" fmla="*/ 21168 h 41981"/>
                  <a:gd name="connsiteX5" fmla="*/ 21259 w 41981"/>
                  <a:gd name="connsiteY5" fmla="*/ 4978 h 41981"/>
                  <a:gd name="connsiteX6" fmla="*/ 21259 w 41981"/>
                  <a:gd name="connsiteY6" fmla="*/ 177 h 41981"/>
                  <a:gd name="connsiteX7" fmla="*/ 269 w 41981"/>
                  <a:gd name="connsiteY7" fmla="*/ 21168 h 41981"/>
                  <a:gd name="connsiteX8" fmla="*/ 21259 w 41981"/>
                  <a:gd name="connsiteY8" fmla="*/ 42158 h 41981"/>
                  <a:gd name="connsiteX9" fmla="*/ 42250 w 41981"/>
                  <a:gd name="connsiteY9" fmla="*/ 21168 h 41981"/>
                  <a:gd name="connsiteX10" fmla="*/ 42250 w 41981"/>
                  <a:gd name="connsiteY10" fmla="*/ 21168 h 41981"/>
                  <a:gd name="connsiteX11" fmla="*/ 21259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8"/>
                    </a:moveTo>
                    <a:cubicBezTo>
                      <a:pt x="30201" y="4978"/>
                      <a:pt x="37450" y="12226"/>
                      <a:pt x="37450" y="21168"/>
                    </a:cubicBezTo>
                    <a:lnTo>
                      <a:pt x="37450" y="21168"/>
                    </a:lnTo>
                    <a:cubicBezTo>
                      <a:pt x="37450" y="30110"/>
                      <a:pt x="30201" y="37358"/>
                      <a:pt x="21259" y="37358"/>
                    </a:cubicBezTo>
                    <a:cubicBezTo>
                      <a:pt x="12318" y="37358"/>
                      <a:pt x="5069" y="30110"/>
                      <a:pt x="5069" y="21168"/>
                    </a:cubicBezTo>
                    <a:cubicBezTo>
                      <a:pt x="5069" y="12226"/>
                      <a:pt x="12318" y="4978"/>
                      <a:pt x="21259" y="4978"/>
                    </a:cubicBezTo>
                    <a:close/>
                    <a:moveTo>
                      <a:pt x="21259" y="177"/>
                    </a:moveTo>
                    <a:cubicBezTo>
                      <a:pt x="9667" y="177"/>
                      <a:pt x="269" y="9575"/>
                      <a:pt x="269" y="21168"/>
                    </a:cubicBezTo>
                    <a:cubicBezTo>
                      <a:pt x="269" y="32760"/>
                      <a:pt x="9667" y="42158"/>
                      <a:pt x="21259" y="42158"/>
                    </a:cubicBezTo>
                    <a:cubicBezTo>
                      <a:pt x="32852" y="42158"/>
                      <a:pt x="42250" y="32760"/>
                      <a:pt x="42250" y="21168"/>
                    </a:cubicBezTo>
                    <a:lnTo>
                      <a:pt x="42250" y="21168"/>
                    </a:lnTo>
                    <a:cubicBezTo>
                      <a:pt x="42250" y="9575"/>
                      <a:pt x="32852" y="177"/>
                      <a:pt x="21259"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3" name="Freeform: Shape 3742">
                <a:extLst>
                  <a:ext uri="{FF2B5EF4-FFF2-40B4-BE49-F238E27FC236}">
                    <a16:creationId xmlns:a16="http://schemas.microsoft.com/office/drawing/2014/main" id="{168C0F3B-53B2-3FD0-34DD-319F90EC8D51}"/>
                  </a:ext>
                </a:extLst>
              </p:cNvPr>
              <p:cNvSpPr/>
              <p:nvPr/>
            </p:nvSpPr>
            <p:spPr>
              <a:xfrm>
                <a:off x="1780897" y="7987938"/>
                <a:ext cx="37180" cy="37180"/>
              </a:xfrm>
              <a:custGeom>
                <a:avLst/>
                <a:gdLst>
                  <a:gd name="connsiteX0" fmla="*/ 37444 w 37180"/>
                  <a:gd name="connsiteY0" fmla="*/ 18775 h 37180"/>
                  <a:gd name="connsiteX1" fmla="*/ 18854 w 37180"/>
                  <a:gd name="connsiteY1" fmla="*/ 37366 h 37180"/>
                  <a:gd name="connsiteX2" fmla="*/ 263 w 37180"/>
                  <a:gd name="connsiteY2" fmla="*/ 18775 h 37180"/>
                  <a:gd name="connsiteX3" fmla="*/ 18854 w 37180"/>
                  <a:gd name="connsiteY3" fmla="*/ 185 h 37180"/>
                  <a:gd name="connsiteX4" fmla="*/ 37444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5"/>
                    </a:moveTo>
                    <a:cubicBezTo>
                      <a:pt x="37444" y="29042"/>
                      <a:pt x="29121" y="37366"/>
                      <a:pt x="18854" y="37366"/>
                    </a:cubicBezTo>
                    <a:cubicBezTo>
                      <a:pt x="8587" y="37366"/>
                      <a:pt x="263" y="29042"/>
                      <a:pt x="263" y="18775"/>
                    </a:cubicBezTo>
                    <a:cubicBezTo>
                      <a:pt x="263" y="8508"/>
                      <a:pt x="8587" y="185"/>
                      <a:pt x="18854" y="185"/>
                    </a:cubicBezTo>
                    <a:cubicBezTo>
                      <a:pt x="29121" y="185"/>
                      <a:pt x="37444" y="8508"/>
                      <a:pt x="37444" y="18775"/>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4" name="Freeform: Shape 3743">
                <a:extLst>
                  <a:ext uri="{FF2B5EF4-FFF2-40B4-BE49-F238E27FC236}">
                    <a16:creationId xmlns:a16="http://schemas.microsoft.com/office/drawing/2014/main" id="{A03C6A2F-32CE-051A-599E-23A2AC918045}"/>
                  </a:ext>
                </a:extLst>
              </p:cNvPr>
              <p:cNvSpPr/>
              <p:nvPr/>
            </p:nvSpPr>
            <p:spPr>
              <a:xfrm>
                <a:off x="1778497" y="7985538"/>
                <a:ext cx="41981" cy="41981"/>
              </a:xfrm>
              <a:custGeom>
                <a:avLst/>
                <a:gdLst>
                  <a:gd name="connsiteX0" fmla="*/ 21254 w 41981"/>
                  <a:gd name="connsiteY0" fmla="*/ 4985 h 41981"/>
                  <a:gd name="connsiteX1" fmla="*/ 37444 w 41981"/>
                  <a:gd name="connsiteY1" fmla="*/ 21175 h 41981"/>
                  <a:gd name="connsiteX2" fmla="*/ 37444 w 41981"/>
                  <a:gd name="connsiteY2" fmla="*/ 21175 h 41981"/>
                  <a:gd name="connsiteX3" fmla="*/ 21254 w 41981"/>
                  <a:gd name="connsiteY3" fmla="*/ 37366 h 41981"/>
                  <a:gd name="connsiteX4" fmla="*/ 5064 w 41981"/>
                  <a:gd name="connsiteY4" fmla="*/ 21175 h 41981"/>
                  <a:gd name="connsiteX5" fmla="*/ 21254 w 41981"/>
                  <a:gd name="connsiteY5" fmla="*/ 4985 h 41981"/>
                  <a:gd name="connsiteX6" fmla="*/ 21254 w 41981"/>
                  <a:gd name="connsiteY6" fmla="*/ 185 h 41981"/>
                  <a:gd name="connsiteX7" fmla="*/ 263 w 41981"/>
                  <a:gd name="connsiteY7" fmla="*/ 21175 h 41981"/>
                  <a:gd name="connsiteX8" fmla="*/ 21254 w 41981"/>
                  <a:gd name="connsiteY8" fmla="*/ 42166 h 41981"/>
                  <a:gd name="connsiteX9" fmla="*/ 42245 w 41981"/>
                  <a:gd name="connsiteY9" fmla="*/ 21175 h 41981"/>
                  <a:gd name="connsiteX10" fmla="*/ 42245 w 41981"/>
                  <a:gd name="connsiteY10" fmla="*/ 21175 h 41981"/>
                  <a:gd name="connsiteX11" fmla="*/ 21254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5"/>
                    </a:moveTo>
                    <a:cubicBezTo>
                      <a:pt x="30196" y="4985"/>
                      <a:pt x="37444" y="12234"/>
                      <a:pt x="37444" y="21175"/>
                    </a:cubicBezTo>
                    <a:lnTo>
                      <a:pt x="37444" y="21175"/>
                    </a:lnTo>
                    <a:cubicBezTo>
                      <a:pt x="37444" y="30117"/>
                      <a:pt x="30196" y="37366"/>
                      <a:pt x="21254" y="37366"/>
                    </a:cubicBezTo>
                    <a:cubicBezTo>
                      <a:pt x="12312" y="37366"/>
                      <a:pt x="5064" y="30117"/>
                      <a:pt x="5064" y="21175"/>
                    </a:cubicBezTo>
                    <a:cubicBezTo>
                      <a:pt x="5064" y="12234"/>
                      <a:pt x="12312" y="4985"/>
                      <a:pt x="21254" y="4985"/>
                    </a:cubicBezTo>
                    <a:close/>
                    <a:moveTo>
                      <a:pt x="21254" y="185"/>
                    </a:moveTo>
                    <a:cubicBezTo>
                      <a:pt x="9661" y="185"/>
                      <a:pt x="263" y="9583"/>
                      <a:pt x="263" y="21175"/>
                    </a:cubicBezTo>
                    <a:cubicBezTo>
                      <a:pt x="263" y="32768"/>
                      <a:pt x="9661" y="42166"/>
                      <a:pt x="21254" y="42166"/>
                    </a:cubicBezTo>
                    <a:cubicBezTo>
                      <a:pt x="32847" y="42166"/>
                      <a:pt x="42245" y="32768"/>
                      <a:pt x="42245" y="21175"/>
                    </a:cubicBezTo>
                    <a:lnTo>
                      <a:pt x="42245" y="21175"/>
                    </a:lnTo>
                    <a:cubicBezTo>
                      <a:pt x="42245" y="9583"/>
                      <a:pt x="32847" y="185"/>
                      <a:pt x="21254" y="1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5" name="Freeform: Shape 3744">
                <a:extLst>
                  <a:ext uri="{FF2B5EF4-FFF2-40B4-BE49-F238E27FC236}">
                    <a16:creationId xmlns:a16="http://schemas.microsoft.com/office/drawing/2014/main" id="{A1E7F22A-97B4-7EF6-C8B8-6AC4E6120DDE}"/>
                  </a:ext>
                </a:extLst>
              </p:cNvPr>
              <p:cNvSpPr/>
              <p:nvPr/>
            </p:nvSpPr>
            <p:spPr>
              <a:xfrm>
                <a:off x="2123018" y="7668051"/>
                <a:ext cx="37180" cy="37180"/>
              </a:xfrm>
              <a:custGeom>
                <a:avLst/>
                <a:gdLst>
                  <a:gd name="connsiteX0" fmla="*/ 37504 w 37180"/>
                  <a:gd name="connsiteY0" fmla="*/ 18720 h 37180"/>
                  <a:gd name="connsiteX1" fmla="*/ 18913 w 37180"/>
                  <a:gd name="connsiteY1" fmla="*/ 37310 h 37180"/>
                  <a:gd name="connsiteX2" fmla="*/ 323 w 37180"/>
                  <a:gd name="connsiteY2" fmla="*/ 18720 h 37180"/>
                  <a:gd name="connsiteX3" fmla="*/ 18913 w 37180"/>
                  <a:gd name="connsiteY3" fmla="*/ 129 h 37180"/>
                  <a:gd name="connsiteX4" fmla="*/ 37504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4" y="18720"/>
                    </a:moveTo>
                    <a:cubicBezTo>
                      <a:pt x="37504" y="28987"/>
                      <a:pt x="29180" y="37310"/>
                      <a:pt x="18913" y="37310"/>
                    </a:cubicBezTo>
                    <a:cubicBezTo>
                      <a:pt x="8646" y="37310"/>
                      <a:pt x="323" y="28987"/>
                      <a:pt x="323" y="18720"/>
                    </a:cubicBezTo>
                    <a:cubicBezTo>
                      <a:pt x="323" y="8452"/>
                      <a:pt x="8646" y="129"/>
                      <a:pt x="18913" y="129"/>
                    </a:cubicBezTo>
                    <a:cubicBezTo>
                      <a:pt x="29180" y="129"/>
                      <a:pt x="37504" y="8452"/>
                      <a:pt x="37504" y="18720"/>
                    </a:cubicBezTo>
                    <a:close/>
                  </a:path>
                </a:pathLst>
              </a:custGeom>
              <a:solidFill>
                <a:srgbClr val="C7F7C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6" name="Freeform: Shape 3745">
                <a:extLst>
                  <a:ext uri="{FF2B5EF4-FFF2-40B4-BE49-F238E27FC236}">
                    <a16:creationId xmlns:a16="http://schemas.microsoft.com/office/drawing/2014/main" id="{231E6032-5095-4F0A-14A2-F5156BEB73DC}"/>
                  </a:ext>
                </a:extLst>
              </p:cNvPr>
              <p:cNvSpPr/>
              <p:nvPr/>
            </p:nvSpPr>
            <p:spPr>
              <a:xfrm>
                <a:off x="2120618" y="7665651"/>
                <a:ext cx="41981" cy="41981"/>
              </a:xfrm>
              <a:custGeom>
                <a:avLst/>
                <a:gdLst>
                  <a:gd name="connsiteX0" fmla="*/ 21313 w 41981"/>
                  <a:gd name="connsiteY0" fmla="*/ 4930 h 41981"/>
                  <a:gd name="connsiteX1" fmla="*/ 37504 w 41981"/>
                  <a:gd name="connsiteY1" fmla="*/ 21120 h 41981"/>
                  <a:gd name="connsiteX2" fmla="*/ 37504 w 41981"/>
                  <a:gd name="connsiteY2" fmla="*/ 21120 h 41981"/>
                  <a:gd name="connsiteX3" fmla="*/ 21313 w 41981"/>
                  <a:gd name="connsiteY3" fmla="*/ 37310 h 41981"/>
                  <a:gd name="connsiteX4" fmla="*/ 5123 w 41981"/>
                  <a:gd name="connsiteY4" fmla="*/ 21120 h 41981"/>
                  <a:gd name="connsiteX5" fmla="*/ 21313 w 41981"/>
                  <a:gd name="connsiteY5" fmla="*/ 4930 h 41981"/>
                  <a:gd name="connsiteX6" fmla="*/ 21313 w 41981"/>
                  <a:gd name="connsiteY6" fmla="*/ 129 h 41981"/>
                  <a:gd name="connsiteX7" fmla="*/ 323 w 41981"/>
                  <a:gd name="connsiteY7" fmla="*/ 21120 h 41981"/>
                  <a:gd name="connsiteX8" fmla="*/ 21313 w 41981"/>
                  <a:gd name="connsiteY8" fmla="*/ 42110 h 41981"/>
                  <a:gd name="connsiteX9" fmla="*/ 42304 w 41981"/>
                  <a:gd name="connsiteY9" fmla="*/ 21120 h 41981"/>
                  <a:gd name="connsiteX10" fmla="*/ 42304 w 41981"/>
                  <a:gd name="connsiteY10" fmla="*/ 21120 h 41981"/>
                  <a:gd name="connsiteX11" fmla="*/ 21313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3" y="4930"/>
                    </a:moveTo>
                    <a:cubicBezTo>
                      <a:pt x="30255" y="4930"/>
                      <a:pt x="37504" y="12178"/>
                      <a:pt x="37504" y="21120"/>
                    </a:cubicBezTo>
                    <a:lnTo>
                      <a:pt x="37504" y="21120"/>
                    </a:lnTo>
                    <a:cubicBezTo>
                      <a:pt x="37504" y="30062"/>
                      <a:pt x="30255" y="37310"/>
                      <a:pt x="21313" y="37310"/>
                    </a:cubicBezTo>
                    <a:cubicBezTo>
                      <a:pt x="12372" y="37310"/>
                      <a:pt x="5123" y="30062"/>
                      <a:pt x="5123" y="21120"/>
                    </a:cubicBezTo>
                    <a:cubicBezTo>
                      <a:pt x="5123" y="12178"/>
                      <a:pt x="12372" y="4930"/>
                      <a:pt x="21313" y="4930"/>
                    </a:cubicBezTo>
                    <a:close/>
                    <a:moveTo>
                      <a:pt x="21313" y="129"/>
                    </a:moveTo>
                    <a:cubicBezTo>
                      <a:pt x="9721" y="129"/>
                      <a:pt x="323" y="9527"/>
                      <a:pt x="323" y="21120"/>
                    </a:cubicBezTo>
                    <a:cubicBezTo>
                      <a:pt x="323" y="32712"/>
                      <a:pt x="9721" y="42110"/>
                      <a:pt x="21313" y="42110"/>
                    </a:cubicBezTo>
                    <a:cubicBezTo>
                      <a:pt x="32906" y="42110"/>
                      <a:pt x="42304" y="32712"/>
                      <a:pt x="42304" y="21120"/>
                    </a:cubicBezTo>
                    <a:lnTo>
                      <a:pt x="42304" y="21120"/>
                    </a:lnTo>
                    <a:cubicBezTo>
                      <a:pt x="42304" y="9527"/>
                      <a:pt x="32906" y="129"/>
                      <a:pt x="21313" y="12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7" name="Freeform: Shape 3746">
                <a:extLst>
                  <a:ext uri="{FF2B5EF4-FFF2-40B4-BE49-F238E27FC236}">
                    <a16:creationId xmlns:a16="http://schemas.microsoft.com/office/drawing/2014/main" id="{BCBD755D-E40A-23C7-180D-E0A745C374F9}"/>
                  </a:ext>
                </a:extLst>
              </p:cNvPr>
              <p:cNvSpPr/>
              <p:nvPr/>
            </p:nvSpPr>
            <p:spPr>
              <a:xfrm>
                <a:off x="1690286" y="8039179"/>
                <a:ext cx="37180" cy="37180"/>
              </a:xfrm>
              <a:custGeom>
                <a:avLst/>
                <a:gdLst>
                  <a:gd name="connsiteX0" fmla="*/ 37428 w 37180"/>
                  <a:gd name="connsiteY0" fmla="*/ 18784 h 37180"/>
                  <a:gd name="connsiteX1" fmla="*/ 18838 w 37180"/>
                  <a:gd name="connsiteY1" fmla="*/ 37374 h 37180"/>
                  <a:gd name="connsiteX2" fmla="*/ 248 w 37180"/>
                  <a:gd name="connsiteY2" fmla="*/ 18784 h 37180"/>
                  <a:gd name="connsiteX3" fmla="*/ 18838 w 37180"/>
                  <a:gd name="connsiteY3" fmla="*/ 194 h 37180"/>
                  <a:gd name="connsiteX4" fmla="*/ 37428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84"/>
                    </a:moveTo>
                    <a:cubicBezTo>
                      <a:pt x="37428" y="29051"/>
                      <a:pt x="29105" y="37374"/>
                      <a:pt x="18838" y="37374"/>
                    </a:cubicBezTo>
                    <a:cubicBezTo>
                      <a:pt x="8571" y="37374"/>
                      <a:pt x="248" y="29051"/>
                      <a:pt x="248" y="18784"/>
                    </a:cubicBezTo>
                    <a:cubicBezTo>
                      <a:pt x="248" y="8517"/>
                      <a:pt x="8571" y="194"/>
                      <a:pt x="18838" y="194"/>
                    </a:cubicBezTo>
                    <a:cubicBezTo>
                      <a:pt x="29105" y="194"/>
                      <a:pt x="37428" y="8517"/>
                      <a:pt x="37428" y="18784"/>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8" name="Freeform: Shape 3747">
                <a:extLst>
                  <a:ext uri="{FF2B5EF4-FFF2-40B4-BE49-F238E27FC236}">
                    <a16:creationId xmlns:a16="http://schemas.microsoft.com/office/drawing/2014/main" id="{7861BE1E-1E54-98DE-E20C-0F3C07D9EC96}"/>
                  </a:ext>
                </a:extLst>
              </p:cNvPr>
              <p:cNvSpPr/>
              <p:nvPr/>
            </p:nvSpPr>
            <p:spPr>
              <a:xfrm>
                <a:off x="1687886" y="8036779"/>
                <a:ext cx="41981" cy="41981"/>
              </a:xfrm>
              <a:custGeom>
                <a:avLst/>
                <a:gdLst>
                  <a:gd name="connsiteX0" fmla="*/ 21238 w 41981"/>
                  <a:gd name="connsiteY0" fmla="*/ 4994 h 41981"/>
                  <a:gd name="connsiteX1" fmla="*/ 37428 w 41981"/>
                  <a:gd name="connsiteY1" fmla="*/ 21184 h 41981"/>
                  <a:gd name="connsiteX2" fmla="*/ 37428 w 41981"/>
                  <a:gd name="connsiteY2" fmla="*/ 21184 h 41981"/>
                  <a:gd name="connsiteX3" fmla="*/ 21238 w 41981"/>
                  <a:gd name="connsiteY3" fmla="*/ 37374 h 41981"/>
                  <a:gd name="connsiteX4" fmla="*/ 5048 w 41981"/>
                  <a:gd name="connsiteY4" fmla="*/ 21184 h 41981"/>
                  <a:gd name="connsiteX5" fmla="*/ 21238 w 41981"/>
                  <a:gd name="connsiteY5" fmla="*/ 4994 h 41981"/>
                  <a:gd name="connsiteX6" fmla="*/ 21238 w 41981"/>
                  <a:gd name="connsiteY6" fmla="*/ 194 h 41981"/>
                  <a:gd name="connsiteX7" fmla="*/ 248 w 41981"/>
                  <a:gd name="connsiteY7" fmla="*/ 21184 h 41981"/>
                  <a:gd name="connsiteX8" fmla="*/ 21238 w 41981"/>
                  <a:gd name="connsiteY8" fmla="*/ 42175 h 41981"/>
                  <a:gd name="connsiteX9" fmla="*/ 42229 w 41981"/>
                  <a:gd name="connsiteY9" fmla="*/ 21184 h 41981"/>
                  <a:gd name="connsiteX10" fmla="*/ 42229 w 41981"/>
                  <a:gd name="connsiteY10" fmla="*/ 21184 h 41981"/>
                  <a:gd name="connsiteX11" fmla="*/ 21238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4"/>
                    </a:moveTo>
                    <a:cubicBezTo>
                      <a:pt x="30180" y="4994"/>
                      <a:pt x="37428" y="12242"/>
                      <a:pt x="37428" y="21184"/>
                    </a:cubicBezTo>
                    <a:lnTo>
                      <a:pt x="37428" y="21184"/>
                    </a:lnTo>
                    <a:cubicBezTo>
                      <a:pt x="37428" y="30126"/>
                      <a:pt x="30180" y="37374"/>
                      <a:pt x="21238" y="37374"/>
                    </a:cubicBezTo>
                    <a:cubicBezTo>
                      <a:pt x="12296" y="37374"/>
                      <a:pt x="5048" y="30126"/>
                      <a:pt x="5048" y="21184"/>
                    </a:cubicBezTo>
                    <a:cubicBezTo>
                      <a:pt x="5048" y="12242"/>
                      <a:pt x="12296" y="4994"/>
                      <a:pt x="21238" y="4994"/>
                    </a:cubicBezTo>
                    <a:close/>
                    <a:moveTo>
                      <a:pt x="21238" y="194"/>
                    </a:moveTo>
                    <a:cubicBezTo>
                      <a:pt x="9646" y="194"/>
                      <a:pt x="248" y="9592"/>
                      <a:pt x="248" y="21184"/>
                    </a:cubicBezTo>
                    <a:cubicBezTo>
                      <a:pt x="248" y="32777"/>
                      <a:pt x="9646" y="42175"/>
                      <a:pt x="21238" y="42175"/>
                    </a:cubicBezTo>
                    <a:cubicBezTo>
                      <a:pt x="32831" y="42175"/>
                      <a:pt x="42229" y="32777"/>
                      <a:pt x="42229" y="21184"/>
                    </a:cubicBezTo>
                    <a:lnTo>
                      <a:pt x="42229" y="21184"/>
                    </a:lnTo>
                    <a:cubicBezTo>
                      <a:pt x="42229" y="9592"/>
                      <a:pt x="32831" y="194"/>
                      <a:pt x="21238" y="19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49" name="Freeform: Shape 3748">
                <a:extLst>
                  <a:ext uri="{FF2B5EF4-FFF2-40B4-BE49-F238E27FC236}">
                    <a16:creationId xmlns:a16="http://schemas.microsoft.com/office/drawing/2014/main" id="{DD9A7682-F198-608C-4BFA-CF592B4D721E}"/>
                  </a:ext>
                </a:extLst>
              </p:cNvPr>
              <p:cNvSpPr/>
              <p:nvPr/>
            </p:nvSpPr>
            <p:spPr>
              <a:xfrm>
                <a:off x="1647852" y="7703711"/>
                <a:ext cx="37180" cy="37180"/>
              </a:xfrm>
              <a:custGeom>
                <a:avLst/>
                <a:gdLst>
                  <a:gd name="connsiteX0" fmla="*/ 37421 w 37180"/>
                  <a:gd name="connsiteY0" fmla="*/ 18726 h 37180"/>
                  <a:gd name="connsiteX1" fmla="*/ 18831 w 37180"/>
                  <a:gd name="connsiteY1" fmla="*/ 37316 h 37180"/>
                  <a:gd name="connsiteX2" fmla="*/ 240 w 37180"/>
                  <a:gd name="connsiteY2" fmla="*/ 18726 h 37180"/>
                  <a:gd name="connsiteX3" fmla="*/ 18831 w 37180"/>
                  <a:gd name="connsiteY3" fmla="*/ 135 h 37180"/>
                  <a:gd name="connsiteX4" fmla="*/ 37421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26"/>
                    </a:moveTo>
                    <a:cubicBezTo>
                      <a:pt x="37421" y="28993"/>
                      <a:pt x="29098" y="37316"/>
                      <a:pt x="18831" y="37316"/>
                    </a:cubicBezTo>
                    <a:cubicBezTo>
                      <a:pt x="8563" y="37316"/>
                      <a:pt x="240" y="28993"/>
                      <a:pt x="240" y="18726"/>
                    </a:cubicBezTo>
                    <a:cubicBezTo>
                      <a:pt x="240" y="8459"/>
                      <a:pt x="8563" y="135"/>
                      <a:pt x="18831" y="135"/>
                    </a:cubicBezTo>
                    <a:cubicBezTo>
                      <a:pt x="29098" y="135"/>
                      <a:pt x="37421" y="8459"/>
                      <a:pt x="37421" y="18726"/>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0" name="Freeform: Shape 3749">
                <a:extLst>
                  <a:ext uri="{FF2B5EF4-FFF2-40B4-BE49-F238E27FC236}">
                    <a16:creationId xmlns:a16="http://schemas.microsoft.com/office/drawing/2014/main" id="{C8B4E545-9099-BCD8-6651-C0072667AC08}"/>
                  </a:ext>
                </a:extLst>
              </p:cNvPr>
              <p:cNvSpPr/>
              <p:nvPr/>
            </p:nvSpPr>
            <p:spPr>
              <a:xfrm>
                <a:off x="1645452" y="7701311"/>
                <a:ext cx="41981" cy="41981"/>
              </a:xfrm>
              <a:custGeom>
                <a:avLst/>
                <a:gdLst>
                  <a:gd name="connsiteX0" fmla="*/ 21231 w 41981"/>
                  <a:gd name="connsiteY0" fmla="*/ 4936 h 41981"/>
                  <a:gd name="connsiteX1" fmla="*/ 37421 w 41981"/>
                  <a:gd name="connsiteY1" fmla="*/ 21126 h 41981"/>
                  <a:gd name="connsiteX2" fmla="*/ 37421 w 41981"/>
                  <a:gd name="connsiteY2" fmla="*/ 21126 h 41981"/>
                  <a:gd name="connsiteX3" fmla="*/ 21231 w 41981"/>
                  <a:gd name="connsiteY3" fmla="*/ 37316 h 41981"/>
                  <a:gd name="connsiteX4" fmla="*/ 5041 w 41981"/>
                  <a:gd name="connsiteY4" fmla="*/ 21126 h 41981"/>
                  <a:gd name="connsiteX5" fmla="*/ 21231 w 41981"/>
                  <a:gd name="connsiteY5" fmla="*/ 4936 h 41981"/>
                  <a:gd name="connsiteX6" fmla="*/ 21231 w 41981"/>
                  <a:gd name="connsiteY6" fmla="*/ 135 h 41981"/>
                  <a:gd name="connsiteX7" fmla="*/ 240 w 41981"/>
                  <a:gd name="connsiteY7" fmla="*/ 21126 h 41981"/>
                  <a:gd name="connsiteX8" fmla="*/ 21231 w 41981"/>
                  <a:gd name="connsiteY8" fmla="*/ 42117 h 41981"/>
                  <a:gd name="connsiteX9" fmla="*/ 42221 w 41981"/>
                  <a:gd name="connsiteY9" fmla="*/ 21126 h 41981"/>
                  <a:gd name="connsiteX10" fmla="*/ 42221 w 41981"/>
                  <a:gd name="connsiteY10" fmla="*/ 21126 h 41981"/>
                  <a:gd name="connsiteX11" fmla="*/ 21231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36"/>
                    </a:moveTo>
                    <a:cubicBezTo>
                      <a:pt x="30173" y="4936"/>
                      <a:pt x="37421" y="12184"/>
                      <a:pt x="37421" y="21126"/>
                    </a:cubicBezTo>
                    <a:lnTo>
                      <a:pt x="37421" y="21126"/>
                    </a:lnTo>
                    <a:cubicBezTo>
                      <a:pt x="37421" y="30068"/>
                      <a:pt x="30173" y="37316"/>
                      <a:pt x="21231" y="37316"/>
                    </a:cubicBezTo>
                    <a:cubicBezTo>
                      <a:pt x="12289" y="37316"/>
                      <a:pt x="5041" y="30068"/>
                      <a:pt x="5041" y="21126"/>
                    </a:cubicBezTo>
                    <a:cubicBezTo>
                      <a:pt x="5041" y="12184"/>
                      <a:pt x="12289" y="4936"/>
                      <a:pt x="21231" y="4936"/>
                    </a:cubicBezTo>
                    <a:close/>
                    <a:moveTo>
                      <a:pt x="21231" y="135"/>
                    </a:moveTo>
                    <a:cubicBezTo>
                      <a:pt x="9638" y="135"/>
                      <a:pt x="240" y="9533"/>
                      <a:pt x="240" y="21126"/>
                    </a:cubicBezTo>
                    <a:cubicBezTo>
                      <a:pt x="240" y="32719"/>
                      <a:pt x="9638" y="42117"/>
                      <a:pt x="21231" y="42117"/>
                    </a:cubicBezTo>
                    <a:cubicBezTo>
                      <a:pt x="32823" y="42117"/>
                      <a:pt x="42221" y="32719"/>
                      <a:pt x="42221" y="21126"/>
                    </a:cubicBezTo>
                    <a:lnTo>
                      <a:pt x="42221" y="21126"/>
                    </a:lnTo>
                    <a:cubicBezTo>
                      <a:pt x="42221" y="9533"/>
                      <a:pt x="32823" y="135"/>
                      <a:pt x="21231" y="13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1" name="Freeform: Shape 3750">
                <a:extLst>
                  <a:ext uri="{FF2B5EF4-FFF2-40B4-BE49-F238E27FC236}">
                    <a16:creationId xmlns:a16="http://schemas.microsoft.com/office/drawing/2014/main" id="{40D3F6EB-59C4-715B-6422-8A45545418BE}"/>
                  </a:ext>
                </a:extLst>
              </p:cNvPr>
              <p:cNvSpPr/>
              <p:nvPr/>
            </p:nvSpPr>
            <p:spPr>
              <a:xfrm>
                <a:off x="1509129" y="8206058"/>
                <a:ext cx="37180" cy="37180"/>
              </a:xfrm>
              <a:custGeom>
                <a:avLst/>
                <a:gdLst>
                  <a:gd name="connsiteX0" fmla="*/ 37397 w 37180"/>
                  <a:gd name="connsiteY0" fmla="*/ 18813 h 37180"/>
                  <a:gd name="connsiteX1" fmla="*/ 18807 w 37180"/>
                  <a:gd name="connsiteY1" fmla="*/ 37403 h 37180"/>
                  <a:gd name="connsiteX2" fmla="*/ 216 w 37180"/>
                  <a:gd name="connsiteY2" fmla="*/ 18813 h 37180"/>
                  <a:gd name="connsiteX3" fmla="*/ 18807 w 37180"/>
                  <a:gd name="connsiteY3" fmla="*/ 223 h 37180"/>
                  <a:gd name="connsiteX4" fmla="*/ 37397 w 37180"/>
                  <a:gd name="connsiteY4" fmla="*/ 1881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7" y="18813"/>
                    </a:moveTo>
                    <a:cubicBezTo>
                      <a:pt x="37397" y="29080"/>
                      <a:pt x="29074" y="37403"/>
                      <a:pt x="18807" y="37403"/>
                    </a:cubicBezTo>
                    <a:cubicBezTo>
                      <a:pt x="8539" y="37403"/>
                      <a:pt x="216" y="29080"/>
                      <a:pt x="216" y="18813"/>
                    </a:cubicBezTo>
                    <a:cubicBezTo>
                      <a:pt x="216" y="8546"/>
                      <a:pt x="8539" y="223"/>
                      <a:pt x="18807" y="223"/>
                    </a:cubicBezTo>
                    <a:cubicBezTo>
                      <a:pt x="29074" y="223"/>
                      <a:pt x="37397" y="8546"/>
                      <a:pt x="37397" y="18813"/>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2" name="Freeform: Shape 3751">
                <a:extLst>
                  <a:ext uri="{FF2B5EF4-FFF2-40B4-BE49-F238E27FC236}">
                    <a16:creationId xmlns:a16="http://schemas.microsoft.com/office/drawing/2014/main" id="{3AB8A9FA-5D95-992E-E830-2D8047348E77}"/>
                  </a:ext>
                </a:extLst>
              </p:cNvPr>
              <p:cNvSpPr/>
              <p:nvPr/>
            </p:nvSpPr>
            <p:spPr>
              <a:xfrm>
                <a:off x="1506728" y="8203658"/>
                <a:ext cx="41981" cy="41981"/>
              </a:xfrm>
              <a:custGeom>
                <a:avLst/>
                <a:gdLst>
                  <a:gd name="connsiteX0" fmla="*/ 21207 w 41981"/>
                  <a:gd name="connsiteY0" fmla="*/ 5023 h 41981"/>
                  <a:gd name="connsiteX1" fmla="*/ 37397 w 41981"/>
                  <a:gd name="connsiteY1" fmla="*/ 21213 h 41981"/>
                  <a:gd name="connsiteX2" fmla="*/ 37397 w 41981"/>
                  <a:gd name="connsiteY2" fmla="*/ 21213 h 41981"/>
                  <a:gd name="connsiteX3" fmla="*/ 21207 w 41981"/>
                  <a:gd name="connsiteY3" fmla="*/ 37403 h 41981"/>
                  <a:gd name="connsiteX4" fmla="*/ 5017 w 41981"/>
                  <a:gd name="connsiteY4" fmla="*/ 21213 h 41981"/>
                  <a:gd name="connsiteX5" fmla="*/ 21207 w 41981"/>
                  <a:gd name="connsiteY5" fmla="*/ 5023 h 41981"/>
                  <a:gd name="connsiteX6" fmla="*/ 21207 w 41981"/>
                  <a:gd name="connsiteY6" fmla="*/ 223 h 41981"/>
                  <a:gd name="connsiteX7" fmla="*/ 216 w 41981"/>
                  <a:gd name="connsiteY7" fmla="*/ 21213 h 41981"/>
                  <a:gd name="connsiteX8" fmla="*/ 21207 w 41981"/>
                  <a:gd name="connsiteY8" fmla="*/ 42204 h 41981"/>
                  <a:gd name="connsiteX9" fmla="*/ 42197 w 41981"/>
                  <a:gd name="connsiteY9" fmla="*/ 21213 h 41981"/>
                  <a:gd name="connsiteX10" fmla="*/ 42197 w 41981"/>
                  <a:gd name="connsiteY10" fmla="*/ 21213 h 41981"/>
                  <a:gd name="connsiteX11" fmla="*/ 21207 w 41981"/>
                  <a:gd name="connsiteY11" fmla="*/ 22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7" y="5023"/>
                    </a:moveTo>
                    <a:cubicBezTo>
                      <a:pt x="30149" y="5023"/>
                      <a:pt x="37397" y="12271"/>
                      <a:pt x="37397" y="21213"/>
                    </a:cubicBezTo>
                    <a:lnTo>
                      <a:pt x="37397" y="21213"/>
                    </a:lnTo>
                    <a:cubicBezTo>
                      <a:pt x="37397" y="30155"/>
                      <a:pt x="30149" y="37403"/>
                      <a:pt x="21207" y="37403"/>
                    </a:cubicBezTo>
                    <a:cubicBezTo>
                      <a:pt x="12265" y="37403"/>
                      <a:pt x="5017" y="30155"/>
                      <a:pt x="5017" y="21213"/>
                    </a:cubicBezTo>
                    <a:cubicBezTo>
                      <a:pt x="5017" y="12271"/>
                      <a:pt x="12265" y="5023"/>
                      <a:pt x="21207" y="5023"/>
                    </a:cubicBezTo>
                    <a:close/>
                    <a:moveTo>
                      <a:pt x="21207" y="223"/>
                    </a:moveTo>
                    <a:cubicBezTo>
                      <a:pt x="9614" y="223"/>
                      <a:pt x="216" y="9621"/>
                      <a:pt x="216" y="21213"/>
                    </a:cubicBezTo>
                    <a:cubicBezTo>
                      <a:pt x="216" y="32806"/>
                      <a:pt x="9614" y="42204"/>
                      <a:pt x="21207" y="42204"/>
                    </a:cubicBezTo>
                    <a:cubicBezTo>
                      <a:pt x="32799" y="42204"/>
                      <a:pt x="42197" y="32806"/>
                      <a:pt x="42197" y="21213"/>
                    </a:cubicBezTo>
                    <a:lnTo>
                      <a:pt x="42197" y="21213"/>
                    </a:lnTo>
                    <a:cubicBezTo>
                      <a:pt x="42197" y="9621"/>
                      <a:pt x="32799" y="223"/>
                      <a:pt x="21207" y="22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3" name="Freeform: Shape 3752">
                <a:extLst>
                  <a:ext uri="{FF2B5EF4-FFF2-40B4-BE49-F238E27FC236}">
                    <a16:creationId xmlns:a16="http://schemas.microsoft.com/office/drawing/2014/main" id="{CED97B99-128A-A0A8-4667-820753DB0DBF}"/>
                  </a:ext>
                </a:extLst>
              </p:cNvPr>
              <p:cNvSpPr/>
              <p:nvPr/>
            </p:nvSpPr>
            <p:spPr>
              <a:xfrm>
                <a:off x="1552173" y="7980899"/>
                <a:ext cx="37180" cy="37180"/>
              </a:xfrm>
              <a:custGeom>
                <a:avLst/>
                <a:gdLst>
                  <a:gd name="connsiteX0" fmla="*/ 37404 w 37180"/>
                  <a:gd name="connsiteY0" fmla="*/ 18774 h 37180"/>
                  <a:gd name="connsiteX1" fmla="*/ 18814 w 37180"/>
                  <a:gd name="connsiteY1" fmla="*/ 37364 h 37180"/>
                  <a:gd name="connsiteX2" fmla="*/ 224 w 37180"/>
                  <a:gd name="connsiteY2" fmla="*/ 18774 h 37180"/>
                  <a:gd name="connsiteX3" fmla="*/ 18814 w 37180"/>
                  <a:gd name="connsiteY3" fmla="*/ 184 h 37180"/>
                  <a:gd name="connsiteX4" fmla="*/ 37404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74"/>
                    </a:moveTo>
                    <a:cubicBezTo>
                      <a:pt x="37404" y="29041"/>
                      <a:pt x="29081" y="37364"/>
                      <a:pt x="18814" y="37364"/>
                    </a:cubicBezTo>
                    <a:cubicBezTo>
                      <a:pt x="8547" y="37364"/>
                      <a:pt x="224" y="29041"/>
                      <a:pt x="224" y="18774"/>
                    </a:cubicBezTo>
                    <a:cubicBezTo>
                      <a:pt x="224" y="8507"/>
                      <a:pt x="8547" y="184"/>
                      <a:pt x="18814" y="184"/>
                    </a:cubicBezTo>
                    <a:cubicBezTo>
                      <a:pt x="29081" y="184"/>
                      <a:pt x="37404" y="8507"/>
                      <a:pt x="37404" y="18774"/>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4" name="Freeform: Shape 3753">
                <a:extLst>
                  <a:ext uri="{FF2B5EF4-FFF2-40B4-BE49-F238E27FC236}">
                    <a16:creationId xmlns:a16="http://schemas.microsoft.com/office/drawing/2014/main" id="{9295C286-B111-9FA8-75D0-3D9B6682E708}"/>
                  </a:ext>
                </a:extLst>
              </p:cNvPr>
              <p:cNvSpPr/>
              <p:nvPr/>
            </p:nvSpPr>
            <p:spPr>
              <a:xfrm>
                <a:off x="1549773" y="7978499"/>
                <a:ext cx="41981" cy="41981"/>
              </a:xfrm>
              <a:custGeom>
                <a:avLst/>
                <a:gdLst>
                  <a:gd name="connsiteX0" fmla="*/ 21214 w 41981"/>
                  <a:gd name="connsiteY0" fmla="*/ 4984 h 41981"/>
                  <a:gd name="connsiteX1" fmla="*/ 37404 w 41981"/>
                  <a:gd name="connsiteY1" fmla="*/ 21174 h 41981"/>
                  <a:gd name="connsiteX2" fmla="*/ 37404 w 41981"/>
                  <a:gd name="connsiteY2" fmla="*/ 21174 h 41981"/>
                  <a:gd name="connsiteX3" fmla="*/ 21214 w 41981"/>
                  <a:gd name="connsiteY3" fmla="*/ 37364 h 41981"/>
                  <a:gd name="connsiteX4" fmla="*/ 5024 w 41981"/>
                  <a:gd name="connsiteY4" fmla="*/ 21174 h 41981"/>
                  <a:gd name="connsiteX5" fmla="*/ 21214 w 41981"/>
                  <a:gd name="connsiteY5" fmla="*/ 4984 h 41981"/>
                  <a:gd name="connsiteX6" fmla="*/ 21214 w 41981"/>
                  <a:gd name="connsiteY6" fmla="*/ 184 h 41981"/>
                  <a:gd name="connsiteX7" fmla="*/ 224 w 41981"/>
                  <a:gd name="connsiteY7" fmla="*/ 21174 h 41981"/>
                  <a:gd name="connsiteX8" fmla="*/ 21214 w 41981"/>
                  <a:gd name="connsiteY8" fmla="*/ 42165 h 41981"/>
                  <a:gd name="connsiteX9" fmla="*/ 42205 w 41981"/>
                  <a:gd name="connsiteY9" fmla="*/ 21174 h 41981"/>
                  <a:gd name="connsiteX10" fmla="*/ 42205 w 41981"/>
                  <a:gd name="connsiteY10" fmla="*/ 21174 h 41981"/>
                  <a:gd name="connsiteX11" fmla="*/ 21214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84"/>
                    </a:moveTo>
                    <a:cubicBezTo>
                      <a:pt x="30156" y="4984"/>
                      <a:pt x="37404" y="12232"/>
                      <a:pt x="37404" y="21174"/>
                    </a:cubicBezTo>
                    <a:lnTo>
                      <a:pt x="37404" y="21174"/>
                    </a:lnTo>
                    <a:cubicBezTo>
                      <a:pt x="37404" y="30116"/>
                      <a:pt x="30156" y="37364"/>
                      <a:pt x="21214" y="37364"/>
                    </a:cubicBezTo>
                    <a:cubicBezTo>
                      <a:pt x="12272" y="37364"/>
                      <a:pt x="5024" y="30116"/>
                      <a:pt x="5024" y="21174"/>
                    </a:cubicBezTo>
                    <a:cubicBezTo>
                      <a:pt x="5024" y="12232"/>
                      <a:pt x="12272" y="4984"/>
                      <a:pt x="21214" y="4984"/>
                    </a:cubicBezTo>
                    <a:close/>
                    <a:moveTo>
                      <a:pt x="21214" y="184"/>
                    </a:moveTo>
                    <a:cubicBezTo>
                      <a:pt x="9622" y="184"/>
                      <a:pt x="224" y="9582"/>
                      <a:pt x="224" y="21174"/>
                    </a:cubicBezTo>
                    <a:cubicBezTo>
                      <a:pt x="224" y="32767"/>
                      <a:pt x="9622" y="42165"/>
                      <a:pt x="21214" y="42165"/>
                    </a:cubicBezTo>
                    <a:cubicBezTo>
                      <a:pt x="32807" y="42165"/>
                      <a:pt x="42205" y="32767"/>
                      <a:pt x="42205" y="21174"/>
                    </a:cubicBezTo>
                    <a:lnTo>
                      <a:pt x="42205" y="21174"/>
                    </a:lnTo>
                    <a:cubicBezTo>
                      <a:pt x="42205" y="9582"/>
                      <a:pt x="32807" y="184"/>
                      <a:pt x="21214"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5" name="Freeform: Shape 3754">
                <a:extLst>
                  <a:ext uri="{FF2B5EF4-FFF2-40B4-BE49-F238E27FC236}">
                    <a16:creationId xmlns:a16="http://schemas.microsoft.com/office/drawing/2014/main" id="{06DF4C43-2AEB-6558-83BE-9A5F402B1F86}"/>
                  </a:ext>
                </a:extLst>
              </p:cNvPr>
              <p:cNvSpPr/>
              <p:nvPr/>
            </p:nvSpPr>
            <p:spPr>
              <a:xfrm>
                <a:off x="1803902" y="7765637"/>
                <a:ext cx="37180" cy="37180"/>
              </a:xfrm>
              <a:custGeom>
                <a:avLst/>
                <a:gdLst>
                  <a:gd name="connsiteX0" fmla="*/ 37448 w 37180"/>
                  <a:gd name="connsiteY0" fmla="*/ 18737 h 37180"/>
                  <a:gd name="connsiteX1" fmla="*/ 18858 w 37180"/>
                  <a:gd name="connsiteY1" fmla="*/ 37327 h 37180"/>
                  <a:gd name="connsiteX2" fmla="*/ 267 w 37180"/>
                  <a:gd name="connsiteY2" fmla="*/ 18737 h 37180"/>
                  <a:gd name="connsiteX3" fmla="*/ 18858 w 37180"/>
                  <a:gd name="connsiteY3" fmla="*/ 146 h 37180"/>
                  <a:gd name="connsiteX4" fmla="*/ 37448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37"/>
                    </a:moveTo>
                    <a:cubicBezTo>
                      <a:pt x="37448" y="29004"/>
                      <a:pt x="29125" y="37327"/>
                      <a:pt x="18858" y="37327"/>
                    </a:cubicBezTo>
                    <a:cubicBezTo>
                      <a:pt x="8591" y="37327"/>
                      <a:pt x="267" y="29004"/>
                      <a:pt x="267" y="18737"/>
                    </a:cubicBezTo>
                    <a:cubicBezTo>
                      <a:pt x="267" y="8469"/>
                      <a:pt x="8591" y="146"/>
                      <a:pt x="18858" y="146"/>
                    </a:cubicBezTo>
                    <a:cubicBezTo>
                      <a:pt x="29125" y="146"/>
                      <a:pt x="37448" y="8469"/>
                      <a:pt x="37448" y="18737"/>
                    </a:cubicBezTo>
                    <a:close/>
                  </a:path>
                </a:pathLst>
              </a:custGeom>
              <a:solidFill>
                <a:srgbClr val="F7C5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6" name="Freeform: Shape 3755">
                <a:extLst>
                  <a:ext uri="{FF2B5EF4-FFF2-40B4-BE49-F238E27FC236}">
                    <a16:creationId xmlns:a16="http://schemas.microsoft.com/office/drawing/2014/main" id="{6025AD26-7F9F-9AA3-AB47-F456940EDEA2}"/>
                  </a:ext>
                </a:extLst>
              </p:cNvPr>
              <p:cNvSpPr/>
              <p:nvPr/>
            </p:nvSpPr>
            <p:spPr>
              <a:xfrm>
                <a:off x="1801502" y="7763237"/>
                <a:ext cx="41981" cy="41981"/>
              </a:xfrm>
              <a:custGeom>
                <a:avLst/>
                <a:gdLst>
                  <a:gd name="connsiteX0" fmla="*/ 21258 w 41981"/>
                  <a:gd name="connsiteY0" fmla="*/ 4947 h 41981"/>
                  <a:gd name="connsiteX1" fmla="*/ 37448 w 41981"/>
                  <a:gd name="connsiteY1" fmla="*/ 21137 h 41981"/>
                  <a:gd name="connsiteX2" fmla="*/ 37448 w 41981"/>
                  <a:gd name="connsiteY2" fmla="*/ 21137 h 41981"/>
                  <a:gd name="connsiteX3" fmla="*/ 21258 w 41981"/>
                  <a:gd name="connsiteY3" fmla="*/ 37327 h 41981"/>
                  <a:gd name="connsiteX4" fmla="*/ 5068 w 41981"/>
                  <a:gd name="connsiteY4" fmla="*/ 21137 h 41981"/>
                  <a:gd name="connsiteX5" fmla="*/ 21258 w 41981"/>
                  <a:gd name="connsiteY5" fmla="*/ 4947 h 41981"/>
                  <a:gd name="connsiteX6" fmla="*/ 21258 w 41981"/>
                  <a:gd name="connsiteY6" fmla="*/ 146 h 41981"/>
                  <a:gd name="connsiteX7" fmla="*/ 267 w 41981"/>
                  <a:gd name="connsiteY7" fmla="*/ 21137 h 41981"/>
                  <a:gd name="connsiteX8" fmla="*/ 21258 w 41981"/>
                  <a:gd name="connsiteY8" fmla="*/ 42127 h 41981"/>
                  <a:gd name="connsiteX9" fmla="*/ 42249 w 41981"/>
                  <a:gd name="connsiteY9" fmla="*/ 21137 h 41981"/>
                  <a:gd name="connsiteX10" fmla="*/ 42249 w 41981"/>
                  <a:gd name="connsiteY10" fmla="*/ 21137 h 41981"/>
                  <a:gd name="connsiteX11" fmla="*/ 21258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47"/>
                    </a:moveTo>
                    <a:cubicBezTo>
                      <a:pt x="30200" y="4947"/>
                      <a:pt x="37448" y="12195"/>
                      <a:pt x="37448" y="21137"/>
                    </a:cubicBezTo>
                    <a:lnTo>
                      <a:pt x="37448" y="21137"/>
                    </a:lnTo>
                    <a:cubicBezTo>
                      <a:pt x="37448" y="30079"/>
                      <a:pt x="30200" y="37327"/>
                      <a:pt x="21258" y="37327"/>
                    </a:cubicBezTo>
                    <a:cubicBezTo>
                      <a:pt x="12316" y="37327"/>
                      <a:pt x="5068" y="30079"/>
                      <a:pt x="5068" y="21137"/>
                    </a:cubicBezTo>
                    <a:cubicBezTo>
                      <a:pt x="5068" y="12195"/>
                      <a:pt x="12316" y="4947"/>
                      <a:pt x="21258" y="4947"/>
                    </a:cubicBezTo>
                    <a:close/>
                    <a:moveTo>
                      <a:pt x="21258" y="146"/>
                    </a:moveTo>
                    <a:cubicBezTo>
                      <a:pt x="9665" y="146"/>
                      <a:pt x="267" y="9544"/>
                      <a:pt x="267" y="21137"/>
                    </a:cubicBezTo>
                    <a:cubicBezTo>
                      <a:pt x="267" y="32729"/>
                      <a:pt x="9665" y="42127"/>
                      <a:pt x="21258" y="42127"/>
                    </a:cubicBezTo>
                    <a:cubicBezTo>
                      <a:pt x="32851" y="42127"/>
                      <a:pt x="42249" y="32729"/>
                      <a:pt x="42249" y="21137"/>
                    </a:cubicBezTo>
                    <a:lnTo>
                      <a:pt x="42249" y="21137"/>
                    </a:lnTo>
                    <a:cubicBezTo>
                      <a:pt x="42249" y="9544"/>
                      <a:pt x="32851" y="146"/>
                      <a:pt x="21258"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7" name="Freeform: Shape 3756">
                <a:extLst>
                  <a:ext uri="{FF2B5EF4-FFF2-40B4-BE49-F238E27FC236}">
                    <a16:creationId xmlns:a16="http://schemas.microsoft.com/office/drawing/2014/main" id="{5167A634-9FC5-F1EC-3A56-55C4800E7BAF}"/>
                  </a:ext>
                </a:extLst>
              </p:cNvPr>
              <p:cNvSpPr/>
              <p:nvPr/>
            </p:nvSpPr>
            <p:spPr>
              <a:xfrm>
                <a:off x="1549431" y="8010926"/>
                <a:ext cx="37180" cy="37180"/>
              </a:xfrm>
              <a:custGeom>
                <a:avLst/>
                <a:gdLst>
                  <a:gd name="connsiteX0" fmla="*/ 37404 w 37180"/>
                  <a:gd name="connsiteY0" fmla="*/ 18779 h 37180"/>
                  <a:gd name="connsiteX1" fmla="*/ 18814 w 37180"/>
                  <a:gd name="connsiteY1" fmla="*/ 37370 h 37180"/>
                  <a:gd name="connsiteX2" fmla="*/ 223 w 37180"/>
                  <a:gd name="connsiteY2" fmla="*/ 18779 h 37180"/>
                  <a:gd name="connsiteX3" fmla="*/ 18814 w 37180"/>
                  <a:gd name="connsiteY3" fmla="*/ 189 h 37180"/>
                  <a:gd name="connsiteX4" fmla="*/ 37404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79"/>
                    </a:moveTo>
                    <a:cubicBezTo>
                      <a:pt x="37404" y="29046"/>
                      <a:pt x="29081" y="37370"/>
                      <a:pt x="18814" y="37370"/>
                    </a:cubicBezTo>
                    <a:cubicBezTo>
                      <a:pt x="8546" y="37370"/>
                      <a:pt x="223" y="29046"/>
                      <a:pt x="223" y="18779"/>
                    </a:cubicBezTo>
                    <a:cubicBezTo>
                      <a:pt x="223" y="8512"/>
                      <a:pt x="8546" y="189"/>
                      <a:pt x="18814" y="189"/>
                    </a:cubicBezTo>
                    <a:cubicBezTo>
                      <a:pt x="29081" y="189"/>
                      <a:pt x="37404" y="8512"/>
                      <a:pt x="37404" y="18779"/>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8" name="Freeform: Shape 3757">
                <a:extLst>
                  <a:ext uri="{FF2B5EF4-FFF2-40B4-BE49-F238E27FC236}">
                    <a16:creationId xmlns:a16="http://schemas.microsoft.com/office/drawing/2014/main" id="{04AB3289-B315-378D-4065-BF991A61ADC1}"/>
                  </a:ext>
                </a:extLst>
              </p:cNvPr>
              <p:cNvSpPr/>
              <p:nvPr/>
            </p:nvSpPr>
            <p:spPr>
              <a:xfrm>
                <a:off x="1547031" y="8008526"/>
                <a:ext cx="41981" cy="41981"/>
              </a:xfrm>
              <a:custGeom>
                <a:avLst/>
                <a:gdLst>
                  <a:gd name="connsiteX0" fmla="*/ 21214 w 41981"/>
                  <a:gd name="connsiteY0" fmla="*/ 4989 h 41981"/>
                  <a:gd name="connsiteX1" fmla="*/ 37404 w 41981"/>
                  <a:gd name="connsiteY1" fmla="*/ 21179 h 41981"/>
                  <a:gd name="connsiteX2" fmla="*/ 37404 w 41981"/>
                  <a:gd name="connsiteY2" fmla="*/ 21179 h 41981"/>
                  <a:gd name="connsiteX3" fmla="*/ 21214 w 41981"/>
                  <a:gd name="connsiteY3" fmla="*/ 37370 h 41981"/>
                  <a:gd name="connsiteX4" fmla="*/ 5024 w 41981"/>
                  <a:gd name="connsiteY4" fmla="*/ 21179 h 41981"/>
                  <a:gd name="connsiteX5" fmla="*/ 21214 w 41981"/>
                  <a:gd name="connsiteY5" fmla="*/ 4989 h 41981"/>
                  <a:gd name="connsiteX6" fmla="*/ 21214 w 41981"/>
                  <a:gd name="connsiteY6" fmla="*/ 189 h 41981"/>
                  <a:gd name="connsiteX7" fmla="*/ 223 w 41981"/>
                  <a:gd name="connsiteY7" fmla="*/ 21179 h 41981"/>
                  <a:gd name="connsiteX8" fmla="*/ 21214 w 41981"/>
                  <a:gd name="connsiteY8" fmla="*/ 42170 h 41981"/>
                  <a:gd name="connsiteX9" fmla="*/ 42204 w 41981"/>
                  <a:gd name="connsiteY9" fmla="*/ 21179 h 41981"/>
                  <a:gd name="connsiteX10" fmla="*/ 42204 w 41981"/>
                  <a:gd name="connsiteY10" fmla="*/ 21179 h 41981"/>
                  <a:gd name="connsiteX11" fmla="*/ 21214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89"/>
                    </a:moveTo>
                    <a:cubicBezTo>
                      <a:pt x="30156" y="4989"/>
                      <a:pt x="37404" y="12238"/>
                      <a:pt x="37404" y="21179"/>
                    </a:cubicBezTo>
                    <a:lnTo>
                      <a:pt x="37404" y="21179"/>
                    </a:lnTo>
                    <a:cubicBezTo>
                      <a:pt x="37404" y="30121"/>
                      <a:pt x="30156" y="37370"/>
                      <a:pt x="21214" y="37370"/>
                    </a:cubicBezTo>
                    <a:cubicBezTo>
                      <a:pt x="12272" y="37370"/>
                      <a:pt x="5024" y="30121"/>
                      <a:pt x="5024" y="21179"/>
                    </a:cubicBezTo>
                    <a:cubicBezTo>
                      <a:pt x="5024" y="12238"/>
                      <a:pt x="12272" y="4989"/>
                      <a:pt x="21214" y="4989"/>
                    </a:cubicBezTo>
                    <a:close/>
                    <a:moveTo>
                      <a:pt x="21214" y="189"/>
                    </a:moveTo>
                    <a:cubicBezTo>
                      <a:pt x="9621" y="189"/>
                      <a:pt x="223" y="9587"/>
                      <a:pt x="223" y="21179"/>
                    </a:cubicBezTo>
                    <a:cubicBezTo>
                      <a:pt x="223" y="32772"/>
                      <a:pt x="9621" y="42170"/>
                      <a:pt x="21214" y="42170"/>
                    </a:cubicBezTo>
                    <a:cubicBezTo>
                      <a:pt x="32806" y="42170"/>
                      <a:pt x="42204" y="32772"/>
                      <a:pt x="42204" y="21179"/>
                    </a:cubicBezTo>
                    <a:lnTo>
                      <a:pt x="42204" y="21179"/>
                    </a:lnTo>
                    <a:cubicBezTo>
                      <a:pt x="42204" y="9587"/>
                      <a:pt x="32806" y="189"/>
                      <a:pt x="21214"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59" name="Freeform: Shape 3758">
                <a:extLst>
                  <a:ext uri="{FF2B5EF4-FFF2-40B4-BE49-F238E27FC236}">
                    <a16:creationId xmlns:a16="http://schemas.microsoft.com/office/drawing/2014/main" id="{B1796D73-C4A6-8596-780A-D830FF73A4D9}"/>
                  </a:ext>
                </a:extLst>
              </p:cNvPr>
              <p:cNvSpPr/>
              <p:nvPr/>
            </p:nvSpPr>
            <p:spPr>
              <a:xfrm>
                <a:off x="1744154" y="7826359"/>
                <a:ext cx="37180" cy="37180"/>
              </a:xfrm>
              <a:custGeom>
                <a:avLst/>
                <a:gdLst>
                  <a:gd name="connsiteX0" fmla="*/ 37438 w 37180"/>
                  <a:gd name="connsiteY0" fmla="*/ 18747 h 37180"/>
                  <a:gd name="connsiteX1" fmla="*/ 18847 w 37180"/>
                  <a:gd name="connsiteY1" fmla="*/ 37338 h 37180"/>
                  <a:gd name="connsiteX2" fmla="*/ 257 w 37180"/>
                  <a:gd name="connsiteY2" fmla="*/ 18747 h 37180"/>
                  <a:gd name="connsiteX3" fmla="*/ 18847 w 37180"/>
                  <a:gd name="connsiteY3" fmla="*/ 157 h 37180"/>
                  <a:gd name="connsiteX4" fmla="*/ 37438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47"/>
                    </a:moveTo>
                    <a:cubicBezTo>
                      <a:pt x="37438" y="29014"/>
                      <a:pt x="29115" y="37338"/>
                      <a:pt x="18847" y="37338"/>
                    </a:cubicBezTo>
                    <a:cubicBezTo>
                      <a:pt x="8580" y="37338"/>
                      <a:pt x="257" y="29014"/>
                      <a:pt x="257" y="18747"/>
                    </a:cubicBezTo>
                    <a:cubicBezTo>
                      <a:pt x="257" y="8480"/>
                      <a:pt x="8580" y="157"/>
                      <a:pt x="18847" y="157"/>
                    </a:cubicBezTo>
                    <a:cubicBezTo>
                      <a:pt x="29115" y="157"/>
                      <a:pt x="37438" y="8480"/>
                      <a:pt x="37438" y="18747"/>
                    </a:cubicBezTo>
                    <a:close/>
                  </a:path>
                </a:pathLst>
              </a:custGeom>
              <a:solidFill>
                <a:srgbClr val="A4F7A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0" name="Freeform: Shape 3759">
                <a:extLst>
                  <a:ext uri="{FF2B5EF4-FFF2-40B4-BE49-F238E27FC236}">
                    <a16:creationId xmlns:a16="http://schemas.microsoft.com/office/drawing/2014/main" id="{B35B5E3B-E032-83E5-09DC-41DC06D0CA3A}"/>
                  </a:ext>
                </a:extLst>
              </p:cNvPr>
              <p:cNvSpPr/>
              <p:nvPr/>
            </p:nvSpPr>
            <p:spPr>
              <a:xfrm>
                <a:off x="1741754" y="7823958"/>
                <a:ext cx="41981" cy="41981"/>
              </a:xfrm>
              <a:custGeom>
                <a:avLst/>
                <a:gdLst>
                  <a:gd name="connsiteX0" fmla="*/ 21248 w 41981"/>
                  <a:gd name="connsiteY0" fmla="*/ 4957 h 41981"/>
                  <a:gd name="connsiteX1" fmla="*/ 37438 w 41981"/>
                  <a:gd name="connsiteY1" fmla="*/ 21147 h 41981"/>
                  <a:gd name="connsiteX2" fmla="*/ 37438 w 41981"/>
                  <a:gd name="connsiteY2" fmla="*/ 21147 h 41981"/>
                  <a:gd name="connsiteX3" fmla="*/ 21248 w 41981"/>
                  <a:gd name="connsiteY3" fmla="*/ 37338 h 41981"/>
                  <a:gd name="connsiteX4" fmla="*/ 5057 w 41981"/>
                  <a:gd name="connsiteY4" fmla="*/ 21147 h 41981"/>
                  <a:gd name="connsiteX5" fmla="*/ 21248 w 41981"/>
                  <a:gd name="connsiteY5" fmla="*/ 4957 h 41981"/>
                  <a:gd name="connsiteX6" fmla="*/ 21248 w 41981"/>
                  <a:gd name="connsiteY6" fmla="*/ 157 h 41981"/>
                  <a:gd name="connsiteX7" fmla="*/ 257 w 41981"/>
                  <a:gd name="connsiteY7" fmla="*/ 21147 h 41981"/>
                  <a:gd name="connsiteX8" fmla="*/ 21248 w 41981"/>
                  <a:gd name="connsiteY8" fmla="*/ 42138 h 41981"/>
                  <a:gd name="connsiteX9" fmla="*/ 42238 w 41981"/>
                  <a:gd name="connsiteY9" fmla="*/ 21147 h 41981"/>
                  <a:gd name="connsiteX10" fmla="*/ 42238 w 41981"/>
                  <a:gd name="connsiteY10" fmla="*/ 21147 h 41981"/>
                  <a:gd name="connsiteX11" fmla="*/ 21248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57"/>
                    </a:moveTo>
                    <a:cubicBezTo>
                      <a:pt x="30189" y="4957"/>
                      <a:pt x="37438" y="12205"/>
                      <a:pt x="37438" y="21147"/>
                    </a:cubicBezTo>
                    <a:lnTo>
                      <a:pt x="37438" y="21147"/>
                    </a:lnTo>
                    <a:cubicBezTo>
                      <a:pt x="37438" y="30089"/>
                      <a:pt x="30189" y="37338"/>
                      <a:pt x="21248" y="37338"/>
                    </a:cubicBezTo>
                    <a:cubicBezTo>
                      <a:pt x="12306" y="37338"/>
                      <a:pt x="5057" y="30089"/>
                      <a:pt x="5057" y="21147"/>
                    </a:cubicBezTo>
                    <a:cubicBezTo>
                      <a:pt x="5057" y="12205"/>
                      <a:pt x="12306" y="4957"/>
                      <a:pt x="21248" y="4957"/>
                    </a:cubicBezTo>
                    <a:close/>
                    <a:moveTo>
                      <a:pt x="21248" y="157"/>
                    </a:moveTo>
                    <a:cubicBezTo>
                      <a:pt x="9655" y="157"/>
                      <a:pt x="257" y="9555"/>
                      <a:pt x="257" y="21147"/>
                    </a:cubicBezTo>
                    <a:cubicBezTo>
                      <a:pt x="257" y="32740"/>
                      <a:pt x="9655" y="42138"/>
                      <a:pt x="21248" y="42138"/>
                    </a:cubicBezTo>
                    <a:cubicBezTo>
                      <a:pt x="32840" y="42138"/>
                      <a:pt x="42238" y="32740"/>
                      <a:pt x="42238" y="21147"/>
                    </a:cubicBezTo>
                    <a:lnTo>
                      <a:pt x="42238" y="21147"/>
                    </a:lnTo>
                    <a:cubicBezTo>
                      <a:pt x="42238" y="9555"/>
                      <a:pt x="32840" y="157"/>
                      <a:pt x="21248"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1" name="Freeform: Shape 3760">
                <a:extLst>
                  <a:ext uri="{FF2B5EF4-FFF2-40B4-BE49-F238E27FC236}">
                    <a16:creationId xmlns:a16="http://schemas.microsoft.com/office/drawing/2014/main" id="{8D710A7C-7B4F-AA28-5A04-D33B8EDBD2D2}"/>
                  </a:ext>
                </a:extLst>
              </p:cNvPr>
              <p:cNvSpPr/>
              <p:nvPr/>
            </p:nvSpPr>
            <p:spPr>
              <a:xfrm>
                <a:off x="1924718" y="7757146"/>
                <a:ext cx="37180" cy="37180"/>
              </a:xfrm>
              <a:custGeom>
                <a:avLst/>
                <a:gdLst>
                  <a:gd name="connsiteX0" fmla="*/ 37469 w 37180"/>
                  <a:gd name="connsiteY0" fmla="*/ 18735 h 37180"/>
                  <a:gd name="connsiteX1" fmla="*/ 18879 w 37180"/>
                  <a:gd name="connsiteY1" fmla="*/ 37326 h 37180"/>
                  <a:gd name="connsiteX2" fmla="*/ 288 w 37180"/>
                  <a:gd name="connsiteY2" fmla="*/ 18735 h 37180"/>
                  <a:gd name="connsiteX3" fmla="*/ 18879 w 37180"/>
                  <a:gd name="connsiteY3" fmla="*/ 145 h 37180"/>
                  <a:gd name="connsiteX4" fmla="*/ 37469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35"/>
                    </a:moveTo>
                    <a:cubicBezTo>
                      <a:pt x="37469" y="29002"/>
                      <a:pt x="29146" y="37326"/>
                      <a:pt x="18879" y="37326"/>
                    </a:cubicBezTo>
                    <a:cubicBezTo>
                      <a:pt x="8612" y="37326"/>
                      <a:pt x="288" y="29002"/>
                      <a:pt x="288" y="18735"/>
                    </a:cubicBezTo>
                    <a:cubicBezTo>
                      <a:pt x="288" y="8468"/>
                      <a:pt x="8612" y="145"/>
                      <a:pt x="18879" y="145"/>
                    </a:cubicBezTo>
                    <a:cubicBezTo>
                      <a:pt x="29146" y="145"/>
                      <a:pt x="37469" y="8468"/>
                      <a:pt x="37469" y="18735"/>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2" name="Freeform: Shape 3761">
                <a:extLst>
                  <a:ext uri="{FF2B5EF4-FFF2-40B4-BE49-F238E27FC236}">
                    <a16:creationId xmlns:a16="http://schemas.microsoft.com/office/drawing/2014/main" id="{7B6A79B5-ECCE-6546-6BBC-A2B2113A7E55}"/>
                  </a:ext>
                </a:extLst>
              </p:cNvPr>
              <p:cNvSpPr/>
              <p:nvPr/>
            </p:nvSpPr>
            <p:spPr>
              <a:xfrm>
                <a:off x="1922318" y="7754746"/>
                <a:ext cx="41981" cy="41981"/>
              </a:xfrm>
              <a:custGeom>
                <a:avLst/>
                <a:gdLst>
                  <a:gd name="connsiteX0" fmla="*/ 21279 w 41981"/>
                  <a:gd name="connsiteY0" fmla="*/ 4945 h 41981"/>
                  <a:gd name="connsiteX1" fmla="*/ 37469 w 41981"/>
                  <a:gd name="connsiteY1" fmla="*/ 21135 h 41981"/>
                  <a:gd name="connsiteX2" fmla="*/ 37469 w 41981"/>
                  <a:gd name="connsiteY2" fmla="*/ 21135 h 41981"/>
                  <a:gd name="connsiteX3" fmla="*/ 21279 w 41981"/>
                  <a:gd name="connsiteY3" fmla="*/ 37326 h 41981"/>
                  <a:gd name="connsiteX4" fmla="*/ 5089 w 41981"/>
                  <a:gd name="connsiteY4" fmla="*/ 21135 h 41981"/>
                  <a:gd name="connsiteX5" fmla="*/ 21279 w 41981"/>
                  <a:gd name="connsiteY5" fmla="*/ 4945 h 41981"/>
                  <a:gd name="connsiteX6" fmla="*/ 21279 w 41981"/>
                  <a:gd name="connsiteY6" fmla="*/ 145 h 41981"/>
                  <a:gd name="connsiteX7" fmla="*/ 288 w 41981"/>
                  <a:gd name="connsiteY7" fmla="*/ 21135 h 41981"/>
                  <a:gd name="connsiteX8" fmla="*/ 21279 w 41981"/>
                  <a:gd name="connsiteY8" fmla="*/ 42126 h 41981"/>
                  <a:gd name="connsiteX9" fmla="*/ 42270 w 41981"/>
                  <a:gd name="connsiteY9" fmla="*/ 21135 h 41981"/>
                  <a:gd name="connsiteX10" fmla="*/ 42270 w 41981"/>
                  <a:gd name="connsiteY10" fmla="*/ 21135 h 41981"/>
                  <a:gd name="connsiteX11" fmla="*/ 21279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45"/>
                    </a:moveTo>
                    <a:cubicBezTo>
                      <a:pt x="30221" y="4945"/>
                      <a:pt x="37469" y="12193"/>
                      <a:pt x="37469" y="21135"/>
                    </a:cubicBezTo>
                    <a:lnTo>
                      <a:pt x="37469" y="21135"/>
                    </a:lnTo>
                    <a:cubicBezTo>
                      <a:pt x="37469" y="30077"/>
                      <a:pt x="30221" y="37326"/>
                      <a:pt x="21279" y="37326"/>
                    </a:cubicBezTo>
                    <a:cubicBezTo>
                      <a:pt x="12337" y="37326"/>
                      <a:pt x="5089" y="30077"/>
                      <a:pt x="5089" y="21135"/>
                    </a:cubicBezTo>
                    <a:cubicBezTo>
                      <a:pt x="5089" y="12193"/>
                      <a:pt x="12337" y="4945"/>
                      <a:pt x="21279" y="4945"/>
                    </a:cubicBezTo>
                    <a:close/>
                    <a:moveTo>
                      <a:pt x="21279" y="145"/>
                    </a:moveTo>
                    <a:cubicBezTo>
                      <a:pt x="9686" y="145"/>
                      <a:pt x="288" y="9543"/>
                      <a:pt x="288" y="21135"/>
                    </a:cubicBezTo>
                    <a:cubicBezTo>
                      <a:pt x="288" y="32728"/>
                      <a:pt x="9686" y="42126"/>
                      <a:pt x="21279" y="42126"/>
                    </a:cubicBezTo>
                    <a:cubicBezTo>
                      <a:pt x="32872" y="42126"/>
                      <a:pt x="42270" y="32728"/>
                      <a:pt x="42270" y="21135"/>
                    </a:cubicBezTo>
                    <a:lnTo>
                      <a:pt x="42270" y="21135"/>
                    </a:lnTo>
                    <a:cubicBezTo>
                      <a:pt x="42270" y="9543"/>
                      <a:pt x="32872" y="145"/>
                      <a:pt x="21279"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3" name="Freeform: Shape 3762">
                <a:extLst>
                  <a:ext uri="{FF2B5EF4-FFF2-40B4-BE49-F238E27FC236}">
                    <a16:creationId xmlns:a16="http://schemas.microsoft.com/office/drawing/2014/main" id="{33F8F2CE-95AF-C4C0-1AA6-825C780BAF2F}"/>
                  </a:ext>
                </a:extLst>
              </p:cNvPr>
              <p:cNvSpPr/>
              <p:nvPr/>
            </p:nvSpPr>
            <p:spPr>
              <a:xfrm>
                <a:off x="1714588" y="7760136"/>
                <a:ext cx="37180" cy="37180"/>
              </a:xfrm>
              <a:custGeom>
                <a:avLst/>
                <a:gdLst>
                  <a:gd name="connsiteX0" fmla="*/ 37433 w 37180"/>
                  <a:gd name="connsiteY0" fmla="*/ 18736 h 37180"/>
                  <a:gd name="connsiteX1" fmla="*/ 18842 w 37180"/>
                  <a:gd name="connsiteY1" fmla="*/ 37326 h 37180"/>
                  <a:gd name="connsiteX2" fmla="*/ 252 w 37180"/>
                  <a:gd name="connsiteY2" fmla="*/ 18736 h 37180"/>
                  <a:gd name="connsiteX3" fmla="*/ 18842 w 37180"/>
                  <a:gd name="connsiteY3" fmla="*/ 145 h 37180"/>
                  <a:gd name="connsiteX4" fmla="*/ 37433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36"/>
                    </a:moveTo>
                    <a:cubicBezTo>
                      <a:pt x="37433" y="29003"/>
                      <a:pt x="29109" y="37326"/>
                      <a:pt x="18842" y="37326"/>
                    </a:cubicBezTo>
                    <a:cubicBezTo>
                      <a:pt x="8575" y="37326"/>
                      <a:pt x="252" y="29003"/>
                      <a:pt x="252" y="18736"/>
                    </a:cubicBezTo>
                    <a:cubicBezTo>
                      <a:pt x="252" y="8468"/>
                      <a:pt x="8575" y="145"/>
                      <a:pt x="18842" y="145"/>
                    </a:cubicBezTo>
                    <a:cubicBezTo>
                      <a:pt x="29109" y="145"/>
                      <a:pt x="37433" y="8468"/>
                      <a:pt x="37433" y="18736"/>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4" name="Freeform: Shape 3763">
                <a:extLst>
                  <a:ext uri="{FF2B5EF4-FFF2-40B4-BE49-F238E27FC236}">
                    <a16:creationId xmlns:a16="http://schemas.microsoft.com/office/drawing/2014/main" id="{7CCDF730-9244-A166-4226-79625A3EAA01}"/>
                  </a:ext>
                </a:extLst>
              </p:cNvPr>
              <p:cNvSpPr/>
              <p:nvPr/>
            </p:nvSpPr>
            <p:spPr>
              <a:xfrm>
                <a:off x="1712188" y="7757736"/>
                <a:ext cx="41981" cy="41981"/>
              </a:xfrm>
              <a:custGeom>
                <a:avLst/>
                <a:gdLst>
                  <a:gd name="connsiteX0" fmla="*/ 21242 w 41981"/>
                  <a:gd name="connsiteY0" fmla="*/ 4946 h 41981"/>
                  <a:gd name="connsiteX1" fmla="*/ 37433 w 41981"/>
                  <a:gd name="connsiteY1" fmla="*/ 21136 h 41981"/>
                  <a:gd name="connsiteX2" fmla="*/ 37433 w 41981"/>
                  <a:gd name="connsiteY2" fmla="*/ 21136 h 41981"/>
                  <a:gd name="connsiteX3" fmla="*/ 21242 w 41981"/>
                  <a:gd name="connsiteY3" fmla="*/ 37326 h 41981"/>
                  <a:gd name="connsiteX4" fmla="*/ 5052 w 41981"/>
                  <a:gd name="connsiteY4" fmla="*/ 21136 h 41981"/>
                  <a:gd name="connsiteX5" fmla="*/ 21242 w 41981"/>
                  <a:gd name="connsiteY5" fmla="*/ 4946 h 41981"/>
                  <a:gd name="connsiteX6" fmla="*/ 21242 w 41981"/>
                  <a:gd name="connsiteY6" fmla="*/ 145 h 41981"/>
                  <a:gd name="connsiteX7" fmla="*/ 252 w 41981"/>
                  <a:gd name="connsiteY7" fmla="*/ 21136 h 41981"/>
                  <a:gd name="connsiteX8" fmla="*/ 21242 w 41981"/>
                  <a:gd name="connsiteY8" fmla="*/ 42126 h 41981"/>
                  <a:gd name="connsiteX9" fmla="*/ 42233 w 41981"/>
                  <a:gd name="connsiteY9" fmla="*/ 21136 h 41981"/>
                  <a:gd name="connsiteX10" fmla="*/ 42233 w 41981"/>
                  <a:gd name="connsiteY10" fmla="*/ 21136 h 41981"/>
                  <a:gd name="connsiteX11" fmla="*/ 21242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46"/>
                    </a:moveTo>
                    <a:cubicBezTo>
                      <a:pt x="30184" y="4946"/>
                      <a:pt x="37433" y="12194"/>
                      <a:pt x="37433" y="21136"/>
                    </a:cubicBezTo>
                    <a:lnTo>
                      <a:pt x="37433" y="21136"/>
                    </a:lnTo>
                    <a:cubicBezTo>
                      <a:pt x="37433" y="30078"/>
                      <a:pt x="30184" y="37326"/>
                      <a:pt x="21242" y="37326"/>
                    </a:cubicBezTo>
                    <a:cubicBezTo>
                      <a:pt x="12301" y="37326"/>
                      <a:pt x="5052" y="30078"/>
                      <a:pt x="5052" y="21136"/>
                    </a:cubicBezTo>
                    <a:cubicBezTo>
                      <a:pt x="5052" y="12194"/>
                      <a:pt x="12301" y="4946"/>
                      <a:pt x="21242" y="4946"/>
                    </a:cubicBezTo>
                    <a:close/>
                    <a:moveTo>
                      <a:pt x="21242" y="145"/>
                    </a:moveTo>
                    <a:cubicBezTo>
                      <a:pt x="9650" y="145"/>
                      <a:pt x="252" y="9543"/>
                      <a:pt x="252" y="21136"/>
                    </a:cubicBezTo>
                    <a:cubicBezTo>
                      <a:pt x="252" y="32728"/>
                      <a:pt x="9650" y="42126"/>
                      <a:pt x="21242" y="42126"/>
                    </a:cubicBezTo>
                    <a:cubicBezTo>
                      <a:pt x="32835" y="42126"/>
                      <a:pt x="42233" y="32728"/>
                      <a:pt x="42233" y="21136"/>
                    </a:cubicBezTo>
                    <a:lnTo>
                      <a:pt x="42233" y="21136"/>
                    </a:lnTo>
                    <a:cubicBezTo>
                      <a:pt x="42233" y="9543"/>
                      <a:pt x="32835" y="145"/>
                      <a:pt x="21242"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5" name="Freeform: Shape 3764">
                <a:extLst>
                  <a:ext uri="{FF2B5EF4-FFF2-40B4-BE49-F238E27FC236}">
                    <a16:creationId xmlns:a16="http://schemas.microsoft.com/office/drawing/2014/main" id="{BD8FF8EE-ED74-06DF-3D4D-C53854F5428A}"/>
                  </a:ext>
                </a:extLst>
              </p:cNvPr>
              <p:cNvSpPr/>
              <p:nvPr/>
            </p:nvSpPr>
            <p:spPr>
              <a:xfrm>
                <a:off x="1695856" y="7850539"/>
                <a:ext cx="37180" cy="37180"/>
              </a:xfrm>
              <a:custGeom>
                <a:avLst/>
                <a:gdLst>
                  <a:gd name="connsiteX0" fmla="*/ 37429 w 37180"/>
                  <a:gd name="connsiteY0" fmla="*/ 18751 h 37180"/>
                  <a:gd name="connsiteX1" fmla="*/ 18839 w 37180"/>
                  <a:gd name="connsiteY1" fmla="*/ 37342 h 37180"/>
                  <a:gd name="connsiteX2" fmla="*/ 249 w 37180"/>
                  <a:gd name="connsiteY2" fmla="*/ 18751 h 37180"/>
                  <a:gd name="connsiteX3" fmla="*/ 18839 w 37180"/>
                  <a:gd name="connsiteY3" fmla="*/ 161 h 37180"/>
                  <a:gd name="connsiteX4" fmla="*/ 37429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51"/>
                    </a:moveTo>
                    <a:cubicBezTo>
                      <a:pt x="37429" y="29019"/>
                      <a:pt x="29106" y="37342"/>
                      <a:pt x="18839" y="37342"/>
                    </a:cubicBezTo>
                    <a:cubicBezTo>
                      <a:pt x="8572" y="37342"/>
                      <a:pt x="249" y="29019"/>
                      <a:pt x="249" y="18751"/>
                    </a:cubicBezTo>
                    <a:cubicBezTo>
                      <a:pt x="249" y="8484"/>
                      <a:pt x="8572" y="161"/>
                      <a:pt x="18839" y="161"/>
                    </a:cubicBezTo>
                    <a:cubicBezTo>
                      <a:pt x="29106" y="161"/>
                      <a:pt x="37429" y="8484"/>
                      <a:pt x="37429" y="18751"/>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6" name="Freeform: Shape 3765">
                <a:extLst>
                  <a:ext uri="{FF2B5EF4-FFF2-40B4-BE49-F238E27FC236}">
                    <a16:creationId xmlns:a16="http://schemas.microsoft.com/office/drawing/2014/main" id="{769626AA-9305-6158-023A-207B85A00363}"/>
                  </a:ext>
                </a:extLst>
              </p:cNvPr>
              <p:cNvSpPr/>
              <p:nvPr/>
            </p:nvSpPr>
            <p:spPr>
              <a:xfrm>
                <a:off x="1693456" y="7848139"/>
                <a:ext cx="41981" cy="41981"/>
              </a:xfrm>
              <a:custGeom>
                <a:avLst/>
                <a:gdLst>
                  <a:gd name="connsiteX0" fmla="*/ 21239 w 41981"/>
                  <a:gd name="connsiteY0" fmla="*/ 4961 h 41981"/>
                  <a:gd name="connsiteX1" fmla="*/ 37429 w 41981"/>
                  <a:gd name="connsiteY1" fmla="*/ 21152 h 41981"/>
                  <a:gd name="connsiteX2" fmla="*/ 37429 w 41981"/>
                  <a:gd name="connsiteY2" fmla="*/ 21152 h 41981"/>
                  <a:gd name="connsiteX3" fmla="*/ 21239 w 41981"/>
                  <a:gd name="connsiteY3" fmla="*/ 37342 h 41981"/>
                  <a:gd name="connsiteX4" fmla="*/ 5049 w 41981"/>
                  <a:gd name="connsiteY4" fmla="*/ 21152 h 41981"/>
                  <a:gd name="connsiteX5" fmla="*/ 21239 w 41981"/>
                  <a:gd name="connsiteY5" fmla="*/ 4961 h 41981"/>
                  <a:gd name="connsiteX6" fmla="*/ 21239 w 41981"/>
                  <a:gd name="connsiteY6" fmla="*/ 161 h 41981"/>
                  <a:gd name="connsiteX7" fmla="*/ 249 w 41981"/>
                  <a:gd name="connsiteY7" fmla="*/ 21152 h 41981"/>
                  <a:gd name="connsiteX8" fmla="*/ 21239 w 41981"/>
                  <a:gd name="connsiteY8" fmla="*/ 42142 h 41981"/>
                  <a:gd name="connsiteX9" fmla="*/ 42230 w 41981"/>
                  <a:gd name="connsiteY9" fmla="*/ 21152 h 41981"/>
                  <a:gd name="connsiteX10" fmla="*/ 42230 w 41981"/>
                  <a:gd name="connsiteY10" fmla="*/ 21152 h 41981"/>
                  <a:gd name="connsiteX11" fmla="*/ 21239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61"/>
                    </a:moveTo>
                    <a:cubicBezTo>
                      <a:pt x="30181" y="4961"/>
                      <a:pt x="37429" y="12210"/>
                      <a:pt x="37429" y="21152"/>
                    </a:cubicBezTo>
                    <a:lnTo>
                      <a:pt x="37429" y="21152"/>
                    </a:lnTo>
                    <a:cubicBezTo>
                      <a:pt x="37429" y="30093"/>
                      <a:pt x="30181" y="37342"/>
                      <a:pt x="21239" y="37342"/>
                    </a:cubicBezTo>
                    <a:cubicBezTo>
                      <a:pt x="12297" y="37342"/>
                      <a:pt x="5049" y="30093"/>
                      <a:pt x="5049" y="21152"/>
                    </a:cubicBezTo>
                    <a:cubicBezTo>
                      <a:pt x="5049" y="12210"/>
                      <a:pt x="12297" y="4961"/>
                      <a:pt x="21239" y="4961"/>
                    </a:cubicBezTo>
                    <a:close/>
                    <a:moveTo>
                      <a:pt x="21239" y="161"/>
                    </a:moveTo>
                    <a:cubicBezTo>
                      <a:pt x="9647" y="161"/>
                      <a:pt x="249" y="9559"/>
                      <a:pt x="249" y="21152"/>
                    </a:cubicBezTo>
                    <a:cubicBezTo>
                      <a:pt x="249" y="32744"/>
                      <a:pt x="9647" y="42142"/>
                      <a:pt x="21239" y="42142"/>
                    </a:cubicBezTo>
                    <a:cubicBezTo>
                      <a:pt x="32832" y="42142"/>
                      <a:pt x="42230" y="32744"/>
                      <a:pt x="42230" y="21152"/>
                    </a:cubicBezTo>
                    <a:lnTo>
                      <a:pt x="42230" y="21152"/>
                    </a:lnTo>
                    <a:cubicBezTo>
                      <a:pt x="42230" y="9559"/>
                      <a:pt x="32832" y="161"/>
                      <a:pt x="21239"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7" name="Freeform: Shape 3766">
                <a:extLst>
                  <a:ext uri="{FF2B5EF4-FFF2-40B4-BE49-F238E27FC236}">
                    <a16:creationId xmlns:a16="http://schemas.microsoft.com/office/drawing/2014/main" id="{297FD693-67C1-FBA3-523C-1C23C096FAA3}"/>
                  </a:ext>
                </a:extLst>
              </p:cNvPr>
              <p:cNvSpPr/>
              <p:nvPr/>
            </p:nvSpPr>
            <p:spPr>
              <a:xfrm>
                <a:off x="2292517" y="8045688"/>
                <a:ext cx="37180" cy="37180"/>
              </a:xfrm>
              <a:custGeom>
                <a:avLst/>
                <a:gdLst>
                  <a:gd name="connsiteX0" fmla="*/ 37533 w 37180"/>
                  <a:gd name="connsiteY0" fmla="*/ 18785 h 37180"/>
                  <a:gd name="connsiteX1" fmla="*/ 18943 w 37180"/>
                  <a:gd name="connsiteY1" fmla="*/ 37376 h 37180"/>
                  <a:gd name="connsiteX2" fmla="*/ 352 w 37180"/>
                  <a:gd name="connsiteY2" fmla="*/ 18785 h 37180"/>
                  <a:gd name="connsiteX3" fmla="*/ 18943 w 37180"/>
                  <a:gd name="connsiteY3" fmla="*/ 195 h 37180"/>
                  <a:gd name="connsiteX4" fmla="*/ 37533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3" y="18785"/>
                    </a:moveTo>
                    <a:cubicBezTo>
                      <a:pt x="37533" y="29052"/>
                      <a:pt x="29210" y="37376"/>
                      <a:pt x="18943" y="37376"/>
                    </a:cubicBezTo>
                    <a:cubicBezTo>
                      <a:pt x="8675" y="37376"/>
                      <a:pt x="352" y="29052"/>
                      <a:pt x="352" y="18785"/>
                    </a:cubicBezTo>
                    <a:cubicBezTo>
                      <a:pt x="352" y="8518"/>
                      <a:pt x="8675" y="195"/>
                      <a:pt x="18943" y="195"/>
                    </a:cubicBezTo>
                    <a:cubicBezTo>
                      <a:pt x="29210" y="195"/>
                      <a:pt x="37533" y="8518"/>
                      <a:pt x="37533" y="18785"/>
                    </a:cubicBezTo>
                    <a:close/>
                  </a:path>
                </a:pathLst>
              </a:custGeom>
              <a:solidFill>
                <a:srgbClr val="F7A56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8" name="Freeform: Shape 3767">
                <a:extLst>
                  <a:ext uri="{FF2B5EF4-FFF2-40B4-BE49-F238E27FC236}">
                    <a16:creationId xmlns:a16="http://schemas.microsoft.com/office/drawing/2014/main" id="{0223328D-7CFF-DD87-D56C-3F2983295AF2}"/>
                  </a:ext>
                </a:extLst>
              </p:cNvPr>
              <p:cNvSpPr/>
              <p:nvPr/>
            </p:nvSpPr>
            <p:spPr>
              <a:xfrm>
                <a:off x="2290117" y="8043288"/>
                <a:ext cx="41981" cy="41981"/>
              </a:xfrm>
              <a:custGeom>
                <a:avLst/>
                <a:gdLst>
                  <a:gd name="connsiteX0" fmla="*/ 21343 w 41981"/>
                  <a:gd name="connsiteY0" fmla="*/ 4995 h 41981"/>
                  <a:gd name="connsiteX1" fmla="*/ 37533 w 41981"/>
                  <a:gd name="connsiteY1" fmla="*/ 21185 h 41981"/>
                  <a:gd name="connsiteX2" fmla="*/ 37533 w 41981"/>
                  <a:gd name="connsiteY2" fmla="*/ 21185 h 41981"/>
                  <a:gd name="connsiteX3" fmla="*/ 21343 w 41981"/>
                  <a:gd name="connsiteY3" fmla="*/ 37376 h 41981"/>
                  <a:gd name="connsiteX4" fmla="*/ 5153 w 41981"/>
                  <a:gd name="connsiteY4" fmla="*/ 21185 h 41981"/>
                  <a:gd name="connsiteX5" fmla="*/ 21343 w 41981"/>
                  <a:gd name="connsiteY5" fmla="*/ 4995 h 41981"/>
                  <a:gd name="connsiteX6" fmla="*/ 21343 w 41981"/>
                  <a:gd name="connsiteY6" fmla="*/ 195 h 41981"/>
                  <a:gd name="connsiteX7" fmla="*/ 352 w 41981"/>
                  <a:gd name="connsiteY7" fmla="*/ 21185 h 41981"/>
                  <a:gd name="connsiteX8" fmla="*/ 21343 w 41981"/>
                  <a:gd name="connsiteY8" fmla="*/ 42176 h 41981"/>
                  <a:gd name="connsiteX9" fmla="*/ 42333 w 41981"/>
                  <a:gd name="connsiteY9" fmla="*/ 21185 h 41981"/>
                  <a:gd name="connsiteX10" fmla="*/ 42333 w 41981"/>
                  <a:gd name="connsiteY10" fmla="*/ 21185 h 41981"/>
                  <a:gd name="connsiteX11" fmla="*/ 21343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3" y="4995"/>
                    </a:moveTo>
                    <a:cubicBezTo>
                      <a:pt x="30285" y="4995"/>
                      <a:pt x="37533" y="12244"/>
                      <a:pt x="37533" y="21185"/>
                    </a:cubicBezTo>
                    <a:lnTo>
                      <a:pt x="37533" y="21185"/>
                    </a:lnTo>
                    <a:cubicBezTo>
                      <a:pt x="37533" y="30127"/>
                      <a:pt x="30285" y="37376"/>
                      <a:pt x="21343" y="37376"/>
                    </a:cubicBezTo>
                    <a:cubicBezTo>
                      <a:pt x="12401" y="37376"/>
                      <a:pt x="5153" y="30127"/>
                      <a:pt x="5153" y="21185"/>
                    </a:cubicBezTo>
                    <a:cubicBezTo>
                      <a:pt x="5153" y="12244"/>
                      <a:pt x="12401" y="4995"/>
                      <a:pt x="21343" y="4995"/>
                    </a:cubicBezTo>
                    <a:close/>
                    <a:moveTo>
                      <a:pt x="21343" y="195"/>
                    </a:moveTo>
                    <a:cubicBezTo>
                      <a:pt x="9750" y="195"/>
                      <a:pt x="352" y="9593"/>
                      <a:pt x="352" y="21185"/>
                    </a:cubicBezTo>
                    <a:cubicBezTo>
                      <a:pt x="352" y="32778"/>
                      <a:pt x="9750" y="42176"/>
                      <a:pt x="21343" y="42176"/>
                    </a:cubicBezTo>
                    <a:cubicBezTo>
                      <a:pt x="32935" y="42176"/>
                      <a:pt x="42333" y="32778"/>
                      <a:pt x="42333" y="21185"/>
                    </a:cubicBezTo>
                    <a:lnTo>
                      <a:pt x="42333" y="21185"/>
                    </a:lnTo>
                    <a:cubicBezTo>
                      <a:pt x="42333" y="9593"/>
                      <a:pt x="32935" y="195"/>
                      <a:pt x="21343"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69" name="Freeform: Shape 3768">
                <a:extLst>
                  <a:ext uri="{FF2B5EF4-FFF2-40B4-BE49-F238E27FC236}">
                    <a16:creationId xmlns:a16="http://schemas.microsoft.com/office/drawing/2014/main" id="{2EB6BCDB-E9E8-4B5A-1F68-BBA2507DD21E}"/>
                  </a:ext>
                </a:extLst>
              </p:cNvPr>
              <p:cNvSpPr/>
              <p:nvPr/>
            </p:nvSpPr>
            <p:spPr>
              <a:xfrm>
                <a:off x="1631494" y="7748760"/>
                <a:ext cx="37180" cy="37180"/>
              </a:xfrm>
              <a:custGeom>
                <a:avLst/>
                <a:gdLst>
                  <a:gd name="connsiteX0" fmla="*/ 37418 w 37180"/>
                  <a:gd name="connsiteY0" fmla="*/ 18734 h 37180"/>
                  <a:gd name="connsiteX1" fmla="*/ 18828 w 37180"/>
                  <a:gd name="connsiteY1" fmla="*/ 37324 h 37180"/>
                  <a:gd name="connsiteX2" fmla="*/ 237 w 37180"/>
                  <a:gd name="connsiteY2" fmla="*/ 18734 h 37180"/>
                  <a:gd name="connsiteX3" fmla="*/ 18828 w 37180"/>
                  <a:gd name="connsiteY3" fmla="*/ 143 h 37180"/>
                  <a:gd name="connsiteX4" fmla="*/ 37418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34"/>
                    </a:moveTo>
                    <a:cubicBezTo>
                      <a:pt x="37418" y="29001"/>
                      <a:pt x="29095" y="37324"/>
                      <a:pt x="18828" y="37324"/>
                    </a:cubicBezTo>
                    <a:cubicBezTo>
                      <a:pt x="8561" y="37324"/>
                      <a:pt x="237" y="29001"/>
                      <a:pt x="237" y="18734"/>
                    </a:cubicBezTo>
                    <a:cubicBezTo>
                      <a:pt x="237" y="8466"/>
                      <a:pt x="8561" y="143"/>
                      <a:pt x="18828" y="143"/>
                    </a:cubicBezTo>
                    <a:cubicBezTo>
                      <a:pt x="29095" y="143"/>
                      <a:pt x="37418" y="8466"/>
                      <a:pt x="37418" y="18734"/>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0" name="Freeform: Shape 3769">
                <a:extLst>
                  <a:ext uri="{FF2B5EF4-FFF2-40B4-BE49-F238E27FC236}">
                    <a16:creationId xmlns:a16="http://schemas.microsoft.com/office/drawing/2014/main" id="{AFCA6B04-63F9-B088-CE0E-AB1FF19D361C}"/>
                  </a:ext>
                </a:extLst>
              </p:cNvPr>
              <p:cNvSpPr/>
              <p:nvPr/>
            </p:nvSpPr>
            <p:spPr>
              <a:xfrm>
                <a:off x="1629094" y="7746360"/>
                <a:ext cx="41981" cy="41981"/>
              </a:xfrm>
              <a:custGeom>
                <a:avLst/>
                <a:gdLst>
                  <a:gd name="connsiteX0" fmla="*/ 21228 w 41981"/>
                  <a:gd name="connsiteY0" fmla="*/ 4944 h 41981"/>
                  <a:gd name="connsiteX1" fmla="*/ 37418 w 41981"/>
                  <a:gd name="connsiteY1" fmla="*/ 21134 h 41981"/>
                  <a:gd name="connsiteX2" fmla="*/ 37418 w 41981"/>
                  <a:gd name="connsiteY2" fmla="*/ 21134 h 41981"/>
                  <a:gd name="connsiteX3" fmla="*/ 21228 w 41981"/>
                  <a:gd name="connsiteY3" fmla="*/ 37324 h 41981"/>
                  <a:gd name="connsiteX4" fmla="*/ 5038 w 41981"/>
                  <a:gd name="connsiteY4" fmla="*/ 21134 h 41981"/>
                  <a:gd name="connsiteX5" fmla="*/ 21228 w 41981"/>
                  <a:gd name="connsiteY5" fmla="*/ 4944 h 41981"/>
                  <a:gd name="connsiteX6" fmla="*/ 21228 w 41981"/>
                  <a:gd name="connsiteY6" fmla="*/ 143 h 41981"/>
                  <a:gd name="connsiteX7" fmla="*/ 237 w 41981"/>
                  <a:gd name="connsiteY7" fmla="*/ 21134 h 41981"/>
                  <a:gd name="connsiteX8" fmla="*/ 21228 w 41981"/>
                  <a:gd name="connsiteY8" fmla="*/ 42124 h 41981"/>
                  <a:gd name="connsiteX9" fmla="*/ 42219 w 41981"/>
                  <a:gd name="connsiteY9" fmla="*/ 21134 h 41981"/>
                  <a:gd name="connsiteX10" fmla="*/ 42219 w 41981"/>
                  <a:gd name="connsiteY10" fmla="*/ 21134 h 41981"/>
                  <a:gd name="connsiteX11" fmla="*/ 21228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44"/>
                    </a:moveTo>
                    <a:cubicBezTo>
                      <a:pt x="30170" y="4944"/>
                      <a:pt x="37418" y="12192"/>
                      <a:pt x="37418" y="21134"/>
                    </a:cubicBezTo>
                    <a:lnTo>
                      <a:pt x="37418" y="21134"/>
                    </a:lnTo>
                    <a:cubicBezTo>
                      <a:pt x="37418" y="30076"/>
                      <a:pt x="30170" y="37324"/>
                      <a:pt x="21228" y="37324"/>
                    </a:cubicBezTo>
                    <a:cubicBezTo>
                      <a:pt x="12286" y="37324"/>
                      <a:pt x="5038" y="30076"/>
                      <a:pt x="5038" y="21134"/>
                    </a:cubicBezTo>
                    <a:cubicBezTo>
                      <a:pt x="5038" y="12192"/>
                      <a:pt x="12286" y="4944"/>
                      <a:pt x="21228" y="4944"/>
                    </a:cubicBezTo>
                    <a:close/>
                    <a:moveTo>
                      <a:pt x="21228" y="143"/>
                    </a:moveTo>
                    <a:cubicBezTo>
                      <a:pt x="9635" y="143"/>
                      <a:pt x="237" y="9541"/>
                      <a:pt x="237" y="21134"/>
                    </a:cubicBezTo>
                    <a:cubicBezTo>
                      <a:pt x="237" y="32726"/>
                      <a:pt x="9635" y="42124"/>
                      <a:pt x="21228" y="42124"/>
                    </a:cubicBezTo>
                    <a:cubicBezTo>
                      <a:pt x="32821" y="42124"/>
                      <a:pt x="42219" y="32726"/>
                      <a:pt x="42219" y="21134"/>
                    </a:cubicBezTo>
                    <a:lnTo>
                      <a:pt x="42219" y="21134"/>
                    </a:lnTo>
                    <a:cubicBezTo>
                      <a:pt x="42219" y="9541"/>
                      <a:pt x="32821" y="143"/>
                      <a:pt x="21228" y="14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1" name="Freeform: Shape 3770">
                <a:extLst>
                  <a:ext uri="{FF2B5EF4-FFF2-40B4-BE49-F238E27FC236}">
                    <a16:creationId xmlns:a16="http://schemas.microsoft.com/office/drawing/2014/main" id="{04FE555F-093B-5193-49ED-92D6C5A71BC9}"/>
                  </a:ext>
                </a:extLst>
              </p:cNvPr>
              <p:cNvSpPr/>
              <p:nvPr/>
            </p:nvSpPr>
            <p:spPr>
              <a:xfrm>
                <a:off x="1837472" y="7892432"/>
                <a:ext cx="37180" cy="37180"/>
              </a:xfrm>
              <a:custGeom>
                <a:avLst/>
                <a:gdLst>
                  <a:gd name="connsiteX0" fmla="*/ 37454 w 37180"/>
                  <a:gd name="connsiteY0" fmla="*/ 18759 h 37180"/>
                  <a:gd name="connsiteX1" fmla="*/ 18864 w 37180"/>
                  <a:gd name="connsiteY1" fmla="*/ 37349 h 37180"/>
                  <a:gd name="connsiteX2" fmla="*/ 273 w 37180"/>
                  <a:gd name="connsiteY2" fmla="*/ 18759 h 37180"/>
                  <a:gd name="connsiteX3" fmla="*/ 18864 w 37180"/>
                  <a:gd name="connsiteY3" fmla="*/ 168 h 37180"/>
                  <a:gd name="connsiteX4" fmla="*/ 3745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9"/>
                    </a:moveTo>
                    <a:cubicBezTo>
                      <a:pt x="37454" y="29026"/>
                      <a:pt x="29131" y="37349"/>
                      <a:pt x="18864" y="37349"/>
                    </a:cubicBezTo>
                    <a:cubicBezTo>
                      <a:pt x="8596" y="37349"/>
                      <a:pt x="273" y="29026"/>
                      <a:pt x="273" y="18759"/>
                    </a:cubicBezTo>
                    <a:cubicBezTo>
                      <a:pt x="273" y="8491"/>
                      <a:pt x="8596" y="168"/>
                      <a:pt x="18864" y="168"/>
                    </a:cubicBezTo>
                    <a:cubicBezTo>
                      <a:pt x="29131" y="168"/>
                      <a:pt x="37454" y="8491"/>
                      <a:pt x="37454" y="18759"/>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2" name="Freeform: Shape 3771">
                <a:extLst>
                  <a:ext uri="{FF2B5EF4-FFF2-40B4-BE49-F238E27FC236}">
                    <a16:creationId xmlns:a16="http://schemas.microsoft.com/office/drawing/2014/main" id="{3296BDA8-0261-35D0-907E-41C75276CD8F}"/>
                  </a:ext>
                </a:extLst>
              </p:cNvPr>
              <p:cNvSpPr/>
              <p:nvPr/>
            </p:nvSpPr>
            <p:spPr>
              <a:xfrm>
                <a:off x="1835071" y="7890031"/>
                <a:ext cx="41981" cy="41981"/>
              </a:xfrm>
              <a:custGeom>
                <a:avLst/>
                <a:gdLst>
                  <a:gd name="connsiteX0" fmla="*/ 21264 w 41981"/>
                  <a:gd name="connsiteY0" fmla="*/ 4969 h 41981"/>
                  <a:gd name="connsiteX1" fmla="*/ 37454 w 41981"/>
                  <a:gd name="connsiteY1" fmla="*/ 21159 h 41981"/>
                  <a:gd name="connsiteX2" fmla="*/ 37454 w 41981"/>
                  <a:gd name="connsiteY2" fmla="*/ 21159 h 41981"/>
                  <a:gd name="connsiteX3" fmla="*/ 21264 w 41981"/>
                  <a:gd name="connsiteY3" fmla="*/ 37349 h 41981"/>
                  <a:gd name="connsiteX4" fmla="*/ 5074 w 41981"/>
                  <a:gd name="connsiteY4" fmla="*/ 21159 h 41981"/>
                  <a:gd name="connsiteX5" fmla="*/ 21264 w 41981"/>
                  <a:gd name="connsiteY5" fmla="*/ 4969 h 41981"/>
                  <a:gd name="connsiteX6" fmla="*/ 21264 w 41981"/>
                  <a:gd name="connsiteY6" fmla="*/ 168 h 41981"/>
                  <a:gd name="connsiteX7" fmla="*/ 273 w 41981"/>
                  <a:gd name="connsiteY7" fmla="*/ 21159 h 41981"/>
                  <a:gd name="connsiteX8" fmla="*/ 21264 w 41981"/>
                  <a:gd name="connsiteY8" fmla="*/ 42149 h 41981"/>
                  <a:gd name="connsiteX9" fmla="*/ 42254 w 41981"/>
                  <a:gd name="connsiteY9" fmla="*/ 21159 h 41981"/>
                  <a:gd name="connsiteX10" fmla="*/ 42254 w 41981"/>
                  <a:gd name="connsiteY10" fmla="*/ 21159 h 41981"/>
                  <a:gd name="connsiteX11" fmla="*/ 2126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9"/>
                    </a:moveTo>
                    <a:cubicBezTo>
                      <a:pt x="30206" y="4969"/>
                      <a:pt x="37454" y="12217"/>
                      <a:pt x="37454" y="21159"/>
                    </a:cubicBezTo>
                    <a:lnTo>
                      <a:pt x="37454" y="21159"/>
                    </a:lnTo>
                    <a:cubicBezTo>
                      <a:pt x="37454" y="30101"/>
                      <a:pt x="30206" y="37349"/>
                      <a:pt x="21264" y="37349"/>
                    </a:cubicBezTo>
                    <a:cubicBezTo>
                      <a:pt x="12322" y="37349"/>
                      <a:pt x="5074" y="30101"/>
                      <a:pt x="5074" y="21159"/>
                    </a:cubicBezTo>
                    <a:cubicBezTo>
                      <a:pt x="5074" y="12217"/>
                      <a:pt x="12322" y="4969"/>
                      <a:pt x="21264" y="4969"/>
                    </a:cubicBezTo>
                    <a:close/>
                    <a:moveTo>
                      <a:pt x="21264" y="168"/>
                    </a:moveTo>
                    <a:cubicBezTo>
                      <a:pt x="9671" y="168"/>
                      <a:pt x="273" y="9566"/>
                      <a:pt x="273" y="21159"/>
                    </a:cubicBezTo>
                    <a:cubicBezTo>
                      <a:pt x="273" y="32751"/>
                      <a:pt x="9671" y="42149"/>
                      <a:pt x="21264" y="42149"/>
                    </a:cubicBezTo>
                    <a:cubicBezTo>
                      <a:pt x="32856" y="42149"/>
                      <a:pt x="42254" y="32751"/>
                      <a:pt x="42254" y="21159"/>
                    </a:cubicBezTo>
                    <a:lnTo>
                      <a:pt x="42254" y="21159"/>
                    </a:lnTo>
                    <a:cubicBezTo>
                      <a:pt x="42254" y="9566"/>
                      <a:pt x="32856" y="168"/>
                      <a:pt x="21264"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3" name="Freeform: Shape 3772">
                <a:extLst>
                  <a:ext uri="{FF2B5EF4-FFF2-40B4-BE49-F238E27FC236}">
                    <a16:creationId xmlns:a16="http://schemas.microsoft.com/office/drawing/2014/main" id="{9AF7DAF7-2E26-3776-918B-667107077797}"/>
                  </a:ext>
                </a:extLst>
              </p:cNvPr>
              <p:cNvSpPr/>
              <p:nvPr/>
            </p:nvSpPr>
            <p:spPr>
              <a:xfrm>
                <a:off x="1695931" y="7824504"/>
                <a:ext cx="37180" cy="37180"/>
              </a:xfrm>
              <a:custGeom>
                <a:avLst/>
                <a:gdLst>
                  <a:gd name="connsiteX0" fmla="*/ 37429 w 37180"/>
                  <a:gd name="connsiteY0" fmla="*/ 18747 h 37180"/>
                  <a:gd name="connsiteX1" fmla="*/ 18839 w 37180"/>
                  <a:gd name="connsiteY1" fmla="*/ 37337 h 37180"/>
                  <a:gd name="connsiteX2" fmla="*/ 249 w 37180"/>
                  <a:gd name="connsiteY2" fmla="*/ 18747 h 37180"/>
                  <a:gd name="connsiteX3" fmla="*/ 18839 w 37180"/>
                  <a:gd name="connsiteY3" fmla="*/ 156 h 37180"/>
                  <a:gd name="connsiteX4" fmla="*/ 37429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47"/>
                    </a:moveTo>
                    <a:cubicBezTo>
                      <a:pt x="37429" y="29014"/>
                      <a:pt x="29106" y="37337"/>
                      <a:pt x="18839" y="37337"/>
                    </a:cubicBezTo>
                    <a:cubicBezTo>
                      <a:pt x="8572" y="37337"/>
                      <a:pt x="249" y="29014"/>
                      <a:pt x="249" y="18747"/>
                    </a:cubicBezTo>
                    <a:cubicBezTo>
                      <a:pt x="249" y="8480"/>
                      <a:pt x="8572" y="156"/>
                      <a:pt x="18839" y="156"/>
                    </a:cubicBezTo>
                    <a:cubicBezTo>
                      <a:pt x="29106" y="156"/>
                      <a:pt x="37429" y="8480"/>
                      <a:pt x="37429" y="18747"/>
                    </a:cubicBezTo>
                    <a:close/>
                  </a:path>
                </a:pathLst>
              </a:custGeom>
              <a:solidFill>
                <a:srgbClr val="F7CCC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4" name="Freeform: Shape 3773">
                <a:extLst>
                  <a:ext uri="{FF2B5EF4-FFF2-40B4-BE49-F238E27FC236}">
                    <a16:creationId xmlns:a16="http://schemas.microsoft.com/office/drawing/2014/main" id="{0190ADC5-2C7E-867D-6F34-0ABF26266F1D}"/>
                  </a:ext>
                </a:extLst>
              </p:cNvPr>
              <p:cNvSpPr/>
              <p:nvPr/>
            </p:nvSpPr>
            <p:spPr>
              <a:xfrm>
                <a:off x="1693531" y="7822104"/>
                <a:ext cx="41981" cy="41981"/>
              </a:xfrm>
              <a:custGeom>
                <a:avLst/>
                <a:gdLst>
                  <a:gd name="connsiteX0" fmla="*/ 21239 w 41981"/>
                  <a:gd name="connsiteY0" fmla="*/ 4957 h 41981"/>
                  <a:gd name="connsiteX1" fmla="*/ 37429 w 41981"/>
                  <a:gd name="connsiteY1" fmla="*/ 21147 h 41981"/>
                  <a:gd name="connsiteX2" fmla="*/ 37429 w 41981"/>
                  <a:gd name="connsiteY2" fmla="*/ 21147 h 41981"/>
                  <a:gd name="connsiteX3" fmla="*/ 21239 w 41981"/>
                  <a:gd name="connsiteY3" fmla="*/ 37337 h 41981"/>
                  <a:gd name="connsiteX4" fmla="*/ 5049 w 41981"/>
                  <a:gd name="connsiteY4" fmla="*/ 21147 h 41981"/>
                  <a:gd name="connsiteX5" fmla="*/ 21239 w 41981"/>
                  <a:gd name="connsiteY5" fmla="*/ 4957 h 41981"/>
                  <a:gd name="connsiteX6" fmla="*/ 21239 w 41981"/>
                  <a:gd name="connsiteY6" fmla="*/ 156 h 41981"/>
                  <a:gd name="connsiteX7" fmla="*/ 249 w 41981"/>
                  <a:gd name="connsiteY7" fmla="*/ 21147 h 41981"/>
                  <a:gd name="connsiteX8" fmla="*/ 21239 w 41981"/>
                  <a:gd name="connsiteY8" fmla="*/ 42138 h 41981"/>
                  <a:gd name="connsiteX9" fmla="*/ 42230 w 41981"/>
                  <a:gd name="connsiteY9" fmla="*/ 21147 h 41981"/>
                  <a:gd name="connsiteX10" fmla="*/ 42230 w 41981"/>
                  <a:gd name="connsiteY10" fmla="*/ 21147 h 41981"/>
                  <a:gd name="connsiteX11" fmla="*/ 21239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57"/>
                    </a:moveTo>
                    <a:cubicBezTo>
                      <a:pt x="30181" y="4957"/>
                      <a:pt x="37429" y="12205"/>
                      <a:pt x="37429" y="21147"/>
                    </a:cubicBezTo>
                    <a:lnTo>
                      <a:pt x="37429" y="21147"/>
                    </a:lnTo>
                    <a:cubicBezTo>
                      <a:pt x="37429" y="30089"/>
                      <a:pt x="30181" y="37337"/>
                      <a:pt x="21239" y="37337"/>
                    </a:cubicBezTo>
                    <a:cubicBezTo>
                      <a:pt x="12297" y="37337"/>
                      <a:pt x="5049" y="30089"/>
                      <a:pt x="5049" y="21147"/>
                    </a:cubicBezTo>
                    <a:cubicBezTo>
                      <a:pt x="5049" y="12205"/>
                      <a:pt x="12297" y="4957"/>
                      <a:pt x="21239" y="4957"/>
                    </a:cubicBezTo>
                    <a:close/>
                    <a:moveTo>
                      <a:pt x="21239" y="156"/>
                    </a:moveTo>
                    <a:cubicBezTo>
                      <a:pt x="9647" y="156"/>
                      <a:pt x="249" y="9554"/>
                      <a:pt x="249" y="21147"/>
                    </a:cubicBezTo>
                    <a:cubicBezTo>
                      <a:pt x="249" y="32740"/>
                      <a:pt x="9647" y="42138"/>
                      <a:pt x="21239" y="42138"/>
                    </a:cubicBezTo>
                    <a:cubicBezTo>
                      <a:pt x="32832" y="42138"/>
                      <a:pt x="42230" y="32740"/>
                      <a:pt x="42230" y="21147"/>
                    </a:cubicBezTo>
                    <a:lnTo>
                      <a:pt x="42230" y="21147"/>
                    </a:lnTo>
                    <a:cubicBezTo>
                      <a:pt x="42230" y="9554"/>
                      <a:pt x="32832" y="156"/>
                      <a:pt x="21239"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5" name="Freeform: Shape 3774">
                <a:extLst>
                  <a:ext uri="{FF2B5EF4-FFF2-40B4-BE49-F238E27FC236}">
                    <a16:creationId xmlns:a16="http://schemas.microsoft.com/office/drawing/2014/main" id="{89E0BC6A-FD79-EFF9-5EC2-8617E1BC6D23}"/>
                  </a:ext>
                </a:extLst>
              </p:cNvPr>
              <p:cNvSpPr/>
              <p:nvPr/>
            </p:nvSpPr>
            <p:spPr>
              <a:xfrm>
                <a:off x="2359592" y="7537627"/>
                <a:ext cx="37180" cy="37180"/>
              </a:xfrm>
              <a:custGeom>
                <a:avLst/>
                <a:gdLst>
                  <a:gd name="connsiteX0" fmla="*/ 37545 w 37180"/>
                  <a:gd name="connsiteY0" fmla="*/ 18697 h 37180"/>
                  <a:gd name="connsiteX1" fmla="*/ 18954 w 37180"/>
                  <a:gd name="connsiteY1" fmla="*/ 37287 h 37180"/>
                  <a:gd name="connsiteX2" fmla="*/ 364 w 37180"/>
                  <a:gd name="connsiteY2" fmla="*/ 18697 h 37180"/>
                  <a:gd name="connsiteX3" fmla="*/ 18954 w 37180"/>
                  <a:gd name="connsiteY3" fmla="*/ 107 h 37180"/>
                  <a:gd name="connsiteX4" fmla="*/ 37545 w 37180"/>
                  <a:gd name="connsiteY4" fmla="*/ 1869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45" y="18697"/>
                    </a:moveTo>
                    <a:cubicBezTo>
                      <a:pt x="37545" y="28964"/>
                      <a:pt x="29221" y="37287"/>
                      <a:pt x="18954" y="37287"/>
                    </a:cubicBezTo>
                    <a:cubicBezTo>
                      <a:pt x="8687" y="37287"/>
                      <a:pt x="364" y="28964"/>
                      <a:pt x="364" y="18697"/>
                    </a:cubicBezTo>
                    <a:cubicBezTo>
                      <a:pt x="364" y="8430"/>
                      <a:pt x="8687" y="107"/>
                      <a:pt x="18954" y="107"/>
                    </a:cubicBezTo>
                    <a:cubicBezTo>
                      <a:pt x="29221" y="107"/>
                      <a:pt x="37545" y="8430"/>
                      <a:pt x="37545" y="18697"/>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6" name="Freeform: Shape 3775">
                <a:extLst>
                  <a:ext uri="{FF2B5EF4-FFF2-40B4-BE49-F238E27FC236}">
                    <a16:creationId xmlns:a16="http://schemas.microsoft.com/office/drawing/2014/main" id="{A2E2F5C9-65E7-9EFD-48D0-EA0F8FA1EFA1}"/>
                  </a:ext>
                </a:extLst>
              </p:cNvPr>
              <p:cNvSpPr/>
              <p:nvPr/>
            </p:nvSpPr>
            <p:spPr>
              <a:xfrm>
                <a:off x="2357192" y="7535227"/>
                <a:ext cx="41981" cy="41981"/>
              </a:xfrm>
              <a:custGeom>
                <a:avLst/>
                <a:gdLst>
                  <a:gd name="connsiteX0" fmla="*/ 21354 w 41981"/>
                  <a:gd name="connsiteY0" fmla="*/ 4907 h 41981"/>
                  <a:gd name="connsiteX1" fmla="*/ 37545 w 41981"/>
                  <a:gd name="connsiteY1" fmla="*/ 21097 h 41981"/>
                  <a:gd name="connsiteX2" fmla="*/ 37545 w 41981"/>
                  <a:gd name="connsiteY2" fmla="*/ 21097 h 41981"/>
                  <a:gd name="connsiteX3" fmla="*/ 21354 w 41981"/>
                  <a:gd name="connsiteY3" fmla="*/ 37287 h 41981"/>
                  <a:gd name="connsiteX4" fmla="*/ 5164 w 41981"/>
                  <a:gd name="connsiteY4" fmla="*/ 21097 h 41981"/>
                  <a:gd name="connsiteX5" fmla="*/ 21354 w 41981"/>
                  <a:gd name="connsiteY5" fmla="*/ 4907 h 41981"/>
                  <a:gd name="connsiteX6" fmla="*/ 21354 w 41981"/>
                  <a:gd name="connsiteY6" fmla="*/ 107 h 41981"/>
                  <a:gd name="connsiteX7" fmla="*/ 364 w 41981"/>
                  <a:gd name="connsiteY7" fmla="*/ 21097 h 41981"/>
                  <a:gd name="connsiteX8" fmla="*/ 21354 w 41981"/>
                  <a:gd name="connsiteY8" fmla="*/ 42088 h 41981"/>
                  <a:gd name="connsiteX9" fmla="*/ 42345 w 41981"/>
                  <a:gd name="connsiteY9" fmla="*/ 21097 h 41981"/>
                  <a:gd name="connsiteX10" fmla="*/ 42345 w 41981"/>
                  <a:gd name="connsiteY10" fmla="*/ 21097 h 41981"/>
                  <a:gd name="connsiteX11" fmla="*/ 21354 w 41981"/>
                  <a:gd name="connsiteY11" fmla="*/ 10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54" y="4907"/>
                    </a:moveTo>
                    <a:cubicBezTo>
                      <a:pt x="30296" y="4907"/>
                      <a:pt x="37545" y="12155"/>
                      <a:pt x="37545" y="21097"/>
                    </a:cubicBezTo>
                    <a:lnTo>
                      <a:pt x="37545" y="21097"/>
                    </a:lnTo>
                    <a:cubicBezTo>
                      <a:pt x="37545" y="30039"/>
                      <a:pt x="30296" y="37287"/>
                      <a:pt x="21354" y="37287"/>
                    </a:cubicBezTo>
                    <a:cubicBezTo>
                      <a:pt x="12413" y="37287"/>
                      <a:pt x="5164" y="30039"/>
                      <a:pt x="5164" y="21097"/>
                    </a:cubicBezTo>
                    <a:cubicBezTo>
                      <a:pt x="5164" y="12155"/>
                      <a:pt x="12413" y="4907"/>
                      <a:pt x="21354" y="4907"/>
                    </a:cubicBezTo>
                    <a:close/>
                    <a:moveTo>
                      <a:pt x="21354" y="107"/>
                    </a:moveTo>
                    <a:cubicBezTo>
                      <a:pt x="9762" y="107"/>
                      <a:pt x="364" y="9505"/>
                      <a:pt x="364" y="21097"/>
                    </a:cubicBezTo>
                    <a:cubicBezTo>
                      <a:pt x="364" y="32690"/>
                      <a:pt x="9762" y="42088"/>
                      <a:pt x="21354" y="42088"/>
                    </a:cubicBezTo>
                    <a:cubicBezTo>
                      <a:pt x="32947" y="42088"/>
                      <a:pt x="42345" y="32690"/>
                      <a:pt x="42345" y="21097"/>
                    </a:cubicBezTo>
                    <a:lnTo>
                      <a:pt x="42345" y="21097"/>
                    </a:lnTo>
                    <a:cubicBezTo>
                      <a:pt x="42345" y="9505"/>
                      <a:pt x="32947" y="107"/>
                      <a:pt x="21354" y="10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7" name="Freeform: Shape 3776">
                <a:extLst>
                  <a:ext uri="{FF2B5EF4-FFF2-40B4-BE49-F238E27FC236}">
                    <a16:creationId xmlns:a16="http://schemas.microsoft.com/office/drawing/2014/main" id="{ABA87140-04FD-BB91-0B6A-FF9FC9DE994F}"/>
                  </a:ext>
                </a:extLst>
              </p:cNvPr>
              <p:cNvSpPr/>
              <p:nvPr/>
            </p:nvSpPr>
            <p:spPr>
              <a:xfrm>
                <a:off x="1955212" y="7945452"/>
                <a:ext cx="37180" cy="37180"/>
              </a:xfrm>
              <a:custGeom>
                <a:avLst/>
                <a:gdLst>
                  <a:gd name="connsiteX0" fmla="*/ 37474 w 37180"/>
                  <a:gd name="connsiteY0" fmla="*/ 18768 h 37180"/>
                  <a:gd name="connsiteX1" fmla="*/ 18884 w 37180"/>
                  <a:gd name="connsiteY1" fmla="*/ 37358 h 37180"/>
                  <a:gd name="connsiteX2" fmla="*/ 294 w 37180"/>
                  <a:gd name="connsiteY2" fmla="*/ 18768 h 37180"/>
                  <a:gd name="connsiteX3" fmla="*/ 18884 w 37180"/>
                  <a:gd name="connsiteY3" fmla="*/ 177 h 37180"/>
                  <a:gd name="connsiteX4" fmla="*/ 37474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68"/>
                    </a:moveTo>
                    <a:cubicBezTo>
                      <a:pt x="37474" y="29035"/>
                      <a:pt x="29151" y="37358"/>
                      <a:pt x="18884" y="37358"/>
                    </a:cubicBezTo>
                    <a:cubicBezTo>
                      <a:pt x="8617" y="37358"/>
                      <a:pt x="294" y="29035"/>
                      <a:pt x="294" y="18768"/>
                    </a:cubicBezTo>
                    <a:cubicBezTo>
                      <a:pt x="294" y="8501"/>
                      <a:pt x="8617" y="177"/>
                      <a:pt x="18884" y="177"/>
                    </a:cubicBezTo>
                    <a:cubicBezTo>
                      <a:pt x="29151" y="177"/>
                      <a:pt x="37474" y="8501"/>
                      <a:pt x="37474" y="18768"/>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8" name="Freeform: Shape 3777">
                <a:extLst>
                  <a:ext uri="{FF2B5EF4-FFF2-40B4-BE49-F238E27FC236}">
                    <a16:creationId xmlns:a16="http://schemas.microsoft.com/office/drawing/2014/main" id="{BEFA7214-358F-BAB2-FBD8-6C0478CD4715}"/>
                  </a:ext>
                </a:extLst>
              </p:cNvPr>
              <p:cNvSpPr/>
              <p:nvPr/>
            </p:nvSpPr>
            <p:spPr>
              <a:xfrm>
                <a:off x="1952812" y="7943052"/>
                <a:ext cx="41981" cy="41981"/>
              </a:xfrm>
              <a:custGeom>
                <a:avLst/>
                <a:gdLst>
                  <a:gd name="connsiteX0" fmla="*/ 21284 w 41981"/>
                  <a:gd name="connsiteY0" fmla="*/ 4978 h 41981"/>
                  <a:gd name="connsiteX1" fmla="*/ 37474 w 41981"/>
                  <a:gd name="connsiteY1" fmla="*/ 21168 h 41981"/>
                  <a:gd name="connsiteX2" fmla="*/ 37474 w 41981"/>
                  <a:gd name="connsiteY2" fmla="*/ 21168 h 41981"/>
                  <a:gd name="connsiteX3" fmla="*/ 21284 w 41981"/>
                  <a:gd name="connsiteY3" fmla="*/ 37358 h 41981"/>
                  <a:gd name="connsiteX4" fmla="*/ 5094 w 41981"/>
                  <a:gd name="connsiteY4" fmla="*/ 21168 h 41981"/>
                  <a:gd name="connsiteX5" fmla="*/ 21284 w 41981"/>
                  <a:gd name="connsiteY5" fmla="*/ 4978 h 41981"/>
                  <a:gd name="connsiteX6" fmla="*/ 21284 w 41981"/>
                  <a:gd name="connsiteY6" fmla="*/ 177 h 41981"/>
                  <a:gd name="connsiteX7" fmla="*/ 294 w 41981"/>
                  <a:gd name="connsiteY7" fmla="*/ 21168 h 41981"/>
                  <a:gd name="connsiteX8" fmla="*/ 21284 w 41981"/>
                  <a:gd name="connsiteY8" fmla="*/ 42159 h 41981"/>
                  <a:gd name="connsiteX9" fmla="*/ 42275 w 41981"/>
                  <a:gd name="connsiteY9" fmla="*/ 21168 h 41981"/>
                  <a:gd name="connsiteX10" fmla="*/ 42275 w 41981"/>
                  <a:gd name="connsiteY10" fmla="*/ 21168 h 41981"/>
                  <a:gd name="connsiteX11" fmla="*/ 21284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78"/>
                    </a:moveTo>
                    <a:cubicBezTo>
                      <a:pt x="30226" y="4978"/>
                      <a:pt x="37474" y="12226"/>
                      <a:pt x="37474" y="21168"/>
                    </a:cubicBezTo>
                    <a:lnTo>
                      <a:pt x="37474" y="21168"/>
                    </a:lnTo>
                    <a:cubicBezTo>
                      <a:pt x="37474" y="30110"/>
                      <a:pt x="30226" y="37358"/>
                      <a:pt x="21284" y="37358"/>
                    </a:cubicBezTo>
                    <a:cubicBezTo>
                      <a:pt x="12342" y="37358"/>
                      <a:pt x="5094" y="30110"/>
                      <a:pt x="5094" y="21168"/>
                    </a:cubicBezTo>
                    <a:cubicBezTo>
                      <a:pt x="5094" y="12226"/>
                      <a:pt x="12342" y="4978"/>
                      <a:pt x="21284" y="4978"/>
                    </a:cubicBezTo>
                    <a:close/>
                    <a:moveTo>
                      <a:pt x="21284" y="177"/>
                    </a:moveTo>
                    <a:cubicBezTo>
                      <a:pt x="9692" y="177"/>
                      <a:pt x="294" y="9575"/>
                      <a:pt x="294" y="21168"/>
                    </a:cubicBezTo>
                    <a:cubicBezTo>
                      <a:pt x="294" y="32761"/>
                      <a:pt x="9692" y="42159"/>
                      <a:pt x="21284" y="42159"/>
                    </a:cubicBezTo>
                    <a:cubicBezTo>
                      <a:pt x="32877" y="42159"/>
                      <a:pt x="42275" y="32761"/>
                      <a:pt x="42275" y="21168"/>
                    </a:cubicBezTo>
                    <a:lnTo>
                      <a:pt x="42275" y="21168"/>
                    </a:lnTo>
                    <a:cubicBezTo>
                      <a:pt x="42275" y="9575"/>
                      <a:pt x="32877" y="177"/>
                      <a:pt x="21284"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79" name="Freeform: Shape 3778">
                <a:extLst>
                  <a:ext uri="{FF2B5EF4-FFF2-40B4-BE49-F238E27FC236}">
                    <a16:creationId xmlns:a16="http://schemas.microsoft.com/office/drawing/2014/main" id="{AFDA4948-7434-3C68-4F36-A86B207E1926}"/>
                  </a:ext>
                </a:extLst>
              </p:cNvPr>
              <p:cNvSpPr/>
              <p:nvPr/>
            </p:nvSpPr>
            <p:spPr>
              <a:xfrm>
                <a:off x="1729696" y="7902736"/>
                <a:ext cx="37180" cy="37180"/>
              </a:xfrm>
              <a:custGeom>
                <a:avLst/>
                <a:gdLst>
                  <a:gd name="connsiteX0" fmla="*/ 37435 w 37180"/>
                  <a:gd name="connsiteY0" fmla="*/ 18760 h 37180"/>
                  <a:gd name="connsiteX1" fmla="*/ 18845 w 37180"/>
                  <a:gd name="connsiteY1" fmla="*/ 37351 h 37180"/>
                  <a:gd name="connsiteX2" fmla="*/ 254 w 37180"/>
                  <a:gd name="connsiteY2" fmla="*/ 18760 h 37180"/>
                  <a:gd name="connsiteX3" fmla="*/ 18845 w 37180"/>
                  <a:gd name="connsiteY3" fmla="*/ 170 h 37180"/>
                  <a:gd name="connsiteX4" fmla="*/ 37435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0"/>
                    </a:moveTo>
                    <a:cubicBezTo>
                      <a:pt x="37435" y="29028"/>
                      <a:pt x="29112" y="37351"/>
                      <a:pt x="18845" y="37351"/>
                    </a:cubicBezTo>
                    <a:cubicBezTo>
                      <a:pt x="8578" y="37351"/>
                      <a:pt x="254" y="29028"/>
                      <a:pt x="254" y="18760"/>
                    </a:cubicBezTo>
                    <a:cubicBezTo>
                      <a:pt x="254" y="8493"/>
                      <a:pt x="8578" y="170"/>
                      <a:pt x="18845" y="170"/>
                    </a:cubicBezTo>
                    <a:cubicBezTo>
                      <a:pt x="29112" y="170"/>
                      <a:pt x="37435" y="8493"/>
                      <a:pt x="37435" y="18760"/>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0" name="Freeform: Shape 3779">
                <a:extLst>
                  <a:ext uri="{FF2B5EF4-FFF2-40B4-BE49-F238E27FC236}">
                    <a16:creationId xmlns:a16="http://schemas.microsoft.com/office/drawing/2014/main" id="{FFFC40D7-CFC0-0024-D03D-FA10C9C60A40}"/>
                  </a:ext>
                </a:extLst>
              </p:cNvPr>
              <p:cNvSpPr/>
              <p:nvPr/>
            </p:nvSpPr>
            <p:spPr>
              <a:xfrm>
                <a:off x="1727296" y="7900336"/>
                <a:ext cx="41981" cy="41981"/>
              </a:xfrm>
              <a:custGeom>
                <a:avLst/>
                <a:gdLst>
                  <a:gd name="connsiteX0" fmla="*/ 21245 w 41981"/>
                  <a:gd name="connsiteY0" fmla="*/ 4970 h 41981"/>
                  <a:gd name="connsiteX1" fmla="*/ 37435 w 41981"/>
                  <a:gd name="connsiteY1" fmla="*/ 21161 h 41981"/>
                  <a:gd name="connsiteX2" fmla="*/ 37435 w 41981"/>
                  <a:gd name="connsiteY2" fmla="*/ 21161 h 41981"/>
                  <a:gd name="connsiteX3" fmla="*/ 21245 w 41981"/>
                  <a:gd name="connsiteY3" fmla="*/ 37351 h 41981"/>
                  <a:gd name="connsiteX4" fmla="*/ 5055 w 41981"/>
                  <a:gd name="connsiteY4" fmla="*/ 21161 h 41981"/>
                  <a:gd name="connsiteX5" fmla="*/ 21245 w 41981"/>
                  <a:gd name="connsiteY5" fmla="*/ 4970 h 41981"/>
                  <a:gd name="connsiteX6" fmla="*/ 21245 w 41981"/>
                  <a:gd name="connsiteY6" fmla="*/ 170 h 41981"/>
                  <a:gd name="connsiteX7" fmla="*/ 254 w 41981"/>
                  <a:gd name="connsiteY7" fmla="*/ 21161 h 41981"/>
                  <a:gd name="connsiteX8" fmla="*/ 21245 w 41981"/>
                  <a:gd name="connsiteY8" fmla="*/ 42151 h 41981"/>
                  <a:gd name="connsiteX9" fmla="*/ 42236 w 41981"/>
                  <a:gd name="connsiteY9" fmla="*/ 21161 h 41981"/>
                  <a:gd name="connsiteX10" fmla="*/ 42236 w 41981"/>
                  <a:gd name="connsiteY10" fmla="*/ 21161 h 41981"/>
                  <a:gd name="connsiteX11" fmla="*/ 21245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0"/>
                    </a:moveTo>
                    <a:cubicBezTo>
                      <a:pt x="30187" y="4970"/>
                      <a:pt x="37435" y="12219"/>
                      <a:pt x="37435" y="21161"/>
                    </a:cubicBezTo>
                    <a:lnTo>
                      <a:pt x="37435" y="21161"/>
                    </a:lnTo>
                    <a:cubicBezTo>
                      <a:pt x="37435" y="30102"/>
                      <a:pt x="30187" y="37351"/>
                      <a:pt x="21245" y="37351"/>
                    </a:cubicBezTo>
                    <a:cubicBezTo>
                      <a:pt x="12303" y="37351"/>
                      <a:pt x="5055" y="30102"/>
                      <a:pt x="5055" y="21161"/>
                    </a:cubicBezTo>
                    <a:cubicBezTo>
                      <a:pt x="5055" y="12219"/>
                      <a:pt x="12303" y="4970"/>
                      <a:pt x="21245" y="4970"/>
                    </a:cubicBezTo>
                    <a:close/>
                    <a:moveTo>
                      <a:pt x="21245" y="170"/>
                    </a:moveTo>
                    <a:cubicBezTo>
                      <a:pt x="9653" y="170"/>
                      <a:pt x="254" y="9568"/>
                      <a:pt x="254" y="21161"/>
                    </a:cubicBezTo>
                    <a:cubicBezTo>
                      <a:pt x="254" y="32753"/>
                      <a:pt x="9653" y="42151"/>
                      <a:pt x="21245" y="42151"/>
                    </a:cubicBezTo>
                    <a:cubicBezTo>
                      <a:pt x="32838" y="42151"/>
                      <a:pt x="42236" y="32753"/>
                      <a:pt x="42236" y="21161"/>
                    </a:cubicBezTo>
                    <a:lnTo>
                      <a:pt x="42236" y="21161"/>
                    </a:lnTo>
                    <a:cubicBezTo>
                      <a:pt x="42236" y="9568"/>
                      <a:pt x="32838" y="170"/>
                      <a:pt x="21245"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1" name="Freeform: Shape 3780">
                <a:extLst>
                  <a:ext uri="{FF2B5EF4-FFF2-40B4-BE49-F238E27FC236}">
                    <a16:creationId xmlns:a16="http://schemas.microsoft.com/office/drawing/2014/main" id="{398F5C75-B9CB-E980-D314-9A3FF8D3EF27}"/>
                  </a:ext>
                </a:extLst>
              </p:cNvPr>
              <p:cNvSpPr/>
              <p:nvPr/>
            </p:nvSpPr>
            <p:spPr>
              <a:xfrm>
                <a:off x="1732369" y="7976366"/>
                <a:ext cx="37180" cy="37180"/>
              </a:xfrm>
              <a:custGeom>
                <a:avLst/>
                <a:gdLst>
                  <a:gd name="connsiteX0" fmla="*/ 37436 w 37180"/>
                  <a:gd name="connsiteY0" fmla="*/ 18773 h 37180"/>
                  <a:gd name="connsiteX1" fmla="*/ 18845 w 37180"/>
                  <a:gd name="connsiteY1" fmla="*/ 37364 h 37180"/>
                  <a:gd name="connsiteX2" fmla="*/ 255 w 37180"/>
                  <a:gd name="connsiteY2" fmla="*/ 18773 h 37180"/>
                  <a:gd name="connsiteX3" fmla="*/ 18845 w 37180"/>
                  <a:gd name="connsiteY3" fmla="*/ 183 h 37180"/>
                  <a:gd name="connsiteX4" fmla="*/ 3743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3"/>
                    </a:moveTo>
                    <a:cubicBezTo>
                      <a:pt x="37436" y="29040"/>
                      <a:pt x="29113" y="37364"/>
                      <a:pt x="18845" y="37364"/>
                    </a:cubicBezTo>
                    <a:cubicBezTo>
                      <a:pt x="8578" y="37364"/>
                      <a:pt x="255" y="29040"/>
                      <a:pt x="255" y="18773"/>
                    </a:cubicBezTo>
                    <a:cubicBezTo>
                      <a:pt x="255" y="8506"/>
                      <a:pt x="8578" y="183"/>
                      <a:pt x="18845" y="183"/>
                    </a:cubicBezTo>
                    <a:cubicBezTo>
                      <a:pt x="29113" y="183"/>
                      <a:pt x="37436" y="8506"/>
                      <a:pt x="37436" y="18773"/>
                    </a:cubicBezTo>
                    <a:close/>
                  </a:path>
                </a:pathLst>
              </a:custGeom>
              <a:solidFill>
                <a:srgbClr val="F7DE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2" name="Freeform: Shape 3781">
                <a:extLst>
                  <a:ext uri="{FF2B5EF4-FFF2-40B4-BE49-F238E27FC236}">
                    <a16:creationId xmlns:a16="http://schemas.microsoft.com/office/drawing/2014/main" id="{73BE8256-22A1-2271-4032-4567EA8FC382}"/>
                  </a:ext>
                </a:extLst>
              </p:cNvPr>
              <p:cNvSpPr/>
              <p:nvPr/>
            </p:nvSpPr>
            <p:spPr>
              <a:xfrm>
                <a:off x="1729969" y="7973966"/>
                <a:ext cx="41981" cy="41981"/>
              </a:xfrm>
              <a:custGeom>
                <a:avLst/>
                <a:gdLst>
                  <a:gd name="connsiteX0" fmla="*/ 21246 w 41981"/>
                  <a:gd name="connsiteY0" fmla="*/ 4983 h 41981"/>
                  <a:gd name="connsiteX1" fmla="*/ 37436 w 41981"/>
                  <a:gd name="connsiteY1" fmla="*/ 21173 h 41981"/>
                  <a:gd name="connsiteX2" fmla="*/ 37436 w 41981"/>
                  <a:gd name="connsiteY2" fmla="*/ 21173 h 41981"/>
                  <a:gd name="connsiteX3" fmla="*/ 21246 w 41981"/>
                  <a:gd name="connsiteY3" fmla="*/ 37364 h 41981"/>
                  <a:gd name="connsiteX4" fmla="*/ 5055 w 41981"/>
                  <a:gd name="connsiteY4" fmla="*/ 21173 h 41981"/>
                  <a:gd name="connsiteX5" fmla="*/ 21246 w 41981"/>
                  <a:gd name="connsiteY5" fmla="*/ 4983 h 41981"/>
                  <a:gd name="connsiteX6" fmla="*/ 21246 w 41981"/>
                  <a:gd name="connsiteY6" fmla="*/ 183 h 41981"/>
                  <a:gd name="connsiteX7" fmla="*/ 255 w 41981"/>
                  <a:gd name="connsiteY7" fmla="*/ 21173 h 41981"/>
                  <a:gd name="connsiteX8" fmla="*/ 21246 w 41981"/>
                  <a:gd name="connsiteY8" fmla="*/ 42164 h 41981"/>
                  <a:gd name="connsiteX9" fmla="*/ 42236 w 41981"/>
                  <a:gd name="connsiteY9" fmla="*/ 21173 h 41981"/>
                  <a:gd name="connsiteX10" fmla="*/ 42236 w 41981"/>
                  <a:gd name="connsiteY10" fmla="*/ 21173 h 41981"/>
                  <a:gd name="connsiteX11" fmla="*/ 2124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3"/>
                    </a:moveTo>
                    <a:cubicBezTo>
                      <a:pt x="30187" y="4983"/>
                      <a:pt x="37436" y="12232"/>
                      <a:pt x="37436" y="21173"/>
                    </a:cubicBezTo>
                    <a:lnTo>
                      <a:pt x="37436" y="21173"/>
                    </a:lnTo>
                    <a:cubicBezTo>
                      <a:pt x="37436" y="30115"/>
                      <a:pt x="30187" y="37364"/>
                      <a:pt x="21246" y="37364"/>
                    </a:cubicBezTo>
                    <a:cubicBezTo>
                      <a:pt x="12304" y="37364"/>
                      <a:pt x="5055" y="30115"/>
                      <a:pt x="5055" y="21173"/>
                    </a:cubicBezTo>
                    <a:cubicBezTo>
                      <a:pt x="5055" y="12232"/>
                      <a:pt x="12304" y="4983"/>
                      <a:pt x="21246" y="4983"/>
                    </a:cubicBezTo>
                    <a:close/>
                    <a:moveTo>
                      <a:pt x="21246" y="183"/>
                    </a:moveTo>
                    <a:cubicBezTo>
                      <a:pt x="9653" y="183"/>
                      <a:pt x="255" y="9581"/>
                      <a:pt x="255" y="21173"/>
                    </a:cubicBezTo>
                    <a:cubicBezTo>
                      <a:pt x="255" y="32766"/>
                      <a:pt x="9653" y="42164"/>
                      <a:pt x="21246" y="42164"/>
                    </a:cubicBezTo>
                    <a:cubicBezTo>
                      <a:pt x="32838" y="42164"/>
                      <a:pt x="42236" y="32766"/>
                      <a:pt x="42236" y="21173"/>
                    </a:cubicBezTo>
                    <a:lnTo>
                      <a:pt x="42236" y="21173"/>
                    </a:lnTo>
                    <a:cubicBezTo>
                      <a:pt x="42236" y="9581"/>
                      <a:pt x="32838" y="183"/>
                      <a:pt x="21246"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3" name="Freeform: Shape 3782">
                <a:extLst>
                  <a:ext uri="{FF2B5EF4-FFF2-40B4-BE49-F238E27FC236}">
                    <a16:creationId xmlns:a16="http://schemas.microsoft.com/office/drawing/2014/main" id="{8E0594C3-3D19-FFF0-9EF4-3B693386FE3F}"/>
                  </a:ext>
                </a:extLst>
              </p:cNvPr>
              <p:cNvSpPr/>
              <p:nvPr/>
            </p:nvSpPr>
            <p:spPr>
              <a:xfrm>
                <a:off x="1723228" y="7880065"/>
                <a:ext cx="37180" cy="37180"/>
              </a:xfrm>
              <a:custGeom>
                <a:avLst/>
                <a:gdLst>
                  <a:gd name="connsiteX0" fmla="*/ 37434 w 37180"/>
                  <a:gd name="connsiteY0" fmla="*/ 18756 h 37180"/>
                  <a:gd name="connsiteX1" fmla="*/ 18844 w 37180"/>
                  <a:gd name="connsiteY1" fmla="*/ 37347 h 37180"/>
                  <a:gd name="connsiteX2" fmla="*/ 253 w 37180"/>
                  <a:gd name="connsiteY2" fmla="*/ 18756 h 37180"/>
                  <a:gd name="connsiteX3" fmla="*/ 18844 w 37180"/>
                  <a:gd name="connsiteY3" fmla="*/ 166 h 37180"/>
                  <a:gd name="connsiteX4" fmla="*/ 37434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6"/>
                    </a:moveTo>
                    <a:cubicBezTo>
                      <a:pt x="37434" y="29024"/>
                      <a:pt x="29111" y="37347"/>
                      <a:pt x="18844" y="37347"/>
                    </a:cubicBezTo>
                    <a:cubicBezTo>
                      <a:pt x="8577" y="37347"/>
                      <a:pt x="253" y="29024"/>
                      <a:pt x="253" y="18756"/>
                    </a:cubicBezTo>
                    <a:cubicBezTo>
                      <a:pt x="253" y="8489"/>
                      <a:pt x="8577" y="166"/>
                      <a:pt x="18844" y="166"/>
                    </a:cubicBezTo>
                    <a:cubicBezTo>
                      <a:pt x="29111" y="166"/>
                      <a:pt x="37434" y="8489"/>
                      <a:pt x="37434" y="1875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4" name="Freeform: Shape 3783">
                <a:extLst>
                  <a:ext uri="{FF2B5EF4-FFF2-40B4-BE49-F238E27FC236}">
                    <a16:creationId xmlns:a16="http://schemas.microsoft.com/office/drawing/2014/main" id="{32EEF767-EF65-A855-D227-244EDC799CB8}"/>
                  </a:ext>
                </a:extLst>
              </p:cNvPr>
              <p:cNvSpPr/>
              <p:nvPr/>
            </p:nvSpPr>
            <p:spPr>
              <a:xfrm>
                <a:off x="1720828" y="7877665"/>
                <a:ext cx="41981" cy="41981"/>
              </a:xfrm>
              <a:custGeom>
                <a:avLst/>
                <a:gdLst>
                  <a:gd name="connsiteX0" fmla="*/ 21244 w 41981"/>
                  <a:gd name="connsiteY0" fmla="*/ 4966 h 41981"/>
                  <a:gd name="connsiteX1" fmla="*/ 37434 w 41981"/>
                  <a:gd name="connsiteY1" fmla="*/ 21157 h 41981"/>
                  <a:gd name="connsiteX2" fmla="*/ 37434 w 41981"/>
                  <a:gd name="connsiteY2" fmla="*/ 21157 h 41981"/>
                  <a:gd name="connsiteX3" fmla="*/ 21244 w 41981"/>
                  <a:gd name="connsiteY3" fmla="*/ 37347 h 41981"/>
                  <a:gd name="connsiteX4" fmla="*/ 5054 w 41981"/>
                  <a:gd name="connsiteY4" fmla="*/ 21157 h 41981"/>
                  <a:gd name="connsiteX5" fmla="*/ 21244 w 41981"/>
                  <a:gd name="connsiteY5" fmla="*/ 4966 h 41981"/>
                  <a:gd name="connsiteX6" fmla="*/ 21244 w 41981"/>
                  <a:gd name="connsiteY6" fmla="*/ 166 h 41981"/>
                  <a:gd name="connsiteX7" fmla="*/ 253 w 41981"/>
                  <a:gd name="connsiteY7" fmla="*/ 21157 h 41981"/>
                  <a:gd name="connsiteX8" fmla="*/ 21244 w 41981"/>
                  <a:gd name="connsiteY8" fmla="*/ 42147 h 41981"/>
                  <a:gd name="connsiteX9" fmla="*/ 42235 w 41981"/>
                  <a:gd name="connsiteY9" fmla="*/ 21157 h 41981"/>
                  <a:gd name="connsiteX10" fmla="*/ 42235 w 41981"/>
                  <a:gd name="connsiteY10" fmla="*/ 21157 h 41981"/>
                  <a:gd name="connsiteX11" fmla="*/ 2124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6"/>
                    </a:moveTo>
                    <a:cubicBezTo>
                      <a:pt x="30186" y="4966"/>
                      <a:pt x="37434" y="12215"/>
                      <a:pt x="37434" y="21157"/>
                    </a:cubicBezTo>
                    <a:lnTo>
                      <a:pt x="37434" y="21157"/>
                    </a:lnTo>
                    <a:cubicBezTo>
                      <a:pt x="37434" y="30098"/>
                      <a:pt x="30186" y="37347"/>
                      <a:pt x="21244" y="37347"/>
                    </a:cubicBezTo>
                    <a:cubicBezTo>
                      <a:pt x="12302" y="37347"/>
                      <a:pt x="5054" y="30098"/>
                      <a:pt x="5054" y="21157"/>
                    </a:cubicBezTo>
                    <a:cubicBezTo>
                      <a:pt x="5054" y="12215"/>
                      <a:pt x="12302" y="4966"/>
                      <a:pt x="21244" y="4966"/>
                    </a:cubicBezTo>
                    <a:close/>
                    <a:moveTo>
                      <a:pt x="21244" y="166"/>
                    </a:moveTo>
                    <a:cubicBezTo>
                      <a:pt x="9651" y="166"/>
                      <a:pt x="253" y="9564"/>
                      <a:pt x="253" y="21157"/>
                    </a:cubicBezTo>
                    <a:cubicBezTo>
                      <a:pt x="253" y="32749"/>
                      <a:pt x="9651" y="42147"/>
                      <a:pt x="21244" y="42147"/>
                    </a:cubicBezTo>
                    <a:cubicBezTo>
                      <a:pt x="32837" y="42147"/>
                      <a:pt x="42235" y="32749"/>
                      <a:pt x="42235" y="21157"/>
                    </a:cubicBezTo>
                    <a:lnTo>
                      <a:pt x="42235" y="21157"/>
                    </a:lnTo>
                    <a:cubicBezTo>
                      <a:pt x="42235" y="9564"/>
                      <a:pt x="32837" y="166"/>
                      <a:pt x="21244"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5" name="Freeform: Shape 3784">
                <a:extLst>
                  <a:ext uri="{FF2B5EF4-FFF2-40B4-BE49-F238E27FC236}">
                    <a16:creationId xmlns:a16="http://schemas.microsoft.com/office/drawing/2014/main" id="{BB3A525E-BA7F-83C4-E3D9-4CC0110B818F}"/>
                  </a:ext>
                </a:extLst>
              </p:cNvPr>
              <p:cNvSpPr/>
              <p:nvPr/>
            </p:nvSpPr>
            <p:spPr>
              <a:xfrm>
                <a:off x="1654626" y="7745736"/>
                <a:ext cx="37180" cy="37180"/>
              </a:xfrm>
              <a:custGeom>
                <a:avLst/>
                <a:gdLst>
                  <a:gd name="connsiteX0" fmla="*/ 37422 w 37180"/>
                  <a:gd name="connsiteY0" fmla="*/ 18733 h 37180"/>
                  <a:gd name="connsiteX1" fmla="*/ 18832 w 37180"/>
                  <a:gd name="connsiteY1" fmla="*/ 37324 h 37180"/>
                  <a:gd name="connsiteX2" fmla="*/ 241 w 37180"/>
                  <a:gd name="connsiteY2" fmla="*/ 18733 h 37180"/>
                  <a:gd name="connsiteX3" fmla="*/ 18832 w 37180"/>
                  <a:gd name="connsiteY3" fmla="*/ 143 h 37180"/>
                  <a:gd name="connsiteX4" fmla="*/ 37422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33"/>
                    </a:moveTo>
                    <a:cubicBezTo>
                      <a:pt x="37422" y="29000"/>
                      <a:pt x="29099" y="37324"/>
                      <a:pt x="18832" y="37324"/>
                    </a:cubicBezTo>
                    <a:cubicBezTo>
                      <a:pt x="8565" y="37324"/>
                      <a:pt x="241" y="29000"/>
                      <a:pt x="241" y="18733"/>
                    </a:cubicBezTo>
                    <a:cubicBezTo>
                      <a:pt x="241" y="8466"/>
                      <a:pt x="8565" y="143"/>
                      <a:pt x="18832" y="143"/>
                    </a:cubicBezTo>
                    <a:cubicBezTo>
                      <a:pt x="29099" y="143"/>
                      <a:pt x="37422" y="8466"/>
                      <a:pt x="37422" y="18733"/>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6" name="Freeform: Shape 3785">
                <a:extLst>
                  <a:ext uri="{FF2B5EF4-FFF2-40B4-BE49-F238E27FC236}">
                    <a16:creationId xmlns:a16="http://schemas.microsoft.com/office/drawing/2014/main" id="{8D8951E1-E589-9A08-C3AB-68D7B485ACCE}"/>
                  </a:ext>
                </a:extLst>
              </p:cNvPr>
              <p:cNvSpPr/>
              <p:nvPr/>
            </p:nvSpPr>
            <p:spPr>
              <a:xfrm>
                <a:off x="1652226" y="7743336"/>
                <a:ext cx="41981" cy="41981"/>
              </a:xfrm>
              <a:custGeom>
                <a:avLst/>
                <a:gdLst>
                  <a:gd name="connsiteX0" fmla="*/ 21232 w 41981"/>
                  <a:gd name="connsiteY0" fmla="*/ 4943 h 41981"/>
                  <a:gd name="connsiteX1" fmla="*/ 37422 w 41981"/>
                  <a:gd name="connsiteY1" fmla="*/ 21133 h 41981"/>
                  <a:gd name="connsiteX2" fmla="*/ 37422 w 41981"/>
                  <a:gd name="connsiteY2" fmla="*/ 21133 h 41981"/>
                  <a:gd name="connsiteX3" fmla="*/ 21232 w 41981"/>
                  <a:gd name="connsiteY3" fmla="*/ 37324 h 41981"/>
                  <a:gd name="connsiteX4" fmla="*/ 5042 w 41981"/>
                  <a:gd name="connsiteY4" fmla="*/ 21133 h 41981"/>
                  <a:gd name="connsiteX5" fmla="*/ 21232 w 41981"/>
                  <a:gd name="connsiteY5" fmla="*/ 4943 h 41981"/>
                  <a:gd name="connsiteX6" fmla="*/ 21232 w 41981"/>
                  <a:gd name="connsiteY6" fmla="*/ 143 h 41981"/>
                  <a:gd name="connsiteX7" fmla="*/ 241 w 41981"/>
                  <a:gd name="connsiteY7" fmla="*/ 21133 h 41981"/>
                  <a:gd name="connsiteX8" fmla="*/ 21232 w 41981"/>
                  <a:gd name="connsiteY8" fmla="*/ 42124 h 41981"/>
                  <a:gd name="connsiteX9" fmla="*/ 42223 w 41981"/>
                  <a:gd name="connsiteY9" fmla="*/ 21133 h 41981"/>
                  <a:gd name="connsiteX10" fmla="*/ 42223 w 41981"/>
                  <a:gd name="connsiteY10" fmla="*/ 21133 h 41981"/>
                  <a:gd name="connsiteX11" fmla="*/ 21232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43"/>
                    </a:moveTo>
                    <a:cubicBezTo>
                      <a:pt x="30174" y="4943"/>
                      <a:pt x="37422" y="12191"/>
                      <a:pt x="37422" y="21133"/>
                    </a:cubicBezTo>
                    <a:lnTo>
                      <a:pt x="37422" y="21133"/>
                    </a:lnTo>
                    <a:cubicBezTo>
                      <a:pt x="37422" y="30075"/>
                      <a:pt x="30174" y="37324"/>
                      <a:pt x="21232" y="37324"/>
                    </a:cubicBezTo>
                    <a:cubicBezTo>
                      <a:pt x="12290" y="37324"/>
                      <a:pt x="5042" y="30075"/>
                      <a:pt x="5042" y="21133"/>
                    </a:cubicBezTo>
                    <a:cubicBezTo>
                      <a:pt x="5042" y="12191"/>
                      <a:pt x="12290" y="4943"/>
                      <a:pt x="21232" y="4943"/>
                    </a:cubicBezTo>
                    <a:close/>
                    <a:moveTo>
                      <a:pt x="21232" y="143"/>
                    </a:moveTo>
                    <a:cubicBezTo>
                      <a:pt x="9639" y="143"/>
                      <a:pt x="241" y="9541"/>
                      <a:pt x="241" y="21133"/>
                    </a:cubicBezTo>
                    <a:cubicBezTo>
                      <a:pt x="241" y="32726"/>
                      <a:pt x="9639" y="42124"/>
                      <a:pt x="21232" y="42124"/>
                    </a:cubicBezTo>
                    <a:cubicBezTo>
                      <a:pt x="32825" y="42124"/>
                      <a:pt x="42223" y="32726"/>
                      <a:pt x="42223" y="21133"/>
                    </a:cubicBezTo>
                    <a:lnTo>
                      <a:pt x="42223" y="21133"/>
                    </a:lnTo>
                    <a:cubicBezTo>
                      <a:pt x="42223" y="9541"/>
                      <a:pt x="32825" y="143"/>
                      <a:pt x="21232" y="14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7" name="Freeform: Shape 3786">
                <a:extLst>
                  <a:ext uri="{FF2B5EF4-FFF2-40B4-BE49-F238E27FC236}">
                    <a16:creationId xmlns:a16="http://schemas.microsoft.com/office/drawing/2014/main" id="{741A6C44-B54B-E0EC-6127-9AA8C68E7F8E}"/>
                  </a:ext>
                </a:extLst>
              </p:cNvPr>
              <p:cNvSpPr/>
              <p:nvPr/>
            </p:nvSpPr>
            <p:spPr>
              <a:xfrm>
                <a:off x="1706915" y="8088087"/>
                <a:ext cx="37180" cy="37180"/>
              </a:xfrm>
              <a:custGeom>
                <a:avLst/>
                <a:gdLst>
                  <a:gd name="connsiteX0" fmla="*/ 37431 w 37180"/>
                  <a:gd name="connsiteY0" fmla="*/ 18793 h 37180"/>
                  <a:gd name="connsiteX1" fmla="*/ 18841 w 37180"/>
                  <a:gd name="connsiteY1" fmla="*/ 37383 h 37180"/>
                  <a:gd name="connsiteX2" fmla="*/ 251 w 37180"/>
                  <a:gd name="connsiteY2" fmla="*/ 18793 h 37180"/>
                  <a:gd name="connsiteX3" fmla="*/ 18841 w 37180"/>
                  <a:gd name="connsiteY3" fmla="*/ 202 h 37180"/>
                  <a:gd name="connsiteX4" fmla="*/ 37431 w 37180"/>
                  <a:gd name="connsiteY4" fmla="*/ 1879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93"/>
                    </a:moveTo>
                    <a:cubicBezTo>
                      <a:pt x="37431" y="29060"/>
                      <a:pt x="29108" y="37383"/>
                      <a:pt x="18841" y="37383"/>
                    </a:cubicBezTo>
                    <a:cubicBezTo>
                      <a:pt x="8574" y="37383"/>
                      <a:pt x="251" y="29060"/>
                      <a:pt x="251" y="18793"/>
                    </a:cubicBezTo>
                    <a:cubicBezTo>
                      <a:pt x="251" y="8525"/>
                      <a:pt x="8574" y="202"/>
                      <a:pt x="18841" y="202"/>
                    </a:cubicBezTo>
                    <a:cubicBezTo>
                      <a:pt x="29108" y="202"/>
                      <a:pt x="37431" y="8525"/>
                      <a:pt x="37431" y="18793"/>
                    </a:cubicBezTo>
                    <a:close/>
                  </a:path>
                </a:pathLst>
              </a:custGeom>
              <a:solidFill>
                <a:srgbClr val="F7A50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8" name="Freeform: Shape 3787">
                <a:extLst>
                  <a:ext uri="{FF2B5EF4-FFF2-40B4-BE49-F238E27FC236}">
                    <a16:creationId xmlns:a16="http://schemas.microsoft.com/office/drawing/2014/main" id="{CAFC4CB7-D83B-A4C6-3ED2-717B6A5BC3AF}"/>
                  </a:ext>
                </a:extLst>
              </p:cNvPr>
              <p:cNvSpPr/>
              <p:nvPr/>
            </p:nvSpPr>
            <p:spPr>
              <a:xfrm>
                <a:off x="1704515" y="8085687"/>
                <a:ext cx="41981" cy="41981"/>
              </a:xfrm>
              <a:custGeom>
                <a:avLst/>
                <a:gdLst>
                  <a:gd name="connsiteX0" fmla="*/ 21241 w 41981"/>
                  <a:gd name="connsiteY0" fmla="*/ 5003 h 41981"/>
                  <a:gd name="connsiteX1" fmla="*/ 37431 w 41981"/>
                  <a:gd name="connsiteY1" fmla="*/ 21193 h 41981"/>
                  <a:gd name="connsiteX2" fmla="*/ 37431 w 41981"/>
                  <a:gd name="connsiteY2" fmla="*/ 21193 h 41981"/>
                  <a:gd name="connsiteX3" fmla="*/ 21241 w 41981"/>
                  <a:gd name="connsiteY3" fmla="*/ 37383 h 41981"/>
                  <a:gd name="connsiteX4" fmla="*/ 5051 w 41981"/>
                  <a:gd name="connsiteY4" fmla="*/ 21193 h 41981"/>
                  <a:gd name="connsiteX5" fmla="*/ 21241 w 41981"/>
                  <a:gd name="connsiteY5" fmla="*/ 5003 h 41981"/>
                  <a:gd name="connsiteX6" fmla="*/ 21241 w 41981"/>
                  <a:gd name="connsiteY6" fmla="*/ 202 h 41981"/>
                  <a:gd name="connsiteX7" fmla="*/ 251 w 41981"/>
                  <a:gd name="connsiteY7" fmla="*/ 21193 h 41981"/>
                  <a:gd name="connsiteX8" fmla="*/ 21241 w 41981"/>
                  <a:gd name="connsiteY8" fmla="*/ 42183 h 41981"/>
                  <a:gd name="connsiteX9" fmla="*/ 42232 w 41981"/>
                  <a:gd name="connsiteY9" fmla="*/ 21193 h 41981"/>
                  <a:gd name="connsiteX10" fmla="*/ 42232 w 41981"/>
                  <a:gd name="connsiteY10" fmla="*/ 21193 h 41981"/>
                  <a:gd name="connsiteX11" fmla="*/ 21241 w 41981"/>
                  <a:gd name="connsiteY11" fmla="*/ 20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5003"/>
                    </a:moveTo>
                    <a:cubicBezTo>
                      <a:pt x="30183" y="5003"/>
                      <a:pt x="37431" y="12251"/>
                      <a:pt x="37431" y="21193"/>
                    </a:cubicBezTo>
                    <a:lnTo>
                      <a:pt x="37431" y="21193"/>
                    </a:lnTo>
                    <a:cubicBezTo>
                      <a:pt x="37431" y="30135"/>
                      <a:pt x="30183" y="37383"/>
                      <a:pt x="21241" y="37383"/>
                    </a:cubicBezTo>
                    <a:cubicBezTo>
                      <a:pt x="12299" y="37383"/>
                      <a:pt x="5051" y="30135"/>
                      <a:pt x="5051" y="21193"/>
                    </a:cubicBezTo>
                    <a:cubicBezTo>
                      <a:pt x="5051" y="12251"/>
                      <a:pt x="12299" y="5003"/>
                      <a:pt x="21241" y="5003"/>
                    </a:cubicBezTo>
                    <a:close/>
                    <a:moveTo>
                      <a:pt x="21241" y="202"/>
                    </a:moveTo>
                    <a:cubicBezTo>
                      <a:pt x="9649" y="202"/>
                      <a:pt x="251" y="9600"/>
                      <a:pt x="251" y="21193"/>
                    </a:cubicBezTo>
                    <a:cubicBezTo>
                      <a:pt x="251" y="32785"/>
                      <a:pt x="9649" y="42183"/>
                      <a:pt x="21241" y="42183"/>
                    </a:cubicBezTo>
                    <a:cubicBezTo>
                      <a:pt x="32834" y="42183"/>
                      <a:pt x="42232" y="32785"/>
                      <a:pt x="42232" y="21193"/>
                    </a:cubicBezTo>
                    <a:lnTo>
                      <a:pt x="42232" y="21193"/>
                    </a:lnTo>
                    <a:cubicBezTo>
                      <a:pt x="42232" y="9600"/>
                      <a:pt x="32834" y="202"/>
                      <a:pt x="21241" y="20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89" name="Freeform: Shape 3788">
                <a:extLst>
                  <a:ext uri="{FF2B5EF4-FFF2-40B4-BE49-F238E27FC236}">
                    <a16:creationId xmlns:a16="http://schemas.microsoft.com/office/drawing/2014/main" id="{7D65CC89-3BF4-2415-EA71-1C02B05471AC}"/>
                  </a:ext>
                </a:extLst>
              </p:cNvPr>
              <p:cNvSpPr/>
              <p:nvPr/>
            </p:nvSpPr>
            <p:spPr>
              <a:xfrm>
                <a:off x="1838739" y="7817281"/>
                <a:ext cx="37180" cy="37180"/>
              </a:xfrm>
              <a:custGeom>
                <a:avLst/>
                <a:gdLst>
                  <a:gd name="connsiteX0" fmla="*/ 37454 w 37180"/>
                  <a:gd name="connsiteY0" fmla="*/ 18746 h 37180"/>
                  <a:gd name="connsiteX1" fmla="*/ 18864 w 37180"/>
                  <a:gd name="connsiteY1" fmla="*/ 37336 h 37180"/>
                  <a:gd name="connsiteX2" fmla="*/ 273 w 37180"/>
                  <a:gd name="connsiteY2" fmla="*/ 18746 h 37180"/>
                  <a:gd name="connsiteX3" fmla="*/ 18864 w 37180"/>
                  <a:gd name="connsiteY3" fmla="*/ 155 h 37180"/>
                  <a:gd name="connsiteX4" fmla="*/ 37454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6"/>
                    </a:moveTo>
                    <a:cubicBezTo>
                      <a:pt x="37454" y="29013"/>
                      <a:pt x="29131" y="37336"/>
                      <a:pt x="18864" y="37336"/>
                    </a:cubicBezTo>
                    <a:cubicBezTo>
                      <a:pt x="8597" y="37336"/>
                      <a:pt x="273" y="29013"/>
                      <a:pt x="273" y="18746"/>
                    </a:cubicBezTo>
                    <a:cubicBezTo>
                      <a:pt x="273" y="8478"/>
                      <a:pt x="8597" y="155"/>
                      <a:pt x="18864" y="155"/>
                    </a:cubicBezTo>
                    <a:cubicBezTo>
                      <a:pt x="29131" y="155"/>
                      <a:pt x="37454" y="8478"/>
                      <a:pt x="37454" y="18746"/>
                    </a:cubicBezTo>
                    <a:close/>
                  </a:path>
                </a:pathLst>
              </a:custGeom>
              <a:solidFill>
                <a:srgbClr val="F7B0B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0" name="Freeform: Shape 3789">
                <a:extLst>
                  <a:ext uri="{FF2B5EF4-FFF2-40B4-BE49-F238E27FC236}">
                    <a16:creationId xmlns:a16="http://schemas.microsoft.com/office/drawing/2014/main" id="{0295B288-B8E5-9435-D75F-4884C9ADF104}"/>
                  </a:ext>
                </a:extLst>
              </p:cNvPr>
              <p:cNvSpPr/>
              <p:nvPr/>
            </p:nvSpPr>
            <p:spPr>
              <a:xfrm>
                <a:off x="1836339" y="7814881"/>
                <a:ext cx="41981" cy="41981"/>
              </a:xfrm>
              <a:custGeom>
                <a:avLst/>
                <a:gdLst>
                  <a:gd name="connsiteX0" fmla="*/ 21264 w 41981"/>
                  <a:gd name="connsiteY0" fmla="*/ 4956 h 41981"/>
                  <a:gd name="connsiteX1" fmla="*/ 37454 w 41981"/>
                  <a:gd name="connsiteY1" fmla="*/ 21146 h 41981"/>
                  <a:gd name="connsiteX2" fmla="*/ 37454 w 41981"/>
                  <a:gd name="connsiteY2" fmla="*/ 21146 h 41981"/>
                  <a:gd name="connsiteX3" fmla="*/ 21264 w 41981"/>
                  <a:gd name="connsiteY3" fmla="*/ 37336 h 41981"/>
                  <a:gd name="connsiteX4" fmla="*/ 5074 w 41981"/>
                  <a:gd name="connsiteY4" fmla="*/ 21146 h 41981"/>
                  <a:gd name="connsiteX5" fmla="*/ 21264 w 41981"/>
                  <a:gd name="connsiteY5" fmla="*/ 4956 h 41981"/>
                  <a:gd name="connsiteX6" fmla="*/ 21264 w 41981"/>
                  <a:gd name="connsiteY6" fmla="*/ 155 h 41981"/>
                  <a:gd name="connsiteX7" fmla="*/ 273 w 41981"/>
                  <a:gd name="connsiteY7" fmla="*/ 21146 h 41981"/>
                  <a:gd name="connsiteX8" fmla="*/ 21264 w 41981"/>
                  <a:gd name="connsiteY8" fmla="*/ 42136 h 41981"/>
                  <a:gd name="connsiteX9" fmla="*/ 42255 w 41981"/>
                  <a:gd name="connsiteY9" fmla="*/ 21146 h 41981"/>
                  <a:gd name="connsiteX10" fmla="*/ 42255 w 41981"/>
                  <a:gd name="connsiteY10" fmla="*/ 21146 h 41981"/>
                  <a:gd name="connsiteX11" fmla="*/ 21264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6"/>
                    </a:moveTo>
                    <a:cubicBezTo>
                      <a:pt x="30206" y="4956"/>
                      <a:pt x="37454" y="12204"/>
                      <a:pt x="37454" y="21146"/>
                    </a:cubicBezTo>
                    <a:lnTo>
                      <a:pt x="37454" y="21146"/>
                    </a:lnTo>
                    <a:cubicBezTo>
                      <a:pt x="37454" y="30088"/>
                      <a:pt x="30206" y="37336"/>
                      <a:pt x="21264" y="37336"/>
                    </a:cubicBezTo>
                    <a:cubicBezTo>
                      <a:pt x="12322" y="37336"/>
                      <a:pt x="5074" y="30088"/>
                      <a:pt x="5074" y="21146"/>
                    </a:cubicBezTo>
                    <a:cubicBezTo>
                      <a:pt x="5074" y="12204"/>
                      <a:pt x="12322" y="4956"/>
                      <a:pt x="21264" y="4956"/>
                    </a:cubicBezTo>
                    <a:close/>
                    <a:moveTo>
                      <a:pt x="21264" y="155"/>
                    </a:moveTo>
                    <a:cubicBezTo>
                      <a:pt x="9671" y="155"/>
                      <a:pt x="273" y="9553"/>
                      <a:pt x="273" y="21146"/>
                    </a:cubicBezTo>
                    <a:cubicBezTo>
                      <a:pt x="273" y="32738"/>
                      <a:pt x="9671" y="42136"/>
                      <a:pt x="21264" y="42136"/>
                    </a:cubicBezTo>
                    <a:cubicBezTo>
                      <a:pt x="32857" y="42136"/>
                      <a:pt x="42255" y="32738"/>
                      <a:pt x="42255" y="21146"/>
                    </a:cubicBezTo>
                    <a:lnTo>
                      <a:pt x="42255" y="21146"/>
                    </a:lnTo>
                    <a:cubicBezTo>
                      <a:pt x="42255" y="9553"/>
                      <a:pt x="32857" y="155"/>
                      <a:pt x="21264"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1" name="Freeform: Shape 3790">
                <a:extLst>
                  <a:ext uri="{FF2B5EF4-FFF2-40B4-BE49-F238E27FC236}">
                    <a16:creationId xmlns:a16="http://schemas.microsoft.com/office/drawing/2014/main" id="{6942654C-DFBD-F62E-82B0-762C14F98771}"/>
                  </a:ext>
                </a:extLst>
              </p:cNvPr>
              <p:cNvSpPr/>
              <p:nvPr/>
            </p:nvSpPr>
            <p:spPr>
              <a:xfrm>
                <a:off x="2035155" y="7715507"/>
                <a:ext cx="37180" cy="37180"/>
              </a:xfrm>
              <a:custGeom>
                <a:avLst/>
                <a:gdLst>
                  <a:gd name="connsiteX0" fmla="*/ 37488 w 37180"/>
                  <a:gd name="connsiteY0" fmla="*/ 18728 h 37180"/>
                  <a:gd name="connsiteX1" fmla="*/ 18898 w 37180"/>
                  <a:gd name="connsiteY1" fmla="*/ 37318 h 37180"/>
                  <a:gd name="connsiteX2" fmla="*/ 308 w 37180"/>
                  <a:gd name="connsiteY2" fmla="*/ 18728 h 37180"/>
                  <a:gd name="connsiteX3" fmla="*/ 18898 w 37180"/>
                  <a:gd name="connsiteY3" fmla="*/ 137 h 37180"/>
                  <a:gd name="connsiteX4" fmla="*/ 37488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8" y="18728"/>
                    </a:moveTo>
                    <a:cubicBezTo>
                      <a:pt x="37488" y="28995"/>
                      <a:pt x="29165" y="37318"/>
                      <a:pt x="18898" y="37318"/>
                    </a:cubicBezTo>
                    <a:cubicBezTo>
                      <a:pt x="8631" y="37318"/>
                      <a:pt x="308" y="28995"/>
                      <a:pt x="308" y="18728"/>
                    </a:cubicBezTo>
                    <a:cubicBezTo>
                      <a:pt x="308" y="8461"/>
                      <a:pt x="8631" y="137"/>
                      <a:pt x="18898" y="137"/>
                    </a:cubicBezTo>
                    <a:cubicBezTo>
                      <a:pt x="29165" y="137"/>
                      <a:pt x="37488" y="8461"/>
                      <a:pt x="37488" y="18728"/>
                    </a:cubicBezTo>
                    <a:close/>
                  </a:path>
                </a:pathLst>
              </a:custGeom>
              <a:solidFill>
                <a:srgbClr val="F7C3C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2" name="Freeform: Shape 3791">
                <a:extLst>
                  <a:ext uri="{FF2B5EF4-FFF2-40B4-BE49-F238E27FC236}">
                    <a16:creationId xmlns:a16="http://schemas.microsoft.com/office/drawing/2014/main" id="{544163AD-3923-96A7-DE37-5EB75434A793}"/>
                  </a:ext>
                </a:extLst>
              </p:cNvPr>
              <p:cNvSpPr/>
              <p:nvPr/>
            </p:nvSpPr>
            <p:spPr>
              <a:xfrm>
                <a:off x="2032755" y="7713107"/>
                <a:ext cx="41981" cy="41981"/>
              </a:xfrm>
              <a:custGeom>
                <a:avLst/>
                <a:gdLst>
                  <a:gd name="connsiteX0" fmla="*/ 21298 w 41981"/>
                  <a:gd name="connsiteY0" fmla="*/ 4938 h 41981"/>
                  <a:gd name="connsiteX1" fmla="*/ 37488 w 41981"/>
                  <a:gd name="connsiteY1" fmla="*/ 21128 h 41981"/>
                  <a:gd name="connsiteX2" fmla="*/ 37488 w 41981"/>
                  <a:gd name="connsiteY2" fmla="*/ 21128 h 41981"/>
                  <a:gd name="connsiteX3" fmla="*/ 21298 w 41981"/>
                  <a:gd name="connsiteY3" fmla="*/ 37318 h 41981"/>
                  <a:gd name="connsiteX4" fmla="*/ 5108 w 41981"/>
                  <a:gd name="connsiteY4" fmla="*/ 21128 h 41981"/>
                  <a:gd name="connsiteX5" fmla="*/ 21298 w 41981"/>
                  <a:gd name="connsiteY5" fmla="*/ 4938 h 41981"/>
                  <a:gd name="connsiteX6" fmla="*/ 21298 w 41981"/>
                  <a:gd name="connsiteY6" fmla="*/ 137 h 41981"/>
                  <a:gd name="connsiteX7" fmla="*/ 308 w 41981"/>
                  <a:gd name="connsiteY7" fmla="*/ 21128 h 41981"/>
                  <a:gd name="connsiteX8" fmla="*/ 21298 w 41981"/>
                  <a:gd name="connsiteY8" fmla="*/ 42119 h 41981"/>
                  <a:gd name="connsiteX9" fmla="*/ 42289 w 41981"/>
                  <a:gd name="connsiteY9" fmla="*/ 21128 h 41981"/>
                  <a:gd name="connsiteX10" fmla="*/ 42289 w 41981"/>
                  <a:gd name="connsiteY10" fmla="*/ 21128 h 41981"/>
                  <a:gd name="connsiteX11" fmla="*/ 21298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8" y="4938"/>
                    </a:moveTo>
                    <a:cubicBezTo>
                      <a:pt x="30240" y="4938"/>
                      <a:pt x="37488" y="12186"/>
                      <a:pt x="37488" y="21128"/>
                    </a:cubicBezTo>
                    <a:lnTo>
                      <a:pt x="37488" y="21128"/>
                    </a:lnTo>
                    <a:cubicBezTo>
                      <a:pt x="37488" y="30070"/>
                      <a:pt x="30240" y="37318"/>
                      <a:pt x="21298" y="37318"/>
                    </a:cubicBezTo>
                    <a:cubicBezTo>
                      <a:pt x="12356" y="37318"/>
                      <a:pt x="5108" y="30070"/>
                      <a:pt x="5108" y="21128"/>
                    </a:cubicBezTo>
                    <a:cubicBezTo>
                      <a:pt x="5108" y="12186"/>
                      <a:pt x="12356" y="4938"/>
                      <a:pt x="21298" y="4938"/>
                    </a:cubicBezTo>
                    <a:close/>
                    <a:moveTo>
                      <a:pt x="21298" y="137"/>
                    </a:moveTo>
                    <a:cubicBezTo>
                      <a:pt x="9706" y="137"/>
                      <a:pt x="308" y="9535"/>
                      <a:pt x="308" y="21128"/>
                    </a:cubicBezTo>
                    <a:cubicBezTo>
                      <a:pt x="308" y="32721"/>
                      <a:pt x="9706" y="42119"/>
                      <a:pt x="21298" y="42119"/>
                    </a:cubicBezTo>
                    <a:cubicBezTo>
                      <a:pt x="32891" y="42119"/>
                      <a:pt x="42289" y="32721"/>
                      <a:pt x="42289" y="21128"/>
                    </a:cubicBezTo>
                    <a:lnTo>
                      <a:pt x="42289" y="21128"/>
                    </a:lnTo>
                    <a:cubicBezTo>
                      <a:pt x="42289" y="9535"/>
                      <a:pt x="32891" y="137"/>
                      <a:pt x="21298"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3" name="Freeform: Shape 3792">
                <a:extLst>
                  <a:ext uri="{FF2B5EF4-FFF2-40B4-BE49-F238E27FC236}">
                    <a16:creationId xmlns:a16="http://schemas.microsoft.com/office/drawing/2014/main" id="{9952A79A-B214-4987-9F5A-2562BB45D5E3}"/>
                  </a:ext>
                </a:extLst>
              </p:cNvPr>
              <p:cNvSpPr/>
              <p:nvPr/>
            </p:nvSpPr>
            <p:spPr>
              <a:xfrm>
                <a:off x="1728360" y="7982149"/>
                <a:ext cx="37180" cy="37180"/>
              </a:xfrm>
              <a:custGeom>
                <a:avLst/>
                <a:gdLst>
                  <a:gd name="connsiteX0" fmla="*/ 37435 w 37180"/>
                  <a:gd name="connsiteY0" fmla="*/ 18774 h 37180"/>
                  <a:gd name="connsiteX1" fmla="*/ 18845 w 37180"/>
                  <a:gd name="connsiteY1" fmla="*/ 37365 h 37180"/>
                  <a:gd name="connsiteX2" fmla="*/ 254 w 37180"/>
                  <a:gd name="connsiteY2" fmla="*/ 18774 h 37180"/>
                  <a:gd name="connsiteX3" fmla="*/ 18845 w 37180"/>
                  <a:gd name="connsiteY3" fmla="*/ 184 h 37180"/>
                  <a:gd name="connsiteX4" fmla="*/ 37435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4"/>
                    </a:moveTo>
                    <a:cubicBezTo>
                      <a:pt x="37435" y="29041"/>
                      <a:pt x="29112" y="37365"/>
                      <a:pt x="18845" y="37365"/>
                    </a:cubicBezTo>
                    <a:cubicBezTo>
                      <a:pt x="8577" y="37365"/>
                      <a:pt x="254" y="29041"/>
                      <a:pt x="254" y="18774"/>
                    </a:cubicBezTo>
                    <a:cubicBezTo>
                      <a:pt x="254" y="8507"/>
                      <a:pt x="8577" y="184"/>
                      <a:pt x="18845" y="184"/>
                    </a:cubicBezTo>
                    <a:cubicBezTo>
                      <a:pt x="29112" y="184"/>
                      <a:pt x="37435" y="8507"/>
                      <a:pt x="37435" y="18774"/>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4" name="Freeform: Shape 3793">
                <a:extLst>
                  <a:ext uri="{FF2B5EF4-FFF2-40B4-BE49-F238E27FC236}">
                    <a16:creationId xmlns:a16="http://schemas.microsoft.com/office/drawing/2014/main" id="{D76BA5EF-ADE0-FD89-D50F-8B7F031FD14E}"/>
                  </a:ext>
                </a:extLst>
              </p:cNvPr>
              <p:cNvSpPr/>
              <p:nvPr/>
            </p:nvSpPr>
            <p:spPr>
              <a:xfrm>
                <a:off x="1725960" y="7979749"/>
                <a:ext cx="41981" cy="41981"/>
              </a:xfrm>
              <a:custGeom>
                <a:avLst/>
                <a:gdLst>
                  <a:gd name="connsiteX0" fmla="*/ 21245 w 41981"/>
                  <a:gd name="connsiteY0" fmla="*/ 4984 h 41981"/>
                  <a:gd name="connsiteX1" fmla="*/ 37435 w 41981"/>
                  <a:gd name="connsiteY1" fmla="*/ 21174 h 41981"/>
                  <a:gd name="connsiteX2" fmla="*/ 37435 w 41981"/>
                  <a:gd name="connsiteY2" fmla="*/ 21174 h 41981"/>
                  <a:gd name="connsiteX3" fmla="*/ 21245 w 41981"/>
                  <a:gd name="connsiteY3" fmla="*/ 37365 h 41981"/>
                  <a:gd name="connsiteX4" fmla="*/ 5055 w 41981"/>
                  <a:gd name="connsiteY4" fmla="*/ 21174 h 41981"/>
                  <a:gd name="connsiteX5" fmla="*/ 21245 w 41981"/>
                  <a:gd name="connsiteY5" fmla="*/ 4984 h 41981"/>
                  <a:gd name="connsiteX6" fmla="*/ 21245 w 41981"/>
                  <a:gd name="connsiteY6" fmla="*/ 184 h 41981"/>
                  <a:gd name="connsiteX7" fmla="*/ 254 w 41981"/>
                  <a:gd name="connsiteY7" fmla="*/ 21174 h 41981"/>
                  <a:gd name="connsiteX8" fmla="*/ 21245 w 41981"/>
                  <a:gd name="connsiteY8" fmla="*/ 42165 h 41981"/>
                  <a:gd name="connsiteX9" fmla="*/ 42235 w 41981"/>
                  <a:gd name="connsiteY9" fmla="*/ 21174 h 41981"/>
                  <a:gd name="connsiteX10" fmla="*/ 42235 w 41981"/>
                  <a:gd name="connsiteY10" fmla="*/ 21174 h 41981"/>
                  <a:gd name="connsiteX11" fmla="*/ 21245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84"/>
                    </a:moveTo>
                    <a:cubicBezTo>
                      <a:pt x="30187" y="4984"/>
                      <a:pt x="37435" y="12233"/>
                      <a:pt x="37435" y="21174"/>
                    </a:cubicBezTo>
                    <a:lnTo>
                      <a:pt x="37435" y="21174"/>
                    </a:lnTo>
                    <a:cubicBezTo>
                      <a:pt x="37435" y="30116"/>
                      <a:pt x="30187" y="37365"/>
                      <a:pt x="21245" y="37365"/>
                    </a:cubicBezTo>
                    <a:cubicBezTo>
                      <a:pt x="12303" y="37365"/>
                      <a:pt x="5055" y="30116"/>
                      <a:pt x="5055" y="21174"/>
                    </a:cubicBezTo>
                    <a:cubicBezTo>
                      <a:pt x="5055" y="12233"/>
                      <a:pt x="12303" y="4984"/>
                      <a:pt x="21245" y="4984"/>
                    </a:cubicBezTo>
                    <a:close/>
                    <a:moveTo>
                      <a:pt x="21245" y="184"/>
                    </a:moveTo>
                    <a:cubicBezTo>
                      <a:pt x="9652" y="184"/>
                      <a:pt x="254" y="9582"/>
                      <a:pt x="254" y="21174"/>
                    </a:cubicBezTo>
                    <a:cubicBezTo>
                      <a:pt x="254" y="32767"/>
                      <a:pt x="9652" y="42165"/>
                      <a:pt x="21245" y="42165"/>
                    </a:cubicBezTo>
                    <a:cubicBezTo>
                      <a:pt x="32837" y="42165"/>
                      <a:pt x="42235" y="32767"/>
                      <a:pt x="42235" y="21174"/>
                    </a:cubicBezTo>
                    <a:lnTo>
                      <a:pt x="42235" y="21174"/>
                    </a:lnTo>
                    <a:cubicBezTo>
                      <a:pt x="42235" y="9582"/>
                      <a:pt x="32837" y="184"/>
                      <a:pt x="21245"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5" name="Freeform: Shape 3794">
                <a:extLst>
                  <a:ext uri="{FF2B5EF4-FFF2-40B4-BE49-F238E27FC236}">
                    <a16:creationId xmlns:a16="http://schemas.microsoft.com/office/drawing/2014/main" id="{F81F6E9C-9AD1-418D-C4A2-D3944AA25243}"/>
                  </a:ext>
                </a:extLst>
              </p:cNvPr>
              <p:cNvSpPr/>
              <p:nvPr/>
            </p:nvSpPr>
            <p:spPr>
              <a:xfrm>
                <a:off x="1929660" y="7856812"/>
                <a:ext cx="37180" cy="37180"/>
              </a:xfrm>
              <a:custGeom>
                <a:avLst/>
                <a:gdLst>
                  <a:gd name="connsiteX0" fmla="*/ 37470 w 37180"/>
                  <a:gd name="connsiteY0" fmla="*/ 18752 h 37180"/>
                  <a:gd name="connsiteX1" fmla="*/ 18880 w 37180"/>
                  <a:gd name="connsiteY1" fmla="*/ 37343 h 37180"/>
                  <a:gd name="connsiteX2" fmla="*/ 289 w 37180"/>
                  <a:gd name="connsiteY2" fmla="*/ 18752 h 37180"/>
                  <a:gd name="connsiteX3" fmla="*/ 18880 w 37180"/>
                  <a:gd name="connsiteY3" fmla="*/ 162 h 37180"/>
                  <a:gd name="connsiteX4" fmla="*/ 37470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52"/>
                    </a:moveTo>
                    <a:cubicBezTo>
                      <a:pt x="37470" y="29020"/>
                      <a:pt x="29147" y="37343"/>
                      <a:pt x="18880" y="37343"/>
                    </a:cubicBezTo>
                    <a:cubicBezTo>
                      <a:pt x="8612" y="37343"/>
                      <a:pt x="289" y="29020"/>
                      <a:pt x="289" y="18752"/>
                    </a:cubicBezTo>
                    <a:cubicBezTo>
                      <a:pt x="289" y="8485"/>
                      <a:pt x="8612" y="162"/>
                      <a:pt x="18880" y="162"/>
                    </a:cubicBezTo>
                    <a:cubicBezTo>
                      <a:pt x="29147" y="162"/>
                      <a:pt x="37470" y="8485"/>
                      <a:pt x="37470" y="18752"/>
                    </a:cubicBezTo>
                    <a:close/>
                  </a:path>
                </a:pathLst>
              </a:custGeom>
              <a:solidFill>
                <a:srgbClr val="CCF7C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6" name="Freeform: Shape 3795">
                <a:extLst>
                  <a:ext uri="{FF2B5EF4-FFF2-40B4-BE49-F238E27FC236}">
                    <a16:creationId xmlns:a16="http://schemas.microsoft.com/office/drawing/2014/main" id="{9FC95BF6-D348-3F90-4BD9-DCBB85CF49BB}"/>
                  </a:ext>
                </a:extLst>
              </p:cNvPr>
              <p:cNvSpPr/>
              <p:nvPr/>
            </p:nvSpPr>
            <p:spPr>
              <a:xfrm>
                <a:off x="1927260" y="7854412"/>
                <a:ext cx="41981" cy="41981"/>
              </a:xfrm>
              <a:custGeom>
                <a:avLst/>
                <a:gdLst>
                  <a:gd name="connsiteX0" fmla="*/ 21280 w 41981"/>
                  <a:gd name="connsiteY0" fmla="*/ 4962 h 41981"/>
                  <a:gd name="connsiteX1" fmla="*/ 37470 w 41981"/>
                  <a:gd name="connsiteY1" fmla="*/ 21153 h 41981"/>
                  <a:gd name="connsiteX2" fmla="*/ 37470 w 41981"/>
                  <a:gd name="connsiteY2" fmla="*/ 21153 h 41981"/>
                  <a:gd name="connsiteX3" fmla="*/ 21280 w 41981"/>
                  <a:gd name="connsiteY3" fmla="*/ 37343 h 41981"/>
                  <a:gd name="connsiteX4" fmla="*/ 5090 w 41981"/>
                  <a:gd name="connsiteY4" fmla="*/ 21153 h 41981"/>
                  <a:gd name="connsiteX5" fmla="*/ 21280 w 41981"/>
                  <a:gd name="connsiteY5" fmla="*/ 4962 h 41981"/>
                  <a:gd name="connsiteX6" fmla="*/ 21280 w 41981"/>
                  <a:gd name="connsiteY6" fmla="*/ 162 h 41981"/>
                  <a:gd name="connsiteX7" fmla="*/ 289 w 41981"/>
                  <a:gd name="connsiteY7" fmla="*/ 21153 h 41981"/>
                  <a:gd name="connsiteX8" fmla="*/ 21280 w 41981"/>
                  <a:gd name="connsiteY8" fmla="*/ 42143 h 41981"/>
                  <a:gd name="connsiteX9" fmla="*/ 42270 w 41981"/>
                  <a:gd name="connsiteY9" fmla="*/ 21153 h 41981"/>
                  <a:gd name="connsiteX10" fmla="*/ 42270 w 41981"/>
                  <a:gd name="connsiteY10" fmla="*/ 21153 h 41981"/>
                  <a:gd name="connsiteX11" fmla="*/ 21280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62"/>
                    </a:moveTo>
                    <a:cubicBezTo>
                      <a:pt x="30222" y="4962"/>
                      <a:pt x="37470" y="12211"/>
                      <a:pt x="37470" y="21153"/>
                    </a:cubicBezTo>
                    <a:lnTo>
                      <a:pt x="37470" y="21153"/>
                    </a:lnTo>
                    <a:cubicBezTo>
                      <a:pt x="37470" y="30094"/>
                      <a:pt x="30222" y="37343"/>
                      <a:pt x="21280" y="37343"/>
                    </a:cubicBezTo>
                    <a:cubicBezTo>
                      <a:pt x="12338" y="37343"/>
                      <a:pt x="5090" y="30094"/>
                      <a:pt x="5090" y="21153"/>
                    </a:cubicBezTo>
                    <a:cubicBezTo>
                      <a:pt x="5090" y="12211"/>
                      <a:pt x="12338" y="4962"/>
                      <a:pt x="21280" y="4962"/>
                    </a:cubicBezTo>
                    <a:close/>
                    <a:moveTo>
                      <a:pt x="21280" y="162"/>
                    </a:moveTo>
                    <a:cubicBezTo>
                      <a:pt x="9687" y="162"/>
                      <a:pt x="289" y="9560"/>
                      <a:pt x="289" y="21153"/>
                    </a:cubicBezTo>
                    <a:cubicBezTo>
                      <a:pt x="289" y="32745"/>
                      <a:pt x="9687" y="42143"/>
                      <a:pt x="21280" y="42143"/>
                    </a:cubicBezTo>
                    <a:cubicBezTo>
                      <a:pt x="32872" y="42143"/>
                      <a:pt x="42270" y="32745"/>
                      <a:pt x="42270" y="21153"/>
                    </a:cubicBezTo>
                    <a:lnTo>
                      <a:pt x="42270" y="21153"/>
                    </a:lnTo>
                    <a:cubicBezTo>
                      <a:pt x="42270" y="9560"/>
                      <a:pt x="32872" y="162"/>
                      <a:pt x="21280"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7" name="Freeform: Shape 3796">
                <a:extLst>
                  <a:ext uri="{FF2B5EF4-FFF2-40B4-BE49-F238E27FC236}">
                    <a16:creationId xmlns:a16="http://schemas.microsoft.com/office/drawing/2014/main" id="{A1EAF421-AE54-F129-C80D-CFCF7C12446F}"/>
                  </a:ext>
                </a:extLst>
              </p:cNvPr>
              <p:cNvSpPr/>
              <p:nvPr/>
            </p:nvSpPr>
            <p:spPr>
              <a:xfrm>
                <a:off x="1713303" y="7714413"/>
                <a:ext cx="37180" cy="37180"/>
              </a:xfrm>
              <a:custGeom>
                <a:avLst/>
                <a:gdLst>
                  <a:gd name="connsiteX0" fmla="*/ 37432 w 37180"/>
                  <a:gd name="connsiteY0" fmla="*/ 18728 h 37180"/>
                  <a:gd name="connsiteX1" fmla="*/ 18842 w 37180"/>
                  <a:gd name="connsiteY1" fmla="*/ 37318 h 37180"/>
                  <a:gd name="connsiteX2" fmla="*/ 252 w 37180"/>
                  <a:gd name="connsiteY2" fmla="*/ 18728 h 37180"/>
                  <a:gd name="connsiteX3" fmla="*/ 18842 w 37180"/>
                  <a:gd name="connsiteY3" fmla="*/ 137 h 37180"/>
                  <a:gd name="connsiteX4" fmla="*/ 37432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28"/>
                    </a:moveTo>
                    <a:cubicBezTo>
                      <a:pt x="37432" y="28995"/>
                      <a:pt x="29109" y="37318"/>
                      <a:pt x="18842" y="37318"/>
                    </a:cubicBezTo>
                    <a:cubicBezTo>
                      <a:pt x="8575" y="37318"/>
                      <a:pt x="252" y="28995"/>
                      <a:pt x="252" y="18728"/>
                    </a:cubicBezTo>
                    <a:cubicBezTo>
                      <a:pt x="252" y="8460"/>
                      <a:pt x="8575" y="137"/>
                      <a:pt x="18842" y="137"/>
                    </a:cubicBezTo>
                    <a:cubicBezTo>
                      <a:pt x="29109" y="137"/>
                      <a:pt x="37432" y="8460"/>
                      <a:pt x="37432" y="18728"/>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8" name="Freeform: Shape 3797">
                <a:extLst>
                  <a:ext uri="{FF2B5EF4-FFF2-40B4-BE49-F238E27FC236}">
                    <a16:creationId xmlns:a16="http://schemas.microsoft.com/office/drawing/2014/main" id="{D3A91979-E579-58D6-FB76-A8CD9807D641}"/>
                  </a:ext>
                </a:extLst>
              </p:cNvPr>
              <p:cNvSpPr/>
              <p:nvPr/>
            </p:nvSpPr>
            <p:spPr>
              <a:xfrm>
                <a:off x="1710903" y="7712013"/>
                <a:ext cx="41981" cy="41981"/>
              </a:xfrm>
              <a:custGeom>
                <a:avLst/>
                <a:gdLst>
                  <a:gd name="connsiteX0" fmla="*/ 21242 w 41981"/>
                  <a:gd name="connsiteY0" fmla="*/ 4938 h 41981"/>
                  <a:gd name="connsiteX1" fmla="*/ 37432 w 41981"/>
                  <a:gd name="connsiteY1" fmla="*/ 21128 h 41981"/>
                  <a:gd name="connsiteX2" fmla="*/ 37432 w 41981"/>
                  <a:gd name="connsiteY2" fmla="*/ 21128 h 41981"/>
                  <a:gd name="connsiteX3" fmla="*/ 21242 w 41981"/>
                  <a:gd name="connsiteY3" fmla="*/ 37318 h 41981"/>
                  <a:gd name="connsiteX4" fmla="*/ 5052 w 41981"/>
                  <a:gd name="connsiteY4" fmla="*/ 21128 h 41981"/>
                  <a:gd name="connsiteX5" fmla="*/ 21242 w 41981"/>
                  <a:gd name="connsiteY5" fmla="*/ 4938 h 41981"/>
                  <a:gd name="connsiteX6" fmla="*/ 21242 w 41981"/>
                  <a:gd name="connsiteY6" fmla="*/ 137 h 41981"/>
                  <a:gd name="connsiteX7" fmla="*/ 252 w 41981"/>
                  <a:gd name="connsiteY7" fmla="*/ 21128 h 41981"/>
                  <a:gd name="connsiteX8" fmla="*/ 21242 w 41981"/>
                  <a:gd name="connsiteY8" fmla="*/ 42118 h 41981"/>
                  <a:gd name="connsiteX9" fmla="*/ 42233 w 41981"/>
                  <a:gd name="connsiteY9" fmla="*/ 21128 h 41981"/>
                  <a:gd name="connsiteX10" fmla="*/ 42233 w 41981"/>
                  <a:gd name="connsiteY10" fmla="*/ 21128 h 41981"/>
                  <a:gd name="connsiteX11" fmla="*/ 21242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38"/>
                    </a:moveTo>
                    <a:cubicBezTo>
                      <a:pt x="30184" y="4938"/>
                      <a:pt x="37432" y="12186"/>
                      <a:pt x="37432" y="21128"/>
                    </a:cubicBezTo>
                    <a:lnTo>
                      <a:pt x="37432" y="21128"/>
                    </a:lnTo>
                    <a:cubicBezTo>
                      <a:pt x="37432" y="30070"/>
                      <a:pt x="30184" y="37318"/>
                      <a:pt x="21242" y="37318"/>
                    </a:cubicBezTo>
                    <a:cubicBezTo>
                      <a:pt x="12300" y="37318"/>
                      <a:pt x="5052" y="30070"/>
                      <a:pt x="5052" y="21128"/>
                    </a:cubicBezTo>
                    <a:cubicBezTo>
                      <a:pt x="5052" y="12186"/>
                      <a:pt x="12300" y="4938"/>
                      <a:pt x="21242" y="4938"/>
                    </a:cubicBezTo>
                    <a:close/>
                    <a:moveTo>
                      <a:pt x="21242" y="137"/>
                    </a:moveTo>
                    <a:cubicBezTo>
                      <a:pt x="9650" y="137"/>
                      <a:pt x="252" y="9535"/>
                      <a:pt x="252" y="21128"/>
                    </a:cubicBezTo>
                    <a:cubicBezTo>
                      <a:pt x="252" y="32720"/>
                      <a:pt x="9650" y="42118"/>
                      <a:pt x="21242" y="42118"/>
                    </a:cubicBezTo>
                    <a:cubicBezTo>
                      <a:pt x="32835" y="42118"/>
                      <a:pt x="42233" y="32720"/>
                      <a:pt x="42233" y="21128"/>
                    </a:cubicBezTo>
                    <a:lnTo>
                      <a:pt x="42233" y="21128"/>
                    </a:lnTo>
                    <a:cubicBezTo>
                      <a:pt x="42233" y="9535"/>
                      <a:pt x="32835" y="137"/>
                      <a:pt x="21242"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799" name="Freeform: Shape 3798">
                <a:extLst>
                  <a:ext uri="{FF2B5EF4-FFF2-40B4-BE49-F238E27FC236}">
                    <a16:creationId xmlns:a16="http://schemas.microsoft.com/office/drawing/2014/main" id="{216F5BC6-B4EA-15AE-FE6D-59DB3D090168}"/>
                  </a:ext>
                </a:extLst>
              </p:cNvPr>
              <p:cNvSpPr/>
              <p:nvPr/>
            </p:nvSpPr>
            <p:spPr>
              <a:xfrm>
                <a:off x="1651239" y="7969852"/>
                <a:ext cx="37180" cy="37180"/>
              </a:xfrm>
              <a:custGeom>
                <a:avLst/>
                <a:gdLst>
                  <a:gd name="connsiteX0" fmla="*/ 37422 w 37180"/>
                  <a:gd name="connsiteY0" fmla="*/ 18772 h 37180"/>
                  <a:gd name="connsiteX1" fmla="*/ 18831 w 37180"/>
                  <a:gd name="connsiteY1" fmla="*/ 37362 h 37180"/>
                  <a:gd name="connsiteX2" fmla="*/ 241 w 37180"/>
                  <a:gd name="connsiteY2" fmla="*/ 18772 h 37180"/>
                  <a:gd name="connsiteX3" fmla="*/ 18831 w 37180"/>
                  <a:gd name="connsiteY3" fmla="*/ 182 h 37180"/>
                  <a:gd name="connsiteX4" fmla="*/ 37422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72"/>
                    </a:moveTo>
                    <a:cubicBezTo>
                      <a:pt x="37422" y="29039"/>
                      <a:pt x="29098" y="37362"/>
                      <a:pt x="18831" y="37362"/>
                    </a:cubicBezTo>
                    <a:cubicBezTo>
                      <a:pt x="8564" y="37362"/>
                      <a:pt x="241" y="29039"/>
                      <a:pt x="241" y="18772"/>
                    </a:cubicBezTo>
                    <a:cubicBezTo>
                      <a:pt x="241" y="8505"/>
                      <a:pt x="8564" y="182"/>
                      <a:pt x="18831" y="182"/>
                    </a:cubicBezTo>
                    <a:cubicBezTo>
                      <a:pt x="29098" y="182"/>
                      <a:pt x="37422" y="8505"/>
                      <a:pt x="37422" y="18772"/>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0" name="Freeform: Shape 3799">
                <a:extLst>
                  <a:ext uri="{FF2B5EF4-FFF2-40B4-BE49-F238E27FC236}">
                    <a16:creationId xmlns:a16="http://schemas.microsoft.com/office/drawing/2014/main" id="{550544BB-A5FD-9B9F-8674-D9FB5513D2BF}"/>
                  </a:ext>
                </a:extLst>
              </p:cNvPr>
              <p:cNvSpPr/>
              <p:nvPr/>
            </p:nvSpPr>
            <p:spPr>
              <a:xfrm>
                <a:off x="1648839" y="7967452"/>
                <a:ext cx="41981" cy="41981"/>
              </a:xfrm>
              <a:custGeom>
                <a:avLst/>
                <a:gdLst>
                  <a:gd name="connsiteX0" fmla="*/ 21231 w 41981"/>
                  <a:gd name="connsiteY0" fmla="*/ 4982 h 41981"/>
                  <a:gd name="connsiteX1" fmla="*/ 37422 w 41981"/>
                  <a:gd name="connsiteY1" fmla="*/ 21172 h 41981"/>
                  <a:gd name="connsiteX2" fmla="*/ 37422 w 41981"/>
                  <a:gd name="connsiteY2" fmla="*/ 21172 h 41981"/>
                  <a:gd name="connsiteX3" fmla="*/ 21231 w 41981"/>
                  <a:gd name="connsiteY3" fmla="*/ 37362 h 41981"/>
                  <a:gd name="connsiteX4" fmla="*/ 5041 w 41981"/>
                  <a:gd name="connsiteY4" fmla="*/ 21172 h 41981"/>
                  <a:gd name="connsiteX5" fmla="*/ 21231 w 41981"/>
                  <a:gd name="connsiteY5" fmla="*/ 4982 h 41981"/>
                  <a:gd name="connsiteX6" fmla="*/ 21231 w 41981"/>
                  <a:gd name="connsiteY6" fmla="*/ 182 h 41981"/>
                  <a:gd name="connsiteX7" fmla="*/ 241 w 41981"/>
                  <a:gd name="connsiteY7" fmla="*/ 21172 h 41981"/>
                  <a:gd name="connsiteX8" fmla="*/ 21231 w 41981"/>
                  <a:gd name="connsiteY8" fmla="*/ 42163 h 41981"/>
                  <a:gd name="connsiteX9" fmla="*/ 42222 w 41981"/>
                  <a:gd name="connsiteY9" fmla="*/ 21172 h 41981"/>
                  <a:gd name="connsiteX10" fmla="*/ 42222 w 41981"/>
                  <a:gd name="connsiteY10" fmla="*/ 21172 h 41981"/>
                  <a:gd name="connsiteX11" fmla="*/ 21231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82"/>
                    </a:moveTo>
                    <a:cubicBezTo>
                      <a:pt x="30173" y="4982"/>
                      <a:pt x="37422" y="12230"/>
                      <a:pt x="37422" y="21172"/>
                    </a:cubicBezTo>
                    <a:lnTo>
                      <a:pt x="37422" y="21172"/>
                    </a:lnTo>
                    <a:cubicBezTo>
                      <a:pt x="37422" y="30114"/>
                      <a:pt x="30173" y="37362"/>
                      <a:pt x="21231" y="37362"/>
                    </a:cubicBezTo>
                    <a:cubicBezTo>
                      <a:pt x="12290" y="37362"/>
                      <a:pt x="5041" y="30114"/>
                      <a:pt x="5041" y="21172"/>
                    </a:cubicBezTo>
                    <a:cubicBezTo>
                      <a:pt x="5041" y="12230"/>
                      <a:pt x="12290" y="4982"/>
                      <a:pt x="21231" y="4982"/>
                    </a:cubicBezTo>
                    <a:close/>
                    <a:moveTo>
                      <a:pt x="21231" y="182"/>
                    </a:moveTo>
                    <a:cubicBezTo>
                      <a:pt x="9639" y="182"/>
                      <a:pt x="241" y="9580"/>
                      <a:pt x="241" y="21172"/>
                    </a:cubicBezTo>
                    <a:cubicBezTo>
                      <a:pt x="241" y="32765"/>
                      <a:pt x="9639" y="42163"/>
                      <a:pt x="21231" y="42163"/>
                    </a:cubicBezTo>
                    <a:cubicBezTo>
                      <a:pt x="32824" y="42163"/>
                      <a:pt x="42222" y="32765"/>
                      <a:pt x="42222" y="21172"/>
                    </a:cubicBezTo>
                    <a:lnTo>
                      <a:pt x="42222" y="21172"/>
                    </a:lnTo>
                    <a:cubicBezTo>
                      <a:pt x="42222" y="9580"/>
                      <a:pt x="32824" y="182"/>
                      <a:pt x="21231"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1" name="Freeform: Shape 3800">
                <a:extLst>
                  <a:ext uri="{FF2B5EF4-FFF2-40B4-BE49-F238E27FC236}">
                    <a16:creationId xmlns:a16="http://schemas.microsoft.com/office/drawing/2014/main" id="{C83777AE-C4B4-A1C6-1115-8F31B2A3FE87}"/>
                  </a:ext>
                </a:extLst>
              </p:cNvPr>
              <p:cNvSpPr/>
              <p:nvPr/>
            </p:nvSpPr>
            <p:spPr>
              <a:xfrm>
                <a:off x="1634944" y="8060359"/>
                <a:ext cx="37180" cy="37180"/>
              </a:xfrm>
              <a:custGeom>
                <a:avLst/>
                <a:gdLst>
                  <a:gd name="connsiteX0" fmla="*/ 37419 w 37180"/>
                  <a:gd name="connsiteY0" fmla="*/ 18788 h 37180"/>
                  <a:gd name="connsiteX1" fmla="*/ 18828 w 37180"/>
                  <a:gd name="connsiteY1" fmla="*/ 37378 h 37180"/>
                  <a:gd name="connsiteX2" fmla="*/ 238 w 37180"/>
                  <a:gd name="connsiteY2" fmla="*/ 18788 h 37180"/>
                  <a:gd name="connsiteX3" fmla="*/ 18828 w 37180"/>
                  <a:gd name="connsiteY3" fmla="*/ 197 h 37180"/>
                  <a:gd name="connsiteX4" fmla="*/ 37419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88"/>
                    </a:moveTo>
                    <a:cubicBezTo>
                      <a:pt x="37419" y="29055"/>
                      <a:pt x="29096" y="37378"/>
                      <a:pt x="18828" y="37378"/>
                    </a:cubicBezTo>
                    <a:cubicBezTo>
                      <a:pt x="8561" y="37378"/>
                      <a:pt x="238" y="29055"/>
                      <a:pt x="238" y="18788"/>
                    </a:cubicBezTo>
                    <a:cubicBezTo>
                      <a:pt x="238" y="8521"/>
                      <a:pt x="8561" y="197"/>
                      <a:pt x="18828" y="197"/>
                    </a:cubicBezTo>
                    <a:cubicBezTo>
                      <a:pt x="29096" y="197"/>
                      <a:pt x="37419" y="8521"/>
                      <a:pt x="37419" y="18788"/>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2" name="Freeform: Shape 3801">
                <a:extLst>
                  <a:ext uri="{FF2B5EF4-FFF2-40B4-BE49-F238E27FC236}">
                    <a16:creationId xmlns:a16="http://schemas.microsoft.com/office/drawing/2014/main" id="{BC459EA8-F634-CF33-B0B1-9A511AFD5BB4}"/>
                  </a:ext>
                </a:extLst>
              </p:cNvPr>
              <p:cNvSpPr/>
              <p:nvPr/>
            </p:nvSpPr>
            <p:spPr>
              <a:xfrm>
                <a:off x="1632544" y="8057958"/>
                <a:ext cx="41981" cy="41981"/>
              </a:xfrm>
              <a:custGeom>
                <a:avLst/>
                <a:gdLst>
                  <a:gd name="connsiteX0" fmla="*/ 21229 w 41981"/>
                  <a:gd name="connsiteY0" fmla="*/ 4998 h 41981"/>
                  <a:gd name="connsiteX1" fmla="*/ 37419 w 41981"/>
                  <a:gd name="connsiteY1" fmla="*/ 21188 h 41981"/>
                  <a:gd name="connsiteX2" fmla="*/ 37419 w 41981"/>
                  <a:gd name="connsiteY2" fmla="*/ 21188 h 41981"/>
                  <a:gd name="connsiteX3" fmla="*/ 21229 w 41981"/>
                  <a:gd name="connsiteY3" fmla="*/ 37378 h 41981"/>
                  <a:gd name="connsiteX4" fmla="*/ 5038 w 41981"/>
                  <a:gd name="connsiteY4" fmla="*/ 21188 h 41981"/>
                  <a:gd name="connsiteX5" fmla="*/ 21229 w 41981"/>
                  <a:gd name="connsiteY5" fmla="*/ 4998 h 41981"/>
                  <a:gd name="connsiteX6" fmla="*/ 21229 w 41981"/>
                  <a:gd name="connsiteY6" fmla="*/ 197 h 41981"/>
                  <a:gd name="connsiteX7" fmla="*/ 238 w 41981"/>
                  <a:gd name="connsiteY7" fmla="*/ 21188 h 41981"/>
                  <a:gd name="connsiteX8" fmla="*/ 21229 w 41981"/>
                  <a:gd name="connsiteY8" fmla="*/ 42179 h 41981"/>
                  <a:gd name="connsiteX9" fmla="*/ 42219 w 41981"/>
                  <a:gd name="connsiteY9" fmla="*/ 21188 h 41981"/>
                  <a:gd name="connsiteX10" fmla="*/ 42219 w 41981"/>
                  <a:gd name="connsiteY10" fmla="*/ 21188 h 41981"/>
                  <a:gd name="connsiteX11" fmla="*/ 21229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98"/>
                    </a:moveTo>
                    <a:cubicBezTo>
                      <a:pt x="30170" y="4998"/>
                      <a:pt x="37419" y="12246"/>
                      <a:pt x="37419" y="21188"/>
                    </a:cubicBezTo>
                    <a:lnTo>
                      <a:pt x="37419" y="21188"/>
                    </a:lnTo>
                    <a:cubicBezTo>
                      <a:pt x="37419" y="30130"/>
                      <a:pt x="30170" y="37378"/>
                      <a:pt x="21229" y="37378"/>
                    </a:cubicBezTo>
                    <a:cubicBezTo>
                      <a:pt x="12287" y="37378"/>
                      <a:pt x="5038" y="30130"/>
                      <a:pt x="5038" y="21188"/>
                    </a:cubicBezTo>
                    <a:cubicBezTo>
                      <a:pt x="5038" y="12246"/>
                      <a:pt x="12287" y="4998"/>
                      <a:pt x="21229" y="4998"/>
                    </a:cubicBezTo>
                    <a:close/>
                    <a:moveTo>
                      <a:pt x="21229" y="197"/>
                    </a:moveTo>
                    <a:cubicBezTo>
                      <a:pt x="9636" y="197"/>
                      <a:pt x="238" y="9595"/>
                      <a:pt x="238" y="21188"/>
                    </a:cubicBezTo>
                    <a:cubicBezTo>
                      <a:pt x="238" y="32781"/>
                      <a:pt x="9636" y="42179"/>
                      <a:pt x="21229" y="42179"/>
                    </a:cubicBezTo>
                    <a:cubicBezTo>
                      <a:pt x="32821" y="42179"/>
                      <a:pt x="42219" y="32781"/>
                      <a:pt x="42219" y="21188"/>
                    </a:cubicBezTo>
                    <a:lnTo>
                      <a:pt x="42219" y="21188"/>
                    </a:lnTo>
                    <a:cubicBezTo>
                      <a:pt x="42219" y="9595"/>
                      <a:pt x="32821" y="197"/>
                      <a:pt x="21229" y="19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3" name="Freeform: Shape 3802">
                <a:extLst>
                  <a:ext uri="{FF2B5EF4-FFF2-40B4-BE49-F238E27FC236}">
                    <a16:creationId xmlns:a16="http://schemas.microsoft.com/office/drawing/2014/main" id="{D93F129D-7E07-A6D6-BAF6-657346A3C821}"/>
                  </a:ext>
                </a:extLst>
              </p:cNvPr>
              <p:cNvSpPr/>
              <p:nvPr/>
            </p:nvSpPr>
            <p:spPr>
              <a:xfrm>
                <a:off x="1991102" y="7561093"/>
                <a:ext cx="37180" cy="37180"/>
              </a:xfrm>
              <a:custGeom>
                <a:avLst/>
                <a:gdLst>
                  <a:gd name="connsiteX0" fmla="*/ 37481 w 37180"/>
                  <a:gd name="connsiteY0" fmla="*/ 18701 h 37180"/>
                  <a:gd name="connsiteX1" fmla="*/ 18890 w 37180"/>
                  <a:gd name="connsiteY1" fmla="*/ 37291 h 37180"/>
                  <a:gd name="connsiteX2" fmla="*/ 300 w 37180"/>
                  <a:gd name="connsiteY2" fmla="*/ 18701 h 37180"/>
                  <a:gd name="connsiteX3" fmla="*/ 18890 w 37180"/>
                  <a:gd name="connsiteY3" fmla="*/ 111 h 37180"/>
                  <a:gd name="connsiteX4" fmla="*/ 37481 w 37180"/>
                  <a:gd name="connsiteY4" fmla="*/ 187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1" y="18701"/>
                    </a:moveTo>
                    <a:cubicBezTo>
                      <a:pt x="37481" y="28968"/>
                      <a:pt x="29157" y="37291"/>
                      <a:pt x="18890" y="37291"/>
                    </a:cubicBezTo>
                    <a:cubicBezTo>
                      <a:pt x="8623" y="37291"/>
                      <a:pt x="300" y="28968"/>
                      <a:pt x="300" y="18701"/>
                    </a:cubicBezTo>
                    <a:cubicBezTo>
                      <a:pt x="300" y="8434"/>
                      <a:pt x="8623" y="111"/>
                      <a:pt x="18890" y="111"/>
                    </a:cubicBezTo>
                    <a:cubicBezTo>
                      <a:pt x="29157" y="111"/>
                      <a:pt x="37481" y="8434"/>
                      <a:pt x="37481" y="18701"/>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4" name="Freeform: Shape 3803">
                <a:extLst>
                  <a:ext uri="{FF2B5EF4-FFF2-40B4-BE49-F238E27FC236}">
                    <a16:creationId xmlns:a16="http://schemas.microsoft.com/office/drawing/2014/main" id="{2457AD5E-313B-2909-382D-E1183427F3EC}"/>
                  </a:ext>
                </a:extLst>
              </p:cNvPr>
              <p:cNvSpPr/>
              <p:nvPr/>
            </p:nvSpPr>
            <p:spPr>
              <a:xfrm>
                <a:off x="1988702" y="7558693"/>
                <a:ext cx="41981" cy="41981"/>
              </a:xfrm>
              <a:custGeom>
                <a:avLst/>
                <a:gdLst>
                  <a:gd name="connsiteX0" fmla="*/ 21290 w 41981"/>
                  <a:gd name="connsiteY0" fmla="*/ 4911 h 41981"/>
                  <a:gd name="connsiteX1" fmla="*/ 37481 w 41981"/>
                  <a:gd name="connsiteY1" fmla="*/ 21101 h 41981"/>
                  <a:gd name="connsiteX2" fmla="*/ 37481 w 41981"/>
                  <a:gd name="connsiteY2" fmla="*/ 21101 h 41981"/>
                  <a:gd name="connsiteX3" fmla="*/ 21290 w 41981"/>
                  <a:gd name="connsiteY3" fmla="*/ 37291 h 41981"/>
                  <a:gd name="connsiteX4" fmla="*/ 5100 w 41981"/>
                  <a:gd name="connsiteY4" fmla="*/ 21101 h 41981"/>
                  <a:gd name="connsiteX5" fmla="*/ 21290 w 41981"/>
                  <a:gd name="connsiteY5" fmla="*/ 4911 h 41981"/>
                  <a:gd name="connsiteX6" fmla="*/ 21290 w 41981"/>
                  <a:gd name="connsiteY6" fmla="*/ 111 h 41981"/>
                  <a:gd name="connsiteX7" fmla="*/ 300 w 41981"/>
                  <a:gd name="connsiteY7" fmla="*/ 21101 h 41981"/>
                  <a:gd name="connsiteX8" fmla="*/ 21290 w 41981"/>
                  <a:gd name="connsiteY8" fmla="*/ 42092 h 41981"/>
                  <a:gd name="connsiteX9" fmla="*/ 42281 w 41981"/>
                  <a:gd name="connsiteY9" fmla="*/ 21101 h 41981"/>
                  <a:gd name="connsiteX10" fmla="*/ 42281 w 41981"/>
                  <a:gd name="connsiteY10" fmla="*/ 21101 h 41981"/>
                  <a:gd name="connsiteX11" fmla="*/ 21290 w 41981"/>
                  <a:gd name="connsiteY11" fmla="*/ 1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0" y="4911"/>
                    </a:moveTo>
                    <a:cubicBezTo>
                      <a:pt x="30232" y="4911"/>
                      <a:pt x="37481" y="12159"/>
                      <a:pt x="37481" y="21101"/>
                    </a:cubicBezTo>
                    <a:lnTo>
                      <a:pt x="37481" y="21101"/>
                    </a:lnTo>
                    <a:cubicBezTo>
                      <a:pt x="37481" y="30043"/>
                      <a:pt x="30232" y="37291"/>
                      <a:pt x="21290" y="37291"/>
                    </a:cubicBezTo>
                    <a:cubicBezTo>
                      <a:pt x="12349" y="37291"/>
                      <a:pt x="5100" y="30043"/>
                      <a:pt x="5100" y="21101"/>
                    </a:cubicBezTo>
                    <a:cubicBezTo>
                      <a:pt x="5100" y="12159"/>
                      <a:pt x="12349" y="4911"/>
                      <a:pt x="21290" y="4911"/>
                    </a:cubicBezTo>
                    <a:close/>
                    <a:moveTo>
                      <a:pt x="21290" y="111"/>
                    </a:moveTo>
                    <a:cubicBezTo>
                      <a:pt x="9698" y="111"/>
                      <a:pt x="300" y="9509"/>
                      <a:pt x="300" y="21101"/>
                    </a:cubicBezTo>
                    <a:cubicBezTo>
                      <a:pt x="300" y="32694"/>
                      <a:pt x="9698" y="42092"/>
                      <a:pt x="21290" y="42092"/>
                    </a:cubicBezTo>
                    <a:cubicBezTo>
                      <a:pt x="32883" y="42092"/>
                      <a:pt x="42281" y="32694"/>
                      <a:pt x="42281" y="21101"/>
                    </a:cubicBezTo>
                    <a:lnTo>
                      <a:pt x="42281" y="21101"/>
                    </a:lnTo>
                    <a:cubicBezTo>
                      <a:pt x="42281" y="9509"/>
                      <a:pt x="32883" y="111"/>
                      <a:pt x="21290" y="1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5" name="Freeform: Shape 3804">
                <a:extLst>
                  <a:ext uri="{FF2B5EF4-FFF2-40B4-BE49-F238E27FC236}">
                    <a16:creationId xmlns:a16="http://schemas.microsoft.com/office/drawing/2014/main" id="{668CDD82-C88B-3025-A6CF-F02550420188}"/>
                  </a:ext>
                </a:extLst>
              </p:cNvPr>
              <p:cNvSpPr/>
              <p:nvPr/>
            </p:nvSpPr>
            <p:spPr>
              <a:xfrm>
                <a:off x="1693420" y="7591881"/>
                <a:ext cx="37180" cy="37180"/>
              </a:xfrm>
              <a:custGeom>
                <a:avLst/>
                <a:gdLst>
                  <a:gd name="connsiteX0" fmla="*/ 37429 w 37180"/>
                  <a:gd name="connsiteY0" fmla="*/ 18706 h 37180"/>
                  <a:gd name="connsiteX1" fmla="*/ 18839 w 37180"/>
                  <a:gd name="connsiteY1" fmla="*/ 37297 h 37180"/>
                  <a:gd name="connsiteX2" fmla="*/ 248 w 37180"/>
                  <a:gd name="connsiteY2" fmla="*/ 18706 h 37180"/>
                  <a:gd name="connsiteX3" fmla="*/ 18839 w 37180"/>
                  <a:gd name="connsiteY3" fmla="*/ 116 h 37180"/>
                  <a:gd name="connsiteX4" fmla="*/ 37429 w 37180"/>
                  <a:gd name="connsiteY4" fmla="*/ 1870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06"/>
                    </a:moveTo>
                    <a:cubicBezTo>
                      <a:pt x="37429" y="28974"/>
                      <a:pt x="29106" y="37297"/>
                      <a:pt x="18839" y="37297"/>
                    </a:cubicBezTo>
                    <a:cubicBezTo>
                      <a:pt x="8571" y="37297"/>
                      <a:pt x="248" y="28974"/>
                      <a:pt x="248" y="18706"/>
                    </a:cubicBezTo>
                    <a:cubicBezTo>
                      <a:pt x="248" y="8439"/>
                      <a:pt x="8571" y="116"/>
                      <a:pt x="18839" y="116"/>
                    </a:cubicBezTo>
                    <a:cubicBezTo>
                      <a:pt x="29106" y="116"/>
                      <a:pt x="37429" y="8439"/>
                      <a:pt x="37429" y="1870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6" name="Freeform: Shape 3805">
                <a:extLst>
                  <a:ext uri="{FF2B5EF4-FFF2-40B4-BE49-F238E27FC236}">
                    <a16:creationId xmlns:a16="http://schemas.microsoft.com/office/drawing/2014/main" id="{FF160261-7FA6-8588-3667-0E2FF5DD06AD}"/>
                  </a:ext>
                </a:extLst>
              </p:cNvPr>
              <p:cNvSpPr/>
              <p:nvPr/>
            </p:nvSpPr>
            <p:spPr>
              <a:xfrm>
                <a:off x="1691020" y="7589480"/>
                <a:ext cx="41981" cy="41981"/>
              </a:xfrm>
              <a:custGeom>
                <a:avLst/>
                <a:gdLst>
                  <a:gd name="connsiteX0" fmla="*/ 21239 w 41981"/>
                  <a:gd name="connsiteY0" fmla="*/ 4916 h 41981"/>
                  <a:gd name="connsiteX1" fmla="*/ 37429 w 41981"/>
                  <a:gd name="connsiteY1" fmla="*/ 21107 h 41981"/>
                  <a:gd name="connsiteX2" fmla="*/ 37429 w 41981"/>
                  <a:gd name="connsiteY2" fmla="*/ 21107 h 41981"/>
                  <a:gd name="connsiteX3" fmla="*/ 21239 w 41981"/>
                  <a:gd name="connsiteY3" fmla="*/ 37297 h 41981"/>
                  <a:gd name="connsiteX4" fmla="*/ 5049 w 41981"/>
                  <a:gd name="connsiteY4" fmla="*/ 21107 h 41981"/>
                  <a:gd name="connsiteX5" fmla="*/ 21239 w 41981"/>
                  <a:gd name="connsiteY5" fmla="*/ 4916 h 41981"/>
                  <a:gd name="connsiteX6" fmla="*/ 21239 w 41981"/>
                  <a:gd name="connsiteY6" fmla="*/ 116 h 41981"/>
                  <a:gd name="connsiteX7" fmla="*/ 248 w 41981"/>
                  <a:gd name="connsiteY7" fmla="*/ 21107 h 41981"/>
                  <a:gd name="connsiteX8" fmla="*/ 21239 w 41981"/>
                  <a:gd name="connsiteY8" fmla="*/ 42097 h 41981"/>
                  <a:gd name="connsiteX9" fmla="*/ 42229 w 41981"/>
                  <a:gd name="connsiteY9" fmla="*/ 21107 h 41981"/>
                  <a:gd name="connsiteX10" fmla="*/ 42229 w 41981"/>
                  <a:gd name="connsiteY10" fmla="*/ 21107 h 41981"/>
                  <a:gd name="connsiteX11" fmla="*/ 21239 w 41981"/>
                  <a:gd name="connsiteY11" fmla="*/ 11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16"/>
                    </a:moveTo>
                    <a:cubicBezTo>
                      <a:pt x="30181" y="4916"/>
                      <a:pt x="37429" y="12165"/>
                      <a:pt x="37429" y="21107"/>
                    </a:cubicBezTo>
                    <a:lnTo>
                      <a:pt x="37429" y="21107"/>
                    </a:lnTo>
                    <a:cubicBezTo>
                      <a:pt x="37429" y="30048"/>
                      <a:pt x="30181" y="37297"/>
                      <a:pt x="21239" y="37297"/>
                    </a:cubicBezTo>
                    <a:cubicBezTo>
                      <a:pt x="12297" y="37297"/>
                      <a:pt x="5049" y="30048"/>
                      <a:pt x="5049" y="21107"/>
                    </a:cubicBezTo>
                    <a:cubicBezTo>
                      <a:pt x="5049" y="12165"/>
                      <a:pt x="12297" y="4916"/>
                      <a:pt x="21239" y="4916"/>
                    </a:cubicBezTo>
                    <a:close/>
                    <a:moveTo>
                      <a:pt x="21239" y="116"/>
                    </a:moveTo>
                    <a:cubicBezTo>
                      <a:pt x="9646" y="116"/>
                      <a:pt x="248" y="9514"/>
                      <a:pt x="248" y="21107"/>
                    </a:cubicBezTo>
                    <a:cubicBezTo>
                      <a:pt x="248" y="32699"/>
                      <a:pt x="9646" y="42097"/>
                      <a:pt x="21239" y="42097"/>
                    </a:cubicBezTo>
                    <a:cubicBezTo>
                      <a:pt x="32831" y="42097"/>
                      <a:pt x="42229" y="32699"/>
                      <a:pt x="42229" y="21107"/>
                    </a:cubicBezTo>
                    <a:lnTo>
                      <a:pt x="42229" y="21107"/>
                    </a:lnTo>
                    <a:cubicBezTo>
                      <a:pt x="42229" y="9514"/>
                      <a:pt x="32831" y="116"/>
                      <a:pt x="21239" y="11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7" name="Freeform: Shape 3806">
                <a:extLst>
                  <a:ext uri="{FF2B5EF4-FFF2-40B4-BE49-F238E27FC236}">
                    <a16:creationId xmlns:a16="http://schemas.microsoft.com/office/drawing/2014/main" id="{3C06B96C-D535-E4FD-CCC6-9767034DDB42}"/>
                  </a:ext>
                </a:extLst>
              </p:cNvPr>
              <p:cNvSpPr/>
              <p:nvPr/>
            </p:nvSpPr>
            <p:spPr>
              <a:xfrm>
                <a:off x="1676837" y="7664520"/>
                <a:ext cx="37180" cy="37180"/>
              </a:xfrm>
              <a:custGeom>
                <a:avLst/>
                <a:gdLst>
                  <a:gd name="connsiteX0" fmla="*/ 37426 w 37180"/>
                  <a:gd name="connsiteY0" fmla="*/ 18719 h 37180"/>
                  <a:gd name="connsiteX1" fmla="*/ 18836 w 37180"/>
                  <a:gd name="connsiteY1" fmla="*/ 37309 h 37180"/>
                  <a:gd name="connsiteX2" fmla="*/ 245 w 37180"/>
                  <a:gd name="connsiteY2" fmla="*/ 18719 h 37180"/>
                  <a:gd name="connsiteX3" fmla="*/ 18836 w 37180"/>
                  <a:gd name="connsiteY3" fmla="*/ 129 h 37180"/>
                  <a:gd name="connsiteX4" fmla="*/ 37426 w 37180"/>
                  <a:gd name="connsiteY4" fmla="*/ 1871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19"/>
                    </a:moveTo>
                    <a:cubicBezTo>
                      <a:pt x="37426" y="28986"/>
                      <a:pt x="29103" y="37309"/>
                      <a:pt x="18836" y="37309"/>
                    </a:cubicBezTo>
                    <a:cubicBezTo>
                      <a:pt x="8569" y="37309"/>
                      <a:pt x="245" y="28986"/>
                      <a:pt x="245" y="18719"/>
                    </a:cubicBezTo>
                    <a:cubicBezTo>
                      <a:pt x="245" y="8452"/>
                      <a:pt x="8569" y="129"/>
                      <a:pt x="18836" y="129"/>
                    </a:cubicBezTo>
                    <a:cubicBezTo>
                      <a:pt x="29103" y="129"/>
                      <a:pt x="37426" y="8452"/>
                      <a:pt x="37426" y="18719"/>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8" name="Freeform: Shape 3807">
                <a:extLst>
                  <a:ext uri="{FF2B5EF4-FFF2-40B4-BE49-F238E27FC236}">
                    <a16:creationId xmlns:a16="http://schemas.microsoft.com/office/drawing/2014/main" id="{A2343121-EA53-59E4-855C-F582D5AA3985}"/>
                  </a:ext>
                </a:extLst>
              </p:cNvPr>
              <p:cNvSpPr/>
              <p:nvPr/>
            </p:nvSpPr>
            <p:spPr>
              <a:xfrm>
                <a:off x="1674436" y="7662120"/>
                <a:ext cx="41981" cy="41981"/>
              </a:xfrm>
              <a:custGeom>
                <a:avLst/>
                <a:gdLst>
                  <a:gd name="connsiteX0" fmla="*/ 21236 w 41981"/>
                  <a:gd name="connsiteY0" fmla="*/ 4929 h 41981"/>
                  <a:gd name="connsiteX1" fmla="*/ 37426 w 41981"/>
                  <a:gd name="connsiteY1" fmla="*/ 21119 h 41981"/>
                  <a:gd name="connsiteX2" fmla="*/ 37426 w 41981"/>
                  <a:gd name="connsiteY2" fmla="*/ 21119 h 41981"/>
                  <a:gd name="connsiteX3" fmla="*/ 21236 w 41981"/>
                  <a:gd name="connsiteY3" fmla="*/ 37309 h 41981"/>
                  <a:gd name="connsiteX4" fmla="*/ 5046 w 41981"/>
                  <a:gd name="connsiteY4" fmla="*/ 21119 h 41981"/>
                  <a:gd name="connsiteX5" fmla="*/ 21236 w 41981"/>
                  <a:gd name="connsiteY5" fmla="*/ 4929 h 41981"/>
                  <a:gd name="connsiteX6" fmla="*/ 21236 w 41981"/>
                  <a:gd name="connsiteY6" fmla="*/ 129 h 41981"/>
                  <a:gd name="connsiteX7" fmla="*/ 245 w 41981"/>
                  <a:gd name="connsiteY7" fmla="*/ 21119 h 41981"/>
                  <a:gd name="connsiteX8" fmla="*/ 21236 w 41981"/>
                  <a:gd name="connsiteY8" fmla="*/ 42110 h 41981"/>
                  <a:gd name="connsiteX9" fmla="*/ 42226 w 41981"/>
                  <a:gd name="connsiteY9" fmla="*/ 21119 h 41981"/>
                  <a:gd name="connsiteX10" fmla="*/ 42226 w 41981"/>
                  <a:gd name="connsiteY10" fmla="*/ 21119 h 41981"/>
                  <a:gd name="connsiteX11" fmla="*/ 21236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29"/>
                    </a:moveTo>
                    <a:cubicBezTo>
                      <a:pt x="30178" y="4929"/>
                      <a:pt x="37426" y="12177"/>
                      <a:pt x="37426" y="21119"/>
                    </a:cubicBezTo>
                    <a:lnTo>
                      <a:pt x="37426" y="21119"/>
                    </a:lnTo>
                    <a:cubicBezTo>
                      <a:pt x="37426" y="30061"/>
                      <a:pt x="30178" y="37309"/>
                      <a:pt x="21236" y="37309"/>
                    </a:cubicBezTo>
                    <a:cubicBezTo>
                      <a:pt x="12294" y="37309"/>
                      <a:pt x="5046" y="30061"/>
                      <a:pt x="5046" y="21119"/>
                    </a:cubicBezTo>
                    <a:cubicBezTo>
                      <a:pt x="5046" y="12177"/>
                      <a:pt x="12294" y="4929"/>
                      <a:pt x="21236" y="4929"/>
                    </a:cubicBezTo>
                    <a:close/>
                    <a:moveTo>
                      <a:pt x="21236" y="129"/>
                    </a:moveTo>
                    <a:cubicBezTo>
                      <a:pt x="9643" y="129"/>
                      <a:pt x="245" y="9527"/>
                      <a:pt x="245" y="21119"/>
                    </a:cubicBezTo>
                    <a:cubicBezTo>
                      <a:pt x="245" y="32712"/>
                      <a:pt x="9643" y="42110"/>
                      <a:pt x="21236" y="42110"/>
                    </a:cubicBezTo>
                    <a:cubicBezTo>
                      <a:pt x="32828" y="42110"/>
                      <a:pt x="42226" y="32712"/>
                      <a:pt x="42226" y="21119"/>
                    </a:cubicBezTo>
                    <a:lnTo>
                      <a:pt x="42226" y="21119"/>
                    </a:lnTo>
                    <a:cubicBezTo>
                      <a:pt x="42226" y="9527"/>
                      <a:pt x="32828" y="129"/>
                      <a:pt x="21236" y="12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09" name="Freeform: Shape 3808">
                <a:extLst>
                  <a:ext uri="{FF2B5EF4-FFF2-40B4-BE49-F238E27FC236}">
                    <a16:creationId xmlns:a16="http://schemas.microsoft.com/office/drawing/2014/main" id="{CC9E373B-71AC-BC10-7D15-52B592DD1548}"/>
                  </a:ext>
                </a:extLst>
              </p:cNvPr>
              <p:cNvSpPr/>
              <p:nvPr/>
            </p:nvSpPr>
            <p:spPr>
              <a:xfrm>
                <a:off x="1673242" y="7739872"/>
                <a:ext cx="37180" cy="37180"/>
              </a:xfrm>
              <a:custGeom>
                <a:avLst/>
                <a:gdLst>
                  <a:gd name="connsiteX0" fmla="*/ 37425 w 37180"/>
                  <a:gd name="connsiteY0" fmla="*/ 18732 h 37180"/>
                  <a:gd name="connsiteX1" fmla="*/ 18835 w 37180"/>
                  <a:gd name="connsiteY1" fmla="*/ 37323 h 37180"/>
                  <a:gd name="connsiteX2" fmla="*/ 245 w 37180"/>
                  <a:gd name="connsiteY2" fmla="*/ 18732 h 37180"/>
                  <a:gd name="connsiteX3" fmla="*/ 18835 w 37180"/>
                  <a:gd name="connsiteY3" fmla="*/ 142 h 37180"/>
                  <a:gd name="connsiteX4" fmla="*/ 37425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32"/>
                    </a:moveTo>
                    <a:cubicBezTo>
                      <a:pt x="37425" y="28999"/>
                      <a:pt x="29102" y="37323"/>
                      <a:pt x="18835" y="37323"/>
                    </a:cubicBezTo>
                    <a:cubicBezTo>
                      <a:pt x="8568" y="37323"/>
                      <a:pt x="245" y="28999"/>
                      <a:pt x="245" y="18732"/>
                    </a:cubicBezTo>
                    <a:cubicBezTo>
                      <a:pt x="245" y="8465"/>
                      <a:pt x="8568" y="142"/>
                      <a:pt x="18835" y="142"/>
                    </a:cubicBezTo>
                    <a:cubicBezTo>
                      <a:pt x="29102" y="142"/>
                      <a:pt x="37425" y="8465"/>
                      <a:pt x="37425" y="18732"/>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0" name="Freeform: Shape 3809">
                <a:extLst>
                  <a:ext uri="{FF2B5EF4-FFF2-40B4-BE49-F238E27FC236}">
                    <a16:creationId xmlns:a16="http://schemas.microsoft.com/office/drawing/2014/main" id="{7AAC8657-3CEB-7D62-7AF5-04BA1FE56EBE}"/>
                  </a:ext>
                </a:extLst>
              </p:cNvPr>
              <p:cNvSpPr/>
              <p:nvPr/>
            </p:nvSpPr>
            <p:spPr>
              <a:xfrm>
                <a:off x="1670842" y="7737472"/>
                <a:ext cx="41981" cy="41981"/>
              </a:xfrm>
              <a:custGeom>
                <a:avLst/>
                <a:gdLst>
                  <a:gd name="connsiteX0" fmla="*/ 21235 w 41981"/>
                  <a:gd name="connsiteY0" fmla="*/ 4942 h 41981"/>
                  <a:gd name="connsiteX1" fmla="*/ 37425 w 41981"/>
                  <a:gd name="connsiteY1" fmla="*/ 21132 h 41981"/>
                  <a:gd name="connsiteX2" fmla="*/ 37425 w 41981"/>
                  <a:gd name="connsiteY2" fmla="*/ 21132 h 41981"/>
                  <a:gd name="connsiteX3" fmla="*/ 21235 w 41981"/>
                  <a:gd name="connsiteY3" fmla="*/ 37323 h 41981"/>
                  <a:gd name="connsiteX4" fmla="*/ 5045 w 41981"/>
                  <a:gd name="connsiteY4" fmla="*/ 21132 h 41981"/>
                  <a:gd name="connsiteX5" fmla="*/ 21235 w 41981"/>
                  <a:gd name="connsiteY5" fmla="*/ 4942 h 41981"/>
                  <a:gd name="connsiteX6" fmla="*/ 21235 w 41981"/>
                  <a:gd name="connsiteY6" fmla="*/ 142 h 41981"/>
                  <a:gd name="connsiteX7" fmla="*/ 245 w 41981"/>
                  <a:gd name="connsiteY7" fmla="*/ 21132 h 41981"/>
                  <a:gd name="connsiteX8" fmla="*/ 21235 w 41981"/>
                  <a:gd name="connsiteY8" fmla="*/ 42123 h 41981"/>
                  <a:gd name="connsiteX9" fmla="*/ 42226 w 41981"/>
                  <a:gd name="connsiteY9" fmla="*/ 21132 h 41981"/>
                  <a:gd name="connsiteX10" fmla="*/ 42226 w 41981"/>
                  <a:gd name="connsiteY10" fmla="*/ 21132 h 41981"/>
                  <a:gd name="connsiteX11" fmla="*/ 21235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42"/>
                    </a:moveTo>
                    <a:cubicBezTo>
                      <a:pt x="30177" y="4942"/>
                      <a:pt x="37425" y="12190"/>
                      <a:pt x="37425" y="21132"/>
                    </a:cubicBezTo>
                    <a:lnTo>
                      <a:pt x="37425" y="21132"/>
                    </a:lnTo>
                    <a:cubicBezTo>
                      <a:pt x="37425" y="30074"/>
                      <a:pt x="30177" y="37323"/>
                      <a:pt x="21235" y="37323"/>
                    </a:cubicBezTo>
                    <a:cubicBezTo>
                      <a:pt x="12293" y="37323"/>
                      <a:pt x="5045" y="30074"/>
                      <a:pt x="5045" y="21132"/>
                    </a:cubicBezTo>
                    <a:cubicBezTo>
                      <a:pt x="5045" y="12190"/>
                      <a:pt x="12293" y="4942"/>
                      <a:pt x="21235" y="4942"/>
                    </a:cubicBezTo>
                    <a:close/>
                    <a:moveTo>
                      <a:pt x="21235" y="142"/>
                    </a:moveTo>
                    <a:cubicBezTo>
                      <a:pt x="9643" y="142"/>
                      <a:pt x="245" y="9540"/>
                      <a:pt x="245" y="21132"/>
                    </a:cubicBezTo>
                    <a:cubicBezTo>
                      <a:pt x="245" y="32725"/>
                      <a:pt x="9643" y="42123"/>
                      <a:pt x="21235" y="42123"/>
                    </a:cubicBezTo>
                    <a:cubicBezTo>
                      <a:pt x="32828" y="42123"/>
                      <a:pt x="42226" y="32725"/>
                      <a:pt x="42226" y="21132"/>
                    </a:cubicBezTo>
                    <a:lnTo>
                      <a:pt x="42226" y="21132"/>
                    </a:lnTo>
                    <a:cubicBezTo>
                      <a:pt x="42226" y="9540"/>
                      <a:pt x="32828" y="142"/>
                      <a:pt x="21235" y="14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1" name="Freeform: Shape 3810">
                <a:extLst>
                  <a:ext uri="{FF2B5EF4-FFF2-40B4-BE49-F238E27FC236}">
                    <a16:creationId xmlns:a16="http://schemas.microsoft.com/office/drawing/2014/main" id="{A6BCBEB1-B982-0452-5D55-BBAB3E3EE182}"/>
                  </a:ext>
                </a:extLst>
              </p:cNvPr>
              <p:cNvSpPr/>
              <p:nvPr/>
            </p:nvSpPr>
            <p:spPr>
              <a:xfrm>
                <a:off x="1888471" y="7715916"/>
                <a:ext cx="37180" cy="37180"/>
              </a:xfrm>
              <a:custGeom>
                <a:avLst/>
                <a:gdLst>
                  <a:gd name="connsiteX0" fmla="*/ 37463 w 37180"/>
                  <a:gd name="connsiteY0" fmla="*/ 18728 h 37180"/>
                  <a:gd name="connsiteX1" fmla="*/ 18872 w 37180"/>
                  <a:gd name="connsiteY1" fmla="*/ 37318 h 37180"/>
                  <a:gd name="connsiteX2" fmla="*/ 282 w 37180"/>
                  <a:gd name="connsiteY2" fmla="*/ 18728 h 37180"/>
                  <a:gd name="connsiteX3" fmla="*/ 18872 w 37180"/>
                  <a:gd name="connsiteY3" fmla="*/ 138 h 37180"/>
                  <a:gd name="connsiteX4" fmla="*/ 37463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28"/>
                    </a:moveTo>
                    <a:cubicBezTo>
                      <a:pt x="37463" y="28995"/>
                      <a:pt x="29140" y="37318"/>
                      <a:pt x="18872" y="37318"/>
                    </a:cubicBezTo>
                    <a:cubicBezTo>
                      <a:pt x="8605" y="37318"/>
                      <a:pt x="282" y="28995"/>
                      <a:pt x="282" y="18728"/>
                    </a:cubicBezTo>
                    <a:cubicBezTo>
                      <a:pt x="282" y="8461"/>
                      <a:pt x="8605" y="138"/>
                      <a:pt x="18872" y="138"/>
                    </a:cubicBezTo>
                    <a:cubicBezTo>
                      <a:pt x="29140" y="138"/>
                      <a:pt x="37463" y="8461"/>
                      <a:pt x="37463" y="18728"/>
                    </a:cubicBezTo>
                    <a:close/>
                  </a:path>
                </a:pathLst>
              </a:custGeom>
              <a:solidFill>
                <a:srgbClr val="F7BDB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2" name="Freeform: Shape 3811">
                <a:extLst>
                  <a:ext uri="{FF2B5EF4-FFF2-40B4-BE49-F238E27FC236}">
                    <a16:creationId xmlns:a16="http://schemas.microsoft.com/office/drawing/2014/main" id="{07EB3838-5632-7C30-772D-50D301FB68EC}"/>
                  </a:ext>
                </a:extLst>
              </p:cNvPr>
              <p:cNvSpPr/>
              <p:nvPr/>
            </p:nvSpPr>
            <p:spPr>
              <a:xfrm>
                <a:off x="1886070" y="7713516"/>
                <a:ext cx="41981" cy="41981"/>
              </a:xfrm>
              <a:custGeom>
                <a:avLst/>
                <a:gdLst>
                  <a:gd name="connsiteX0" fmla="*/ 21273 w 41981"/>
                  <a:gd name="connsiteY0" fmla="*/ 4938 h 41981"/>
                  <a:gd name="connsiteX1" fmla="*/ 37463 w 41981"/>
                  <a:gd name="connsiteY1" fmla="*/ 21128 h 41981"/>
                  <a:gd name="connsiteX2" fmla="*/ 37463 w 41981"/>
                  <a:gd name="connsiteY2" fmla="*/ 21128 h 41981"/>
                  <a:gd name="connsiteX3" fmla="*/ 21273 w 41981"/>
                  <a:gd name="connsiteY3" fmla="*/ 37318 h 41981"/>
                  <a:gd name="connsiteX4" fmla="*/ 5082 w 41981"/>
                  <a:gd name="connsiteY4" fmla="*/ 21128 h 41981"/>
                  <a:gd name="connsiteX5" fmla="*/ 21273 w 41981"/>
                  <a:gd name="connsiteY5" fmla="*/ 4938 h 41981"/>
                  <a:gd name="connsiteX6" fmla="*/ 21273 w 41981"/>
                  <a:gd name="connsiteY6" fmla="*/ 138 h 41981"/>
                  <a:gd name="connsiteX7" fmla="*/ 282 w 41981"/>
                  <a:gd name="connsiteY7" fmla="*/ 21128 h 41981"/>
                  <a:gd name="connsiteX8" fmla="*/ 21273 w 41981"/>
                  <a:gd name="connsiteY8" fmla="*/ 42119 h 41981"/>
                  <a:gd name="connsiteX9" fmla="*/ 42263 w 41981"/>
                  <a:gd name="connsiteY9" fmla="*/ 21128 h 41981"/>
                  <a:gd name="connsiteX10" fmla="*/ 42263 w 41981"/>
                  <a:gd name="connsiteY10" fmla="*/ 21128 h 41981"/>
                  <a:gd name="connsiteX11" fmla="*/ 21273 w 41981"/>
                  <a:gd name="connsiteY11" fmla="*/ 13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38"/>
                    </a:moveTo>
                    <a:cubicBezTo>
                      <a:pt x="30214" y="4938"/>
                      <a:pt x="37463" y="12186"/>
                      <a:pt x="37463" y="21128"/>
                    </a:cubicBezTo>
                    <a:lnTo>
                      <a:pt x="37463" y="21128"/>
                    </a:lnTo>
                    <a:cubicBezTo>
                      <a:pt x="37463" y="30070"/>
                      <a:pt x="30214" y="37318"/>
                      <a:pt x="21273" y="37318"/>
                    </a:cubicBezTo>
                    <a:cubicBezTo>
                      <a:pt x="12331" y="37318"/>
                      <a:pt x="5082" y="30070"/>
                      <a:pt x="5082" y="21128"/>
                    </a:cubicBezTo>
                    <a:cubicBezTo>
                      <a:pt x="5082" y="12186"/>
                      <a:pt x="12331" y="4938"/>
                      <a:pt x="21273" y="4938"/>
                    </a:cubicBezTo>
                    <a:close/>
                    <a:moveTo>
                      <a:pt x="21273" y="138"/>
                    </a:moveTo>
                    <a:cubicBezTo>
                      <a:pt x="9680" y="138"/>
                      <a:pt x="282" y="9536"/>
                      <a:pt x="282" y="21128"/>
                    </a:cubicBezTo>
                    <a:cubicBezTo>
                      <a:pt x="282" y="32721"/>
                      <a:pt x="9680" y="42119"/>
                      <a:pt x="21273" y="42119"/>
                    </a:cubicBezTo>
                    <a:cubicBezTo>
                      <a:pt x="32865" y="42119"/>
                      <a:pt x="42263" y="32721"/>
                      <a:pt x="42263" y="21128"/>
                    </a:cubicBezTo>
                    <a:lnTo>
                      <a:pt x="42263" y="21128"/>
                    </a:lnTo>
                    <a:cubicBezTo>
                      <a:pt x="42263" y="9536"/>
                      <a:pt x="32865" y="138"/>
                      <a:pt x="21273" y="13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3" name="Freeform: Shape 3812">
                <a:extLst>
                  <a:ext uri="{FF2B5EF4-FFF2-40B4-BE49-F238E27FC236}">
                    <a16:creationId xmlns:a16="http://schemas.microsoft.com/office/drawing/2014/main" id="{BA6DC2A3-DE7A-8FB7-114C-55B8E3023B66}"/>
                  </a:ext>
                </a:extLst>
              </p:cNvPr>
              <p:cNvSpPr/>
              <p:nvPr/>
            </p:nvSpPr>
            <p:spPr>
              <a:xfrm>
                <a:off x="1763398" y="7870411"/>
                <a:ext cx="37180" cy="37180"/>
              </a:xfrm>
              <a:custGeom>
                <a:avLst/>
                <a:gdLst>
                  <a:gd name="connsiteX0" fmla="*/ 37441 w 37180"/>
                  <a:gd name="connsiteY0" fmla="*/ 18755 h 37180"/>
                  <a:gd name="connsiteX1" fmla="*/ 18851 w 37180"/>
                  <a:gd name="connsiteY1" fmla="*/ 37345 h 37180"/>
                  <a:gd name="connsiteX2" fmla="*/ 260 w 37180"/>
                  <a:gd name="connsiteY2" fmla="*/ 18755 h 37180"/>
                  <a:gd name="connsiteX3" fmla="*/ 18851 w 37180"/>
                  <a:gd name="connsiteY3" fmla="*/ 164 h 37180"/>
                  <a:gd name="connsiteX4" fmla="*/ 37441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5"/>
                    </a:moveTo>
                    <a:cubicBezTo>
                      <a:pt x="37441" y="29022"/>
                      <a:pt x="29118" y="37345"/>
                      <a:pt x="18851" y="37345"/>
                    </a:cubicBezTo>
                    <a:cubicBezTo>
                      <a:pt x="8584" y="37345"/>
                      <a:pt x="260" y="29022"/>
                      <a:pt x="260" y="18755"/>
                    </a:cubicBezTo>
                    <a:cubicBezTo>
                      <a:pt x="260" y="8488"/>
                      <a:pt x="8584" y="164"/>
                      <a:pt x="18851" y="164"/>
                    </a:cubicBezTo>
                    <a:cubicBezTo>
                      <a:pt x="29118" y="164"/>
                      <a:pt x="37441" y="8488"/>
                      <a:pt x="37441" y="18755"/>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4" name="Freeform: Shape 3813">
                <a:extLst>
                  <a:ext uri="{FF2B5EF4-FFF2-40B4-BE49-F238E27FC236}">
                    <a16:creationId xmlns:a16="http://schemas.microsoft.com/office/drawing/2014/main" id="{57DF0A94-8923-6326-EB59-54D597993D8E}"/>
                  </a:ext>
                </a:extLst>
              </p:cNvPr>
              <p:cNvSpPr/>
              <p:nvPr/>
            </p:nvSpPr>
            <p:spPr>
              <a:xfrm>
                <a:off x="1760998" y="7868011"/>
                <a:ext cx="41981" cy="41981"/>
              </a:xfrm>
              <a:custGeom>
                <a:avLst/>
                <a:gdLst>
                  <a:gd name="connsiteX0" fmla="*/ 21251 w 41981"/>
                  <a:gd name="connsiteY0" fmla="*/ 4965 h 41981"/>
                  <a:gd name="connsiteX1" fmla="*/ 37441 w 41981"/>
                  <a:gd name="connsiteY1" fmla="*/ 21155 h 41981"/>
                  <a:gd name="connsiteX2" fmla="*/ 37441 w 41981"/>
                  <a:gd name="connsiteY2" fmla="*/ 21155 h 41981"/>
                  <a:gd name="connsiteX3" fmla="*/ 21251 w 41981"/>
                  <a:gd name="connsiteY3" fmla="*/ 37345 h 41981"/>
                  <a:gd name="connsiteX4" fmla="*/ 5061 w 41981"/>
                  <a:gd name="connsiteY4" fmla="*/ 21155 h 41981"/>
                  <a:gd name="connsiteX5" fmla="*/ 21251 w 41981"/>
                  <a:gd name="connsiteY5" fmla="*/ 4965 h 41981"/>
                  <a:gd name="connsiteX6" fmla="*/ 21251 w 41981"/>
                  <a:gd name="connsiteY6" fmla="*/ 164 h 41981"/>
                  <a:gd name="connsiteX7" fmla="*/ 260 w 41981"/>
                  <a:gd name="connsiteY7" fmla="*/ 21155 h 41981"/>
                  <a:gd name="connsiteX8" fmla="*/ 21251 w 41981"/>
                  <a:gd name="connsiteY8" fmla="*/ 42146 h 41981"/>
                  <a:gd name="connsiteX9" fmla="*/ 42242 w 41981"/>
                  <a:gd name="connsiteY9" fmla="*/ 21155 h 41981"/>
                  <a:gd name="connsiteX10" fmla="*/ 42242 w 41981"/>
                  <a:gd name="connsiteY10" fmla="*/ 21155 h 41981"/>
                  <a:gd name="connsiteX11" fmla="*/ 21251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5"/>
                    </a:moveTo>
                    <a:cubicBezTo>
                      <a:pt x="30193" y="4965"/>
                      <a:pt x="37441" y="12213"/>
                      <a:pt x="37441" y="21155"/>
                    </a:cubicBezTo>
                    <a:lnTo>
                      <a:pt x="37441" y="21155"/>
                    </a:lnTo>
                    <a:cubicBezTo>
                      <a:pt x="37441" y="30097"/>
                      <a:pt x="30193" y="37345"/>
                      <a:pt x="21251" y="37345"/>
                    </a:cubicBezTo>
                    <a:cubicBezTo>
                      <a:pt x="12309" y="37345"/>
                      <a:pt x="5061" y="30097"/>
                      <a:pt x="5061" y="21155"/>
                    </a:cubicBezTo>
                    <a:cubicBezTo>
                      <a:pt x="5061" y="12213"/>
                      <a:pt x="12309" y="4965"/>
                      <a:pt x="21251" y="4965"/>
                    </a:cubicBezTo>
                    <a:close/>
                    <a:moveTo>
                      <a:pt x="21251" y="164"/>
                    </a:moveTo>
                    <a:cubicBezTo>
                      <a:pt x="9658" y="164"/>
                      <a:pt x="260" y="9562"/>
                      <a:pt x="260" y="21155"/>
                    </a:cubicBezTo>
                    <a:cubicBezTo>
                      <a:pt x="260" y="32748"/>
                      <a:pt x="9658" y="42146"/>
                      <a:pt x="21251" y="42146"/>
                    </a:cubicBezTo>
                    <a:cubicBezTo>
                      <a:pt x="32844" y="42146"/>
                      <a:pt x="42242" y="32748"/>
                      <a:pt x="42242" y="21155"/>
                    </a:cubicBezTo>
                    <a:lnTo>
                      <a:pt x="42242" y="21155"/>
                    </a:lnTo>
                    <a:cubicBezTo>
                      <a:pt x="42242" y="9562"/>
                      <a:pt x="32844" y="164"/>
                      <a:pt x="21251"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5" name="Freeform: Shape 3814">
                <a:extLst>
                  <a:ext uri="{FF2B5EF4-FFF2-40B4-BE49-F238E27FC236}">
                    <a16:creationId xmlns:a16="http://schemas.microsoft.com/office/drawing/2014/main" id="{327252C7-4A7A-53BD-5EC2-B9F60426CDE6}"/>
                  </a:ext>
                </a:extLst>
              </p:cNvPr>
              <p:cNvSpPr/>
              <p:nvPr/>
            </p:nvSpPr>
            <p:spPr>
              <a:xfrm>
                <a:off x="1926250" y="7966010"/>
                <a:ext cx="37180" cy="37180"/>
              </a:xfrm>
              <a:custGeom>
                <a:avLst/>
                <a:gdLst>
                  <a:gd name="connsiteX0" fmla="*/ 37469 w 37180"/>
                  <a:gd name="connsiteY0" fmla="*/ 18771 h 37180"/>
                  <a:gd name="connsiteX1" fmla="*/ 18879 w 37180"/>
                  <a:gd name="connsiteY1" fmla="*/ 37362 h 37180"/>
                  <a:gd name="connsiteX2" fmla="*/ 289 w 37180"/>
                  <a:gd name="connsiteY2" fmla="*/ 18771 h 37180"/>
                  <a:gd name="connsiteX3" fmla="*/ 18879 w 37180"/>
                  <a:gd name="connsiteY3" fmla="*/ 181 h 37180"/>
                  <a:gd name="connsiteX4" fmla="*/ 3746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71"/>
                    </a:moveTo>
                    <a:cubicBezTo>
                      <a:pt x="37469" y="29039"/>
                      <a:pt x="29146" y="37362"/>
                      <a:pt x="18879" y="37362"/>
                    </a:cubicBezTo>
                    <a:cubicBezTo>
                      <a:pt x="8612" y="37362"/>
                      <a:pt x="289" y="29039"/>
                      <a:pt x="289" y="18771"/>
                    </a:cubicBezTo>
                    <a:cubicBezTo>
                      <a:pt x="289" y="8504"/>
                      <a:pt x="8612" y="181"/>
                      <a:pt x="18879" y="181"/>
                    </a:cubicBezTo>
                    <a:cubicBezTo>
                      <a:pt x="29146" y="181"/>
                      <a:pt x="37469" y="8504"/>
                      <a:pt x="37469" y="18771"/>
                    </a:cubicBezTo>
                    <a:close/>
                  </a:path>
                </a:pathLst>
              </a:custGeom>
              <a:solidFill>
                <a:srgbClr val="EAF7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6" name="Freeform: Shape 3815">
                <a:extLst>
                  <a:ext uri="{FF2B5EF4-FFF2-40B4-BE49-F238E27FC236}">
                    <a16:creationId xmlns:a16="http://schemas.microsoft.com/office/drawing/2014/main" id="{E7FFAC4D-6945-ADAB-BB0F-804297C0851B}"/>
                  </a:ext>
                </a:extLst>
              </p:cNvPr>
              <p:cNvSpPr/>
              <p:nvPr/>
            </p:nvSpPr>
            <p:spPr>
              <a:xfrm>
                <a:off x="1923850" y="7963610"/>
                <a:ext cx="41981" cy="41981"/>
              </a:xfrm>
              <a:custGeom>
                <a:avLst/>
                <a:gdLst>
                  <a:gd name="connsiteX0" fmla="*/ 21279 w 41981"/>
                  <a:gd name="connsiteY0" fmla="*/ 4981 h 41981"/>
                  <a:gd name="connsiteX1" fmla="*/ 37469 w 41981"/>
                  <a:gd name="connsiteY1" fmla="*/ 21172 h 41981"/>
                  <a:gd name="connsiteX2" fmla="*/ 37469 w 41981"/>
                  <a:gd name="connsiteY2" fmla="*/ 21172 h 41981"/>
                  <a:gd name="connsiteX3" fmla="*/ 21279 w 41981"/>
                  <a:gd name="connsiteY3" fmla="*/ 37362 h 41981"/>
                  <a:gd name="connsiteX4" fmla="*/ 5089 w 41981"/>
                  <a:gd name="connsiteY4" fmla="*/ 21172 h 41981"/>
                  <a:gd name="connsiteX5" fmla="*/ 21279 w 41981"/>
                  <a:gd name="connsiteY5" fmla="*/ 4981 h 41981"/>
                  <a:gd name="connsiteX6" fmla="*/ 21279 w 41981"/>
                  <a:gd name="connsiteY6" fmla="*/ 181 h 41981"/>
                  <a:gd name="connsiteX7" fmla="*/ 289 w 41981"/>
                  <a:gd name="connsiteY7" fmla="*/ 21172 h 41981"/>
                  <a:gd name="connsiteX8" fmla="*/ 21279 w 41981"/>
                  <a:gd name="connsiteY8" fmla="*/ 42162 h 41981"/>
                  <a:gd name="connsiteX9" fmla="*/ 42270 w 41981"/>
                  <a:gd name="connsiteY9" fmla="*/ 21172 h 41981"/>
                  <a:gd name="connsiteX10" fmla="*/ 42270 w 41981"/>
                  <a:gd name="connsiteY10" fmla="*/ 21172 h 41981"/>
                  <a:gd name="connsiteX11" fmla="*/ 2127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81"/>
                    </a:moveTo>
                    <a:cubicBezTo>
                      <a:pt x="30221" y="4981"/>
                      <a:pt x="37469" y="12230"/>
                      <a:pt x="37469" y="21172"/>
                    </a:cubicBezTo>
                    <a:lnTo>
                      <a:pt x="37469" y="21172"/>
                    </a:lnTo>
                    <a:cubicBezTo>
                      <a:pt x="37469" y="30113"/>
                      <a:pt x="30221" y="37362"/>
                      <a:pt x="21279" y="37362"/>
                    </a:cubicBezTo>
                    <a:cubicBezTo>
                      <a:pt x="12337" y="37362"/>
                      <a:pt x="5089" y="30113"/>
                      <a:pt x="5089" y="21172"/>
                    </a:cubicBezTo>
                    <a:cubicBezTo>
                      <a:pt x="5089" y="12230"/>
                      <a:pt x="12337" y="4981"/>
                      <a:pt x="21279" y="4981"/>
                    </a:cubicBezTo>
                    <a:close/>
                    <a:moveTo>
                      <a:pt x="21279" y="181"/>
                    </a:moveTo>
                    <a:cubicBezTo>
                      <a:pt x="9687" y="181"/>
                      <a:pt x="289" y="9579"/>
                      <a:pt x="289" y="21172"/>
                    </a:cubicBezTo>
                    <a:cubicBezTo>
                      <a:pt x="289" y="32764"/>
                      <a:pt x="9687" y="42162"/>
                      <a:pt x="21279" y="42162"/>
                    </a:cubicBezTo>
                    <a:cubicBezTo>
                      <a:pt x="32872" y="42162"/>
                      <a:pt x="42270" y="32764"/>
                      <a:pt x="42270" y="21172"/>
                    </a:cubicBezTo>
                    <a:lnTo>
                      <a:pt x="42270" y="21172"/>
                    </a:lnTo>
                    <a:cubicBezTo>
                      <a:pt x="42270" y="9579"/>
                      <a:pt x="32872" y="181"/>
                      <a:pt x="21279"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7" name="Freeform: Shape 3816">
                <a:extLst>
                  <a:ext uri="{FF2B5EF4-FFF2-40B4-BE49-F238E27FC236}">
                    <a16:creationId xmlns:a16="http://schemas.microsoft.com/office/drawing/2014/main" id="{8AE09936-96CB-1825-F149-249730280128}"/>
                  </a:ext>
                </a:extLst>
              </p:cNvPr>
              <p:cNvSpPr/>
              <p:nvPr/>
            </p:nvSpPr>
            <p:spPr>
              <a:xfrm>
                <a:off x="1880683" y="7774064"/>
                <a:ext cx="37180" cy="37180"/>
              </a:xfrm>
              <a:custGeom>
                <a:avLst/>
                <a:gdLst>
                  <a:gd name="connsiteX0" fmla="*/ 37461 w 37180"/>
                  <a:gd name="connsiteY0" fmla="*/ 18738 h 37180"/>
                  <a:gd name="connsiteX1" fmla="*/ 18871 w 37180"/>
                  <a:gd name="connsiteY1" fmla="*/ 37328 h 37180"/>
                  <a:gd name="connsiteX2" fmla="*/ 281 w 37180"/>
                  <a:gd name="connsiteY2" fmla="*/ 18738 h 37180"/>
                  <a:gd name="connsiteX3" fmla="*/ 18871 w 37180"/>
                  <a:gd name="connsiteY3" fmla="*/ 148 h 37180"/>
                  <a:gd name="connsiteX4" fmla="*/ 37461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38"/>
                    </a:moveTo>
                    <a:cubicBezTo>
                      <a:pt x="37461" y="29005"/>
                      <a:pt x="29138" y="37328"/>
                      <a:pt x="18871" y="37328"/>
                    </a:cubicBezTo>
                    <a:cubicBezTo>
                      <a:pt x="8604" y="37328"/>
                      <a:pt x="281" y="29005"/>
                      <a:pt x="281" y="18738"/>
                    </a:cubicBezTo>
                    <a:cubicBezTo>
                      <a:pt x="281" y="8471"/>
                      <a:pt x="8604" y="148"/>
                      <a:pt x="18871" y="148"/>
                    </a:cubicBezTo>
                    <a:cubicBezTo>
                      <a:pt x="29138" y="148"/>
                      <a:pt x="37461" y="8471"/>
                      <a:pt x="37461" y="18738"/>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8" name="Freeform: Shape 3817">
                <a:extLst>
                  <a:ext uri="{FF2B5EF4-FFF2-40B4-BE49-F238E27FC236}">
                    <a16:creationId xmlns:a16="http://schemas.microsoft.com/office/drawing/2014/main" id="{2EAFAE5C-8041-4D70-9724-61F39CD6A0CA}"/>
                  </a:ext>
                </a:extLst>
              </p:cNvPr>
              <p:cNvSpPr/>
              <p:nvPr/>
            </p:nvSpPr>
            <p:spPr>
              <a:xfrm>
                <a:off x="1878283" y="7771663"/>
                <a:ext cx="41981" cy="41981"/>
              </a:xfrm>
              <a:custGeom>
                <a:avLst/>
                <a:gdLst>
                  <a:gd name="connsiteX0" fmla="*/ 21271 w 41981"/>
                  <a:gd name="connsiteY0" fmla="*/ 4948 h 41981"/>
                  <a:gd name="connsiteX1" fmla="*/ 37461 w 41981"/>
                  <a:gd name="connsiteY1" fmla="*/ 21138 h 41981"/>
                  <a:gd name="connsiteX2" fmla="*/ 37461 w 41981"/>
                  <a:gd name="connsiteY2" fmla="*/ 21138 h 41981"/>
                  <a:gd name="connsiteX3" fmla="*/ 21271 w 41981"/>
                  <a:gd name="connsiteY3" fmla="*/ 37328 h 41981"/>
                  <a:gd name="connsiteX4" fmla="*/ 5081 w 41981"/>
                  <a:gd name="connsiteY4" fmla="*/ 21138 h 41981"/>
                  <a:gd name="connsiteX5" fmla="*/ 21271 w 41981"/>
                  <a:gd name="connsiteY5" fmla="*/ 4948 h 41981"/>
                  <a:gd name="connsiteX6" fmla="*/ 21271 w 41981"/>
                  <a:gd name="connsiteY6" fmla="*/ 148 h 41981"/>
                  <a:gd name="connsiteX7" fmla="*/ 281 w 41981"/>
                  <a:gd name="connsiteY7" fmla="*/ 21138 h 41981"/>
                  <a:gd name="connsiteX8" fmla="*/ 21271 w 41981"/>
                  <a:gd name="connsiteY8" fmla="*/ 42129 h 41981"/>
                  <a:gd name="connsiteX9" fmla="*/ 42262 w 41981"/>
                  <a:gd name="connsiteY9" fmla="*/ 21138 h 41981"/>
                  <a:gd name="connsiteX10" fmla="*/ 42262 w 41981"/>
                  <a:gd name="connsiteY10" fmla="*/ 21138 h 41981"/>
                  <a:gd name="connsiteX11" fmla="*/ 21271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48"/>
                    </a:moveTo>
                    <a:cubicBezTo>
                      <a:pt x="30213" y="4948"/>
                      <a:pt x="37461" y="12196"/>
                      <a:pt x="37461" y="21138"/>
                    </a:cubicBezTo>
                    <a:lnTo>
                      <a:pt x="37461" y="21138"/>
                    </a:lnTo>
                    <a:cubicBezTo>
                      <a:pt x="37461" y="30080"/>
                      <a:pt x="30213" y="37328"/>
                      <a:pt x="21271" y="37328"/>
                    </a:cubicBezTo>
                    <a:cubicBezTo>
                      <a:pt x="12329" y="37328"/>
                      <a:pt x="5081" y="30080"/>
                      <a:pt x="5081" y="21138"/>
                    </a:cubicBezTo>
                    <a:cubicBezTo>
                      <a:pt x="5081" y="12196"/>
                      <a:pt x="12329" y="4948"/>
                      <a:pt x="21271" y="4948"/>
                    </a:cubicBezTo>
                    <a:close/>
                    <a:moveTo>
                      <a:pt x="21271" y="148"/>
                    </a:moveTo>
                    <a:cubicBezTo>
                      <a:pt x="9679" y="148"/>
                      <a:pt x="281" y="9546"/>
                      <a:pt x="281" y="21138"/>
                    </a:cubicBezTo>
                    <a:cubicBezTo>
                      <a:pt x="281" y="32731"/>
                      <a:pt x="9679" y="42129"/>
                      <a:pt x="21271" y="42129"/>
                    </a:cubicBezTo>
                    <a:cubicBezTo>
                      <a:pt x="32864" y="42129"/>
                      <a:pt x="42262" y="32731"/>
                      <a:pt x="42262" y="21138"/>
                    </a:cubicBezTo>
                    <a:lnTo>
                      <a:pt x="42262" y="21138"/>
                    </a:lnTo>
                    <a:cubicBezTo>
                      <a:pt x="42262" y="9546"/>
                      <a:pt x="32864" y="148"/>
                      <a:pt x="21271"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19" name="Freeform: Shape 3818">
                <a:extLst>
                  <a:ext uri="{FF2B5EF4-FFF2-40B4-BE49-F238E27FC236}">
                    <a16:creationId xmlns:a16="http://schemas.microsoft.com/office/drawing/2014/main" id="{7578F9D7-6AEE-D7E3-4C59-07DC776C7201}"/>
                  </a:ext>
                </a:extLst>
              </p:cNvPr>
              <p:cNvSpPr/>
              <p:nvPr/>
            </p:nvSpPr>
            <p:spPr>
              <a:xfrm>
                <a:off x="1747881" y="7872116"/>
                <a:ext cx="37180" cy="37180"/>
              </a:xfrm>
              <a:custGeom>
                <a:avLst/>
                <a:gdLst>
                  <a:gd name="connsiteX0" fmla="*/ 37438 w 37180"/>
                  <a:gd name="connsiteY0" fmla="*/ 18755 h 37180"/>
                  <a:gd name="connsiteX1" fmla="*/ 18848 w 37180"/>
                  <a:gd name="connsiteY1" fmla="*/ 37345 h 37180"/>
                  <a:gd name="connsiteX2" fmla="*/ 258 w 37180"/>
                  <a:gd name="connsiteY2" fmla="*/ 18755 h 37180"/>
                  <a:gd name="connsiteX3" fmla="*/ 18848 w 37180"/>
                  <a:gd name="connsiteY3" fmla="*/ 165 h 37180"/>
                  <a:gd name="connsiteX4" fmla="*/ 37438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5"/>
                    </a:moveTo>
                    <a:cubicBezTo>
                      <a:pt x="37438" y="29022"/>
                      <a:pt x="29115" y="37345"/>
                      <a:pt x="18848" y="37345"/>
                    </a:cubicBezTo>
                    <a:cubicBezTo>
                      <a:pt x="8581" y="37345"/>
                      <a:pt x="258" y="29022"/>
                      <a:pt x="258" y="18755"/>
                    </a:cubicBezTo>
                    <a:cubicBezTo>
                      <a:pt x="258" y="8488"/>
                      <a:pt x="8581" y="165"/>
                      <a:pt x="18848" y="165"/>
                    </a:cubicBezTo>
                    <a:cubicBezTo>
                      <a:pt x="29115" y="165"/>
                      <a:pt x="37438" y="8488"/>
                      <a:pt x="37438" y="18755"/>
                    </a:cubicBezTo>
                    <a:close/>
                  </a:path>
                </a:pathLst>
              </a:custGeom>
              <a:solidFill>
                <a:srgbClr val="DBF7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0" name="Freeform: Shape 3819">
                <a:extLst>
                  <a:ext uri="{FF2B5EF4-FFF2-40B4-BE49-F238E27FC236}">
                    <a16:creationId xmlns:a16="http://schemas.microsoft.com/office/drawing/2014/main" id="{AC675A56-77A5-AC94-91E6-B581ED695B13}"/>
                  </a:ext>
                </a:extLst>
              </p:cNvPr>
              <p:cNvSpPr/>
              <p:nvPr/>
            </p:nvSpPr>
            <p:spPr>
              <a:xfrm>
                <a:off x="1745480" y="7869716"/>
                <a:ext cx="41981" cy="41981"/>
              </a:xfrm>
              <a:custGeom>
                <a:avLst/>
                <a:gdLst>
                  <a:gd name="connsiteX0" fmla="*/ 21248 w 41981"/>
                  <a:gd name="connsiteY0" fmla="*/ 4965 h 41981"/>
                  <a:gd name="connsiteX1" fmla="*/ 37438 w 41981"/>
                  <a:gd name="connsiteY1" fmla="*/ 21155 h 41981"/>
                  <a:gd name="connsiteX2" fmla="*/ 37438 w 41981"/>
                  <a:gd name="connsiteY2" fmla="*/ 21155 h 41981"/>
                  <a:gd name="connsiteX3" fmla="*/ 21248 w 41981"/>
                  <a:gd name="connsiteY3" fmla="*/ 37345 h 41981"/>
                  <a:gd name="connsiteX4" fmla="*/ 5058 w 41981"/>
                  <a:gd name="connsiteY4" fmla="*/ 21155 h 41981"/>
                  <a:gd name="connsiteX5" fmla="*/ 21248 w 41981"/>
                  <a:gd name="connsiteY5" fmla="*/ 4965 h 41981"/>
                  <a:gd name="connsiteX6" fmla="*/ 21248 w 41981"/>
                  <a:gd name="connsiteY6" fmla="*/ 165 h 41981"/>
                  <a:gd name="connsiteX7" fmla="*/ 258 w 41981"/>
                  <a:gd name="connsiteY7" fmla="*/ 21155 h 41981"/>
                  <a:gd name="connsiteX8" fmla="*/ 21248 w 41981"/>
                  <a:gd name="connsiteY8" fmla="*/ 42146 h 41981"/>
                  <a:gd name="connsiteX9" fmla="*/ 42239 w 41981"/>
                  <a:gd name="connsiteY9" fmla="*/ 21155 h 41981"/>
                  <a:gd name="connsiteX10" fmla="*/ 42239 w 41981"/>
                  <a:gd name="connsiteY10" fmla="*/ 21155 h 41981"/>
                  <a:gd name="connsiteX11" fmla="*/ 21248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5"/>
                    </a:moveTo>
                    <a:cubicBezTo>
                      <a:pt x="30190" y="4965"/>
                      <a:pt x="37438" y="12213"/>
                      <a:pt x="37438" y="21155"/>
                    </a:cubicBezTo>
                    <a:lnTo>
                      <a:pt x="37438" y="21155"/>
                    </a:lnTo>
                    <a:cubicBezTo>
                      <a:pt x="37438" y="30097"/>
                      <a:pt x="30190" y="37345"/>
                      <a:pt x="21248" y="37345"/>
                    </a:cubicBezTo>
                    <a:cubicBezTo>
                      <a:pt x="12306" y="37345"/>
                      <a:pt x="5058" y="30097"/>
                      <a:pt x="5058" y="21155"/>
                    </a:cubicBezTo>
                    <a:cubicBezTo>
                      <a:pt x="5058" y="12213"/>
                      <a:pt x="12306" y="4965"/>
                      <a:pt x="21248" y="4965"/>
                    </a:cubicBezTo>
                    <a:close/>
                    <a:moveTo>
                      <a:pt x="21248" y="165"/>
                    </a:moveTo>
                    <a:cubicBezTo>
                      <a:pt x="9656" y="165"/>
                      <a:pt x="258" y="9563"/>
                      <a:pt x="258" y="21155"/>
                    </a:cubicBezTo>
                    <a:cubicBezTo>
                      <a:pt x="258" y="32748"/>
                      <a:pt x="9656" y="42146"/>
                      <a:pt x="21248" y="42146"/>
                    </a:cubicBezTo>
                    <a:cubicBezTo>
                      <a:pt x="32841" y="42146"/>
                      <a:pt x="42239" y="32748"/>
                      <a:pt x="42239" y="21155"/>
                    </a:cubicBezTo>
                    <a:lnTo>
                      <a:pt x="42239" y="21155"/>
                    </a:lnTo>
                    <a:cubicBezTo>
                      <a:pt x="42239" y="9563"/>
                      <a:pt x="32841" y="165"/>
                      <a:pt x="21248"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1" name="Freeform: Shape 3820">
                <a:extLst>
                  <a:ext uri="{FF2B5EF4-FFF2-40B4-BE49-F238E27FC236}">
                    <a16:creationId xmlns:a16="http://schemas.microsoft.com/office/drawing/2014/main" id="{FEA09A4E-3103-34E7-C8BC-B01D5BA3DFFD}"/>
                  </a:ext>
                </a:extLst>
              </p:cNvPr>
              <p:cNvSpPr/>
              <p:nvPr/>
            </p:nvSpPr>
            <p:spPr>
              <a:xfrm>
                <a:off x="1830657" y="7832361"/>
                <a:ext cx="37180" cy="37180"/>
              </a:xfrm>
              <a:custGeom>
                <a:avLst/>
                <a:gdLst>
                  <a:gd name="connsiteX0" fmla="*/ 37453 w 37180"/>
                  <a:gd name="connsiteY0" fmla="*/ 18748 h 37180"/>
                  <a:gd name="connsiteX1" fmla="*/ 18862 w 37180"/>
                  <a:gd name="connsiteY1" fmla="*/ 37339 h 37180"/>
                  <a:gd name="connsiteX2" fmla="*/ 272 w 37180"/>
                  <a:gd name="connsiteY2" fmla="*/ 18748 h 37180"/>
                  <a:gd name="connsiteX3" fmla="*/ 18862 w 37180"/>
                  <a:gd name="connsiteY3" fmla="*/ 158 h 37180"/>
                  <a:gd name="connsiteX4" fmla="*/ 37453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48"/>
                    </a:moveTo>
                    <a:cubicBezTo>
                      <a:pt x="37453" y="29015"/>
                      <a:pt x="29130" y="37339"/>
                      <a:pt x="18862" y="37339"/>
                    </a:cubicBezTo>
                    <a:cubicBezTo>
                      <a:pt x="8595" y="37339"/>
                      <a:pt x="272" y="29015"/>
                      <a:pt x="272" y="18748"/>
                    </a:cubicBezTo>
                    <a:cubicBezTo>
                      <a:pt x="272" y="8481"/>
                      <a:pt x="8595" y="158"/>
                      <a:pt x="18862" y="158"/>
                    </a:cubicBezTo>
                    <a:cubicBezTo>
                      <a:pt x="29130" y="158"/>
                      <a:pt x="37453" y="8481"/>
                      <a:pt x="37453" y="18748"/>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2" name="Freeform: Shape 3821">
                <a:extLst>
                  <a:ext uri="{FF2B5EF4-FFF2-40B4-BE49-F238E27FC236}">
                    <a16:creationId xmlns:a16="http://schemas.microsoft.com/office/drawing/2014/main" id="{13BEC3AA-C6B7-9F4E-5F16-5E6617C217D6}"/>
                  </a:ext>
                </a:extLst>
              </p:cNvPr>
              <p:cNvSpPr/>
              <p:nvPr/>
            </p:nvSpPr>
            <p:spPr>
              <a:xfrm>
                <a:off x="1828257" y="7829960"/>
                <a:ext cx="41981" cy="41981"/>
              </a:xfrm>
              <a:custGeom>
                <a:avLst/>
                <a:gdLst>
                  <a:gd name="connsiteX0" fmla="*/ 21263 w 41981"/>
                  <a:gd name="connsiteY0" fmla="*/ 4958 h 41981"/>
                  <a:gd name="connsiteX1" fmla="*/ 37453 w 41981"/>
                  <a:gd name="connsiteY1" fmla="*/ 21148 h 41981"/>
                  <a:gd name="connsiteX2" fmla="*/ 37453 w 41981"/>
                  <a:gd name="connsiteY2" fmla="*/ 21148 h 41981"/>
                  <a:gd name="connsiteX3" fmla="*/ 21263 w 41981"/>
                  <a:gd name="connsiteY3" fmla="*/ 37339 h 41981"/>
                  <a:gd name="connsiteX4" fmla="*/ 5072 w 41981"/>
                  <a:gd name="connsiteY4" fmla="*/ 21148 h 41981"/>
                  <a:gd name="connsiteX5" fmla="*/ 21263 w 41981"/>
                  <a:gd name="connsiteY5" fmla="*/ 4958 h 41981"/>
                  <a:gd name="connsiteX6" fmla="*/ 21263 w 41981"/>
                  <a:gd name="connsiteY6" fmla="*/ 158 h 41981"/>
                  <a:gd name="connsiteX7" fmla="*/ 272 w 41981"/>
                  <a:gd name="connsiteY7" fmla="*/ 21148 h 41981"/>
                  <a:gd name="connsiteX8" fmla="*/ 21263 w 41981"/>
                  <a:gd name="connsiteY8" fmla="*/ 42139 h 41981"/>
                  <a:gd name="connsiteX9" fmla="*/ 42253 w 41981"/>
                  <a:gd name="connsiteY9" fmla="*/ 21148 h 41981"/>
                  <a:gd name="connsiteX10" fmla="*/ 42253 w 41981"/>
                  <a:gd name="connsiteY10" fmla="*/ 21148 h 41981"/>
                  <a:gd name="connsiteX11" fmla="*/ 21263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58"/>
                    </a:moveTo>
                    <a:cubicBezTo>
                      <a:pt x="30204" y="4958"/>
                      <a:pt x="37453" y="12207"/>
                      <a:pt x="37453" y="21148"/>
                    </a:cubicBezTo>
                    <a:lnTo>
                      <a:pt x="37453" y="21148"/>
                    </a:lnTo>
                    <a:cubicBezTo>
                      <a:pt x="37453" y="30090"/>
                      <a:pt x="30204" y="37339"/>
                      <a:pt x="21263" y="37339"/>
                    </a:cubicBezTo>
                    <a:cubicBezTo>
                      <a:pt x="12321" y="37339"/>
                      <a:pt x="5072" y="30090"/>
                      <a:pt x="5072" y="21148"/>
                    </a:cubicBezTo>
                    <a:cubicBezTo>
                      <a:pt x="5072" y="12207"/>
                      <a:pt x="12321" y="4958"/>
                      <a:pt x="21263" y="4958"/>
                    </a:cubicBezTo>
                    <a:close/>
                    <a:moveTo>
                      <a:pt x="21263" y="158"/>
                    </a:moveTo>
                    <a:cubicBezTo>
                      <a:pt x="9670" y="158"/>
                      <a:pt x="272" y="9556"/>
                      <a:pt x="272" y="21148"/>
                    </a:cubicBezTo>
                    <a:cubicBezTo>
                      <a:pt x="272" y="32741"/>
                      <a:pt x="9670" y="42139"/>
                      <a:pt x="21263" y="42139"/>
                    </a:cubicBezTo>
                    <a:cubicBezTo>
                      <a:pt x="32855" y="42139"/>
                      <a:pt x="42253" y="32741"/>
                      <a:pt x="42253" y="21148"/>
                    </a:cubicBezTo>
                    <a:lnTo>
                      <a:pt x="42253" y="21148"/>
                    </a:lnTo>
                    <a:cubicBezTo>
                      <a:pt x="42253" y="9556"/>
                      <a:pt x="32855" y="158"/>
                      <a:pt x="21263"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3" name="Freeform: Shape 3822">
                <a:extLst>
                  <a:ext uri="{FF2B5EF4-FFF2-40B4-BE49-F238E27FC236}">
                    <a16:creationId xmlns:a16="http://schemas.microsoft.com/office/drawing/2014/main" id="{01BB4B52-F4EB-3DD5-0E79-23C870BB7AAD}"/>
                  </a:ext>
                </a:extLst>
              </p:cNvPr>
              <p:cNvSpPr/>
              <p:nvPr/>
            </p:nvSpPr>
            <p:spPr>
              <a:xfrm>
                <a:off x="1804415" y="7899534"/>
                <a:ext cx="37180" cy="37180"/>
              </a:xfrm>
              <a:custGeom>
                <a:avLst/>
                <a:gdLst>
                  <a:gd name="connsiteX0" fmla="*/ 37448 w 37180"/>
                  <a:gd name="connsiteY0" fmla="*/ 18760 h 37180"/>
                  <a:gd name="connsiteX1" fmla="*/ 18858 w 37180"/>
                  <a:gd name="connsiteY1" fmla="*/ 37350 h 37180"/>
                  <a:gd name="connsiteX2" fmla="*/ 267 w 37180"/>
                  <a:gd name="connsiteY2" fmla="*/ 18760 h 37180"/>
                  <a:gd name="connsiteX3" fmla="*/ 18858 w 37180"/>
                  <a:gd name="connsiteY3" fmla="*/ 169 h 37180"/>
                  <a:gd name="connsiteX4" fmla="*/ 37448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0"/>
                    </a:moveTo>
                    <a:cubicBezTo>
                      <a:pt x="37448" y="29027"/>
                      <a:pt x="29125" y="37350"/>
                      <a:pt x="18858" y="37350"/>
                    </a:cubicBezTo>
                    <a:cubicBezTo>
                      <a:pt x="8591" y="37350"/>
                      <a:pt x="267" y="29027"/>
                      <a:pt x="267" y="18760"/>
                    </a:cubicBezTo>
                    <a:cubicBezTo>
                      <a:pt x="267" y="8493"/>
                      <a:pt x="8591" y="169"/>
                      <a:pt x="18858" y="169"/>
                    </a:cubicBezTo>
                    <a:cubicBezTo>
                      <a:pt x="29125" y="169"/>
                      <a:pt x="37448" y="8493"/>
                      <a:pt x="37448" y="18760"/>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4" name="Freeform: Shape 3823">
                <a:extLst>
                  <a:ext uri="{FF2B5EF4-FFF2-40B4-BE49-F238E27FC236}">
                    <a16:creationId xmlns:a16="http://schemas.microsoft.com/office/drawing/2014/main" id="{9C23522F-2705-79C9-93CA-7FB6E1B56996}"/>
                  </a:ext>
                </a:extLst>
              </p:cNvPr>
              <p:cNvSpPr/>
              <p:nvPr/>
            </p:nvSpPr>
            <p:spPr>
              <a:xfrm>
                <a:off x="1802015" y="7897133"/>
                <a:ext cx="41981" cy="41981"/>
              </a:xfrm>
              <a:custGeom>
                <a:avLst/>
                <a:gdLst>
                  <a:gd name="connsiteX0" fmla="*/ 21258 w 41981"/>
                  <a:gd name="connsiteY0" fmla="*/ 4970 h 41981"/>
                  <a:gd name="connsiteX1" fmla="*/ 37448 w 41981"/>
                  <a:gd name="connsiteY1" fmla="*/ 21160 h 41981"/>
                  <a:gd name="connsiteX2" fmla="*/ 37448 w 41981"/>
                  <a:gd name="connsiteY2" fmla="*/ 21160 h 41981"/>
                  <a:gd name="connsiteX3" fmla="*/ 21258 w 41981"/>
                  <a:gd name="connsiteY3" fmla="*/ 37350 h 41981"/>
                  <a:gd name="connsiteX4" fmla="*/ 5068 w 41981"/>
                  <a:gd name="connsiteY4" fmla="*/ 21160 h 41981"/>
                  <a:gd name="connsiteX5" fmla="*/ 21258 w 41981"/>
                  <a:gd name="connsiteY5" fmla="*/ 4970 h 41981"/>
                  <a:gd name="connsiteX6" fmla="*/ 21258 w 41981"/>
                  <a:gd name="connsiteY6" fmla="*/ 169 h 41981"/>
                  <a:gd name="connsiteX7" fmla="*/ 267 w 41981"/>
                  <a:gd name="connsiteY7" fmla="*/ 21160 h 41981"/>
                  <a:gd name="connsiteX8" fmla="*/ 21258 w 41981"/>
                  <a:gd name="connsiteY8" fmla="*/ 42151 h 41981"/>
                  <a:gd name="connsiteX9" fmla="*/ 42249 w 41981"/>
                  <a:gd name="connsiteY9" fmla="*/ 21160 h 41981"/>
                  <a:gd name="connsiteX10" fmla="*/ 42249 w 41981"/>
                  <a:gd name="connsiteY10" fmla="*/ 21160 h 41981"/>
                  <a:gd name="connsiteX11" fmla="*/ 21258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0"/>
                    </a:moveTo>
                    <a:cubicBezTo>
                      <a:pt x="30200" y="4970"/>
                      <a:pt x="37448" y="12218"/>
                      <a:pt x="37448" y="21160"/>
                    </a:cubicBezTo>
                    <a:lnTo>
                      <a:pt x="37448" y="21160"/>
                    </a:lnTo>
                    <a:cubicBezTo>
                      <a:pt x="37448" y="30102"/>
                      <a:pt x="30200" y="37350"/>
                      <a:pt x="21258" y="37350"/>
                    </a:cubicBezTo>
                    <a:cubicBezTo>
                      <a:pt x="12316" y="37350"/>
                      <a:pt x="5068" y="30102"/>
                      <a:pt x="5068" y="21160"/>
                    </a:cubicBezTo>
                    <a:cubicBezTo>
                      <a:pt x="5068" y="12218"/>
                      <a:pt x="12316" y="4970"/>
                      <a:pt x="21258" y="4970"/>
                    </a:cubicBezTo>
                    <a:close/>
                    <a:moveTo>
                      <a:pt x="21258" y="169"/>
                    </a:moveTo>
                    <a:cubicBezTo>
                      <a:pt x="9665" y="169"/>
                      <a:pt x="267" y="9567"/>
                      <a:pt x="267" y="21160"/>
                    </a:cubicBezTo>
                    <a:cubicBezTo>
                      <a:pt x="267" y="32753"/>
                      <a:pt x="9665" y="42151"/>
                      <a:pt x="21258" y="42151"/>
                    </a:cubicBezTo>
                    <a:cubicBezTo>
                      <a:pt x="32851" y="42151"/>
                      <a:pt x="42249" y="32753"/>
                      <a:pt x="42249" y="21160"/>
                    </a:cubicBezTo>
                    <a:lnTo>
                      <a:pt x="42249" y="21160"/>
                    </a:lnTo>
                    <a:cubicBezTo>
                      <a:pt x="42249" y="9567"/>
                      <a:pt x="32851" y="169"/>
                      <a:pt x="21258"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5" name="Freeform: Shape 3824">
                <a:extLst>
                  <a:ext uri="{FF2B5EF4-FFF2-40B4-BE49-F238E27FC236}">
                    <a16:creationId xmlns:a16="http://schemas.microsoft.com/office/drawing/2014/main" id="{ABC214CF-DF15-BAE0-2EE0-8668F9AE4C73}"/>
                  </a:ext>
                </a:extLst>
              </p:cNvPr>
              <p:cNvSpPr/>
              <p:nvPr/>
            </p:nvSpPr>
            <p:spPr>
              <a:xfrm>
                <a:off x="1739851" y="7772151"/>
                <a:ext cx="37180" cy="37180"/>
              </a:xfrm>
              <a:custGeom>
                <a:avLst/>
                <a:gdLst>
                  <a:gd name="connsiteX0" fmla="*/ 37437 w 37180"/>
                  <a:gd name="connsiteY0" fmla="*/ 18738 h 37180"/>
                  <a:gd name="connsiteX1" fmla="*/ 18847 w 37180"/>
                  <a:gd name="connsiteY1" fmla="*/ 37328 h 37180"/>
                  <a:gd name="connsiteX2" fmla="*/ 256 w 37180"/>
                  <a:gd name="connsiteY2" fmla="*/ 18738 h 37180"/>
                  <a:gd name="connsiteX3" fmla="*/ 18847 w 37180"/>
                  <a:gd name="connsiteY3" fmla="*/ 147 h 37180"/>
                  <a:gd name="connsiteX4" fmla="*/ 37437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38"/>
                    </a:moveTo>
                    <a:cubicBezTo>
                      <a:pt x="37437" y="29005"/>
                      <a:pt x="29114" y="37328"/>
                      <a:pt x="18847" y="37328"/>
                    </a:cubicBezTo>
                    <a:cubicBezTo>
                      <a:pt x="8579" y="37328"/>
                      <a:pt x="256" y="29005"/>
                      <a:pt x="256" y="18738"/>
                    </a:cubicBezTo>
                    <a:cubicBezTo>
                      <a:pt x="256" y="8471"/>
                      <a:pt x="8579" y="147"/>
                      <a:pt x="18847" y="147"/>
                    </a:cubicBezTo>
                    <a:cubicBezTo>
                      <a:pt x="29114" y="147"/>
                      <a:pt x="37437" y="8471"/>
                      <a:pt x="37437" y="18738"/>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6" name="Freeform: Shape 3825">
                <a:extLst>
                  <a:ext uri="{FF2B5EF4-FFF2-40B4-BE49-F238E27FC236}">
                    <a16:creationId xmlns:a16="http://schemas.microsoft.com/office/drawing/2014/main" id="{5C30801F-8AAA-594B-2AFA-CC8481804DE0}"/>
                  </a:ext>
                </a:extLst>
              </p:cNvPr>
              <p:cNvSpPr/>
              <p:nvPr/>
            </p:nvSpPr>
            <p:spPr>
              <a:xfrm>
                <a:off x="1737451" y="7769751"/>
                <a:ext cx="41981" cy="41981"/>
              </a:xfrm>
              <a:custGeom>
                <a:avLst/>
                <a:gdLst>
                  <a:gd name="connsiteX0" fmla="*/ 21247 w 41981"/>
                  <a:gd name="connsiteY0" fmla="*/ 4948 h 41981"/>
                  <a:gd name="connsiteX1" fmla="*/ 37437 w 41981"/>
                  <a:gd name="connsiteY1" fmla="*/ 21138 h 41981"/>
                  <a:gd name="connsiteX2" fmla="*/ 37437 w 41981"/>
                  <a:gd name="connsiteY2" fmla="*/ 21138 h 41981"/>
                  <a:gd name="connsiteX3" fmla="*/ 21247 w 41981"/>
                  <a:gd name="connsiteY3" fmla="*/ 37328 h 41981"/>
                  <a:gd name="connsiteX4" fmla="*/ 5057 w 41981"/>
                  <a:gd name="connsiteY4" fmla="*/ 21138 h 41981"/>
                  <a:gd name="connsiteX5" fmla="*/ 21247 w 41981"/>
                  <a:gd name="connsiteY5" fmla="*/ 4948 h 41981"/>
                  <a:gd name="connsiteX6" fmla="*/ 21247 w 41981"/>
                  <a:gd name="connsiteY6" fmla="*/ 147 h 41981"/>
                  <a:gd name="connsiteX7" fmla="*/ 256 w 41981"/>
                  <a:gd name="connsiteY7" fmla="*/ 21138 h 41981"/>
                  <a:gd name="connsiteX8" fmla="*/ 21247 w 41981"/>
                  <a:gd name="connsiteY8" fmla="*/ 42129 h 41981"/>
                  <a:gd name="connsiteX9" fmla="*/ 42237 w 41981"/>
                  <a:gd name="connsiteY9" fmla="*/ 21138 h 41981"/>
                  <a:gd name="connsiteX10" fmla="*/ 42237 w 41981"/>
                  <a:gd name="connsiteY10" fmla="*/ 21138 h 41981"/>
                  <a:gd name="connsiteX11" fmla="*/ 21247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48"/>
                    </a:moveTo>
                    <a:cubicBezTo>
                      <a:pt x="30189" y="4948"/>
                      <a:pt x="37437" y="12196"/>
                      <a:pt x="37437" y="21138"/>
                    </a:cubicBezTo>
                    <a:lnTo>
                      <a:pt x="37437" y="21138"/>
                    </a:lnTo>
                    <a:cubicBezTo>
                      <a:pt x="37437" y="30080"/>
                      <a:pt x="30189" y="37328"/>
                      <a:pt x="21247" y="37328"/>
                    </a:cubicBezTo>
                    <a:cubicBezTo>
                      <a:pt x="12305" y="37328"/>
                      <a:pt x="5057" y="30080"/>
                      <a:pt x="5057" y="21138"/>
                    </a:cubicBezTo>
                    <a:cubicBezTo>
                      <a:pt x="5057" y="12196"/>
                      <a:pt x="12305" y="4948"/>
                      <a:pt x="21247" y="4948"/>
                    </a:cubicBezTo>
                    <a:close/>
                    <a:moveTo>
                      <a:pt x="21247" y="147"/>
                    </a:moveTo>
                    <a:cubicBezTo>
                      <a:pt x="9654" y="147"/>
                      <a:pt x="256" y="9545"/>
                      <a:pt x="256" y="21138"/>
                    </a:cubicBezTo>
                    <a:cubicBezTo>
                      <a:pt x="256" y="32730"/>
                      <a:pt x="9654" y="42129"/>
                      <a:pt x="21247" y="42129"/>
                    </a:cubicBezTo>
                    <a:cubicBezTo>
                      <a:pt x="32839" y="42129"/>
                      <a:pt x="42237" y="32730"/>
                      <a:pt x="42237" y="21138"/>
                    </a:cubicBezTo>
                    <a:lnTo>
                      <a:pt x="42237" y="21138"/>
                    </a:lnTo>
                    <a:cubicBezTo>
                      <a:pt x="42237" y="9545"/>
                      <a:pt x="32839" y="147"/>
                      <a:pt x="21247"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7" name="Freeform: Shape 3826">
                <a:extLst>
                  <a:ext uri="{FF2B5EF4-FFF2-40B4-BE49-F238E27FC236}">
                    <a16:creationId xmlns:a16="http://schemas.microsoft.com/office/drawing/2014/main" id="{FE267A8B-22AF-BD60-E1D7-C7BF56184EF5}"/>
                  </a:ext>
                </a:extLst>
              </p:cNvPr>
              <p:cNvSpPr/>
              <p:nvPr/>
            </p:nvSpPr>
            <p:spPr>
              <a:xfrm>
                <a:off x="1831786" y="7882069"/>
                <a:ext cx="37180" cy="37180"/>
              </a:xfrm>
              <a:custGeom>
                <a:avLst/>
                <a:gdLst>
                  <a:gd name="connsiteX0" fmla="*/ 37453 w 37180"/>
                  <a:gd name="connsiteY0" fmla="*/ 18757 h 37180"/>
                  <a:gd name="connsiteX1" fmla="*/ 18863 w 37180"/>
                  <a:gd name="connsiteY1" fmla="*/ 37347 h 37180"/>
                  <a:gd name="connsiteX2" fmla="*/ 272 w 37180"/>
                  <a:gd name="connsiteY2" fmla="*/ 18757 h 37180"/>
                  <a:gd name="connsiteX3" fmla="*/ 18863 w 37180"/>
                  <a:gd name="connsiteY3" fmla="*/ 166 h 37180"/>
                  <a:gd name="connsiteX4" fmla="*/ 37453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7"/>
                    </a:moveTo>
                    <a:cubicBezTo>
                      <a:pt x="37453" y="29024"/>
                      <a:pt x="29130" y="37347"/>
                      <a:pt x="18863" y="37347"/>
                    </a:cubicBezTo>
                    <a:cubicBezTo>
                      <a:pt x="8595" y="37347"/>
                      <a:pt x="272" y="29024"/>
                      <a:pt x="272" y="18757"/>
                    </a:cubicBezTo>
                    <a:cubicBezTo>
                      <a:pt x="272" y="8490"/>
                      <a:pt x="8595" y="166"/>
                      <a:pt x="18863" y="166"/>
                    </a:cubicBezTo>
                    <a:cubicBezTo>
                      <a:pt x="29130" y="166"/>
                      <a:pt x="37453" y="8490"/>
                      <a:pt x="37453" y="18757"/>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8" name="Freeform: Shape 3827">
                <a:extLst>
                  <a:ext uri="{FF2B5EF4-FFF2-40B4-BE49-F238E27FC236}">
                    <a16:creationId xmlns:a16="http://schemas.microsoft.com/office/drawing/2014/main" id="{CC34B68E-9FA5-BF1E-00E7-30D28E404670}"/>
                  </a:ext>
                </a:extLst>
              </p:cNvPr>
              <p:cNvSpPr/>
              <p:nvPr/>
            </p:nvSpPr>
            <p:spPr>
              <a:xfrm>
                <a:off x="1829386" y="7879669"/>
                <a:ext cx="41981" cy="41981"/>
              </a:xfrm>
              <a:custGeom>
                <a:avLst/>
                <a:gdLst>
                  <a:gd name="connsiteX0" fmla="*/ 21263 w 41981"/>
                  <a:gd name="connsiteY0" fmla="*/ 4967 h 41981"/>
                  <a:gd name="connsiteX1" fmla="*/ 37453 w 41981"/>
                  <a:gd name="connsiteY1" fmla="*/ 21157 h 41981"/>
                  <a:gd name="connsiteX2" fmla="*/ 37453 w 41981"/>
                  <a:gd name="connsiteY2" fmla="*/ 21157 h 41981"/>
                  <a:gd name="connsiteX3" fmla="*/ 21263 w 41981"/>
                  <a:gd name="connsiteY3" fmla="*/ 37347 h 41981"/>
                  <a:gd name="connsiteX4" fmla="*/ 5073 w 41981"/>
                  <a:gd name="connsiteY4" fmla="*/ 21157 h 41981"/>
                  <a:gd name="connsiteX5" fmla="*/ 21263 w 41981"/>
                  <a:gd name="connsiteY5" fmla="*/ 4967 h 41981"/>
                  <a:gd name="connsiteX6" fmla="*/ 21263 w 41981"/>
                  <a:gd name="connsiteY6" fmla="*/ 166 h 41981"/>
                  <a:gd name="connsiteX7" fmla="*/ 272 w 41981"/>
                  <a:gd name="connsiteY7" fmla="*/ 21157 h 41981"/>
                  <a:gd name="connsiteX8" fmla="*/ 21263 w 41981"/>
                  <a:gd name="connsiteY8" fmla="*/ 42148 h 41981"/>
                  <a:gd name="connsiteX9" fmla="*/ 42253 w 41981"/>
                  <a:gd name="connsiteY9" fmla="*/ 21157 h 41981"/>
                  <a:gd name="connsiteX10" fmla="*/ 42253 w 41981"/>
                  <a:gd name="connsiteY10" fmla="*/ 21157 h 41981"/>
                  <a:gd name="connsiteX11" fmla="*/ 21263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7"/>
                    </a:moveTo>
                    <a:cubicBezTo>
                      <a:pt x="30205" y="4967"/>
                      <a:pt x="37453" y="12215"/>
                      <a:pt x="37453" y="21157"/>
                    </a:cubicBezTo>
                    <a:lnTo>
                      <a:pt x="37453" y="21157"/>
                    </a:lnTo>
                    <a:cubicBezTo>
                      <a:pt x="37453" y="30099"/>
                      <a:pt x="30205" y="37347"/>
                      <a:pt x="21263" y="37347"/>
                    </a:cubicBezTo>
                    <a:cubicBezTo>
                      <a:pt x="12321" y="37347"/>
                      <a:pt x="5073" y="30099"/>
                      <a:pt x="5073" y="21157"/>
                    </a:cubicBezTo>
                    <a:cubicBezTo>
                      <a:pt x="5073" y="12215"/>
                      <a:pt x="12321" y="4967"/>
                      <a:pt x="21263" y="4967"/>
                    </a:cubicBezTo>
                    <a:close/>
                    <a:moveTo>
                      <a:pt x="21263" y="166"/>
                    </a:moveTo>
                    <a:cubicBezTo>
                      <a:pt x="9670" y="166"/>
                      <a:pt x="272" y="9564"/>
                      <a:pt x="272" y="21157"/>
                    </a:cubicBezTo>
                    <a:cubicBezTo>
                      <a:pt x="272" y="32750"/>
                      <a:pt x="9670" y="42148"/>
                      <a:pt x="21263" y="42148"/>
                    </a:cubicBezTo>
                    <a:cubicBezTo>
                      <a:pt x="32855" y="42148"/>
                      <a:pt x="42253" y="32750"/>
                      <a:pt x="42253" y="21157"/>
                    </a:cubicBezTo>
                    <a:lnTo>
                      <a:pt x="42253" y="21157"/>
                    </a:lnTo>
                    <a:cubicBezTo>
                      <a:pt x="42253" y="9564"/>
                      <a:pt x="32855" y="166"/>
                      <a:pt x="21263"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29" name="Freeform: Shape 3828">
                <a:extLst>
                  <a:ext uri="{FF2B5EF4-FFF2-40B4-BE49-F238E27FC236}">
                    <a16:creationId xmlns:a16="http://schemas.microsoft.com/office/drawing/2014/main" id="{35E44F32-9742-0D2B-C079-A4FDD5442A37}"/>
                  </a:ext>
                </a:extLst>
              </p:cNvPr>
              <p:cNvSpPr/>
              <p:nvPr/>
            </p:nvSpPr>
            <p:spPr>
              <a:xfrm>
                <a:off x="1879180" y="7810997"/>
                <a:ext cx="37180" cy="37180"/>
              </a:xfrm>
              <a:custGeom>
                <a:avLst/>
                <a:gdLst>
                  <a:gd name="connsiteX0" fmla="*/ 37461 w 37180"/>
                  <a:gd name="connsiteY0" fmla="*/ 18744 h 37180"/>
                  <a:gd name="connsiteX1" fmla="*/ 18871 w 37180"/>
                  <a:gd name="connsiteY1" fmla="*/ 37335 h 37180"/>
                  <a:gd name="connsiteX2" fmla="*/ 280 w 37180"/>
                  <a:gd name="connsiteY2" fmla="*/ 18744 h 37180"/>
                  <a:gd name="connsiteX3" fmla="*/ 18871 w 37180"/>
                  <a:gd name="connsiteY3" fmla="*/ 154 h 37180"/>
                  <a:gd name="connsiteX4" fmla="*/ 37461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44"/>
                    </a:moveTo>
                    <a:cubicBezTo>
                      <a:pt x="37461" y="29012"/>
                      <a:pt x="29138" y="37335"/>
                      <a:pt x="18871" y="37335"/>
                    </a:cubicBezTo>
                    <a:cubicBezTo>
                      <a:pt x="8604" y="37335"/>
                      <a:pt x="280" y="29012"/>
                      <a:pt x="280" y="18744"/>
                    </a:cubicBezTo>
                    <a:cubicBezTo>
                      <a:pt x="280" y="8477"/>
                      <a:pt x="8604" y="154"/>
                      <a:pt x="18871" y="154"/>
                    </a:cubicBezTo>
                    <a:cubicBezTo>
                      <a:pt x="29138" y="154"/>
                      <a:pt x="37461" y="8477"/>
                      <a:pt x="37461" y="18744"/>
                    </a:cubicBezTo>
                    <a:close/>
                  </a:path>
                </a:pathLst>
              </a:custGeom>
              <a:solidFill>
                <a:srgbClr val="DFF7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0" name="Freeform: Shape 3829">
                <a:extLst>
                  <a:ext uri="{FF2B5EF4-FFF2-40B4-BE49-F238E27FC236}">
                    <a16:creationId xmlns:a16="http://schemas.microsoft.com/office/drawing/2014/main" id="{BCFB90A0-9566-E0F1-875A-6D592266E853}"/>
                  </a:ext>
                </a:extLst>
              </p:cNvPr>
              <p:cNvSpPr/>
              <p:nvPr/>
            </p:nvSpPr>
            <p:spPr>
              <a:xfrm>
                <a:off x="1876780" y="7808597"/>
                <a:ext cx="41981" cy="41981"/>
              </a:xfrm>
              <a:custGeom>
                <a:avLst/>
                <a:gdLst>
                  <a:gd name="connsiteX0" fmla="*/ 21271 w 41981"/>
                  <a:gd name="connsiteY0" fmla="*/ 4954 h 41981"/>
                  <a:gd name="connsiteX1" fmla="*/ 37461 w 41981"/>
                  <a:gd name="connsiteY1" fmla="*/ 21145 h 41981"/>
                  <a:gd name="connsiteX2" fmla="*/ 37461 w 41981"/>
                  <a:gd name="connsiteY2" fmla="*/ 21145 h 41981"/>
                  <a:gd name="connsiteX3" fmla="*/ 21271 w 41981"/>
                  <a:gd name="connsiteY3" fmla="*/ 37335 h 41981"/>
                  <a:gd name="connsiteX4" fmla="*/ 5081 w 41981"/>
                  <a:gd name="connsiteY4" fmla="*/ 21145 h 41981"/>
                  <a:gd name="connsiteX5" fmla="*/ 21271 w 41981"/>
                  <a:gd name="connsiteY5" fmla="*/ 4954 h 41981"/>
                  <a:gd name="connsiteX6" fmla="*/ 21271 w 41981"/>
                  <a:gd name="connsiteY6" fmla="*/ 154 h 41981"/>
                  <a:gd name="connsiteX7" fmla="*/ 280 w 41981"/>
                  <a:gd name="connsiteY7" fmla="*/ 21145 h 41981"/>
                  <a:gd name="connsiteX8" fmla="*/ 21271 w 41981"/>
                  <a:gd name="connsiteY8" fmla="*/ 42135 h 41981"/>
                  <a:gd name="connsiteX9" fmla="*/ 42262 w 41981"/>
                  <a:gd name="connsiteY9" fmla="*/ 21145 h 41981"/>
                  <a:gd name="connsiteX10" fmla="*/ 42262 w 41981"/>
                  <a:gd name="connsiteY10" fmla="*/ 21145 h 41981"/>
                  <a:gd name="connsiteX11" fmla="*/ 21271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54"/>
                    </a:moveTo>
                    <a:cubicBezTo>
                      <a:pt x="30213" y="4954"/>
                      <a:pt x="37461" y="12203"/>
                      <a:pt x="37461" y="21145"/>
                    </a:cubicBezTo>
                    <a:lnTo>
                      <a:pt x="37461" y="21145"/>
                    </a:lnTo>
                    <a:cubicBezTo>
                      <a:pt x="37461" y="30086"/>
                      <a:pt x="30213" y="37335"/>
                      <a:pt x="21271" y="37335"/>
                    </a:cubicBezTo>
                    <a:cubicBezTo>
                      <a:pt x="12329" y="37335"/>
                      <a:pt x="5081" y="30086"/>
                      <a:pt x="5081" y="21145"/>
                    </a:cubicBezTo>
                    <a:cubicBezTo>
                      <a:pt x="5081" y="12203"/>
                      <a:pt x="12329" y="4954"/>
                      <a:pt x="21271" y="4954"/>
                    </a:cubicBezTo>
                    <a:close/>
                    <a:moveTo>
                      <a:pt x="21271" y="154"/>
                    </a:moveTo>
                    <a:cubicBezTo>
                      <a:pt x="9678" y="154"/>
                      <a:pt x="280" y="9552"/>
                      <a:pt x="280" y="21145"/>
                    </a:cubicBezTo>
                    <a:cubicBezTo>
                      <a:pt x="280" y="32737"/>
                      <a:pt x="9678" y="42135"/>
                      <a:pt x="21271" y="42135"/>
                    </a:cubicBezTo>
                    <a:cubicBezTo>
                      <a:pt x="32864" y="42135"/>
                      <a:pt x="42262" y="32737"/>
                      <a:pt x="42262" y="21145"/>
                    </a:cubicBezTo>
                    <a:lnTo>
                      <a:pt x="42262" y="21145"/>
                    </a:lnTo>
                    <a:cubicBezTo>
                      <a:pt x="42262" y="9552"/>
                      <a:pt x="32864" y="154"/>
                      <a:pt x="21271"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1" name="Freeform: Shape 3830">
                <a:extLst>
                  <a:ext uri="{FF2B5EF4-FFF2-40B4-BE49-F238E27FC236}">
                    <a16:creationId xmlns:a16="http://schemas.microsoft.com/office/drawing/2014/main" id="{5E34C720-E3C3-64C5-6BA1-168A30DA430E}"/>
                  </a:ext>
                </a:extLst>
              </p:cNvPr>
              <p:cNvSpPr/>
              <p:nvPr/>
            </p:nvSpPr>
            <p:spPr>
              <a:xfrm>
                <a:off x="1729045" y="7739417"/>
                <a:ext cx="37180" cy="37180"/>
              </a:xfrm>
              <a:custGeom>
                <a:avLst/>
                <a:gdLst>
                  <a:gd name="connsiteX0" fmla="*/ 37435 w 37180"/>
                  <a:gd name="connsiteY0" fmla="*/ 18732 h 37180"/>
                  <a:gd name="connsiteX1" fmla="*/ 18845 w 37180"/>
                  <a:gd name="connsiteY1" fmla="*/ 37322 h 37180"/>
                  <a:gd name="connsiteX2" fmla="*/ 254 w 37180"/>
                  <a:gd name="connsiteY2" fmla="*/ 18732 h 37180"/>
                  <a:gd name="connsiteX3" fmla="*/ 18845 w 37180"/>
                  <a:gd name="connsiteY3" fmla="*/ 142 h 37180"/>
                  <a:gd name="connsiteX4" fmla="*/ 37435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32"/>
                    </a:moveTo>
                    <a:cubicBezTo>
                      <a:pt x="37435" y="28999"/>
                      <a:pt x="29112" y="37322"/>
                      <a:pt x="18845" y="37322"/>
                    </a:cubicBezTo>
                    <a:cubicBezTo>
                      <a:pt x="8578" y="37322"/>
                      <a:pt x="254" y="28999"/>
                      <a:pt x="254" y="18732"/>
                    </a:cubicBezTo>
                    <a:cubicBezTo>
                      <a:pt x="254" y="8465"/>
                      <a:pt x="8578" y="142"/>
                      <a:pt x="18845" y="142"/>
                    </a:cubicBezTo>
                    <a:cubicBezTo>
                      <a:pt x="29112" y="142"/>
                      <a:pt x="37435" y="8465"/>
                      <a:pt x="37435" y="18732"/>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2" name="Freeform: Shape 3831">
                <a:extLst>
                  <a:ext uri="{FF2B5EF4-FFF2-40B4-BE49-F238E27FC236}">
                    <a16:creationId xmlns:a16="http://schemas.microsoft.com/office/drawing/2014/main" id="{732BAC5A-14FF-9D27-AD97-F3384D5B6387}"/>
                  </a:ext>
                </a:extLst>
              </p:cNvPr>
              <p:cNvSpPr/>
              <p:nvPr/>
            </p:nvSpPr>
            <p:spPr>
              <a:xfrm>
                <a:off x="1726645" y="7737017"/>
                <a:ext cx="41981" cy="41981"/>
              </a:xfrm>
              <a:custGeom>
                <a:avLst/>
                <a:gdLst>
                  <a:gd name="connsiteX0" fmla="*/ 21245 w 41981"/>
                  <a:gd name="connsiteY0" fmla="*/ 4942 h 41981"/>
                  <a:gd name="connsiteX1" fmla="*/ 37435 w 41981"/>
                  <a:gd name="connsiteY1" fmla="*/ 21132 h 41981"/>
                  <a:gd name="connsiteX2" fmla="*/ 37435 w 41981"/>
                  <a:gd name="connsiteY2" fmla="*/ 21132 h 41981"/>
                  <a:gd name="connsiteX3" fmla="*/ 21245 w 41981"/>
                  <a:gd name="connsiteY3" fmla="*/ 37322 h 41981"/>
                  <a:gd name="connsiteX4" fmla="*/ 5055 w 41981"/>
                  <a:gd name="connsiteY4" fmla="*/ 21132 h 41981"/>
                  <a:gd name="connsiteX5" fmla="*/ 21245 w 41981"/>
                  <a:gd name="connsiteY5" fmla="*/ 4942 h 41981"/>
                  <a:gd name="connsiteX6" fmla="*/ 21245 w 41981"/>
                  <a:gd name="connsiteY6" fmla="*/ 142 h 41981"/>
                  <a:gd name="connsiteX7" fmla="*/ 254 w 41981"/>
                  <a:gd name="connsiteY7" fmla="*/ 21132 h 41981"/>
                  <a:gd name="connsiteX8" fmla="*/ 21245 w 41981"/>
                  <a:gd name="connsiteY8" fmla="*/ 42123 h 41981"/>
                  <a:gd name="connsiteX9" fmla="*/ 42236 w 41981"/>
                  <a:gd name="connsiteY9" fmla="*/ 21132 h 41981"/>
                  <a:gd name="connsiteX10" fmla="*/ 42236 w 41981"/>
                  <a:gd name="connsiteY10" fmla="*/ 21132 h 41981"/>
                  <a:gd name="connsiteX11" fmla="*/ 21245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42"/>
                    </a:moveTo>
                    <a:cubicBezTo>
                      <a:pt x="30187" y="4942"/>
                      <a:pt x="37435" y="12190"/>
                      <a:pt x="37435" y="21132"/>
                    </a:cubicBezTo>
                    <a:lnTo>
                      <a:pt x="37435" y="21132"/>
                    </a:lnTo>
                    <a:cubicBezTo>
                      <a:pt x="37435" y="30074"/>
                      <a:pt x="30187" y="37322"/>
                      <a:pt x="21245" y="37322"/>
                    </a:cubicBezTo>
                    <a:cubicBezTo>
                      <a:pt x="12303" y="37322"/>
                      <a:pt x="5055" y="30074"/>
                      <a:pt x="5055" y="21132"/>
                    </a:cubicBezTo>
                    <a:cubicBezTo>
                      <a:pt x="5055" y="12190"/>
                      <a:pt x="12303" y="4942"/>
                      <a:pt x="21245" y="4942"/>
                    </a:cubicBezTo>
                    <a:close/>
                    <a:moveTo>
                      <a:pt x="21245" y="142"/>
                    </a:moveTo>
                    <a:cubicBezTo>
                      <a:pt x="9652" y="142"/>
                      <a:pt x="254" y="9540"/>
                      <a:pt x="254" y="21132"/>
                    </a:cubicBezTo>
                    <a:cubicBezTo>
                      <a:pt x="254" y="32725"/>
                      <a:pt x="9652" y="42123"/>
                      <a:pt x="21245" y="42123"/>
                    </a:cubicBezTo>
                    <a:cubicBezTo>
                      <a:pt x="32838" y="42123"/>
                      <a:pt x="42236" y="32725"/>
                      <a:pt x="42236" y="21132"/>
                    </a:cubicBezTo>
                    <a:lnTo>
                      <a:pt x="42236" y="21132"/>
                    </a:lnTo>
                    <a:cubicBezTo>
                      <a:pt x="42236" y="9540"/>
                      <a:pt x="32838" y="142"/>
                      <a:pt x="21245" y="14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3" name="Freeform: Shape 3832">
                <a:extLst>
                  <a:ext uri="{FF2B5EF4-FFF2-40B4-BE49-F238E27FC236}">
                    <a16:creationId xmlns:a16="http://schemas.microsoft.com/office/drawing/2014/main" id="{AEB2537B-7A0A-C601-A80C-45E9916B76C2}"/>
                  </a:ext>
                </a:extLst>
              </p:cNvPr>
              <p:cNvSpPr/>
              <p:nvPr/>
            </p:nvSpPr>
            <p:spPr>
              <a:xfrm>
                <a:off x="1752373" y="7926231"/>
                <a:ext cx="37180" cy="37180"/>
              </a:xfrm>
              <a:custGeom>
                <a:avLst/>
                <a:gdLst>
                  <a:gd name="connsiteX0" fmla="*/ 37439 w 37180"/>
                  <a:gd name="connsiteY0" fmla="*/ 18764 h 37180"/>
                  <a:gd name="connsiteX1" fmla="*/ 18849 w 37180"/>
                  <a:gd name="connsiteY1" fmla="*/ 37355 h 37180"/>
                  <a:gd name="connsiteX2" fmla="*/ 258 w 37180"/>
                  <a:gd name="connsiteY2" fmla="*/ 18764 h 37180"/>
                  <a:gd name="connsiteX3" fmla="*/ 18849 w 37180"/>
                  <a:gd name="connsiteY3" fmla="*/ 174 h 37180"/>
                  <a:gd name="connsiteX4" fmla="*/ 3743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4"/>
                    </a:moveTo>
                    <a:cubicBezTo>
                      <a:pt x="37439" y="29032"/>
                      <a:pt x="29116" y="37355"/>
                      <a:pt x="18849" y="37355"/>
                    </a:cubicBezTo>
                    <a:cubicBezTo>
                      <a:pt x="8582" y="37355"/>
                      <a:pt x="258" y="29032"/>
                      <a:pt x="258" y="18764"/>
                    </a:cubicBezTo>
                    <a:cubicBezTo>
                      <a:pt x="258" y="8497"/>
                      <a:pt x="8582" y="174"/>
                      <a:pt x="18849" y="174"/>
                    </a:cubicBezTo>
                    <a:cubicBezTo>
                      <a:pt x="29116" y="174"/>
                      <a:pt x="37439" y="8497"/>
                      <a:pt x="37439" y="18764"/>
                    </a:cubicBezTo>
                    <a:close/>
                  </a:path>
                </a:pathLst>
              </a:custGeom>
              <a:solidFill>
                <a:srgbClr val="F1F7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4" name="Freeform: Shape 3833">
                <a:extLst>
                  <a:ext uri="{FF2B5EF4-FFF2-40B4-BE49-F238E27FC236}">
                    <a16:creationId xmlns:a16="http://schemas.microsoft.com/office/drawing/2014/main" id="{76C7A993-0B25-8C2A-6E4A-E2A2895C18B1}"/>
                  </a:ext>
                </a:extLst>
              </p:cNvPr>
              <p:cNvSpPr/>
              <p:nvPr/>
            </p:nvSpPr>
            <p:spPr>
              <a:xfrm>
                <a:off x="1749973" y="7923831"/>
                <a:ext cx="41981" cy="41981"/>
              </a:xfrm>
              <a:custGeom>
                <a:avLst/>
                <a:gdLst>
                  <a:gd name="connsiteX0" fmla="*/ 21249 w 41981"/>
                  <a:gd name="connsiteY0" fmla="*/ 4974 h 41981"/>
                  <a:gd name="connsiteX1" fmla="*/ 37439 w 41981"/>
                  <a:gd name="connsiteY1" fmla="*/ 21165 h 41981"/>
                  <a:gd name="connsiteX2" fmla="*/ 37439 w 41981"/>
                  <a:gd name="connsiteY2" fmla="*/ 21165 h 41981"/>
                  <a:gd name="connsiteX3" fmla="*/ 21249 w 41981"/>
                  <a:gd name="connsiteY3" fmla="*/ 37355 h 41981"/>
                  <a:gd name="connsiteX4" fmla="*/ 5059 w 41981"/>
                  <a:gd name="connsiteY4" fmla="*/ 21165 h 41981"/>
                  <a:gd name="connsiteX5" fmla="*/ 21249 w 41981"/>
                  <a:gd name="connsiteY5" fmla="*/ 4974 h 41981"/>
                  <a:gd name="connsiteX6" fmla="*/ 21249 w 41981"/>
                  <a:gd name="connsiteY6" fmla="*/ 174 h 41981"/>
                  <a:gd name="connsiteX7" fmla="*/ 258 w 41981"/>
                  <a:gd name="connsiteY7" fmla="*/ 21165 h 41981"/>
                  <a:gd name="connsiteX8" fmla="*/ 21249 w 41981"/>
                  <a:gd name="connsiteY8" fmla="*/ 42155 h 41981"/>
                  <a:gd name="connsiteX9" fmla="*/ 42240 w 41981"/>
                  <a:gd name="connsiteY9" fmla="*/ 21165 h 41981"/>
                  <a:gd name="connsiteX10" fmla="*/ 42240 w 41981"/>
                  <a:gd name="connsiteY10" fmla="*/ 21165 h 41981"/>
                  <a:gd name="connsiteX11" fmla="*/ 2124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4"/>
                    </a:moveTo>
                    <a:cubicBezTo>
                      <a:pt x="30191" y="4974"/>
                      <a:pt x="37439" y="12223"/>
                      <a:pt x="37439" y="21165"/>
                    </a:cubicBezTo>
                    <a:lnTo>
                      <a:pt x="37439" y="21165"/>
                    </a:lnTo>
                    <a:cubicBezTo>
                      <a:pt x="37439" y="30106"/>
                      <a:pt x="30191" y="37355"/>
                      <a:pt x="21249" y="37355"/>
                    </a:cubicBezTo>
                    <a:cubicBezTo>
                      <a:pt x="12307" y="37355"/>
                      <a:pt x="5059" y="30106"/>
                      <a:pt x="5059" y="21165"/>
                    </a:cubicBezTo>
                    <a:cubicBezTo>
                      <a:pt x="5059" y="12223"/>
                      <a:pt x="12307" y="4974"/>
                      <a:pt x="21249" y="4974"/>
                    </a:cubicBezTo>
                    <a:close/>
                    <a:moveTo>
                      <a:pt x="21249" y="174"/>
                    </a:moveTo>
                    <a:cubicBezTo>
                      <a:pt x="9656" y="174"/>
                      <a:pt x="258" y="9572"/>
                      <a:pt x="258" y="21165"/>
                    </a:cubicBezTo>
                    <a:cubicBezTo>
                      <a:pt x="258" y="32757"/>
                      <a:pt x="9656" y="42155"/>
                      <a:pt x="21249" y="42155"/>
                    </a:cubicBezTo>
                    <a:cubicBezTo>
                      <a:pt x="32842" y="42155"/>
                      <a:pt x="42240" y="32757"/>
                      <a:pt x="42240" y="21165"/>
                    </a:cubicBezTo>
                    <a:lnTo>
                      <a:pt x="42240" y="21165"/>
                    </a:lnTo>
                    <a:cubicBezTo>
                      <a:pt x="42240" y="9572"/>
                      <a:pt x="32842" y="174"/>
                      <a:pt x="21249"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5" name="Freeform: Shape 3834">
                <a:extLst>
                  <a:ext uri="{FF2B5EF4-FFF2-40B4-BE49-F238E27FC236}">
                    <a16:creationId xmlns:a16="http://schemas.microsoft.com/office/drawing/2014/main" id="{1C39BEA8-8541-85BB-7C95-9538693BBB2F}"/>
                  </a:ext>
                </a:extLst>
              </p:cNvPr>
              <p:cNvSpPr/>
              <p:nvPr/>
            </p:nvSpPr>
            <p:spPr>
              <a:xfrm>
                <a:off x="1861940" y="7722068"/>
                <a:ext cx="37180" cy="37180"/>
              </a:xfrm>
              <a:custGeom>
                <a:avLst/>
                <a:gdLst>
                  <a:gd name="connsiteX0" fmla="*/ 37458 w 37180"/>
                  <a:gd name="connsiteY0" fmla="*/ 18729 h 37180"/>
                  <a:gd name="connsiteX1" fmla="*/ 18868 w 37180"/>
                  <a:gd name="connsiteY1" fmla="*/ 37319 h 37180"/>
                  <a:gd name="connsiteX2" fmla="*/ 277 w 37180"/>
                  <a:gd name="connsiteY2" fmla="*/ 18729 h 37180"/>
                  <a:gd name="connsiteX3" fmla="*/ 18868 w 37180"/>
                  <a:gd name="connsiteY3" fmla="*/ 139 h 37180"/>
                  <a:gd name="connsiteX4" fmla="*/ 37458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29"/>
                    </a:moveTo>
                    <a:cubicBezTo>
                      <a:pt x="37458" y="28996"/>
                      <a:pt x="29135" y="37319"/>
                      <a:pt x="18868" y="37319"/>
                    </a:cubicBezTo>
                    <a:cubicBezTo>
                      <a:pt x="8601" y="37319"/>
                      <a:pt x="277" y="28996"/>
                      <a:pt x="277" y="18729"/>
                    </a:cubicBezTo>
                    <a:cubicBezTo>
                      <a:pt x="277" y="8462"/>
                      <a:pt x="8601" y="139"/>
                      <a:pt x="18868" y="139"/>
                    </a:cubicBezTo>
                    <a:cubicBezTo>
                      <a:pt x="29135" y="139"/>
                      <a:pt x="37458" y="8462"/>
                      <a:pt x="37458" y="18729"/>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6" name="Freeform: Shape 3835">
                <a:extLst>
                  <a:ext uri="{FF2B5EF4-FFF2-40B4-BE49-F238E27FC236}">
                    <a16:creationId xmlns:a16="http://schemas.microsoft.com/office/drawing/2014/main" id="{478744E2-DC80-2070-F1AB-97D492563A4F}"/>
                  </a:ext>
                </a:extLst>
              </p:cNvPr>
              <p:cNvSpPr/>
              <p:nvPr/>
            </p:nvSpPr>
            <p:spPr>
              <a:xfrm>
                <a:off x="1859540" y="7719668"/>
                <a:ext cx="41981" cy="41981"/>
              </a:xfrm>
              <a:custGeom>
                <a:avLst/>
                <a:gdLst>
                  <a:gd name="connsiteX0" fmla="*/ 21268 w 41981"/>
                  <a:gd name="connsiteY0" fmla="*/ 4939 h 41981"/>
                  <a:gd name="connsiteX1" fmla="*/ 37458 w 41981"/>
                  <a:gd name="connsiteY1" fmla="*/ 21129 h 41981"/>
                  <a:gd name="connsiteX2" fmla="*/ 37458 w 41981"/>
                  <a:gd name="connsiteY2" fmla="*/ 21129 h 41981"/>
                  <a:gd name="connsiteX3" fmla="*/ 21268 w 41981"/>
                  <a:gd name="connsiteY3" fmla="*/ 37319 h 41981"/>
                  <a:gd name="connsiteX4" fmla="*/ 5078 w 41981"/>
                  <a:gd name="connsiteY4" fmla="*/ 21129 h 41981"/>
                  <a:gd name="connsiteX5" fmla="*/ 21268 w 41981"/>
                  <a:gd name="connsiteY5" fmla="*/ 4939 h 41981"/>
                  <a:gd name="connsiteX6" fmla="*/ 21268 w 41981"/>
                  <a:gd name="connsiteY6" fmla="*/ 139 h 41981"/>
                  <a:gd name="connsiteX7" fmla="*/ 277 w 41981"/>
                  <a:gd name="connsiteY7" fmla="*/ 21129 h 41981"/>
                  <a:gd name="connsiteX8" fmla="*/ 21268 w 41981"/>
                  <a:gd name="connsiteY8" fmla="*/ 42120 h 41981"/>
                  <a:gd name="connsiteX9" fmla="*/ 42259 w 41981"/>
                  <a:gd name="connsiteY9" fmla="*/ 21129 h 41981"/>
                  <a:gd name="connsiteX10" fmla="*/ 42259 w 41981"/>
                  <a:gd name="connsiteY10" fmla="*/ 21129 h 41981"/>
                  <a:gd name="connsiteX11" fmla="*/ 21268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39"/>
                    </a:moveTo>
                    <a:cubicBezTo>
                      <a:pt x="30210" y="4939"/>
                      <a:pt x="37458" y="12187"/>
                      <a:pt x="37458" y="21129"/>
                    </a:cubicBezTo>
                    <a:lnTo>
                      <a:pt x="37458" y="21129"/>
                    </a:lnTo>
                    <a:cubicBezTo>
                      <a:pt x="37458" y="30071"/>
                      <a:pt x="30210" y="37319"/>
                      <a:pt x="21268" y="37319"/>
                    </a:cubicBezTo>
                    <a:cubicBezTo>
                      <a:pt x="12326" y="37319"/>
                      <a:pt x="5078" y="30071"/>
                      <a:pt x="5078" y="21129"/>
                    </a:cubicBezTo>
                    <a:cubicBezTo>
                      <a:pt x="5078" y="12187"/>
                      <a:pt x="12326" y="4939"/>
                      <a:pt x="21268" y="4939"/>
                    </a:cubicBezTo>
                    <a:close/>
                    <a:moveTo>
                      <a:pt x="21268" y="139"/>
                    </a:moveTo>
                    <a:cubicBezTo>
                      <a:pt x="9675" y="139"/>
                      <a:pt x="277" y="9537"/>
                      <a:pt x="277" y="21129"/>
                    </a:cubicBezTo>
                    <a:cubicBezTo>
                      <a:pt x="277" y="32722"/>
                      <a:pt x="9675" y="42120"/>
                      <a:pt x="21268" y="42120"/>
                    </a:cubicBezTo>
                    <a:cubicBezTo>
                      <a:pt x="32861" y="42120"/>
                      <a:pt x="42259" y="32722"/>
                      <a:pt x="42259" y="21129"/>
                    </a:cubicBezTo>
                    <a:lnTo>
                      <a:pt x="42259" y="21129"/>
                    </a:lnTo>
                    <a:cubicBezTo>
                      <a:pt x="42259" y="9537"/>
                      <a:pt x="32861" y="139"/>
                      <a:pt x="21268" y="13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7" name="Freeform: Shape 3836">
                <a:extLst>
                  <a:ext uri="{FF2B5EF4-FFF2-40B4-BE49-F238E27FC236}">
                    <a16:creationId xmlns:a16="http://schemas.microsoft.com/office/drawing/2014/main" id="{1062A99C-B94E-8D5E-6481-2E8A646487D2}"/>
                  </a:ext>
                </a:extLst>
              </p:cNvPr>
              <p:cNvSpPr/>
              <p:nvPr/>
            </p:nvSpPr>
            <p:spPr>
              <a:xfrm>
                <a:off x="1849020" y="7809885"/>
                <a:ext cx="37180" cy="37180"/>
              </a:xfrm>
              <a:custGeom>
                <a:avLst/>
                <a:gdLst>
                  <a:gd name="connsiteX0" fmla="*/ 37456 w 37180"/>
                  <a:gd name="connsiteY0" fmla="*/ 18744 h 37180"/>
                  <a:gd name="connsiteX1" fmla="*/ 18866 w 37180"/>
                  <a:gd name="connsiteY1" fmla="*/ 37335 h 37180"/>
                  <a:gd name="connsiteX2" fmla="*/ 275 w 37180"/>
                  <a:gd name="connsiteY2" fmla="*/ 18744 h 37180"/>
                  <a:gd name="connsiteX3" fmla="*/ 18866 w 37180"/>
                  <a:gd name="connsiteY3" fmla="*/ 154 h 37180"/>
                  <a:gd name="connsiteX4" fmla="*/ 37456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4"/>
                    </a:moveTo>
                    <a:cubicBezTo>
                      <a:pt x="37456" y="29011"/>
                      <a:pt x="29133" y="37335"/>
                      <a:pt x="18866" y="37335"/>
                    </a:cubicBezTo>
                    <a:cubicBezTo>
                      <a:pt x="8598" y="37335"/>
                      <a:pt x="275" y="29011"/>
                      <a:pt x="275" y="18744"/>
                    </a:cubicBezTo>
                    <a:cubicBezTo>
                      <a:pt x="275" y="8477"/>
                      <a:pt x="8598" y="154"/>
                      <a:pt x="18866" y="154"/>
                    </a:cubicBezTo>
                    <a:cubicBezTo>
                      <a:pt x="29133" y="154"/>
                      <a:pt x="37456" y="8477"/>
                      <a:pt x="37456" y="18744"/>
                    </a:cubicBezTo>
                    <a:close/>
                  </a:path>
                </a:pathLst>
              </a:custGeom>
              <a:solidFill>
                <a:srgbClr val="F7D5D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8" name="Freeform: Shape 3837">
                <a:extLst>
                  <a:ext uri="{FF2B5EF4-FFF2-40B4-BE49-F238E27FC236}">
                    <a16:creationId xmlns:a16="http://schemas.microsoft.com/office/drawing/2014/main" id="{D5F9BE0E-0CF7-05DE-96A6-0F176F4DA32D}"/>
                  </a:ext>
                </a:extLst>
              </p:cNvPr>
              <p:cNvSpPr/>
              <p:nvPr/>
            </p:nvSpPr>
            <p:spPr>
              <a:xfrm>
                <a:off x="1846620" y="7807485"/>
                <a:ext cx="41981" cy="41981"/>
              </a:xfrm>
              <a:custGeom>
                <a:avLst/>
                <a:gdLst>
                  <a:gd name="connsiteX0" fmla="*/ 21266 w 41981"/>
                  <a:gd name="connsiteY0" fmla="*/ 4954 h 41981"/>
                  <a:gd name="connsiteX1" fmla="*/ 37456 w 41981"/>
                  <a:gd name="connsiteY1" fmla="*/ 21144 h 41981"/>
                  <a:gd name="connsiteX2" fmla="*/ 37456 w 41981"/>
                  <a:gd name="connsiteY2" fmla="*/ 21144 h 41981"/>
                  <a:gd name="connsiteX3" fmla="*/ 21266 w 41981"/>
                  <a:gd name="connsiteY3" fmla="*/ 37335 h 41981"/>
                  <a:gd name="connsiteX4" fmla="*/ 5076 w 41981"/>
                  <a:gd name="connsiteY4" fmla="*/ 21144 h 41981"/>
                  <a:gd name="connsiteX5" fmla="*/ 21266 w 41981"/>
                  <a:gd name="connsiteY5" fmla="*/ 4954 h 41981"/>
                  <a:gd name="connsiteX6" fmla="*/ 21266 w 41981"/>
                  <a:gd name="connsiteY6" fmla="*/ 154 h 41981"/>
                  <a:gd name="connsiteX7" fmla="*/ 275 w 41981"/>
                  <a:gd name="connsiteY7" fmla="*/ 21144 h 41981"/>
                  <a:gd name="connsiteX8" fmla="*/ 21266 w 41981"/>
                  <a:gd name="connsiteY8" fmla="*/ 42135 h 41981"/>
                  <a:gd name="connsiteX9" fmla="*/ 42256 w 41981"/>
                  <a:gd name="connsiteY9" fmla="*/ 21144 h 41981"/>
                  <a:gd name="connsiteX10" fmla="*/ 42256 w 41981"/>
                  <a:gd name="connsiteY10" fmla="*/ 21144 h 41981"/>
                  <a:gd name="connsiteX11" fmla="*/ 21266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4"/>
                    </a:moveTo>
                    <a:cubicBezTo>
                      <a:pt x="30208" y="4954"/>
                      <a:pt x="37456" y="12203"/>
                      <a:pt x="37456" y="21144"/>
                    </a:cubicBezTo>
                    <a:lnTo>
                      <a:pt x="37456" y="21144"/>
                    </a:lnTo>
                    <a:cubicBezTo>
                      <a:pt x="37456" y="30086"/>
                      <a:pt x="30208" y="37335"/>
                      <a:pt x="21266" y="37335"/>
                    </a:cubicBezTo>
                    <a:cubicBezTo>
                      <a:pt x="12324" y="37335"/>
                      <a:pt x="5076" y="30086"/>
                      <a:pt x="5076" y="21144"/>
                    </a:cubicBezTo>
                    <a:cubicBezTo>
                      <a:pt x="5076" y="12203"/>
                      <a:pt x="12324" y="4954"/>
                      <a:pt x="21266" y="4954"/>
                    </a:cubicBezTo>
                    <a:close/>
                    <a:moveTo>
                      <a:pt x="21266" y="154"/>
                    </a:moveTo>
                    <a:cubicBezTo>
                      <a:pt x="9673" y="154"/>
                      <a:pt x="275" y="9552"/>
                      <a:pt x="275" y="21144"/>
                    </a:cubicBezTo>
                    <a:cubicBezTo>
                      <a:pt x="275" y="32737"/>
                      <a:pt x="9673" y="42135"/>
                      <a:pt x="21266" y="42135"/>
                    </a:cubicBezTo>
                    <a:cubicBezTo>
                      <a:pt x="32858" y="42135"/>
                      <a:pt x="42256" y="32737"/>
                      <a:pt x="42256" y="21144"/>
                    </a:cubicBezTo>
                    <a:lnTo>
                      <a:pt x="42256" y="21144"/>
                    </a:lnTo>
                    <a:cubicBezTo>
                      <a:pt x="42256" y="9552"/>
                      <a:pt x="32858" y="154"/>
                      <a:pt x="21266"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39" name="Freeform: Shape 3838">
                <a:extLst>
                  <a:ext uri="{FF2B5EF4-FFF2-40B4-BE49-F238E27FC236}">
                    <a16:creationId xmlns:a16="http://schemas.microsoft.com/office/drawing/2014/main" id="{3DD6CB55-3B98-EBFE-295C-70786B4B890A}"/>
                  </a:ext>
                </a:extLst>
              </p:cNvPr>
              <p:cNvSpPr/>
              <p:nvPr/>
            </p:nvSpPr>
            <p:spPr>
              <a:xfrm>
                <a:off x="1802197" y="7947100"/>
                <a:ext cx="37180" cy="37180"/>
              </a:xfrm>
              <a:custGeom>
                <a:avLst/>
                <a:gdLst>
                  <a:gd name="connsiteX0" fmla="*/ 37448 w 37180"/>
                  <a:gd name="connsiteY0" fmla="*/ 18768 h 37180"/>
                  <a:gd name="connsiteX1" fmla="*/ 18857 w 37180"/>
                  <a:gd name="connsiteY1" fmla="*/ 37358 h 37180"/>
                  <a:gd name="connsiteX2" fmla="*/ 267 w 37180"/>
                  <a:gd name="connsiteY2" fmla="*/ 18768 h 37180"/>
                  <a:gd name="connsiteX3" fmla="*/ 18857 w 37180"/>
                  <a:gd name="connsiteY3" fmla="*/ 178 h 37180"/>
                  <a:gd name="connsiteX4" fmla="*/ 3744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8"/>
                    </a:moveTo>
                    <a:cubicBezTo>
                      <a:pt x="37448" y="29035"/>
                      <a:pt x="29125" y="37358"/>
                      <a:pt x="18857" y="37358"/>
                    </a:cubicBezTo>
                    <a:cubicBezTo>
                      <a:pt x="8590" y="37358"/>
                      <a:pt x="267" y="29035"/>
                      <a:pt x="267" y="18768"/>
                    </a:cubicBezTo>
                    <a:cubicBezTo>
                      <a:pt x="267" y="8501"/>
                      <a:pt x="8590" y="178"/>
                      <a:pt x="18857" y="178"/>
                    </a:cubicBezTo>
                    <a:cubicBezTo>
                      <a:pt x="29125" y="178"/>
                      <a:pt x="37448" y="8501"/>
                      <a:pt x="37448" y="18768"/>
                    </a:cubicBezTo>
                    <a:close/>
                  </a:path>
                </a:pathLst>
              </a:custGeom>
              <a:solidFill>
                <a:srgbClr val="8BF78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0" name="Freeform: Shape 3839">
                <a:extLst>
                  <a:ext uri="{FF2B5EF4-FFF2-40B4-BE49-F238E27FC236}">
                    <a16:creationId xmlns:a16="http://schemas.microsoft.com/office/drawing/2014/main" id="{A6A56213-29DB-5521-EB89-6D8A7606F9CC}"/>
                  </a:ext>
                </a:extLst>
              </p:cNvPr>
              <p:cNvSpPr/>
              <p:nvPr/>
            </p:nvSpPr>
            <p:spPr>
              <a:xfrm>
                <a:off x="1799797" y="7944700"/>
                <a:ext cx="41981" cy="41981"/>
              </a:xfrm>
              <a:custGeom>
                <a:avLst/>
                <a:gdLst>
                  <a:gd name="connsiteX0" fmla="*/ 21258 w 41981"/>
                  <a:gd name="connsiteY0" fmla="*/ 4978 h 41981"/>
                  <a:gd name="connsiteX1" fmla="*/ 37448 w 41981"/>
                  <a:gd name="connsiteY1" fmla="*/ 21168 h 41981"/>
                  <a:gd name="connsiteX2" fmla="*/ 37448 w 41981"/>
                  <a:gd name="connsiteY2" fmla="*/ 21168 h 41981"/>
                  <a:gd name="connsiteX3" fmla="*/ 21258 w 41981"/>
                  <a:gd name="connsiteY3" fmla="*/ 37358 h 41981"/>
                  <a:gd name="connsiteX4" fmla="*/ 5067 w 41981"/>
                  <a:gd name="connsiteY4" fmla="*/ 21168 h 41981"/>
                  <a:gd name="connsiteX5" fmla="*/ 21258 w 41981"/>
                  <a:gd name="connsiteY5" fmla="*/ 4978 h 41981"/>
                  <a:gd name="connsiteX6" fmla="*/ 21258 w 41981"/>
                  <a:gd name="connsiteY6" fmla="*/ 178 h 41981"/>
                  <a:gd name="connsiteX7" fmla="*/ 267 w 41981"/>
                  <a:gd name="connsiteY7" fmla="*/ 21168 h 41981"/>
                  <a:gd name="connsiteX8" fmla="*/ 21258 w 41981"/>
                  <a:gd name="connsiteY8" fmla="*/ 42159 h 41981"/>
                  <a:gd name="connsiteX9" fmla="*/ 42248 w 41981"/>
                  <a:gd name="connsiteY9" fmla="*/ 21168 h 41981"/>
                  <a:gd name="connsiteX10" fmla="*/ 42248 w 41981"/>
                  <a:gd name="connsiteY10" fmla="*/ 21168 h 41981"/>
                  <a:gd name="connsiteX11" fmla="*/ 2125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8"/>
                    </a:moveTo>
                    <a:cubicBezTo>
                      <a:pt x="30199" y="4978"/>
                      <a:pt x="37448" y="12226"/>
                      <a:pt x="37448" y="21168"/>
                    </a:cubicBezTo>
                    <a:lnTo>
                      <a:pt x="37448" y="21168"/>
                    </a:lnTo>
                    <a:cubicBezTo>
                      <a:pt x="37448" y="30110"/>
                      <a:pt x="30199" y="37358"/>
                      <a:pt x="21258" y="37358"/>
                    </a:cubicBezTo>
                    <a:cubicBezTo>
                      <a:pt x="12316" y="37358"/>
                      <a:pt x="5067" y="30110"/>
                      <a:pt x="5067" y="21168"/>
                    </a:cubicBezTo>
                    <a:cubicBezTo>
                      <a:pt x="5067" y="12226"/>
                      <a:pt x="12316" y="4978"/>
                      <a:pt x="21258" y="4978"/>
                    </a:cubicBezTo>
                    <a:close/>
                    <a:moveTo>
                      <a:pt x="21258" y="178"/>
                    </a:moveTo>
                    <a:cubicBezTo>
                      <a:pt x="9665" y="178"/>
                      <a:pt x="267" y="9576"/>
                      <a:pt x="267" y="21168"/>
                    </a:cubicBezTo>
                    <a:cubicBezTo>
                      <a:pt x="267" y="32761"/>
                      <a:pt x="9665" y="42159"/>
                      <a:pt x="21258" y="42159"/>
                    </a:cubicBezTo>
                    <a:cubicBezTo>
                      <a:pt x="32850" y="42159"/>
                      <a:pt x="42248" y="32761"/>
                      <a:pt x="42248" y="21168"/>
                    </a:cubicBezTo>
                    <a:lnTo>
                      <a:pt x="42248" y="21168"/>
                    </a:lnTo>
                    <a:cubicBezTo>
                      <a:pt x="42248" y="9576"/>
                      <a:pt x="32850" y="178"/>
                      <a:pt x="21258"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1" name="Freeform: Shape 3840">
                <a:extLst>
                  <a:ext uri="{FF2B5EF4-FFF2-40B4-BE49-F238E27FC236}">
                    <a16:creationId xmlns:a16="http://schemas.microsoft.com/office/drawing/2014/main" id="{C758D2D0-CE2F-E839-775D-97249B124C63}"/>
                  </a:ext>
                </a:extLst>
              </p:cNvPr>
              <p:cNvSpPr/>
              <p:nvPr/>
            </p:nvSpPr>
            <p:spPr>
              <a:xfrm>
                <a:off x="1869647" y="7752769"/>
                <a:ext cx="37180" cy="37180"/>
              </a:xfrm>
              <a:custGeom>
                <a:avLst/>
                <a:gdLst>
                  <a:gd name="connsiteX0" fmla="*/ 37460 w 37180"/>
                  <a:gd name="connsiteY0" fmla="*/ 18734 h 37180"/>
                  <a:gd name="connsiteX1" fmla="*/ 18869 w 37180"/>
                  <a:gd name="connsiteY1" fmla="*/ 37325 h 37180"/>
                  <a:gd name="connsiteX2" fmla="*/ 279 w 37180"/>
                  <a:gd name="connsiteY2" fmla="*/ 18734 h 37180"/>
                  <a:gd name="connsiteX3" fmla="*/ 18869 w 37180"/>
                  <a:gd name="connsiteY3" fmla="*/ 144 h 37180"/>
                  <a:gd name="connsiteX4" fmla="*/ 37460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34"/>
                    </a:moveTo>
                    <a:cubicBezTo>
                      <a:pt x="37460" y="29002"/>
                      <a:pt x="29136" y="37325"/>
                      <a:pt x="18869" y="37325"/>
                    </a:cubicBezTo>
                    <a:cubicBezTo>
                      <a:pt x="8602" y="37325"/>
                      <a:pt x="279" y="29002"/>
                      <a:pt x="279" y="18734"/>
                    </a:cubicBezTo>
                    <a:cubicBezTo>
                      <a:pt x="279" y="8467"/>
                      <a:pt x="8602" y="144"/>
                      <a:pt x="18869" y="144"/>
                    </a:cubicBezTo>
                    <a:cubicBezTo>
                      <a:pt x="29136" y="144"/>
                      <a:pt x="37460" y="8467"/>
                      <a:pt x="37460" y="18734"/>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2" name="Freeform: Shape 3841">
                <a:extLst>
                  <a:ext uri="{FF2B5EF4-FFF2-40B4-BE49-F238E27FC236}">
                    <a16:creationId xmlns:a16="http://schemas.microsoft.com/office/drawing/2014/main" id="{0A4CEA6E-9303-6F42-8E39-70D02CE29748}"/>
                  </a:ext>
                </a:extLst>
              </p:cNvPr>
              <p:cNvSpPr/>
              <p:nvPr/>
            </p:nvSpPr>
            <p:spPr>
              <a:xfrm>
                <a:off x="1867247" y="7750369"/>
                <a:ext cx="41981" cy="41981"/>
              </a:xfrm>
              <a:custGeom>
                <a:avLst/>
                <a:gdLst>
                  <a:gd name="connsiteX0" fmla="*/ 21269 w 41981"/>
                  <a:gd name="connsiteY0" fmla="*/ 4944 h 41981"/>
                  <a:gd name="connsiteX1" fmla="*/ 37460 w 41981"/>
                  <a:gd name="connsiteY1" fmla="*/ 21135 h 41981"/>
                  <a:gd name="connsiteX2" fmla="*/ 37460 w 41981"/>
                  <a:gd name="connsiteY2" fmla="*/ 21135 h 41981"/>
                  <a:gd name="connsiteX3" fmla="*/ 21269 w 41981"/>
                  <a:gd name="connsiteY3" fmla="*/ 37325 h 41981"/>
                  <a:gd name="connsiteX4" fmla="*/ 5079 w 41981"/>
                  <a:gd name="connsiteY4" fmla="*/ 21135 h 41981"/>
                  <a:gd name="connsiteX5" fmla="*/ 21269 w 41981"/>
                  <a:gd name="connsiteY5" fmla="*/ 4944 h 41981"/>
                  <a:gd name="connsiteX6" fmla="*/ 21269 w 41981"/>
                  <a:gd name="connsiteY6" fmla="*/ 144 h 41981"/>
                  <a:gd name="connsiteX7" fmla="*/ 279 w 41981"/>
                  <a:gd name="connsiteY7" fmla="*/ 21135 h 41981"/>
                  <a:gd name="connsiteX8" fmla="*/ 21269 w 41981"/>
                  <a:gd name="connsiteY8" fmla="*/ 42125 h 41981"/>
                  <a:gd name="connsiteX9" fmla="*/ 42260 w 41981"/>
                  <a:gd name="connsiteY9" fmla="*/ 21135 h 41981"/>
                  <a:gd name="connsiteX10" fmla="*/ 42260 w 41981"/>
                  <a:gd name="connsiteY10" fmla="*/ 21135 h 41981"/>
                  <a:gd name="connsiteX11" fmla="*/ 2126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44"/>
                    </a:moveTo>
                    <a:cubicBezTo>
                      <a:pt x="30211" y="4944"/>
                      <a:pt x="37460" y="12193"/>
                      <a:pt x="37460" y="21135"/>
                    </a:cubicBezTo>
                    <a:lnTo>
                      <a:pt x="37460" y="21135"/>
                    </a:lnTo>
                    <a:cubicBezTo>
                      <a:pt x="37460" y="30076"/>
                      <a:pt x="30211" y="37325"/>
                      <a:pt x="21269" y="37325"/>
                    </a:cubicBezTo>
                    <a:cubicBezTo>
                      <a:pt x="12328" y="37325"/>
                      <a:pt x="5079" y="30076"/>
                      <a:pt x="5079" y="21135"/>
                    </a:cubicBezTo>
                    <a:cubicBezTo>
                      <a:pt x="5079" y="12193"/>
                      <a:pt x="12328" y="4944"/>
                      <a:pt x="21269" y="4944"/>
                    </a:cubicBezTo>
                    <a:close/>
                    <a:moveTo>
                      <a:pt x="21269" y="144"/>
                    </a:moveTo>
                    <a:cubicBezTo>
                      <a:pt x="9677" y="144"/>
                      <a:pt x="279" y="9542"/>
                      <a:pt x="279" y="21135"/>
                    </a:cubicBezTo>
                    <a:cubicBezTo>
                      <a:pt x="279" y="32727"/>
                      <a:pt x="9677" y="42125"/>
                      <a:pt x="21269" y="42125"/>
                    </a:cubicBezTo>
                    <a:cubicBezTo>
                      <a:pt x="32862" y="42125"/>
                      <a:pt x="42260" y="32727"/>
                      <a:pt x="42260" y="21135"/>
                    </a:cubicBezTo>
                    <a:lnTo>
                      <a:pt x="42260" y="21135"/>
                    </a:lnTo>
                    <a:cubicBezTo>
                      <a:pt x="42260" y="9542"/>
                      <a:pt x="32862" y="144"/>
                      <a:pt x="21269"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3" name="Freeform: Shape 3842">
                <a:extLst>
                  <a:ext uri="{FF2B5EF4-FFF2-40B4-BE49-F238E27FC236}">
                    <a16:creationId xmlns:a16="http://schemas.microsoft.com/office/drawing/2014/main" id="{782717C7-0CC5-50C1-A3DA-59977C523200}"/>
                  </a:ext>
                </a:extLst>
              </p:cNvPr>
              <p:cNvSpPr/>
              <p:nvPr/>
            </p:nvSpPr>
            <p:spPr>
              <a:xfrm>
                <a:off x="1787993" y="7951915"/>
                <a:ext cx="37180" cy="37180"/>
              </a:xfrm>
              <a:custGeom>
                <a:avLst/>
                <a:gdLst>
                  <a:gd name="connsiteX0" fmla="*/ 37445 w 37180"/>
                  <a:gd name="connsiteY0" fmla="*/ 18769 h 37180"/>
                  <a:gd name="connsiteX1" fmla="*/ 18855 w 37180"/>
                  <a:gd name="connsiteY1" fmla="*/ 37359 h 37180"/>
                  <a:gd name="connsiteX2" fmla="*/ 265 w 37180"/>
                  <a:gd name="connsiteY2" fmla="*/ 18769 h 37180"/>
                  <a:gd name="connsiteX3" fmla="*/ 18855 w 37180"/>
                  <a:gd name="connsiteY3" fmla="*/ 179 h 37180"/>
                  <a:gd name="connsiteX4" fmla="*/ 3744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9"/>
                    </a:moveTo>
                    <a:cubicBezTo>
                      <a:pt x="37445" y="29036"/>
                      <a:pt x="29122" y="37359"/>
                      <a:pt x="18855" y="37359"/>
                    </a:cubicBezTo>
                    <a:cubicBezTo>
                      <a:pt x="8588" y="37359"/>
                      <a:pt x="265" y="29036"/>
                      <a:pt x="265" y="18769"/>
                    </a:cubicBezTo>
                    <a:cubicBezTo>
                      <a:pt x="265" y="8502"/>
                      <a:pt x="8588" y="179"/>
                      <a:pt x="18855" y="179"/>
                    </a:cubicBezTo>
                    <a:cubicBezTo>
                      <a:pt x="29122" y="179"/>
                      <a:pt x="37445" y="8502"/>
                      <a:pt x="37445" y="18769"/>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4" name="Freeform: Shape 3843">
                <a:extLst>
                  <a:ext uri="{FF2B5EF4-FFF2-40B4-BE49-F238E27FC236}">
                    <a16:creationId xmlns:a16="http://schemas.microsoft.com/office/drawing/2014/main" id="{5A1C9EC4-3801-54FD-72A5-C50A915ABECB}"/>
                  </a:ext>
                </a:extLst>
              </p:cNvPr>
              <p:cNvSpPr/>
              <p:nvPr/>
            </p:nvSpPr>
            <p:spPr>
              <a:xfrm>
                <a:off x="1785593" y="7949515"/>
                <a:ext cx="41981" cy="41981"/>
              </a:xfrm>
              <a:custGeom>
                <a:avLst/>
                <a:gdLst>
                  <a:gd name="connsiteX0" fmla="*/ 21255 w 41981"/>
                  <a:gd name="connsiteY0" fmla="*/ 4979 h 41981"/>
                  <a:gd name="connsiteX1" fmla="*/ 37445 w 41981"/>
                  <a:gd name="connsiteY1" fmla="*/ 21169 h 41981"/>
                  <a:gd name="connsiteX2" fmla="*/ 37445 w 41981"/>
                  <a:gd name="connsiteY2" fmla="*/ 21169 h 41981"/>
                  <a:gd name="connsiteX3" fmla="*/ 21255 w 41981"/>
                  <a:gd name="connsiteY3" fmla="*/ 37359 h 41981"/>
                  <a:gd name="connsiteX4" fmla="*/ 5065 w 41981"/>
                  <a:gd name="connsiteY4" fmla="*/ 21169 h 41981"/>
                  <a:gd name="connsiteX5" fmla="*/ 21255 w 41981"/>
                  <a:gd name="connsiteY5" fmla="*/ 4979 h 41981"/>
                  <a:gd name="connsiteX6" fmla="*/ 21255 w 41981"/>
                  <a:gd name="connsiteY6" fmla="*/ 179 h 41981"/>
                  <a:gd name="connsiteX7" fmla="*/ 265 w 41981"/>
                  <a:gd name="connsiteY7" fmla="*/ 21169 h 41981"/>
                  <a:gd name="connsiteX8" fmla="*/ 21255 w 41981"/>
                  <a:gd name="connsiteY8" fmla="*/ 42160 h 41981"/>
                  <a:gd name="connsiteX9" fmla="*/ 42246 w 41981"/>
                  <a:gd name="connsiteY9" fmla="*/ 21169 h 41981"/>
                  <a:gd name="connsiteX10" fmla="*/ 42246 w 41981"/>
                  <a:gd name="connsiteY10" fmla="*/ 21169 h 41981"/>
                  <a:gd name="connsiteX11" fmla="*/ 2125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9"/>
                    </a:moveTo>
                    <a:cubicBezTo>
                      <a:pt x="30197" y="4979"/>
                      <a:pt x="37445" y="12227"/>
                      <a:pt x="37445" y="21169"/>
                    </a:cubicBezTo>
                    <a:lnTo>
                      <a:pt x="37445" y="21169"/>
                    </a:lnTo>
                    <a:cubicBezTo>
                      <a:pt x="37445" y="30111"/>
                      <a:pt x="30197" y="37359"/>
                      <a:pt x="21255" y="37359"/>
                    </a:cubicBezTo>
                    <a:cubicBezTo>
                      <a:pt x="12313" y="37359"/>
                      <a:pt x="5065" y="30111"/>
                      <a:pt x="5065" y="21169"/>
                    </a:cubicBezTo>
                    <a:cubicBezTo>
                      <a:pt x="5065" y="12227"/>
                      <a:pt x="12313" y="4979"/>
                      <a:pt x="21255" y="4979"/>
                    </a:cubicBezTo>
                    <a:close/>
                    <a:moveTo>
                      <a:pt x="21255" y="179"/>
                    </a:moveTo>
                    <a:cubicBezTo>
                      <a:pt x="9663" y="179"/>
                      <a:pt x="265" y="9577"/>
                      <a:pt x="265" y="21169"/>
                    </a:cubicBezTo>
                    <a:cubicBezTo>
                      <a:pt x="265" y="32762"/>
                      <a:pt x="9663" y="42160"/>
                      <a:pt x="21255" y="42160"/>
                    </a:cubicBezTo>
                    <a:cubicBezTo>
                      <a:pt x="32848" y="42160"/>
                      <a:pt x="42246" y="32762"/>
                      <a:pt x="42246" y="21169"/>
                    </a:cubicBezTo>
                    <a:lnTo>
                      <a:pt x="42246" y="21169"/>
                    </a:lnTo>
                    <a:cubicBezTo>
                      <a:pt x="42246" y="9577"/>
                      <a:pt x="32848" y="179"/>
                      <a:pt x="21255"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5" name="Freeform: Shape 3844">
                <a:extLst>
                  <a:ext uri="{FF2B5EF4-FFF2-40B4-BE49-F238E27FC236}">
                    <a16:creationId xmlns:a16="http://schemas.microsoft.com/office/drawing/2014/main" id="{9B58E56F-EA91-1403-2A15-168C0B864437}"/>
                  </a:ext>
                </a:extLst>
              </p:cNvPr>
              <p:cNvSpPr/>
              <p:nvPr/>
            </p:nvSpPr>
            <p:spPr>
              <a:xfrm>
                <a:off x="1783328" y="7916595"/>
                <a:ext cx="37180" cy="37180"/>
              </a:xfrm>
              <a:custGeom>
                <a:avLst/>
                <a:gdLst>
                  <a:gd name="connsiteX0" fmla="*/ 37445 w 37180"/>
                  <a:gd name="connsiteY0" fmla="*/ 18763 h 37180"/>
                  <a:gd name="connsiteX1" fmla="*/ 18854 w 37180"/>
                  <a:gd name="connsiteY1" fmla="*/ 37353 h 37180"/>
                  <a:gd name="connsiteX2" fmla="*/ 264 w 37180"/>
                  <a:gd name="connsiteY2" fmla="*/ 18763 h 37180"/>
                  <a:gd name="connsiteX3" fmla="*/ 18854 w 37180"/>
                  <a:gd name="connsiteY3" fmla="*/ 172 h 37180"/>
                  <a:gd name="connsiteX4" fmla="*/ 3744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3"/>
                    </a:moveTo>
                    <a:cubicBezTo>
                      <a:pt x="37445" y="29030"/>
                      <a:pt x="29121" y="37353"/>
                      <a:pt x="18854" y="37353"/>
                    </a:cubicBezTo>
                    <a:cubicBezTo>
                      <a:pt x="8587" y="37353"/>
                      <a:pt x="264" y="29030"/>
                      <a:pt x="264" y="18763"/>
                    </a:cubicBezTo>
                    <a:cubicBezTo>
                      <a:pt x="264" y="8496"/>
                      <a:pt x="8587" y="172"/>
                      <a:pt x="18854" y="172"/>
                    </a:cubicBezTo>
                    <a:cubicBezTo>
                      <a:pt x="29121" y="172"/>
                      <a:pt x="37445" y="8496"/>
                      <a:pt x="37445" y="18763"/>
                    </a:cubicBezTo>
                    <a:close/>
                  </a:path>
                </a:pathLst>
              </a:custGeom>
              <a:solidFill>
                <a:srgbClr val="F7CBC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6" name="Freeform: Shape 3845">
                <a:extLst>
                  <a:ext uri="{FF2B5EF4-FFF2-40B4-BE49-F238E27FC236}">
                    <a16:creationId xmlns:a16="http://schemas.microsoft.com/office/drawing/2014/main" id="{9B7EEFF6-D38E-A070-9713-E9AD3DC5942E}"/>
                  </a:ext>
                </a:extLst>
              </p:cNvPr>
              <p:cNvSpPr/>
              <p:nvPr/>
            </p:nvSpPr>
            <p:spPr>
              <a:xfrm>
                <a:off x="1780927" y="7914195"/>
                <a:ext cx="41981" cy="41981"/>
              </a:xfrm>
              <a:custGeom>
                <a:avLst/>
                <a:gdLst>
                  <a:gd name="connsiteX0" fmla="*/ 21254 w 41981"/>
                  <a:gd name="connsiteY0" fmla="*/ 4973 h 41981"/>
                  <a:gd name="connsiteX1" fmla="*/ 37445 w 41981"/>
                  <a:gd name="connsiteY1" fmla="*/ 21163 h 41981"/>
                  <a:gd name="connsiteX2" fmla="*/ 37445 w 41981"/>
                  <a:gd name="connsiteY2" fmla="*/ 21163 h 41981"/>
                  <a:gd name="connsiteX3" fmla="*/ 21254 w 41981"/>
                  <a:gd name="connsiteY3" fmla="*/ 37353 h 41981"/>
                  <a:gd name="connsiteX4" fmla="*/ 5064 w 41981"/>
                  <a:gd name="connsiteY4" fmla="*/ 21163 h 41981"/>
                  <a:gd name="connsiteX5" fmla="*/ 21254 w 41981"/>
                  <a:gd name="connsiteY5" fmla="*/ 4973 h 41981"/>
                  <a:gd name="connsiteX6" fmla="*/ 21254 w 41981"/>
                  <a:gd name="connsiteY6" fmla="*/ 172 h 41981"/>
                  <a:gd name="connsiteX7" fmla="*/ 264 w 41981"/>
                  <a:gd name="connsiteY7" fmla="*/ 21163 h 41981"/>
                  <a:gd name="connsiteX8" fmla="*/ 21254 w 41981"/>
                  <a:gd name="connsiteY8" fmla="*/ 42154 h 41981"/>
                  <a:gd name="connsiteX9" fmla="*/ 42245 w 41981"/>
                  <a:gd name="connsiteY9" fmla="*/ 21163 h 41981"/>
                  <a:gd name="connsiteX10" fmla="*/ 42245 w 41981"/>
                  <a:gd name="connsiteY10" fmla="*/ 21163 h 41981"/>
                  <a:gd name="connsiteX11" fmla="*/ 21254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3"/>
                    </a:moveTo>
                    <a:cubicBezTo>
                      <a:pt x="30196" y="4973"/>
                      <a:pt x="37445" y="12221"/>
                      <a:pt x="37445" y="21163"/>
                    </a:cubicBezTo>
                    <a:lnTo>
                      <a:pt x="37445" y="21163"/>
                    </a:lnTo>
                    <a:cubicBezTo>
                      <a:pt x="37445" y="30105"/>
                      <a:pt x="30196" y="37353"/>
                      <a:pt x="21254" y="37353"/>
                    </a:cubicBezTo>
                    <a:cubicBezTo>
                      <a:pt x="12313" y="37353"/>
                      <a:pt x="5064" y="30105"/>
                      <a:pt x="5064" y="21163"/>
                    </a:cubicBezTo>
                    <a:cubicBezTo>
                      <a:pt x="5064" y="12221"/>
                      <a:pt x="12313" y="4973"/>
                      <a:pt x="21254" y="4973"/>
                    </a:cubicBezTo>
                    <a:close/>
                    <a:moveTo>
                      <a:pt x="21254" y="172"/>
                    </a:moveTo>
                    <a:cubicBezTo>
                      <a:pt x="9662" y="172"/>
                      <a:pt x="264" y="9570"/>
                      <a:pt x="264" y="21163"/>
                    </a:cubicBezTo>
                    <a:cubicBezTo>
                      <a:pt x="264" y="32756"/>
                      <a:pt x="9662" y="42154"/>
                      <a:pt x="21254" y="42154"/>
                    </a:cubicBezTo>
                    <a:cubicBezTo>
                      <a:pt x="32847" y="42154"/>
                      <a:pt x="42245" y="32756"/>
                      <a:pt x="42245" y="21163"/>
                    </a:cubicBezTo>
                    <a:lnTo>
                      <a:pt x="42245" y="21163"/>
                    </a:lnTo>
                    <a:cubicBezTo>
                      <a:pt x="42245" y="9570"/>
                      <a:pt x="32847" y="172"/>
                      <a:pt x="21254"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7" name="Freeform: Shape 3846">
                <a:extLst>
                  <a:ext uri="{FF2B5EF4-FFF2-40B4-BE49-F238E27FC236}">
                    <a16:creationId xmlns:a16="http://schemas.microsoft.com/office/drawing/2014/main" id="{D0380739-5EA7-35A3-3D28-79B43FAD7F54}"/>
                  </a:ext>
                </a:extLst>
              </p:cNvPr>
              <p:cNvSpPr/>
              <p:nvPr/>
            </p:nvSpPr>
            <p:spPr>
              <a:xfrm>
                <a:off x="1708188" y="7904505"/>
                <a:ext cx="37180" cy="37180"/>
              </a:xfrm>
              <a:custGeom>
                <a:avLst/>
                <a:gdLst>
                  <a:gd name="connsiteX0" fmla="*/ 37432 w 37180"/>
                  <a:gd name="connsiteY0" fmla="*/ 18761 h 37180"/>
                  <a:gd name="connsiteX1" fmla="*/ 18841 w 37180"/>
                  <a:gd name="connsiteY1" fmla="*/ 37351 h 37180"/>
                  <a:gd name="connsiteX2" fmla="*/ 251 w 37180"/>
                  <a:gd name="connsiteY2" fmla="*/ 18761 h 37180"/>
                  <a:gd name="connsiteX3" fmla="*/ 18841 w 37180"/>
                  <a:gd name="connsiteY3" fmla="*/ 170 h 37180"/>
                  <a:gd name="connsiteX4" fmla="*/ 37432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1"/>
                    </a:moveTo>
                    <a:cubicBezTo>
                      <a:pt x="37432" y="29028"/>
                      <a:pt x="29108" y="37351"/>
                      <a:pt x="18841" y="37351"/>
                    </a:cubicBezTo>
                    <a:cubicBezTo>
                      <a:pt x="8574" y="37351"/>
                      <a:pt x="251" y="29028"/>
                      <a:pt x="251" y="18761"/>
                    </a:cubicBezTo>
                    <a:cubicBezTo>
                      <a:pt x="251" y="8493"/>
                      <a:pt x="8574" y="170"/>
                      <a:pt x="18841" y="170"/>
                    </a:cubicBezTo>
                    <a:cubicBezTo>
                      <a:pt x="29108" y="170"/>
                      <a:pt x="37432" y="8494"/>
                      <a:pt x="37432" y="18761"/>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8" name="Freeform: Shape 3847">
                <a:extLst>
                  <a:ext uri="{FF2B5EF4-FFF2-40B4-BE49-F238E27FC236}">
                    <a16:creationId xmlns:a16="http://schemas.microsoft.com/office/drawing/2014/main" id="{411F7897-DFCB-3B40-3404-088EB48C3A39}"/>
                  </a:ext>
                </a:extLst>
              </p:cNvPr>
              <p:cNvSpPr/>
              <p:nvPr/>
            </p:nvSpPr>
            <p:spPr>
              <a:xfrm>
                <a:off x="1705788" y="7902104"/>
                <a:ext cx="41981" cy="41981"/>
              </a:xfrm>
              <a:custGeom>
                <a:avLst/>
                <a:gdLst>
                  <a:gd name="connsiteX0" fmla="*/ 21241 w 41981"/>
                  <a:gd name="connsiteY0" fmla="*/ 4971 h 41981"/>
                  <a:gd name="connsiteX1" fmla="*/ 37432 w 41981"/>
                  <a:gd name="connsiteY1" fmla="*/ 21161 h 41981"/>
                  <a:gd name="connsiteX2" fmla="*/ 37432 w 41981"/>
                  <a:gd name="connsiteY2" fmla="*/ 21161 h 41981"/>
                  <a:gd name="connsiteX3" fmla="*/ 21241 w 41981"/>
                  <a:gd name="connsiteY3" fmla="*/ 37351 h 41981"/>
                  <a:gd name="connsiteX4" fmla="*/ 5051 w 41981"/>
                  <a:gd name="connsiteY4" fmla="*/ 21161 h 41981"/>
                  <a:gd name="connsiteX5" fmla="*/ 21241 w 41981"/>
                  <a:gd name="connsiteY5" fmla="*/ 4971 h 41981"/>
                  <a:gd name="connsiteX6" fmla="*/ 21241 w 41981"/>
                  <a:gd name="connsiteY6" fmla="*/ 170 h 41981"/>
                  <a:gd name="connsiteX7" fmla="*/ 251 w 41981"/>
                  <a:gd name="connsiteY7" fmla="*/ 21161 h 41981"/>
                  <a:gd name="connsiteX8" fmla="*/ 21241 w 41981"/>
                  <a:gd name="connsiteY8" fmla="*/ 42151 h 41981"/>
                  <a:gd name="connsiteX9" fmla="*/ 42232 w 41981"/>
                  <a:gd name="connsiteY9" fmla="*/ 21161 h 41981"/>
                  <a:gd name="connsiteX10" fmla="*/ 42232 w 41981"/>
                  <a:gd name="connsiteY10" fmla="*/ 21161 h 41981"/>
                  <a:gd name="connsiteX11" fmla="*/ 2124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1"/>
                    </a:moveTo>
                    <a:cubicBezTo>
                      <a:pt x="30183" y="4971"/>
                      <a:pt x="37432" y="12219"/>
                      <a:pt x="37432" y="21161"/>
                    </a:cubicBezTo>
                    <a:lnTo>
                      <a:pt x="37432" y="21161"/>
                    </a:lnTo>
                    <a:cubicBezTo>
                      <a:pt x="37432" y="30103"/>
                      <a:pt x="30183" y="37351"/>
                      <a:pt x="21241" y="37351"/>
                    </a:cubicBezTo>
                    <a:cubicBezTo>
                      <a:pt x="12300" y="37351"/>
                      <a:pt x="5051" y="30103"/>
                      <a:pt x="5051" y="21161"/>
                    </a:cubicBezTo>
                    <a:cubicBezTo>
                      <a:pt x="5051" y="12219"/>
                      <a:pt x="12300" y="4971"/>
                      <a:pt x="21241" y="4971"/>
                    </a:cubicBezTo>
                    <a:close/>
                    <a:moveTo>
                      <a:pt x="21241" y="170"/>
                    </a:moveTo>
                    <a:cubicBezTo>
                      <a:pt x="9649" y="170"/>
                      <a:pt x="251" y="9568"/>
                      <a:pt x="251" y="21161"/>
                    </a:cubicBezTo>
                    <a:cubicBezTo>
                      <a:pt x="251" y="32753"/>
                      <a:pt x="9649" y="42151"/>
                      <a:pt x="21241" y="42151"/>
                    </a:cubicBezTo>
                    <a:cubicBezTo>
                      <a:pt x="32834" y="42151"/>
                      <a:pt x="42232" y="32753"/>
                      <a:pt x="42232" y="21161"/>
                    </a:cubicBezTo>
                    <a:lnTo>
                      <a:pt x="42232" y="21161"/>
                    </a:lnTo>
                    <a:cubicBezTo>
                      <a:pt x="42232" y="9568"/>
                      <a:pt x="32834" y="170"/>
                      <a:pt x="21241"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49" name="Freeform: Shape 3848">
                <a:extLst>
                  <a:ext uri="{FF2B5EF4-FFF2-40B4-BE49-F238E27FC236}">
                    <a16:creationId xmlns:a16="http://schemas.microsoft.com/office/drawing/2014/main" id="{980E8205-3179-5F34-D159-8DE583EBF0AE}"/>
                  </a:ext>
                </a:extLst>
              </p:cNvPr>
              <p:cNvSpPr/>
              <p:nvPr/>
            </p:nvSpPr>
            <p:spPr>
              <a:xfrm>
                <a:off x="1797854" y="7975122"/>
                <a:ext cx="37180" cy="37180"/>
              </a:xfrm>
              <a:custGeom>
                <a:avLst/>
                <a:gdLst>
                  <a:gd name="connsiteX0" fmla="*/ 37447 w 37180"/>
                  <a:gd name="connsiteY0" fmla="*/ 18773 h 37180"/>
                  <a:gd name="connsiteX1" fmla="*/ 18857 w 37180"/>
                  <a:gd name="connsiteY1" fmla="*/ 37363 h 37180"/>
                  <a:gd name="connsiteX2" fmla="*/ 266 w 37180"/>
                  <a:gd name="connsiteY2" fmla="*/ 18773 h 37180"/>
                  <a:gd name="connsiteX3" fmla="*/ 18857 w 37180"/>
                  <a:gd name="connsiteY3" fmla="*/ 183 h 37180"/>
                  <a:gd name="connsiteX4" fmla="*/ 37447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3"/>
                    </a:moveTo>
                    <a:cubicBezTo>
                      <a:pt x="37447" y="29040"/>
                      <a:pt x="29124" y="37363"/>
                      <a:pt x="18857" y="37363"/>
                    </a:cubicBezTo>
                    <a:cubicBezTo>
                      <a:pt x="8590" y="37363"/>
                      <a:pt x="266" y="29040"/>
                      <a:pt x="266" y="18773"/>
                    </a:cubicBezTo>
                    <a:cubicBezTo>
                      <a:pt x="266" y="8506"/>
                      <a:pt x="8590" y="183"/>
                      <a:pt x="18857" y="183"/>
                    </a:cubicBezTo>
                    <a:cubicBezTo>
                      <a:pt x="29124" y="183"/>
                      <a:pt x="37447" y="8506"/>
                      <a:pt x="37447" y="18773"/>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0" name="Freeform: Shape 3849">
                <a:extLst>
                  <a:ext uri="{FF2B5EF4-FFF2-40B4-BE49-F238E27FC236}">
                    <a16:creationId xmlns:a16="http://schemas.microsoft.com/office/drawing/2014/main" id="{483883D3-1F44-3B1B-F1B3-5AC921EC4EB3}"/>
                  </a:ext>
                </a:extLst>
              </p:cNvPr>
              <p:cNvSpPr/>
              <p:nvPr/>
            </p:nvSpPr>
            <p:spPr>
              <a:xfrm>
                <a:off x="1795454" y="7972722"/>
                <a:ext cx="41981" cy="41981"/>
              </a:xfrm>
              <a:custGeom>
                <a:avLst/>
                <a:gdLst>
                  <a:gd name="connsiteX0" fmla="*/ 21257 w 41981"/>
                  <a:gd name="connsiteY0" fmla="*/ 4983 h 41981"/>
                  <a:gd name="connsiteX1" fmla="*/ 37447 w 41981"/>
                  <a:gd name="connsiteY1" fmla="*/ 21173 h 41981"/>
                  <a:gd name="connsiteX2" fmla="*/ 37447 w 41981"/>
                  <a:gd name="connsiteY2" fmla="*/ 21173 h 41981"/>
                  <a:gd name="connsiteX3" fmla="*/ 21257 w 41981"/>
                  <a:gd name="connsiteY3" fmla="*/ 37363 h 41981"/>
                  <a:gd name="connsiteX4" fmla="*/ 5067 w 41981"/>
                  <a:gd name="connsiteY4" fmla="*/ 21173 h 41981"/>
                  <a:gd name="connsiteX5" fmla="*/ 21257 w 41981"/>
                  <a:gd name="connsiteY5" fmla="*/ 4983 h 41981"/>
                  <a:gd name="connsiteX6" fmla="*/ 21257 w 41981"/>
                  <a:gd name="connsiteY6" fmla="*/ 183 h 41981"/>
                  <a:gd name="connsiteX7" fmla="*/ 266 w 41981"/>
                  <a:gd name="connsiteY7" fmla="*/ 21173 h 41981"/>
                  <a:gd name="connsiteX8" fmla="*/ 21257 w 41981"/>
                  <a:gd name="connsiteY8" fmla="*/ 42164 h 41981"/>
                  <a:gd name="connsiteX9" fmla="*/ 42248 w 41981"/>
                  <a:gd name="connsiteY9" fmla="*/ 21173 h 41981"/>
                  <a:gd name="connsiteX10" fmla="*/ 42248 w 41981"/>
                  <a:gd name="connsiteY10" fmla="*/ 21173 h 41981"/>
                  <a:gd name="connsiteX11" fmla="*/ 21257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83"/>
                    </a:moveTo>
                    <a:cubicBezTo>
                      <a:pt x="30199" y="4983"/>
                      <a:pt x="37447" y="12231"/>
                      <a:pt x="37447" y="21173"/>
                    </a:cubicBezTo>
                    <a:lnTo>
                      <a:pt x="37447" y="21173"/>
                    </a:lnTo>
                    <a:cubicBezTo>
                      <a:pt x="37447" y="30115"/>
                      <a:pt x="30199" y="37363"/>
                      <a:pt x="21257" y="37363"/>
                    </a:cubicBezTo>
                    <a:cubicBezTo>
                      <a:pt x="12315" y="37363"/>
                      <a:pt x="5067" y="30115"/>
                      <a:pt x="5067" y="21173"/>
                    </a:cubicBezTo>
                    <a:cubicBezTo>
                      <a:pt x="5067" y="12231"/>
                      <a:pt x="12315" y="4983"/>
                      <a:pt x="21257" y="4983"/>
                    </a:cubicBezTo>
                    <a:close/>
                    <a:moveTo>
                      <a:pt x="21257" y="183"/>
                    </a:moveTo>
                    <a:cubicBezTo>
                      <a:pt x="9664" y="183"/>
                      <a:pt x="266" y="9581"/>
                      <a:pt x="266" y="21173"/>
                    </a:cubicBezTo>
                    <a:cubicBezTo>
                      <a:pt x="266" y="32766"/>
                      <a:pt x="9664" y="42164"/>
                      <a:pt x="21257" y="42164"/>
                    </a:cubicBezTo>
                    <a:cubicBezTo>
                      <a:pt x="32849" y="42164"/>
                      <a:pt x="42248" y="32766"/>
                      <a:pt x="42248" y="21173"/>
                    </a:cubicBezTo>
                    <a:lnTo>
                      <a:pt x="42248" y="21173"/>
                    </a:lnTo>
                    <a:cubicBezTo>
                      <a:pt x="42248" y="9581"/>
                      <a:pt x="32849" y="183"/>
                      <a:pt x="21257"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1" name="Freeform: Shape 3850">
                <a:extLst>
                  <a:ext uri="{FF2B5EF4-FFF2-40B4-BE49-F238E27FC236}">
                    <a16:creationId xmlns:a16="http://schemas.microsoft.com/office/drawing/2014/main" id="{31581B59-08B1-617A-F9D4-2ECDBB8B1E05}"/>
                  </a:ext>
                </a:extLst>
              </p:cNvPr>
              <p:cNvSpPr/>
              <p:nvPr/>
            </p:nvSpPr>
            <p:spPr>
              <a:xfrm>
                <a:off x="1732259" y="8041788"/>
                <a:ext cx="37180" cy="37180"/>
              </a:xfrm>
              <a:custGeom>
                <a:avLst/>
                <a:gdLst>
                  <a:gd name="connsiteX0" fmla="*/ 37436 w 37180"/>
                  <a:gd name="connsiteY0" fmla="*/ 18785 h 37180"/>
                  <a:gd name="connsiteX1" fmla="*/ 18845 w 37180"/>
                  <a:gd name="connsiteY1" fmla="*/ 37375 h 37180"/>
                  <a:gd name="connsiteX2" fmla="*/ 255 w 37180"/>
                  <a:gd name="connsiteY2" fmla="*/ 18785 h 37180"/>
                  <a:gd name="connsiteX3" fmla="*/ 18845 w 37180"/>
                  <a:gd name="connsiteY3" fmla="*/ 194 h 37180"/>
                  <a:gd name="connsiteX4" fmla="*/ 37436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85"/>
                    </a:moveTo>
                    <a:cubicBezTo>
                      <a:pt x="37436" y="29052"/>
                      <a:pt x="29113" y="37375"/>
                      <a:pt x="18845" y="37375"/>
                    </a:cubicBezTo>
                    <a:cubicBezTo>
                      <a:pt x="8578" y="37375"/>
                      <a:pt x="255" y="29052"/>
                      <a:pt x="255" y="18785"/>
                    </a:cubicBezTo>
                    <a:cubicBezTo>
                      <a:pt x="255" y="8517"/>
                      <a:pt x="8578" y="194"/>
                      <a:pt x="18845" y="194"/>
                    </a:cubicBezTo>
                    <a:cubicBezTo>
                      <a:pt x="29113" y="194"/>
                      <a:pt x="37436" y="8517"/>
                      <a:pt x="37436" y="18785"/>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2" name="Freeform: Shape 3851">
                <a:extLst>
                  <a:ext uri="{FF2B5EF4-FFF2-40B4-BE49-F238E27FC236}">
                    <a16:creationId xmlns:a16="http://schemas.microsoft.com/office/drawing/2014/main" id="{A3E0E98E-5E91-F56E-8A03-8E77FDBA5633}"/>
                  </a:ext>
                </a:extLst>
              </p:cNvPr>
              <p:cNvSpPr/>
              <p:nvPr/>
            </p:nvSpPr>
            <p:spPr>
              <a:xfrm>
                <a:off x="1729859" y="8039388"/>
                <a:ext cx="41981" cy="41981"/>
              </a:xfrm>
              <a:custGeom>
                <a:avLst/>
                <a:gdLst>
                  <a:gd name="connsiteX0" fmla="*/ 21246 w 41981"/>
                  <a:gd name="connsiteY0" fmla="*/ 4995 h 41981"/>
                  <a:gd name="connsiteX1" fmla="*/ 37436 w 41981"/>
                  <a:gd name="connsiteY1" fmla="*/ 21185 h 41981"/>
                  <a:gd name="connsiteX2" fmla="*/ 37436 w 41981"/>
                  <a:gd name="connsiteY2" fmla="*/ 21185 h 41981"/>
                  <a:gd name="connsiteX3" fmla="*/ 21246 w 41981"/>
                  <a:gd name="connsiteY3" fmla="*/ 37375 h 41981"/>
                  <a:gd name="connsiteX4" fmla="*/ 5055 w 41981"/>
                  <a:gd name="connsiteY4" fmla="*/ 21185 h 41981"/>
                  <a:gd name="connsiteX5" fmla="*/ 21246 w 41981"/>
                  <a:gd name="connsiteY5" fmla="*/ 4995 h 41981"/>
                  <a:gd name="connsiteX6" fmla="*/ 21246 w 41981"/>
                  <a:gd name="connsiteY6" fmla="*/ 194 h 41981"/>
                  <a:gd name="connsiteX7" fmla="*/ 255 w 41981"/>
                  <a:gd name="connsiteY7" fmla="*/ 21185 h 41981"/>
                  <a:gd name="connsiteX8" fmla="*/ 21246 w 41981"/>
                  <a:gd name="connsiteY8" fmla="*/ 42175 h 41981"/>
                  <a:gd name="connsiteX9" fmla="*/ 42236 w 41981"/>
                  <a:gd name="connsiteY9" fmla="*/ 21185 h 41981"/>
                  <a:gd name="connsiteX10" fmla="*/ 42236 w 41981"/>
                  <a:gd name="connsiteY10" fmla="*/ 21185 h 41981"/>
                  <a:gd name="connsiteX11" fmla="*/ 21246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95"/>
                    </a:moveTo>
                    <a:cubicBezTo>
                      <a:pt x="30187" y="4995"/>
                      <a:pt x="37436" y="12243"/>
                      <a:pt x="37436" y="21185"/>
                    </a:cubicBezTo>
                    <a:lnTo>
                      <a:pt x="37436" y="21185"/>
                    </a:lnTo>
                    <a:cubicBezTo>
                      <a:pt x="37436" y="30127"/>
                      <a:pt x="30187" y="37375"/>
                      <a:pt x="21246" y="37375"/>
                    </a:cubicBezTo>
                    <a:cubicBezTo>
                      <a:pt x="12304" y="37375"/>
                      <a:pt x="5055" y="30127"/>
                      <a:pt x="5055" y="21185"/>
                    </a:cubicBezTo>
                    <a:cubicBezTo>
                      <a:pt x="5055" y="12243"/>
                      <a:pt x="12304" y="4995"/>
                      <a:pt x="21246" y="4995"/>
                    </a:cubicBezTo>
                    <a:close/>
                    <a:moveTo>
                      <a:pt x="21246" y="194"/>
                    </a:moveTo>
                    <a:cubicBezTo>
                      <a:pt x="9653" y="194"/>
                      <a:pt x="255" y="9592"/>
                      <a:pt x="255" y="21185"/>
                    </a:cubicBezTo>
                    <a:cubicBezTo>
                      <a:pt x="255" y="32777"/>
                      <a:pt x="9653" y="42175"/>
                      <a:pt x="21246" y="42175"/>
                    </a:cubicBezTo>
                    <a:cubicBezTo>
                      <a:pt x="32838" y="42175"/>
                      <a:pt x="42236" y="32777"/>
                      <a:pt x="42236" y="21185"/>
                    </a:cubicBezTo>
                    <a:lnTo>
                      <a:pt x="42236" y="21185"/>
                    </a:lnTo>
                    <a:cubicBezTo>
                      <a:pt x="42236" y="9592"/>
                      <a:pt x="32838" y="194"/>
                      <a:pt x="21246" y="19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3" name="Freeform: Shape 3852">
                <a:extLst>
                  <a:ext uri="{FF2B5EF4-FFF2-40B4-BE49-F238E27FC236}">
                    <a16:creationId xmlns:a16="http://schemas.microsoft.com/office/drawing/2014/main" id="{518074A5-F95F-E729-2E80-AA5A27B585BA}"/>
                  </a:ext>
                </a:extLst>
              </p:cNvPr>
              <p:cNvSpPr/>
              <p:nvPr/>
            </p:nvSpPr>
            <p:spPr>
              <a:xfrm>
                <a:off x="1683380" y="8054028"/>
                <a:ext cx="37180" cy="37180"/>
              </a:xfrm>
              <a:custGeom>
                <a:avLst/>
                <a:gdLst>
                  <a:gd name="connsiteX0" fmla="*/ 37427 w 37180"/>
                  <a:gd name="connsiteY0" fmla="*/ 18787 h 37180"/>
                  <a:gd name="connsiteX1" fmla="*/ 18837 w 37180"/>
                  <a:gd name="connsiteY1" fmla="*/ 37377 h 37180"/>
                  <a:gd name="connsiteX2" fmla="*/ 246 w 37180"/>
                  <a:gd name="connsiteY2" fmla="*/ 18787 h 37180"/>
                  <a:gd name="connsiteX3" fmla="*/ 18837 w 37180"/>
                  <a:gd name="connsiteY3" fmla="*/ 196 h 37180"/>
                  <a:gd name="connsiteX4" fmla="*/ 37427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87"/>
                    </a:moveTo>
                    <a:cubicBezTo>
                      <a:pt x="37427" y="29054"/>
                      <a:pt x="29104" y="37377"/>
                      <a:pt x="18837" y="37377"/>
                    </a:cubicBezTo>
                    <a:cubicBezTo>
                      <a:pt x="8570" y="37377"/>
                      <a:pt x="246" y="29054"/>
                      <a:pt x="246" y="18787"/>
                    </a:cubicBezTo>
                    <a:cubicBezTo>
                      <a:pt x="246" y="8519"/>
                      <a:pt x="8570" y="196"/>
                      <a:pt x="18837" y="196"/>
                    </a:cubicBezTo>
                    <a:cubicBezTo>
                      <a:pt x="29104" y="196"/>
                      <a:pt x="37427" y="8519"/>
                      <a:pt x="37427" y="18787"/>
                    </a:cubicBezTo>
                    <a:close/>
                  </a:path>
                </a:pathLst>
              </a:custGeom>
              <a:solidFill>
                <a:srgbClr val="F7DD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4" name="Freeform: Shape 3853">
                <a:extLst>
                  <a:ext uri="{FF2B5EF4-FFF2-40B4-BE49-F238E27FC236}">
                    <a16:creationId xmlns:a16="http://schemas.microsoft.com/office/drawing/2014/main" id="{C1586CE0-FDE5-19AA-739F-49524AB5C2E9}"/>
                  </a:ext>
                </a:extLst>
              </p:cNvPr>
              <p:cNvSpPr/>
              <p:nvPr/>
            </p:nvSpPr>
            <p:spPr>
              <a:xfrm>
                <a:off x="1680980" y="8051628"/>
                <a:ext cx="41981" cy="41981"/>
              </a:xfrm>
              <a:custGeom>
                <a:avLst/>
                <a:gdLst>
                  <a:gd name="connsiteX0" fmla="*/ 21237 w 41981"/>
                  <a:gd name="connsiteY0" fmla="*/ 4997 h 41981"/>
                  <a:gd name="connsiteX1" fmla="*/ 37427 w 41981"/>
                  <a:gd name="connsiteY1" fmla="*/ 21187 h 41981"/>
                  <a:gd name="connsiteX2" fmla="*/ 37427 w 41981"/>
                  <a:gd name="connsiteY2" fmla="*/ 21187 h 41981"/>
                  <a:gd name="connsiteX3" fmla="*/ 21237 w 41981"/>
                  <a:gd name="connsiteY3" fmla="*/ 37377 h 41981"/>
                  <a:gd name="connsiteX4" fmla="*/ 5047 w 41981"/>
                  <a:gd name="connsiteY4" fmla="*/ 21187 h 41981"/>
                  <a:gd name="connsiteX5" fmla="*/ 21237 w 41981"/>
                  <a:gd name="connsiteY5" fmla="*/ 4997 h 41981"/>
                  <a:gd name="connsiteX6" fmla="*/ 21237 w 41981"/>
                  <a:gd name="connsiteY6" fmla="*/ 196 h 41981"/>
                  <a:gd name="connsiteX7" fmla="*/ 246 w 41981"/>
                  <a:gd name="connsiteY7" fmla="*/ 21187 h 41981"/>
                  <a:gd name="connsiteX8" fmla="*/ 21237 w 41981"/>
                  <a:gd name="connsiteY8" fmla="*/ 42177 h 41981"/>
                  <a:gd name="connsiteX9" fmla="*/ 42228 w 41981"/>
                  <a:gd name="connsiteY9" fmla="*/ 21187 h 41981"/>
                  <a:gd name="connsiteX10" fmla="*/ 42228 w 41981"/>
                  <a:gd name="connsiteY10" fmla="*/ 21187 h 41981"/>
                  <a:gd name="connsiteX11" fmla="*/ 21237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97"/>
                    </a:moveTo>
                    <a:cubicBezTo>
                      <a:pt x="30179" y="4997"/>
                      <a:pt x="37427" y="12245"/>
                      <a:pt x="37427" y="21187"/>
                    </a:cubicBezTo>
                    <a:lnTo>
                      <a:pt x="37427" y="21187"/>
                    </a:lnTo>
                    <a:cubicBezTo>
                      <a:pt x="37427" y="30129"/>
                      <a:pt x="30179" y="37377"/>
                      <a:pt x="21237" y="37377"/>
                    </a:cubicBezTo>
                    <a:cubicBezTo>
                      <a:pt x="12295" y="37377"/>
                      <a:pt x="5047" y="30129"/>
                      <a:pt x="5047" y="21187"/>
                    </a:cubicBezTo>
                    <a:cubicBezTo>
                      <a:pt x="5047" y="12245"/>
                      <a:pt x="12295" y="4997"/>
                      <a:pt x="21237" y="4997"/>
                    </a:cubicBezTo>
                    <a:close/>
                    <a:moveTo>
                      <a:pt x="21237" y="196"/>
                    </a:moveTo>
                    <a:cubicBezTo>
                      <a:pt x="9644" y="196"/>
                      <a:pt x="246" y="9594"/>
                      <a:pt x="246" y="21187"/>
                    </a:cubicBezTo>
                    <a:cubicBezTo>
                      <a:pt x="246" y="32779"/>
                      <a:pt x="9644" y="42177"/>
                      <a:pt x="21237" y="42177"/>
                    </a:cubicBezTo>
                    <a:cubicBezTo>
                      <a:pt x="32830" y="42177"/>
                      <a:pt x="42228" y="32779"/>
                      <a:pt x="42228" y="21187"/>
                    </a:cubicBezTo>
                    <a:lnTo>
                      <a:pt x="42228" y="21187"/>
                    </a:lnTo>
                    <a:cubicBezTo>
                      <a:pt x="42228" y="9594"/>
                      <a:pt x="32830" y="196"/>
                      <a:pt x="21237" y="19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5" name="Freeform: Shape 3854">
                <a:extLst>
                  <a:ext uri="{FF2B5EF4-FFF2-40B4-BE49-F238E27FC236}">
                    <a16:creationId xmlns:a16="http://schemas.microsoft.com/office/drawing/2014/main" id="{475F7C7E-476E-AEA2-367C-3113F56D0F6E}"/>
                  </a:ext>
                </a:extLst>
              </p:cNvPr>
              <p:cNvSpPr/>
              <p:nvPr/>
            </p:nvSpPr>
            <p:spPr>
              <a:xfrm>
                <a:off x="1806120" y="7944525"/>
                <a:ext cx="37180" cy="37180"/>
              </a:xfrm>
              <a:custGeom>
                <a:avLst/>
                <a:gdLst>
                  <a:gd name="connsiteX0" fmla="*/ 37449 w 37180"/>
                  <a:gd name="connsiteY0" fmla="*/ 18768 h 37180"/>
                  <a:gd name="connsiteX1" fmla="*/ 18858 w 37180"/>
                  <a:gd name="connsiteY1" fmla="*/ 37358 h 37180"/>
                  <a:gd name="connsiteX2" fmla="*/ 268 w 37180"/>
                  <a:gd name="connsiteY2" fmla="*/ 18768 h 37180"/>
                  <a:gd name="connsiteX3" fmla="*/ 18858 w 37180"/>
                  <a:gd name="connsiteY3" fmla="*/ 177 h 37180"/>
                  <a:gd name="connsiteX4" fmla="*/ 37449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8"/>
                    </a:moveTo>
                    <a:cubicBezTo>
                      <a:pt x="37449" y="29035"/>
                      <a:pt x="29125" y="37358"/>
                      <a:pt x="18858" y="37358"/>
                    </a:cubicBezTo>
                    <a:cubicBezTo>
                      <a:pt x="8591" y="37358"/>
                      <a:pt x="268" y="29035"/>
                      <a:pt x="268" y="18768"/>
                    </a:cubicBezTo>
                    <a:cubicBezTo>
                      <a:pt x="268" y="8500"/>
                      <a:pt x="8591" y="177"/>
                      <a:pt x="18858" y="177"/>
                    </a:cubicBezTo>
                    <a:cubicBezTo>
                      <a:pt x="29125" y="177"/>
                      <a:pt x="37449" y="8500"/>
                      <a:pt x="37449" y="18768"/>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6" name="Freeform: Shape 3855">
                <a:extLst>
                  <a:ext uri="{FF2B5EF4-FFF2-40B4-BE49-F238E27FC236}">
                    <a16:creationId xmlns:a16="http://schemas.microsoft.com/office/drawing/2014/main" id="{F9BBB398-6607-D501-17FF-337A58AB4C98}"/>
                  </a:ext>
                </a:extLst>
              </p:cNvPr>
              <p:cNvSpPr/>
              <p:nvPr/>
            </p:nvSpPr>
            <p:spPr>
              <a:xfrm>
                <a:off x="1803720" y="7942125"/>
                <a:ext cx="41981" cy="41981"/>
              </a:xfrm>
              <a:custGeom>
                <a:avLst/>
                <a:gdLst>
                  <a:gd name="connsiteX0" fmla="*/ 21258 w 41981"/>
                  <a:gd name="connsiteY0" fmla="*/ 4978 h 41981"/>
                  <a:gd name="connsiteX1" fmla="*/ 37449 w 41981"/>
                  <a:gd name="connsiteY1" fmla="*/ 21168 h 41981"/>
                  <a:gd name="connsiteX2" fmla="*/ 37449 w 41981"/>
                  <a:gd name="connsiteY2" fmla="*/ 21168 h 41981"/>
                  <a:gd name="connsiteX3" fmla="*/ 21258 w 41981"/>
                  <a:gd name="connsiteY3" fmla="*/ 37358 h 41981"/>
                  <a:gd name="connsiteX4" fmla="*/ 5068 w 41981"/>
                  <a:gd name="connsiteY4" fmla="*/ 21168 h 41981"/>
                  <a:gd name="connsiteX5" fmla="*/ 21258 w 41981"/>
                  <a:gd name="connsiteY5" fmla="*/ 4978 h 41981"/>
                  <a:gd name="connsiteX6" fmla="*/ 21258 w 41981"/>
                  <a:gd name="connsiteY6" fmla="*/ 177 h 41981"/>
                  <a:gd name="connsiteX7" fmla="*/ 268 w 41981"/>
                  <a:gd name="connsiteY7" fmla="*/ 21168 h 41981"/>
                  <a:gd name="connsiteX8" fmla="*/ 21258 w 41981"/>
                  <a:gd name="connsiteY8" fmla="*/ 42158 h 41981"/>
                  <a:gd name="connsiteX9" fmla="*/ 42249 w 41981"/>
                  <a:gd name="connsiteY9" fmla="*/ 21168 h 41981"/>
                  <a:gd name="connsiteX10" fmla="*/ 42249 w 41981"/>
                  <a:gd name="connsiteY10" fmla="*/ 21168 h 41981"/>
                  <a:gd name="connsiteX11" fmla="*/ 2125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8"/>
                    </a:moveTo>
                    <a:cubicBezTo>
                      <a:pt x="30200" y="4978"/>
                      <a:pt x="37449" y="12226"/>
                      <a:pt x="37449" y="21168"/>
                    </a:cubicBezTo>
                    <a:lnTo>
                      <a:pt x="37449" y="21168"/>
                    </a:lnTo>
                    <a:cubicBezTo>
                      <a:pt x="37449" y="30110"/>
                      <a:pt x="30200" y="37358"/>
                      <a:pt x="21258" y="37358"/>
                    </a:cubicBezTo>
                    <a:cubicBezTo>
                      <a:pt x="12317" y="37358"/>
                      <a:pt x="5068" y="30110"/>
                      <a:pt x="5068" y="21168"/>
                    </a:cubicBezTo>
                    <a:cubicBezTo>
                      <a:pt x="5068" y="12226"/>
                      <a:pt x="12317" y="4978"/>
                      <a:pt x="21258" y="4978"/>
                    </a:cubicBezTo>
                    <a:close/>
                    <a:moveTo>
                      <a:pt x="21258" y="177"/>
                    </a:moveTo>
                    <a:cubicBezTo>
                      <a:pt x="9666" y="177"/>
                      <a:pt x="268" y="9575"/>
                      <a:pt x="268" y="21168"/>
                    </a:cubicBezTo>
                    <a:cubicBezTo>
                      <a:pt x="268" y="32760"/>
                      <a:pt x="9666" y="42158"/>
                      <a:pt x="21258" y="42158"/>
                    </a:cubicBezTo>
                    <a:cubicBezTo>
                      <a:pt x="32851" y="42158"/>
                      <a:pt x="42249" y="32760"/>
                      <a:pt x="42249" y="21168"/>
                    </a:cubicBezTo>
                    <a:lnTo>
                      <a:pt x="42249" y="21168"/>
                    </a:lnTo>
                    <a:cubicBezTo>
                      <a:pt x="42249" y="9575"/>
                      <a:pt x="32851" y="177"/>
                      <a:pt x="21258"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7" name="Freeform: Shape 3856">
                <a:extLst>
                  <a:ext uri="{FF2B5EF4-FFF2-40B4-BE49-F238E27FC236}">
                    <a16:creationId xmlns:a16="http://schemas.microsoft.com/office/drawing/2014/main" id="{D8203FA7-C1C7-D876-9139-F481B537E301}"/>
                  </a:ext>
                </a:extLst>
              </p:cNvPr>
              <p:cNvSpPr/>
              <p:nvPr/>
            </p:nvSpPr>
            <p:spPr>
              <a:xfrm>
                <a:off x="1857603" y="7873562"/>
                <a:ext cx="37180" cy="37180"/>
              </a:xfrm>
              <a:custGeom>
                <a:avLst/>
                <a:gdLst>
                  <a:gd name="connsiteX0" fmla="*/ 37457 w 37180"/>
                  <a:gd name="connsiteY0" fmla="*/ 18755 h 37180"/>
                  <a:gd name="connsiteX1" fmla="*/ 18867 w 37180"/>
                  <a:gd name="connsiteY1" fmla="*/ 37346 h 37180"/>
                  <a:gd name="connsiteX2" fmla="*/ 277 w 37180"/>
                  <a:gd name="connsiteY2" fmla="*/ 18755 h 37180"/>
                  <a:gd name="connsiteX3" fmla="*/ 18867 w 37180"/>
                  <a:gd name="connsiteY3" fmla="*/ 165 h 37180"/>
                  <a:gd name="connsiteX4" fmla="*/ 37457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5"/>
                    </a:moveTo>
                    <a:cubicBezTo>
                      <a:pt x="37457" y="29023"/>
                      <a:pt x="29134" y="37346"/>
                      <a:pt x="18867" y="37346"/>
                    </a:cubicBezTo>
                    <a:cubicBezTo>
                      <a:pt x="8600" y="37346"/>
                      <a:pt x="277" y="29023"/>
                      <a:pt x="277" y="18755"/>
                    </a:cubicBezTo>
                    <a:cubicBezTo>
                      <a:pt x="277" y="8488"/>
                      <a:pt x="8600" y="165"/>
                      <a:pt x="18867" y="165"/>
                    </a:cubicBezTo>
                    <a:cubicBezTo>
                      <a:pt x="29134" y="165"/>
                      <a:pt x="37457" y="8488"/>
                      <a:pt x="37457" y="18755"/>
                    </a:cubicBezTo>
                    <a:close/>
                  </a:path>
                </a:pathLst>
              </a:custGeom>
              <a:solidFill>
                <a:srgbClr val="CBF7C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8" name="Freeform: Shape 3857">
                <a:extLst>
                  <a:ext uri="{FF2B5EF4-FFF2-40B4-BE49-F238E27FC236}">
                    <a16:creationId xmlns:a16="http://schemas.microsoft.com/office/drawing/2014/main" id="{5444B974-6011-EDBC-DF50-DA7F47968400}"/>
                  </a:ext>
                </a:extLst>
              </p:cNvPr>
              <p:cNvSpPr/>
              <p:nvPr/>
            </p:nvSpPr>
            <p:spPr>
              <a:xfrm>
                <a:off x="1855203" y="7871162"/>
                <a:ext cx="41981" cy="41981"/>
              </a:xfrm>
              <a:custGeom>
                <a:avLst/>
                <a:gdLst>
                  <a:gd name="connsiteX0" fmla="*/ 21267 w 41981"/>
                  <a:gd name="connsiteY0" fmla="*/ 4965 h 41981"/>
                  <a:gd name="connsiteX1" fmla="*/ 37457 w 41981"/>
                  <a:gd name="connsiteY1" fmla="*/ 21156 h 41981"/>
                  <a:gd name="connsiteX2" fmla="*/ 37457 w 41981"/>
                  <a:gd name="connsiteY2" fmla="*/ 21156 h 41981"/>
                  <a:gd name="connsiteX3" fmla="*/ 21267 w 41981"/>
                  <a:gd name="connsiteY3" fmla="*/ 37346 h 41981"/>
                  <a:gd name="connsiteX4" fmla="*/ 5077 w 41981"/>
                  <a:gd name="connsiteY4" fmla="*/ 21156 h 41981"/>
                  <a:gd name="connsiteX5" fmla="*/ 21267 w 41981"/>
                  <a:gd name="connsiteY5" fmla="*/ 4965 h 41981"/>
                  <a:gd name="connsiteX6" fmla="*/ 21267 w 41981"/>
                  <a:gd name="connsiteY6" fmla="*/ 165 h 41981"/>
                  <a:gd name="connsiteX7" fmla="*/ 277 w 41981"/>
                  <a:gd name="connsiteY7" fmla="*/ 21156 h 41981"/>
                  <a:gd name="connsiteX8" fmla="*/ 21267 w 41981"/>
                  <a:gd name="connsiteY8" fmla="*/ 42146 h 41981"/>
                  <a:gd name="connsiteX9" fmla="*/ 42258 w 41981"/>
                  <a:gd name="connsiteY9" fmla="*/ 21156 h 41981"/>
                  <a:gd name="connsiteX10" fmla="*/ 42258 w 41981"/>
                  <a:gd name="connsiteY10" fmla="*/ 21156 h 41981"/>
                  <a:gd name="connsiteX11" fmla="*/ 21267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5"/>
                    </a:moveTo>
                    <a:cubicBezTo>
                      <a:pt x="30209" y="4965"/>
                      <a:pt x="37457" y="12214"/>
                      <a:pt x="37457" y="21156"/>
                    </a:cubicBezTo>
                    <a:lnTo>
                      <a:pt x="37457" y="21156"/>
                    </a:lnTo>
                    <a:cubicBezTo>
                      <a:pt x="37457" y="30097"/>
                      <a:pt x="30209" y="37346"/>
                      <a:pt x="21267" y="37346"/>
                    </a:cubicBezTo>
                    <a:cubicBezTo>
                      <a:pt x="12325" y="37346"/>
                      <a:pt x="5077" y="30097"/>
                      <a:pt x="5077" y="21156"/>
                    </a:cubicBezTo>
                    <a:cubicBezTo>
                      <a:pt x="5077" y="12214"/>
                      <a:pt x="12325" y="4965"/>
                      <a:pt x="21267" y="4965"/>
                    </a:cubicBezTo>
                    <a:close/>
                    <a:moveTo>
                      <a:pt x="21267" y="165"/>
                    </a:moveTo>
                    <a:cubicBezTo>
                      <a:pt x="9675" y="165"/>
                      <a:pt x="277" y="9563"/>
                      <a:pt x="277" y="21156"/>
                    </a:cubicBezTo>
                    <a:cubicBezTo>
                      <a:pt x="277" y="32748"/>
                      <a:pt x="9675" y="42146"/>
                      <a:pt x="21267" y="42146"/>
                    </a:cubicBezTo>
                    <a:cubicBezTo>
                      <a:pt x="32860" y="42146"/>
                      <a:pt x="42258" y="32748"/>
                      <a:pt x="42258" y="21156"/>
                    </a:cubicBezTo>
                    <a:lnTo>
                      <a:pt x="42258" y="21156"/>
                    </a:lnTo>
                    <a:cubicBezTo>
                      <a:pt x="42258" y="9563"/>
                      <a:pt x="32860" y="165"/>
                      <a:pt x="21267"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59" name="Freeform: Shape 3858">
                <a:extLst>
                  <a:ext uri="{FF2B5EF4-FFF2-40B4-BE49-F238E27FC236}">
                    <a16:creationId xmlns:a16="http://schemas.microsoft.com/office/drawing/2014/main" id="{0C864658-79A7-8E6F-27C2-47AA1CEA9308}"/>
                  </a:ext>
                </a:extLst>
              </p:cNvPr>
              <p:cNvSpPr/>
              <p:nvPr/>
            </p:nvSpPr>
            <p:spPr>
              <a:xfrm>
                <a:off x="1820520" y="7922257"/>
                <a:ext cx="37180" cy="37180"/>
              </a:xfrm>
              <a:custGeom>
                <a:avLst/>
                <a:gdLst>
                  <a:gd name="connsiteX0" fmla="*/ 37451 w 37180"/>
                  <a:gd name="connsiteY0" fmla="*/ 18764 h 37180"/>
                  <a:gd name="connsiteX1" fmla="*/ 18861 w 37180"/>
                  <a:gd name="connsiteY1" fmla="*/ 37354 h 37180"/>
                  <a:gd name="connsiteX2" fmla="*/ 270 w 37180"/>
                  <a:gd name="connsiteY2" fmla="*/ 18764 h 37180"/>
                  <a:gd name="connsiteX3" fmla="*/ 18861 w 37180"/>
                  <a:gd name="connsiteY3" fmla="*/ 173 h 37180"/>
                  <a:gd name="connsiteX4" fmla="*/ 3745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4"/>
                    </a:moveTo>
                    <a:cubicBezTo>
                      <a:pt x="37451" y="29031"/>
                      <a:pt x="29128" y="37354"/>
                      <a:pt x="18861" y="37354"/>
                    </a:cubicBezTo>
                    <a:cubicBezTo>
                      <a:pt x="8593" y="37354"/>
                      <a:pt x="270" y="29031"/>
                      <a:pt x="270" y="18764"/>
                    </a:cubicBezTo>
                    <a:cubicBezTo>
                      <a:pt x="270" y="8497"/>
                      <a:pt x="8593" y="173"/>
                      <a:pt x="18861" y="173"/>
                    </a:cubicBezTo>
                    <a:cubicBezTo>
                      <a:pt x="29128" y="173"/>
                      <a:pt x="37451" y="8497"/>
                      <a:pt x="37451" y="18764"/>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0" name="Freeform: Shape 3859">
                <a:extLst>
                  <a:ext uri="{FF2B5EF4-FFF2-40B4-BE49-F238E27FC236}">
                    <a16:creationId xmlns:a16="http://schemas.microsoft.com/office/drawing/2014/main" id="{B973DA8B-7F05-89F3-E149-6A9AF743913C}"/>
                  </a:ext>
                </a:extLst>
              </p:cNvPr>
              <p:cNvSpPr/>
              <p:nvPr/>
            </p:nvSpPr>
            <p:spPr>
              <a:xfrm>
                <a:off x="1818120" y="7919857"/>
                <a:ext cx="41981" cy="41981"/>
              </a:xfrm>
              <a:custGeom>
                <a:avLst/>
                <a:gdLst>
                  <a:gd name="connsiteX0" fmla="*/ 21261 w 41981"/>
                  <a:gd name="connsiteY0" fmla="*/ 4974 h 41981"/>
                  <a:gd name="connsiteX1" fmla="*/ 37451 w 41981"/>
                  <a:gd name="connsiteY1" fmla="*/ 21164 h 41981"/>
                  <a:gd name="connsiteX2" fmla="*/ 37451 w 41981"/>
                  <a:gd name="connsiteY2" fmla="*/ 21164 h 41981"/>
                  <a:gd name="connsiteX3" fmla="*/ 21261 w 41981"/>
                  <a:gd name="connsiteY3" fmla="*/ 37354 h 41981"/>
                  <a:gd name="connsiteX4" fmla="*/ 5071 w 41981"/>
                  <a:gd name="connsiteY4" fmla="*/ 21164 h 41981"/>
                  <a:gd name="connsiteX5" fmla="*/ 21261 w 41981"/>
                  <a:gd name="connsiteY5" fmla="*/ 4974 h 41981"/>
                  <a:gd name="connsiteX6" fmla="*/ 21261 w 41981"/>
                  <a:gd name="connsiteY6" fmla="*/ 173 h 41981"/>
                  <a:gd name="connsiteX7" fmla="*/ 270 w 41981"/>
                  <a:gd name="connsiteY7" fmla="*/ 21164 h 41981"/>
                  <a:gd name="connsiteX8" fmla="*/ 21261 w 41981"/>
                  <a:gd name="connsiteY8" fmla="*/ 42155 h 41981"/>
                  <a:gd name="connsiteX9" fmla="*/ 42251 w 41981"/>
                  <a:gd name="connsiteY9" fmla="*/ 21164 h 41981"/>
                  <a:gd name="connsiteX10" fmla="*/ 42251 w 41981"/>
                  <a:gd name="connsiteY10" fmla="*/ 21164 h 41981"/>
                  <a:gd name="connsiteX11" fmla="*/ 2126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4"/>
                    </a:moveTo>
                    <a:cubicBezTo>
                      <a:pt x="30203" y="4974"/>
                      <a:pt x="37451" y="12222"/>
                      <a:pt x="37451" y="21164"/>
                    </a:cubicBezTo>
                    <a:lnTo>
                      <a:pt x="37451" y="21164"/>
                    </a:lnTo>
                    <a:cubicBezTo>
                      <a:pt x="37451" y="30106"/>
                      <a:pt x="30203" y="37354"/>
                      <a:pt x="21261" y="37354"/>
                    </a:cubicBezTo>
                    <a:cubicBezTo>
                      <a:pt x="12319" y="37354"/>
                      <a:pt x="5071" y="30106"/>
                      <a:pt x="5071" y="21164"/>
                    </a:cubicBezTo>
                    <a:cubicBezTo>
                      <a:pt x="5071" y="12222"/>
                      <a:pt x="12319" y="4974"/>
                      <a:pt x="21261" y="4974"/>
                    </a:cubicBezTo>
                    <a:close/>
                    <a:moveTo>
                      <a:pt x="21261" y="173"/>
                    </a:moveTo>
                    <a:cubicBezTo>
                      <a:pt x="9668" y="173"/>
                      <a:pt x="270" y="9571"/>
                      <a:pt x="270" y="21164"/>
                    </a:cubicBezTo>
                    <a:cubicBezTo>
                      <a:pt x="270" y="32757"/>
                      <a:pt x="9668" y="42155"/>
                      <a:pt x="21261" y="42155"/>
                    </a:cubicBezTo>
                    <a:cubicBezTo>
                      <a:pt x="32853" y="42155"/>
                      <a:pt x="42251" y="32757"/>
                      <a:pt x="42251" y="21164"/>
                    </a:cubicBezTo>
                    <a:lnTo>
                      <a:pt x="42251" y="21164"/>
                    </a:lnTo>
                    <a:cubicBezTo>
                      <a:pt x="42251" y="9571"/>
                      <a:pt x="32853" y="173"/>
                      <a:pt x="21261"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1" name="Freeform: Shape 3860">
                <a:extLst>
                  <a:ext uri="{FF2B5EF4-FFF2-40B4-BE49-F238E27FC236}">
                    <a16:creationId xmlns:a16="http://schemas.microsoft.com/office/drawing/2014/main" id="{983FA329-9EEF-8473-C5F8-1682C102C6D9}"/>
                  </a:ext>
                </a:extLst>
              </p:cNvPr>
              <p:cNvSpPr/>
              <p:nvPr/>
            </p:nvSpPr>
            <p:spPr>
              <a:xfrm>
                <a:off x="1889467" y="7692295"/>
                <a:ext cx="37180" cy="37180"/>
              </a:xfrm>
              <a:custGeom>
                <a:avLst/>
                <a:gdLst>
                  <a:gd name="connsiteX0" fmla="*/ 37463 w 37180"/>
                  <a:gd name="connsiteY0" fmla="*/ 18724 h 37180"/>
                  <a:gd name="connsiteX1" fmla="*/ 18873 w 37180"/>
                  <a:gd name="connsiteY1" fmla="*/ 37314 h 37180"/>
                  <a:gd name="connsiteX2" fmla="*/ 282 w 37180"/>
                  <a:gd name="connsiteY2" fmla="*/ 18724 h 37180"/>
                  <a:gd name="connsiteX3" fmla="*/ 18873 w 37180"/>
                  <a:gd name="connsiteY3" fmla="*/ 133 h 37180"/>
                  <a:gd name="connsiteX4" fmla="*/ 37463 w 37180"/>
                  <a:gd name="connsiteY4" fmla="*/ 1872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24"/>
                    </a:moveTo>
                    <a:cubicBezTo>
                      <a:pt x="37463" y="28991"/>
                      <a:pt x="29140" y="37314"/>
                      <a:pt x="18873" y="37314"/>
                    </a:cubicBezTo>
                    <a:cubicBezTo>
                      <a:pt x="8605" y="37314"/>
                      <a:pt x="282" y="28991"/>
                      <a:pt x="282" y="18724"/>
                    </a:cubicBezTo>
                    <a:cubicBezTo>
                      <a:pt x="282" y="8457"/>
                      <a:pt x="8605" y="133"/>
                      <a:pt x="18873" y="133"/>
                    </a:cubicBezTo>
                    <a:cubicBezTo>
                      <a:pt x="29140" y="133"/>
                      <a:pt x="37463" y="8457"/>
                      <a:pt x="37463" y="18724"/>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2" name="Freeform: Shape 3861">
                <a:extLst>
                  <a:ext uri="{FF2B5EF4-FFF2-40B4-BE49-F238E27FC236}">
                    <a16:creationId xmlns:a16="http://schemas.microsoft.com/office/drawing/2014/main" id="{1DE2FDA6-9E08-52FF-5D90-A8DFA013E086}"/>
                  </a:ext>
                </a:extLst>
              </p:cNvPr>
              <p:cNvSpPr/>
              <p:nvPr/>
            </p:nvSpPr>
            <p:spPr>
              <a:xfrm>
                <a:off x="1887067" y="7689894"/>
                <a:ext cx="41981" cy="41981"/>
              </a:xfrm>
              <a:custGeom>
                <a:avLst/>
                <a:gdLst>
                  <a:gd name="connsiteX0" fmla="*/ 21273 w 41981"/>
                  <a:gd name="connsiteY0" fmla="*/ 4934 h 41981"/>
                  <a:gd name="connsiteX1" fmla="*/ 37463 w 41981"/>
                  <a:gd name="connsiteY1" fmla="*/ 21124 h 41981"/>
                  <a:gd name="connsiteX2" fmla="*/ 37463 w 41981"/>
                  <a:gd name="connsiteY2" fmla="*/ 21124 h 41981"/>
                  <a:gd name="connsiteX3" fmla="*/ 21273 w 41981"/>
                  <a:gd name="connsiteY3" fmla="*/ 37314 h 41981"/>
                  <a:gd name="connsiteX4" fmla="*/ 5083 w 41981"/>
                  <a:gd name="connsiteY4" fmla="*/ 21124 h 41981"/>
                  <a:gd name="connsiteX5" fmla="*/ 21273 w 41981"/>
                  <a:gd name="connsiteY5" fmla="*/ 4934 h 41981"/>
                  <a:gd name="connsiteX6" fmla="*/ 21273 w 41981"/>
                  <a:gd name="connsiteY6" fmla="*/ 133 h 41981"/>
                  <a:gd name="connsiteX7" fmla="*/ 282 w 41981"/>
                  <a:gd name="connsiteY7" fmla="*/ 21124 h 41981"/>
                  <a:gd name="connsiteX8" fmla="*/ 21273 w 41981"/>
                  <a:gd name="connsiteY8" fmla="*/ 42115 h 41981"/>
                  <a:gd name="connsiteX9" fmla="*/ 42263 w 41981"/>
                  <a:gd name="connsiteY9" fmla="*/ 21124 h 41981"/>
                  <a:gd name="connsiteX10" fmla="*/ 42263 w 41981"/>
                  <a:gd name="connsiteY10" fmla="*/ 21124 h 41981"/>
                  <a:gd name="connsiteX11" fmla="*/ 21273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34"/>
                    </a:moveTo>
                    <a:cubicBezTo>
                      <a:pt x="30215" y="4934"/>
                      <a:pt x="37463" y="12182"/>
                      <a:pt x="37463" y="21124"/>
                    </a:cubicBezTo>
                    <a:lnTo>
                      <a:pt x="37463" y="21124"/>
                    </a:lnTo>
                    <a:cubicBezTo>
                      <a:pt x="37463" y="30066"/>
                      <a:pt x="30215" y="37314"/>
                      <a:pt x="21273" y="37314"/>
                    </a:cubicBezTo>
                    <a:cubicBezTo>
                      <a:pt x="12331" y="37314"/>
                      <a:pt x="5083" y="30066"/>
                      <a:pt x="5083" y="21124"/>
                    </a:cubicBezTo>
                    <a:cubicBezTo>
                      <a:pt x="5083" y="12182"/>
                      <a:pt x="12331" y="4934"/>
                      <a:pt x="21273" y="4934"/>
                    </a:cubicBezTo>
                    <a:close/>
                    <a:moveTo>
                      <a:pt x="21273" y="133"/>
                    </a:moveTo>
                    <a:cubicBezTo>
                      <a:pt x="9680" y="133"/>
                      <a:pt x="282" y="9531"/>
                      <a:pt x="282" y="21124"/>
                    </a:cubicBezTo>
                    <a:cubicBezTo>
                      <a:pt x="282" y="32717"/>
                      <a:pt x="9680" y="42115"/>
                      <a:pt x="21273" y="42115"/>
                    </a:cubicBezTo>
                    <a:cubicBezTo>
                      <a:pt x="32865" y="42115"/>
                      <a:pt x="42263" y="32717"/>
                      <a:pt x="42263" y="21124"/>
                    </a:cubicBezTo>
                    <a:lnTo>
                      <a:pt x="42263" y="21124"/>
                    </a:lnTo>
                    <a:cubicBezTo>
                      <a:pt x="42263" y="9531"/>
                      <a:pt x="32865" y="133"/>
                      <a:pt x="21273"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3" name="Freeform: Shape 3862">
                <a:extLst>
                  <a:ext uri="{FF2B5EF4-FFF2-40B4-BE49-F238E27FC236}">
                    <a16:creationId xmlns:a16="http://schemas.microsoft.com/office/drawing/2014/main" id="{98C20C02-46A4-BEC2-DB29-B864AC0FE914}"/>
                  </a:ext>
                </a:extLst>
              </p:cNvPr>
              <p:cNvSpPr/>
              <p:nvPr/>
            </p:nvSpPr>
            <p:spPr>
              <a:xfrm>
                <a:off x="1777170" y="7863442"/>
                <a:ext cx="37180" cy="37180"/>
              </a:xfrm>
              <a:custGeom>
                <a:avLst/>
                <a:gdLst>
                  <a:gd name="connsiteX0" fmla="*/ 37444 w 37180"/>
                  <a:gd name="connsiteY0" fmla="*/ 18754 h 37180"/>
                  <a:gd name="connsiteX1" fmla="*/ 18853 w 37180"/>
                  <a:gd name="connsiteY1" fmla="*/ 37344 h 37180"/>
                  <a:gd name="connsiteX2" fmla="*/ 263 w 37180"/>
                  <a:gd name="connsiteY2" fmla="*/ 18754 h 37180"/>
                  <a:gd name="connsiteX3" fmla="*/ 18853 w 37180"/>
                  <a:gd name="connsiteY3" fmla="*/ 163 h 37180"/>
                  <a:gd name="connsiteX4" fmla="*/ 3744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4"/>
                    </a:moveTo>
                    <a:cubicBezTo>
                      <a:pt x="37444" y="29021"/>
                      <a:pt x="29120" y="37344"/>
                      <a:pt x="18853" y="37344"/>
                    </a:cubicBezTo>
                    <a:cubicBezTo>
                      <a:pt x="8586" y="37344"/>
                      <a:pt x="263" y="29021"/>
                      <a:pt x="263" y="18754"/>
                    </a:cubicBezTo>
                    <a:cubicBezTo>
                      <a:pt x="263" y="8486"/>
                      <a:pt x="8586" y="163"/>
                      <a:pt x="18853" y="163"/>
                    </a:cubicBezTo>
                    <a:cubicBezTo>
                      <a:pt x="29120" y="163"/>
                      <a:pt x="37444" y="8486"/>
                      <a:pt x="37444" y="18754"/>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4" name="Freeform: Shape 3863">
                <a:extLst>
                  <a:ext uri="{FF2B5EF4-FFF2-40B4-BE49-F238E27FC236}">
                    <a16:creationId xmlns:a16="http://schemas.microsoft.com/office/drawing/2014/main" id="{4E30215A-83FA-F43D-00BF-835B7954429C}"/>
                  </a:ext>
                </a:extLst>
              </p:cNvPr>
              <p:cNvSpPr/>
              <p:nvPr/>
            </p:nvSpPr>
            <p:spPr>
              <a:xfrm>
                <a:off x="1774770" y="7861041"/>
                <a:ext cx="41981" cy="41981"/>
              </a:xfrm>
              <a:custGeom>
                <a:avLst/>
                <a:gdLst>
                  <a:gd name="connsiteX0" fmla="*/ 21253 w 41981"/>
                  <a:gd name="connsiteY0" fmla="*/ 4964 h 41981"/>
                  <a:gd name="connsiteX1" fmla="*/ 37444 w 41981"/>
                  <a:gd name="connsiteY1" fmla="*/ 21154 h 41981"/>
                  <a:gd name="connsiteX2" fmla="*/ 37444 w 41981"/>
                  <a:gd name="connsiteY2" fmla="*/ 21154 h 41981"/>
                  <a:gd name="connsiteX3" fmla="*/ 21253 w 41981"/>
                  <a:gd name="connsiteY3" fmla="*/ 37344 h 41981"/>
                  <a:gd name="connsiteX4" fmla="*/ 5063 w 41981"/>
                  <a:gd name="connsiteY4" fmla="*/ 21154 h 41981"/>
                  <a:gd name="connsiteX5" fmla="*/ 21253 w 41981"/>
                  <a:gd name="connsiteY5" fmla="*/ 4964 h 41981"/>
                  <a:gd name="connsiteX6" fmla="*/ 21253 w 41981"/>
                  <a:gd name="connsiteY6" fmla="*/ 163 h 41981"/>
                  <a:gd name="connsiteX7" fmla="*/ 263 w 41981"/>
                  <a:gd name="connsiteY7" fmla="*/ 21154 h 41981"/>
                  <a:gd name="connsiteX8" fmla="*/ 21253 w 41981"/>
                  <a:gd name="connsiteY8" fmla="*/ 42144 h 41981"/>
                  <a:gd name="connsiteX9" fmla="*/ 42244 w 41981"/>
                  <a:gd name="connsiteY9" fmla="*/ 21154 h 41981"/>
                  <a:gd name="connsiteX10" fmla="*/ 42244 w 41981"/>
                  <a:gd name="connsiteY10" fmla="*/ 21154 h 41981"/>
                  <a:gd name="connsiteX11" fmla="*/ 21253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4"/>
                    </a:moveTo>
                    <a:cubicBezTo>
                      <a:pt x="30195" y="4964"/>
                      <a:pt x="37444" y="12212"/>
                      <a:pt x="37444" y="21154"/>
                    </a:cubicBezTo>
                    <a:lnTo>
                      <a:pt x="37444" y="21154"/>
                    </a:lnTo>
                    <a:cubicBezTo>
                      <a:pt x="37444" y="30096"/>
                      <a:pt x="30195" y="37344"/>
                      <a:pt x="21253" y="37344"/>
                    </a:cubicBezTo>
                    <a:cubicBezTo>
                      <a:pt x="12311" y="37344"/>
                      <a:pt x="5063" y="30096"/>
                      <a:pt x="5063" y="21154"/>
                    </a:cubicBezTo>
                    <a:cubicBezTo>
                      <a:pt x="5063" y="12212"/>
                      <a:pt x="12311" y="4964"/>
                      <a:pt x="21253" y="4964"/>
                    </a:cubicBezTo>
                    <a:close/>
                    <a:moveTo>
                      <a:pt x="21253" y="163"/>
                    </a:moveTo>
                    <a:cubicBezTo>
                      <a:pt x="9661" y="163"/>
                      <a:pt x="263" y="9561"/>
                      <a:pt x="263" y="21154"/>
                    </a:cubicBezTo>
                    <a:cubicBezTo>
                      <a:pt x="263" y="32746"/>
                      <a:pt x="9661" y="42144"/>
                      <a:pt x="21253" y="42144"/>
                    </a:cubicBezTo>
                    <a:cubicBezTo>
                      <a:pt x="32846" y="42144"/>
                      <a:pt x="42244" y="32746"/>
                      <a:pt x="42244" y="21154"/>
                    </a:cubicBezTo>
                    <a:lnTo>
                      <a:pt x="42244" y="21154"/>
                    </a:lnTo>
                    <a:cubicBezTo>
                      <a:pt x="42244" y="9561"/>
                      <a:pt x="32846" y="163"/>
                      <a:pt x="21253"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5" name="Freeform: Shape 3864">
                <a:extLst>
                  <a:ext uri="{FF2B5EF4-FFF2-40B4-BE49-F238E27FC236}">
                    <a16:creationId xmlns:a16="http://schemas.microsoft.com/office/drawing/2014/main" id="{2826F41B-7E14-832B-F75A-308DBCFF79FD}"/>
                  </a:ext>
                </a:extLst>
              </p:cNvPr>
              <p:cNvSpPr/>
              <p:nvPr/>
            </p:nvSpPr>
            <p:spPr>
              <a:xfrm>
                <a:off x="1734696" y="7779956"/>
                <a:ext cx="37180" cy="37180"/>
              </a:xfrm>
              <a:custGeom>
                <a:avLst/>
                <a:gdLst>
                  <a:gd name="connsiteX0" fmla="*/ 37436 w 37180"/>
                  <a:gd name="connsiteY0" fmla="*/ 18739 h 37180"/>
                  <a:gd name="connsiteX1" fmla="*/ 18846 w 37180"/>
                  <a:gd name="connsiteY1" fmla="*/ 37329 h 37180"/>
                  <a:gd name="connsiteX2" fmla="*/ 255 w 37180"/>
                  <a:gd name="connsiteY2" fmla="*/ 18739 h 37180"/>
                  <a:gd name="connsiteX3" fmla="*/ 18846 w 37180"/>
                  <a:gd name="connsiteY3" fmla="*/ 149 h 37180"/>
                  <a:gd name="connsiteX4" fmla="*/ 37436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39"/>
                    </a:moveTo>
                    <a:cubicBezTo>
                      <a:pt x="37436" y="29006"/>
                      <a:pt x="29113" y="37329"/>
                      <a:pt x="18846" y="37329"/>
                    </a:cubicBezTo>
                    <a:cubicBezTo>
                      <a:pt x="8579" y="37329"/>
                      <a:pt x="255" y="29006"/>
                      <a:pt x="255" y="18739"/>
                    </a:cubicBezTo>
                    <a:cubicBezTo>
                      <a:pt x="255" y="8472"/>
                      <a:pt x="8579" y="149"/>
                      <a:pt x="18846" y="149"/>
                    </a:cubicBezTo>
                    <a:cubicBezTo>
                      <a:pt x="29113" y="149"/>
                      <a:pt x="37436" y="8472"/>
                      <a:pt x="37436" y="18739"/>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6" name="Freeform: Shape 3865">
                <a:extLst>
                  <a:ext uri="{FF2B5EF4-FFF2-40B4-BE49-F238E27FC236}">
                    <a16:creationId xmlns:a16="http://schemas.microsoft.com/office/drawing/2014/main" id="{1D255071-0BF3-71A7-67D0-7917BB9690BB}"/>
                  </a:ext>
                </a:extLst>
              </p:cNvPr>
              <p:cNvSpPr/>
              <p:nvPr/>
            </p:nvSpPr>
            <p:spPr>
              <a:xfrm>
                <a:off x="1732296" y="7777556"/>
                <a:ext cx="41981" cy="41981"/>
              </a:xfrm>
              <a:custGeom>
                <a:avLst/>
                <a:gdLst>
                  <a:gd name="connsiteX0" fmla="*/ 21246 w 41981"/>
                  <a:gd name="connsiteY0" fmla="*/ 4949 h 41981"/>
                  <a:gd name="connsiteX1" fmla="*/ 37436 w 41981"/>
                  <a:gd name="connsiteY1" fmla="*/ 21139 h 41981"/>
                  <a:gd name="connsiteX2" fmla="*/ 37436 w 41981"/>
                  <a:gd name="connsiteY2" fmla="*/ 21139 h 41981"/>
                  <a:gd name="connsiteX3" fmla="*/ 21246 w 41981"/>
                  <a:gd name="connsiteY3" fmla="*/ 37329 h 41981"/>
                  <a:gd name="connsiteX4" fmla="*/ 5056 w 41981"/>
                  <a:gd name="connsiteY4" fmla="*/ 21139 h 41981"/>
                  <a:gd name="connsiteX5" fmla="*/ 21246 w 41981"/>
                  <a:gd name="connsiteY5" fmla="*/ 4949 h 41981"/>
                  <a:gd name="connsiteX6" fmla="*/ 21246 w 41981"/>
                  <a:gd name="connsiteY6" fmla="*/ 149 h 41981"/>
                  <a:gd name="connsiteX7" fmla="*/ 255 w 41981"/>
                  <a:gd name="connsiteY7" fmla="*/ 21139 h 41981"/>
                  <a:gd name="connsiteX8" fmla="*/ 21246 w 41981"/>
                  <a:gd name="connsiteY8" fmla="*/ 42130 h 41981"/>
                  <a:gd name="connsiteX9" fmla="*/ 42237 w 41981"/>
                  <a:gd name="connsiteY9" fmla="*/ 21139 h 41981"/>
                  <a:gd name="connsiteX10" fmla="*/ 42237 w 41981"/>
                  <a:gd name="connsiteY10" fmla="*/ 21139 h 41981"/>
                  <a:gd name="connsiteX11" fmla="*/ 21246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49"/>
                    </a:moveTo>
                    <a:cubicBezTo>
                      <a:pt x="30188" y="4949"/>
                      <a:pt x="37436" y="12197"/>
                      <a:pt x="37436" y="21139"/>
                    </a:cubicBezTo>
                    <a:lnTo>
                      <a:pt x="37436" y="21139"/>
                    </a:lnTo>
                    <a:cubicBezTo>
                      <a:pt x="37436" y="30081"/>
                      <a:pt x="30188" y="37329"/>
                      <a:pt x="21246" y="37329"/>
                    </a:cubicBezTo>
                    <a:cubicBezTo>
                      <a:pt x="12304" y="37329"/>
                      <a:pt x="5056" y="30081"/>
                      <a:pt x="5056" y="21139"/>
                    </a:cubicBezTo>
                    <a:cubicBezTo>
                      <a:pt x="5056" y="12197"/>
                      <a:pt x="12304" y="4949"/>
                      <a:pt x="21246" y="4949"/>
                    </a:cubicBezTo>
                    <a:close/>
                    <a:moveTo>
                      <a:pt x="21246" y="149"/>
                    </a:moveTo>
                    <a:cubicBezTo>
                      <a:pt x="9653" y="149"/>
                      <a:pt x="255" y="9547"/>
                      <a:pt x="255" y="21139"/>
                    </a:cubicBezTo>
                    <a:cubicBezTo>
                      <a:pt x="255" y="32732"/>
                      <a:pt x="9653" y="42130"/>
                      <a:pt x="21246" y="42130"/>
                    </a:cubicBezTo>
                    <a:cubicBezTo>
                      <a:pt x="32839" y="42130"/>
                      <a:pt x="42237" y="32732"/>
                      <a:pt x="42237" y="21139"/>
                    </a:cubicBezTo>
                    <a:lnTo>
                      <a:pt x="42237" y="21139"/>
                    </a:lnTo>
                    <a:cubicBezTo>
                      <a:pt x="42237" y="9547"/>
                      <a:pt x="32839" y="149"/>
                      <a:pt x="21246"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7" name="Freeform: Shape 3866">
                <a:extLst>
                  <a:ext uri="{FF2B5EF4-FFF2-40B4-BE49-F238E27FC236}">
                    <a16:creationId xmlns:a16="http://schemas.microsoft.com/office/drawing/2014/main" id="{A11FDDF3-976E-22A9-ACED-979FA4CA671B}"/>
                  </a:ext>
                </a:extLst>
              </p:cNvPr>
              <p:cNvSpPr/>
              <p:nvPr/>
            </p:nvSpPr>
            <p:spPr>
              <a:xfrm>
                <a:off x="1746268" y="7973290"/>
                <a:ext cx="37180" cy="37180"/>
              </a:xfrm>
              <a:custGeom>
                <a:avLst/>
                <a:gdLst>
                  <a:gd name="connsiteX0" fmla="*/ 37438 w 37180"/>
                  <a:gd name="connsiteY0" fmla="*/ 18773 h 37180"/>
                  <a:gd name="connsiteX1" fmla="*/ 18848 w 37180"/>
                  <a:gd name="connsiteY1" fmla="*/ 37363 h 37180"/>
                  <a:gd name="connsiteX2" fmla="*/ 257 w 37180"/>
                  <a:gd name="connsiteY2" fmla="*/ 18773 h 37180"/>
                  <a:gd name="connsiteX3" fmla="*/ 18848 w 37180"/>
                  <a:gd name="connsiteY3" fmla="*/ 182 h 37180"/>
                  <a:gd name="connsiteX4" fmla="*/ 3743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3"/>
                    </a:moveTo>
                    <a:cubicBezTo>
                      <a:pt x="37438" y="29040"/>
                      <a:pt x="29115" y="37363"/>
                      <a:pt x="18848" y="37363"/>
                    </a:cubicBezTo>
                    <a:cubicBezTo>
                      <a:pt x="8581" y="37363"/>
                      <a:pt x="257" y="29040"/>
                      <a:pt x="257" y="18773"/>
                    </a:cubicBezTo>
                    <a:cubicBezTo>
                      <a:pt x="257" y="8505"/>
                      <a:pt x="8581" y="182"/>
                      <a:pt x="18848" y="182"/>
                    </a:cubicBezTo>
                    <a:cubicBezTo>
                      <a:pt x="29115" y="182"/>
                      <a:pt x="37438" y="8505"/>
                      <a:pt x="37438" y="18773"/>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8" name="Freeform: Shape 3867">
                <a:extLst>
                  <a:ext uri="{FF2B5EF4-FFF2-40B4-BE49-F238E27FC236}">
                    <a16:creationId xmlns:a16="http://schemas.microsoft.com/office/drawing/2014/main" id="{C90B7A54-FB14-5B2B-BF3C-A01215A8253A}"/>
                  </a:ext>
                </a:extLst>
              </p:cNvPr>
              <p:cNvSpPr/>
              <p:nvPr/>
            </p:nvSpPr>
            <p:spPr>
              <a:xfrm>
                <a:off x="1743868" y="7970890"/>
                <a:ext cx="41981" cy="41981"/>
              </a:xfrm>
              <a:custGeom>
                <a:avLst/>
                <a:gdLst>
                  <a:gd name="connsiteX0" fmla="*/ 21248 w 41981"/>
                  <a:gd name="connsiteY0" fmla="*/ 4983 h 41981"/>
                  <a:gd name="connsiteX1" fmla="*/ 37438 w 41981"/>
                  <a:gd name="connsiteY1" fmla="*/ 21173 h 41981"/>
                  <a:gd name="connsiteX2" fmla="*/ 37438 w 41981"/>
                  <a:gd name="connsiteY2" fmla="*/ 21173 h 41981"/>
                  <a:gd name="connsiteX3" fmla="*/ 21248 w 41981"/>
                  <a:gd name="connsiteY3" fmla="*/ 37363 h 41981"/>
                  <a:gd name="connsiteX4" fmla="*/ 5058 w 41981"/>
                  <a:gd name="connsiteY4" fmla="*/ 21173 h 41981"/>
                  <a:gd name="connsiteX5" fmla="*/ 21248 w 41981"/>
                  <a:gd name="connsiteY5" fmla="*/ 4983 h 41981"/>
                  <a:gd name="connsiteX6" fmla="*/ 21248 w 41981"/>
                  <a:gd name="connsiteY6" fmla="*/ 182 h 41981"/>
                  <a:gd name="connsiteX7" fmla="*/ 257 w 41981"/>
                  <a:gd name="connsiteY7" fmla="*/ 21173 h 41981"/>
                  <a:gd name="connsiteX8" fmla="*/ 21248 w 41981"/>
                  <a:gd name="connsiteY8" fmla="*/ 42163 h 41981"/>
                  <a:gd name="connsiteX9" fmla="*/ 42239 w 41981"/>
                  <a:gd name="connsiteY9" fmla="*/ 21173 h 41981"/>
                  <a:gd name="connsiteX10" fmla="*/ 42239 w 41981"/>
                  <a:gd name="connsiteY10" fmla="*/ 21173 h 41981"/>
                  <a:gd name="connsiteX11" fmla="*/ 21248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3"/>
                    </a:moveTo>
                    <a:cubicBezTo>
                      <a:pt x="30190" y="4983"/>
                      <a:pt x="37438" y="12231"/>
                      <a:pt x="37438" y="21173"/>
                    </a:cubicBezTo>
                    <a:lnTo>
                      <a:pt x="37438" y="21173"/>
                    </a:lnTo>
                    <a:cubicBezTo>
                      <a:pt x="37438" y="30115"/>
                      <a:pt x="30190" y="37363"/>
                      <a:pt x="21248" y="37363"/>
                    </a:cubicBezTo>
                    <a:cubicBezTo>
                      <a:pt x="12306" y="37363"/>
                      <a:pt x="5058" y="30115"/>
                      <a:pt x="5058" y="21173"/>
                    </a:cubicBezTo>
                    <a:cubicBezTo>
                      <a:pt x="5058" y="12231"/>
                      <a:pt x="12306" y="4983"/>
                      <a:pt x="21248" y="4983"/>
                    </a:cubicBezTo>
                    <a:close/>
                    <a:moveTo>
                      <a:pt x="21248" y="182"/>
                    </a:moveTo>
                    <a:cubicBezTo>
                      <a:pt x="9655" y="182"/>
                      <a:pt x="257" y="9580"/>
                      <a:pt x="257" y="21173"/>
                    </a:cubicBezTo>
                    <a:cubicBezTo>
                      <a:pt x="257" y="32765"/>
                      <a:pt x="9655" y="42163"/>
                      <a:pt x="21248" y="42163"/>
                    </a:cubicBezTo>
                    <a:cubicBezTo>
                      <a:pt x="32841" y="42163"/>
                      <a:pt x="42239" y="32765"/>
                      <a:pt x="42239" y="21173"/>
                    </a:cubicBezTo>
                    <a:lnTo>
                      <a:pt x="42239" y="21173"/>
                    </a:lnTo>
                    <a:cubicBezTo>
                      <a:pt x="42239" y="9580"/>
                      <a:pt x="32841" y="182"/>
                      <a:pt x="21248"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69" name="Freeform: Shape 3868">
                <a:extLst>
                  <a:ext uri="{FF2B5EF4-FFF2-40B4-BE49-F238E27FC236}">
                    <a16:creationId xmlns:a16="http://schemas.microsoft.com/office/drawing/2014/main" id="{1EB29A9E-21DE-B261-7D3F-4BC32EAC1B80}"/>
                  </a:ext>
                </a:extLst>
              </p:cNvPr>
              <p:cNvSpPr/>
              <p:nvPr/>
            </p:nvSpPr>
            <p:spPr>
              <a:xfrm>
                <a:off x="1957015" y="7914780"/>
                <a:ext cx="37180" cy="37180"/>
              </a:xfrm>
              <a:custGeom>
                <a:avLst/>
                <a:gdLst>
                  <a:gd name="connsiteX0" fmla="*/ 37475 w 37180"/>
                  <a:gd name="connsiteY0" fmla="*/ 18762 h 37180"/>
                  <a:gd name="connsiteX1" fmla="*/ 18884 w 37180"/>
                  <a:gd name="connsiteY1" fmla="*/ 37353 h 37180"/>
                  <a:gd name="connsiteX2" fmla="*/ 294 w 37180"/>
                  <a:gd name="connsiteY2" fmla="*/ 18762 h 37180"/>
                  <a:gd name="connsiteX3" fmla="*/ 18884 w 37180"/>
                  <a:gd name="connsiteY3" fmla="*/ 172 h 37180"/>
                  <a:gd name="connsiteX4" fmla="*/ 37475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5" y="18762"/>
                    </a:moveTo>
                    <a:cubicBezTo>
                      <a:pt x="37475" y="29030"/>
                      <a:pt x="29152" y="37353"/>
                      <a:pt x="18884" y="37353"/>
                    </a:cubicBezTo>
                    <a:cubicBezTo>
                      <a:pt x="8617" y="37353"/>
                      <a:pt x="294" y="29030"/>
                      <a:pt x="294" y="18762"/>
                    </a:cubicBezTo>
                    <a:cubicBezTo>
                      <a:pt x="294" y="8495"/>
                      <a:pt x="8617" y="172"/>
                      <a:pt x="18884" y="172"/>
                    </a:cubicBezTo>
                    <a:cubicBezTo>
                      <a:pt x="29152" y="172"/>
                      <a:pt x="37475" y="8495"/>
                      <a:pt x="37475" y="18762"/>
                    </a:cubicBezTo>
                    <a:close/>
                  </a:path>
                </a:pathLst>
              </a:custGeom>
              <a:solidFill>
                <a:srgbClr val="F7D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0" name="Freeform: Shape 3869">
                <a:extLst>
                  <a:ext uri="{FF2B5EF4-FFF2-40B4-BE49-F238E27FC236}">
                    <a16:creationId xmlns:a16="http://schemas.microsoft.com/office/drawing/2014/main" id="{5A078D03-CF8B-4000-6028-28AD750E1A33}"/>
                  </a:ext>
                </a:extLst>
              </p:cNvPr>
              <p:cNvSpPr/>
              <p:nvPr/>
            </p:nvSpPr>
            <p:spPr>
              <a:xfrm>
                <a:off x="1954614" y="7912380"/>
                <a:ext cx="41981" cy="41981"/>
              </a:xfrm>
              <a:custGeom>
                <a:avLst/>
                <a:gdLst>
                  <a:gd name="connsiteX0" fmla="*/ 21285 w 41981"/>
                  <a:gd name="connsiteY0" fmla="*/ 4972 h 41981"/>
                  <a:gd name="connsiteX1" fmla="*/ 37475 w 41981"/>
                  <a:gd name="connsiteY1" fmla="*/ 21163 h 41981"/>
                  <a:gd name="connsiteX2" fmla="*/ 37475 w 41981"/>
                  <a:gd name="connsiteY2" fmla="*/ 21163 h 41981"/>
                  <a:gd name="connsiteX3" fmla="*/ 21285 w 41981"/>
                  <a:gd name="connsiteY3" fmla="*/ 37353 h 41981"/>
                  <a:gd name="connsiteX4" fmla="*/ 5094 w 41981"/>
                  <a:gd name="connsiteY4" fmla="*/ 21163 h 41981"/>
                  <a:gd name="connsiteX5" fmla="*/ 21285 w 41981"/>
                  <a:gd name="connsiteY5" fmla="*/ 4972 h 41981"/>
                  <a:gd name="connsiteX6" fmla="*/ 21285 w 41981"/>
                  <a:gd name="connsiteY6" fmla="*/ 172 h 41981"/>
                  <a:gd name="connsiteX7" fmla="*/ 294 w 41981"/>
                  <a:gd name="connsiteY7" fmla="*/ 21163 h 41981"/>
                  <a:gd name="connsiteX8" fmla="*/ 21285 w 41981"/>
                  <a:gd name="connsiteY8" fmla="*/ 42153 h 41981"/>
                  <a:gd name="connsiteX9" fmla="*/ 42275 w 41981"/>
                  <a:gd name="connsiteY9" fmla="*/ 21163 h 41981"/>
                  <a:gd name="connsiteX10" fmla="*/ 42275 w 41981"/>
                  <a:gd name="connsiteY10" fmla="*/ 21163 h 41981"/>
                  <a:gd name="connsiteX11" fmla="*/ 21285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72"/>
                    </a:moveTo>
                    <a:cubicBezTo>
                      <a:pt x="30226" y="4972"/>
                      <a:pt x="37475" y="12221"/>
                      <a:pt x="37475" y="21163"/>
                    </a:cubicBezTo>
                    <a:lnTo>
                      <a:pt x="37475" y="21163"/>
                    </a:lnTo>
                    <a:cubicBezTo>
                      <a:pt x="37475" y="30104"/>
                      <a:pt x="30226" y="37353"/>
                      <a:pt x="21285" y="37353"/>
                    </a:cubicBezTo>
                    <a:cubicBezTo>
                      <a:pt x="12343" y="37353"/>
                      <a:pt x="5094" y="30104"/>
                      <a:pt x="5094" y="21163"/>
                    </a:cubicBezTo>
                    <a:cubicBezTo>
                      <a:pt x="5094" y="12221"/>
                      <a:pt x="12343" y="4972"/>
                      <a:pt x="21285" y="4972"/>
                    </a:cubicBezTo>
                    <a:close/>
                    <a:moveTo>
                      <a:pt x="21285" y="172"/>
                    </a:moveTo>
                    <a:cubicBezTo>
                      <a:pt x="9692" y="172"/>
                      <a:pt x="294" y="9570"/>
                      <a:pt x="294" y="21163"/>
                    </a:cubicBezTo>
                    <a:cubicBezTo>
                      <a:pt x="294" y="32755"/>
                      <a:pt x="9692" y="42153"/>
                      <a:pt x="21285" y="42153"/>
                    </a:cubicBezTo>
                    <a:cubicBezTo>
                      <a:pt x="32877" y="42153"/>
                      <a:pt x="42275" y="32755"/>
                      <a:pt x="42275" y="21163"/>
                    </a:cubicBezTo>
                    <a:lnTo>
                      <a:pt x="42275" y="21163"/>
                    </a:lnTo>
                    <a:cubicBezTo>
                      <a:pt x="42275" y="9570"/>
                      <a:pt x="32877" y="172"/>
                      <a:pt x="21285"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1" name="Freeform: Shape 3870">
                <a:extLst>
                  <a:ext uri="{FF2B5EF4-FFF2-40B4-BE49-F238E27FC236}">
                    <a16:creationId xmlns:a16="http://schemas.microsoft.com/office/drawing/2014/main" id="{790AD074-4AB3-8D03-BBF2-CB73AFAA83E6}"/>
                  </a:ext>
                </a:extLst>
              </p:cNvPr>
              <p:cNvSpPr/>
              <p:nvPr/>
            </p:nvSpPr>
            <p:spPr>
              <a:xfrm>
                <a:off x="1921804" y="7876569"/>
                <a:ext cx="37180" cy="37180"/>
              </a:xfrm>
              <a:custGeom>
                <a:avLst/>
                <a:gdLst>
                  <a:gd name="connsiteX0" fmla="*/ 37469 w 37180"/>
                  <a:gd name="connsiteY0" fmla="*/ 18756 h 37180"/>
                  <a:gd name="connsiteX1" fmla="*/ 18878 w 37180"/>
                  <a:gd name="connsiteY1" fmla="*/ 37346 h 37180"/>
                  <a:gd name="connsiteX2" fmla="*/ 288 w 37180"/>
                  <a:gd name="connsiteY2" fmla="*/ 18756 h 37180"/>
                  <a:gd name="connsiteX3" fmla="*/ 18878 w 37180"/>
                  <a:gd name="connsiteY3" fmla="*/ 165 h 37180"/>
                  <a:gd name="connsiteX4" fmla="*/ 37469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56"/>
                    </a:moveTo>
                    <a:cubicBezTo>
                      <a:pt x="37469" y="29023"/>
                      <a:pt x="29145" y="37346"/>
                      <a:pt x="18878" y="37346"/>
                    </a:cubicBezTo>
                    <a:cubicBezTo>
                      <a:pt x="8611" y="37346"/>
                      <a:pt x="288" y="29023"/>
                      <a:pt x="288" y="18756"/>
                    </a:cubicBezTo>
                    <a:cubicBezTo>
                      <a:pt x="288" y="8489"/>
                      <a:pt x="8611" y="165"/>
                      <a:pt x="18878" y="165"/>
                    </a:cubicBezTo>
                    <a:cubicBezTo>
                      <a:pt x="29145" y="165"/>
                      <a:pt x="37469" y="8489"/>
                      <a:pt x="37469" y="18756"/>
                    </a:cubicBezTo>
                    <a:close/>
                  </a:path>
                </a:pathLst>
              </a:custGeom>
              <a:solidFill>
                <a:srgbClr val="E7F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2" name="Freeform: Shape 3871">
                <a:extLst>
                  <a:ext uri="{FF2B5EF4-FFF2-40B4-BE49-F238E27FC236}">
                    <a16:creationId xmlns:a16="http://schemas.microsoft.com/office/drawing/2014/main" id="{07708114-D9BD-C6DF-4AE2-0CE75B38BA75}"/>
                  </a:ext>
                </a:extLst>
              </p:cNvPr>
              <p:cNvSpPr/>
              <p:nvPr/>
            </p:nvSpPr>
            <p:spPr>
              <a:xfrm>
                <a:off x="1919404" y="7874168"/>
                <a:ext cx="41981" cy="41981"/>
              </a:xfrm>
              <a:custGeom>
                <a:avLst/>
                <a:gdLst>
                  <a:gd name="connsiteX0" fmla="*/ 21278 w 41981"/>
                  <a:gd name="connsiteY0" fmla="*/ 4966 h 41981"/>
                  <a:gd name="connsiteX1" fmla="*/ 37469 w 41981"/>
                  <a:gd name="connsiteY1" fmla="*/ 21156 h 41981"/>
                  <a:gd name="connsiteX2" fmla="*/ 37469 w 41981"/>
                  <a:gd name="connsiteY2" fmla="*/ 21156 h 41981"/>
                  <a:gd name="connsiteX3" fmla="*/ 21278 w 41981"/>
                  <a:gd name="connsiteY3" fmla="*/ 37346 h 41981"/>
                  <a:gd name="connsiteX4" fmla="*/ 5088 w 41981"/>
                  <a:gd name="connsiteY4" fmla="*/ 21156 h 41981"/>
                  <a:gd name="connsiteX5" fmla="*/ 21278 w 41981"/>
                  <a:gd name="connsiteY5" fmla="*/ 4966 h 41981"/>
                  <a:gd name="connsiteX6" fmla="*/ 21278 w 41981"/>
                  <a:gd name="connsiteY6" fmla="*/ 165 h 41981"/>
                  <a:gd name="connsiteX7" fmla="*/ 288 w 41981"/>
                  <a:gd name="connsiteY7" fmla="*/ 21156 h 41981"/>
                  <a:gd name="connsiteX8" fmla="*/ 21278 w 41981"/>
                  <a:gd name="connsiteY8" fmla="*/ 42147 h 41981"/>
                  <a:gd name="connsiteX9" fmla="*/ 42269 w 41981"/>
                  <a:gd name="connsiteY9" fmla="*/ 21156 h 41981"/>
                  <a:gd name="connsiteX10" fmla="*/ 42269 w 41981"/>
                  <a:gd name="connsiteY10" fmla="*/ 21156 h 41981"/>
                  <a:gd name="connsiteX11" fmla="*/ 21278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66"/>
                    </a:moveTo>
                    <a:cubicBezTo>
                      <a:pt x="30220" y="4966"/>
                      <a:pt x="37469" y="12214"/>
                      <a:pt x="37469" y="21156"/>
                    </a:cubicBezTo>
                    <a:lnTo>
                      <a:pt x="37469" y="21156"/>
                    </a:lnTo>
                    <a:cubicBezTo>
                      <a:pt x="37469" y="30098"/>
                      <a:pt x="30220" y="37346"/>
                      <a:pt x="21278" y="37346"/>
                    </a:cubicBezTo>
                    <a:cubicBezTo>
                      <a:pt x="12337" y="37346"/>
                      <a:pt x="5088" y="30098"/>
                      <a:pt x="5088" y="21156"/>
                    </a:cubicBezTo>
                    <a:cubicBezTo>
                      <a:pt x="5088" y="12214"/>
                      <a:pt x="12337" y="4966"/>
                      <a:pt x="21278" y="4966"/>
                    </a:cubicBezTo>
                    <a:close/>
                    <a:moveTo>
                      <a:pt x="21278" y="165"/>
                    </a:moveTo>
                    <a:cubicBezTo>
                      <a:pt x="9686" y="165"/>
                      <a:pt x="288" y="9563"/>
                      <a:pt x="288" y="21156"/>
                    </a:cubicBezTo>
                    <a:cubicBezTo>
                      <a:pt x="288" y="32749"/>
                      <a:pt x="9686" y="42147"/>
                      <a:pt x="21278" y="42147"/>
                    </a:cubicBezTo>
                    <a:cubicBezTo>
                      <a:pt x="32871" y="42147"/>
                      <a:pt x="42269" y="32749"/>
                      <a:pt x="42269" y="21156"/>
                    </a:cubicBezTo>
                    <a:lnTo>
                      <a:pt x="42269" y="21156"/>
                    </a:lnTo>
                    <a:cubicBezTo>
                      <a:pt x="42269" y="9563"/>
                      <a:pt x="32871" y="165"/>
                      <a:pt x="21278"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3" name="Freeform: Shape 3872">
                <a:extLst>
                  <a:ext uri="{FF2B5EF4-FFF2-40B4-BE49-F238E27FC236}">
                    <a16:creationId xmlns:a16="http://schemas.microsoft.com/office/drawing/2014/main" id="{7A926721-CADD-78B7-4F43-3D5555DC6D4A}"/>
                  </a:ext>
                </a:extLst>
              </p:cNvPr>
              <p:cNvSpPr/>
              <p:nvPr/>
            </p:nvSpPr>
            <p:spPr>
              <a:xfrm>
                <a:off x="1819448" y="7770106"/>
                <a:ext cx="37180" cy="37180"/>
              </a:xfrm>
              <a:custGeom>
                <a:avLst/>
                <a:gdLst>
                  <a:gd name="connsiteX0" fmla="*/ 37451 w 37180"/>
                  <a:gd name="connsiteY0" fmla="*/ 18737 h 37180"/>
                  <a:gd name="connsiteX1" fmla="*/ 18860 w 37180"/>
                  <a:gd name="connsiteY1" fmla="*/ 37328 h 37180"/>
                  <a:gd name="connsiteX2" fmla="*/ 270 w 37180"/>
                  <a:gd name="connsiteY2" fmla="*/ 18737 h 37180"/>
                  <a:gd name="connsiteX3" fmla="*/ 18860 w 37180"/>
                  <a:gd name="connsiteY3" fmla="*/ 147 h 37180"/>
                  <a:gd name="connsiteX4" fmla="*/ 37451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37"/>
                    </a:moveTo>
                    <a:cubicBezTo>
                      <a:pt x="37451" y="29005"/>
                      <a:pt x="29128" y="37328"/>
                      <a:pt x="18860" y="37328"/>
                    </a:cubicBezTo>
                    <a:cubicBezTo>
                      <a:pt x="8593" y="37328"/>
                      <a:pt x="270" y="29005"/>
                      <a:pt x="270" y="18737"/>
                    </a:cubicBezTo>
                    <a:cubicBezTo>
                      <a:pt x="270" y="8470"/>
                      <a:pt x="8593" y="147"/>
                      <a:pt x="18860" y="147"/>
                    </a:cubicBezTo>
                    <a:cubicBezTo>
                      <a:pt x="29128" y="147"/>
                      <a:pt x="37451" y="8470"/>
                      <a:pt x="37451" y="18737"/>
                    </a:cubicBezTo>
                    <a:close/>
                  </a:path>
                </a:pathLst>
              </a:custGeom>
              <a:solidFill>
                <a:srgbClr val="E3F7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4" name="Freeform: Shape 3873">
                <a:extLst>
                  <a:ext uri="{FF2B5EF4-FFF2-40B4-BE49-F238E27FC236}">
                    <a16:creationId xmlns:a16="http://schemas.microsoft.com/office/drawing/2014/main" id="{6032B0EF-2A5B-DC8C-73D3-BCBF3C151B98}"/>
                  </a:ext>
                </a:extLst>
              </p:cNvPr>
              <p:cNvSpPr/>
              <p:nvPr/>
            </p:nvSpPr>
            <p:spPr>
              <a:xfrm>
                <a:off x="1817048" y="7767706"/>
                <a:ext cx="41981" cy="41981"/>
              </a:xfrm>
              <a:custGeom>
                <a:avLst/>
                <a:gdLst>
                  <a:gd name="connsiteX0" fmla="*/ 21261 w 41981"/>
                  <a:gd name="connsiteY0" fmla="*/ 4947 h 41981"/>
                  <a:gd name="connsiteX1" fmla="*/ 37451 w 41981"/>
                  <a:gd name="connsiteY1" fmla="*/ 21138 h 41981"/>
                  <a:gd name="connsiteX2" fmla="*/ 37451 w 41981"/>
                  <a:gd name="connsiteY2" fmla="*/ 21138 h 41981"/>
                  <a:gd name="connsiteX3" fmla="*/ 21261 w 41981"/>
                  <a:gd name="connsiteY3" fmla="*/ 37328 h 41981"/>
                  <a:gd name="connsiteX4" fmla="*/ 5070 w 41981"/>
                  <a:gd name="connsiteY4" fmla="*/ 21138 h 41981"/>
                  <a:gd name="connsiteX5" fmla="*/ 21261 w 41981"/>
                  <a:gd name="connsiteY5" fmla="*/ 4947 h 41981"/>
                  <a:gd name="connsiteX6" fmla="*/ 21261 w 41981"/>
                  <a:gd name="connsiteY6" fmla="*/ 147 h 41981"/>
                  <a:gd name="connsiteX7" fmla="*/ 270 w 41981"/>
                  <a:gd name="connsiteY7" fmla="*/ 21138 h 41981"/>
                  <a:gd name="connsiteX8" fmla="*/ 21261 w 41981"/>
                  <a:gd name="connsiteY8" fmla="*/ 42128 h 41981"/>
                  <a:gd name="connsiteX9" fmla="*/ 42251 w 41981"/>
                  <a:gd name="connsiteY9" fmla="*/ 21138 h 41981"/>
                  <a:gd name="connsiteX10" fmla="*/ 42251 w 41981"/>
                  <a:gd name="connsiteY10" fmla="*/ 21138 h 41981"/>
                  <a:gd name="connsiteX11" fmla="*/ 21261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47"/>
                    </a:moveTo>
                    <a:cubicBezTo>
                      <a:pt x="30202" y="4947"/>
                      <a:pt x="37451" y="12196"/>
                      <a:pt x="37451" y="21138"/>
                    </a:cubicBezTo>
                    <a:lnTo>
                      <a:pt x="37451" y="21138"/>
                    </a:lnTo>
                    <a:cubicBezTo>
                      <a:pt x="37451" y="30079"/>
                      <a:pt x="30202" y="37328"/>
                      <a:pt x="21261" y="37328"/>
                    </a:cubicBezTo>
                    <a:cubicBezTo>
                      <a:pt x="12319" y="37328"/>
                      <a:pt x="5070" y="30079"/>
                      <a:pt x="5070" y="21138"/>
                    </a:cubicBezTo>
                    <a:cubicBezTo>
                      <a:pt x="5070" y="12196"/>
                      <a:pt x="12319" y="4947"/>
                      <a:pt x="21261" y="4947"/>
                    </a:cubicBezTo>
                    <a:close/>
                    <a:moveTo>
                      <a:pt x="21261" y="147"/>
                    </a:moveTo>
                    <a:cubicBezTo>
                      <a:pt x="9668" y="147"/>
                      <a:pt x="270" y="9545"/>
                      <a:pt x="270" y="21138"/>
                    </a:cubicBezTo>
                    <a:cubicBezTo>
                      <a:pt x="270" y="32730"/>
                      <a:pt x="9668" y="42128"/>
                      <a:pt x="21261" y="42128"/>
                    </a:cubicBezTo>
                    <a:cubicBezTo>
                      <a:pt x="32853" y="42128"/>
                      <a:pt x="42251" y="32730"/>
                      <a:pt x="42251" y="21138"/>
                    </a:cubicBezTo>
                    <a:lnTo>
                      <a:pt x="42251" y="21138"/>
                    </a:lnTo>
                    <a:cubicBezTo>
                      <a:pt x="42251" y="9545"/>
                      <a:pt x="32853" y="147"/>
                      <a:pt x="21261"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5" name="Freeform: Shape 3874">
                <a:extLst>
                  <a:ext uri="{FF2B5EF4-FFF2-40B4-BE49-F238E27FC236}">
                    <a16:creationId xmlns:a16="http://schemas.microsoft.com/office/drawing/2014/main" id="{6A454187-15AE-502C-3C9B-6D737AF80634}"/>
                  </a:ext>
                </a:extLst>
              </p:cNvPr>
              <p:cNvSpPr/>
              <p:nvPr/>
            </p:nvSpPr>
            <p:spPr>
              <a:xfrm>
                <a:off x="2013946" y="7728611"/>
                <a:ext cx="37180" cy="37180"/>
              </a:xfrm>
              <a:custGeom>
                <a:avLst/>
                <a:gdLst>
                  <a:gd name="connsiteX0" fmla="*/ 37485 w 37180"/>
                  <a:gd name="connsiteY0" fmla="*/ 18730 h 37180"/>
                  <a:gd name="connsiteX1" fmla="*/ 18894 w 37180"/>
                  <a:gd name="connsiteY1" fmla="*/ 37321 h 37180"/>
                  <a:gd name="connsiteX2" fmla="*/ 304 w 37180"/>
                  <a:gd name="connsiteY2" fmla="*/ 18730 h 37180"/>
                  <a:gd name="connsiteX3" fmla="*/ 18894 w 37180"/>
                  <a:gd name="connsiteY3" fmla="*/ 140 h 37180"/>
                  <a:gd name="connsiteX4" fmla="*/ 37485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730"/>
                    </a:moveTo>
                    <a:cubicBezTo>
                      <a:pt x="37485" y="28997"/>
                      <a:pt x="29161" y="37321"/>
                      <a:pt x="18894" y="37321"/>
                    </a:cubicBezTo>
                    <a:cubicBezTo>
                      <a:pt x="8627" y="37321"/>
                      <a:pt x="304" y="28997"/>
                      <a:pt x="304" y="18730"/>
                    </a:cubicBezTo>
                    <a:cubicBezTo>
                      <a:pt x="304" y="8463"/>
                      <a:pt x="8627" y="140"/>
                      <a:pt x="18894" y="140"/>
                    </a:cubicBezTo>
                    <a:cubicBezTo>
                      <a:pt x="29161" y="140"/>
                      <a:pt x="37485" y="8463"/>
                      <a:pt x="37485" y="18730"/>
                    </a:cubicBezTo>
                    <a:close/>
                  </a:path>
                </a:pathLst>
              </a:custGeom>
              <a:solidFill>
                <a:srgbClr val="B2F7B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6" name="Freeform: Shape 3875">
                <a:extLst>
                  <a:ext uri="{FF2B5EF4-FFF2-40B4-BE49-F238E27FC236}">
                    <a16:creationId xmlns:a16="http://schemas.microsoft.com/office/drawing/2014/main" id="{FD74B34E-6B0A-EFEF-B29A-A7ACE094ED19}"/>
                  </a:ext>
                </a:extLst>
              </p:cNvPr>
              <p:cNvSpPr/>
              <p:nvPr/>
            </p:nvSpPr>
            <p:spPr>
              <a:xfrm>
                <a:off x="2011546" y="7726211"/>
                <a:ext cx="41981" cy="41981"/>
              </a:xfrm>
              <a:custGeom>
                <a:avLst/>
                <a:gdLst>
                  <a:gd name="connsiteX0" fmla="*/ 21294 w 41981"/>
                  <a:gd name="connsiteY0" fmla="*/ 4940 h 41981"/>
                  <a:gd name="connsiteX1" fmla="*/ 37485 w 41981"/>
                  <a:gd name="connsiteY1" fmla="*/ 21130 h 41981"/>
                  <a:gd name="connsiteX2" fmla="*/ 37485 w 41981"/>
                  <a:gd name="connsiteY2" fmla="*/ 21130 h 41981"/>
                  <a:gd name="connsiteX3" fmla="*/ 21294 w 41981"/>
                  <a:gd name="connsiteY3" fmla="*/ 37321 h 41981"/>
                  <a:gd name="connsiteX4" fmla="*/ 5104 w 41981"/>
                  <a:gd name="connsiteY4" fmla="*/ 21130 h 41981"/>
                  <a:gd name="connsiteX5" fmla="*/ 21294 w 41981"/>
                  <a:gd name="connsiteY5" fmla="*/ 4940 h 41981"/>
                  <a:gd name="connsiteX6" fmla="*/ 21294 w 41981"/>
                  <a:gd name="connsiteY6" fmla="*/ 140 h 41981"/>
                  <a:gd name="connsiteX7" fmla="*/ 304 w 41981"/>
                  <a:gd name="connsiteY7" fmla="*/ 21130 h 41981"/>
                  <a:gd name="connsiteX8" fmla="*/ 21294 w 41981"/>
                  <a:gd name="connsiteY8" fmla="*/ 42121 h 41981"/>
                  <a:gd name="connsiteX9" fmla="*/ 42285 w 41981"/>
                  <a:gd name="connsiteY9" fmla="*/ 21130 h 41981"/>
                  <a:gd name="connsiteX10" fmla="*/ 42285 w 41981"/>
                  <a:gd name="connsiteY10" fmla="*/ 21130 h 41981"/>
                  <a:gd name="connsiteX11" fmla="*/ 21294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4" y="4940"/>
                    </a:moveTo>
                    <a:cubicBezTo>
                      <a:pt x="30236" y="4940"/>
                      <a:pt x="37485" y="12189"/>
                      <a:pt x="37485" y="21130"/>
                    </a:cubicBezTo>
                    <a:lnTo>
                      <a:pt x="37485" y="21130"/>
                    </a:lnTo>
                    <a:cubicBezTo>
                      <a:pt x="37485" y="30072"/>
                      <a:pt x="30236" y="37321"/>
                      <a:pt x="21294" y="37321"/>
                    </a:cubicBezTo>
                    <a:cubicBezTo>
                      <a:pt x="12353" y="37321"/>
                      <a:pt x="5104" y="30072"/>
                      <a:pt x="5104" y="21130"/>
                    </a:cubicBezTo>
                    <a:cubicBezTo>
                      <a:pt x="5104" y="12189"/>
                      <a:pt x="12353" y="4940"/>
                      <a:pt x="21294" y="4940"/>
                    </a:cubicBezTo>
                    <a:close/>
                    <a:moveTo>
                      <a:pt x="21294" y="140"/>
                    </a:moveTo>
                    <a:cubicBezTo>
                      <a:pt x="9702" y="140"/>
                      <a:pt x="304" y="9538"/>
                      <a:pt x="304" y="21130"/>
                    </a:cubicBezTo>
                    <a:cubicBezTo>
                      <a:pt x="304" y="32723"/>
                      <a:pt x="9702" y="42121"/>
                      <a:pt x="21294" y="42121"/>
                    </a:cubicBezTo>
                    <a:cubicBezTo>
                      <a:pt x="32887" y="42121"/>
                      <a:pt x="42285" y="32723"/>
                      <a:pt x="42285" y="21130"/>
                    </a:cubicBezTo>
                    <a:lnTo>
                      <a:pt x="42285" y="21130"/>
                    </a:lnTo>
                    <a:cubicBezTo>
                      <a:pt x="42285" y="9538"/>
                      <a:pt x="32887" y="140"/>
                      <a:pt x="21294"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7" name="Freeform: Shape 3876">
                <a:extLst>
                  <a:ext uri="{FF2B5EF4-FFF2-40B4-BE49-F238E27FC236}">
                    <a16:creationId xmlns:a16="http://schemas.microsoft.com/office/drawing/2014/main" id="{8C6A71A3-4261-8A71-A74B-00CBB2FD76B6}"/>
                  </a:ext>
                </a:extLst>
              </p:cNvPr>
              <p:cNvSpPr/>
              <p:nvPr/>
            </p:nvSpPr>
            <p:spPr>
              <a:xfrm>
                <a:off x="1940288" y="7743144"/>
                <a:ext cx="37180" cy="37180"/>
              </a:xfrm>
              <a:custGeom>
                <a:avLst/>
                <a:gdLst>
                  <a:gd name="connsiteX0" fmla="*/ 37472 w 37180"/>
                  <a:gd name="connsiteY0" fmla="*/ 18733 h 37180"/>
                  <a:gd name="connsiteX1" fmla="*/ 18881 w 37180"/>
                  <a:gd name="connsiteY1" fmla="*/ 37323 h 37180"/>
                  <a:gd name="connsiteX2" fmla="*/ 291 w 37180"/>
                  <a:gd name="connsiteY2" fmla="*/ 18733 h 37180"/>
                  <a:gd name="connsiteX3" fmla="*/ 18881 w 37180"/>
                  <a:gd name="connsiteY3" fmla="*/ 142 h 37180"/>
                  <a:gd name="connsiteX4" fmla="*/ 37472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2" y="18733"/>
                    </a:moveTo>
                    <a:cubicBezTo>
                      <a:pt x="37472" y="29000"/>
                      <a:pt x="29149" y="37323"/>
                      <a:pt x="18881" y="37323"/>
                    </a:cubicBezTo>
                    <a:cubicBezTo>
                      <a:pt x="8614" y="37323"/>
                      <a:pt x="291" y="29000"/>
                      <a:pt x="291" y="18733"/>
                    </a:cubicBezTo>
                    <a:cubicBezTo>
                      <a:pt x="291" y="8465"/>
                      <a:pt x="8614" y="142"/>
                      <a:pt x="18881" y="142"/>
                    </a:cubicBezTo>
                    <a:cubicBezTo>
                      <a:pt x="29149" y="142"/>
                      <a:pt x="37472" y="8465"/>
                      <a:pt x="37472" y="18733"/>
                    </a:cubicBezTo>
                    <a:close/>
                  </a:path>
                </a:pathLst>
              </a:custGeom>
              <a:solidFill>
                <a:srgbClr val="F7A58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8" name="Freeform: Shape 3877">
                <a:extLst>
                  <a:ext uri="{FF2B5EF4-FFF2-40B4-BE49-F238E27FC236}">
                    <a16:creationId xmlns:a16="http://schemas.microsoft.com/office/drawing/2014/main" id="{5480ECFA-9CB7-88E5-7840-1EB4362578A3}"/>
                  </a:ext>
                </a:extLst>
              </p:cNvPr>
              <p:cNvSpPr/>
              <p:nvPr/>
            </p:nvSpPr>
            <p:spPr>
              <a:xfrm>
                <a:off x="1937887" y="7740744"/>
                <a:ext cx="41981" cy="41981"/>
              </a:xfrm>
              <a:custGeom>
                <a:avLst/>
                <a:gdLst>
                  <a:gd name="connsiteX0" fmla="*/ 21282 w 41981"/>
                  <a:gd name="connsiteY0" fmla="*/ 4943 h 41981"/>
                  <a:gd name="connsiteX1" fmla="*/ 37472 w 41981"/>
                  <a:gd name="connsiteY1" fmla="*/ 21133 h 41981"/>
                  <a:gd name="connsiteX2" fmla="*/ 37472 w 41981"/>
                  <a:gd name="connsiteY2" fmla="*/ 21133 h 41981"/>
                  <a:gd name="connsiteX3" fmla="*/ 21282 w 41981"/>
                  <a:gd name="connsiteY3" fmla="*/ 37323 h 41981"/>
                  <a:gd name="connsiteX4" fmla="*/ 5091 w 41981"/>
                  <a:gd name="connsiteY4" fmla="*/ 21133 h 41981"/>
                  <a:gd name="connsiteX5" fmla="*/ 21282 w 41981"/>
                  <a:gd name="connsiteY5" fmla="*/ 4943 h 41981"/>
                  <a:gd name="connsiteX6" fmla="*/ 21282 w 41981"/>
                  <a:gd name="connsiteY6" fmla="*/ 142 h 41981"/>
                  <a:gd name="connsiteX7" fmla="*/ 291 w 41981"/>
                  <a:gd name="connsiteY7" fmla="*/ 21133 h 41981"/>
                  <a:gd name="connsiteX8" fmla="*/ 21282 w 41981"/>
                  <a:gd name="connsiteY8" fmla="*/ 42123 h 41981"/>
                  <a:gd name="connsiteX9" fmla="*/ 42272 w 41981"/>
                  <a:gd name="connsiteY9" fmla="*/ 21133 h 41981"/>
                  <a:gd name="connsiteX10" fmla="*/ 42272 w 41981"/>
                  <a:gd name="connsiteY10" fmla="*/ 21133 h 41981"/>
                  <a:gd name="connsiteX11" fmla="*/ 21282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2" y="4943"/>
                    </a:moveTo>
                    <a:cubicBezTo>
                      <a:pt x="30223" y="4943"/>
                      <a:pt x="37472" y="12191"/>
                      <a:pt x="37472" y="21133"/>
                    </a:cubicBezTo>
                    <a:lnTo>
                      <a:pt x="37472" y="21133"/>
                    </a:lnTo>
                    <a:cubicBezTo>
                      <a:pt x="37472" y="30075"/>
                      <a:pt x="30223" y="37323"/>
                      <a:pt x="21282" y="37323"/>
                    </a:cubicBezTo>
                    <a:cubicBezTo>
                      <a:pt x="12340" y="37323"/>
                      <a:pt x="5091" y="30075"/>
                      <a:pt x="5091" y="21133"/>
                    </a:cubicBezTo>
                    <a:cubicBezTo>
                      <a:pt x="5091" y="12191"/>
                      <a:pt x="12340" y="4943"/>
                      <a:pt x="21282" y="4943"/>
                    </a:cubicBezTo>
                    <a:close/>
                    <a:moveTo>
                      <a:pt x="21282" y="142"/>
                    </a:moveTo>
                    <a:cubicBezTo>
                      <a:pt x="9689" y="142"/>
                      <a:pt x="291" y="9540"/>
                      <a:pt x="291" y="21133"/>
                    </a:cubicBezTo>
                    <a:cubicBezTo>
                      <a:pt x="291" y="32725"/>
                      <a:pt x="9689" y="42123"/>
                      <a:pt x="21282" y="42123"/>
                    </a:cubicBezTo>
                    <a:cubicBezTo>
                      <a:pt x="32874" y="42123"/>
                      <a:pt x="42272" y="32725"/>
                      <a:pt x="42272" y="21133"/>
                    </a:cubicBezTo>
                    <a:lnTo>
                      <a:pt x="42272" y="21133"/>
                    </a:lnTo>
                    <a:cubicBezTo>
                      <a:pt x="42272" y="9540"/>
                      <a:pt x="32874" y="142"/>
                      <a:pt x="21282" y="14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79" name="Freeform: Shape 3878">
                <a:extLst>
                  <a:ext uri="{FF2B5EF4-FFF2-40B4-BE49-F238E27FC236}">
                    <a16:creationId xmlns:a16="http://schemas.microsoft.com/office/drawing/2014/main" id="{2A506F46-386E-FB69-517D-767C47D9528F}"/>
                  </a:ext>
                </a:extLst>
              </p:cNvPr>
              <p:cNvSpPr/>
              <p:nvPr/>
            </p:nvSpPr>
            <p:spPr>
              <a:xfrm>
                <a:off x="1753255" y="7967859"/>
                <a:ext cx="37180" cy="37180"/>
              </a:xfrm>
              <a:custGeom>
                <a:avLst/>
                <a:gdLst>
                  <a:gd name="connsiteX0" fmla="*/ 37439 w 37180"/>
                  <a:gd name="connsiteY0" fmla="*/ 18772 h 37180"/>
                  <a:gd name="connsiteX1" fmla="*/ 18849 w 37180"/>
                  <a:gd name="connsiteY1" fmla="*/ 37362 h 37180"/>
                  <a:gd name="connsiteX2" fmla="*/ 259 w 37180"/>
                  <a:gd name="connsiteY2" fmla="*/ 18772 h 37180"/>
                  <a:gd name="connsiteX3" fmla="*/ 18849 w 37180"/>
                  <a:gd name="connsiteY3" fmla="*/ 181 h 37180"/>
                  <a:gd name="connsiteX4" fmla="*/ 37439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2"/>
                    </a:moveTo>
                    <a:cubicBezTo>
                      <a:pt x="37439" y="29039"/>
                      <a:pt x="29116" y="37362"/>
                      <a:pt x="18849" y="37362"/>
                    </a:cubicBezTo>
                    <a:cubicBezTo>
                      <a:pt x="8582" y="37362"/>
                      <a:pt x="259" y="29039"/>
                      <a:pt x="259" y="18772"/>
                    </a:cubicBezTo>
                    <a:cubicBezTo>
                      <a:pt x="259" y="8504"/>
                      <a:pt x="8582" y="181"/>
                      <a:pt x="18849" y="181"/>
                    </a:cubicBezTo>
                    <a:cubicBezTo>
                      <a:pt x="29116" y="181"/>
                      <a:pt x="37439" y="8504"/>
                      <a:pt x="37439" y="18772"/>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0" name="Freeform: Shape 3879">
                <a:extLst>
                  <a:ext uri="{FF2B5EF4-FFF2-40B4-BE49-F238E27FC236}">
                    <a16:creationId xmlns:a16="http://schemas.microsoft.com/office/drawing/2014/main" id="{6A92D4FE-6C93-D0F3-F86D-0E6B18E77827}"/>
                  </a:ext>
                </a:extLst>
              </p:cNvPr>
              <p:cNvSpPr/>
              <p:nvPr/>
            </p:nvSpPr>
            <p:spPr>
              <a:xfrm>
                <a:off x="1750854" y="7965459"/>
                <a:ext cx="41981" cy="41981"/>
              </a:xfrm>
              <a:custGeom>
                <a:avLst/>
                <a:gdLst>
                  <a:gd name="connsiteX0" fmla="*/ 21249 w 41981"/>
                  <a:gd name="connsiteY0" fmla="*/ 4982 h 41981"/>
                  <a:gd name="connsiteX1" fmla="*/ 37439 w 41981"/>
                  <a:gd name="connsiteY1" fmla="*/ 21172 h 41981"/>
                  <a:gd name="connsiteX2" fmla="*/ 37439 w 41981"/>
                  <a:gd name="connsiteY2" fmla="*/ 21172 h 41981"/>
                  <a:gd name="connsiteX3" fmla="*/ 21249 w 41981"/>
                  <a:gd name="connsiteY3" fmla="*/ 37362 h 41981"/>
                  <a:gd name="connsiteX4" fmla="*/ 5059 w 41981"/>
                  <a:gd name="connsiteY4" fmla="*/ 21172 h 41981"/>
                  <a:gd name="connsiteX5" fmla="*/ 21249 w 41981"/>
                  <a:gd name="connsiteY5" fmla="*/ 4982 h 41981"/>
                  <a:gd name="connsiteX6" fmla="*/ 21249 w 41981"/>
                  <a:gd name="connsiteY6" fmla="*/ 181 h 41981"/>
                  <a:gd name="connsiteX7" fmla="*/ 259 w 41981"/>
                  <a:gd name="connsiteY7" fmla="*/ 21172 h 41981"/>
                  <a:gd name="connsiteX8" fmla="*/ 21249 w 41981"/>
                  <a:gd name="connsiteY8" fmla="*/ 42162 h 41981"/>
                  <a:gd name="connsiteX9" fmla="*/ 42240 w 41981"/>
                  <a:gd name="connsiteY9" fmla="*/ 21172 h 41981"/>
                  <a:gd name="connsiteX10" fmla="*/ 42240 w 41981"/>
                  <a:gd name="connsiteY10" fmla="*/ 21172 h 41981"/>
                  <a:gd name="connsiteX11" fmla="*/ 2124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2"/>
                    </a:moveTo>
                    <a:cubicBezTo>
                      <a:pt x="30191" y="4982"/>
                      <a:pt x="37439" y="12230"/>
                      <a:pt x="37439" y="21172"/>
                    </a:cubicBezTo>
                    <a:lnTo>
                      <a:pt x="37439" y="21172"/>
                    </a:lnTo>
                    <a:cubicBezTo>
                      <a:pt x="37439" y="30114"/>
                      <a:pt x="30191" y="37362"/>
                      <a:pt x="21249" y="37362"/>
                    </a:cubicBezTo>
                    <a:cubicBezTo>
                      <a:pt x="12307" y="37362"/>
                      <a:pt x="5059" y="30114"/>
                      <a:pt x="5059" y="21172"/>
                    </a:cubicBezTo>
                    <a:cubicBezTo>
                      <a:pt x="5059" y="12230"/>
                      <a:pt x="12307" y="4982"/>
                      <a:pt x="21249" y="4982"/>
                    </a:cubicBezTo>
                    <a:close/>
                    <a:moveTo>
                      <a:pt x="21249" y="181"/>
                    </a:moveTo>
                    <a:cubicBezTo>
                      <a:pt x="9657" y="181"/>
                      <a:pt x="259" y="9579"/>
                      <a:pt x="259" y="21172"/>
                    </a:cubicBezTo>
                    <a:cubicBezTo>
                      <a:pt x="259" y="32764"/>
                      <a:pt x="9657" y="42162"/>
                      <a:pt x="21249" y="42162"/>
                    </a:cubicBezTo>
                    <a:cubicBezTo>
                      <a:pt x="32842" y="42162"/>
                      <a:pt x="42240" y="32764"/>
                      <a:pt x="42240" y="21172"/>
                    </a:cubicBezTo>
                    <a:lnTo>
                      <a:pt x="42240" y="21172"/>
                    </a:lnTo>
                    <a:cubicBezTo>
                      <a:pt x="42240" y="9579"/>
                      <a:pt x="32842" y="181"/>
                      <a:pt x="21249"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1" name="Freeform: Shape 3880">
                <a:extLst>
                  <a:ext uri="{FF2B5EF4-FFF2-40B4-BE49-F238E27FC236}">
                    <a16:creationId xmlns:a16="http://schemas.microsoft.com/office/drawing/2014/main" id="{BB61B01B-136B-6365-CB58-665F1A8FA127}"/>
                  </a:ext>
                </a:extLst>
              </p:cNvPr>
              <p:cNvSpPr/>
              <p:nvPr/>
            </p:nvSpPr>
            <p:spPr>
              <a:xfrm>
                <a:off x="2003774" y="7752083"/>
                <a:ext cx="37180" cy="37180"/>
              </a:xfrm>
              <a:custGeom>
                <a:avLst/>
                <a:gdLst>
                  <a:gd name="connsiteX0" fmla="*/ 37483 w 37180"/>
                  <a:gd name="connsiteY0" fmla="*/ 18734 h 37180"/>
                  <a:gd name="connsiteX1" fmla="*/ 18892 w 37180"/>
                  <a:gd name="connsiteY1" fmla="*/ 37325 h 37180"/>
                  <a:gd name="connsiteX2" fmla="*/ 302 w 37180"/>
                  <a:gd name="connsiteY2" fmla="*/ 18734 h 37180"/>
                  <a:gd name="connsiteX3" fmla="*/ 18892 w 37180"/>
                  <a:gd name="connsiteY3" fmla="*/ 144 h 37180"/>
                  <a:gd name="connsiteX4" fmla="*/ 37483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3" y="18734"/>
                    </a:moveTo>
                    <a:cubicBezTo>
                      <a:pt x="37483" y="29001"/>
                      <a:pt x="29160" y="37325"/>
                      <a:pt x="18892" y="37325"/>
                    </a:cubicBezTo>
                    <a:cubicBezTo>
                      <a:pt x="8625" y="37325"/>
                      <a:pt x="302" y="29001"/>
                      <a:pt x="302" y="18734"/>
                    </a:cubicBezTo>
                    <a:cubicBezTo>
                      <a:pt x="302" y="8467"/>
                      <a:pt x="8625" y="144"/>
                      <a:pt x="18892" y="144"/>
                    </a:cubicBezTo>
                    <a:cubicBezTo>
                      <a:pt x="29160" y="144"/>
                      <a:pt x="37483" y="8467"/>
                      <a:pt x="37483" y="18734"/>
                    </a:cubicBezTo>
                    <a:close/>
                  </a:path>
                </a:pathLst>
              </a:custGeom>
              <a:solidFill>
                <a:srgbClr val="7DF77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2" name="Freeform: Shape 3881">
                <a:extLst>
                  <a:ext uri="{FF2B5EF4-FFF2-40B4-BE49-F238E27FC236}">
                    <a16:creationId xmlns:a16="http://schemas.microsoft.com/office/drawing/2014/main" id="{6DD7FF96-5E4C-7BA5-098F-EBE1730FD1CC}"/>
                  </a:ext>
                </a:extLst>
              </p:cNvPr>
              <p:cNvSpPr/>
              <p:nvPr/>
            </p:nvSpPr>
            <p:spPr>
              <a:xfrm>
                <a:off x="2001374" y="7749683"/>
                <a:ext cx="41981" cy="41981"/>
              </a:xfrm>
              <a:custGeom>
                <a:avLst/>
                <a:gdLst>
                  <a:gd name="connsiteX0" fmla="*/ 21293 w 41981"/>
                  <a:gd name="connsiteY0" fmla="*/ 4944 h 41981"/>
                  <a:gd name="connsiteX1" fmla="*/ 37483 w 41981"/>
                  <a:gd name="connsiteY1" fmla="*/ 21134 h 41981"/>
                  <a:gd name="connsiteX2" fmla="*/ 37483 w 41981"/>
                  <a:gd name="connsiteY2" fmla="*/ 21134 h 41981"/>
                  <a:gd name="connsiteX3" fmla="*/ 21293 w 41981"/>
                  <a:gd name="connsiteY3" fmla="*/ 37325 h 41981"/>
                  <a:gd name="connsiteX4" fmla="*/ 5102 w 41981"/>
                  <a:gd name="connsiteY4" fmla="*/ 21134 h 41981"/>
                  <a:gd name="connsiteX5" fmla="*/ 21293 w 41981"/>
                  <a:gd name="connsiteY5" fmla="*/ 4944 h 41981"/>
                  <a:gd name="connsiteX6" fmla="*/ 21293 w 41981"/>
                  <a:gd name="connsiteY6" fmla="*/ 144 h 41981"/>
                  <a:gd name="connsiteX7" fmla="*/ 302 w 41981"/>
                  <a:gd name="connsiteY7" fmla="*/ 21134 h 41981"/>
                  <a:gd name="connsiteX8" fmla="*/ 21293 w 41981"/>
                  <a:gd name="connsiteY8" fmla="*/ 42125 h 41981"/>
                  <a:gd name="connsiteX9" fmla="*/ 42283 w 41981"/>
                  <a:gd name="connsiteY9" fmla="*/ 21134 h 41981"/>
                  <a:gd name="connsiteX10" fmla="*/ 42283 w 41981"/>
                  <a:gd name="connsiteY10" fmla="*/ 21134 h 41981"/>
                  <a:gd name="connsiteX11" fmla="*/ 21293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3" y="4944"/>
                    </a:moveTo>
                    <a:cubicBezTo>
                      <a:pt x="30234" y="4944"/>
                      <a:pt x="37483" y="12193"/>
                      <a:pt x="37483" y="21134"/>
                    </a:cubicBezTo>
                    <a:lnTo>
                      <a:pt x="37483" y="21134"/>
                    </a:lnTo>
                    <a:cubicBezTo>
                      <a:pt x="37483" y="30076"/>
                      <a:pt x="30234" y="37325"/>
                      <a:pt x="21293" y="37325"/>
                    </a:cubicBezTo>
                    <a:cubicBezTo>
                      <a:pt x="12351" y="37325"/>
                      <a:pt x="5102" y="30076"/>
                      <a:pt x="5102" y="21134"/>
                    </a:cubicBezTo>
                    <a:cubicBezTo>
                      <a:pt x="5102" y="12193"/>
                      <a:pt x="12351" y="4944"/>
                      <a:pt x="21293" y="4944"/>
                    </a:cubicBezTo>
                    <a:close/>
                    <a:moveTo>
                      <a:pt x="21293" y="144"/>
                    </a:moveTo>
                    <a:cubicBezTo>
                      <a:pt x="9700" y="144"/>
                      <a:pt x="302" y="9542"/>
                      <a:pt x="302" y="21134"/>
                    </a:cubicBezTo>
                    <a:cubicBezTo>
                      <a:pt x="302" y="32727"/>
                      <a:pt x="9700" y="42125"/>
                      <a:pt x="21293" y="42125"/>
                    </a:cubicBezTo>
                    <a:cubicBezTo>
                      <a:pt x="32885" y="42125"/>
                      <a:pt x="42283" y="32727"/>
                      <a:pt x="42283" y="21134"/>
                    </a:cubicBezTo>
                    <a:lnTo>
                      <a:pt x="42283" y="21134"/>
                    </a:lnTo>
                    <a:cubicBezTo>
                      <a:pt x="42283" y="9542"/>
                      <a:pt x="32885" y="144"/>
                      <a:pt x="21293"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3" name="Freeform: Shape 3882">
                <a:extLst>
                  <a:ext uri="{FF2B5EF4-FFF2-40B4-BE49-F238E27FC236}">
                    <a16:creationId xmlns:a16="http://schemas.microsoft.com/office/drawing/2014/main" id="{A1AFC33E-66BB-6825-F986-887C9C20AC17}"/>
                  </a:ext>
                </a:extLst>
              </p:cNvPr>
              <p:cNvSpPr/>
              <p:nvPr/>
            </p:nvSpPr>
            <p:spPr>
              <a:xfrm>
                <a:off x="2050027" y="7438350"/>
                <a:ext cx="37180" cy="37180"/>
              </a:xfrm>
              <a:custGeom>
                <a:avLst/>
                <a:gdLst>
                  <a:gd name="connsiteX0" fmla="*/ 37491 w 37180"/>
                  <a:gd name="connsiteY0" fmla="*/ 18680 h 37180"/>
                  <a:gd name="connsiteX1" fmla="*/ 18900 w 37180"/>
                  <a:gd name="connsiteY1" fmla="*/ 37270 h 37180"/>
                  <a:gd name="connsiteX2" fmla="*/ 310 w 37180"/>
                  <a:gd name="connsiteY2" fmla="*/ 18680 h 37180"/>
                  <a:gd name="connsiteX3" fmla="*/ 18900 w 37180"/>
                  <a:gd name="connsiteY3" fmla="*/ 89 h 37180"/>
                  <a:gd name="connsiteX4" fmla="*/ 37491 w 37180"/>
                  <a:gd name="connsiteY4" fmla="*/ 186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680"/>
                    </a:moveTo>
                    <a:cubicBezTo>
                      <a:pt x="37491" y="28947"/>
                      <a:pt x="29168" y="37270"/>
                      <a:pt x="18900" y="37270"/>
                    </a:cubicBezTo>
                    <a:cubicBezTo>
                      <a:pt x="8633" y="37270"/>
                      <a:pt x="310" y="28947"/>
                      <a:pt x="310" y="18680"/>
                    </a:cubicBezTo>
                    <a:cubicBezTo>
                      <a:pt x="310" y="8413"/>
                      <a:pt x="8633" y="89"/>
                      <a:pt x="18900" y="89"/>
                    </a:cubicBezTo>
                    <a:cubicBezTo>
                      <a:pt x="29168" y="89"/>
                      <a:pt x="37491" y="8413"/>
                      <a:pt x="37491" y="18680"/>
                    </a:cubicBezTo>
                    <a:close/>
                  </a:path>
                </a:pathLst>
              </a:custGeom>
              <a:solidFill>
                <a:srgbClr val="90F79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4" name="Freeform: Shape 3883">
                <a:extLst>
                  <a:ext uri="{FF2B5EF4-FFF2-40B4-BE49-F238E27FC236}">
                    <a16:creationId xmlns:a16="http://schemas.microsoft.com/office/drawing/2014/main" id="{6EDA2773-C31C-42B7-0301-4110CF962A75}"/>
                  </a:ext>
                </a:extLst>
              </p:cNvPr>
              <p:cNvSpPr/>
              <p:nvPr/>
            </p:nvSpPr>
            <p:spPr>
              <a:xfrm>
                <a:off x="2047627" y="7435950"/>
                <a:ext cx="41981" cy="41981"/>
              </a:xfrm>
              <a:custGeom>
                <a:avLst/>
                <a:gdLst>
                  <a:gd name="connsiteX0" fmla="*/ 21301 w 41981"/>
                  <a:gd name="connsiteY0" fmla="*/ 4890 h 41981"/>
                  <a:gd name="connsiteX1" fmla="*/ 37491 w 41981"/>
                  <a:gd name="connsiteY1" fmla="*/ 21080 h 41981"/>
                  <a:gd name="connsiteX2" fmla="*/ 37491 w 41981"/>
                  <a:gd name="connsiteY2" fmla="*/ 21080 h 41981"/>
                  <a:gd name="connsiteX3" fmla="*/ 21301 w 41981"/>
                  <a:gd name="connsiteY3" fmla="*/ 37270 h 41981"/>
                  <a:gd name="connsiteX4" fmla="*/ 5110 w 41981"/>
                  <a:gd name="connsiteY4" fmla="*/ 21080 h 41981"/>
                  <a:gd name="connsiteX5" fmla="*/ 21301 w 41981"/>
                  <a:gd name="connsiteY5" fmla="*/ 4890 h 41981"/>
                  <a:gd name="connsiteX6" fmla="*/ 21301 w 41981"/>
                  <a:gd name="connsiteY6" fmla="*/ 89 h 41981"/>
                  <a:gd name="connsiteX7" fmla="*/ 310 w 41981"/>
                  <a:gd name="connsiteY7" fmla="*/ 21080 h 41981"/>
                  <a:gd name="connsiteX8" fmla="*/ 21301 w 41981"/>
                  <a:gd name="connsiteY8" fmla="*/ 42071 h 41981"/>
                  <a:gd name="connsiteX9" fmla="*/ 42291 w 41981"/>
                  <a:gd name="connsiteY9" fmla="*/ 21080 h 41981"/>
                  <a:gd name="connsiteX10" fmla="*/ 42291 w 41981"/>
                  <a:gd name="connsiteY10" fmla="*/ 21080 h 41981"/>
                  <a:gd name="connsiteX11" fmla="*/ 21301 w 41981"/>
                  <a:gd name="connsiteY11" fmla="*/ 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1" y="4890"/>
                    </a:moveTo>
                    <a:cubicBezTo>
                      <a:pt x="30243" y="4890"/>
                      <a:pt x="37491" y="12138"/>
                      <a:pt x="37491" y="21080"/>
                    </a:cubicBezTo>
                    <a:lnTo>
                      <a:pt x="37491" y="21080"/>
                    </a:lnTo>
                    <a:cubicBezTo>
                      <a:pt x="37491" y="30022"/>
                      <a:pt x="30243" y="37270"/>
                      <a:pt x="21301" y="37270"/>
                    </a:cubicBezTo>
                    <a:cubicBezTo>
                      <a:pt x="12359" y="37270"/>
                      <a:pt x="5110" y="30022"/>
                      <a:pt x="5110" y="21080"/>
                    </a:cubicBezTo>
                    <a:cubicBezTo>
                      <a:pt x="5110" y="12138"/>
                      <a:pt x="12359" y="4890"/>
                      <a:pt x="21301" y="4890"/>
                    </a:cubicBezTo>
                    <a:close/>
                    <a:moveTo>
                      <a:pt x="21301" y="89"/>
                    </a:moveTo>
                    <a:cubicBezTo>
                      <a:pt x="9708" y="89"/>
                      <a:pt x="310" y="9487"/>
                      <a:pt x="310" y="21080"/>
                    </a:cubicBezTo>
                    <a:cubicBezTo>
                      <a:pt x="310" y="32673"/>
                      <a:pt x="9708" y="42071"/>
                      <a:pt x="21301" y="42071"/>
                    </a:cubicBezTo>
                    <a:cubicBezTo>
                      <a:pt x="32893" y="42071"/>
                      <a:pt x="42291" y="32673"/>
                      <a:pt x="42291" y="21080"/>
                    </a:cubicBezTo>
                    <a:lnTo>
                      <a:pt x="42291" y="21080"/>
                    </a:lnTo>
                    <a:cubicBezTo>
                      <a:pt x="42291" y="9487"/>
                      <a:pt x="32893" y="89"/>
                      <a:pt x="21301" y="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5" name="Freeform: Shape 3884">
                <a:extLst>
                  <a:ext uri="{FF2B5EF4-FFF2-40B4-BE49-F238E27FC236}">
                    <a16:creationId xmlns:a16="http://schemas.microsoft.com/office/drawing/2014/main" id="{E425F0E8-9D8C-BCC0-C3FE-64AFF01549B2}"/>
                  </a:ext>
                </a:extLst>
              </p:cNvPr>
              <p:cNvSpPr/>
              <p:nvPr/>
            </p:nvSpPr>
            <p:spPr>
              <a:xfrm>
                <a:off x="1823095" y="7876857"/>
                <a:ext cx="37180" cy="37180"/>
              </a:xfrm>
              <a:custGeom>
                <a:avLst/>
                <a:gdLst>
                  <a:gd name="connsiteX0" fmla="*/ 37451 w 37180"/>
                  <a:gd name="connsiteY0" fmla="*/ 18756 h 37180"/>
                  <a:gd name="connsiteX1" fmla="*/ 18861 w 37180"/>
                  <a:gd name="connsiteY1" fmla="*/ 37346 h 37180"/>
                  <a:gd name="connsiteX2" fmla="*/ 271 w 37180"/>
                  <a:gd name="connsiteY2" fmla="*/ 18756 h 37180"/>
                  <a:gd name="connsiteX3" fmla="*/ 18861 w 37180"/>
                  <a:gd name="connsiteY3" fmla="*/ 165 h 37180"/>
                  <a:gd name="connsiteX4" fmla="*/ 37451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6"/>
                    </a:moveTo>
                    <a:cubicBezTo>
                      <a:pt x="37451" y="29023"/>
                      <a:pt x="29128" y="37346"/>
                      <a:pt x="18861" y="37346"/>
                    </a:cubicBezTo>
                    <a:cubicBezTo>
                      <a:pt x="8594" y="37346"/>
                      <a:pt x="271" y="29023"/>
                      <a:pt x="271" y="18756"/>
                    </a:cubicBezTo>
                    <a:cubicBezTo>
                      <a:pt x="271" y="8489"/>
                      <a:pt x="8594" y="165"/>
                      <a:pt x="18861" y="165"/>
                    </a:cubicBezTo>
                    <a:cubicBezTo>
                      <a:pt x="29128" y="165"/>
                      <a:pt x="37451" y="8489"/>
                      <a:pt x="37451" y="18756"/>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6" name="Freeform: Shape 3885">
                <a:extLst>
                  <a:ext uri="{FF2B5EF4-FFF2-40B4-BE49-F238E27FC236}">
                    <a16:creationId xmlns:a16="http://schemas.microsoft.com/office/drawing/2014/main" id="{021CA771-96C3-FCE3-9017-94B029F52DB1}"/>
                  </a:ext>
                </a:extLst>
              </p:cNvPr>
              <p:cNvSpPr/>
              <p:nvPr/>
            </p:nvSpPr>
            <p:spPr>
              <a:xfrm>
                <a:off x="1820694" y="7874456"/>
                <a:ext cx="41981" cy="41981"/>
              </a:xfrm>
              <a:custGeom>
                <a:avLst/>
                <a:gdLst>
                  <a:gd name="connsiteX0" fmla="*/ 21261 w 41981"/>
                  <a:gd name="connsiteY0" fmla="*/ 4966 h 41981"/>
                  <a:gd name="connsiteX1" fmla="*/ 37452 w 41981"/>
                  <a:gd name="connsiteY1" fmla="*/ 21156 h 41981"/>
                  <a:gd name="connsiteX2" fmla="*/ 37452 w 41981"/>
                  <a:gd name="connsiteY2" fmla="*/ 21156 h 41981"/>
                  <a:gd name="connsiteX3" fmla="*/ 21261 w 41981"/>
                  <a:gd name="connsiteY3" fmla="*/ 37346 h 41981"/>
                  <a:gd name="connsiteX4" fmla="*/ 5071 w 41981"/>
                  <a:gd name="connsiteY4" fmla="*/ 21156 h 41981"/>
                  <a:gd name="connsiteX5" fmla="*/ 21261 w 41981"/>
                  <a:gd name="connsiteY5" fmla="*/ 4966 h 41981"/>
                  <a:gd name="connsiteX6" fmla="*/ 21261 w 41981"/>
                  <a:gd name="connsiteY6" fmla="*/ 165 h 41981"/>
                  <a:gd name="connsiteX7" fmla="*/ 271 w 41981"/>
                  <a:gd name="connsiteY7" fmla="*/ 21156 h 41981"/>
                  <a:gd name="connsiteX8" fmla="*/ 21261 w 41981"/>
                  <a:gd name="connsiteY8" fmla="*/ 42147 h 41981"/>
                  <a:gd name="connsiteX9" fmla="*/ 42252 w 41981"/>
                  <a:gd name="connsiteY9" fmla="*/ 21156 h 41981"/>
                  <a:gd name="connsiteX10" fmla="*/ 42252 w 41981"/>
                  <a:gd name="connsiteY10" fmla="*/ 21156 h 41981"/>
                  <a:gd name="connsiteX11" fmla="*/ 21261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6"/>
                    </a:moveTo>
                    <a:cubicBezTo>
                      <a:pt x="30203" y="4966"/>
                      <a:pt x="37452" y="12214"/>
                      <a:pt x="37452" y="21156"/>
                    </a:cubicBezTo>
                    <a:lnTo>
                      <a:pt x="37452" y="21156"/>
                    </a:lnTo>
                    <a:cubicBezTo>
                      <a:pt x="37452" y="30098"/>
                      <a:pt x="30203" y="37346"/>
                      <a:pt x="21261" y="37346"/>
                    </a:cubicBezTo>
                    <a:cubicBezTo>
                      <a:pt x="12319" y="37346"/>
                      <a:pt x="5071" y="30098"/>
                      <a:pt x="5071" y="21156"/>
                    </a:cubicBezTo>
                    <a:cubicBezTo>
                      <a:pt x="5071" y="12214"/>
                      <a:pt x="12319" y="4966"/>
                      <a:pt x="21261" y="4966"/>
                    </a:cubicBezTo>
                    <a:close/>
                    <a:moveTo>
                      <a:pt x="21261" y="165"/>
                    </a:moveTo>
                    <a:cubicBezTo>
                      <a:pt x="9669" y="165"/>
                      <a:pt x="271" y="9564"/>
                      <a:pt x="271" y="21156"/>
                    </a:cubicBezTo>
                    <a:cubicBezTo>
                      <a:pt x="271" y="32749"/>
                      <a:pt x="9669" y="42147"/>
                      <a:pt x="21261" y="42147"/>
                    </a:cubicBezTo>
                    <a:cubicBezTo>
                      <a:pt x="32854" y="42147"/>
                      <a:pt x="42252" y="32749"/>
                      <a:pt x="42252" y="21156"/>
                    </a:cubicBezTo>
                    <a:lnTo>
                      <a:pt x="42252" y="21156"/>
                    </a:lnTo>
                    <a:cubicBezTo>
                      <a:pt x="42252" y="9564"/>
                      <a:pt x="32854" y="165"/>
                      <a:pt x="21261"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7" name="Freeform: Shape 3886">
                <a:extLst>
                  <a:ext uri="{FF2B5EF4-FFF2-40B4-BE49-F238E27FC236}">
                    <a16:creationId xmlns:a16="http://schemas.microsoft.com/office/drawing/2014/main" id="{F69F7BE2-C89D-4E3B-0849-DB1B0730D0C6}"/>
                  </a:ext>
                </a:extLst>
              </p:cNvPr>
              <p:cNvSpPr/>
              <p:nvPr/>
            </p:nvSpPr>
            <p:spPr>
              <a:xfrm>
                <a:off x="2178083" y="7560869"/>
                <a:ext cx="37180" cy="37180"/>
              </a:xfrm>
              <a:custGeom>
                <a:avLst/>
                <a:gdLst>
                  <a:gd name="connsiteX0" fmla="*/ 37513 w 37180"/>
                  <a:gd name="connsiteY0" fmla="*/ 18701 h 37180"/>
                  <a:gd name="connsiteX1" fmla="*/ 18923 w 37180"/>
                  <a:gd name="connsiteY1" fmla="*/ 37291 h 37180"/>
                  <a:gd name="connsiteX2" fmla="*/ 332 w 37180"/>
                  <a:gd name="connsiteY2" fmla="*/ 18701 h 37180"/>
                  <a:gd name="connsiteX3" fmla="*/ 18923 w 37180"/>
                  <a:gd name="connsiteY3" fmla="*/ 111 h 37180"/>
                  <a:gd name="connsiteX4" fmla="*/ 37513 w 37180"/>
                  <a:gd name="connsiteY4" fmla="*/ 187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3" y="18701"/>
                    </a:moveTo>
                    <a:cubicBezTo>
                      <a:pt x="37513" y="28968"/>
                      <a:pt x="29190" y="37291"/>
                      <a:pt x="18923" y="37291"/>
                    </a:cubicBezTo>
                    <a:cubicBezTo>
                      <a:pt x="8656" y="37291"/>
                      <a:pt x="332" y="28968"/>
                      <a:pt x="332" y="18701"/>
                    </a:cubicBezTo>
                    <a:cubicBezTo>
                      <a:pt x="332" y="8434"/>
                      <a:pt x="8656" y="111"/>
                      <a:pt x="18923" y="111"/>
                    </a:cubicBezTo>
                    <a:cubicBezTo>
                      <a:pt x="29190" y="111"/>
                      <a:pt x="37513" y="8434"/>
                      <a:pt x="37513" y="18701"/>
                    </a:cubicBezTo>
                    <a:close/>
                  </a:path>
                </a:pathLst>
              </a:custGeom>
              <a:solidFill>
                <a:srgbClr val="53F75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8" name="Freeform: Shape 3887">
                <a:extLst>
                  <a:ext uri="{FF2B5EF4-FFF2-40B4-BE49-F238E27FC236}">
                    <a16:creationId xmlns:a16="http://schemas.microsoft.com/office/drawing/2014/main" id="{53AFEE2D-59BB-D804-585C-2A157EE3424F}"/>
                  </a:ext>
                </a:extLst>
              </p:cNvPr>
              <p:cNvSpPr/>
              <p:nvPr/>
            </p:nvSpPr>
            <p:spPr>
              <a:xfrm>
                <a:off x="2175683" y="7558469"/>
                <a:ext cx="41981" cy="41981"/>
              </a:xfrm>
              <a:custGeom>
                <a:avLst/>
                <a:gdLst>
                  <a:gd name="connsiteX0" fmla="*/ 21323 w 41981"/>
                  <a:gd name="connsiteY0" fmla="*/ 4911 h 41981"/>
                  <a:gd name="connsiteX1" fmla="*/ 37513 w 41981"/>
                  <a:gd name="connsiteY1" fmla="*/ 21101 h 41981"/>
                  <a:gd name="connsiteX2" fmla="*/ 37513 w 41981"/>
                  <a:gd name="connsiteY2" fmla="*/ 21101 h 41981"/>
                  <a:gd name="connsiteX3" fmla="*/ 21323 w 41981"/>
                  <a:gd name="connsiteY3" fmla="*/ 37291 h 41981"/>
                  <a:gd name="connsiteX4" fmla="*/ 5133 w 41981"/>
                  <a:gd name="connsiteY4" fmla="*/ 21101 h 41981"/>
                  <a:gd name="connsiteX5" fmla="*/ 21323 w 41981"/>
                  <a:gd name="connsiteY5" fmla="*/ 4911 h 41981"/>
                  <a:gd name="connsiteX6" fmla="*/ 21323 w 41981"/>
                  <a:gd name="connsiteY6" fmla="*/ 111 h 41981"/>
                  <a:gd name="connsiteX7" fmla="*/ 332 w 41981"/>
                  <a:gd name="connsiteY7" fmla="*/ 21101 h 41981"/>
                  <a:gd name="connsiteX8" fmla="*/ 21323 w 41981"/>
                  <a:gd name="connsiteY8" fmla="*/ 42092 h 41981"/>
                  <a:gd name="connsiteX9" fmla="*/ 42314 w 41981"/>
                  <a:gd name="connsiteY9" fmla="*/ 21101 h 41981"/>
                  <a:gd name="connsiteX10" fmla="*/ 42314 w 41981"/>
                  <a:gd name="connsiteY10" fmla="*/ 21101 h 41981"/>
                  <a:gd name="connsiteX11" fmla="*/ 21323 w 41981"/>
                  <a:gd name="connsiteY11" fmla="*/ 1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3" y="4911"/>
                    </a:moveTo>
                    <a:cubicBezTo>
                      <a:pt x="30265" y="4911"/>
                      <a:pt x="37513" y="12159"/>
                      <a:pt x="37513" y="21101"/>
                    </a:cubicBezTo>
                    <a:lnTo>
                      <a:pt x="37513" y="21101"/>
                    </a:lnTo>
                    <a:cubicBezTo>
                      <a:pt x="37513" y="30043"/>
                      <a:pt x="30265" y="37291"/>
                      <a:pt x="21323" y="37291"/>
                    </a:cubicBezTo>
                    <a:cubicBezTo>
                      <a:pt x="12381" y="37291"/>
                      <a:pt x="5133" y="30043"/>
                      <a:pt x="5133" y="21101"/>
                    </a:cubicBezTo>
                    <a:cubicBezTo>
                      <a:pt x="5133" y="12159"/>
                      <a:pt x="12381" y="4911"/>
                      <a:pt x="21323" y="4911"/>
                    </a:cubicBezTo>
                    <a:close/>
                    <a:moveTo>
                      <a:pt x="21323" y="111"/>
                    </a:moveTo>
                    <a:cubicBezTo>
                      <a:pt x="9730" y="111"/>
                      <a:pt x="332" y="9509"/>
                      <a:pt x="332" y="21101"/>
                    </a:cubicBezTo>
                    <a:cubicBezTo>
                      <a:pt x="332" y="32694"/>
                      <a:pt x="9730" y="42092"/>
                      <a:pt x="21323" y="42092"/>
                    </a:cubicBezTo>
                    <a:cubicBezTo>
                      <a:pt x="32915" y="42092"/>
                      <a:pt x="42314" y="32694"/>
                      <a:pt x="42314" y="21101"/>
                    </a:cubicBezTo>
                    <a:lnTo>
                      <a:pt x="42314" y="21101"/>
                    </a:lnTo>
                    <a:cubicBezTo>
                      <a:pt x="42314" y="9509"/>
                      <a:pt x="32915" y="111"/>
                      <a:pt x="21323" y="1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89" name="Freeform: Shape 3888">
                <a:extLst>
                  <a:ext uri="{FF2B5EF4-FFF2-40B4-BE49-F238E27FC236}">
                    <a16:creationId xmlns:a16="http://schemas.microsoft.com/office/drawing/2014/main" id="{4A87EB8E-D78D-01FC-D965-C39E096F9C0B}"/>
                  </a:ext>
                </a:extLst>
              </p:cNvPr>
              <p:cNvSpPr/>
              <p:nvPr/>
            </p:nvSpPr>
            <p:spPr>
              <a:xfrm>
                <a:off x="1784658" y="7796021"/>
                <a:ext cx="37180" cy="37180"/>
              </a:xfrm>
              <a:custGeom>
                <a:avLst/>
                <a:gdLst>
                  <a:gd name="connsiteX0" fmla="*/ 37445 w 37180"/>
                  <a:gd name="connsiteY0" fmla="*/ 18742 h 37180"/>
                  <a:gd name="connsiteX1" fmla="*/ 18854 w 37180"/>
                  <a:gd name="connsiteY1" fmla="*/ 37332 h 37180"/>
                  <a:gd name="connsiteX2" fmla="*/ 264 w 37180"/>
                  <a:gd name="connsiteY2" fmla="*/ 18742 h 37180"/>
                  <a:gd name="connsiteX3" fmla="*/ 18854 w 37180"/>
                  <a:gd name="connsiteY3" fmla="*/ 151 h 37180"/>
                  <a:gd name="connsiteX4" fmla="*/ 37445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42"/>
                    </a:moveTo>
                    <a:cubicBezTo>
                      <a:pt x="37445" y="29009"/>
                      <a:pt x="29122" y="37332"/>
                      <a:pt x="18854" y="37332"/>
                    </a:cubicBezTo>
                    <a:cubicBezTo>
                      <a:pt x="8587" y="37332"/>
                      <a:pt x="264" y="29009"/>
                      <a:pt x="264" y="18742"/>
                    </a:cubicBezTo>
                    <a:cubicBezTo>
                      <a:pt x="264" y="8475"/>
                      <a:pt x="8587" y="151"/>
                      <a:pt x="18854" y="151"/>
                    </a:cubicBezTo>
                    <a:cubicBezTo>
                      <a:pt x="29122" y="151"/>
                      <a:pt x="37445" y="8475"/>
                      <a:pt x="37445" y="18742"/>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0" name="Freeform: Shape 3889">
                <a:extLst>
                  <a:ext uri="{FF2B5EF4-FFF2-40B4-BE49-F238E27FC236}">
                    <a16:creationId xmlns:a16="http://schemas.microsoft.com/office/drawing/2014/main" id="{1F2DA497-8D94-895B-7AEE-4E3A587D7229}"/>
                  </a:ext>
                </a:extLst>
              </p:cNvPr>
              <p:cNvSpPr/>
              <p:nvPr/>
            </p:nvSpPr>
            <p:spPr>
              <a:xfrm>
                <a:off x="1782258" y="7793621"/>
                <a:ext cx="41981" cy="41981"/>
              </a:xfrm>
              <a:custGeom>
                <a:avLst/>
                <a:gdLst>
                  <a:gd name="connsiteX0" fmla="*/ 21255 w 41981"/>
                  <a:gd name="connsiteY0" fmla="*/ 4952 h 41981"/>
                  <a:gd name="connsiteX1" fmla="*/ 37445 w 41981"/>
                  <a:gd name="connsiteY1" fmla="*/ 21142 h 41981"/>
                  <a:gd name="connsiteX2" fmla="*/ 37445 w 41981"/>
                  <a:gd name="connsiteY2" fmla="*/ 21142 h 41981"/>
                  <a:gd name="connsiteX3" fmla="*/ 21255 w 41981"/>
                  <a:gd name="connsiteY3" fmla="*/ 37332 h 41981"/>
                  <a:gd name="connsiteX4" fmla="*/ 5064 w 41981"/>
                  <a:gd name="connsiteY4" fmla="*/ 21142 h 41981"/>
                  <a:gd name="connsiteX5" fmla="*/ 21255 w 41981"/>
                  <a:gd name="connsiteY5" fmla="*/ 4952 h 41981"/>
                  <a:gd name="connsiteX6" fmla="*/ 21255 w 41981"/>
                  <a:gd name="connsiteY6" fmla="*/ 151 h 41981"/>
                  <a:gd name="connsiteX7" fmla="*/ 264 w 41981"/>
                  <a:gd name="connsiteY7" fmla="*/ 21142 h 41981"/>
                  <a:gd name="connsiteX8" fmla="*/ 21255 w 41981"/>
                  <a:gd name="connsiteY8" fmla="*/ 42133 h 41981"/>
                  <a:gd name="connsiteX9" fmla="*/ 42245 w 41981"/>
                  <a:gd name="connsiteY9" fmla="*/ 21142 h 41981"/>
                  <a:gd name="connsiteX10" fmla="*/ 42245 w 41981"/>
                  <a:gd name="connsiteY10" fmla="*/ 21142 h 41981"/>
                  <a:gd name="connsiteX11" fmla="*/ 21255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52"/>
                    </a:moveTo>
                    <a:cubicBezTo>
                      <a:pt x="30196" y="4952"/>
                      <a:pt x="37445" y="12200"/>
                      <a:pt x="37445" y="21142"/>
                    </a:cubicBezTo>
                    <a:lnTo>
                      <a:pt x="37445" y="21142"/>
                    </a:lnTo>
                    <a:cubicBezTo>
                      <a:pt x="37445" y="30084"/>
                      <a:pt x="30196" y="37332"/>
                      <a:pt x="21255" y="37332"/>
                    </a:cubicBezTo>
                    <a:cubicBezTo>
                      <a:pt x="12313" y="37332"/>
                      <a:pt x="5064" y="30084"/>
                      <a:pt x="5064" y="21142"/>
                    </a:cubicBezTo>
                    <a:cubicBezTo>
                      <a:pt x="5064" y="12200"/>
                      <a:pt x="12313" y="4952"/>
                      <a:pt x="21255" y="4952"/>
                    </a:cubicBezTo>
                    <a:close/>
                    <a:moveTo>
                      <a:pt x="21255" y="151"/>
                    </a:moveTo>
                    <a:cubicBezTo>
                      <a:pt x="9662" y="151"/>
                      <a:pt x="264" y="9549"/>
                      <a:pt x="264" y="21142"/>
                    </a:cubicBezTo>
                    <a:cubicBezTo>
                      <a:pt x="264" y="32735"/>
                      <a:pt x="9662" y="42133"/>
                      <a:pt x="21255" y="42133"/>
                    </a:cubicBezTo>
                    <a:cubicBezTo>
                      <a:pt x="32847" y="42133"/>
                      <a:pt x="42245" y="32735"/>
                      <a:pt x="42245" y="21142"/>
                    </a:cubicBezTo>
                    <a:lnTo>
                      <a:pt x="42245" y="21142"/>
                    </a:lnTo>
                    <a:cubicBezTo>
                      <a:pt x="42245" y="9549"/>
                      <a:pt x="32847" y="151"/>
                      <a:pt x="21255"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1" name="Freeform: Shape 3890">
                <a:extLst>
                  <a:ext uri="{FF2B5EF4-FFF2-40B4-BE49-F238E27FC236}">
                    <a16:creationId xmlns:a16="http://schemas.microsoft.com/office/drawing/2014/main" id="{4D4B9D8F-A24C-1C44-8B0C-3AD4E7CD73DF}"/>
                  </a:ext>
                </a:extLst>
              </p:cNvPr>
              <p:cNvSpPr/>
              <p:nvPr/>
            </p:nvSpPr>
            <p:spPr>
              <a:xfrm>
                <a:off x="2334738" y="7773557"/>
                <a:ext cx="37180" cy="37180"/>
              </a:xfrm>
              <a:custGeom>
                <a:avLst/>
                <a:gdLst>
                  <a:gd name="connsiteX0" fmla="*/ 37540 w 37180"/>
                  <a:gd name="connsiteY0" fmla="*/ 18738 h 37180"/>
                  <a:gd name="connsiteX1" fmla="*/ 18950 w 37180"/>
                  <a:gd name="connsiteY1" fmla="*/ 37328 h 37180"/>
                  <a:gd name="connsiteX2" fmla="*/ 360 w 37180"/>
                  <a:gd name="connsiteY2" fmla="*/ 18738 h 37180"/>
                  <a:gd name="connsiteX3" fmla="*/ 18950 w 37180"/>
                  <a:gd name="connsiteY3" fmla="*/ 148 h 37180"/>
                  <a:gd name="connsiteX4" fmla="*/ 37540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40" y="18738"/>
                    </a:moveTo>
                    <a:cubicBezTo>
                      <a:pt x="37540" y="29005"/>
                      <a:pt x="29217" y="37328"/>
                      <a:pt x="18950" y="37328"/>
                    </a:cubicBezTo>
                    <a:cubicBezTo>
                      <a:pt x="8683" y="37328"/>
                      <a:pt x="360" y="29005"/>
                      <a:pt x="360" y="18738"/>
                    </a:cubicBezTo>
                    <a:cubicBezTo>
                      <a:pt x="360" y="8471"/>
                      <a:pt x="8683" y="148"/>
                      <a:pt x="18950" y="148"/>
                    </a:cubicBezTo>
                    <a:cubicBezTo>
                      <a:pt x="29217" y="148"/>
                      <a:pt x="37540" y="8471"/>
                      <a:pt x="37540" y="18738"/>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2" name="Freeform: Shape 3891">
                <a:extLst>
                  <a:ext uri="{FF2B5EF4-FFF2-40B4-BE49-F238E27FC236}">
                    <a16:creationId xmlns:a16="http://schemas.microsoft.com/office/drawing/2014/main" id="{D015B0D9-4249-3212-6F27-DF7220226095}"/>
                  </a:ext>
                </a:extLst>
              </p:cNvPr>
              <p:cNvSpPr/>
              <p:nvPr/>
            </p:nvSpPr>
            <p:spPr>
              <a:xfrm>
                <a:off x="2332338" y="7771157"/>
                <a:ext cx="41981" cy="41981"/>
              </a:xfrm>
              <a:custGeom>
                <a:avLst/>
                <a:gdLst>
                  <a:gd name="connsiteX0" fmla="*/ 21350 w 41981"/>
                  <a:gd name="connsiteY0" fmla="*/ 4948 h 41981"/>
                  <a:gd name="connsiteX1" fmla="*/ 37540 w 41981"/>
                  <a:gd name="connsiteY1" fmla="*/ 21138 h 41981"/>
                  <a:gd name="connsiteX2" fmla="*/ 37540 w 41981"/>
                  <a:gd name="connsiteY2" fmla="*/ 21138 h 41981"/>
                  <a:gd name="connsiteX3" fmla="*/ 21350 w 41981"/>
                  <a:gd name="connsiteY3" fmla="*/ 37328 h 41981"/>
                  <a:gd name="connsiteX4" fmla="*/ 5160 w 41981"/>
                  <a:gd name="connsiteY4" fmla="*/ 21138 h 41981"/>
                  <a:gd name="connsiteX5" fmla="*/ 21350 w 41981"/>
                  <a:gd name="connsiteY5" fmla="*/ 4948 h 41981"/>
                  <a:gd name="connsiteX6" fmla="*/ 21350 w 41981"/>
                  <a:gd name="connsiteY6" fmla="*/ 148 h 41981"/>
                  <a:gd name="connsiteX7" fmla="*/ 360 w 41981"/>
                  <a:gd name="connsiteY7" fmla="*/ 21138 h 41981"/>
                  <a:gd name="connsiteX8" fmla="*/ 21350 w 41981"/>
                  <a:gd name="connsiteY8" fmla="*/ 42129 h 41981"/>
                  <a:gd name="connsiteX9" fmla="*/ 42341 w 41981"/>
                  <a:gd name="connsiteY9" fmla="*/ 21138 h 41981"/>
                  <a:gd name="connsiteX10" fmla="*/ 42341 w 41981"/>
                  <a:gd name="connsiteY10" fmla="*/ 21138 h 41981"/>
                  <a:gd name="connsiteX11" fmla="*/ 21350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50" y="4948"/>
                    </a:moveTo>
                    <a:cubicBezTo>
                      <a:pt x="30292" y="4948"/>
                      <a:pt x="37540" y="12196"/>
                      <a:pt x="37540" y="21138"/>
                    </a:cubicBezTo>
                    <a:lnTo>
                      <a:pt x="37540" y="21138"/>
                    </a:lnTo>
                    <a:cubicBezTo>
                      <a:pt x="37540" y="30080"/>
                      <a:pt x="30292" y="37328"/>
                      <a:pt x="21350" y="37328"/>
                    </a:cubicBezTo>
                    <a:cubicBezTo>
                      <a:pt x="12408" y="37328"/>
                      <a:pt x="5160" y="30080"/>
                      <a:pt x="5160" y="21138"/>
                    </a:cubicBezTo>
                    <a:cubicBezTo>
                      <a:pt x="5160" y="12196"/>
                      <a:pt x="12408" y="4948"/>
                      <a:pt x="21350" y="4948"/>
                    </a:cubicBezTo>
                    <a:close/>
                    <a:moveTo>
                      <a:pt x="21350" y="148"/>
                    </a:moveTo>
                    <a:cubicBezTo>
                      <a:pt x="9758" y="148"/>
                      <a:pt x="360" y="9546"/>
                      <a:pt x="360" y="21138"/>
                    </a:cubicBezTo>
                    <a:cubicBezTo>
                      <a:pt x="360" y="32731"/>
                      <a:pt x="9758" y="42129"/>
                      <a:pt x="21350" y="42129"/>
                    </a:cubicBezTo>
                    <a:cubicBezTo>
                      <a:pt x="32943" y="42129"/>
                      <a:pt x="42341" y="32731"/>
                      <a:pt x="42341" y="21138"/>
                    </a:cubicBezTo>
                    <a:lnTo>
                      <a:pt x="42341" y="21138"/>
                    </a:lnTo>
                    <a:cubicBezTo>
                      <a:pt x="42341" y="9546"/>
                      <a:pt x="32943" y="148"/>
                      <a:pt x="21350"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3" name="Freeform: Shape 3892">
                <a:extLst>
                  <a:ext uri="{FF2B5EF4-FFF2-40B4-BE49-F238E27FC236}">
                    <a16:creationId xmlns:a16="http://schemas.microsoft.com/office/drawing/2014/main" id="{5DEF5A41-1FA4-105E-BFF4-C6EFC6CE1E7E}"/>
                  </a:ext>
                </a:extLst>
              </p:cNvPr>
              <p:cNvSpPr/>
              <p:nvPr/>
            </p:nvSpPr>
            <p:spPr>
              <a:xfrm>
                <a:off x="1728423" y="7890951"/>
                <a:ext cx="37180" cy="37180"/>
              </a:xfrm>
              <a:custGeom>
                <a:avLst/>
                <a:gdLst>
                  <a:gd name="connsiteX0" fmla="*/ 37435 w 37180"/>
                  <a:gd name="connsiteY0" fmla="*/ 18758 h 37180"/>
                  <a:gd name="connsiteX1" fmla="*/ 18845 w 37180"/>
                  <a:gd name="connsiteY1" fmla="*/ 37349 h 37180"/>
                  <a:gd name="connsiteX2" fmla="*/ 254 w 37180"/>
                  <a:gd name="connsiteY2" fmla="*/ 18758 h 37180"/>
                  <a:gd name="connsiteX3" fmla="*/ 18845 w 37180"/>
                  <a:gd name="connsiteY3" fmla="*/ 168 h 37180"/>
                  <a:gd name="connsiteX4" fmla="*/ 37435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8"/>
                    </a:moveTo>
                    <a:cubicBezTo>
                      <a:pt x="37435" y="29026"/>
                      <a:pt x="29112" y="37349"/>
                      <a:pt x="18845" y="37349"/>
                    </a:cubicBezTo>
                    <a:cubicBezTo>
                      <a:pt x="8577" y="37349"/>
                      <a:pt x="254" y="29026"/>
                      <a:pt x="254" y="18758"/>
                    </a:cubicBezTo>
                    <a:cubicBezTo>
                      <a:pt x="254" y="8491"/>
                      <a:pt x="8577" y="168"/>
                      <a:pt x="18845" y="168"/>
                    </a:cubicBezTo>
                    <a:cubicBezTo>
                      <a:pt x="29112" y="168"/>
                      <a:pt x="37435" y="8491"/>
                      <a:pt x="37435" y="18758"/>
                    </a:cubicBezTo>
                    <a:close/>
                  </a:path>
                </a:pathLst>
              </a:custGeom>
              <a:solidFill>
                <a:srgbClr val="D1F7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4" name="Freeform: Shape 3893">
                <a:extLst>
                  <a:ext uri="{FF2B5EF4-FFF2-40B4-BE49-F238E27FC236}">
                    <a16:creationId xmlns:a16="http://schemas.microsoft.com/office/drawing/2014/main" id="{17E43025-A144-3216-43AF-A49D8D5F2161}"/>
                  </a:ext>
                </a:extLst>
              </p:cNvPr>
              <p:cNvSpPr/>
              <p:nvPr/>
            </p:nvSpPr>
            <p:spPr>
              <a:xfrm>
                <a:off x="1726023" y="7888551"/>
                <a:ext cx="41981" cy="41981"/>
              </a:xfrm>
              <a:custGeom>
                <a:avLst/>
                <a:gdLst>
                  <a:gd name="connsiteX0" fmla="*/ 21245 w 41981"/>
                  <a:gd name="connsiteY0" fmla="*/ 4968 h 41981"/>
                  <a:gd name="connsiteX1" fmla="*/ 37435 w 41981"/>
                  <a:gd name="connsiteY1" fmla="*/ 21159 h 41981"/>
                  <a:gd name="connsiteX2" fmla="*/ 37435 w 41981"/>
                  <a:gd name="connsiteY2" fmla="*/ 21159 h 41981"/>
                  <a:gd name="connsiteX3" fmla="*/ 21245 w 41981"/>
                  <a:gd name="connsiteY3" fmla="*/ 37349 h 41981"/>
                  <a:gd name="connsiteX4" fmla="*/ 5055 w 41981"/>
                  <a:gd name="connsiteY4" fmla="*/ 21159 h 41981"/>
                  <a:gd name="connsiteX5" fmla="*/ 21245 w 41981"/>
                  <a:gd name="connsiteY5" fmla="*/ 4968 h 41981"/>
                  <a:gd name="connsiteX6" fmla="*/ 21245 w 41981"/>
                  <a:gd name="connsiteY6" fmla="*/ 168 h 41981"/>
                  <a:gd name="connsiteX7" fmla="*/ 254 w 41981"/>
                  <a:gd name="connsiteY7" fmla="*/ 21159 h 41981"/>
                  <a:gd name="connsiteX8" fmla="*/ 21245 w 41981"/>
                  <a:gd name="connsiteY8" fmla="*/ 42149 h 41981"/>
                  <a:gd name="connsiteX9" fmla="*/ 42235 w 41981"/>
                  <a:gd name="connsiteY9" fmla="*/ 21159 h 41981"/>
                  <a:gd name="connsiteX10" fmla="*/ 42235 w 41981"/>
                  <a:gd name="connsiteY10" fmla="*/ 21159 h 41981"/>
                  <a:gd name="connsiteX11" fmla="*/ 21245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8"/>
                    </a:moveTo>
                    <a:cubicBezTo>
                      <a:pt x="30187" y="4968"/>
                      <a:pt x="37435" y="12217"/>
                      <a:pt x="37435" y="21159"/>
                    </a:cubicBezTo>
                    <a:lnTo>
                      <a:pt x="37435" y="21159"/>
                    </a:lnTo>
                    <a:cubicBezTo>
                      <a:pt x="37435" y="30100"/>
                      <a:pt x="30187" y="37349"/>
                      <a:pt x="21245" y="37349"/>
                    </a:cubicBezTo>
                    <a:cubicBezTo>
                      <a:pt x="12303" y="37349"/>
                      <a:pt x="5055" y="30100"/>
                      <a:pt x="5055" y="21159"/>
                    </a:cubicBezTo>
                    <a:cubicBezTo>
                      <a:pt x="5055" y="12217"/>
                      <a:pt x="12303" y="4968"/>
                      <a:pt x="21245" y="4968"/>
                    </a:cubicBezTo>
                    <a:close/>
                    <a:moveTo>
                      <a:pt x="21245" y="168"/>
                    </a:moveTo>
                    <a:cubicBezTo>
                      <a:pt x="9652" y="168"/>
                      <a:pt x="254" y="9566"/>
                      <a:pt x="254" y="21159"/>
                    </a:cubicBezTo>
                    <a:cubicBezTo>
                      <a:pt x="254" y="32751"/>
                      <a:pt x="9652" y="42149"/>
                      <a:pt x="21245" y="42149"/>
                    </a:cubicBezTo>
                    <a:cubicBezTo>
                      <a:pt x="32837" y="42149"/>
                      <a:pt x="42235" y="32751"/>
                      <a:pt x="42235" y="21159"/>
                    </a:cubicBezTo>
                    <a:lnTo>
                      <a:pt x="42235" y="21159"/>
                    </a:lnTo>
                    <a:cubicBezTo>
                      <a:pt x="42235" y="9566"/>
                      <a:pt x="32837" y="168"/>
                      <a:pt x="21245"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5" name="Freeform: Shape 3894">
                <a:extLst>
                  <a:ext uri="{FF2B5EF4-FFF2-40B4-BE49-F238E27FC236}">
                    <a16:creationId xmlns:a16="http://schemas.microsoft.com/office/drawing/2014/main" id="{1180DCF5-940F-8E95-2CF2-395DE30A6ED4}"/>
                  </a:ext>
                </a:extLst>
              </p:cNvPr>
              <p:cNvSpPr/>
              <p:nvPr/>
            </p:nvSpPr>
            <p:spPr>
              <a:xfrm>
                <a:off x="2070417" y="7816233"/>
                <a:ext cx="37180" cy="37180"/>
              </a:xfrm>
              <a:custGeom>
                <a:avLst/>
                <a:gdLst>
                  <a:gd name="connsiteX0" fmla="*/ 37494 w 37180"/>
                  <a:gd name="connsiteY0" fmla="*/ 18745 h 37180"/>
                  <a:gd name="connsiteX1" fmla="*/ 18904 w 37180"/>
                  <a:gd name="connsiteY1" fmla="*/ 37336 h 37180"/>
                  <a:gd name="connsiteX2" fmla="*/ 314 w 37180"/>
                  <a:gd name="connsiteY2" fmla="*/ 18745 h 37180"/>
                  <a:gd name="connsiteX3" fmla="*/ 18904 w 37180"/>
                  <a:gd name="connsiteY3" fmla="*/ 155 h 37180"/>
                  <a:gd name="connsiteX4" fmla="*/ 37494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4" y="18745"/>
                    </a:moveTo>
                    <a:cubicBezTo>
                      <a:pt x="37494" y="29013"/>
                      <a:pt x="29171" y="37336"/>
                      <a:pt x="18904" y="37336"/>
                    </a:cubicBezTo>
                    <a:cubicBezTo>
                      <a:pt x="8637" y="37336"/>
                      <a:pt x="314" y="29013"/>
                      <a:pt x="314" y="18745"/>
                    </a:cubicBezTo>
                    <a:cubicBezTo>
                      <a:pt x="314" y="8478"/>
                      <a:pt x="8637" y="155"/>
                      <a:pt x="18904" y="155"/>
                    </a:cubicBezTo>
                    <a:cubicBezTo>
                      <a:pt x="29171" y="155"/>
                      <a:pt x="37494" y="8478"/>
                      <a:pt x="37494" y="18745"/>
                    </a:cubicBezTo>
                    <a:close/>
                  </a:path>
                </a:pathLst>
              </a:custGeom>
              <a:solidFill>
                <a:srgbClr val="86F78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6" name="Freeform: Shape 3895">
                <a:extLst>
                  <a:ext uri="{FF2B5EF4-FFF2-40B4-BE49-F238E27FC236}">
                    <a16:creationId xmlns:a16="http://schemas.microsoft.com/office/drawing/2014/main" id="{4F3DB630-ADA8-A511-4476-5780CF92A1BC}"/>
                  </a:ext>
                </a:extLst>
              </p:cNvPr>
              <p:cNvSpPr/>
              <p:nvPr/>
            </p:nvSpPr>
            <p:spPr>
              <a:xfrm>
                <a:off x="2068017" y="7813832"/>
                <a:ext cx="41981" cy="41981"/>
              </a:xfrm>
              <a:custGeom>
                <a:avLst/>
                <a:gdLst>
                  <a:gd name="connsiteX0" fmla="*/ 21304 w 41981"/>
                  <a:gd name="connsiteY0" fmla="*/ 4955 h 41981"/>
                  <a:gd name="connsiteX1" fmla="*/ 37494 w 41981"/>
                  <a:gd name="connsiteY1" fmla="*/ 21146 h 41981"/>
                  <a:gd name="connsiteX2" fmla="*/ 37494 w 41981"/>
                  <a:gd name="connsiteY2" fmla="*/ 21146 h 41981"/>
                  <a:gd name="connsiteX3" fmla="*/ 21304 w 41981"/>
                  <a:gd name="connsiteY3" fmla="*/ 37336 h 41981"/>
                  <a:gd name="connsiteX4" fmla="*/ 5114 w 41981"/>
                  <a:gd name="connsiteY4" fmla="*/ 21146 h 41981"/>
                  <a:gd name="connsiteX5" fmla="*/ 21304 w 41981"/>
                  <a:gd name="connsiteY5" fmla="*/ 4955 h 41981"/>
                  <a:gd name="connsiteX6" fmla="*/ 21304 w 41981"/>
                  <a:gd name="connsiteY6" fmla="*/ 155 h 41981"/>
                  <a:gd name="connsiteX7" fmla="*/ 314 w 41981"/>
                  <a:gd name="connsiteY7" fmla="*/ 21146 h 41981"/>
                  <a:gd name="connsiteX8" fmla="*/ 21304 w 41981"/>
                  <a:gd name="connsiteY8" fmla="*/ 42136 h 41981"/>
                  <a:gd name="connsiteX9" fmla="*/ 42295 w 41981"/>
                  <a:gd name="connsiteY9" fmla="*/ 21146 h 41981"/>
                  <a:gd name="connsiteX10" fmla="*/ 42295 w 41981"/>
                  <a:gd name="connsiteY10" fmla="*/ 21146 h 41981"/>
                  <a:gd name="connsiteX11" fmla="*/ 21304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4" y="4955"/>
                    </a:moveTo>
                    <a:cubicBezTo>
                      <a:pt x="30246" y="4955"/>
                      <a:pt x="37494" y="12204"/>
                      <a:pt x="37494" y="21146"/>
                    </a:cubicBezTo>
                    <a:lnTo>
                      <a:pt x="37494" y="21146"/>
                    </a:lnTo>
                    <a:cubicBezTo>
                      <a:pt x="37494" y="30087"/>
                      <a:pt x="30246" y="37336"/>
                      <a:pt x="21304" y="37336"/>
                    </a:cubicBezTo>
                    <a:cubicBezTo>
                      <a:pt x="12362" y="37336"/>
                      <a:pt x="5114" y="30087"/>
                      <a:pt x="5114" y="21146"/>
                    </a:cubicBezTo>
                    <a:cubicBezTo>
                      <a:pt x="5114" y="12204"/>
                      <a:pt x="12362" y="4955"/>
                      <a:pt x="21304" y="4955"/>
                    </a:cubicBezTo>
                    <a:close/>
                    <a:moveTo>
                      <a:pt x="21304" y="155"/>
                    </a:moveTo>
                    <a:cubicBezTo>
                      <a:pt x="9712" y="155"/>
                      <a:pt x="314" y="9553"/>
                      <a:pt x="314" y="21146"/>
                    </a:cubicBezTo>
                    <a:cubicBezTo>
                      <a:pt x="314" y="32738"/>
                      <a:pt x="9712" y="42136"/>
                      <a:pt x="21304" y="42136"/>
                    </a:cubicBezTo>
                    <a:cubicBezTo>
                      <a:pt x="32897" y="42136"/>
                      <a:pt x="42295" y="32738"/>
                      <a:pt x="42295" y="21146"/>
                    </a:cubicBezTo>
                    <a:lnTo>
                      <a:pt x="42295" y="21146"/>
                    </a:lnTo>
                    <a:cubicBezTo>
                      <a:pt x="42295" y="9553"/>
                      <a:pt x="32897" y="155"/>
                      <a:pt x="21304"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7" name="Freeform: Shape 3896">
                <a:extLst>
                  <a:ext uri="{FF2B5EF4-FFF2-40B4-BE49-F238E27FC236}">
                    <a16:creationId xmlns:a16="http://schemas.microsoft.com/office/drawing/2014/main" id="{3B4EE870-2905-879B-5316-6A7ABD676E2D}"/>
                  </a:ext>
                </a:extLst>
              </p:cNvPr>
              <p:cNvSpPr/>
              <p:nvPr/>
            </p:nvSpPr>
            <p:spPr>
              <a:xfrm>
                <a:off x="2478698" y="8048107"/>
                <a:ext cx="37180" cy="37180"/>
              </a:xfrm>
              <a:custGeom>
                <a:avLst/>
                <a:gdLst>
                  <a:gd name="connsiteX0" fmla="*/ 37565 w 37180"/>
                  <a:gd name="connsiteY0" fmla="*/ 18786 h 37180"/>
                  <a:gd name="connsiteX1" fmla="*/ 18975 w 37180"/>
                  <a:gd name="connsiteY1" fmla="*/ 37376 h 37180"/>
                  <a:gd name="connsiteX2" fmla="*/ 385 w 37180"/>
                  <a:gd name="connsiteY2" fmla="*/ 18786 h 37180"/>
                  <a:gd name="connsiteX3" fmla="*/ 18975 w 37180"/>
                  <a:gd name="connsiteY3" fmla="*/ 195 h 37180"/>
                  <a:gd name="connsiteX4" fmla="*/ 37565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65" y="18786"/>
                    </a:moveTo>
                    <a:cubicBezTo>
                      <a:pt x="37565" y="29053"/>
                      <a:pt x="29242" y="37376"/>
                      <a:pt x="18975" y="37376"/>
                    </a:cubicBezTo>
                    <a:cubicBezTo>
                      <a:pt x="8708" y="37376"/>
                      <a:pt x="385" y="29053"/>
                      <a:pt x="385" y="18786"/>
                    </a:cubicBezTo>
                    <a:cubicBezTo>
                      <a:pt x="385" y="8518"/>
                      <a:pt x="8708" y="195"/>
                      <a:pt x="18975" y="195"/>
                    </a:cubicBezTo>
                    <a:cubicBezTo>
                      <a:pt x="29242" y="195"/>
                      <a:pt x="37565" y="8518"/>
                      <a:pt x="37565" y="18786"/>
                    </a:cubicBezTo>
                    <a:close/>
                  </a:path>
                </a:pathLst>
              </a:custGeom>
              <a:solidFill>
                <a:srgbClr val="C4F7C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8" name="Freeform: Shape 3897">
                <a:extLst>
                  <a:ext uri="{FF2B5EF4-FFF2-40B4-BE49-F238E27FC236}">
                    <a16:creationId xmlns:a16="http://schemas.microsoft.com/office/drawing/2014/main" id="{71C81E52-F5EF-31C7-24A3-72D7A5BEA1E7}"/>
                  </a:ext>
                </a:extLst>
              </p:cNvPr>
              <p:cNvSpPr/>
              <p:nvPr/>
            </p:nvSpPr>
            <p:spPr>
              <a:xfrm>
                <a:off x="2476298" y="8045707"/>
                <a:ext cx="41981" cy="41981"/>
              </a:xfrm>
              <a:custGeom>
                <a:avLst/>
                <a:gdLst>
                  <a:gd name="connsiteX0" fmla="*/ 21375 w 41981"/>
                  <a:gd name="connsiteY0" fmla="*/ 4996 h 41981"/>
                  <a:gd name="connsiteX1" fmla="*/ 37565 w 41981"/>
                  <a:gd name="connsiteY1" fmla="*/ 21186 h 41981"/>
                  <a:gd name="connsiteX2" fmla="*/ 37565 w 41981"/>
                  <a:gd name="connsiteY2" fmla="*/ 21186 h 41981"/>
                  <a:gd name="connsiteX3" fmla="*/ 21375 w 41981"/>
                  <a:gd name="connsiteY3" fmla="*/ 37376 h 41981"/>
                  <a:gd name="connsiteX4" fmla="*/ 5185 w 41981"/>
                  <a:gd name="connsiteY4" fmla="*/ 21186 h 41981"/>
                  <a:gd name="connsiteX5" fmla="*/ 21375 w 41981"/>
                  <a:gd name="connsiteY5" fmla="*/ 4996 h 41981"/>
                  <a:gd name="connsiteX6" fmla="*/ 21375 w 41981"/>
                  <a:gd name="connsiteY6" fmla="*/ 195 h 41981"/>
                  <a:gd name="connsiteX7" fmla="*/ 385 w 41981"/>
                  <a:gd name="connsiteY7" fmla="*/ 21186 h 41981"/>
                  <a:gd name="connsiteX8" fmla="*/ 21375 w 41981"/>
                  <a:gd name="connsiteY8" fmla="*/ 42176 h 41981"/>
                  <a:gd name="connsiteX9" fmla="*/ 42366 w 41981"/>
                  <a:gd name="connsiteY9" fmla="*/ 21186 h 41981"/>
                  <a:gd name="connsiteX10" fmla="*/ 42366 w 41981"/>
                  <a:gd name="connsiteY10" fmla="*/ 21186 h 41981"/>
                  <a:gd name="connsiteX11" fmla="*/ 21375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75" y="4996"/>
                    </a:moveTo>
                    <a:cubicBezTo>
                      <a:pt x="30317" y="4996"/>
                      <a:pt x="37565" y="12244"/>
                      <a:pt x="37565" y="21186"/>
                    </a:cubicBezTo>
                    <a:lnTo>
                      <a:pt x="37565" y="21186"/>
                    </a:lnTo>
                    <a:cubicBezTo>
                      <a:pt x="37565" y="30128"/>
                      <a:pt x="30317" y="37376"/>
                      <a:pt x="21375" y="37376"/>
                    </a:cubicBezTo>
                    <a:cubicBezTo>
                      <a:pt x="12433" y="37376"/>
                      <a:pt x="5185" y="30128"/>
                      <a:pt x="5185" y="21186"/>
                    </a:cubicBezTo>
                    <a:cubicBezTo>
                      <a:pt x="5185" y="12244"/>
                      <a:pt x="12433" y="4996"/>
                      <a:pt x="21375" y="4996"/>
                    </a:cubicBezTo>
                    <a:close/>
                    <a:moveTo>
                      <a:pt x="21375" y="195"/>
                    </a:moveTo>
                    <a:cubicBezTo>
                      <a:pt x="9783" y="195"/>
                      <a:pt x="385" y="9593"/>
                      <a:pt x="385" y="21186"/>
                    </a:cubicBezTo>
                    <a:cubicBezTo>
                      <a:pt x="385" y="32778"/>
                      <a:pt x="9783" y="42176"/>
                      <a:pt x="21375" y="42176"/>
                    </a:cubicBezTo>
                    <a:cubicBezTo>
                      <a:pt x="32968" y="42176"/>
                      <a:pt x="42366" y="32778"/>
                      <a:pt x="42366" y="21186"/>
                    </a:cubicBezTo>
                    <a:lnTo>
                      <a:pt x="42366" y="21186"/>
                    </a:lnTo>
                    <a:cubicBezTo>
                      <a:pt x="42366" y="9593"/>
                      <a:pt x="32968" y="195"/>
                      <a:pt x="21375"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899" name="Freeform: Shape 3898">
                <a:extLst>
                  <a:ext uri="{FF2B5EF4-FFF2-40B4-BE49-F238E27FC236}">
                    <a16:creationId xmlns:a16="http://schemas.microsoft.com/office/drawing/2014/main" id="{CBB88F71-DE6C-8980-EEC2-6D174545CC03}"/>
                  </a:ext>
                </a:extLst>
              </p:cNvPr>
              <p:cNvSpPr/>
              <p:nvPr/>
            </p:nvSpPr>
            <p:spPr>
              <a:xfrm>
                <a:off x="2012743" y="7712276"/>
                <a:ext cx="37180" cy="37180"/>
              </a:xfrm>
              <a:custGeom>
                <a:avLst/>
                <a:gdLst>
                  <a:gd name="connsiteX0" fmla="*/ 37484 w 37180"/>
                  <a:gd name="connsiteY0" fmla="*/ 18727 h 37180"/>
                  <a:gd name="connsiteX1" fmla="*/ 18894 w 37180"/>
                  <a:gd name="connsiteY1" fmla="*/ 37318 h 37180"/>
                  <a:gd name="connsiteX2" fmla="*/ 304 w 37180"/>
                  <a:gd name="connsiteY2" fmla="*/ 18727 h 37180"/>
                  <a:gd name="connsiteX3" fmla="*/ 18894 w 37180"/>
                  <a:gd name="connsiteY3" fmla="*/ 137 h 37180"/>
                  <a:gd name="connsiteX4" fmla="*/ 37484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4" y="18727"/>
                    </a:moveTo>
                    <a:cubicBezTo>
                      <a:pt x="37484" y="28995"/>
                      <a:pt x="29161" y="37318"/>
                      <a:pt x="18894" y="37318"/>
                    </a:cubicBezTo>
                    <a:cubicBezTo>
                      <a:pt x="8627" y="37318"/>
                      <a:pt x="304" y="28995"/>
                      <a:pt x="304" y="18727"/>
                    </a:cubicBezTo>
                    <a:cubicBezTo>
                      <a:pt x="304" y="8460"/>
                      <a:pt x="8627" y="137"/>
                      <a:pt x="18894" y="137"/>
                    </a:cubicBezTo>
                    <a:cubicBezTo>
                      <a:pt x="29161" y="137"/>
                      <a:pt x="37484" y="8460"/>
                      <a:pt x="37484" y="18727"/>
                    </a:cubicBezTo>
                    <a:close/>
                  </a:path>
                </a:pathLst>
              </a:custGeom>
              <a:solidFill>
                <a:srgbClr val="58F75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0" name="Freeform: Shape 3899">
                <a:extLst>
                  <a:ext uri="{FF2B5EF4-FFF2-40B4-BE49-F238E27FC236}">
                    <a16:creationId xmlns:a16="http://schemas.microsoft.com/office/drawing/2014/main" id="{22CFDE87-FDE7-2CC6-F881-9F362DDD1739}"/>
                  </a:ext>
                </a:extLst>
              </p:cNvPr>
              <p:cNvSpPr/>
              <p:nvPr/>
            </p:nvSpPr>
            <p:spPr>
              <a:xfrm>
                <a:off x="2010342" y="7709876"/>
                <a:ext cx="41981" cy="41981"/>
              </a:xfrm>
              <a:custGeom>
                <a:avLst/>
                <a:gdLst>
                  <a:gd name="connsiteX0" fmla="*/ 21294 w 41981"/>
                  <a:gd name="connsiteY0" fmla="*/ 4937 h 41981"/>
                  <a:gd name="connsiteX1" fmla="*/ 37484 w 41981"/>
                  <a:gd name="connsiteY1" fmla="*/ 21128 h 41981"/>
                  <a:gd name="connsiteX2" fmla="*/ 37484 w 41981"/>
                  <a:gd name="connsiteY2" fmla="*/ 21128 h 41981"/>
                  <a:gd name="connsiteX3" fmla="*/ 21294 w 41981"/>
                  <a:gd name="connsiteY3" fmla="*/ 37318 h 41981"/>
                  <a:gd name="connsiteX4" fmla="*/ 5104 w 41981"/>
                  <a:gd name="connsiteY4" fmla="*/ 21128 h 41981"/>
                  <a:gd name="connsiteX5" fmla="*/ 21294 w 41981"/>
                  <a:gd name="connsiteY5" fmla="*/ 4937 h 41981"/>
                  <a:gd name="connsiteX6" fmla="*/ 21294 w 41981"/>
                  <a:gd name="connsiteY6" fmla="*/ 137 h 41981"/>
                  <a:gd name="connsiteX7" fmla="*/ 304 w 41981"/>
                  <a:gd name="connsiteY7" fmla="*/ 21128 h 41981"/>
                  <a:gd name="connsiteX8" fmla="*/ 21294 w 41981"/>
                  <a:gd name="connsiteY8" fmla="*/ 42118 h 41981"/>
                  <a:gd name="connsiteX9" fmla="*/ 42285 w 41981"/>
                  <a:gd name="connsiteY9" fmla="*/ 21128 h 41981"/>
                  <a:gd name="connsiteX10" fmla="*/ 42285 w 41981"/>
                  <a:gd name="connsiteY10" fmla="*/ 21128 h 41981"/>
                  <a:gd name="connsiteX11" fmla="*/ 21294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4" y="4937"/>
                    </a:moveTo>
                    <a:cubicBezTo>
                      <a:pt x="30236" y="4937"/>
                      <a:pt x="37484" y="12186"/>
                      <a:pt x="37484" y="21128"/>
                    </a:cubicBezTo>
                    <a:lnTo>
                      <a:pt x="37484" y="21128"/>
                    </a:lnTo>
                    <a:cubicBezTo>
                      <a:pt x="37484" y="30069"/>
                      <a:pt x="30236" y="37318"/>
                      <a:pt x="21294" y="37318"/>
                    </a:cubicBezTo>
                    <a:cubicBezTo>
                      <a:pt x="12352" y="37318"/>
                      <a:pt x="5104" y="30069"/>
                      <a:pt x="5104" y="21128"/>
                    </a:cubicBezTo>
                    <a:cubicBezTo>
                      <a:pt x="5104" y="12186"/>
                      <a:pt x="12352" y="4937"/>
                      <a:pt x="21294" y="4937"/>
                    </a:cubicBezTo>
                    <a:close/>
                    <a:moveTo>
                      <a:pt x="21294" y="137"/>
                    </a:moveTo>
                    <a:cubicBezTo>
                      <a:pt x="9702" y="137"/>
                      <a:pt x="304" y="9535"/>
                      <a:pt x="304" y="21128"/>
                    </a:cubicBezTo>
                    <a:cubicBezTo>
                      <a:pt x="304" y="32720"/>
                      <a:pt x="9702" y="42118"/>
                      <a:pt x="21294" y="42118"/>
                    </a:cubicBezTo>
                    <a:cubicBezTo>
                      <a:pt x="32887" y="42118"/>
                      <a:pt x="42285" y="32720"/>
                      <a:pt x="42285" y="21128"/>
                    </a:cubicBezTo>
                    <a:lnTo>
                      <a:pt x="42285" y="21128"/>
                    </a:lnTo>
                    <a:cubicBezTo>
                      <a:pt x="42285" y="9535"/>
                      <a:pt x="32887" y="137"/>
                      <a:pt x="21294"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1" name="Freeform: Shape 3900">
                <a:extLst>
                  <a:ext uri="{FF2B5EF4-FFF2-40B4-BE49-F238E27FC236}">
                    <a16:creationId xmlns:a16="http://schemas.microsoft.com/office/drawing/2014/main" id="{2245E53C-8029-8F07-BEC3-53E53162C9B6}"/>
                  </a:ext>
                </a:extLst>
              </p:cNvPr>
              <p:cNvSpPr/>
              <p:nvPr/>
            </p:nvSpPr>
            <p:spPr>
              <a:xfrm>
                <a:off x="2215160" y="7995190"/>
                <a:ext cx="37180" cy="37180"/>
              </a:xfrm>
              <a:custGeom>
                <a:avLst/>
                <a:gdLst>
                  <a:gd name="connsiteX0" fmla="*/ 37520 w 37180"/>
                  <a:gd name="connsiteY0" fmla="*/ 18776 h 37180"/>
                  <a:gd name="connsiteX1" fmla="*/ 18929 w 37180"/>
                  <a:gd name="connsiteY1" fmla="*/ 37367 h 37180"/>
                  <a:gd name="connsiteX2" fmla="*/ 339 w 37180"/>
                  <a:gd name="connsiteY2" fmla="*/ 18776 h 37180"/>
                  <a:gd name="connsiteX3" fmla="*/ 18929 w 37180"/>
                  <a:gd name="connsiteY3" fmla="*/ 186 h 37180"/>
                  <a:gd name="connsiteX4" fmla="*/ 37520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0" y="18776"/>
                    </a:moveTo>
                    <a:cubicBezTo>
                      <a:pt x="37520" y="29044"/>
                      <a:pt x="29196" y="37367"/>
                      <a:pt x="18929" y="37367"/>
                    </a:cubicBezTo>
                    <a:cubicBezTo>
                      <a:pt x="8662" y="37367"/>
                      <a:pt x="339" y="29044"/>
                      <a:pt x="339" y="18776"/>
                    </a:cubicBezTo>
                    <a:cubicBezTo>
                      <a:pt x="339" y="8509"/>
                      <a:pt x="8662" y="186"/>
                      <a:pt x="18929" y="186"/>
                    </a:cubicBezTo>
                    <a:cubicBezTo>
                      <a:pt x="29196" y="186"/>
                      <a:pt x="37520" y="8509"/>
                      <a:pt x="37520" y="18776"/>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2" name="Freeform: Shape 3901">
                <a:extLst>
                  <a:ext uri="{FF2B5EF4-FFF2-40B4-BE49-F238E27FC236}">
                    <a16:creationId xmlns:a16="http://schemas.microsoft.com/office/drawing/2014/main" id="{8614F1B2-F2E1-A9DB-989B-F38024DC2B00}"/>
                  </a:ext>
                </a:extLst>
              </p:cNvPr>
              <p:cNvSpPr/>
              <p:nvPr/>
            </p:nvSpPr>
            <p:spPr>
              <a:xfrm>
                <a:off x="2212760" y="7992790"/>
                <a:ext cx="41981" cy="41981"/>
              </a:xfrm>
              <a:custGeom>
                <a:avLst/>
                <a:gdLst>
                  <a:gd name="connsiteX0" fmla="*/ 21329 w 41981"/>
                  <a:gd name="connsiteY0" fmla="*/ 4986 h 41981"/>
                  <a:gd name="connsiteX1" fmla="*/ 37520 w 41981"/>
                  <a:gd name="connsiteY1" fmla="*/ 21177 h 41981"/>
                  <a:gd name="connsiteX2" fmla="*/ 37520 w 41981"/>
                  <a:gd name="connsiteY2" fmla="*/ 21177 h 41981"/>
                  <a:gd name="connsiteX3" fmla="*/ 21329 w 41981"/>
                  <a:gd name="connsiteY3" fmla="*/ 37367 h 41981"/>
                  <a:gd name="connsiteX4" fmla="*/ 5139 w 41981"/>
                  <a:gd name="connsiteY4" fmla="*/ 21177 h 41981"/>
                  <a:gd name="connsiteX5" fmla="*/ 21329 w 41981"/>
                  <a:gd name="connsiteY5" fmla="*/ 4986 h 41981"/>
                  <a:gd name="connsiteX6" fmla="*/ 21329 w 41981"/>
                  <a:gd name="connsiteY6" fmla="*/ 186 h 41981"/>
                  <a:gd name="connsiteX7" fmla="*/ 339 w 41981"/>
                  <a:gd name="connsiteY7" fmla="*/ 21177 h 41981"/>
                  <a:gd name="connsiteX8" fmla="*/ 21329 w 41981"/>
                  <a:gd name="connsiteY8" fmla="*/ 42167 h 41981"/>
                  <a:gd name="connsiteX9" fmla="*/ 42320 w 41981"/>
                  <a:gd name="connsiteY9" fmla="*/ 21177 h 41981"/>
                  <a:gd name="connsiteX10" fmla="*/ 42320 w 41981"/>
                  <a:gd name="connsiteY10" fmla="*/ 21177 h 41981"/>
                  <a:gd name="connsiteX11" fmla="*/ 21329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9" y="4986"/>
                    </a:moveTo>
                    <a:cubicBezTo>
                      <a:pt x="30271" y="4986"/>
                      <a:pt x="37520" y="12235"/>
                      <a:pt x="37520" y="21177"/>
                    </a:cubicBezTo>
                    <a:lnTo>
                      <a:pt x="37520" y="21177"/>
                    </a:lnTo>
                    <a:cubicBezTo>
                      <a:pt x="37520" y="30118"/>
                      <a:pt x="30271" y="37367"/>
                      <a:pt x="21329" y="37367"/>
                    </a:cubicBezTo>
                    <a:cubicBezTo>
                      <a:pt x="12388" y="37367"/>
                      <a:pt x="5139" y="30118"/>
                      <a:pt x="5139" y="21177"/>
                    </a:cubicBezTo>
                    <a:cubicBezTo>
                      <a:pt x="5139" y="12235"/>
                      <a:pt x="12388" y="4986"/>
                      <a:pt x="21329" y="4986"/>
                    </a:cubicBezTo>
                    <a:close/>
                    <a:moveTo>
                      <a:pt x="21329" y="186"/>
                    </a:moveTo>
                    <a:cubicBezTo>
                      <a:pt x="9737" y="186"/>
                      <a:pt x="339" y="9584"/>
                      <a:pt x="339" y="21177"/>
                    </a:cubicBezTo>
                    <a:cubicBezTo>
                      <a:pt x="339" y="32769"/>
                      <a:pt x="9737" y="42167"/>
                      <a:pt x="21329" y="42167"/>
                    </a:cubicBezTo>
                    <a:cubicBezTo>
                      <a:pt x="32922" y="42167"/>
                      <a:pt x="42320" y="32769"/>
                      <a:pt x="42320" y="21177"/>
                    </a:cubicBezTo>
                    <a:lnTo>
                      <a:pt x="42320" y="21177"/>
                    </a:lnTo>
                    <a:cubicBezTo>
                      <a:pt x="42320" y="9584"/>
                      <a:pt x="32922" y="186"/>
                      <a:pt x="21329"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3" name="Freeform: Shape 3902">
                <a:extLst>
                  <a:ext uri="{FF2B5EF4-FFF2-40B4-BE49-F238E27FC236}">
                    <a16:creationId xmlns:a16="http://schemas.microsoft.com/office/drawing/2014/main" id="{2014DE8A-17DA-E35F-6E3D-B9296533E21B}"/>
                  </a:ext>
                </a:extLst>
              </p:cNvPr>
              <p:cNvSpPr/>
              <p:nvPr/>
            </p:nvSpPr>
            <p:spPr>
              <a:xfrm>
                <a:off x="1678369" y="7998548"/>
                <a:ext cx="37180" cy="37180"/>
              </a:xfrm>
              <a:custGeom>
                <a:avLst/>
                <a:gdLst>
                  <a:gd name="connsiteX0" fmla="*/ 37426 w 37180"/>
                  <a:gd name="connsiteY0" fmla="*/ 18777 h 37180"/>
                  <a:gd name="connsiteX1" fmla="*/ 18836 w 37180"/>
                  <a:gd name="connsiteY1" fmla="*/ 37367 h 37180"/>
                  <a:gd name="connsiteX2" fmla="*/ 246 w 37180"/>
                  <a:gd name="connsiteY2" fmla="*/ 18777 h 37180"/>
                  <a:gd name="connsiteX3" fmla="*/ 18836 w 37180"/>
                  <a:gd name="connsiteY3" fmla="*/ 187 h 37180"/>
                  <a:gd name="connsiteX4" fmla="*/ 37426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7"/>
                    </a:moveTo>
                    <a:cubicBezTo>
                      <a:pt x="37426" y="29044"/>
                      <a:pt x="29103" y="37367"/>
                      <a:pt x="18836" y="37367"/>
                    </a:cubicBezTo>
                    <a:cubicBezTo>
                      <a:pt x="8569" y="37367"/>
                      <a:pt x="246" y="29044"/>
                      <a:pt x="246" y="18777"/>
                    </a:cubicBezTo>
                    <a:cubicBezTo>
                      <a:pt x="246" y="8510"/>
                      <a:pt x="8569" y="187"/>
                      <a:pt x="18836" y="187"/>
                    </a:cubicBezTo>
                    <a:cubicBezTo>
                      <a:pt x="29103" y="187"/>
                      <a:pt x="37426" y="8510"/>
                      <a:pt x="37426" y="18777"/>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4" name="Freeform: Shape 3903">
                <a:extLst>
                  <a:ext uri="{FF2B5EF4-FFF2-40B4-BE49-F238E27FC236}">
                    <a16:creationId xmlns:a16="http://schemas.microsoft.com/office/drawing/2014/main" id="{6EA0B83C-38A0-9863-6384-9CF723573163}"/>
                  </a:ext>
                </a:extLst>
              </p:cNvPr>
              <p:cNvSpPr/>
              <p:nvPr/>
            </p:nvSpPr>
            <p:spPr>
              <a:xfrm>
                <a:off x="1675969" y="7996148"/>
                <a:ext cx="41981" cy="41981"/>
              </a:xfrm>
              <a:custGeom>
                <a:avLst/>
                <a:gdLst>
                  <a:gd name="connsiteX0" fmla="*/ 21236 w 41981"/>
                  <a:gd name="connsiteY0" fmla="*/ 4987 h 41981"/>
                  <a:gd name="connsiteX1" fmla="*/ 37426 w 41981"/>
                  <a:gd name="connsiteY1" fmla="*/ 21177 h 41981"/>
                  <a:gd name="connsiteX2" fmla="*/ 37426 w 41981"/>
                  <a:gd name="connsiteY2" fmla="*/ 21177 h 41981"/>
                  <a:gd name="connsiteX3" fmla="*/ 21236 w 41981"/>
                  <a:gd name="connsiteY3" fmla="*/ 37367 h 41981"/>
                  <a:gd name="connsiteX4" fmla="*/ 5046 w 41981"/>
                  <a:gd name="connsiteY4" fmla="*/ 21177 h 41981"/>
                  <a:gd name="connsiteX5" fmla="*/ 21236 w 41981"/>
                  <a:gd name="connsiteY5" fmla="*/ 4987 h 41981"/>
                  <a:gd name="connsiteX6" fmla="*/ 21236 w 41981"/>
                  <a:gd name="connsiteY6" fmla="*/ 187 h 41981"/>
                  <a:gd name="connsiteX7" fmla="*/ 246 w 41981"/>
                  <a:gd name="connsiteY7" fmla="*/ 21177 h 41981"/>
                  <a:gd name="connsiteX8" fmla="*/ 21236 w 41981"/>
                  <a:gd name="connsiteY8" fmla="*/ 42168 h 41981"/>
                  <a:gd name="connsiteX9" fmla="*/ 42227 w 41981"/>
                  <a:gd name="connsiteY9" fmla="*/ 21177 h 41981"/>
                  <a:gd name="connsiteX10" fmla="*/ 42227 w 41981"/>
                  <a:gd name="connsiteY10" fmla="*/ 21177 h 41981"/>
                  <a:gd name="connsiteX11" fmla="*/ 21236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7"/>
                    </a:moveTo>
                    <a:cubicBezTo>
                      <a:pt x="30178" y="4987"/>
                      <a:pt x="37426" y="12235"/>
                      <a:pt x="37426" y="21177"/>
                    </a:cubicBezTo>
                    <a:lnTo>
                      <a:pt x="37426" y="21177"/>
                    </a:lnTo>
                    <a:cubicBezTo>
                      <a:pt x="37426" y="30119"/>
                      <a:pt x="30178" y="37367"/>
                      <a:pt x="21236" y="37367"/>
                    </a:cubicBezTo>
                    <a:cubicBezTo>
                      <a:pt x="12294" y="37367"/>
                      <a:pt x="5046" y="30119"/>
                      <a:pt x="5046" y="21177"/>
                    </a:cubicBezTo>
                    <a:cubicBezTo>
                      <a:pt x="5046" y="12235"/>
                      <a:pt x="12294" y="4987"/>
                      <a:pt x="21236" y="4987"/>
                    </a:cubicBezTo>
                    <a:close/>
                    <a:moveTo>
                      <a:pt x="21236" y="187"/>
                    </a:moveTo>
                    <a:cubicBezTo>
                      <a:pt x="9644" y="187"/>
                      <a:pt x="246" y="9585"/>
                      <a:pt x="246" y="21177"/>
                    </a:cubicBezTo>
                    <a:cubicBezTo>
                      <a:pt x="246" y="32770"/>
                      <a:pt x="9644" y="42168"/>
                      <a:pt x="21236" y="42168"/>
                    </a:cubicBezTo>
                    <a:cubicBezTo>
                      <a:pt x="32829" y="42168"/>
                      <a:pt x="42227" y="32770"/>
                      <a:pt x="42227" y="21177"/>
                    </a:cubicBezTo>
                    <a:lnTo>
                      <a:pt x="42227" y="21177"/>
                    </a:lnTo>
                    <a:cubicBezTo>
                      <a:pt x="42227" y="9585"/>
                      <a:pt x="32829" y="187"/>
                      <a:pt x="21236" y="18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5" name="Freeform: Shape 3904">
                <a:extLst>
                  <a:ext uri="{FF2B5EF4-FFF2-40B4-BE49-F238E27FC236}">
                    <a16:creationId xmlns:a16="http://schemas.microsoft.com/office/drawing/2014/main" id="{5717C87D-60F8-CF56-D647-C5D742B06EB0}"/>
                  </a:ext>
                </a:extLst>
              </p:cNvPr>
              <p:cNvSpPr/>
              <p:nvPr/>
            </p:nvSpPr>
            <p:spPr>
              <a:xfrm>
                <a:off x="1844286" y="7757031"/>
                <a:ext cx="37180" cy="37180"/>
              </a:xfrm>
              <a:custGeom>
                <a:avLst/>
                <a:gdLst>
                  <a:gd name="connsiteX0" fmla="*/ 37455 w 37180"/>
                  <a:gd name="connsiteY0" fmla="*/ 18735 h 37180"/>
                  <a:gd name="connsiteX1" fmla="*/ 18865 w 37180"/>
                  <a:gd name="connsiteY1" fmla="*/ 37325 h 37180"/>
                  <a:gd name="connsiteX2" fmla="*/ 274 w 37180"/>
                  <a:gd name="connsiteY2" fmla="*/ 18735 h 37180"/>
                  <a:gd name="connsiteX3" fmla="*/ 18865 w 37180"/>
                  <a:gd name="connsiteY3" fmla="*/ 145 h 37180"/>
                  <a:gd name="connsiteX4" fmla="*/ 37455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35"/>
                    </a:moveTo>
                    <a:cubicBezTo>
                      <a:pt x="37455" y="29002"/>
                      <a:pt x="29132" y="37325"/>
                      <a:pt x="18865" y="37325"/>
                    </a:cubicBezTo>
                    <a:cubicBezTo>
                      <a:pt x="8598" y="37325"/>
                      <a:pt x="274" y="29002"/>
                      <a:pt x="274" y="18735"/>
                    </a:cubicBezTo>
                    <a:cubicBezTo>
                      <a:pt x="274" y="8468"/>
                      <a:pt x="8598" y="145"/>
                      <a:pt x="18865" y="145"/>
                    </a:cubicBezTo>
                    <a:cubicBezTo>
                      <a:pt x="29132" y="145"/>
                      <a:pt x="37455" y="8468"/>
                      <a:pt x="37455" y="18735"/>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6" name="Freeform: Shape 3905">
                <a:extLst>
                  <a:ext uri="{FF2B5EF4-FFF2-40B4-BE49-F238E27FC236}">
                    <a16:creationId xmlns:a16="http://schemas.microsoft.com/office/drawing/2014/main" id="{53AF0DD8-14C1-2E5D-9C2C-3C1176603701}"/>
                  </a:ext>
                </a:extLst>
              </p:cNvPr>
              <p:cNvSpPr/>
              <p:nvPr/>
            </p:nvSpPr>
            <p:spPr>
              <a:xfrm>
                <a:off x="1841885" y="7754631"/>
                <a:ext cx="41981" cy="41981"/>
              </a:xfrm>
              <a:custGeom>
                <a:avLst/>
                <a:gdLst>
                  <a:gd name="connsiteX0" fmla="*/ 21265 w 41981"/>
                  <a:gd name="connsiteY0" fmla="*/ 4945 h 41981"/>
                  <a:gd name="connsiteX1" fmla="*/ 37455 w 41981"/>
                  <a:gd name="connsiteY1" fmla="*/ 21135 h 41981"/>
                  <a:gd name="connsiteX2" fmla="*/ 37455 w 41981"/>
                  <a:gd name="connsiteY2" fmla="*/ 21135 h 41981"/>
                  <a:gd name="connsiteX3" fmla="*/ 21265 w 41981"/>
                  <a:gd name="connsiteY3" fmla="*/ 37325 h 41981"/>
                  <a:gd name="connsiteX4" fmla="*/ 5075 w 41981"/>
                  <a:gd name="connsiteY4" fmla="*/ 21135 h 41981"/>
                  <a:gd name="connsiteX5" fmla="*/ 21265 w 41981"/>
                  <a:gd name="connsiteY5" fmla="*/ 4945 h 41981"/>
                  <a:gd name="connsiteX6" fmla="*/ 21265 w 41981"/>
                  <a:gd name="connsiteY6" fmla="*/ 145 h 41981"/>
                  <a:gd name="connsiteX7" fmla="*/ 274 w 41981"/>
                  <a:gd name="connsiteY7" fmla="*/ 21135 h 41981"/>
                  <a:gd name="connsiteX8" fmla="*/ 21265 w 41981"/>
                  <a:gd name="connsiteY8" fmla="*/ 42126 h 41981"/>
                  <a:gd name="connsiteX9" fmla="*/ 42256 w 41981"/>
                  <a:gd name="connsiteY9" fmla="*/ 21135 h 41981"/>
                  <a:gd name="connsiteX10" fmla="*/ 42256 w 41981"/>
                  <a:gd name="connsiteY10" fmla="*/ 21135 h 41981"/>
                  <a:gd name="connsiteX11" fmla="*/ 21265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45"/>
                    </a:moveTo>
                    <a:cubicBezTo>
                      <a:pt x="30207" y="4945"/>
                      <a:pt x="37455" y="12193"/>
                      <a:pt x="37455" y="21135"/>
                    </a:cubicBezTo>
                    <a:lnTo>
                      <a:pt x="37455" y="21135"/>
                    </a:lnTo>
                    <a:cubicBezTo>
                      <a:pt x="37455" y="30077"/>
                      <a:pt x="30207" y="37325"/>
                      <a:pt x="21265" y="37325"/>
                    </a:cubicBezTo>
                    <a:cubicBezTo>
                      <a:pt x="12323" y="37325"/>
                      <a:pt x="5075" y="30077"/>
                      <a:pt x="5075" y="21135"/>
                    </a:cubicBezTo>
                    <a:cubicBezTo>
                      <a:pt x="5075" y="12193"/>
                      <a:pt x="12323" y="4945"/>
                      <a:pt x="21265" y="4945"/>
                    </a:cubicBezTo>
                    <a:close/>
                    <a:moveTo>
                      <a:pt x="21265" y="145"/>
                    </a:moveTo>
                    <a:cubicBezTo>
                      <a:pt x="9672" y="145"/>
                      <a:pt x="274" y="9543"/>
                      <a:pt x="274" y="21135"/>
                    </a:cubicBezTo>
                    <a:cubicBezTo>
                      <a:pt x="274" y="32728"/>
                      <a:pt x="9672" y="42126"/>
                      <a:pt x="21265" y="42126"/>
                    </a:cubicBezTo>
                    <a:cubicBezTo>
                      <a:pt x="32858" y="42126"/>
                      <a:pt x="42256" y="32728"/>
                      <a:pt x="42256" y="21135"/>
                    </a:cubicBezTo>
                    <a:lnTo>
                      <a:pt x="42256" y="21135"/>
                    </a:lnTo>
                    <a:cubicBezTo>
                      <a:pt x="42256" y="9543"/>
                      <a:pt x="32858" y="145"/>
                      <a:pt x="21265"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7" name="Freeform: Shape 3906">
                <a:extLst>
                  <a:ext uri="{FF2B5EF4-FFF2-40B4-BE49-F238E27FC236}">
                    <a16:creationId xmlns:a16="http://schemas.microsoft.com/office/drawing/2014/main" id="{8BD0A1B9-24E7-A94C-D6B4-F41609A647A5}"/>
                  </a:ext>
                </a:extLst>
              </p:cNvPr>
              <p:cNvSpPr/>
              <p:nvPr/>
            </p:nvSpPr>
            <p:spPr>
              <a:xfrm>
                <a:off x="2016740" y="7773384"/>
                <a:ext cx="37180" cy="37180"/>
              </a:xfrm>
              <a:custGeom>
                <a:avLst/>
                <a:gdLst>
                  <a:gd name="connsiteX0" fmla="*/ 37485 w 37180"/>
                  <a:gd name="connsiteY0" fmla="*/ 18738 h 37180"/>
                  <a:gd name="connsiteX1" fmla="*/ 18895 w 37180"/>
                  <a:gd name="connsiteY1" fmla="*/ 37328 h 37180"/>
                  <a:gd name="connsiteX2" fmla="*/ 304 w 37180"/>
                  <a:gd name="connsiteY2" fmla="*/ 18738 h 37180"/>
                  <a:gd name="connsiteX3" fmla="*/ 18895 w 37180"/>
                  <a:gd name="connsiteY3" fmla="*/ 148 h 37180"/>
                  <a:gd name="connsiteX4" fmla="*/ 37485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738"/>
                    </a:moveTo>
                    <a:cubicBezTo>
                      <a:pt x="37485" y="29005"/>
                      <a:pt x="29162" y="37328"/>
                      <a:pt x="18895" y="37328"/>
                    </a:cubicBezTo>
                    <a:cubicBezTo>
                      <a:pt x="8628" y="37328"/>
                      <a:pt x="304" y="29005"/>
                      <a:pt x="304" y="18738"/>
                    </a:cubicBezTo>
                    <a:cubicBezTo>
                      <a:pt x="304" y="8471"/>
                      <a:pt x="8628" y="148"/>
                      <a:pt x="18895" y="148"/>
                    </a:cubicBezTo>
                    <a:cubicBezTo>
                      <a:pt x="29162" y="148"/>
                      <a:pt x="37485" y="8471"/>
                      <a:pt x="37485" y="18738"/>
                    </a:cubicBezTo>
                    <a:close/>
                  </a:path>
                </a:pathLst>
              </a:custGeom>
              <a:solidFill>
                <a:srgbClr val="F7DE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8" name="Freeform: Shape 3907">
                <a:extLst>
                  <a:ext uri="{FF2B5EF4-FFF2-40B4-BE49-F238E27FC236}">
                    <a16:creationId xmlns:a16="http://schemas.microsoft.com/office/drawing/2014/main" id="{9BFE801E-2803-A371-DA80-4403A1E503F9}"/>
                  </a:ext>
                </a:extLst>
              </p:cNvPr>
              <p:cNvSpPr/>
              <p:nvPr/>
            </p:nvSpPr>
            <p:spPr>
              <a:xfrm>
                <a:off x="2014340" y="7770984"/>
                <a:ext cx="41981" cy="41981"/>
              </a:xfrm>
              <a:custGeom>
                <a:avLst/>
                <a:gdLst>
                  <a:gd name="connsiteX0" fmla="*/ 21295 w 41981"/>
                  <a:gd name="connsiteY0" fmla="*/ 4948 h 41981"/>
                  <a:gd name="connsiteX1" fmla="*/ 37485 w 41981"/>
                  <a:gd name="connsiteY1" fmla="*/ 21138 h 41981"/>
                  <a:gd name="connsiteX2" fmla="*/ 37485 w 41981"/>
                  <a:gd name="connsiteY2" fmla="*/ 21138 h 41981"/>
                  <a:gd name="connsiteX3" fmla="*/ 21295 w 41981"/>
                  <a:gd name="connsiteY3" fmla="*/ 37328 h 41981"/>
                  <a:gd name="connsiteX4" fmla="*/ 5105 w 41981"/>
                  <a:gd name="connsiteY4" fmla="*/ 21138 h 41981"/>
                  <a:gd name="connsiteX5" fmla="*/ 21295 w 41981"/>
                  <a:gd name="connsiteY5" fmla="*/ 4948 h 41981"/>
                  <a:gd name="connsiteX6" fmla="*/ 21295 w 41981"/>
                  <a:gd name="connsiteY6" fmla="*/ 148 h 41981"/>
                  <a:gd name="connsiteX7" fmla="*/ 304 w 41981"/>
                  <a:gd name="connsiteY7" fmla="*/ 21138 h 41981"/>
                  <a:gd name="connsiteX8" fmla="*/ 21295 w 41981"/>
                  <a:gd name="connsiteY8" fmla="*/ 42129 h 41981"/>
                  <a:gd name="connsiteX9" fmla="*/ 42286 w 41981"/>
                  <a:gd name="connsiteY9" fmla="*/ 21138 h 41981"/>
                  <a:gd name="connsiteX10" fmla="*/ 42286 w 41981"/>
                  <a:gd name="connsiteY10" fmla="*/ 21138 h 41981"/>
                  <a:gd name="connsiteX11" fmla="*/ 21295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5" y="4948"/>
                    </a:moveTo>
                    <a:cubicBezTo>
                      <a:pt x="30237" y="4948"/>
                      <a:pt x="37485" y="12196"/>
                      <a:pt x="37485" y="21138"/>
                    </a:cubicBezTo>
                    <a:lnTo>
                      <a:pt x="37485" y="21138"/>
                    </a:lnTo>
                    <a:cubicBezTo>
                      <a:pt x="37485" y="30080"/>
                      <a:pt x="30237" y="37328"/>
                      <a:pt x="21295" y="37328"/>
                    </a:cubicBezTo>
                    <a:cubicBezTo>
                      <a:pt x="12353" y="37328"/>
                      <a:pt x="5105" y="30080"/>
                      <a:pt x="5105" y="21138"/>
                    </a:cubicBezTo>
                    <a:cubicBezTo>
                      <a:pt x="5105" y="12196"/>
                      <a:pt x="12353" y="4948"/>
                      <a:pt x="21295" y="4948"/>
                    </a:cubicBezTo>
                    <a:close/>
                    <a:moveTo>
                      <a:pt x="21295" y="148"/>
                    </a:moveTo>
                    <a:cubicBezTo>
                      <a:pt x="9702" y="148"/>
                      <a:pt x="304" y="9546"/>
                      <a:pt x="304" y="21138"/>
                    </a:cubicBezTo>
                    <a:cubicBezTo>
                      <a:pt x="304" y="32731"/>
                      <a:pt x="9702" y="42129"/>
                      <a:pt x="21295" y="42129"/>
                    </a:cubicBezTo>
                    <a:cubicBezTo>
                      <a:pt x="32887" y="42129"/>
                      <a:pt x="42286" y="32731"/>
                      <a:pt x="42286" y="21138"/>
                    </a:cubicBezTo>
                    <a:lnTo>
                      <a:pt x="42286" y="21138"/>
                    </a:lnTo>
                    <a:cubicBezTo>
                      <a:pt x="42286" y="9546"/>
                      <a:pt x="32887" y="148"/>
                      <a:pt x="21295"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09" name="Freeform: Shape 3908">
                <a:extLst>
                  <a:ext uri="{FF2B5EF4-FFF2-40B4-BE49-F238E27FC236}">
                    <a16:creationId xmlns:a16="http://schemas.microsoft.com/office/drawing/2014/main" id="{43596409-64F6-883A-0684-20593464062A}"/>
                  </a:ext>
                </a:extLst>
              </p:cNvPr>
              <p:cNvSpPr/>
              <p:nvPr/>
            </p:nvSpPr>
            <p:spPr>
              <a:xfrm>
                <a:off x="1861324" y="7813900"/>
                <a:ext cx="37180" cy="37180"/>
              </a:xfrm>
              <a:custGeom>
                <a:avLst/>
                <a:gdLst>
                  <a:gd name="connsiteX0" fmla="*/ 37458 w 37180"/>
                  <a:gd name="connsiteY0" fmla="*/ 18745 h 37180"/>
                  <a:gd name="connsiteX1" fmla="*/ 18868 w 37180"/>
                  <a:gd name="connsiteY1" fmla="*/ 37335 h 37180"/>
                  <a:gd name="connsiteX2" fmla="*/ 277 w 37180"/>
                  <a:gd name="connsiteY2" fmla="*/ 18745 h 37180"/>
                  <a:gd name="connsiteX3" fmla="*/ 18868 w 37180"/>
                  <a:gd name="connsiteY3" fmla="*/ 155 h 37180"/>
                  <a:gd name="connsiteX4" fmla="*/ 37458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45"/>
                    </a:moveTo>
                    <a:cubicBezTo>
                      <a:pt x="37458" y="29012"/>
                      <a:pt x="29135" y="37335"/>
                      <a:pt x="18868" y="37335"/>
                    </a:cubicBezTo>
                    <a:cubicBezTo>
                      <a:pt x="8601" y="37335"/>
                      <a:pt x="277" y="29012"/>
                      <a:pt x="277" y="18745"/>
                    </a:cubicBezTo>
                    <a:cubicBezTo>
                      <a:pt x="277" y="8478"/>
                      <a:pt x="8601" y="155"/>
                      <a:pt x="18868" y="155"/>
                    </a:cubicBezTo>
                    <a:cubicBezTo>
                      <a:pt x="29135" y="155"/>
                      <a:pt x="37458" y="8478"/>
                      <a:pt x="37458" y="18745"/>
                    </a:cubicBezTo>
                    <a:close/>
                  </a:path>
                </a:pathLst>
              </a:custGeom>
              <a:solidFill>
                <a:srgbClr val="F7C5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0" name="Freeform: Shape 3909">
                <a:extLst>
                  <a:ext uri="{FF2B5EF4-FFF2-40B4-BE49-F238E27FC236}">
                    <a16:creationId xmlns:a16="http://schemas.microsoft.com/office/drawing/2014/main" id="{0626122D-0AD8-3879-0F77-F26C6096413F}"/>
                  </a:ext>
                </a:extLst>
              </p:cNvPr>
              <p:cNvSpPr/>
              <p:nvPr/>
            </p:nvSpPr>
            <p:spPr>
              <a:xfrm>
                <a:off x="1858924" y="7811500"/>
                <a:ext cx="41981" cy="41981"/>
              </a:xfrm>
              <a:custGeom>
                <a:avLst/>
                <a:gdLst>
                  <a:gd name="connsiteX0" fmla="*/ 21268 w 41981"/>
                  <a:gd name="connsiteY0" fmla="*/ 4955 h 41981"/>
                  <a:gd name="connsiteX1" fmla="*/ 37458 w 41981"/>
                  <a:gd name="connsiteY1" fmla="*/ 21145 h 41981"/>
                  <a:gd name="connsiteX2" fmla="*/ 37458 w 41981"/>
                  <a:gd name="connsiteY2" fmla="*/ 21145 h 41981"/>
                  <a:gd name="connsiteX3" fmla="*/ 21268 w 41981"/>
                  <a:gd name="connsiteY3" fmla="*/ 37335 h 41981"/>
                  <a:gd name="connsiteX4" fmla="*/ 5078 w 41981"/>
                  <a:gd name="connsiteY4" fmla="*/ 21145 h 41981"/>
                  <a:gd name="connsiteX5" fmla="*/ 21268 w 41981"/>
                  <a:gd name="connsiteY5" fmla="*/ 4955 h 41981"/>
                  <a:gd name="connsiteX6" fmla="*/ 21268 w 41981"/>
                  <a:gd name="connsiteY6" fmla="*/ 155 h 41981"/>
                  <a:gd name="connsiteX7" fmla="*/ 277 w 41981"/>
                  <a:gd name="connsiteY7" fmla="*/ 21145 h 41981"/>
                  <a:gd name="connsiteX8" fmla="*/ 21268 w 41981"/>
                  <a:gd name="connsiteY8" fmla="*/ 42136 h 41981"/>
                  <a:gd name="connsiteX9" fmla="*/ 42259 w 41981"/>
                  <a:gd name="connsiteY9" fmla="*/ 21145 h 41981"/>
                  <a:gd name="connsiteX10" fmla="*/ 42259 w 41981"/>
                  <a:gd name="connsiteY10" fmla="*/ 21145 h 41981"/>
                  <a:gd name="connsiteX11" fmla="*/ 21268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55"/>
                    </a:moveTo>
                    <a:cubicBezTo>
                      <a:pt x="30210" y="4955"/>
                      <a:pt x="37458" y="12203"/>
                      <a:pt x="37458" y="21145"/>
                    </a:cubicBezTo>
                    <a:lnTo>
                      <a:pt x="37458" y="21145"/>
                    </a:lnTo>
                    <a:cubicBezTo>
                      <a:pt x="37458" y="30087"/>
                      <a:pt x="30210" y="37335"/>
                      <a:pt x="21268" y="37335"/>
                    </a:cubicBezTo>
                    <a:cubicBezTo>
                      <a:pt x="12326" y="37335"/>
                      <a:pt x="5078" y="30087"/>
                      <a:pt x="5078" y="21145"/>
                    </a:cubicBezTo>
                    <a:cubicBezTo>
                      <a:pt x="5078" y="12203"/>
                      <a:pt x="12326" y="4955"/>
                      <a:pt x="21268" y="4955"/>
                    </a:cubicBezTo>
                    <a:close/>
                    <a:moveTo>
                      <a:pt x="21268" y="155"/>
                    </a:moveTo>
                    <a:cubicBezTo>
                      <a:pt x="9675" y="155"/>
                      <a:pt x="277" y="9553"/>
                      <a:pt x="277" y="21145"/>
                    </a:cubicBezTo>
                    <a:cubicBezTo>
                      <a:pt x="277" y="32738"/>
                      <a:pt x="9675" y="42136"/>
                      <a:pt x="21268" y="42136"/>
                    </a:cubicBezTo>
                    <a:cubicBezTo>
                      <a:pt x="32861" y="42136"/>
                      <a:pt x="42259" y="32738"/>
                      <a:pt x="42259" y="21145"/>
                    </a:cubicBezTo>
                    <a:lnTo>
                      <a:pt x="42259" y="21145"/>
                    </a:lnTo>
                    <a:cubicBezTo>
                      <a:pt x="42259" y="9553"/>
                      <a:pt x="32861" y="155"/>
                      <a:pt x="21268"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1" name="Freeform: Shape 3910">
                <a:extLst>
                  <a:ext uri="{FF2B5EF4-FFF2-40B4-BE49-F238E27FC236}">
                    <a16:creationId xmlns:a16="http://schemas.microsoft.com/office/drawing/2014/main" id="{FD637914-0941-B6C9-D27D-60DF2D6B5116}"/>
                  </a:ext>
                </a:extLst>
              </p:cNvPr>
              <p:cNvSpPr/>
              <p:nvPr/>
            </p:nvSpPr>
            <p:spPr>
              <a:xfrm>
                <a:off x="1665109" y="7821964"/>
                <a:ext cx="37180" cy="37180"/>
              </a:xfrm>
              <a:custGeom>
                <a:avLst/>
                <a:gdLst>
                  <a:gd name="connsiteX0" fmla="*/ 37424 w 37180"/>
                  <a:gd name="connsiteY0" fmla="*/ 18746 h 37180"/>
                  <a:gd name="connsiteX1" fmla="*/ 18834 w 37180"/>
                  <a:gd name="connsiteY1" fmla="*/ 37337 h 37180"/>
                  <a:gd name="connsiteX2" fmla="*/ 243 w 37180"/>
                  <a:gd name="connsiteY2" fmla="*/ 18746 h 37180"/>
                  <a:gd name="connsiteX3" fmla="*/ 18834 w 37180"/>
                  <a:gd name="connsiteY3" fmla="*/ 156 h 37180"/>
                  <a:gd name="connsiteX4" fmla="*/ 37424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46"/>
                    </a:moveTo>
                    <a:cubicBezTo>
                      <a:pt x="37424" y="29014"/>
                      <a:pt x="29101" y="37337"/>
                      <a:pt x="18834" y="37337"/>
                    </a:cubicBezTo>
                    <a:cubicBezTo>
                      <a:pt x="8566" y="37337"/>
                      <a:pt x="243" y="29014"/>
                      <a:pt x="243" y="18746"/>
                    </a:cubicBezTo>
                    <a:cubicBezTo>
                      <a:pt x="243" y="8479"/>
                      <a:pt x="8566" y="156"/>
                      <a:pt x="18834" y="156"/>
                    </a:cubicBezTo>
                    <a:cubicBezTo>
                      <a:pt x="29101" y="156"/>
                      <a:pt x="37424" y="8479"/>
                      <a:pt x="37424" y="18746"/>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2" name="Freeform: Shape 3911">
                <a:extLst>
                  <a:ext uri="{FF2B5EF4-FFF2-40B4-BE49-F238E27FC236}">
                    <a16:creationId xmlns:a16="http://schemas.microsoft.com/office/drawing/2014/main" id="{7C3A67AF-25B4-08B8-020E-AF13A94AC8A0}"/>
                  </a:ext>
                </a:extLst>
              </p:cNvPr>
              <p:cNvSpPr/>
              <p:nvPr/>
            </p:nvSpPr>
            <p:spPr>
              <a:xfrm>
                <a:off x="1662709" y="7819564"/>
                <a:ext cx="41981" cy="41981"/>
              </a:xfrm>
              <a:custGeom>
                <a:avLst/>
                <a:gdLst>
                  <a:gd name="connsiteX0" fmla="*/ 21234 w 41981"/>
                  <a:gd name="connsiteY0" fmla="*/ 4956 h 41981"/>
                  <a:gd name="connsiteX1" fmla="*/ 37424 w 41981"/>
                  <a:gd name="connsiteY1" fmla="*/ 21147 h 41981"/>
                  <a:gd name="connsiteX2" fmla="*/ 37424 w 41981"/>
                  <a:gd name="connsiteY2" fmla="*/ 21147 h 41981"/>
                  <a:gd name="connsiteX3" fmla="*/ 21234 w 41981"/>
                  <a:gd name="connsiteY3" fmla="*/ 37337 h 41981"/>
                  <a:gd name="connsiteX4" fmla="*/ 5044 w 41981"/>
                  <a:gd name="connsiteY4" fmla="*/ 21147 h 41981"/>
                  <a:gd name="connsiteX5" fmla="*/ 21234 w 41981"/>
                  <a:gd name="connsiteY5" fmla="*/ 4956 h 41981"/>
                  <a:gd name="connsiteX6" fmla="*/ 21234 w 41981"/>
                  <a:gd name="connsiteY6" fmla="*/ 156 h 41981"/>
                  <a:gd name="connsiteX7" fmla="*/ 243 w 41981"/>
                  <a:gd name="connsiteY7" fmla="*/ 21147 h 41981"/>
                  <a:gd name="connsiteX8" fmla="*/ 21234 w 41981"/>
                  <a:gd name="connsiteY8" fmla="*/ 42137 h 41981"/>
                  <a:gd name="connsiteX9" fmla="*/ 42224 w 41981"/>
                  <a:gd name="connsiteY9" fmla="*/ 21147 h 41981"/>
                  <a:gd name="connsiteX10" fmla="*/ 42224 w 41981"/>
                  <a:gd name="connsiteY10" fmla="*/ 21147 h 41981"/>
                  <a:gd name="connsiteX11" fmla="*/ 21234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56"/>
                    </a:moveTo>
                    <a:cubicBezTo>
                      <a:pt x="30176" y="4956"/>
                      <a:pt x="37424" y="12205"/>
                      <a:pt x="37424" y="21147"/>
                    </a:cubicBezTo>
                    <a:lnTo>
                      <a:pt x="37424" y="21147"/>
                    </a:lnTo>
                    <a:cubicBezTo>
                      <a:pt x="37424" y="30088"/>
                      <a:pt x="30176" y="37337"/>
                      <a:pt x="21234" y="37337"/>
                    </a:cubicBezTo>
                    <a:cubicBezTo>
                      <a:pt x="12292" y="37337"/>
                      <a:pt x="5044" y="30088"/>
                      <a:pt x="5044" y="21147"/>
                    </a:cubicBezTo>
                    <a:cubicBezTo>
                      <a:pt x="5044" y="12205"/>
                      <a:pt x="12292" y="4956"/>
                      <a:pt x="21234" y="4956"/>
                    </a:cubicBezTo>
                    <a:close/>
                    <a:moveTo>
                      <a:pt x="21234" y="156"/>
                    </a:moveTo>
                    <a:cubicBezTo>
                      <a:pt x="9641" y="156"/>
                      <a:pt x="243" y="9554"/>
                      <a:pt x="243" y="21147"/>
                    </a:cubicBezTo>
                    <a:cubicBezTo>
                      <a:pt x="243" y="32739"/>
                      <a:pt x="9641" y="42137"/>
                      <a:pt x="21234" y="42137"/>
                    </a:cubicBezTo>
                    <a:cubicBezTo>
                      <a:pt x="32826" y="42137"/>
                      <a:pt x="42224" y="32739"/>
                      <a:pt x="42224" y="21147"/>
                    </a:cubicBezTo>
                    <a:lnTo>
                      <a:pt x="42224" y="21147"/>
                    </a:lnTo>
                    <a:cubicBezTo>
                      <a:pt x="42224" y="9554"/>
                      <a:pt x="32826" y="156"/>
                      <a:pt x="21234"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3" name="Freeform: Shape 3912">
                <a:extLst>
                  <a:ext uri="{FF2B5EF4-FFF2-40B4-BE49-F238E27FC236}">
                    <a16:creationId xmlns:a16="http://schemas.microsoft.com/office/drawing/2014/main" id="{F2A969D2-CABA-AB1F-C9D6-5DF8F57C13C4}"/>
                  </a:ext>
                </a:extLst>
              </p:cNvPr>
              <p:cNvSpPr/>
              <p:nvPr/>
            </p:nvSpPr>
            <p:spPr>
              <a:xfrm>
                <a:off x="2058074" y="7771454"/>
                <a:ext cx="37180" cy="37180"/>
              </a:xfrm>
              <a:custGeom>
                <a:avLst/>
                <a:gdLst>
                  <a:gd name="connsiteX0" fmla="*/ 37492 w 37180"/>
                  <a:gd name="connsiteY0" fmla="*/ 18738 h 37180"/>
                  <a:gd name="connsiteX1" fmla="*/ 18902 w 37180"/>
                  <a:gd name="connsiteY1" fmla="*/ 37328 h 37180"/>
                  <a:gd name="connsiteX2" fmla="*/ 311 w 37180"/>
                  <a:gd name="connsiteY2" fmla="*/ 18738 h 37180"/>
                  <a:gd name="connsiteX3" fmla="*/ 18902 w 37180"/>
                  <a:gd name="connsiteY3" fmla="*/ 147 h 37180"/>
                  <a:gd name="connsiteX4" fmla="*/ 37492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2" y="18738"/>
                    </a:moveTo>
                    <a:cubicBezTo>
                      <a:pt x="37492" y="29005"/>
                      <a:pt x="29169" y="37328"/>
                      <a:pt x="18902" y="37328"/>
                    </a:cubicBezTo>
                    <a:cubicBezTo>
                      <a:pt x="8635" y="37328"/>
                      <a:pt x="311" y="29005"/>
                      <a:pt x="311" y="18738"/>
                    </a:cubicBezTo>
                    <a:cubicBezTo>
                      <a:pt x="311" y="8470"/>
                      <a:pt x="8635" y="147"/>
                      <a:pt x="18902" y="147"/>
                    </a:cubicBezTo>
                    <a:cubicBezTo>
                      <a:pt x="29169" y="147"/>
                      <a:pt x="37492" y="8470"/>
                      <a:pt x="37492" y="18738"/>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4" name="Freeform: Shape 3913">
                <a:extLst>
                  <a:ext uri="{FF2B5EF4-FFF2-40B4-BE49-F238E27FC236}">
                    <a16:creationId xmlns:a16="http://schemas.microsoft.com/office/drawing/2014/main" id="{D5D4C491-D37D-162E-9AEB-C84E507C6516}"/>
                  </a:ext>
                </a:extLst>
              </p:cNvPr>
              <p:cNvSpPr/>
              <p:nvPr/>
            </p:nvSpPr>
            <p:spPr>
              <a:xfrm>
                <a:off x="2055674" y="7769054"/>
                <a:ext cx="41981" cy="41981"/>
              </a:xfrm>
              <a:custGeom>
                <a:avLst/>
                <a:gdLst>
                  <a:gd name="connsiteX0" fmla="*/ 21302 w 41981"/>
                  <a:gd name="connsiteY0" fmla="*/ 4948 h 41981"/>
                  <a:gd name="connsiteX1" fmla="*/ 37492 w 41981"/>
                  <a:gd name="connsiteY1" fmla="*/ 21138 h 41981"/>
                  <a:gd name="connsiteX2" fmla="*/ 37492 w 41981"/>
                  <a:gd name="connsiteY2" fmla="*/ 21138 h 41981"/>
                  <a:gd name="connsiteX3" fmla="*/ 21302 w 41981"/>
                  <a:gd name="connsiteY3" fmla="*/ 37328 h 41981"/>
                  <a:gd name="connsiteX4" fmla="*/ 5112 w 41981"/>
                  <a:gd name="connsiteY4" fmla="*/ 21138 h 41981"/>
                  <a:gd name="connsiteX5" fmla="*/ 21302 w 41981"/>
                  <a:gd name="connsiteY5" fmla="*/ 4948 h 41981"/>
                  <a:gd name="connsiteX6" fmla="*/ 21302 w 41981"/>
                  <a:gd name="connsiteY6" fmla="*/ 147 h 41981"/>
                  <a:gd name="connsiteX7" fmla="*/ 311 w 41981"/>
                  <a:gd name="connsiteY7" fmla="*/ 21138 h 41981"/>
                  <a:gd name="connsiteX8" fmla="*/ 21302 w 41981"/>
                  <a:gd name="connsiteY8" fmla="*/ 42128 h 41981"/>
                  <a:gd name="connsiteX9" fmla="*/ 42293 w 41981"/>
                  <a:gd name="connsiteY9" fmla="*/ 21138 h 41981"/>
                  <a:gd name="connsiteX10" fmla="*/ 42293 w 41981"/>
                  <a:gd name="connsiteY10" fmla="*/ 21138 h 41981"/>
                  <a:gd name="connsiteX11" fmla="*/ 21302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2" y="4948"/>
                    </a:moveTo>
                    <a:cubicBezTo>
                      <a:pt x="30244" y="4948"/>
                      <a:pt x="37492" y="12196"/>
                      <a:pt x="37492" y="21138"/>
                    </a:cubicBezTo>
                    <a:lnTo>
                      <a:pt x="37492" y="21138"/>
                    </a:lnTo>
                    <a:cubicBezTo>
                      <a:pt x="37492" y="30080"/>
                      <a:pt x="30244" y="37328"/>
                      <a:pt x="21302" y="37328"/>
                    </a:cubicBezTo>
                    <a:cubicBezTo>
                      <a:pt x="12360" y="37328"/>
                      <a:pt x="5112" y="30080"/>
                      <a:pt x="5112" y="21138"/>
                    </a:cubicBezTo>
                    <a:cubicBezTo>
                      <a:pt x="5112" y="12196"/>
                      <a:pt x="12360" y="4948"/>
                      <a:pt x="21302" y="4948"/>
                    </a:cubicBezTo>
                    <a:close/>
                    <a:moveTo>
                      <a:pt x="21302" y="147"/>
                    </a:moveTo>
                    <a:cubicBezTo>
                      <a:pt x="9710" y="147"/>
                      <a:pt x="311" y="9545"/>
                      <a:pt x="311" y="21138"/>
                    </a:cubicBezTo>
                    <a:cubicBezTo>
                      <a:pt x="311" y="32730"/>
                      <a:pt x="9710" y="42128"/>
                      <a:pt x="21302" y="42128"/>
                    </a:cubicBezTo>
                    <a:cubicBezTo>
                      <a:pt x="32895" y="42128"/>
                      <a:pt x="42293" y="32730"/>
                      <a:pt x="42293" y="21138"/>
                    </a:cubicBezTo>
                    <a:lnTo>
                      <a:pt x="42293" y="21138"/>
                    </a:lnTo>
                    <a:cubicBezTo>
                      <a:pt x="42293" y="9545"/>
                      <a:pt x="32895" y="147"/>
                      <a:pt x="21302"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5" name="Freeform: Shape 3914">
                <a:extLst>
                  <a:ext uri="{FF2B5EF4-FFF2-40B4-BE49-F238E27FC236}">
                    <a16:creationId xmlns:a16="http://schemas.microsoft.com/office/drawing/2014/main" id="{EB69F871-11B3-817C-294B-D478C7D300FC}"/>
                  </a:ext>
                </a:extLst>
              </p:cNvPr>
              <p:cNvSpPr/>
              <p:nvPr/>
            </p:nvSpPr>
            <p:spPr>
              <a:xfrm>
                <a:off x="1868656" y="7890917"/>
                <a:ext cx="37180" cy="37180"/>
              </a:xfrm>
              <a:custGeom>
                <a:avLst/>
                <a:gdLst>
                  <a:gd name="connsiteX0" fmla="*/ 37459 w 37180"/>
                  <a:gd name="connsiteY0" fmla="*/ 18758 h 37180"/>
                  <a:gd name="connsiteX1" fmla="*/ 18869 w 37180"/>
                  <a:gd name="connsiteY1" fmla="*/ 37349 h 37180"/>
                  <a:gd name="connsiteX2" fmla="*/ 279 w 37180"/>
                  <a:gd name="connsiteY2" fmla="*/ 18758 h 37180"/>
                  <a:gd name="connsiteX3" fmla="*/ 18869 w 37180"/>
                  <a:gd name="connsiteY3" fmla="*/ 168 h 37180"/>
                  <a:gd name="connsiteX4" fmla="*/ 37459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58"/>
                    </a:moveTo>
                    <a:cubicBezTo>
                      <a:pt x="37459" y="29026"/>
                      <a:pt x="29136" y="37349"/>
                      <a:pt x="18869" y="37349"/>
                    </a:cubicBezTo>
                    <a:cubicBezTo>
                      <a:pt x="8602" y="37349"/>
                      <a:pt x="279" y="29026"/>
                      <a:pt x="279" y="18758"/>
                    </a:cubicBezTo>
                    <a:cubicBezTo>
                      <a:pt x="279" y="8491"/>
                      <a:pt x="8602" y="168"/>
                      <a:pt x="18869" y="168"/>
                    </a:cubicBezTo>
                    <a:cubicBezTo>
                      <a:pt x="29136" y="168"/>
                      <a:pt x="37459" y="8491"/>
                      <a:pt x="37459" y="18758"/>
                    </a:cubicBezTo>
                    <a:close/>
                  </a:path>
                </a:pathLst>
              </a:custGeom>
              <a:solidFill>
                <a:srgbClr val="F7A58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6" name="Freeform: Shape 3915">
                <a:extLst>
                  <a:ext uri="{FF2B5EF4-FFF2-40B4-BE49-F238E27FC236}">
                    <a16:creationId xmlns:a16="http://schemas.microsoft.com/office/drawing/2014/main" id="{6672A93E-B582-F5A0-0015-AF1E385BE62B}"/>
                  </a:ext>
                </a:extLst>
              </p:cNvPr>
              <p:cNvSpPr/>
              <p:nvPr/>
            </p:nvSpPr>
            <p:spPr>
              <a:xfrm>
                <a:off x="1866256" y="7888517"/>
                <a:ext cx="41981" cy="41981"/>
              </a:xfrm>
              <a:custGeom>
                <a:avLst/>
                <a:gdLst>
                  <a:gd name="connsiteX0" fmla="*/ 21269 w 41981"/>
                  <a:gd name="connsiteY0" fmla="*/ 4968 h 41981"/>
                  <a:gd name="connsiteX1" fmla="*/ 37459 w 41981"/>
                  <a:gd name="connsiteY1" fmla="*/ 21159 h 41981"/>
                  <a:gd name="connsiteX2" fmla="*/ 37459 w 41981"/>
                  <a:gd name="connsiteY2" fmla="*/ 21159 h 41981"/>
                  <a:gd name="connsiteX3" fmla="*/ 21269 w 41981"/>
                  <a:gd name="connsiteY3" fmla="*/ 37349 h 41981"/>
                  <a:gd name="connsiteX4" fmla="*/ 5079 w 41981"/>
                  <a:gd name="connsiteY4" fmla="*/ 21159 h 41981"/>
                  <a:gd name="connsiteX5" fmla="*/ 21269 w 41981"/>
                  <a:gd name="connsiteY5" fmla="*/ 4968 h 41981"/>
                  <a:gd name="connsiteX6" fmla="*/ 21269 w 41981"/>
                  <a:gd name="connsiteY6" fmla="*/ 168 h 41981"/>
                  <a:gd name="connsiteX7" fmla="*/ 279 w 41981"/>
                  <a:gd name="connsiteY7" fmla="*/ 21159 h 41981"/>
                  <a:gd name="connsiteX8" fmla="*/ 21269 w 41981"/>
                  <a:gd name="connsiteY8" fmla="*/ 42149 h 41981"/>
                  <a:gd name="connsiteX9" fmla="*/ 42260 w 41981"/>
                  <a:gd name="connsiteY9" fmla="*/ 21159 h 41981"/>
                  <a:gd name="connsiteX10" fmla="*/ 42260 w 41981"/>
                  <a:gd name="connsiteY10" fmla="*/ 21159 h 41981"/>
                  <a:gd name="connsiteX11" fmla="*/ 21269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68"/>
                    </a:moveTo>
                    <a:cubicBezTo>
                      <a:pt x="30211" y="4968"/>
                      <a:pt x="37459" y="12217"/>
                      <a:pt x="37459" y="21159"/>
                    </a:cubicBezTo>
                    <a:lnTo>
                      <a:pt x="37459" y="21159"/>
                    </a:lnTo>
                    <a:cubicBezTo>
                      <a:pt x="37459" y="30100"/>
                      <a:pt x="30211" y="37349"/>
                      <a:pt x="21269" y="37349"/>
                    </a:cubicBezTo>
                    <a:cubicBezTo>
                      <a:pt x="12327" y="37349"/>
                      <a:pt x="5079" y="30100"/>
                      <a:pt x="5079" y="21159"/>
                    </a:cubicBezTo>
                    <a:cubicBezTo>
                      <a:pt x="5079" y="12217"/>
                      <a:pt x="12327" y="4968"/>
                      <a:pt x="21269" y="4968"/>
                    </a:cubicBezTo>
                    <a:close/>
                    <a:moveTo>
                      <a:pt x="21269" y="168"/>
                    </a:moveTo>
                    <a:cubicBezTo>
                      <a:pt x="9677" y="168"/>
                      <a:pt x="279" y="9566"/>
                      <a:pt x="279" y="21159"/>
                    </a:cubicBezTo>
                    <a:cubicBezTo>
                      <a:pt x="279" y="32751"/>
                      <a:pt x="9677" y="42149"/>
                      <a:pt x="21269" y="42149"/>
                    </a:cubicBezTo>
                    <a:cubicBezTo>
                      <a:pt x="32862" y="42149"/>
                      <a:pt x="42260" y="32751"/>
                      <a:pt x="42260" y="21159"/>
                    </a:cubicBezTo>
                    <a:lnTo>
                      <a:pt x="42260" y="21159"/>
                    </a:lnTo>
                    <a:cubicBezTo>
                      <a:pt x="42260" y="9566"/>
                      <a:pt x="32862" y="168"/>
                      <a:pt x="21269"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7" name="Freeform: Shape 3916">
                <a:extLst>
                  <a:ext uri="{FF2B5EF4-FFF2-40B4-BE49-F238E27FC236}">
                    <a16:creationId xmlns:a16="http://schemas.microsoft.com/office/drawing/2014/main" id="{144672D1-6253-110F-33AA-FEA0D78EE187}"/>
                  </a:ext>
                </a:extLst>
              </p:cNvPr>
              <p:cNvSpPr/>
              <p:nvPr/>
            </p:nvSpPr>
            <p:spPr>
              <a:xfrm>
                <a:off x="1750386" y="7753293"/>
                <a:ext cx="37180" cy="37180"/>
              </a:xfrm>
              <a:custGeom>
                <a:avLst/>
                <a:gdLst>
                  <a:gd name="connsiteX0" fmla="*/ 37439 w 37180"/>
                  <a:gd name="connsiteY0" fmla="*/ 18734 h 37180"/>
                  <a:gd name="connsiteX1" fmla="*/ 18848 w 37180"/>
                  <a:gd name="connsiteY1" fmla="*/ 37325 h 37180"/>
                  <a:gd name="connsiteX2" fmla="*/ 258 w 37180"/>
                  <a:gd name="connsiteY2" fmla="*/ 18734 h 37180"/>
                  <a:gd name="connsiteX3" fmla="*/ 18848 w 37180"/>
                  <a:gd name="connsiteY3" fmla="*/ 144 h 37180"/>
                  <a:gd name="connsiteX4" fmla="*/ 37439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34"/>
                    </a:moveTo>
                    <a:cubicBezTo>
                      <a:pt x="37439" y="29002"/>
                      <a:pt x="29116" y="37325"/>
                      <a:pt x="18848" y="37325"/>
                    </a:cubicBezTo>
                    <a:cubicBezTo>
                      <a:pt x="8581" y="37325"/>
                      <a:pt x="258" y="29002"/>
                      <a:pt x="258" y="18734"/>
                    </a:cubicBezTo>
                    <a:cubicBezTo>
                      <a:pt x="258" y="8467"/>
                      <a:pt x="8581" y="144"/>
                      <a:pt x="18848" y="144"/>
                    </a:cubicBezTo>
                    <a:cubicBezTo>
                      <a:pt x="29116" y="144"/>
                      <a:pt x="37439" y="8467"/>
                      <a:pt x="37439" y="18734"/>
                    </a:cubicBezTo>
                    <a:close/>
                  </a:path>
                </a:pathLst>
              </a:custGeom>
              <a:solidFill>
                <a:srgbClr val="F7A51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8" name="Freeform: Shape 3917">
                <a:extLst>
                  <a:ext uri="{FF2B5EF4-FFF2-40B4-BE49-F238E27FC236}">
                    <a16:creationId xmlns:a16="http://schemas.microsoft.com/office/drawing/2014/main" id="{D7837CAF-5011-E84B-3D86-0FEBD123D9E6}"/>
                  </a:ext>
                </a:extLst>
              </p:cNvPr>
              <p:cNvSpPr/>
              <p:nvPr/>
            </p:nvSpPr>
            <p:spPr>
              <a:xfrm>
                <a:off x="1747986" y="7750893"/>
                <a:ext cx="41981" cy="41981"/>
              </a:xfrm>
              <a:custGeom>
                <a:avLst/>
                <a:gdLst>
                  <a:gd name="connsiteX0" fmla="*/ 21249 w 41981"/>
                  <a:gd name="connsiteY0" fmla="*/ 4944 h 41981"/>
                  <a:gd name="connsiteX1" fmla="*/ 37439 w 41981"/>
                  <a:gd name="connsiteY1" fmla="*/ 21135 h 41981"/>
                  <a:gd name="connsiteX2" fmla="*/ 37439 w 41981"/>
                  <a:gd name="connsiteY2" fmla="*/ 21135 h 41981"/>
                  <a:gd name="connsiteX3" fmla="*/ 21249 w 41981"/>
                  <a:gd name="connsiteY3" fmla="*/ 37325 h 41981"/>
                  <a:gd name="connsiteX4" fmla="*/ 5058 w 41981"/>
                  <a:gd name="connsiteY4" fmla="*/ 21135 h 41981"/>
                  <a:gd name="connsiteX5" fmla="*/ 21249 w 41981"/>
                  <a:gd name="connsiteY5" fmla="*/ 4944 h 41981"/>
                  <a:gd name="connsiteX6" fmla="*/ 21249 w 41981"/>
                  <a:gd name="connsiteY6" fmla="*/ 144 h 41981"/>
                  <a:gd name="connsiteX7" fmla="*/ 258 w 41981"/>
                  <a:gd name="connsiteY7" fmla="*/ 21135 h 41981"/>
                  <a:gd name="connsiteX8" fmla="*/ 21249 w 41981"/>
                  <a:gd name="connsiteY8" fmla="*/ 42125 h 41981"/>
                  <a:gd name="connsiteX9" fmla="*/ 42239 w 41981"/>
                  <a:gd name="connsiteY9" fmla="*/ 21135 h 41981"/>
                  <a:gd name="connsiteX10" fmla="*/ 42239 w 41981"/>
                  <a:gd name="connsiteY10" fmla="*/ 21135 h 41981"/>
                  <a:gd name="connsiteX11" fmla="*/ 2124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44"/>
                    </a:moveTo>
                    <a:cubicBezTo>
                      <a:pt x="30190" y="4944"/>
                      <a:pt x="37439" y="12193"/>
                      <a:pt x="37439" y="21135"/>
                    </a:cubicBezTo>
                    <a:lnTo>
                      <a:pt x="37439" y="21135"/>
                    </a:lnTo>
                    <a:cubicBezTo>
                      <a:pt x="37439" y="30076"/>
                      <a:pt x="30190" y="37325"/>
                      <a:pt x="21249" y="37325"/>
                    </a:cubicBezTo>
                    <a:cubicBezTo>
                      <a:pt x="12307" y="37325"/>
                      <a:pt x="5058" y="30076"/>
                      <a:pt x="5058" y="21135"/>
                    </a:cubicBezTo>
                    <a:cubicBezTo>
                      <a:pt x="5058" y="12193"/>
                      <a:pt x="12307" y="4944"/>
                      <a:pt x="21249" y="4944"/>
                    </a:cubicBezTo>
                    <a:close/>
                    <a:moveTo>
                      <a:pt x="21249" y="144"/>
                    </a:moveTo>
                    <a:cubicBezTo>
                      <a:pt x="9656" y="144"/>
                      <a:pt x="258" y="9542"/>
                      <a:pt x="258" y="21135"/>
                    </a:cubicBezTo>
                    <a:cubicBezTo>
                      <a:pt x="258" y="32727"/>
                      <a:pt x="9656" y="42125"/>
                      <a:pt x="21249" y="42125"/>
                    </a:cubicBezTo>
                    <a:cubicBezTo>
                      <a:pt x="32841" y="42125"/>
                      <a:pt x="42239" y="32727"/>
                      <a:pt x="42239" y="21135"/>
                    </a:cubicBezTo>
                    <a:lnTo>
                      <a:pt x="42239" y="21135"/>
                    </a:lnTo>
                    <a:cubicBezTo>
                      <a:pt x="42239" y="9542"/>
                      <a:pt x="32841" y="144"/>
                      <a:pt x="21249"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19" name="Freeform: Shape 3918">
                <a:extLst>
                  <a:ext uri="{FF2B5EF4-FFF2-40B4-BE49-F238E27FC236}">
                    <a16:creationId xmlns:a16="http://schemas.microsoft.com/office/drawing/2014/main" id="{47436156-1FD1-0AC8-ECD8-20ED09772B54}"/>
                  </a:ext>
                </a:extLst>
              </p:cNvPr>
              <p:cNvSpPr/>
              <p:nvPr/>
            </p:nvSpPr>
            <p:spPr>
              <a:xfrm>
                <a:off x="1954227" y="8024157"/>
                <a:ext cx="37180" cy="37180"/>
              </a:xfrm>
              <a:custGeom>
                <a:avLst/>
                <a:gdLst>
                  <a:gd name="connsiteX0" fmla="*/ 37474 w 37180"/>
                  <a:gd name="connsiteY0" fmla="*/ 18781 h 37180"/>
                  <a:gd name="connsiteX1" fmla="*/ 18884 w 37180"/>
                  <a:gd name="connsiteY1" fmla="*/ 37372 h 37180"/>
                  <a:gd name="connsiteX2" fmla="*/ 293 w 37180"/>
                  <a:gd name="connsiteY2" fmla="*/ 18781 h 37180"/>
                  <a:gd name="connsiteX3" fmla="*/ 18884 w 37180"/>
                  <a:gd name="connsiteY3" fmla="*/ 191 h 37180"/>
                  <a:gd name="connsiteX4" fmla="*/ 37474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81"/>
                    </a:moveTo>
                    <a:cubicBezTo>
                      <a:pt x="37474" y="29049"/>
                      <a:pt x="29151" y="37372"/>
                      <a:pt x="18884" y="37372"/>
                    </a:cubicBezTo>
                    <a:cubicBezTo>
                      <a:pt x="8617" y="37372"/>
                      <a:pt x="293" y="29049"/>
                      <a:pt x="293" y="18781"/>
                    </a:cubicBezTo>
                    <a:cubicBezTo>
                      <a:pt x="293" y="8514"/>
                      <a:pt x="8617" y="191"/>
                      <a:pt x="18884" y="191"/>
                    </a:cubicBezTo>
                    <a:cubicBezTo>
                      <a:pt x="29151" y="191"/>
                      <a:pt x="37474" y="8514"/>
                      <a:pt x="37474" y="18781"/>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0" name="Freeform: Shape 3919">
                <a:extLst>
                  <a:ext uri="{FF2B5EF4-FFF2-40B4-BE49-F238E27FC236}">
                    <a16:creationId xmlns:a16="http://schemas.microsoft.com/office/drawing/2014/main" id="{F5C032AD-FAD5-BED1-661B-D44649629C02}"/>
                  </a:ext>
                </a:extLst>
              </p:cNvPr>
              <p:cNvSpPr/>
              <p:nvPr/>
            </p:nvSpPr>
            <p:spPr>
              <a:xfrm>
                <a:off x="1951827" y="8021757"/>
                <a:ext cx="41981" cy="41981"/>
              </a:xfrm>
              <a:custGeom>
                <a:avLst/>
                <a:gdLst>
                  <a:gd name="connsiteX0" fmla="*/ 21284 w 41981"/>
                  <a:gd name="connsiteY0" fmla="*/ 4991 h 41981"/>
                  <a:gd name="connsiteX1" fmla="*/ 37474 w 41981"/>
                  <a:gd name="connsiteY1" fmla="*/ 21182 h 41981"/>
                  <a:gd name="connsiteX2" fmla="*/ 37474 w 41981"/>
                  <a:gd name="connsiteY2" fmla="*/ 21182 h 41981"/>
                  <a:gd name="connsiteX3" fmla="*/ 21284 w 41981"/>
                  <a:gd name="connsiteY3" fmla="*/ 37372 h 41981"/>
                  <a:gd name="connsiteX4" fmla="*/ 5094 w 41981"/>
                  <a:gd name="connsiteY4" fmla="*/ 21182 h 41981"/>
                  <a:gd name="connsiteX5" fmla="*/ 21284 w 41981"/>
                  <a:gd name="connsiteY5" fmla="*/ 4991 h 41981"/>
                  <a:gd name="connsiteX6" fmla="*/ 21284 w 41981"/>
                  <a:gd name="connsiteY6" fmla="*/ 191 h 41981"/>
                  <a:gd name="connsiteX7" fmla="*/ 293 w 41981"/>
                  <a:gd name="connsiteY7" fmla="*/ 21182 h 41981"/>
                  <a:gd name="connsiteX8" fmla="*/ 21284 w 41981"/>
                  <a:gd name="connsiteY8" fmla="*/ 42172 h 41981"/>
                  <a:gd name="connsiteX9" fmla="*/ 42275 w 41981"/>
                  <a:gd name="connsiteY9" fmla="*/ 21182 h 41981"/>
                  <a:gd name="connsiteX10" fmla="*/ 42275 w 41981"/>
                  <a:gd name="connsiteY10" fmla="*/ 21182 h 41981"/>
                  <a:gd name="connsiteX11" fmla="*/ 21284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91"/>
                    </a:moveTo>
                    <a:cubicBezTo>
                      <a:pt x="30226" y="4991"/>
                      <a:pt x="37474" y="12240"/>
                      <a:pt x="37474" y="21182"/>
                    </a:cubicBezTo>
                    <a:lnTo>
                      <a:pt x="37474" y="21182"/>
                    </a:lnTo>
                    <a:cubicBezTo>
                      <a:pt x="37474" y="30123"/>
                      <a:pt x="30226" y="37372"/>
                      <a:pt x="21284" y="37372"/>
                    </a:cubicBezTo>
                    <a:cubicBezTo>
                      <a:pt x="12342" y="37372"/>
                      <a:pt x="5094" y="30123"/>
                      <a:pt x="5094" y="21182"/>
                    </a:cubicBezTo>
                    <a:cubicBezTo>
                      <a:pt x="5094" y="12240"/>
                      <a:pt x="12342" y="4991"/>
                      <a:pt x="21284" y="4991"/>
                    </a:cubicBezTo>
                    <a:close/>
                    <a:moveTo>
                      <a:pt x="21284" y="191"/>
                    </a:moveTo>
                    <a:cubicBezTo>
                      <a:pt x="9691" y="191"/>
                      <a:pt x="293" y="9589"/>
                      <a:pt x="293" y="21182"/>
                    </a:cubicBezTo>
                    <a:cubicBezTo>
                      <a:pt x="293" y="32774"/>
                      <a:pt x="9691" y="42172"/>
                      <a:pt x="21284" y="42172"/>
                    </a:cubicBezTo>
                    <a:cubicBezTo>
                      <a:pt x="32877" y="42172"/>
                      <a:pt x="42275" y="32774"/>
                      <a:pt x="42275" y="21182"/>
                    </a:cubicBezTo>
                    <a:lnTo>
                      <a:pt x="42275" y="21182"/>
                    </a:lnTo>
                    <a:cubicBezTo>
                      <a:pt x="42275" y="9589"/>
                      <a:pt x="32877" y="191"/>
                      <a:pt x="21284"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1" name="Freeform: Shape 3920">
                <a:extLst>
                  <a:ext uri="{FF2B5EF4-FFF2-40B4-BE49-F238E27FC236}">
                    <a16:creationId xmlns:a16="http://schemas.microsoft.com/office/drawing/2014/main" id="{52C0ACF7-824A-C44E-1B30-7E695B7FC79C}"/>
                  </a:ext>
                </a:extLst>
              </p:cNvPr>
              <p:cNvSpPr/>
              <p:nvPr/>
            </p:nvSpPr>
            <p:spPr>
              <a:xfrm>
                <a:off x="1719622" y="7703388"/>
                <a:ext cx="37180" cy="37180"/>
              </a:xfrm>
              <a:custGeom>
                <a:avLst/>
                <a:gdLst>
                  <a:gd name="connsiteX0" fmla="*/ 37434 w 37180"/>
                  <a:gd name="connsiteY0" fmla="*/ 18726 h 37180"/>
                  <a:gd name="connsiteX1" fmla="*/ 18843 w 37180"/>
                  <a:gd name="connsiteY1" fmla="*/ 37316 h 37180"/>
                  <a:gd name="connsiteX2" fmla="*/ 253 w 37180"/>
                  <a:gd name="connsiteY2" fmla="*/ 18726 h 37180"/>
                  <a:gd name="connsiteX3" fmla="*/ 18843 w 37180"/>
                  <a:gd name="connsiteY3" fmla="*/ 135 h 37180"/>
                  <a:gd name="connsiteX4" fmla="*/ 37434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26"/>
                    </a:moveTo>
                    <a:cubicBezTo>
                      <a:pt x="37434" y="28993"/>
                      <a:pt x="29110" y="37316"/>
                      <a:pt x="18843" y="37316"/>
                    </a:cubicBezTo>
                    <a:cubicBezTo>
                      <a:pt x="8576" y="37316"/>
                      <a:pt x="253" y="28993"/>
                      <a:pt x="253" y="18726"/>
                    </a:cubicBezTo>
                    <a:cubicBezTo>
                      <a:pt x="253" y="8459"/>
                      <a:pt x="8576" y="135"/>
                      <a:pt x="18843" y="135"/>
                    </a:cubicBezTo>
                    <a:cubicBezTo>
                      <a:pt x="29110" y="135"/>
                      <a:pt x="37434" y="8459"/>
                      <a:pt x="37434" y="18726"/>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2" name="Freeform: Shape 3921">
                <a:extLst>
                  <a:ext uri="{FF2B5EF4-FFF2-40B4-BE49-F238E27FC236}">
                    <a16:creationId xmlns:a16="http://schemas.microsoft.com/office/drawing/2014/main" id="{552F11BF-9A52-5B1D-BCCD-72E7FBCB391B}"/>
                  </a:ext>
                </a:extLst>
              </p:cNvPr>
              <p:cNvSpPr/>
              <p:nvPr/>
            </p:nvSpPr>
            <p:spPr>
              <a:xfrm>
                <a:off x="1717222" y="7700988"/>
                <a:ext cx="41981" cy="41981"/>
              </a:xfrm>
              <a:custGeom>
                <a:avLst/>
                <a:gdLst>
                  <a:gd name="connsiteX0" fmla="*/ 21243 w 41981"/>
                  <a:gd name="connsiteY0" fmla="*/ 4936 h 41981"/>
                  <a:gd name="connsiteX1" fmla="*/ 37434 w 41981"/>
                  <a:gd name="connsiteY1" fmla="*/ 21126 h 41981"/>
                  <a:gd name="connsiteX2" fmla="*/ 37434 w 41981"/>
                  <a:gd name="connsiteY2" fmla="*/ 21126 h 41981"/>
                  <a:gd name="connsiteX3" fmla="*/ 21243 w 41981"/>
                  <a:gd name="connsiteY3" fmla="*/ 37316 h 41981"/>
                  <a:gd name="connsiteX4" fmla="*/ 5053 w 41981"/>
                  <a:gd name="connsiteY4" fmla="*/ 21126 h 41981"/>
                  <a:gd name="connsiteX5" fmla="*/ 21243 w 41981"/>
                  <a:gd name="connsiteY5" fmla="*/ 4936 h 41981"/>
                  <a:gd name="connsiteX6" fmla="*/ 21243 w 41981"/>
                  <a:gd name="connsiteY6" fmla="*/ 135 h 41981"/>
                  <a:gd name="connsiteX7" fmla="*/ 253 w 41981"/>
                  <a:gd name="connsiteY7" fmla="*/ 21126 h 41981"/>
                  <a:gd name="connsiteX8" fmla="*/ 21243 w 41981"/>
                  <a:gd name="connsiteY8" fmla="*/ 42117 h 41981"/>
                  <a:gd name="connsiteX9" fmla="*/ 42234 w 41981"/>
                  <a:gd name="connsiteY9" fmla="*/ 21126 h 41981"/>
                  <a:gd name="connsiteX10" fmla="*/ 42234 w 41981"/>
                  <a:gd name="connsiteY10" fmla="*/ 21126 h 41981"/>
                  <a:gd name="connsiteX11" fmla="*/ 21243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36"/>
                    </a:moveTo>
                    <a:cubicBezTo>
                      <a:pt x="30185" y="4936"/>
                      <a:pt x="37434" y="12184"/>
                      <a:pt x="37434" y="21126"/>
                    </a:cubicBezTo>
                    <a:lnTo>
                      <a:pt x="37434" y="21126"/>
                    </a:lnTo>
                    <a:cubicBezTo>
                      <a:pt x="37434" y="30068"/>
                      <a:pt x="30185" y="37316"/>
                      <a:pt x="21243" y="37316"/>
                    </a:cubicBezTo>
                    <a:cubicBezTo>
                      <a:pt x="12302" y="37316"/>
                      <a:pt x="5053" y="30068"/>
                      <a:pt x="5053" y="21126"/>
                    </a:cubicBezTo>
                    <a:cubicBezTo>
                      <a:pt x="5053" y="12184"/>
                      <a:pt x="12302" y="4936"/>
                      <a:pt x="21243" y="4936"/>
                    </a:cubicBezTo>
                    <a:close/>
                    <a:moveTo>
                      <a:pt x="21243" y="135"/>
                    </a:moveTo>
                    <a:cubicBezTo>
                      <a:pt x="9651" y="135"/>
                      <a:pt x="253" y="9533"/>
                      <a:pt x="253" y="21126"/>
                    </a:cubicBezTo>
                    <a:cubicBezTo>
                      <a:pt x="253" y="32719"/>
                      <a:pt x="9651" y="42117"/>
                      <a:pt x="21243" y="42117"/>
                    </a:cubicBezTo>
                    <a:cubicBezTo>
                      <a:pt x="32836" y="42117"/>
                      <a:pt x="42234" y="32719"/>
                      <a:pt x="42234" y="21126"/>
                    </a:cubicBezTo>
                    <a:lnTo>
                      <a:pt x="42234" y="21126"/>
                    </a:lnTo>
                    <a:cubicBezTo>
                      <a:pt x="42234" y="9533"/>
                      <a:pt x="32836" y="135"/>
                      <a:pt x="21243" y="13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3" name="Freeform: Shape 3922">
                <a:extLst>
                  <a:ext uri="{FF2B5EF4-FFF2-40B4-BE49-F238E27FC236}">
                    <a16:creationId xmlns:a16="http://schemas.microsoft.com/office/drawing/2014/main" id="{7154E0D1-62CF-FB19-189F-8C334B89AE38}"/>
                  </a:ext>
                </a:extLst>
              </p:cNvPr>
              <p:cNvSpPr/>
              <p:nvPr/>
            </p:nvSpPr>
            <p:spPr>
              <a:xfrm>
                <a:off x="1801748" y="7804327"/>
                <a:ext cx="37180" cy="37180"/>
              </a:xfrm>
              <a:custGeom>
                <a:avLst/>
                <a:gdLst>
                  <a:gd name="connsiteX0" fmla="*/ 37448 w 37180"/>
                  <a:gd name="connsiteY0" fmla="*/ 18743 h 37180"/>
                  <a:gd name="connsiteX1" fmla="*/ 18857 w 37180"/>
                  <a:gd name="connsiteY1" fmla="*/ 37334 h 37180"/>
                  <a:gd name="connsiteX2" fmla="*/ 267 w 37180"/>
                  <a:gd name="connsiteY2" fmla="*/ 18743 h 37180"/>
                  <a:gd name="connsiteX3" fmla="*/ 18857 w 37180"/>
                  <a:gd name="connsiteY3" fmla="*/ 153 h 37180"/>
                  <a:gd name="connsiteX4" fmla="*/ 37448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3"/>
                    </a:moveTo>
                    <a:cubicBezTo>
                      <a:pt x="37448" y="29010"/>
                      <a:pt x="29125" y="37334"/>
                      <a:pt x="18857" y="37334"/>
                    </a:cubicBezTo>
                    <a:cubicBezTo>
                      <a:pt x="8590" y="37334"/>
                      <a:pt x="267" y="29010"/>
                      <a:pt x="267" y="18743"/>
                    </a:cubicBezTo>
                    <a:cubicBezTo>
                      <a:pt x="267" y="8476"/>
                      <a:pt x="8590" y="153"/>
                      <a:pt x="18857" y="153"/>
                    </a:cubicBezTo>
                    <a:cubicBezTo>
                      <a:pt x="29125" y="153"/>
                      <a:pt x="37448" y="8476"/>
                      <a:pt x="37448" y="18743"/>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4" name="Freeform: Shape 3923">
                <a:extLst>
                  <a:ext uri="{FF2B5EF4-FFF2-40B4-BE49-F238E27FC236}">
                    <a16:creationId xmlns:a16="http://schemas.microsoft.com/office/drawing/2014/main" id="{E03528A0-F23C-7B6E-5543-F46F639BE1D9}"/>
                  </a:ext>
                </a:extLst>
              </p:cNvPr>
              <p:cNvSpPr/>
              <p:nvPr/>
            </p:nvSpPr>
            <p:spPr>
              <a:xfrm>
                <a:off x="1799348" y="7801926"/>
                <a:ext cx="41981" cy="41981"/>
              </a:xfrm>
              <a:custGeom>
                <a:avLst/>
                <a:gdLst>
                  <a:gd name="connsiteX0" fmla="*/ 21258 w 41981"/>
                  <a:gd name="connsiteY0" fmla="*/ 4953 h 41981"/>
                  <a:gd name="connsiteX1" fmla="*/ 37448 w 41981"/>
                  <a:gd name="connsiteY1" fmla="*/ 21143 h 41981"/>
                  <a:gd name="connsiteX2" fmla="*/ 37448 w 41981"/>
                  <a:gd name="connsiteY2" fmla="*/ 21143 h 41981"/>
                  <a:gd name="connsiteX3" fmla="*/ 21258 w 41981"/>
                  <a:gd name="connsiteY3" fmla="*/ 37334 h 41981"/>
                  <a:gd name="connsiteX4" fmla="*/ 5067 w 41981"/>
                  <a:gd name="connsiteY4" fmla="*/ 21143 h 41981"/>
                  <a:gd name="connsiteX5" fmla="*/ 21258 w 41981"/>
                  <a:gd name="connsiteY5" fmla="*/ 4953 h 41981"/>
                  <a:gd name="connsiteX6" fmla="*/ 21258 w 41981"/>
                  <a:gd name="connsiteY6" fmla="*/ 153 h 41981"/>
                  <a:gd name="connsiteX7" fmla="*/ 267 w 41981"/>
                  <a:gd name="connsiteY7" fmla="*/ 21143 h 41981"/>
                  <a:gd name="connsiteX8" fmla="*/ 21258 w 41981"/>
                  <a:gd name="connsiteY8" fmla="*/ 42134 h 41981"/>
                  <a:gd name="connsiteX9" fmla="*/ 42248 w 41981"/>
                  <a:gd name="connsiteY9" fmla="*/ 21143 h 41981"/>
                  <a:gd name="connsiteX10" fmla="*/ 42248 w 41981"/>
                  <a:gd name="connsiteY10" fmla="*/ 21143 h 41981"/>
                  <a:gd name="connsiteX11" fmla="*/ 21258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53"/>
                    </a:moveTo>
                    <a:cubicBezTo>
                      <a:pt x="30199" y="4953"/>
                      <a:pt x="37448" y="12202"/>
                      <a:pt x="37448" y="21143"/>
                    </a:cubicBezTo>
                    <a:lnTo>
                      <a:pt x="37448" y="21143"/>
                    </a:lnTo>
                    <a:cubicBezTo>
                      <a:pt x="37448" y="30085"/>
                      <a:pt x="30199" y="37334"/>
                      <a:pt x="21258" y="37334"/>
                    </a:cubicBezTo>
                    <a:cubicBezTo>
                      <a:pt x="12316" y="37334"/>
                      <a:pt x="5067" y="30085"/>
                      <a:pt x="5067" y="21143"/>
                    </a:cubicBezTo>
                    <a:cubicBezTo>
                      <a:pt x="5067" y="12202"/>
                      <a:pt x="12316" y="4953"/>
                      <a:pt x="21258" y="4953"/>
                    </a:cubicBezTo>
                    <a:close/>
                    <a:moveTo>
                      <a:pt x="21258" y="153"/>
                    </a:moveTo>
                    <a:cubicBezTo>
                      <a:pt x="9665" y="153"/>
                      <a:pt x="267" y="9551"/>
                      <a:pt x="267" y="21143"/>
                    </a:cubicBezTo>
                    <a:cubicBezTo>
                      <a:pt x="267" y="32736"/>
                      <a:pt x="9665" y="42134"/>
                      <a:pt x="21258" y="42134"/>
                    </a:cubicBezTo>
                    <a:cubicBezTo>
                      <a:pt x="32850" y="42134"/>
                      <a:pt x="42248" y="32736"/>
                      <a:pt x="42248" y="21143"/>
                    </a:cubicBezTo>
                    <a:lnTo>
                      <a:pt x="42248" y="21143"/>
                    </a:lnTo>
                    <a:cubicBezTo>
                      <a:pt x="42248" y="9551"/>
                      <a:pt x="32850" y="153"/>
                      <a:pt x="21258"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5" name="Freeform: Shape 3924">
                <a:extLst>
                  <a:ext uri="{FF2B5EF4-FFF2-40B4-BE49-F238E27FC236}">
                    <a16:creationId xmlns:a16="http://schemas.microsoft.com/office/drawing/2014/main" id="{7DBD96F8-1FA6-7F7E-D54A-D0B10CE14BA3}"/>
                  </a:ext>
                </a:extLst>
              </p:cNvPr>
              <p:cNvSpPr/>
              <p:nvPr/>
            </p:nvSpPr>
            <p:spPr>
              <a:xfrm>
                <a:off x="1852453" y="7976050"/>
                <a:ext cx="37180" cy="37180"/>
              </a:xfrm>
              <a:custGeom>
                <a:avLst/>
                <a:gdLst>
                  <a:gd name="connsiteX0" fmla="*/ 37457 w 37180"/>
                  <a:gd name="connsiteY0" fmla="*/ 18773 h 37180"/>
                  <a:gd name="connsiteX1" fmla="*/ 18866 w 37180"/>
                  <a:gd name="connsiteY1" fmla="*/ 37364 h 37180"/>
                  <a:gd name="connsiteX2" fmla="*/ 276 w 37180"/>
                  <a:gd name="connsiteY2" fmla="*/ 18773 h 37180"/>
                  <a:gd name="connsiteX3" fmla="*/ 18866 w 37180"/>
                  <a:gd name="connsiteY3" fmla="*/ 183 h 37180"/>
                  <a:gd name="connsiteX4" fmla="*/ 37457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73"/>
                    </a:moveTo>
                    <a:cubicBezTo>
                      <a:pt x="37457" y="29040"/>
                      <a:pt x="29133" y="37364"/>
                      <a:pt x="18866" y="37364"/>
                    </a:cubicBezTo>
                    <a:cubicBezTo>
                      <a:pt x="8599" y="37364"/>
                      <a:pt x="276" y="29040"/>
                      <a:pt x="276" y="18773"/>
                    </a:cubicBezTo>
                    <a:cubicBezTo>
                      <a:pt x="276" y="8506"/>
                      <a:pt x="8599" y="183"/>
                      <a:pt x="18866" y="183"/>
                    </a:cubicBezTo>
                    <a:cubicBezTo>
                      <a:pt x="29133" y="183"/>
                      <a:pt x="37457" y="8506"/>
                      <a:pt x="37457" y="18773"/>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6" name="Freeform: Shape 3925">
                <a:extLst>
                  <a:ext uri="{FF2B5EF4-FFF2-40B4-BE49-F238E27FC236}">
                    <a16:creationId xmlns:a16="http://schemas.microsoft.com/office/drawing/2014/main" id="{F774D619-85AF-1EBB-DFAA-5B7D10D22DB4}"/>
                  </a:ext>
                </a:extLst>
              </p:cNvPr>
              <p:cNvSpPr/>
              <p:nvPr/>
            </p:nvSpPr>
            <p:spPr>
              <a:xfrm>
                <a:off x="1850053" y="7973649"/>
                <a:ext cx="41981" cy="41981"/>
              </a:xfrm>
              <a:custGeom>
                <a:avLst/>
                <a:gdLst>
                  <a:gd name="connsiteX0" fmla="*/ 21266 w 41981"/>
                  <a:gd name="connsiteY0" fmla="*/ 4983 h 41981"/>
                  <a:gd name="connsiteX1" fmla="*/ 37457 w 41981"/>
                  <a:gd name="connsiteY1" fmla="*/ 21173 h 41981"/>
                  <a:gd name="connsiteX2" fmla="*/ 37457 w 41981"/>
                  <a:gd name="connsiteY2" fmla="*/ 21173 h 41981"/>
                  <a:gd name="connsiteX3" fmla="*/ 21266 w 41981"/>
                  <a:gd name="connsiteY3" fmla="*/ 37364 h 41981"/>
                  <a:gd name="connsiteX4" fmla="*/ 5076 w 41981"/>
                  <a:gd name="connsiteY4" fmla="*/ 21173 h 41981"/>
                  <a:gd name="connsiteX5" fmla="*/ 21266 w 41981"/>
                  <a:gd name="connsiteY5" fmla="*/ 4983 h 41981"/>
                  <a:gd name="connsiteX6" fmla="*/ 21266 w 41981"/>
                  <a:gd name="connsiteY6" fmla="*/ 183 h 41981"/>
                  <a:gd name="connsiteX7" fmla="*/ 276 w 41981"/>
                  <a:gd name="connsiteY7" fmla="*/ 21173 h 41981"/>
                  <a:gd name="connsiteX8" fmla="*/ 21266 w 41981"/>
                  <a:gd name="connsiteY8" fmla="*/ 42164 h 41981"/>
                  <a:gd name="connsiteX9" fmla="*/ 42257 w 41981"/>
                  <a:gd name="connsiteY9" fmla="*/ 21173 h 41981"/>
                  <a:gd name="connsiteX10" fmla="*/ 42257 w 41981"/>
                  <a:gd name="connsiteY10" fmla="*/ 21173 h 41981"/>
                  <a:gd name="connsiteX11" fmla="*/ 2126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83"/>
                    </a:moveTo>
                    <a:cubicBezTo>
                      <a:pt x="30208" y="4983"/>
                      <a:pt x="37457" y="12231"/>
                      <a:pt x="37457" y="21173"/>
                    </a:cubicBezTo>
                    <a:lnTo>
                      <a:pt x="37457" y="21173"/>
                    </a:lnTo>
                    <a:cubicBezTo>
                      <a:pt x="37457" y="30115"/>
                      <a:pt x="30208" y="37364"/>
                      <a:pt x="21266" y="37364"/>
                    </a:cubicBezTo>
                    <a:cubicBezTo>
                      <a:pt x="12325" y="37364"/>
                      <a:pt x="5076" y="30115"/>
                      <a:pt x="5076" y="21173"/>
                    </a:cubicBezTo>
                    <a:cubicBezTo>
                      <a:pt x="5076" y="12231"/>
                      <a:pt x="12325" y="4983"/>
                      <a:pt x="21266" y="4983"/>
                    </a:cubicBezTo>
                    <a:close/>
                    <a:moveTo>
                      <a:pt x="21266" y="183"/>
                    </a:moveTo>
                    <a:cubicBezTo>
                      <a:pt x="9674" y="183"/>
                      <a:pt x="276" y="9581"/>
                      <a:pt x="276" y="21173"/>
                    </a:cubicBezTo>
                    <a:cubicBezTo>
                      <a:pt x="276" y="32766"/>
                      <a:pt x="9674" y="42164"/>
                      <a:pt x="21266" y="42164"/>
                    </a:cubicBezTo>
                    <a:cubicBezTo>
                      <a:pt x="32859" y="42164"/>
                      <a:pt x="42257" y="32766"/>
                      <a:pt x="42257" y="21173"/>
                    </a:cubicBezTo>
                    <a:lnTo>
                      <a:pt x="42257" y="21173"/>
                    </a:lnTo>
                    <a:cubicBezTo>
                      <a:pt x="42257" y="9581"/>
                      <a:pt x="32859" y="183"/>
                      <a:pt x="21266"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7" name="Freeform: Shape 3926">
                <a:extLst>
                  <a:ext uri="{FF2B5EF4-FFF2-40B4-BE49-F238E27FC236}">
                    <a16:creationId xmlns:a16="http://schemas.microsoft.com/office/drawing/2014/main" id="{FAA4D0A7-8D6C-8BDA-B723-369118ADA7BC}"/>
                  </a:ext>
                </a:extLst>
              </p:cNvPr>
              <p:cNvSpPr/>
              <p:nvPr/>
            </p:nvSpPr>
            <p:spPr>
              <a:xfrm>
                <a:off x="2068183" y="7574992"/>
                <a:ext cx="37180" cy="37180"/>
              </a:xfrm>
              <a:custGeom>
                <a:avLst/>
                <a:gdLst>
                  <a:gd name="connsiteX0" fmla="*/ 37494 w 37180"/>
                  <a:gd name="connsiteY0" fmla="*/ 18703 h 37180"/>
                  <a:gd name="connsiteX1" fmla="*/ 18904 w 37180"/>
                  <a:gd name="connsiteY1" fmla="*/ 37294 h 37180"/>
                  <a:gd name="connsiteX2" fmla="*/ 313 w 37180"/>
                  <a:gd name="connsiteY2" fmla="*/ 18703 h 37180"/>
                  <a:gd name="connsiteX3" fmla="*/ 18904 w 37180"/>
                  <a:gd name="connsiteY3" fmla="*/ 113 h 37180"/>
                  <a:gd name="connsiteX4" fmla="*/ 37494 w 37180"/>
                  <a:gd name="connsiteY4" fmla="*/ 187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4" y="18703"/>
                    </a:moveTo>
                    <a:cubicBezTo>
                      <a:pt x="37494" y="28971"/>
                      <a:pt x="29171" y="37294"/>
                      <a:pt x="18904" y="37294"/>
                    </a:cubicBezTo>
                    <a:cubicBezTo>
                      <a:pt x="8636" y="37294"/>
                      <a:pt x="313" y="28971"/>
                      <a:pt x="313" y="18703"/>
                    </a:cubicBezTo>
                    <a:cubicBezTo>
                      <a:pt x="313" y="8436"/>
                      <a:pt x="8636" y="113"/>
                      <a:pt x="18904" y="113"/>
                    </a:cubicBezTo>
                    <a:cubicBezTo>
                      <a:pt x="29171" y="113"/>
                      <a:pt x="37494" y="8436"/>
                      <a:pt x="37494" y="18703"/>
                    </a:cubicBezTo>
                    <a:close/>
                  </a:path>
                </a:pathLst>
              </a:custGeom>
              <a:solidFill>
                <a:srgbClr val="ADF7A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8" name="Freeform: Shape 3927">
                <a:extLst>
                  <a:ext uri="{FF2B5EF4-FFF2-40B4-BE49-F238E27FC236}">
                    <a16:creationId xmlns:a16="http://schemas.microsoft.com/office/drawing/2014/main" id="{48EEF6BF-0108-81A6-B3F7-CBBACC5FBF2A}"/>
                  </a:ext>
                </a:extLst>
              </p:cNvPr>
              <p:cNvSpPr/>
              <p:nvPr/>
            </p:nvSpPr>
            <p:spPr>
              <a:xfrm>
                <a:off x="2065782" y="7572592"/>
                <a:ext cx="41981" cy="41981"/>
              </a:xfrm>
              <a:custGeom>
                <a:avLst/>
                <a:gdLst>
                  <a:gd name="connsiteX0" fmla="*/ 21304 w 41981"/>
                  <a:gd name="connsiteY0" fmla="*/ 4913 h 41981"/>
                  <a:gd name="connsiteX1" fmla="*/ 37494 w 41981"/>
                  <a:gd name="connsiteY1" fmla="*/ 21104 h 41981"/>
                  <a:gd name="connsiteX2" fmla="*/ 37494 w 41981"/>
                  <a:gd name="connsiteY2" fmla="*/ 21104 h 41981"/>
                  <a:gd name="connsiteX3" fmla="*/ 21304 w 41981"/>
                  <a:gd name="connsiteY3" fmla="*/ 37294 h 41981"/>
                  <a:gd name="connsiteX4" fmla="*/ 5114 w 41981"/>
                  <a:gd name="connsiteY4" fmla="*/ 21104 h 41981"/>
                  <a:gd name="connsiteX5" fmla="*/ 21304 w 41981"/>
                  <a:gd name="connsiteY5" fmla="*/ 4913 h 41981"/>
                  <a:gd name="connsiteX6" fmla="*/ 21304 w 41981"/>
                  <a:gd name="connsiteY6" fmla="*/ 113 h 41981"/>
                  <a:gd name="connsiteX7" fmla="*/ 313 w 41981"/>
                  <a:gd name="connsiteY7" fmla="*/ 21104 h 41981"/>
                  <a:gd name="connsiteX8" fmla="*/ 21304 w 41981"/>
                  <a:gd name="connsiteY8" fmla="*/ 42094 h 41981"/>
                  <a:gd name="connsiteX9" fmla="*/ 42294 w 41981"/>
                  <a:gd name="connsiteY9" fmla="*/ 21104 h 41981"/>
                  <a:gd name="connsiteX10" fmla="*/ 42294 w 41981"/>
                  <a:gd name="connsiteY10" fmla="*/ 21104 h 41981"/>
                  <a:gd name="connsiteX11" fmla="*/ 21304 w 41981"/>
                  <a:gd name="connsiteY11" fmla="*/ 11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4" y="4913"/>
                    </a:moveTo>
                    <a:cubicBezTo>
                      <a:pt x="30246" y="4913"/>
                      <a:pt x="37494" y="12162"/>
                      <a:pt x="37494" y="21104"/>
                    </a:cubicBezTo>
                    <a:lnTo>
                      <a:pt x="37494" y="21104"/>
                    </a:lnTo>
                    <a:cubicBezTo>
                      <a:pt x="37494" y="30046"/>
                      <a:pt x="30246" y="37294"/>
                      <a:pt x="21304" y="37294"/>
                    </a:cubicBezTo>
                    <a:cubicBezTo>
                      <a:pt x="12362" y="37294"/>
                      <a:pt x="5114" y="30046"/>
                      <a:pt x="5114" y="21104"/>
                    </a:cubicBezTo>
                    <a:cubicBezTo>
                      <a:pt x="5114" y="12162"/>
                      <a:pt x="12362" y="4913"/>
                      <a:pt x="21304" y="4913"/>
                    </a:cubicBezTo>
                    <a:close/>
                    <a:moveTo>
                      <a:pt x="21304" y="113"/>
                    </a:moveTo>
                    <a:cubicBezTo>
                      <a:pt x="9711" y="113"/>
                      <a:pt x="313" y="9511"/>
                      <a:pt x="313" y="21104"/>
                    </a:cubicBezTo>
                    <a:cubicBezTo>
                      <a:pt x="313" y="32696"/>
                      <a:pt x="9711" y="42094"/>
                      <a:pt x="21304" y="42094"/>
                    </a:cubicBezTo>
                    <a:cubicBezTo>
                      <a:pt x="32896" y="42094"/>
                      <a:pt x="42294" y="32696"/>
                      <a:pt x="42294" y="21104"/>
                    </a:cubicBezTo>
                    <a:lnTo>
                      <a:pt x="42294" y="21104"/>
                    </a:lnTo>
                    <a:cubicBezTo>
                      <a:pt x="42294" y="9511"/>
                      <a:pt x="32896" y="113"/>
                      <a:pt x="21304" y="11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29" name="Freeform: Shape 3928">
                <a:extLst>
                  <a:ext uri="{FF2B5EF4-FFF2-40B4-BE49-F238E27FC236}">
                    <a16:creationId xmlns:a16="http://schemas.microsoft.com/office/drawing/2014/main" id="{11533A25-59DF-6EAA-27EF-07116E18E806}"/>
                  </a:ext>
                </a:extLst>
              </p:cNvPr>
              <p:cNvSpPr/>
              <p:nvPr/>
            </p:nvSpPr>
            <p:spPr>
              <a:xfrm>
                <a:off x="1730036" y="7984983"/>
                <a:ext cx="37180" cy="37180"/>
              </a:xfrm>
              <a:custGeom>
                <a:avLst/>
                <a:gdLst>
                  <a:gd name="connsiteX0" fmla="*/ 37435 w 37180"/>
                  <a:gd name="connsiteY0" fmla="*/ 18775 h 37180"/>
                  <a:gd name="connsiteX1" fmla="*/ 18845 w 37180"/>
                  <a:gd name="connsiteY1" fmla="*/ 37365 h 37180"/>
                  <a:gd name="connsiteX2" fmla="*/ 255 w 37180"/>
                  <a:gd name="connsiteY2" fmla="*/ 18775 h 37180"/>
                  <a:gd name="connsiteX3" fmla="*/ 18845 w 37180"/>
                  <a:gd name="connsiteY3" fmla="*/ 184 h 37180"/>
                  <a:gd name="connsiteX4" fmla="*/ 37435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5"/>
                    </a:moveTo>
                    <a:cubicBezTo>
                      <a:pt x="37435" y="29042"/>
                      <a:pt x="29112" y="37365"/>
                      <a:pt x="18845" y="37365"/>
                    </a:cubicBezTo>
                    <a:cubicBezTo>
                      <a:pt x="8578" y="37365"/>
                      <a:pt x="255" y="29042"/>
                      <a:pt x="255" y="18775"/>
                    </a:cubicBezTo>
                    <a:cubicBezTo>
                      <a:pt x="255" y="8507"/>
                      <a:pt x="8578" y="184"/>
                      <a:pt x="18845" y="184"/>
                    </a:cubicBezTo>
                    <a:cubicBezTo>
                      <a:pt x="29112" y="184"/>
                      <a:pt x="37435" y="8507"/>
                      <a:pt x="37435" y="18775"/>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0" name="Freeform: Shape 3929">
                <a:extLst>
                  <a:ext uri="{FF2B5EF4-FFF2-40B4-BE49-F238E27FC236}">
                    <a16:creationId xmlns:a16="http://schemas.microsoft.com/office/drawing/2014/main" id="{092DD116-F1FE-9048-EBD2-EBEFF32D21B1}"/>
                  </a:ext>
                </a:extLst>
              </p:cNvPr>
              <p:cNvSpPr/>
              <p:nvPr/>
            </p:nvSpPr>
            <p:spPr>
              <a:xfrm>
                <a:off x="1727636" y="7982583"/>
                <a:ext cx="41981" cy="41981"/>
              </a:xfrm>
              <a:custGeom>
                <a:avLst/>
                <a:gdLst>
                  <a:gd name="connsiteX0" fmla="*/ 21245 w 41981"/>
                  <a:gd name="connsiteY0" fmla="*/ 4985 h 41981"/>
                  <a:gd name="connsiteX1" fmla="*/ 37435 w 41981"/>
                  <a:gd name="connsiteY1" fmla="*/ 21175 h 41981"/>
                  <a:gd name="connsiteX2" fmla="*/ 37435 w 41981"/>
                  <a:gd name="connsiteY2" fmla="*/ 21175 h 41981"/>
                  <a:gd name="connsiteX3" fmla="*/ 21245 w 41981"/>
                  <a:gd name="connsiteY3" fmla="*/ 37365 h 41981"/>
                  <a:gd name="connsiteX4" fmla="*/ 5055 w 41981"/>
                  <a:gd name="connsiteY4" fmla="*/ 21175 h 41981"/>
                  <a:gd name="connsiteX5" fmla="*/ 21245 w 41981"/>
                  <a:gd name="connsiteY5" fmla="*/ 4985 h 41981"/>
                  <a:gd name="connsiteX6" fmla="*/ 21245 w 41981"/>
                  <a:gd name="connsiteY6" fmla="*/ 184 h 41981"/>
                  <a:gd name="connsiteX7" fmla="*/ 255 w 41981"/>
                  <a:gd name="connsiteY7" fmla="*/ 21175 h 41981"/>
                  <a:gd name="connsiteX8" fmla="*/ 21245 w 41981"/>
                  <a:gd name="connsiteY8" fmla="*/ 42165 h 41981"/>
                  <a:gd name="connsiteX9" fmla="*/ 42236 w 41981"/>
                  <a:gd name="connsiteY9" fmla="*/ 21175 h 41981"/>
                  <a:gd name="connsiteX10" fmla="*/ 42236 w 41981"/>
                  <a:gd name="connsiteY10" fmla="*/ 21175 h 41981"/>
                  <a:gd name="connsiteX11" fmla="*/ 21245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85"/>
                    </a:moveTo>
                    <a:cubicBezTo>
                      <a:pt x="30187" y="4985"/>
                      <a:pt x="37435" y="12233"/>
                      <a:pt x="37435" y="21175"/>
                    </a:cubicBezTo>
                    <a:lnTo>
                      <a:pt x="37435" y="21175"/>
                    </a:lnTo>
                    <a:cubicBezTo>
                      <a:pt x="37435" y="30117"/>
                      <a:pt x="30187" y="37365"/>
                      <a:pt x="21245" y="37365"/>
                    </a:cubicBezTo>
                    <a:cubicBezTo>
                      <a:pt x="12303" y="37365"/>
                      <a:pt x="5055" y="30117"/>
                      <a:pt x="5055" y="21175"/>
                    </a:cubicBezTo>
                    <a:cubicBezTo>
                      <a:pt x="5055" y="12233"/>
                      <a:pt x="12303" y="4985"/>
                      <a:pt x="21245" y="4985"/>
                    </a:cubicBezTo>
                    <a:close/>
                    <a:moveTo>
                      <a:pt x="21245" y="184"/>
                    </a:moveTo>
                    <a:cubicBezTo>
                      <a:pt x="9653" y="184"/>
                      <a:pt x="255" y="9582"/>
                      <a:pt x="255" y="21175"/>
                    </a:cubicBezTo>
                    <a:cubicBezTo>
                      <a:pt x="255" y="32767"/>
                      <a:pt x="9653" y="42165"/>
                      <a:pt x="21245" y="42165"/>
                    </a:cubicBezTo>
                    <a:cubicBezTo>
                      <a:pt x="32838" y="42165"/>
                      <a:pt x="42236" y="32767"/>
                      <a:pt x="42236" y="21175"/>
                    </a:cubicBezTo>
                    <a:lnTo>
                      <a:pt x="42236" y="21175"/>
                    </a:lnTo>
                    <a:cubicBezTo>
                      <a:pt x="42236" y="9582"/>
                      <a:pt x="32838" y="184"/>
                      <a:pt x="21245"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1" name="Freeform: Shape 3930">
                <a:extLst>
                  <a:ext uri="{FF2B5EF4-FFF2-40B4-BE49-F238E27FC236}">
                    <a16:creationId xmlns:a16="http://schemas.microsoft.com/office/drawing/2014/main" id="{69088938-E89B-8BCD-3F13-EC86392F184C}"/>
                  </a:ext>
                </a:extLst>
              </p:cNvPr>
              <p:cNvSpPr/>
              <p:nvPr/>
            </p:nvSpPr>
            <p:spPr>
              <a:xfrm>
                <a:off x="1722467" y="7888716"/>
                <a:ext cx="37180" cy="37180"/>
              </a:xfrm>
              <a:custGeom>
                <a:avLst/>
                <a:gdLst>
                  <a:gd name="connsiteX0" fmla="*/ 37434 w 37180"/>
                  <a:gd name="connsiteY0" fmla="*/ 18758 h 37180"/>
                  <a:gd name="connsiteX1" fmla="*/ 18844 w 37180"/>
                  <a:gd name="connsiteY1" fmla="*/ 37348 h 37180"/>
                  <a:gd name="connsiteX2" fmla="*/ 253 w 37180"/>
                  <a:gd name="connsiteY2" fmla="*/ 18758 h 37180"/>
                  <a:gd name="connsiteX3" fmla="*/ 18844 w 37180"/>
                  <a:gd name="connsiteY3" fmla="*/ 168 h 37180"/>
                  <a:gd name="connsiteX4" fmla="*/ 37434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8"/>
                    </a:moveTo>
                    <a:cubicBezTo>
                      <a:pt x="37434" y="29025"/>
                      <a:pt x="29111" y="37348"/>
                      <a:pt x="18844" y="37348"/>
                    </a:cubicBezTo>
                    <a:cubicBezTo>
                      <a:pt x="8576" y="37348"/>
                      <a:pt x="253" y="29025"/>
                      <a:pt x="253" y="18758"/>
                    </a:cubicBezTo>
                    <a:cubicBezTo>
                      <a:pt x="253" y="8491"/>
                      <a:pt x="8576" y="168"/>
                      <a:pt x="18844" y="168"/>
                    </a:cubicBezTo>
                    <a:cubicBezTo>
                      <a:pt x="29111" y="168"/>
                      <a:pt x="37434" y="8491"/>
                      <a:pt x="37434" y="18758"/>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2" name="Freeform: Shape 3931">
                <a:extLst>
                  <a:ext uri="{FF2B5EF4-FFF2-40B4-BE49-F238E27FC236}">
                    <a16:creationId xmlns:a16="http://schemas.microsoft.com/office/drawing/2014/main" id="{CBA43250-B5F5-7EB0-17BB-89D5C0ADF477}"/>
                  </a:ext>
                </a:extLst>
              </p:cNvPr>
              <p:cNvSpPr/>
              <p:nvPr/>
            </p:nvSpPr>
            <p:spPr>
              <a:xfrm>
                <a:off x="1720067" y="7886316"/>
                <a:ext cx="41981" cy="41981"/>
              </a:xfrm>
              <a:custGeom>
                <a:avLst/>
                <a:gdLst>
                  <a:gd name="connsiteX0" fmla="*/ 21244 w 41981"/>
                  <a:gd name="connsiteY0" fmla="*/ 4968 h 41981"/>
                  <a:gd name="connsiteX1" fmla="*/ 37434 w 41981"/>
                  <a:gd name="connsiteY1" fmla="*/ 21158 h 41981"/>
                  <a:gd name="connsiteX2" fmla="*/ 37434 w 41981"/>
                  <a:gd name="connsiteY2" fmla="*/ 21158 h 41981"/>
                  <a:gd name="connsiteX3" fmla="*/ 21244 w 41981"/>
                  <a:gd name="connsiteY3" fmla="*/ 37348 h 41981"/>
                  <a:gd name="connsiteX4" fmla="*/ 5054 w 41981"/>
                  <a:gd name="connsiteY4" fmla="*/ 21158 h 41981"/>
                  <a:gd name="connsiteX5" fmla="*/ 21244 w 41981"/>
                  <a:gd name="connsiteY5" fmla="*/ 4968 h 41981"/>
                  <a:gd name="connsiteX6" fmla="*/ 21244 w 41981"/>
                  <a:gd name="connsiteY6" fmla="*/ 168 h 41981"/>
                  <a:gd name="connsiteX7" fmla="*/ 253 w 41981"/>
                  <a:gd name="connsiteY7" fmla="*/ 21158 h 41981"/>
                  <a:gd name="connsiteX8" fmla="*/ 21244 w 41981"/>
                  <a:gd name="connsiteY8" fmla="*/ 42149 h 41981"/>
                  <a:gd name="connsiteX9" fmla="*/ 42234 w 41981"/>
                  <a:gd name="connsiteY9" fmla="*/ 21158 h 41981"/>
                  <a:gd name="connsiteX10" fmla="*/ 42234 w 41981"/>
                  <a:gd name="connsiteY10" fmla="*/ 21158 h 41981"/>
                  <a:gd name="connsiteX11" fmla="*/ 2124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8"/>
                    </a:moveTo>
                    <a:cubicBezTo>
                      <a:pt x="30186" y="4968"/>
                      <a:pt x="37434" y="12216"/>
                      <a:pt x="37434" y="21158"/>
                    </a:cubicBezTo>
                    <a:lnTo>
                      <a:pt x="37434" y="21158"/>
                    </a:lnTo>
                    <a:cubicBezTo>
                      <a:pt x="37434" y="30100"/>
                      <a:pt x="30186" y="37348"/>
                      <a:pt x="21244" y="37348"/>
                    </a:cubicBezTo>
                    <a:cubicBezTo>
                      <a:pt x="12302" y="37348"/>
                      <a:pt x="5054" y="30100"/>
                      <a:pt x="5054" y="21158"/>
                    </a:cubicBezTo>
                    <a:cubicBezTo>
                      <a:pt x="5054" y="12216"/>
                      <a:pt x="12302" y="4968"/>
                      <a:pt x="21244" y="4968"/>
                    </a:cubicBezTo>
                    <a:close/>
                    <a:moveTo>
                      <a:pt x="21244" y="168"/>
                    </a:moveTo>
                    <a:cubicBezTo>
                      <a:pt x="9651" y="168"/>
                      <a:pt x="253" y="9566"/>
                      <a:pt x="253" y="21158"/>
                    </a:cubicBezTo>
                    <a:cubicBezTo>
                      <a:pt x="253" y="32751"/>
                      <a:pt x="9651" y="42149"/>
                      <a:pt x="21244" y="42149"/>
                    </a:cubicBezTo>
                    <a:cubicBezTo>
                      <a:pt x="32836" y="42149"/>
                      <a:pt x="42234" y="32751"/>
                      <a:pt x="42234" y="21158"/>
                    </a:cubicBezTo>
                    <a:lnTo>
                      <a:pt x="42234" y="21158"/>
                    </a:lnTo>
                    <a:cubicBezTo>
                      <a:pt x="42234" y="9566"/>
                      <a:pt x="32836" y="168"/>
                      <a:pt x="21244"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3" name="Freeform: Shape 3932">
                <a:extLst>
                  <a:ext uri="{FF2B5EF4-FFF2-40B4-BE49-F238E27FC236}">
                    <a16:creationId xmlns:a16="http://schemas.microsoft.com/office/drawing/2014/main" id="{0C59543B-575C-B82D-3716-8887DEAD9A0A}"/>
                  </a:ext>
                </a:extLst>
              </p:cNvPr>
              <p:cNvSpPr/>
              <p:nvPr/>
            </p:nvSpPr>
            <p:spPr>
              <a:xfrm>
                <a:off x="1874727" y="7759796"/>
                <a:ext cx="37180" cy="37180"/>
              </a:xfrm>
              <a:custGeom>
                <a:avLst/>
                <a:gdLst>
                  <a:gd name="connsiteX0" fmla="*/ 37460 w 37180"/>
                  <a:gd name="connsiteY0" fmla="*/ 18736 h 37180"/>
                  <a:gd name="connsiteX1" fmla="*/ 18870 w 37180"/>
                  <a:gd name="connsiteY1" fmla="*/ 37326 h 37180"/>
                  <a:gd name="connsiteX2" fmla="*/ 280 w 37180"/>
                  <a:gd name="connsiteY2" fmla="*/ 18736 h 37180"/>
                  <a:gd name="connsiteX3" fmla="*/ 18870 w 37180"/>
                  <a:gd name="connsiteY3" fmla="*/ 145 h 37180"/>
                  <a:gd name="connsiteX4" fmla="*/ 37460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36"/>
                    </a:moveTo>
                    <a:cubicBezTo>
                      <a:pt x="37460" y="29003"/>
                      <a:pt x="29137" y="37326"/>
                      <a:pt x="18870" y="37326"/>
                    </a:cubicBezTo>
                    <a:cubicBezTo>
                      <a:pt x="8603" y="37326"/>
                      <a:pt x="280" y="29003"/>
                      <a:pt x="280" y="18736"/>
                    </a:cubicBezTo>
                    <a:cubicBezTo>
                      <a:pt x="280" y="8468"/>
                      <a:pt x="8603" y="145"/>
                      <a:pt x="18870" y="145"/>
                    </a:cubicBezTo>
                    <a:cubicBezTo>
                      <a:pt x="29137" y="145"/>
                      <a:pt x="37460" y="8468"/>
                      <a:pt x="37460" y="18736"/>
                    </a:cubicBezTo>
                    <a:close/>
                  </a:path>
                </a:pathLst>
              </a:custGeom>
              <a:solidFill>
                <a:srgbClr val="BAF7B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4" name="Freeform: Shape 3933">
                <a:extLst>
                  <a:ext uri="{FF2B5EF4-FFF2-40B4-BE49-F238E27FC236}">
                    <a16:creationId xmlns:a16="http://schemas.microsoft.com/office/drawing/2014/main" id="{86853833-A2C4-31D6-C878-FF950A54908A}"/>
                  </a:ext>
                </a:extLst>
              </p:cNvPr>
              <p:cNvSpPr/>
              <p:nvPr/>
            </p:nvSpPr>
            <p:spPr>
              <a:xfrm>
                <a:off x="1872327" y="7757396"/>
                <a:ext cx="41981" cy="41981"/>
              </a:xfrm>
              <a:custGeom>
                <a:avLst/>
                <a:gdLst>
                  <a:gd name="connsiteX0" fmla="*/ 21270 w 41981"/>
                  <a:gd name="connsiteY0" fmla="*/ 4946 h 41981"/>
                  <a:gd name="connsiteX1" fmla="*/ 37460 w 41981"/>
                  <a:gd name="connsiteY1" fmla="*/ 21136 h 41981"/>
                  <a:gd name="connsiteX2" fmla="*/ 37460 w 41981"/>
                  <a:gd name="connsiteY2" fmla="*/ 21136 h 41981"/>
                  <a:gd name="connsiteX3" fmla="*/ 21270 w 41981"/>
                  <a:gd name="connsiteY3" fmla="*/ 37326 h 41981"/>
                  <a:gd name="connsiteX4" fmla="*/ 5080 w 41981"/>
                  <a:gd name="connsiteY4" fmla="*/ 21136 h 41981"/>
                  <a:gd name="connsiteX5" fmla="*/ 21270 w 41981"/>
                  <a:gd name="connsiteY5" fmla="*/ 4946 h 41981"/>
                  <a:gd name="connsiteX6" fmla="*/ 21270 w 41981"/>
                  <a:gd name="connsiteY6" fmla="*/ 145 h 41981"/>
                  <a:gd name="connsiteX7" fmla="*/ 280 w 41981"/>
                  <a:gd name="connsiteY7" fmla="*/ 21136 h 41981"/>
                  <a:gd name="connsiteX8" fmla="*/ 21270 w 41981"/>
                  <a:gd name="connsiteY8" fmla="*/ 42126 h 41981"/>
                  <a:gd name="connsiteX9" fmla="*/ 42261 w 41981"/>
                  <a:gd name="connsiteY9" fmla="*/ 21136 h 41981"/>
                  <a:gd name="connsiteX10" fmla="*/ 42261 w 41981"/>
                  <a:gd name="connsiteY10" fmla="*/ 21136 h 41981"/>
                  <a:gd name="connsiteX11" fmla="*/ 21270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46"/>
                    </a:moveTo>
                    <a:cubicBezTo>
                      <a:pt x="30212" y="4946"/>
                      <a:pt x="37460" y="12194"/>
                      <a:pt x="37460" y="21136"/>
                    </a:cubicBezTo>
                    <a:lnTo>
                      <a:pt x="37460" y="21136"/>
                    </a:lnTo>
                    <a:cubicBezTo>
                      <a:pt x="37460" y="30078"/>
                      <a:pt x="30212" y="37326"/>
                      <a:pt x="21270" y="37326"/>
                    </a:cubicBezTo>
                    <a:cubicBezTo>
                      <a:pt x="12328" y="37326"/>
                      <a:pt x="5080" y="30078"/>
                      <a:pt x="5080" y="21136"/>
                    </a:cubicBezTo>
                    <a:cubicBezTo>
                      <a:pt x="5080" y="12194"/>
                      <a:pt x="12328" y="4946"/>
                      <a:pt x="21270" y="4946"/>
                    </a:cubicBezTo>
                    <a:close/>
                    <a:moveTo>
                      <a:pt x="21270" y="145"/>
                    </a:moveTo>
                    <a:cubicBezTo>
                      <a:pt x="9678" y="145"/>
                      <a:pt x="280" y="9543"/>
                      <a:pt x="280" y="21136"/>
                    </a:cubicBezTo>
                    <a:cubicBezTo>
                      <a:pt x="280" y="32728"/>
                      <a:pt x="9678" y="42126"/>
                      <a:pt x="21270" y="42126"/>
                    </a:cubicBezTo>
                    <a:cubicBezTo>
                      <a:pt x="32863" y="42126"/>
                      <a:pt x="42261" y="32728"/>
                      <a:pt x="42261" y="21136"/>
                    </a:cubicBezTo>
                    <a:lnTo>
                      <a:pt x="42261" y="21136"/>
                    </a:lnTo>
                    <a:cubicBezTo>
                      <a:pt x="42261" y="9543"/>
                      <a:pt x="32863" y="145"/>
                      <a:pt x="21270"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5" name="Freeform: Shape 3934">
                <a:extLst>
                  <a:ext uri="{FF2B5EF4-FFF2-40B4-BE49-F238E27FC236}">
                    <a16:creationId xmlns:a16="http://schemas.microsoft.com/office/drawing/2014/main" id="{C9097FD7-A41B-8CD6-D959-4F4B6A228869}"/>
                  </a:ext>
                </a:extLst>
              </p:cNvPr>
              <p:cNvSpPr/>
              <p:nvPr/>
            </p:nvSpPr>
            <p:spPr>
              <a:xfrm>
                <a:off x="1802543" y="7923443"/>
                <a:ext cx="37180" cy="37180"/>
              </a:xfrm>
              <a:custGeom>
                <a:avLst/>
                <a:gdLst>
                  <a:gd name="connsiteX0" fmla="*/ 37448 w 37180"/>
                  <a:gd name="connsiteY0" fmla="*/ 18764 h 37180"/>
                  <a:gd name="connsiteX1" fmla="*/ 18858 w 37180"/>
                  <a:gd name="connsiteY1" fmla="*/ 37354 h 37180"/>
                  <a:gd name="connsiteX2" fmla="*/ 267 w 37180"/>
                  <a:gd name="connsiteY2" fmla="*/ 18764 h 37180"/>
                  <a:gd name="connsiteX3" fmla="*/ 18858 w 37180"/>
                  <a:gd name="connsiteY3" fmla="*/ 174 h 37180"/>
                  <a:gd name="connsiteX4" fmla="*/ 37448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4"/>
                    </a:moveTo>
                    <a:cubicBezTo>
                      <a:pt x="37448" y="29031"/>
                      <a:pt x="29125" y="37354"/>
                      <a:pt x="18858" y="37354"/>
                    </a:cubicBezTo>
                    <a:cubicBezTo>
                      <a:pt x="8590" y="37354"/>
                      <a:pt x="267" y="29031"/>
                      <a:pt x="267" y="18764"/>
                    </a:cubicBezTo>
                    <a:cubicBezTo>
                      <a:pt x="267" y="8497"/>
                      <a:pt x="8590" y="174"/>
                      <a:pt x="18858" y="174"/>
                    </a:cubicBezTo>
                    <a:cubicBezTo>
                      <a:pt x="29125" y="174"/>
                      <a:pt x="37448" y="8497"/>
                      <a:pt x="37448" y="18764"/>
                    </a:cubicBezTo>
                    <a:close/>
                  </a:path>
                </a:pathLst>
              </a:custGeom>
              <a:solidFill>
                <a:srgbClr val="EAF7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6" name="Freeform: Shape 3935">
                <a:extLst>
                  <a:ext uri="{FF2B5EF4-FFF2-40B4-BE49-F238E27FC236}">
                    <a16:creationId xmlns:a16="http://schemas.microsoft.com/office/drawing/2014/main" id="{16470275-71DF-C398-E5FC-00A15D97991D}"/>
                  </a:ext>
                </a:extLst>
              </p:cNvPr>
              <p:cNvSpPr/>
              <p:nvPr/>
            </p:nvSpPr>
            <p:spPr>
              <a:xfrm>
                <a:off x="1800143" y="7921043"/>
                <a:ext cx="41981" cy="41981"/>
              </a:xfrm>
              <a:custGeom>
                <a:avLst/>
                <a:gdLst>
                  <a:gd name="connsiteX0" fmla="*/ 21258 w 41981"/>
                  <a:gd name="connsiteY0" fmla="*/ 4974 h 41981"/>
                  <a:gd name="connsiteX1" fmla="*/ 37448 w 41981"/>
                  <a:gd name="connsiteY1" fmla="*/ 21164 h 41981"/>
                  <a:gd name="connsiteX2" fmla="*/ 37448 w 41981"/>
                  <a:gd name="connsiteY2" fmla="*/ 21164 h 41981"/>
                  <a:gd name="connsiteX3" fmla="*/ 21258 w 41981"/>
                  <a:gd name="connsiteY3" fmla="*/ 37354 h 41981"/>
                  <a:gd name="connsiteX4" fmla="*/ 5068 w 41981"/>
                  <a:gd name="connsiteY4" fmla="*/ 21164 h 41981"/>
                  <a:gd name="connsiteX5" fmla="*/ 21258 w 41981"/>
                  <a:gd name="connsiteY5" fmla="*/ 4974 h 41981"/>
                  <a:gd name="connsiteX6" fmla="*/ 21258 w 41981"/>
                  <a:gd name="connsiteY6" fmla="*/ 174 h 41981"/>
                  <a:gd name="connsiteX7" fmla="*/ 267 w 41981"/>
                  <a:gd name="connsiteY7" fmla="*/ 21164 h 41981"/>
                  <a:gd name="connsiteX8" fmla="*/ 21258 w 41981"/>
                  <a:gd name="connsiteY8" fmla="*/ 42155 h 41981"/>
                  <a:gd name="connsiteX9" fmla="*/ 42248 w 41981"/>
                  <a:gd name="connsiteY9" fmla="*/ 21164 h 41981"/>
                  <a:gd name="connsiteX10" fmla="*/ 42248 w 41981"/>
                  <a:gd name="connsiteY10" fmla="*/ 21164 h 41981"/>
                  <a:gd name="connsiteX11" fmla="*/ 21258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4"/>
                    </a:moveTo>
                    <a:cubicBezTo>
                      <a:pt x="30200" y="4974"/>
                      <a:pt x="37448" y="12222"/>
                      <a:pt x="37448" y="21164"/>
                    </a:cubicBezTo>
                    <a:lnTo>
                      <a:pt x="37448" y="21164"/>
                    </a:lnTo>
                    <a:cubicBezTo>
                      <a:pt x="37448" y="30106"/>
                      <a:pt x="30200" y="37354"/>
                      <a:pt x="21258" y="37354"/>
                    </a:cubicBezTo>
                    <a:cubicBezTo>
                      <a:pt x="12316" y="37354"/>
                      <a:pt x="5068" y="30106"/>
                      <a:pt x="5068" y="21164"/>
                    </a:cubicBezTo>
                    <a:cubicBezTo>
                      <a:pt x="5068" y="12222"/>
                      <a:pt x="12316" y="4974"/>
                      <a:pt x="21258" y="4974"/>
                    </a:cubicBezTo>
                    <a:close/>
                    <a:moveTo>
                      <a:pt x="21258" y="174"/>
                    </a:moveTo>
                    <a:cubicBezTo>
                      <a:pt x="9665" y="174"/>
                      <a:pt x="267" y="9572"/>
                      <a:pt x="267" y="21164"/>
                    </a:cubicBezTo>
                    <a:cubicBezTo>
                      <a:pt x="267" y="32757"/>
                      <a:pt x="9665" y="42155"/>
                      <a:pt x="21258" y="42155"/>
                    </a:cubicBezTo>
                    <a:cubicBezTo>
                      <a:pt x="32850" y="42155"/>
                      <a:pt x="42248" y="32757"/>
                      <a:pt x="42248" y="21164"/>
                    </a:cubicBezTo>
                    <a:lnTo>
                      <a:pt x="42248" y="21164"/>
                    </a:lnTo>
                    <a:cubicBezTo>
                      <a:pt x="42248" y="9572"/>
                      <a:pt x="32850" y="174"/>
                      <a:pt x="21258"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7" name="Freeform: Shape 3936">
                <a:extLst>
                  <a:ext uri="{FF2B5EF4-FFF2-40B4-BE49-F238E27FC236}">
                    <a16:creationId xmlns:a16="http://schemas.microsoft.com/office/drawing/2014/main" id="{84CDF582-3EEC-486A-3EF9-A40117EDE120}"/>
                  </a:ext>
                </a:extLst>
              </p:cNvPr>
              <p:cNvSpPr/>
              <p:nvPr/>
            </p:nvSpPr>
            <p:spPr>
              <a:xfrm>
                <a:off x="1881034" y="7909879"/>
                <a:ext cx="37180" cy="37180"/>
              </a:xfrm>
              <a:custGeom>
                <a:avLst/>
                <a:gdLst>
                  <a:gd name="connsiteX0" fmla="*/ 37462 w 37180"/>
                  <a:gd name="connsiteY0" fmla="*/ 18762 h 37180"/>
                  <a:gd name="connsiteX1" fmla="*/ 18871 w 37180"/>
                  <a:gd name="connsiteY1" fmla="*/ 37352 h 37180"/>
                  <a:gd name="connsiteX2" fmla="*/ 281 w 37180"/>
                  <a:gd name="connsiteY2" fmla="*/ 18762 h 37180"/>
                  <a:gd name="connsiteX3" fmla="*/ 18871 w 37180"/>
                  <a:gd name="connsiteY3" fmla="*/ 171 h 37180"/>
                  <a:gd name="connsiteX4" fmla="*/ 37462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62"/>
                    </a:moveTo>
                    <a:cubicBezTo>
                      <a:pt x="37462" y="29029"/>
                      <a:pt x="29138" y="37352"/>
                      <a:pt x="18871" y="37352"/>
                    </a:cubicBezTo>
                    <a:cubicBezTo>
                      <a:pt x="8604" y="37352"/>
                      <a:pt x="281" y="29029"/>
                      <a:pt x="281" y="18762"/>
                    </a:cubicBezTo>
                    <a:cubicBezTo>
                      <a:pt x="281" y="8494"/>
                      <a:pt x="8604" y="171"/>
                      <a:pt x="18871" y="171"/>
                    </a:cubicBezTo>
                    <a:cubicBezTo>
                      <a:pt x="29138" y="171"/>
                      <a:pt x="37462" y="8494"/>
                      <a:pt x="37462" y="18762"/>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8" name="Freeform: Shape 3937">
                <a:extLst>
                  <a:ext uri="{FF2B5EF4-FFF2-40B4-BE49-F238E27FC236}">
                    <a16:creationId xmlns:a16="http://schemas.microsoft.com/office/drawing/2014/main" id="{3A8B67BF-85C6-10E9-9B18-DDE01E77C9A1}"/>
                  </a:ext>
                </a:extLst>
              </p:cNvPr>
              <p:cNvSpPr/>
              <p:nvPr/>
            </p:nvSpPr>
            <p:spPr>
              <a:xfrm>
                <a:off x="1878634" y="7907478"/>
                <a:ext cx="41981" cy="41981"/>
              </a:xfrm>
              <a:custGeom>
                <a:avLst/>
                <a:gdLst>
                  <a:gd name="connsiteX0" fmla="*/ 21271 w 41981"/>
                  <a:gd name="connsiteY0" fmla="*/ 4972 h 41981"/>
                  <a:gd name="connsiteX1" fmla="*/ 37462 w 41981"/>
                  <a:gd name="connsiteY1" fmla="*/ 21162 h 41981"/>
                  <a:gd name="connsiteX2" fmla="*/ 37462 w 41981"/>
                  <a:gd name="connsiteY2" fmla="*/ 21162 h 41981"/>
                  <a:gd name="connsiteX3" fmla="*/ 21271 w 41981"/>
                  <a:gd name="connsiteY3" fmla="*/ 37352 h 41981"/>
                  <a:gd name="connsiteX4" fmla="*/ 5081 w 41981"/>
                  <a:gd name="connsiteY4" fmla="*/ 21162 h 41981"/>
                  <a:gd name="connsiteX5" fmla="*/ 21271 w 41981"/>
                  <a:gd name="connsiteY5" fmla="*/ 4972 h 41981"/>
                  <a:gd name="connsiteX6" fmla="*/ 21271 w 41981"/>
                  <a:gd name="connsiteY6" fmla="*/ 171 h 41981"/>
                  <a:gd name="connsiteX7" fmla="*/ 281 w 41981"/>
                  <a:gd name="connsiteY7" fmla="*/ 21162 h 41981"/>
                  <a:gd name="connsiteX8" fmla="*/ 21271 w 41981"/>
                  <a:gd name="connsiteY8" fmla="*/ 42152 h 41981"/>
                  <a:gd name="connsiteX9" fmla="*/ 42262 w 41981"/>
                  <a:gd name="connsiteY9" fmla="*/ 21162 h 41981"/>
                  <a:gd name="connsiteX10" fmla="*/ 42262 w 41981"/>
                  <a:gd name="connsiteY10" fmla="*/ 21162 h 41981"/>
                  <a:gd name="connsiteX11" fmla="*/ 2127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2"/>
                    </a:moveTo>
                    <a:cubicBezTo>
                      <a:pt x="30213" y="4972"/>
                      <a:pt x="37462" y="12220"/>
                      <a:pt x="37462" y="21162"/>
                    </a:cubicBezTo>
                    <a:lnTo>
                      <a:pt x="37462" y="21162"/>
                    </a:lnTo>
                    <a:cubicBezTo>
                      <a:pt x="37462" y="30104"/>
                      <a:pt x="30213" y="37352"/>
                      <a:pt x="21271" y="37352"/>
                    </a:cubicBezTo>
                    <a:cubicBezTo>
                      <a:pt x="12330" y="37352"/>
                      <a:pt x="5081" y="30104"/>
                      <a:pt x="5081" y="21162"/>
                    </a:cubicBezTo>
                    <a:cubicBezTo>
                      <a:pt x="5081" y="12220"/>
                      <a:pt x="12330" y="4972"/>
                      <a:pt x="21271" y="4972"/>
                    </a:cubicBezTo>
                    <a:close/>
                    <a:moveTo>
                      <a:pt x="21271" y="171"/>
                    </a:moveTo>
                    <a:cubicBezTo>
                      <a:pt x="9679" y="171"/>
                      <a:pt x="281" y="9569"/>
                      <a:pt x="281" y="21162"/>
                    </a:cubicBezTo>
                    <a:cubicBezTo>
                      <a:pt x="281" y="32754"/>
                      <a:pt x="9679" y="42152"/>
                      <a:pt x="21271" y="42152"/>
                    </a:cubicBezTo>
                    <a:cubicBezTo>
                      <a:pt x="32864" y="42152"/>
                      <a:pt x="42262" y="32754"/>
                      <a:pt x="42262" y="21162"/>
                    </a:cubicBezTo>
                    <a:lnTo>
                      <a:pt x="42262" y="21162"/>
                    </a:lnTo>
                    <a:cubicBezTo>
                      <a:pt x="42262" y="9569"/>
                      <a:pt x="32864" y="171"/>
                      <a:pt x="21271"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39" name="Freeform: Shape 3938">
                <a:extLst>
                  <a:ext uri="{FF2B5EF4-FFF2-40B4-BE49-F238E27FC236}">
                    <a16:creationId xmlns:a16="http://schemas.microsoft.com/office/drawing/2014/main" id="{E9458A6B-88F9-71DB-FFDE-2D82294F3CCA}"/>
                  </a:ext>
                </a:extLst>
              </p:cNvPr>
              <p:cNvSpPr/>
              <p:nvPr/>
            </p:nvSpPr>
            <p:spPr>
              <a:xfrm>
                <a:off x="1827294" y="7871206"/>
                <a:ext cx="37180" cy="37180"/>
              </a:xfrm>
              <a:custGeom>
                <a:avLst/>
                <a:gdLst>
                  <a:gd name="connsiteX0" fmla="*/ 37452 w 37180"/>
                  <a:gd name="connsiteY0" fmla="*/ 18755 h 37180"/>
                  <a:gd name="connsiteX1" fmla="*/ 18862 w 37180"/>
                  <a:gd name="connsiteY1" fmla="*/ 37345 h 37180"/>
                  <a:gd name="connsiteX2" fmla="*/ 271 w 37180"/>
                  <a:gd name="connsiteY2" fmla="*/ 18755 h 37180"/>
                  <a:gd name="connsiteX3" fmla="*/ 18862 w 37180"/>
                  <a:gd name="connsiteY3" fmla="*/ 165 h 37180"/>
                  <a:gd name="connsiteX4" fmla="*/ 37452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5"/>
                    </a:moveTo>
                    <a:cubicBezTo>
                      <a:pt x="37452" y="29022"/>
                      <a:pt x="29129" y="37345"/>
                      <a:pt x="18862" y="37345"/>
                    </a:cubicBezTo>
                    <a:cubicBezTo>
                      <a:pt x="8595" y="37345"/>
                      <a:pt x="271" y="29022"/>
                      <a:pt x="271" y="18755"/>
                    </a:cubicBezTo>
                    <a:cubicBezTo>
                      <a:pt x="271" y="8488"/>
                      <a:pt x="8595" y="165"/>
                      <a:pt x="18862" y="165"/>
                    </a:cubicBezTo>
                    <a:cubicBezTo>
                      <a:pt x="29129" y="165"/>
                      <a:pt x="37452" y="8488"/>
                      <a:pt x="37452" y="18755"/>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0" name="Freeform: Shape 3939">
                <a:extLst>
                  <a:ext uri="{FF2B5EF4-FFF2-40B4-BE49-F238E27FC236}">
                    <a16:creationId xmlns:a16="http://schemas.microsoft.com/office/drawing/2014/main" id="{809C51AC-43C9-B272-32AF-7FF0DD079594}"/>
                  </a:ext>
                </a:extLst>
              </p:cNvPr>
              <p:cNvSpPr/>
              <p:nvPr/>
            </p:nvSpPr>
            <p:spPr>
              <a:xfrm>
                <a:off x="1824893" y="7868806"/>
                <a:ext cx="41981" cy="41981"/>
              </a:xfrm>
              <a:custGeom>
                <a:avLst/>
                <a:gdLst>
                  <a:gd name="connsiteX0" fmla="*/ 21262 w 41981"/>
                  <a:gd name="connsiteY0" fmla="*/ 4965 h 41981"/>
                  <a:gd name="connsiteX1" fmla="*/ 37452 w 41981"/>
                  <a:gd name="connsiteY1" fmla="*/ 21155 h 41981"/>
                  <a:gd name="connsiteX2" fmla="*/ 37452 w 41981"/>
                  <a:gd name="connsiteY2" fmla="*/ 21155 h 41981"/>
                  <a:gd name="connsiteX3" fmla="*/ 21262 w 41981"/>
                  <a:gd name="connsiteY3" fmla="*/ 37345 h 41981"/>
                  <a:gd name="connsiteX4" fmla="*/ 5072 w 41981"/>
                  <a:gd name="connsiteY4" fmla="*/ 21155 h 41981"/>
                  <a:gd name="connsiteX5" fmla="*/ 21262 w 41981"/>
                  <a:gd name="connsiteY5" fmla="*/ 4965 h 41981"/>
                  <a:gd name="connsiteX6" fmla="*/ 21262 w 41981"/>
                  <a:gd name="connsiteY6" fmla="*/ 165 h 41981"/>
                  <a:gd name="connsiteX7" fmla="*/ 271 w 41981"/>
                  <a:gd name="connsiteY7" fmla="*/ 21155 h 41981"/>
                  <a:gd name="connsiteX8" fmla="*/ 21262 w 41981"/>
                  <a:gd name="connsiteY8" fmla="*/ 42146 h 41981"/>
                  <a:gd name="connsiteX9" fmla="*/ 42253 w 41981"/>
                  <a:gd name="connsiteY9" fmla="*/ 21155 h 41981"/>
                  <a:gd name="connsiteX10" fmla="*/ 42253 w 41981"/>
                  <a:gd name="connsiteY10" fmla="*/ 21155 h 41981"/>
                  <a:gd name="connsiteX11" fmla="*/ 21262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5"/>
                    </a:moveTo>
                    <a:cubicBezTo>
                      <a:pt x="30204" y="4965"/>
                      <a:pt x="37452" y="12213"/>
                      <a:pt x="37452" y="21155"/>
                    </a:cubicBezTo>
                    <a:lnTo>
                      <a:pt x="37452" y="21155"/>
                    </a:lnTo>
                    <a:cubicBezTo>
                      <a:pt x="37452" y="30097"/>
                      <a:pt x="30204" y="37345"/>
                      <a:pt x="21262" y="37345"/>
                    </a:cubicBezTo>
                    <a:cubicBezTo>
                      <a:pt x="12320" y="37345"/>
                      <a:pt x="5072" y="30097"/>
                      <a:pt x="5072" y="21155"/>
                    </a:cubicBezTo>
                    <a:cubicBezTo>
                      <a:pt x="5072" y="12213"/>
                      <a:pt x="12320" y="4965"/>
                      <a:pt x="21262" y="4965"/>
                    </a:cubicBezTo>
                    <a:close/>
                    <a:moveTo>
                      <a:pt x="21262" y="165"/>
                    </a:moveTo>
                    <a:cubicBezTo>
                      <a:pt x="9669" y="165"/>
                      <a:pt x="271" y="9563"/>
                      <a:pt x="271" y="21155"/>
                    </a:cubicBezTo>
                    <a:cubicBezTo>
                      <a:pt x="271" y="32748"/>
                      <a:pt x="9669" y="42146"/>
                      <a:pt x="21262" y="42146"/>
                    </a:cubicBezTo>
                    <a:cubicBezTo>
                      <a:pt x="32855" y="42146"/>
                      <a:pt x="42253" y="32748"/>
                      <a:pt x="42253" y="21155"/>
                    </a:cubicBezTo>
                    <a:lnTo>
                      <a:pt x="42253" y="21155"/>
                    </a:lnTo>
                    <a:cubicBezTo>
                      <a:pt x="42253" y="9563"/>
                      <a:pt x="32855" y="165"/>
                      <a:pt x="21262"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1" name="Freeform: Shape 3940">
                <a:extLst>
                  <a:ext uri="{FF2B5EF4-FFF2-40B4-BE49-F238E27FC236}">
                    <a16:creationId xmlns:a16="http://schemas.microsoft.com/office/drawing/2014/main" id="{71ACBDA6-927E-0937-A8CE-FAE5ABF1184E}"/>
                  </a:ext>
                </a:extLst>
              </p:cNvPr>
              <p:cNvSpPr/>
              <p:nvPr/>
            </p:nvSpPr>
            <p:spPr>
              <a:xfrm>
                <a:off x="1808908" y="7957030"/>
                <a:ext cx="37180" cy="37180"/>
              </a:xfrm>
              <a:custGeom>
                <a:avLst/>
                <a:gdLst>
                  <a:gd name="connsiteX0" fmla="*/ 37449 w 37180"/>
                  <a:gd name="connsiteY0" fmla="*/ 18770 h 37180"/>
                  <a:gd name="connsiteX1" fmla="*/ 18859 w 37180"/>
                  <a:gd name="connsiteY1" fmla="*/ 37360 h 37180"/>
                  <a:gd name="connsiteX2" fmla="*/ 268 w 37180"/>
                  <a:gd name="connsiteY2" fmla="*/ 18770 h 37180"/>
                  <a:gd name="connsiteX3" fmla="*/ 18859 w 37180"/>
                  <a:gd name="connsiteY3" fmla="*/ 179 h 37180"/>
                  <a:gd name="connsiteX4" fmla="*/ 3744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0"/>
                    </a:moveTo>
                    <a:cubicBezTo>
                      <a:pt x="37449" y="29037"/>
                      <a:pt x="29126" y="37360"/>
                      <a:pt x="18859" y="37360"/>
                    </a:cubicBezTo>
                    <a:cubicBezTo>
                      <a:pt x="8591" y="37360"/>
                      <a:pt x="268" y="29037"/>
                      <a:pt x="268" y="18770"/>
                    </a:cubicBezTo>
                    <a:cubicBezTo>
                      <a:pt x="268" y="8503"/>
                      <a:pt x="8591" y="179"/>
                      <a:pt x="18859" y="179"/>
                    </a:cubicBezTo>
                    <a:cubicBezTo>
                      <a:pt x="29126" y="179"/>
                      <a:pt x="37449" y="8503"/>
                      <a:pt x="37449" y="18770"/>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2" name="Freeform: Shape 3941">
                <a:extLst>
                  <a:ext uri="{FF2B5EF4-FFF2-40B4-BE49-F238E27FC236}">
                    <a16:creationId xmlns:a16="http://schemas.microsoft.com/office/drawing/2014/main" id="{D7775610-16ED-72E7-FC09-4EDEC2D07198}"/>
                  </a:ext>
                </a:extLst>
              </p:cNvPr>
              <p:cNvSpPr/>
              <p:nvPr/>
            </p:nvSpPr>
            <p:spPr>
              <a:xfrm>
                <a:off x="1806508" y="7954630"/>
                <a:ext cx="41981" cy="41981"/>
              </a:xfrm>
              <a:custGeom>
                <a:avLst/>
                <a:gdLst>
                  <a:gd name="connsiteX0" fmla="*/ 21259 w 41981"/>
                  <a:gd name="connsiteY0" fmla="*/ 4980 h 41981"/>
                  <a:gd name="connsiteX1" fmla="*/ 37449 w 41981"/>
                  <a:gd name="connsiteY1" fmla="*/ 21170 h 41981"/>
                  <a:gd name="connsiteX2" fmla="*/ 37449 w 41981"/>
                  <a:gd name="connsiteY2" fmla="*/ 21170 h 41981"/>
                  <a:gd name="connsiteX3" fmla="*/ 21259 w 41981"/>
                  <a:gd name="connsiteY3" fmla="*/ 37360 h 41981"/>
                  <a:gd name="connsiteX4" fmla="*/ 5069 w 41981"/>
                  <a:gd name="connsiteY4" fmla="*/ 21170 h 41981"/>
                  <a:gd name="connsiteX5" fmla="*/ 21259 w 41981"/>
                  <a:gd name="connsiteY5" fmla="*/ 4980 h 41981"/>
                  <a:gd name="connsiteX6" fmla="*/ 21259 w 41981"/>
                  <a:gd name="connsiteY6" fmla="*/ 179 h 41981"/>
                  <a:gd name="connsiteX7" fmla="*/ 268 w 41981"/>
                  <a:gd name="connsiteY7" fmla="*/ 21170 h 41981"/>
                  <a:gd name="connsiteX8" fmla="*/ 21259 w 41981"/>
                  <a:gd name="connsiteY8" fmla="*/ 42161 h 41981"/>
                  <a:gd name="connsiteX9" fmla="*/ 42249 w 41981"/>
                  <a:gd name="connsiteY9" fmla="*/ 21170 h 41981"/>
                  <a:gd name="connsiteX10" fmla="*/ 42249 w 41981"/>
                  <a:gd name="connsiteY10" fmla="*/ 21170 h 41981"/>
                  <a:gd name="connsiteX11" fmla="*/ 2125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0"/>
                    </a:moveTo>
                    <a:cubicBezTo>
                      <a:pt x="30201" y="4980"/>
                      <a:pt x="37449" y="12228"/>
                      <a:pt x="37449" y="21170"/>
                    </a:cubicBezTo>
                    <a:lnTo>
                      <a:pt x="37449" y="21170"/>
                    </a:lnTo>
                    <a:cubicBezTo>
                      <a:pt x="37449" y="30112"/>
                      <a:pt x="30201" y="37360"/>
                      <a:pt x="21259" y="37360"/>
                    </a:cubicBezTo>
                    <a:cubicBezTo>
                      <a:pt x="12317" y="37360"/>
                      <a:pt x="5069" y="30112"/>
                      <a:pt x="5069" y="21170"/>
                    </a:cubicBezTo>
                    <a:cubicBezTo>
                      <a:pt x="5069" y="12228"/>
                      <a:pt x="12317" y="4980"/>
                      <a:pt x="21259" y="4980"/>
                    </a:cubicBezTo>
                    <a:close/>
                    <a:moveTo>
                      <a:pt x="21259" y="179"/>
                    </a:moveTo>
                    <a:cubicBezTo>
                      <a:pt x="9666" y="179"/>
                      <a:pt x="268" y="9577"/>
                      <a:pt x="268" y="21170"/>
                    </a:cubicBezTo>
                    <a:cubicBezTo>
                      <a:pt x="268" y="32763"/>
                      <a:pt x="9666" y="42161"/>
                      <a:pt x="21259" y="42161"/>
                    </a:cubicBezTo>
                    <a:cubicBezTo>
                      <a:pt x="32851" y="42161"/>
                      <a:pt x="42249" y="32763"/>
                      <a:pt x="42249" y="21170"/>
                    </a:cubicBezTo>
                    <a:lnTo>
                      <a:pt x="42249" y="21170"/>
                    </a:lnTo>
                    <a:cubicBezTo>
                      <a:pt x="42249" y="9577"/>
                      <a:pt x="32851" y="179"/>
                      <a:pt x="21259"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3" name="Freeform: Shape 3942">
                <a:extLst>
                  <a:ext uri="{FF2B5EF4-FFF2-40B4-BE49-F238E27FC236}">
                    <a16:creationId xmlns:a16="http://schemas.microsoft.com/office/drawing/2014/main" id="{B91FC5B7-63C7-8903-A577-5C8EBA49A9C5}"/>
                  </a:ext>
                </a:extLst>
              </p:cNvPr>
              <p:cNvSpPr/>
              <p:nvPr/>
            </p:nvSpPr>
            <p:spPr>
              <a:xfrm>
                <a:off x="1845397" y="7917983"/>
                <a:ext cx="37180" cy="37180"/>
              </a:xfrm>
              <a:custGeom>
                <a:avLst/>
                <a:gdLst>
                  <a:gd name="connsiteX0" fmla="*/ 37455 w 37180"/>
                  <a:gd name="connsiteY0" fmla="*/ 18763 h 37180"/>
                  <a:gd name="connsiteX1" fmla="*/ 18865 w 37180"/>
                  <a:gd name="connsiteY1" fmla="*/ 37353 h 37180"/>
                  <a:gd name="connsiteX2" fmla="*/ 275 w 37180"/>
                  <a:gd name="connsiteY2" fmla="*/ 18763 h 37180"/>
                  <a:gd name="connsiteX3" fmla="*/ 18865 w 37180"/>
                  <a:gd name="connsiteY3" fmla="*/ 173 h 37180"/>
                  <a:gd name="connsiteX4" fmla="*/ 3745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63"/>
                    </a:moveTo>
                    <a:cubicBezTo>
                      <a:pt x="37455" y="29030"/>
                      <a:pt x="29132" y="37353"/>
                      <a:pt x="18865" y="37353"/>
                    </a:cubicBezTo>
                    <a:cubicBezTo>
                      <a:pt x="8598" y="37353"/>
                      <a:pt x="275" y="29030"/>
                      <a:pt x="275" y="18763"/>
                    </a:cubicBezTo>
                    <a:cubicBezTo>
                      <a:pt x="275" y="8496"/>
                      <a:pt x="8598" y="173"/>
                      <a:pt x="18865" y="173"/>
                    </a:cubicBezTo>
                    <a:cubicBezTo>
                      <a:pt x="29132" y="173"/>
                      <a:pt x="37455" y="8496"/>
                      <a:pt x="37455" y="18763"/>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4" name="Freeform: Shape 3943">
                <a:extLst>
                  <a:ext uri="{FF2B5EF4-FFF2-40B4-BE49-F238E27FC236}">
                    <a16:creationId xmlns:a16="http://schemas.microsoft.com/office/drawing/2014/main" id="{02EA3C05-F0C5-87BE-88BB-B5E46865698A}"/>
                  </a:ext>
                </a:extLst>
              </p:cNvPr>
              <p:cNvSpPr/>
              <p:nvPr/>
            </p:nvSpPr>
            <p:spPr>
              <a:xfrm>
                <a:off x="1842997" y="7915583"/>
                <a:ext cx="41981" cy="41981"/>
              </a:xfrm>
              <a:custGeom>
                <a:avLst/>
                <a:gdLst>
                  <a:gd name="connsiteX0" fmla="*/ 21265 w 41981"/>
                  <a:gd name="connsiteY0" fmla="*/ 4973 h 41981"/>
                  <a:gd name="connsiteX1" fmla="*/ 37455 w 41981"/>
                  <a:gd name="connsiteY1" fmla="*/ 21163 h 41981"/>
                  <a:gd name="connsiteX2" fmla="*/ 37455 w 41981"/>
                  <a:gd name="connsiteY2" fmla="*/ 21163 h 41981"/>
                  <a:gd name="connsiteX3" fmla="*/ 21265 w 41981"/>
                  <a:gd name="connsiteY3" fmla="*/ 37353 h 41981"/>
                  <a:gd name="connsiteX4" fmla="*/ 5075 w 41981"/>
                  <a:gd name="connsiteY4" fmla="*/ 21163 h 41981"/>
                  <a:gd name="connsiteX5" fmla="*/ 21265 w 41981"/>
                  <a:gd name="connsiteY5" fmla="*/ 4973 h 41981"/>
                  <a:gd name="connsiteX6" fmla="*/ 21265 w 41981"/>
                  <a:gd name="connsiteY6" fmla="*/ 173 h 41981"/>
                  <a:gd name="connsiteX7" fmla="*/ 275 w 41981"/>
                  <a:gd name="connsiteY7" fmla="*/ 21163 h 41981"/>
                  <a:gd name="connsiteX8" fmla="*/ 21265 w 41981"/>
                  <a:gd name="connsiteY8" fmla="*/ 42154 h 41981"/>
                  <a:gd name="connsiteX9" fmla="*/ 42256 w 41981"/>
                  <a:gd name="connsiteY9" fmla="*/ 21163 h 41981"/>
                  <a:gd name="connsiteX10" fmla="*/ 42256 w 41981"/>
                  <a:gd name="connsiteY10" fmla="*/ 21163 h 41981"/>
                  <a:gd name="connsiteX11" fmla="*/ 21265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73"/>
                    </a:moveTo>
                    <a:cubicBezTo>
                      <a:pt x="30207" y="4973"/>
                      <a:pt x="37455" y="12221"/>
                      <a:pt x="37455" y="21163"/>
                    </a:cubicBezTo>
                    <a:lnTo>
                      <a:pt x="37455" y="21163"/>
                    </a:lnTo>
                    <a:cubicBezTo>
                      <a:pt x="37455" y="30105"/>
                      <a:pt x="30207" y="37353"/>
                      <a:pt x="21265" y="37353"/>
                    </a:cubicBezTo>
                    <a:cubicBezTo>
                      <a:pt x="12323" y="37353"/>
                      <a:pt x="5075" y="30105"/>
                      <a:pt x="5075" y="21163"/>
                    </a:cubicBezTo>
                    <a:cubicBezTo>
                      <a:pt x="5075" y="12221"/>
                      <a:pt x="12323" y="4973"/>
                      <a:pt x="21265" y="4973"/>
                    </a:cubicBezTo>
                    <a:close/>
                    <a:moveTo>
                      <a:pt x="21265" y="173"/>
                    </a:moveTo>
                    <a:cubicBezTo>
                      <a:pt x="9673" y="173"/>
                      <a:pt x="275" y="9571"/>
                      <a:pt x="275" y="21163"/>
                    </a:cubicBezTo>
                    <a:cubicBezTo>
                      <a:pt x="275" y="32756"/>
                      <a:pt x="9673" y="42154"/>
                      <a:pt x="21265" y="42154"/>
                    </a:cubicBezTo>
                    <a:cubicBezTo>
                      <a:pt x="32858" y="42154"/>
                      <a:pt x="42256" y="32756"/>
                      <a:pt x="42256" y="21163"/>
                    </a:cubicBezTo>
                    <a:lnTo>
                      <a:pt x="42256" y="21163"/>
                    </a:lnTo>
                    <a:cubicBezTo>
                      <a:pt x="42256" y="9571"/>
                      <a:pt x="32858" y="173"/>
                      <a:pt x="21265"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5" name="Freeform: Shape 3944">
                <a:extLst>
                  <a:ext uri="{FF2B5EF4-FFF2-40B4-BE49-F238E27FC236}">
                    <a16:creationId xmlns:a16="http://schemas.microsoft.com/office/drawing/2014/main" id="{58572A3C-BD53-5405-F53B-170FB1BFA9AA}"/>
                  </a:ext>
                </a:extLst>
              </p:cNvPr>
              <p:cNvSpPr/>
              <p:nvPr/>
            </p:nvSpPr>
            <p:spPr>
              <a:xfrm>
                <a:off x="1840121" y="7868689"/>
                <a:ext cx="37180" cy="37180"/>
              </a:xfrm>
              <a:custGeom>
                <a:avLst/>
                <a:gdLst>
                  <a:gd name="connsiteX0" fmla="*/ 37454 w 37180"/>
                  <a:gd name="connsiteY0" fmla="*/ 18754 h 37180"/>
                  <a:gd name="connsiteX1" fmla="*/ 18864 w 37180"/>
                  <a:gd name="connsiteY1" fmla="*/ 37345 h 37180"/>
                  <a:gd name="connsiteX2" fmla="*/ 274 w 37180"/>
                  <a:gd name="connsiteY2" fmla="*/ 18754 h 37180"/>
                  <a:gd name="connsiteX3" fmla="*/ 18864 w 37180"/>
                  <a:gd name="connsiteY3" fmla="*/ 164 h 37180"/>
                  <a:gd name="connsiteX4" fmla="*/ 3745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4"/>
                    </a:moveTo>
                    <a:cubicBezTo>
                      <a:pt x="37454" y="29022"/>
                      <a:pt x="29131" y="37345"/>
                      <a:pt x="18864" y="37345"/>
                    </a:cubicBezTo>
                    <a:cubicBezTo>
                      <a:pt x="8597" y="37345"/>
                      <a:pt x="274" y="29022"/>
                      <a:pt x="274" y="18754"/>
                    </a:cubicBezTo>
                    <a:cubicBezTo>
                      <a:pt x="274" y="8487"/>
                      <a:pt x="8597" y="164"/>
                      <a:pt x="18864" y="164"/>
                    </a:cubicBezTo>
                    <a:cubicBezTo>
                      <a:pt x="29131" y="164"/>
                      <a:pt x="37454" y="8487"/>
                      <a:pt x="37454" y="18754"/>
                    </a:cubicBezTo>
                    <a:close/>
                  </a:path>
                </a:pathLst>
              </a:custGeom>
              <a:solidFill>
                <a:srgbClr val="F7DD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6" name="Freeform: Shape 3945">
                <a:extLst>
                  <a:ext uri="{FF2B5EF4-FFF2-40B4-BE49-F238E27FC236}">
                    <a16:creationId xmlns:a16="http://schemas.microsoft.com/office/drawing/2014/main" id="{0829CF6F-1C5E-F205-E909-4FF9DDD86020}"/>
                  </a:ext>
                </a:extLst>
              </p:cNvPr>
              <p:cNvSpPr/>
              <p:nvPr/>
            </p:nvSpPr>
            <p:spPr>
              <a:xfrm>
                <a:off x="1837721" y="7866289"/>
                <a:ext cx="41981" cy="41981"/>
              </a:xfrm>
              <a:custGeom>
                <a:avLst/>
                <a:gdLst>
                  <a:gd name="connsiteX0" fmla="*/ 21264 w 41981"/>
                  <a:gd name="connsiteY0" fmla="*/ 4964 h 41981"/>
                  <a:gd name="connsiteX1" fmla="*/ 37454 w 41981"/>
                  <a:gd name="connsiteY1" fmla="*/ 21155 h 41981"/>
                  <a:gd name="connsiteX2" fmla="*/ 37454 w 41981"/>
                  <a:gd name="connsiteY2" fmla="*/ 21155 h 41981"/>
                  <a:gd name="connsiteX3" fmla="*/ 21264 w 41981"/>
                  <a:gd name="connsiteY3" fmla="*/ 37345 h 41981"/>
                  <a:gd name="connsiteX4" fmla="*/ 5074 w 41981"/>
                  <a:gd name="connsiteY4" fmla="*/ 21155 h 41981"/>
                  <a:gd name="connsiteX5" fmla="*/ 21264 w 41981"/>
                  <a:gd name="connsiteY5" fmla="*/ 4964 h 41981"/>
                  <a:gd name="connsiteX6" fmla="*/ 21264 w 41981"/>
                  <a:gd name="connsiteY6" fmla="*/ 164 h 41981"/>
                  <a:gd name="connsiteX7" fmla="*/ 274 w 41981"/>
                  <a:gd name="connsiteY7" fmla="*/ 21155 h 41981"/>
                  <a:gd name="connsiteX8" fmla="*/ 21264 w 41981"/>
                  <a:gd name="connsiteY8" fmla="*/ 42145 h 41981"/>
                  <a:gd name="connsiteX9" fmla="*/ 42255 w 41981"/>
                  <a:gd name="connsiteY9" fmla="*/ 21155 h 41981"/>
                  <a:gd name="connsiteX10" fmla="*/ 42255 w 41981"/>
                  <a:gd name="connsiteY10" fmla="*/ 21155 h 41981"/>
                  <a:gd name="connsiteX11" fmla="*/ 21264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4"/>
                    </a:moveTo>
                    <a:cubicBezTo>
                      <a:pt x="30206" y="4964"/>
                      <a:pt x="37454" y="12213"/>
                      <a:pt x="37454" y="21155"/>
                    </a:cubicBezTo>
                    <a:lnTo>
                      <a:pt x="37454" y="21155"/>
                    </a:lnTo>
                    <a:cubicBezTo>
                      <a:pt x="37454" y="30096"/>
                      <a:pt x="30206" y="37345"/>
                      <a:pt x="21264" y="37345"/>
                    </a:cubicBezTo>
                    <a:cubicBezTo>
                      <a:pt x="12322" y="37345"/>
                      <a:pt x="5074" y="30096"/>
                      <a:pt x="5074" y="21155"/>
                    </a:cubicBezTo>
                    <a:cubicBezTo>
                      <a:pt x="5074" y="12213"/>
                      <a:pt x="12322" y="4964"/>
                      <a:pt x="21264" y="4964"/>
                    </a:cubicBezTo>
                    <a:close/>
                    <a:moveTo>
                      <a:pt x="21264" y="164"/>
                    </a:moveTo>
                    <a:cubicBezTo>
                      <a:pt x="9672" y="164"/>
                      <a:pt x="274" y="9562"/>
                      <a:pt x="274" y="21155"/>
                    </a:cubicBezTo>
                    <a:cubicBezTo>
                      <a:pt x="274" y="32747"/>
                      <a:pt x="9672" y="42145"/>
                      <a:pt x="21264" y="42145"/>
                    </a:cubicBezTo>
                    <a:cubicBezTo>
                      <a:pt x="32857" y="42145"/>
                      <a:pt x="42255" y="32747"/>
                      <a:pt x="42255" y="21155"/>
                    </a:cubicBezTo>
                    <a:lnTo>
                      <a:pt x="42255" y="21155"/>
                    </a:lnTo>
                    <a:cubicBezTo>
                      <a:pt x="42255" y="9562"/>
                      <a:pt x="32857" y="164"/>
                      <a:pt x="21264"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7" name="Freeform: Shape 3946">
                <a:extLst>
                  <a:ext uri="{FF2B5EF4-FFF2-40B4-BE49-F238E27FC236}">
                    <a16:creationId xmlns:a16="http://schemas.microsoft.com/office/drawing/2014/main" id="{709F28A0-C227-6A0F-9733-056E46FDD246}"/>
                  </a:ext>
                </a:extLst>
              </p:cNvPr>
              <p:cNvSpPr/>
              <p:nvPr/>
            </p:nvSpPr>
            <p:spPr>
              <a:xfrm>
                <a:off x="1856457" y="7901314"/>
                <a:ext cx="37180" cy="37180"/>
              </a:xfrm>
              <a:custGeom>
                <a:avLst/>
                <a:gdLst>
                  <a:gd name="connsiteX0" fmla="*/ 37457 w 37180"/>
                  <a:gd name="connsiteY0" fmla="*/ 18760 h 37180"/>
                  <a:gd name="connsiteX1" fmla="*/ 18867 w 37180"/>
                  <a:gd name="connsiteY1" fmla="*/ 37351 h 37180"/>
                  <a:gd name="connsiteX2" fmla="*/ 276 w 37180"/>
                  <a:gd name="connsiteY2" fmla="*/ 18760 h 37180"/>
                  <a:gd name="connsiteX3" fmla="*/ 18867 w 37180"/>
                  <a:gd name="connsiteY3" fmla="*/ 170 h 37180"/>
                  <a:gd name="connsiteX4" fmla="*/ 37457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60"/>
                    </a:moveTo>
                    <a:cubicBezTo>
                      <a:pt x="37457" y="29027"/>
                      <a:pt x="29134" y="37351"/>
                      <a:pt x="18867" y="37351"/>
                    </a:cubicBezTo>
                    <a:cubicBezTo>
                      <a:pt x="8600" y="37351"/>
                      <a:pt x="276" y="29027"/>
                      <a:pt x="276" y="18760"/>
                    </a:cubicBezTo>
                    <a:cubicBezTo>
                      <a:pt x="276" y="8493"/>
                      <a:pt x="8600" y="170"/>
                      <a:pt x="18867" y="170"/>
                    </a:cubicBezTo>
                    <a:cubicBezTo>
                      <a:pt x="29134" y="170"/>
                      <a:pt x="37457" y="8493"/>
                      <a:pt x="37457" y="18760"/>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8" name="Freeform: Shape 3947">
                <a:extLst>
                  <a:ext uri="{FF2B5EF4-FFF2-40B4-BE49-F238E27FC236}">
                    <a16:creationId xmlns:a16="http://schemas.microsoft.com/office/drawing/2014/main" id="{C56B0A85-E61B-7E63-6DF6-AE08E5C15672}"/>
                  </a:ext>
                </a:extLst>
              </p:cNvPr>
              <p:cNvSpPr/>
              <p:nvPr/>
            </p:nvSpPr>
            <p:spPr>
              <a:xfrm>
                <a:off x="1854056" y="7898913"/>
                <a:ext cx="41981" cy="41981"/>
              </a:xfrm>
              <a:custGeom>
                <a:avLst/>
                <a:gdLst>
                  <a:gd name="connsiteX0" fmla="*/ 21267 w 41981"/>
                  <a:gd name="connsiteY0" fmla="*/ 4970 h 41981"/>
                  <a:gd name="connsiteX1" fmla="*/ 37457 w 41981"/>
                  <a:gd name="connsiteY1" fmla="*/ 21160 h 41981"/>
                  <a:gd name="connsiteX2" fmla="*/ 37457 w 41981"/>
                  <a:gd name="connsiteY2" fmla="*/ 21160 h 41981"/>
                  <a:gd name="connsiteX3" fmla="*/ 21267 w 41981"/>
                  <a:gd name="connsiteY3" fmla="*/ 37351 h 41981"/>
                  <a:gd name="connsiteX4" fmla="*/ 5077 w 41981"/>
                  <a:gd name="connsiteY4" fmla="*/ 21160 h 41981"/>
                  <a:gd name="connsiteX5" fmla="*/ 21267 w 41981"/>
                  <a:gd name="connsiteY5" fmla="*/ 4970 h 41981"/>
                  <a:gd name="connsiteX6" fmla="*/ 21267 w 41981"/>
                  <a:gd name="connsiteY6" fmla="*/ 170 h 41981"/>
                  <a:gd name="connsiteX7" fmla="*/ 276 w 41981"/>
                  <a:gd name="connsiteY7" fmla="*/ 21160 h 41981"/>
                  <a:gd name="connsiteX8" fmla="*/ 21267 w 41981"/>
                  <a:gd name="connsiteY8" fmla="*/ 42151 h 41981"/>
                  <a:gd name="connsiteX9" fmla="*/ 42258 w 41981"/>
                  <a:gd name="connsiteY9" fmla="*/ 21160 h 41981"/>
                  <a:gd name="connsiteX10" fmla="*/ 42258 w 41981"/>
                  <a:gd name="connsiteY10" fmla="*/ 21160 h 41981"/>
                  <a:gd name="connsiteX11" fmla="*/ 21267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0"/>
                    </a:moveTo>
                    <a:cubicBezTo>
                      <a:pt x="30209" y="4970"/>
                      <a:pt x="37457" y="12219"/>
                      <a:pt x="37457" y="21160"/>
                    </a:cubicBezTo>
                    <a:lnTo>
                      <a:pt x="37457" y="21160"/>
                    </a:lnTo>
                    <a:cubicBezTo>
                      <a:pt x="37457" y="30102"/>
                      <a:pt x="30209" y="37351"/>
                      <a:pt x="21267" y="37351"/>
                    </a:cubicBezTo>
                    <a:cubicBezTo>
                      <a:pt x="12325" y="37351"/>
                      <a:pt x="5077" y="30102"/>
                      <a:pt x="5077" y="21160"/>
                    </a:cubicBezTo>
                    <a:cubicBezTo>
                      <a:pt x="5077" y="12219"/>
                      <a:pt x="12325" y="4970"/>
                      <a:pt x="21267" y="4970"/>
                    </a:cubicBezTo>
                    <a:close/>
                    <a:moveTo>
                      <a:pt x="21267" y="170"/>
                    </a:moveTo>
                    <a:cubicBezTo>
                      <a:pt x="9675" y="170"/>
                      <a:pt x="276" y="9568"/>
                      <a:pt x="276" y="21160"/>
                    </a:cubicBezTo>
                    <a:cubicBezTo>
                      <a:pt x="276" y="32753"/>
                      <a:pt x="9675" y="42151"/>
                      <a:pt x="21267" y="42151"/>
                    </a:cubicBezTo>
                    <a:cubicBezTo>
                      <a:pt x="32860" y="42151"/>
                      <a:pt x="42258" y="32753"/>
                      <a:pt x="42258" y="21160"/>
                    </a:cubicBezTo>
                    <a:lnTo>
                      <a:pt x="42258" y="21160"/>
                    </a:lnTo>
                    <a:cubicBezTo>
                      <a:pt x="42258" y="9568"/>
                      <a:pt x="32860" y="170"/>
                      <a:pt x="21267"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49" name="Freeform: Shape 3948">
                <a:extLst>
                  <a:ext uri="{FF2B5EF4-FFF2-40B4-BE49-F238E27FC236}">
                    <a16:creationId xmlns:a16="http://schemas.microsoft.com/office/drawing/2014/main" id="{81EC6CCD-938A-5AED-E995-D615511D1C31}"/>
                  </a:ext>
                </a:extLst>
              </p:cNvPr>
              <p:cNvSpPr/>
              <p:nvPr/>
            </p:nvSpPr>
            <p:spPr>
              <a:xfrm>
                <a:off x="1829448" y="7915742"/>
                <a:ext cx="37180" cy="37180"/>
              </a:xfrm>
              <a:custGeom>
                <a:avLst/>
                <a:gdLst>
                  <a:gd name="connsiteX0" fmla="*/ 37453 w 37180"/>
                  <a:gd name="connsiteY0" fmla="*/ 18763 h 37180"/>
                  <a:gd name="connsiteX1" fmla="*/ 18862 w 37180"/>
                  <a:gd name="connsiteY1" fmla="*/ 37353 h 37180"/>
                  <a:gd name="connsiteX2" fmla="*/ 272 w 37180"/>
                  <a:gd name="connsiteY2" fmla="*/ 18763 h 37180"/>
                  <a:gd name="connsiteX3" fmla="*/ 18862 w 37180"/>
                  <a:gd name="connsiteY3" fmla="*/ 172 h 37180"/>
                  <a:gd name="connsiteX4" fmla="*/ 37453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3"/>
                    </a:moveTo>
                    <a:cubicBezTo>
                      <a:pt x="37453" y="29030"/>
                      <a:pt x="29129" y="37353"/>
                      <a:pt x="18862" y="37353"/>
                    </a:cubicBezTo>
                    <a:cubicBezTo>
                      <a:pt x="8595" y="37353"/>
                      <a:pt x="272" y="29030"/>
                      <a:pt x="272" y="18763"/>
                    </a:cubicBezTo>
                    <a:cubicBezTo>
                      <a:pt x="272" y="8495"/>
                      <a:pt x="8595" y="172"/>
                      <a:pt x="18862" y="172"/>
                    </a:cubicBezTo>
                    <a:cubicBezTo>
                      <a:pt x="29129" y="172"/>
                      <a:pt x="37453" y="8495"/>
                      <a:pt x="37453" y="18763"/>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0" name="Freeform: Shape 3949">
                <a:extLst>
                  <a:ext uri="{FF2B5EF4-FFF2-40B4-BE49-F238E27FC236}">
                    <a16:creationId xmlns:a16="http://schemas.microsoft.com/office/drawing/2014/main" id="{F51F4EC8-FC07-C493-65E8-D43F019BB0B3}"/>
                  </a:ext>
                </a:extLst>
              </p:cNvPr>
              <p:cNvSpPr/>
              <p:nvPr/>
            </p:nvSpPr>
            <p:spPr>
              <a:xfrm>
                <a:off x="1827048" y="7913342"/>
                <a:ext cx="41981" cy="41981"/>
              </a:xfrm>
              <a:custGeom>
                <a:avLst/>
                <a:gdLst>
                  <a:gd name="connsiteX0" fmla="*/ 21262 w 41981"/>
                  <a:gd name="connsiteY0" fmla="*/ 4973 h 41981"/>
                  <a:gd name="connsiteX1" fmla="*/ 37453 w 41981"/>
                  <a:gd name="connsiteY1" fmla="*/ 21163 h 41981"/>
                  <a:gd name="connsiteX2" fmla="*/ 37453 w 41981"/>
                  <a:gd name="connsiteY2" fmla="*/ 21163 h 41981"/>
                  <a:gd name="connsiteX3" fmla="*/ 21262 w 41981"/>
                  <a:gd name="connsiteY3" fmla="*/ 37353 h 41981"/>
                  <a:gd name="connsiteX4" fmla="*/ 5072 w 41981"/>
                  <a:gd name="connsiteY4" fmla="*/ 21163 h 41981"/>
                  <a:gd name="connsiteX5" fmla="*/ 21262 w 41981"/>
                  <a:gd name="connsiteY5" fmla="*/ 4973 h 41981"/>
                  <a:gd name="connsiteX6" fmla="*/ 21262 w 41981"/>
                  <a:gd name="connsiteY6" fmla="*/ 172 h 41981"/>
                  <a:gd name="connsiteX7" fmla="*/ 272 w 41981"/>
                  <a:gd name="connsiteY7" fmla="*/ 21163 h 41981"/>
                  <a:gd name="connsiteX8" fmla="*/ 21262 w 41981"/>
                  <a:gd name="connsiteY8" fmla="*/ 42153 h 41981"/>
                  <a:gd name="connsiteX9" fmla="*/ 42253 w 41981"/>
                  <a:gd name="connsiteY9" fmla="*/ 21163 h 41981"/>
                  <a:gd name="connsiteX10" fmla="*/ 42253 w 41981"/>
                  <a:gd name="connsiteY10" fmla="*/ 21163 h 41981"/>
                  <a:gd name="connsiteX11" fmla="*/ 21262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3"/>
                    </a:moveTo>
                    <a:cubicBezTo>
                      <a:pt x="30204" y="4973"/>
                      <a:pt x="37453" y="12221"/>
                      <a:pt x="37453" y="21163"/>
                    </a:cubicBezTo>
                    <a:lnTo>
                      <a:pt x="37453" y="21163"/>
                    </a:lnTo>
                    <a:cubicBezTo>
                      <a:pt x="37453" y="30105"/>
                      <a:pt x="30204" y="37353"/>
                      <a:pt x="21262" y="37353"/>
                    </a:cubicBezTo>
                    <a:cubicBezTo>
                      <a:pt x="12321" y="37353"/>
                      <a:pt x="5072" y="30105"/>
                      <a:pt x="5072" y="21163"/>
                    </a:cubicBezTo>
                    <a:cubicBezTo>
                      <a:pt x="5072" y="12221"/>
                      <a:pt x="12321" y="4973"/>
                      <a:pt x="21262" y="4973"/>
                    </a:cubicBezTo>
                    <a:close/>
                    <a:moveTo>
                      <a:pt x="21262" y="172"/>
                    </a:moveTo>
                    <a:cubicBezTo>
                      <a:pt x="9670" y="172"/>
                      <a:pt x="272" y="9570"/>
                      <a:pt x="272" y="21163"/>
                    </a:cubicBezTo>
                    <a:cubicBezTo>
                      <a:pt x="272" y="32755"/>
                      <a:pt x="9670" y="42153"/>
                      <a:pt x="21262" y="42153"/>
                    </a:cubicBezTo>
                    <a:cubicBezTo>
                      <a:pt x="32855" y="42153"/>
                      <a:pt x="42253" y="32755"/>
                      <a:pt x="42253" y="21163"/>
                    </a:cubicBezTo>
                    <a:lnTo>
                      <a:pt x="42253" y="21163"/>
                    </a:lnTo>
                    <a:cubicBezTo>
                      <a:pt x="42253" y="9570"/>
                      <a:pt x="32855" y="172"/>
                      <a:pt x="21262"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1" name="Freeform: Shape 3950">
                <a:extLst>
                  <a:ext uri="{FF2B5EF4-FFF2-40B4-BE49-F238E27FC236}">
                    <a16:creationId xmlns:a16="http://schemas.microsoft.com/office/drawing/2014/main" id="{54C14576-ED3A-47A2-3020-4E938B19ACDB}"/>
                  </a:ext>
                </a:extLst>
              </p:cNvPr>
              <p:cNvSpPr/>
              <p:nvPr/>
            </p:nvSpPr>
            <p:spPr>
              <a:xfrm>
                <a:off x="1793465" y="7929520"/>
                <a:ext cx="37180" cy="37180"/>
              </a:xfrm>
              <a:custGeom>
                <a:avLst/>
                <a:gdLst>
                  <a:gd name="connsiteX0" fmla="*/ 37446 w 37180"/>
                  <a:gd name="connsiteY0" fmla="*/ 18765 h 37180"/>
                  <a:gd name="connsiteX1" fmla="*/ 18856 w 37180"/>
                  <a:gd name="connsiteY1" fmla="*/ 37355 h 37180"/>
                  <a:gd name="connsiteX2" fmla="*/ 266 w 37180"/>
                  <a:gd name="connsiteY2" fmla="*/ 18765 h 37180"/>
                  <a:gd name="connsiteX3" fmla="*/ 18856 w 37180"/>
                  <a:gd name="connsiteY3" fmla="*/ 175 h 37180"/>
                  <a:gd name="connsiteX4" fmla="*/ 37446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5"/>
                    </a:moveTo>
                    <a:cubicBezTo>
                      <a:pt x="37446" y="29032"/>
                      <a:pt x="29123" y="37355"/>
                      <a:pt x="18856" y="37355"/>
                    </a:cubicBezTo>
                    <a:cubicBezTo>
                      <a:pt x="8589" y="37355"/>
                      <a:pt x="266" y="29032"/>
                      <a:pt x="266" y="18765"/>
                    </a:cubicBezTo>
                    <a:cubicBezTo>
                      <a:pt x="266" y="8498"/>
                      <a:pt x="8589" y="175"/>
                      <a:pt x="18856" y="175"/>
                    </a:cubicBezTo>
                    <a:cubicBezTo>
                      <a:pt x="29123" y="175"/>
                      <a:pt x="37446" y="8498"/>
                      <a:pt x="37446" y="18765"/>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2" name="Freeform: Shape 3951">
                <a:extLst>
                  <a:ext uri="{FF2B5EF4-FFF2-40B4-BE49-F238E27FC236}">
                    <a16:creationId xmlns:a16="http://schemas.microsoft.com/office/drawing/2014/main" id="{52F7C9F4-5C5A-31E1-6CE0-1E2A9B4C036B}"/>
                  </a:ext>
                </a:extLst>
              </p:cNvPr>
              <p:cNvSpPr/>
              <p:nvPr/>
            </p:nvSpPr>
            <p:spPr>
              <a:xfrm>
                <a:off x="1791065" y="7927120"/>
                <a:ext cx="41981" cy="41981"/>
              </a:xfrm>
              <a:custGeom>
                <a:avLst/>
                <a:gdLst>
                  <a:gd name="connsiteX0" fmla="*/ 21256 w 41981"/>
                  <a:gd name="connsiteY0" fmla="*/ 4975 h 41981"/>
                  <a:gd name="connsiteX1" fmla="*/ 37446 w 41981"/>
                  <a:gd name="connsiteY1" fmla="*/ 21165 h 41981"/>
                  <a:gd name="connsiteX2" fmla="*/ 37446 w 41981"/>
                  <a:gd name="connsiteY2" fmla="*/ 21165 h 41981"/>
                  <a:gd name="connsiteX3" fmla="*/ 21256 w 41981"/>
                  <a:gd name="connsiteY3" fmla="*/ 37355 h 41981"/>
                  <a:gd name="connsiteX4" fmla="*/ 5066 w 41981"/>
                  <a:gd name="connsiteY4" fmla="*/ 21165 h 41981"/>
                  <a:gd name="connsiteX5" fmla="*/ 21256 w 41981"/>
                  <a:gd name="connsiteY5" fmla="*/ 4975 h 41981"/>
                  <a:gd name="connsiteX6" fmla="*/ 21256 w 41981"/>
                  <a:gd name="connsiteY6" fmla="*/ 175 h 41981"/>
                  <a:gd name="connsiteX7" fmla="*/ 266 w 41981"/>
                  <a:gd name="connsiteY7" fmla="*/ 21165 h 41981"/>
                  <a:gd name="connsiteX8" fmla="*/ 21256 w 41981"/>
                  <a:gd name="connsiteY8" fmla="*/ 42156 h 41981"/>
                  <a:gd name="connsiteX9" fmla="*/ 42247 w 41981"/>
                  <a:gd name="connsiteY9" fmla="*/ 21165 h 41981"/>
                  <a:gd name="connsiteX10" fmla="*/ 42247 w 41981"/>
                  <a:gd name="connsiteY10" fmla="*/ 21165 h 41981"/>
                  <a:gd name="connsiteX11" fmla="*/ 2125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5"/>
                    </a:moveTo>
                    <a:cubicBezTo>
                      <a:pt x="30198" y="4975"/>
                      <a:pt x="37446" y="12223"/>
                      <a:pt x="37446" y="21165"/>
                    </a:cubicBezTo>
                    <a:lnTo>
                      <a:pt x="37446" y="21165"/>
                    </a:lnTo>
                    <a:cubicBezTo>
                      <a:pt x="37446" y="30107"/>
                      <a:pt x="30198" y="37355"/>
                      <a:pt x="21256" y="37355"/>
                    </a:cubicBezTo>
                    <a:cubicBezTo>
                      <a:pt x="12314" y="37355"/>
                      <a:pt x="5066" y="30107"/>
                      <a:pt x="5066" y="21165"/>
                    </a:cubicBezTo>
                    <a:cubicBezTo>
                      <a:pt x="5066" y="12223"/>
                      <a:pt x="12314" y="4975"/>
                      <a:pt x="21256" y="4975"/>
                    </a:cubicBezTo>
                    <a:close/>
                    <a:moveTo>
                      <a:pt x="21256" y="175"/>
                    </a:moveTo>
                    <a:cubicBezTo>
                      <a:pt x="9664" y="175"/>
                      <a:pt x="266" y="9573"/>
                      <a:pt x="266" y="21165"/>
                    </a:cubicBezTo>
                    <a:cubicBezTo>
                      <a:pt x="266" y="32758"/>
                      <a:pt x="9664" y="42156"/>
                      <a:pt x="21256" y="42156"/>
                    </a:cubicBezTo>
                    <a:cubicBezTo>
                      <a:pt x="32849" y="42156"/>
                      <a:pt x="42247" y="32758"/>
                      <a:pt x="42247" y="21165"/>
                    </a:cubicBezTo>
                    <a:lnTo>
                      <a:pt x="42247" y="21165"/>
                    </a:lnTo>
                    <a:cubicBezTo>
                      <a:pt x="42247" y="9573"/>
                      <a:pt x="32849" y="175"/>
                      <a:pt x="21256"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3" name="Freeform: Shape 3952">
                <a:extLst>
                  <a:ext uri="{FF2B5EF4-FFF2-40B4-BE49-F238E27FC236}">
                    <a16:creationId xmlns:a16="http://schemas.microsoft.com/office/drawing/2014/main" id="{2D8F35AF-86EA-32F9-D999-94ED93337F3B}"/>
                  </a:ext>
                </a:extLst>
              </p:cNvPr>
              <p:cNvSpPr/>
              <p:nvPr/>
            </p:nvSpPr>
            <p:spPr>
              <a:xfrm>
                <a:off x="1832028" y="7828968"/>
                <a:ext cx="37180" cy="37180"/>
              </a:xfrm>
              <a:custGeom>
                <a:avLst/>
                <a:gdLst>
                  <a:gd name="connsiteX0" fmla="*/ 37453 w 37180"/>
                  <a:gd name="connsiteY0" fmla="*/ 18748 h 37180"/>
                  <a:gd name="connsiteX1" fmla="*/ 18863 w 37180"/>
                  <a:gd name="connsiteY1" fmla="*/ 37338 h 37180"/>
                  <a:gd name="connsiteX2" fmla="*/ 272 w 37180"/>
                  <a:gd name="connsiteY2" fmla="*/ 18748 h 37180"/>
                  <a:gd name="connsiteX3" fmla="*/ 18863 w 37180"/>
                  <a:gd name="connsiteY3" fmla="*/ 157 h 37180"/>
                  <a:gd name="connsiteX4" fmla="*/ 37453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48"/>
                    </a:moveTo>
                    <a:cubicBezTo>
                      <a:pt x="37453" y="29015"/>
                      <a:pt x="29130" y="37338"/>
                      <a:pt x="18863" y="37338"/>
                    </a:cubicBezTo>
                    <a:cubicBezTo>
                      <a:pt x="8595" y="37338"/>
                      <a:pt x="272" y="29015"/>
                      <a:pt x="272" y="18748"/>
                    </a:cubicBezTo>
                    <a:cubicBezTo>
                      <a:pt x="272" y="8480"/>
                      <a:pt x="8595" y="157"/>
                      <a:pt x="18863" y="157"/>
                    </a:cubicBezTo>
                    <a:cubicBezTo>
                      <a:pt x="29130" y="157"/>
                      <a:pt x="37453" y="8480"/>
                      <a:pt x="37453" y="18748"/>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4" name="Freeform: Shape 3953">
                <a:extLst>
                  <a:ext uri="{FF2B5EF4-FFF2-40B4-BE49-F238E27FC236}">
                    <a16:creationId xmlns:a16="http://schemas.microsoft.com/office/drawing/2014/main" id="{50752271-81D7-3D6B-B443-5D5D602D2E1B}"/>
                  </a:ext>
                </a:extLst>
              </p:cNvPr>
              <p:cNvSpPr/>
              <p:nvPr/>
            </p:nvSpPr>
            <p:spPr>
              <a:xfrm>
                <a:off x="1829628" y="7826568"/>
                <a:ext cx="41981" cy="41981"/>
              </a:xfrm>
              <a:custGeom>
                <a:avLst/>
                <a:gdLst>
                  <a:gd name="connsiteX0" fmla="*/ 21263 w 41981"/>
                  <a:gd name="connsiteY0" fmla="*/ 4958 h 41981"/>
                  <a:gd name="connsiteX1" fmla="*/ 37453 w 41981"/>
                  <a:gd name="connsiteY1" fmla="*/ 21148 h 41981"/>
                  <a:gd name="connsiteX2" fmla="*/ 37453 w 41981"/>
                  <a:gd name="connsiteY2" fmla="*/ 21148 h 41981"/>
                  <a:gd name="connsiteX3" fmla="*/ 21263 w 41981"/>
                  <a:gd name="connsiteY3" fmla="*/ 37338 h 41981"/>
                  <a:gd name="connsiteX4" fmla="*/ 5073 w 41981"/>
                  <a:gd name="connsiteY4" fmla="*/ 21148 h 41981"/>
                  <a:gd name="connsiteX5" fmla="*/ 21263 w 41981"/>
                  <a:gd name="connsiteY5" fmla="*/ 4958 h 41981"/>
                  <a:gd name="connsiteX6" fmla="*/ 21263 w 41981"/>
                  <a:gd name="connsiteY6" fmla="*/ 157 h 41981"/>
                  <a:gd name="connsiteX7" fmla="*/ 272 w 41981"/>
                  <a:gd name="connsiteY7" fmla="*/ 21148 h 41981"/>
                  <a:gd name="connsiteX8" fmla="*/ 21263 w 41981"/>
                  <a:gd name="connsiteY8" fmla="*/ 42138 h 41981"/>
                  <a:gd name="connsiteX9" fmla="*/ 42253 w 41981"/>
                  <a:gd name="connsiteY9" fmla="*/ 21148 h 41981"/>
                  <a:gd name="connsiteX10" fmla="*/ 42253 w 41981"/>
                  <a:gd name="connsiteY10" fmla="*/ 21148 h 41981"/>
                  <a:gd name="connsiteX11" fmla="*/ 21263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58"/>
                    </a:moveTo>
                    <a:cubicBezTo>
                      <a:pt x="30205" y="4958"/>
                      <a:pt x="37453" y="12206"/>
                      <a:pt x="37453" y="21148"/>
                    </a:cubicBezTo>
                    <a:lnTo>
                      <a:pt x="37453" y="21148"/>
                    </a:lnTo>
                    <a:cubicBezTo>
                      <a:pt x="37453" y="30090"/>
                      <a:pt x="30205" y="37338"/>
                      <a:pt x="21263" y="37338"/>
                    </a:cubicBezTo>
                    <a:cubicBezTo>
                      <a:pt x="12321" y="37338"/>
                      <a:pt x="5073" y="30090"/>
                      <a:pt x="5073" y="21148"/>
                    </a:cubicBezTo>
                    <a:cubicBezTo>
                      <a:pt x="5073" y="12206"/>
                      <a:pt x="12321" y="4958"/>
                      <a:pt x="21263" y="4958"/>
                    </a:cubicBezTo>
                    <a:close/>
                    <a:moveTo>
                      <a:pt x="21263" y="157"/>
                    </a:moveTo>
                    <a:cubicBezTo>
                      <a:pt x="9670" y="157"/>
                      <a:pt x="272" y="9555"/>
                      <a:pt x="272" y="21148"/>
                    </a:cubicBezTo>
                    <a:cubicBezTo>
                      <a:pt x="272" y="32740"/>
                      <a:pt x="9670" y="42138"/>
                      <a:pt x="21263" y="42138"/>
                    </a:cubicBezTo>
                    <a:cubicBezTo>
                      <a:pt x="32855" y="42138"/>
                      <a:pt x="42253" y="32740"/>
                      <a:pt x="42253" y="21148"/>
                    </a:cubicBezTo>
                    <a:lnTo>
                      <a:pt x="42253" y="21148"/>
                    </a:lnTo>
                    <a:cubicBezTo>
                      <a:pt x="42253" y="9555"/>
                      <a:pt x="32855" y="157"/>
                      <a:pt x="21263"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5" name="Freeform: Shape 3954">
                <a:extLst>
                  <a:ext uri="{FF2B5EF4-FFF2-40B4-BE49-F238E27FC236}">
                    <a16:creationId xmlns:a16="http://schemas.microsoft.com/office/drawing/2014/main" id="{2A4CAB06-14D7-1D08-9325-1B1FD7689D0B}"/>
                  </a:ext>
                </a:extLst>
              </p:cNvPr>
              <p:cNvSpPr/>
              <p:nvPr/>
            </p:nvSpPr>
            <p:spPr>
              <a:xfrm>
                <a:off x="1731050" y="7878147"/>
                <a:ext cx="37180" cy="37180"/>
              </a:xfrm>
              <a:custGeom>
                <a:avLst/>
                <a:gdLst>
                  <a:gd name="connsiteX0" fmla="*/ 37436 w 37180"/>
                  <a:gd name="connsiteY0" fmla="*/ 18756 h 37180"/>
                  <a:gd name="connsiteX1" fmla="*/ 18845 w 37180"/>
                  <a:gd name="connsiteY1" fmla="*/ 37347 h 37180"/>
                  <a:gd name="connsiteX2" fmla="*/ 255 w 37180"/>
                  <a:gd name="connsiteY2" fmla="*/ 18756 h 37180"/>
                  <a:gd name="connsiteX3" fmla="*/ 18845 w 37180"/>
                  <a:gd name="connsiteY3" fmla="*/ 166 h 37180"/>
                  <a:gd name="connsiteX4" fmla="*/ 37436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6"/>
                    </a:moveTo>
                    <a:cubicBezTo>
                      <a:pt x="37436" y="29023"/>
                      <a:pt x="29112" y="37347"/>
                      <a:pt x="18845" y="37347"/>
                    </a:cubicBezTo>
                    <a:cubicBezTo>
                      <a:pt x="8578" y="37347"/>
                      <a:pt x="255" y="29023"/>
                      <a:pt x="255" y="18756"/>
                    </a:cubicBezTo>
                    <a:cubicBezTo>
                      <a:pt x="255" y="8489"/>
                      <a:pt x="8578" y="166"/>
                      <a:pt x="18845" y="166"/>
                    </a:cubicBezTo>
                    <a:cubicBezTo>
                      <a:pt x="29112" y="166"/>
                      <a:pt x="37436" y="8489"/>
                      <a:pt x="37436" y="18756"/>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6" name="Freeform: Shape 3955">
                <a:extLst>
                  <a:ext uri="{FF2B5EF4-FFF2-40B4-BE49-F238E27FC236}">
                    <a16:creationId xmlns:a16="http://schemas.microsoft.com/office/drawing/2014/main" id="{4223EB32-792B-5235-17DB-2C1441981951}"/>
                  </a:ext>
                </a:extLst>
              </p:cNvPr>
              <p:cNvSpPr/>
              <p:nvPr/>
            </p:nvSpPr>
            <p:spPr>
              <a:xfrm>
                <a:off x="1728650" y="7875747"/>
                <a:ext cx="41981" cy="41981"/>
              </a:xfrm>
              <a:custGeom>
                <a:avLst/>
                <a:gdLst>
                  <a:gd name="connsiteX0" fmla="*/ 21245 w 41981"/>
                  <a:gd name="connsiteY0" fmla="*/ 4966 h 41981"/>
                  <a:gd name="connsiteX1" fmla="*/ 37436 w 41981"/>
                  <a:gd name="connsiteY1" fmla="*/ 21156 h 41981"/>
                  <a:gd name="connsiteX2" fmla="*/ 37436 w 41981"/>
                  <a:gd name="connsiteY2" fmla="*/ 21156 h 41981"/>
                  <a:gd name="connsiteX3" fmla="*/ 21245 w 41981"/>
                  <a:gd name="connsiteY3" fmla="*/ 37347 h 41981"/>
                  <a:gd name="connsiteX4" fmla="*/ 5055 w 41981"/>
                  <a:gd name="connsiteY4" fmla="*/ 21156 h 41981"/>
                  <a:gd name="connsiteX5" fmla="*/ 21245 w 41981"/>
                  <a:gd name="connsiteY5" fmla="*/ 4966 h 41981"/>
                  <a:gd name="connsiteX6" fmla="*/ 21245 w 41981"/>
                  <a:gd name="connsiteY6" fmla="*/ 166 h 41981"/>
                  <a:gd name="connsiteX7" fmla="*/ 255 w 41981"/>
                  <a:gd name="connsiteY7" fmla="*/ 21156 h 41981"/>
                  <a:gd name="connsiteX8" fmla="*/ 21245 w 41981"/>
                  <a:gd name="connsiteY8" fmla="*/ 42147 h 41981"/>
                  <a:gd name="connsiteX9" fmla="*/ 42236 w 41981"/>
                  <a:gd name="connsiteY9" fmla="*/ 21156 h 41981"/>
                  <a:gd name="connsiteX10" fmla="*/ 42236 w 41981"/>
                  <a:gd name="connsiteY10" fmla="*/ 21156 h 41981"/>
                  <a:gd name="connsiteX11" fmla="*/ 21245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6"/>
                    </a:moveTo>
                    <a:cubicBezTo>
                      <a:pt x="30187" y="4966"/>
                      <a:pt x="37436" y="12214"/>
                      <a:pt x="37436" y="21156"/>
                    </a:cubicBezTo>
                    <a:lnTo>
                      <a:pt x="37436" y="21156"/>
                    </a:lnTo>
                    <a:cubicBezTo>
                      <a:pt x="37436" y="30098"/>
                      <a:pt x="30187" y="37347"/>
                      <a:pt x="21245" y="37347"/>
                    </a:cubicBezTo>
                    <a:cubicBezTo>
                      <a:pt x="12303" y="37347"/>
                      <a:pt x="5055" y="30098"/>
                      <a:pt x="5055" y="21156"/>
                    </a:cubicBezTo>
                    <a:cubicBezTo>
                      <a:pt x="5055" y="12214"/>
                      <a:pt x="12303" y="4966"/>
                      <a:pt x="21245" y="4966"/>
                    </a:cubicBezTo>
                    <a:close/>
                    <a:moveTo>
                      <a:pt x="21245" y="166"/>
                    </a:moveTo>
                    <a:cubicBezTo>
                      <a:pt x="9653" y="166"/>
                      <a:pt x="255" y="9564"/>
                      <a:pt x="255" y="21156"/>
                    </a:cubicBezTo>
                    <a:cubicBezTo>
                      <a:pt x="255" y="32749"/>
                      <a:pt x="9653" y="42147"/>
                      <a:pt x="21245" y="42147"/>
                    </a:cubicBezTo>
                    <a:cubicBezTo>
                      <a:pt x="32838" y="42147"/>
                      <a:pt x="42236" y="32749"/>
                      <a:pt x="42236" y="21156"/>
                    </a:cubicBezTo>
                    <a:lnTo>
                      <a:pt x="42236" y="21156"/>
                    </a:lnTo>
                    <a:cubicBezTo>
                      <a:pt x="42236" y="9564"/>
                      <a:pt x="32838" y="166"/>
                      <a:pt x="21245"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7" name="Freeform: Shape 3956">
                <a:extLst>
                  <a:ext uri="{FF2B5EF4-FFF2-40B4-BE49-F238E27FC236}">
                    <a16:creationId xmlns:a16="http://schemas.microsoft.com/office/drawing/2014/main" id="{1F280971-F670-938C-2D80-B6AB2FA02C20}"/>
                  </a:ext>
                </a:extLst>
              </p:cNvPr>
              <p:cNvSpPr/>
              <p:nvPr/>
            </p:nvSpPr>
            <p:spPr>
              <a:xfrm>
                <a:off x="1853415" y="7614529"/>
                <a:ext cx="37180" cy="37180"/>
              </a:xfrm>
              <a:custGeom>
                <a:avLst/>
                <a:gdLst>
                  <a:gd name="connsiteX0" fmla="*/ 37457 w 37180"/>
                  <a:gd name="connsiteY0" fmla="*/ 18710 h 37180"/>
                  <a:gd name="connsiteX1" fmla="*/ 18866 w 37180"/>
                  <a:gd name="connsiteY1" fmla="*/ 37301 h 37180"/>
                  <a:gd name="connsiteX2" fmla="*/ 276 w 37180"/>
                  <a:gd name="connsiteY2" fmla="*/ 18710 h 37180"/>
                  <a:gd name="connsiteX3" fmla="*/ 18866 w 37180"/>
                  <a:gd name="connsiteY3" fmla="*/ 120 h 37180"/>
                  <a:gd name="connsiteX4" fmla="*/ 37457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10"/>
                    </a:moveTo>
                    <a:cubicBezTo>
                      <a:pt x="37457" y="28978"/>
                      <a:pt x="29134" y="37301"/>
                      <a:pt x="18866" y="37301"/>
                    </a:cubicBezTo>
                    <a:cubicBezTo>
                      <a:pt x="8599" y="37301"/>
                      <a:pt x="276" y="28978"/>
                      <a:pt x="276" y="18710"/>
                    </a:cubicBezTo>
                    <a:cubicBezTo>
                      <a:pt x="276" y="8443"/>
                      <a:pt x="8599" y="120"/>
                      <a:pt x="18866" y="120"/>
                    </a:cubicBezTo>
                    <a:cubicBezTo>
                      <a:pt x="29134" y="120"/>
                      <a:pt x="37457" y="8443"/>
                      <a:pt x="37457" y="18710"/>
                    </a:cubicBezTo>
                    <a:close/>
                  </a:path>
                </a:pathLst>
              </a:custGeom>
              <a:solidFill>
                <a:srgbClr val="F7D6D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8" name="Freeform: Shape 3957">
                <a:extLst>
                  <a:ext uri="{FF2B5EF4-FFF2-40B4-BE49-F238E27FC236}">
                    <a16:creationId xmlns:a16="http://schemas.microsoft.com/office/drawing/2014/main" id="{F68C3BA8-4B31-D120-0335-CAF96FB2B756}"/>
                  </a:ext>
                </a:extLst>
              </p:cNvPr>
              <p:cNvSpPr/>
              <p:nvPr/>
            </p:nvSpPr>
            <p:spPr>
              <a:xfrm>
                <a:off x="1851015" y="7612129"/>
                <a:ext cx="41981" cy="41981"/>
              </a:xfrm>
              <a:custGeom>
                <a:avLst/>
                <a:gdLst>
                  <a:gd name="connsiteX0" fmla="*/ 21267 w 41981"/>
                  <a:gd name="connsiteY0" fmla="*/ 4920 h 41981"/>
                  <a:gd name="connsiteX1" fmla="*/ 37457 w 41981"/>
                  <a:gd name="connsiteY1" fmla="*/ 21111 h 41981"/>
                  <a:gd name="connsiteX2" fmla="*/ 37457 w 41981"/>
                  <a:gd name="connsiteY2" fmla="*/ 21111 h 41981"/>
                  <a:gd name="connsiteX3" fmla="*/ 21267 w 41981"/>
                  <a:gd name="connsiteY3" fmla="*/ 37301 h 41981"/>
                  <a:gd name="connsiteX4" fmla="*/ 5076 w 41981"/>
                  <a:gd name="connsiteY4" fmla="*/ 21111 h 41981"/>
                  <a:gd name="connsiteX5" fmla="*/ 21267 w 41981"/>
                  <a:gd name="connsiteY5" fmla="*/ 4920 h 41981"/>
                  <a:gd name="connsiteX6" fmla="*/ 21267 w 41981"/>
                  <a:gd name="connsiteY6" fmla="*/ 120 h 41981"/>
                  <a:gd name="connsiteX7" fmla="*/ 276 w 41981"/>
                  <a:gd name="connsiteY7" fmla="*/ 21111 h 41981"/>
                  <a:gd name="connsiteX8" fmla="*/ 21267 w 41981"/>
                  <a:gd name="connsiteY8" fmla="*/ 42101 h 41981"/>
                  <a:gd name="connsiteX9" fmla="*/ 42257 w 41981"/>
                  <a:gd name="connsiteY9" fmla="*/ 21111 h 41981"/>
                  <a:gd name="connsiteX10" fmla="*/ 42257 w 41981"/>
                  <a:gd name="connsiteY10" fmla="*/ 21111 h 41981"/>
                  <a:gd name="connsiteX11" fmla="*/ 21267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20"/>
                    </a:moveTo>
                    <a:cubicBezTo>
                      <a:pt x="30208" y="4920"/>
                      <a:pt x="37457" y="12169"/>
                      <a:pt x="37457" y="21111"/>
                    </a:cubicBezTo>
                    <a:lnTo>
                      <a:pt x="37457" y="21111"/>
                    </a:lnTo>
                    <a:cubicBezTo>
                      <a:pt x="37457" y="30052"/>
                      <a:pt x="30208" y="37301"/>
                      <a:pt x="21267" y="37301"/>
                    </a:cubicBezTo>
                    <a:cubicBezTo>
                      <a:pt x="12325" y="37301"/>
                      <a:pt x="5076" y="30052"/>
                      <a:pt x="5076" y="21111"/>
                    </a:cubicBezTo>
                    <a:cubicBezTo>
                      <a:pt x="5076" y="12169"/>
                      <a:pt x="12325" y="4920"/>
                      <a:pt x="21267" y="4920"/>
                    </a:cubicBezTo>
                    <a:close/>
                    <a:moveTo>
                      <a:pt x="21267" y="120"/>
                    </a:moveTo>
                    <a:cubicBezTo>
                      <a:pt x="9674" y="120"/>
                      <a:pt x="276" y="9518"/>
                      <a:pt x="276" y="21111"/>
                    </a:cubicBezTo>
                    <a:cubicBezTo>
                      <a:pt x="276" y="32703"/>
                      <a:pt x="9674" y="42101"/>
                      <a:pt x="21267" y="42101"/>
                    </a:cubicBezTo>
                    <a:cubicBezTo>
                      <a:pt x="32859" y="42101"/>
                      <a:pt x="42257" y="32703"/>
                      <a:pt x="42257" y="21111"/>
                    </a:cubicBezTo>
                    <a:lnTo>
                      <a:pt x="42257" y="21111"/>
                    </a:lnTo>
                    <a:cubicBezTo>
                      <a:pt x="42257" y="9518"/>
                      <a:pt x="32859" y="120"/>
                      <a:pt x="21267" y="1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59" name="Freeform: Shape 3958">
                <a:extLst>
                  <a:ext uri="{FF2B5EF4-FFF2-40B4-BE49-F238E27FC236}">
                    <a16:creationId xmlns:a16="http://schemas.microsoft.com/office/drawing/2014/main" id="{BABEAE34-BAA2-6A5D-153D-5FD51773B588}"/>
                  </a:ext>
                </a:extLst>
              </p:cNvPr>
              <p:cNvSpPr/>
              <p:nvPr/>
            </p:nvSpPr>
            <p:spPr>
              <a:xfrm>
                <a:off x="1746988" y="7964708"/>
                <a:ext cx="37180" cy="37180"/>
              </a:xfrm>
              <a:custGeom>
                <a:avLst/>
                <a:gdLst>
                  <a:gd name="connsiteX0" fmla="*/ 37438 w 37180"/>
                  <a:gd name="connsiteY0" fmla="*/ 18771 h 37180"/>
                  <a:gd name="connsiteX1" fmla="*/ 18848 w 37180"/>
                  <a:gd name="connsiteY1" fmla="*/ 37362 h 37180"/>
                  <a:gd name="connsiteX2" fmla="*/ 257 w 37180"/>
                  <a:gd name="connsiteY2" fmla="*/ 18771 h 37180"/>
                  <a:gd name="connsiteX3" fmla="*/ 18848 w 37180"/>
                  <a:gd name="connsiteY3" fmla="*/ 181 h 37180"/>
                  <a:gd name="connsiteX4" fmla="*/ 3743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1"/>
                    </a:moveTo>
                    <a:cubicBezTo>
                      <a:pt x="37438" y="29038"/>
                      <a:pt x="29115" y="37362"/>
                      <a:pt x="18848" y="37362"/>
                    </a:cubicBezTo>
                    <a:cubicBezTo>
                      <a:pt x="8581" y="37362"/>
                      <a:pt x="257" y="29038"/>
                      <a:pt x="257" y="18771"/>
                    </a:cubicBezTo>
                    <a:cubicBezTo>
                      <a:pt x="257" y="8504"/>
                      <a:pt x="8581" y="181"/>
                      <a:pt x="18848" y="181"/>
                    </a:cubicBezTo>
                    <a:cubicBezTo>
                      <a:pt x="29115" y="181"/>
                      <a:pt x="37438" y="8504"/>
                      <a:pt x="37438" y="18771"/>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0" name="Freeform: Shape 3959">
                <a:extLst>
                  <a:ext uri="{FF2B5EF4-FFF2-40B4-BE49-F238E27FC236}">
                    <a16:creationId xmlns:a16="http://schemas.microsoft.com/office/drawing/2014/main" id="{EC581B47-4994-6881-E19E-B47ADE52A621}"/>
                  </a:ext>
                </a:extLst>
              </p:cNvPr>
              <p:cNvSpPr/>
              <p:nvPr/>
            </p:nvSpPr>
            <p:spPr>
              <a:xfrm>
                <a:off x="1744588" y="7962308"/>
                <a:ext cx="41981" cy="41981"/>
              </a:xfrm>
              <a:custGeom>
                <a:avLst/>
                <a:gdLst>
                  <a:gd name="connsiteX0" fmla="*/ 21248 w 41981"/>
                  <a:gd name="connsiteY0" fmla="*/ 4981 h 41981"/>
                  <a:gd name="connsiteX1" fmla="*/ 37438 w 41981"/>
                  <a:gd name="connsiteY1" fmla="*/ 21171 h 41981"/>
                  <a:gd name="connsiteX2" fmla="*/ 37438 w 41981"/>
                  <a:gd name="connsiteY2" fmla="*/ 21171 h 41981"/>
                  <a:gd name="connsiteX3" fmla="*/ 21248 w 41981"/>
                  <a:gd name="connsiteY3" fmla="*/ 37362 h 41981"/>
                  <a:gd name="connsiteX4" fmla="*/ 5058 w 41981"/>
                  <a:gd name="connsiteY4" fmla="*/ 21171 h 41981"/>
                  <a:gd name="connsiteX5" fmla="*/ 21248 w 41981"/>
                  <a:gd name="connsiteY5" fmla="*/ 4981 h 41981"/>
                  <a:gd name="connsiteX6" fmla="*/ 21248 w 41981"/>
                  <a:gd name="connsiteY6" fmla="*/ 181 h 41981"/>
                  <a:gd name="connsiteX7" fmla="*/ 257 w 41981"/>
                  <a:gd name="connsiteY7" fmla="*/ 21171 h 41981"/>
                  <a:gd name="connsiteX8" fmla="*/ 21248 w 41981"/>
                  <a:gd name="connsiteY8" fmla="*/ 42162 h 41981"/>
                  <a:gd name="connsiteX9" fmla="*/ 42239 w 41981"/>
                  <a:gd name="connsiteY9" fmla="*/ 21171 h 41981"/>
                  <a:gd name="connsiteX10" fmla="*/ 42239 w 41981"/>
                  <a:gd name="connsiteY10" fmla="*/ 21171 h 41981"/>
                  <a:gd name="connsiteX11" fmla="*/ 2124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1"/>
                    </a:moveTo>
                    <a:cubicBezTo>
                      <a:pt x="30190" y="4981"/>
                      <a:pt x="37438" y="12230"/>
                      <a:pt x="37438" y="21171"/>
                    </a:cubicBezTo>
                    <a:lnTo>
                      <a:pt x="37438" y="21171"/>
                    </a:lnTo>
                    <a:cubicBezTo>
                      <a:pt x="37438" y="30113"/>
                      <a:pt x="30190" y="37362"/>
                      <a:pt x="21248" y="37362"/>
                    </a:cubicBezTo>
                    <a:cubicBezTo>
                      <a:pt x="12306" y="37362"/>
                      <a:pt x="5058" y="30113"/>
                      <a:pt x="5058" y="21171"/>
                    </a:cubicBezTo>
                    <a:cubicBezTo>
                      <a:pt x="5058" y="12230"/>
                      <a:pt x="12306" y="4981"/>
                      <a:pt x="21248" y="4981"/>
                    </a:cubicBezTo>
                    <a:close/>
                    <a:moveTo>
                      <a:pt x="21248" y="181"/>
                    </a:moveTo>
                    <a:cubicBezTo>
                      <a:pt x="9656" y="181"/>
                      <a:pt x="257" y="9579"/>
                      <a:pt x="257" y="21171"/>
                    </a:cubicBezTo>
                    <a:cubicBezTo>
                      <a:pt x="257" y="32764"/>
                      <a:pt x="9656" y="42162"/>
                      <a:pt x="21248" y="42162"/>
                    </a:cubicBezTo>
                    <a:cubicBezTo>
                      <a:pt x="32841" y="42162"/>
                      <a:pt x="42239" y="32764"/>
                      <a:pt x="42239" y="21171"/>
                    </a:cubicBezTo>
                    <a:lnTo>
                      <a:pt x="42239" y="21171"/>
                    </a:lnTo>
                    <a:cubicBezTo>
                      <a:pt x="42239" y="9579"/>
                      <a:pt x="32841" y="181"/>
                      <a:pt x="21248"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1" name="Freeform: Shape 3960">
                <a:extLst>
                  <a:ext uri="{FF2B5EF4-FFF2-40B4-BE49-F238E27FC236}">
                    <a16:creationId xmlns:a16="http://schemas.microsoft.com/office/drawing/2014/main" id="{AA10B157-CF88-D890-B757-61EC729C5EA5}"/>
                  </a:ext>
                </a:extLst>
              </p:cNvPr>
              <p:cNvSpPr/>
              <p:nvPr/>
            </p:nvSpPr>
            <p:spPr>
              <a:xfrm>
                <a:off x="1830732" y="7883642"/>
                <a:ext cx="37180" cy="37180"/>
              </a:xfrm>
              <a:custGeom>
                <a:avLst/>
                <a:gdLst>
                  <a:gd name="connsiteX0" fmla="*/ 37453 w 37180"/>
                  <a:gd name="connsiteY0" fmla="*/ 18757 h 37180"/>
                  <a:gd name="connsiteX1" fmla="*/ 18862 w 37180"/>
                  <a:gd name="connsiteY1" fmla="*/ 37347 h 37180"/>
                  <a:gd name="connsiteX2" fmla="*/ 272 w 37180"/>
                  <a:gd name="connsiteY2" fmla="*/ 18757 h 37180"/>
                  <a:gd name="connsiteX3" fmla="*/ 18862 w 37180"/>
                  <a:gd name="connsiteY3" fmla="*/ 167 h 37180"/>
                  <a:gd name="connsiteX4" fmla="*/ 37453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7"/>
                    </a:moveTo>
                    <a:cubicBezTo>
                      <a:pt x="37453" y="29024"/>
                      <a:pt x="29130" y="37347"/>
                      <a:pt x="18862" y="37347"/>
                    </a:cubicBezTo>
                    <a:cubicBezTo>
                      <a:pt x="8595" y="37347"/>
                      <a:pt x="272" y="29024"/>
                      <a:pt x="272" y="18757"/>
                    </a:cubicBezTo>
                    <a:cubicBezTo>
                      <a:pt x="272" y="8490"/>
                      <a:pt x="8595" y="167"/>
                      <a:pt x="18862" y="167"/>
                    </a:cubicBezTo>
                    <a:cubicBezTo>
                      <a:pt x="29130" y="167"/>
                      <a:pt x="37453" y="8490"/>
                      <a:pt x="37453" y="18757"/>
                    </a:cubicBezTo>
                    <a:close/>
                  </a:path>
                </a:pathLst>
              </a:custGeom>
              <a:solidFill>
                <a:srgbClr val="F1F7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2" name="Freeform: Shape 3961">
                <a:extLst>
                  <a:ext uri="{FF2B5EF4-FFF2-40B4-BE49-F238E27FC236}">
                    <a16:creationId xmlns:a16="http://schemas.microsoft.com/office/drawing/2014/main" id="{CF7ECCD3-BBAC-38F0-EF01-73210EDCBFFF}"/>
                  </a:ext>
                </a:extLst>
              </p:cNvPr>
              <p:cNvSpPr/>
              <p:nvPr/>
            </p:nvSpPr>
            <p:spPr>
              <a:xfrm>
                <a:off x="1828332" y="7881242"/>
                <a:ext cx="41981" cy="41981"/>
              </a:xfrm>
              <a:custGeom>
                <a:avLst/>
                <a:gdLst>
                  <a:gd name="connsiteX0" fmla="*/ 21263 w 41981"/>
                  <a:gd name="connsiteY0" fmla="*/ 4967 h 41981"/>
                  <a:gd name="connsiteX1" fmla="*/ 37453 w 41981"/>
                  <a:gd name="connsiteY1" fmla="*/ 21157 h 41981"/>
                  <a:gd name="connsiteX2" fmla="*/ 37453 w 41981"/>
                  <a:gd name="connsiteY2" fmla="*/ 21157 h 41981"/>
                  <a:gd name="connsiteX3" fmla="*/ 21263 w 41981"/>
                  <a:gd name="connsiteY3" fmla="*/ 37347 h 41981"/>
                  <a:gd name="connsiteX4" fmla="*/ 5072 w 41981"/>
                  <a:gd name="connsiteY4" fmla="*/ 21157 h 41981"/>
                  <a:gd name="connsiteX5" fmla="*/ 21263 w 41981"/>
                  <a:gd name="connsiteY5" fmla="*/ 4967 h 41981"/>
                  <a:gd name="connsiteX6" fmla="*/ 21263 w 41981"/>
                  <a:gd name="connsiteY6" fmla="*/ 167 h 41981"/>
                  <a:gd name="connsiteX7" fmla="*/ 272 w 41981"/>
                  <a:gd name="connsiteY7" fmla="*/ 21157 h 41981"/>
                  <a:gd name="connsiteX8" fmla="*/ 21263 w 41981"/>
                  <a:gd name="connsiteY8" fmla="*/ 42148 h 41981"/>
                  <a:gd name="connsiteX9" fmla="*/ 42253 w 41981"/>
                  <a:gd name="connsiteY9" fmla="*/ 21157 h 41981"/>
                  <a:gd name="connsiteX10" fmla="*/ 42253 w 41981"/>
                  <a:gd name="connsiteY10" fmla="*/ 21157 h 41981"/>
                  <a:gd name="connsiteX11" fmla="*/ 21263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7"/>
                    </a:moveTo>
                    <a:cubicBezTo>
                      <a:pt x="30204" y="4967"/>
                      <a:pt x="37453" y="12215"/>
                      <a:pt x="37453" y="21157"/>
                    </a:cubicBezTo>
                    <a:lnTo>
                      <a:pt x="37453" y="21157"/>
                    </a:lnTo>
                    <a:cubicBezTo>
                      <a:pt x="37453" y="30099"/>
                      <a:pt x="30204" y="37347"/>
                      <a:pt x="21263" y="37347"/>
                    </a:cubicBezTo>
                    <a:cubicBezTo>
                      <a:pt x="12321" y="37347"/>
                      <a:pt x="5072" y="30099"/>
                      <a:pt x="5072" y="21157"/>
                    </a:cubicBezTo>
                    <a:cubicBezTo>
                      <a:pt x="5072" y="12215"/>
                      <a:pt x="12321" y="4967"/>
                      <a:pt x="21263" y="4967"/>
                    </a:cubicBezTo>
                    <a:close/>
                    <a:moveTo>
                      <a:pt x="21263" y="167"/>
                    </a:moveTo>
                    <a:cubicBezTo>
                      <a:pt x="9670" y="167"/>
                      <a:pt x="272" y="9565"/>
                      <a:pt x="272" y="21157"/>
                    </a:cubicBezTo>
                    <a:cubicBezTo>
                      <a:pt x="272" y="32750"/>
                      <a:pt x="9670" y="42148"/>
                      <a:pt x="21263" y="42148"/>
                    </a:cubicBezTo>
                    <a:cubicBezTo>
                      <a:pt x="32855" y="42148"/>
                      <a:pt x="42253" y="32750"/>
                      <a:pt x="42253" y="21157"/>
                    </a:cubicBezTo>
                    <a:lnTo>
                      <a:pt x="42253" y="21157"/>
                    </a:lnTo>
                    <a:cubicBezTo>
                      <a:pt x="42253" y="9565"/>
                      <a:pt x="32855" y="167"/>
                      <a:pt x="21263"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3" name="Freeform: Shape 3962">
                <a:extLst>
                  <a:ext uri="{FF2B5EF4-FFF2-40B4-BE49-F238E27FC236}">
                    <a16:creationId xmlns:a16="http://schemas.microsoft.com/office/drawing/2014/main" id="{FF346DF4-4A35-DA4D-E769-63EFC1ADCAE6}"/>
                  </a:ext>
                </a:extLst>
              </p:cNvPr>
              <p:cNvSpPr/>
              <p:nvPr/>
            </p:nvSpPr>
            <p:spPr>
              <a:xfrm>
                <a:off x="1753151" y="7990478"/>
                <a:ext cx="37180" cy="37180"/>
              </a:xfrm>
              <a:custGeom>
                <a:avLst/>
                <a:gdLst>
                  <a:gd name="connsiteX0" fmla="*/ 37439 w 37180"/>
                  <a:gd name="connsiteY0" fmla="*/ 18776 h 37180"/>
                  <a:gd name="connsiteX1" fmla="*/ 18849 w 37180"/>
                  <a:gd name="connsiteY1" fmla="*/ 37366 h 37180"/>
                  <a:gd name="connsiteX2" fmla="*/ 259 w 37180"/>
                  <a:gd name="connsiteY2" fmla="*/ 18776 h 37180"/>
                  <a:gd name="connsiteX3" fmla="*/ 18849 w 37180"/>
                  <a:gd name="connsiteY3" fmla="*/ 185 h 37180"/>
                  <a:gd name="connsiteX4" fmla="*/ 37439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6"/>
                    </a:moveTo>
                    <a:cubicBezTo>
                      <a:pt x="37439" y="29043"/>
                      <a:pt x="29116" y="37366"/>
                      <a:pt x="18849" y="37366"/>
                    </a:cubicBezTo>
                    <a:cubicBezTo>
                      <a:pt x="8582" y="37366"/>
                      <a:pt x="259" y="29043"/>
                      <a:pt x="259" y="18776"/>
                    </a:cubicBezTo>
                    <a:cubicBezTo>
                      <a:pt x="259" y="8508"/>
                      <a:pt x="8582" y="185"/>
                      <a:pt x="18849" y="185"/>
                    </a:cubicBezTo>
                    <a:cubicBezTo>
                      <a:pt x="29116" y="185"/>
                      <a:pt x="37439" y="8508"/>
                      <a:pt x="37439" y="18776"/>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4" name="Freeform: Shape 3963">
                <a:extLst>
                  <a:ext uri="{FF2B5EF4-FFF2-40B4-BE49-F238E27FC236}">
                    <a16:creationId xmlns:a16="http://schemas.microsoft.com/office/drawing/2014/main" id="{CD8BFDDC-0FE1-A3E3-45AF-8B7435AFD228}"/>
                  </a:ext>
                </a:extLst>
              </p:cNvPr>
              <p:cNvSpPr/>
              <p:nvPr/>
            </p:nvSpPr>
            <p:spPr>
              <a:xfrm>
                <a:off x="1750751" y="7988078"/>
                <a:ext cx="41981" cy="41981"/>
              </a:xfrm>
              <a:custGeom>
                <a:avLst/>
                <a:gdLst>
                  <a:gd name="connsiteX0" fmla="*/ 21249 w 41981"/>
                  <a:gd name="connsiteY0" fmla="*/ 4986 h 41981"/>
                  <a:gd name="connsiteX1" fmla="*/ 37439 w 41981"/>
                  <a:gd name="connsiteY1" fmla="*/ 21176 h 41981"/>
                  <a:gd name="connsiteX2" fmla="*/ 37439 w 41981"/>
                  <a:gd name="connsiteY2" fmla="*/ 21176 h 41981"/>
                  <a:gd name="connsiteX3" fmla="*/ 21249 w 41981"/>
                  <a:gd name="connsiteY3" fmla="*/ 37366 h 41981"/>
                  <a:gd name="connsiteX4" fmla="*/ 5059 w 41981"/>
                  <a:gd name="connsiteY4" fmla="*/ 21176 h 41981"/>
                  <a:gd name="connsiteX5" fmla="*/ 21249 w 41981"/>
                  <a:gd name="connsiteY5" fmla="*/ 4986 h 41981"/>
                  <a:gd name="connsiteX6" fmla="*/ 21249 w 41981"/>
                  <a:gd name="connsiteY6" fmla="*/ 185 h 41981"/>
                  <a:gd name="connsiteX7" fmla="*/ 259 w 41981"/>
                  <a:gd name="connsiteY7" fmla="*/ 21176 h 41981"/>
                  <a:gd name="connsiteX8" fmla="*/ 21249 w 41981"/>
                  <a:gd name="connsiteY8" fmla="*/ 42166 h 41981"/>
                  <a:gd name="connsiteX9" fmla="*/ 42240 w 41981"/>
                  <a:gd name="connsiteY9" fmla="*/ 21176 h 41981"/>
                  <a:gd name="connsiteX10" fmla="*/ 42240 w 41981"/>
                  <a:gd name="connsiteY10" fmla="*/ 21176 h 41981"/>
                  <a:gd name="connsiteX11" fmla="*/ 21249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6"/>
                    </a:moveTo>
                    <a:cubicBezTo>
                      <a:pt x="30191" y="4986"/>
                      <a:pt x="37439" y="12234"/>
                      <a:pt x="37439" y="21176"/>
                    </a:cubicBezTo>
                    <a:lnTo>
                      <a:pt x="37439" y="21176"/>
                    </a:lnTo>
                    <a:cubicBezTo>
                      <a:pt x="37439" y="30118"/>
                      <a:pt x="30191" y="37366"/>
                      <a:pt x="21249" y="37366"/>
                    </a:cubicBezTo>
                    <a:cubicBezTo>
                      <a:pt x="12307" y="37366"/>
                      <a:pt x="5059" y="30118"/>
                      <a:pt x="5059" y="21176"/>
                    </a:cubicBezTo>
                    <a:cubicBezTo>
                      <a:pt x="5059" y="12234"/>
                      <a:pt x="12307" y="4986"/>
                      <a:pt x="21249" y="4986"/>
                    </a:cubicBezTo>
                    <a:close/>
                    <a:moveTo>
                      <a:pt x="21249" y="185"/>
                    </a:moveTo>
                    <a:cubicBezTo>
                      <a:pt x="9657" y="185"/>
                      <a:pt x="259" y="9583"/>
                      <a:pt x="259" y="21176"/>
                    </a:cubicBezTo>
                    <a:cubicBezTo>
                      <a:pt x="259" y="32768"/>
                      <a:pt x="9657" y="42166"/>
                      <a:pt x="21249" y="42166"/>
                    </a:cubicBezTo>
                    <a:cubicBezTo>
                      <a:pt x="32842" y="42166"/>
                      <a:pt x="42240" y="32768"/>
                      <a:pt x="42240" y="21176"/>
                    </a:cubicBezTo>
                    <a:lnTo>
                      <a:pt x="42240" y="21176"/>
                    </a:lnTo>
                    <a:cubicBezTo>
                      <a:pt x="42240" y="9583"/>
                      <a:pt x="32842" y="185"/>
                      <a:pt x="21249" y="1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5" name="Freeform: Shape 3964">
                <a:extLst>
                  <a:ext uri="{FF2B5EF4-FFF2-40B4-BE49-F238E27FC236}">
                    <a16:creationId xmlns:a16="http://schemas.microsoft.com/office/drawing/2014/main" id="{A9A8F859-A787-BDDC-8AF7-E5B0F71D87E4}"/>
                  </a:ext>
                </a:extLst>
              </p:cNvPr>
              <p:cNvSpPr/>
              <p:nvPr/>
            </p:nvSpPr>
            <p:spPr>
              <a:xfrm>
                <a:off x="1842350" y="7869184"/>
                <a:ext cx="37180" cy="37180"/>
              </a:xfrm>
              <a:custGeom>
                <a:avLst/>
                <a:gdLst>
                  <a:gd name="connsiteX0" fmla="*/ 37455 w 37180"/>
                  <a:gd name="connsiteY0" fmla="*/ 18755 h 37180"/>
                  <a:gd name="connsiteX1" fmla="*/ 18864 w 37180"/>
                  <a:gd name="connsiteY1" fmla="*/ 37345 h 37180"/>
                  <a:gd name="connsiteX2" fmla="*/ 274 w 37180"/>
                  <a:gd name="connsiteY2" fmla="*/ 18755 h 37180"/>
                  <a:gd name="connsiteX3" fmla="*/ 18864 w 37180"/>
                  <a:gd name="connsiteY3" fmla="*/ 164 h 37180"/>
                  <a:gd name="connsiteX4" fmla="*/ 37455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5"/>
                    </a:moveTo>
                    <a:cubicBezTo>
                      <a:pt x="37455" y="29022"/>
                      <a:pt x="29132" y="37345"/>
                      <a:pt x="18864" y="37345"/>
                    </a:cubicBezTo>
                    <a:cubicBezTo>
                      <a:pt x="8597" y="37345"/>
                      <a:pt x="274" y="29022"/>
                      <a:pt x="274" y="18755"/>
                    </a:cubicBezTo>
                    <a:cubicBezTo>
                      <a:pt x="274" y="8487"/>
                      <a:pt x="8597" y="164"/>
                      <a:pt x="18864" y="164"/>
                    </a:cubicBezTo>
                    <a:cubicBezTo>
                      <a:pt x="29132" y="164"/>
                      <a:pt x="37455" y="8487"/>
                      <a:pt x="37455" y="18755"/>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6" name="Freeform: Shape 3965">
                <a:extLst>
                  <a:ext uri="{FF2B5EF4-FFF2-40B4-BE49-F238E27FC236}">
                    <a16:creationId xmlns:a16="http://schemas.microsoft.com/office/drawing/2014/main" id="{53DAC785-092F-EDB2-016B-3B1115E9618F}"/>
                  </a:ext>
                </a:extLst>
              </p:cNvPr>
              <p:cNvSpPr/>
              <p:nvPr/>
            </p:nvSpPr>
            <p:spPr>
              <a:xfrm>
                <a:off x="1839950" y="7866784"/>
                <a:ext cx="41981" cy="41981"/>
              </a:xfrm>
              <a:custGeom>
                <a:avLst/>
                <a:gdLst>
                  <a:gd name="connsiteX0" fmla="*/ 21265 w 41981"/>
                  <a:gd name="connsiteY0" fmla="*/ 4965 h 41981"/>
                  <a:gd name="connsiteX1" fmla="*/ 37455 w 41981"/>
                  <a:gd name="connsiteY1" fmla="*/ 21155 h 41981"/>
                  <a:gd name="connsiteX2" fmla="*/ 37455 w 41981"/>
                  <a:gd name="connsiteY2" fmla="*/ 21155 h 41981"/>
                  <a:gd name="connsiteX3" fmla="*/ 21265 w 41981"/>
                  <a:gd name="connsiteY3" fmla="*/ 37345 h 41981"/>
                  <a:gd name="connsiteX4" fmla="*/ 5074 w 41981"/>
                  <a:gd name="connsiteY4" fmla="*/ 21155 h 41981"/>
                  <a:gd name="connsiteX5" fmla="*/ 21265 w 41981"/>
                  <a:gd name="connsiteY5" fmla="*/ 4965 h 41981"/>
                  <a:gd name="connsiteX6" fmla="*/ 21265 w 41981"/>
                  <a:gd name="connsiteY6" fmla="*/ 164 h 41981"/>
                  <a:gd name="connsiteX7" fmla="*/ 274 w 41981"/>
                  <a:gd name="connsiteY7" fmla="*/ 21155 h 41981"/>
                  <a:gd name="connsiteX8" fmla="*/ 21265 w 41981"/>
                  <a:gd name="connsiteY8" fmla="*/ 42145 h 41981"/>
                  <a:gd name="connsiteX9" fmla="*/ 42255 w 41981"/>
                  <a:gd name="connsiteY9" fmla="*/ 21155 h 41981"/>
                  <a:gd name="connsiteX10" fmla="*/ 42255 w 41981"/>
                  <a:gd name="connsiteY10" fmla="*/ 21155 h 41981"/>
                  <a:gd name="connsiteX11" fmla="*/ 2126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5"/>
                    </a:moveTo>
                    <a:cubicBezTo>
                      <a:pt x="30206" y="4965"/>
                      <a:pt x="37455" y="12213"/>
                      <a:pt x="37455" y="21155"/>
                    </a:cubicBezTo>
                    <a:lnTo>
                      <a:pt x="37455" y="21155"/>
                    </a:lnTo>
                    <a:cubicBezTo>
                      <a:pt x="37455" y="30097"/>
                      <a:pt x="30206" y="37345"/>
                      <a:pt x="21265" y="37345"/>
                    </a:cubicBezTo>
                    <a:cubicBezTo>
                      <a:pt x="12323" y="37345"/>
                      <a:pt x="5074" y="30097"/>
                      <a:pt x="5074" y="21155"/>
                    </a:cubicBezTo>
                    <a:cubicBezTo>
                      <a:pt x="5074" y="12213"/>
                      <a:pt x="12323" y="4965"/>
                      <a:pt x="21265" y="4965"/>
                    </a:cubicBezTo>
                    <a:close/>
                    <a:moveTo>
                      <a:pt x="21265" y="164"/>
                    </a:moveTo>
                    <a:cubicBezTo>
                      <a:pt x="9672" y="164"/>
                      <a:pt x="274" y="9562"/>
                      <a:pt x="274" y="21155"/>
                    </a:cubicBezTo>
                    <a:cubicBezTo>
                      <a:pt x="274" y="32747"/>
                      <a:pt x="9672" y="42145"/>
                      <a:pt x="21265" y="42145"/>
                    </a:cubicBezTo>
                    <a:cubicBezTo>
                      <a:pt x="32857" y="42145"/>
                      <a:pt x="42255" y="32747"/>
                      <a:pt x="42255" y="21155"/>
                    </a:cubicBezTo>
                    <a:lnTo>
                      <a:pt x="42255" y="21155"/>
                    </a:lnTo>
                    <a:cubicBezTo>
                      <a:pt x="42255" y="9562"/>
                      <a:pt x="32857" y="164"/>
                      <a:pt x="21265"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7" name="Freeform: Shape 3966">
                <a:extLst>
                  <a:ext uri="{FF2B5EF4-FFF2-40B4-BE49-F238E27FC236}">
                    <a16:creationId xmlns:a16="http://schemas.microsoft.com/office/drawing/2014/main" id="{3695F060-62AD-4B51-6BB5-126B54996C20}"/>
                  </a:ext>
                </a:extLst>
              </p:cNvPr>
              <p:cNvSpPr/>
              <p:nvPr/>
            </p:nvSpPr>
            <p:spPr>
              <a:xfrm>
                <a:off x="1759648" y="7948482"/>
                <a:ext cx="37180" cy="37180"/>
              </a:xfrm>
              <a:custGeom>
                <a:avLst/>
                <a:gdLst>
                  <a:gd name="connsiteX0" fmla="*/ 37440 w 37180"/>
                  <a:gd name="connsiteY0" fmla="*/ 18768 h 37180"/>
                  <a:gd name="connsiteX1" fmla="*/ 18850 w 37180"/>
                  <a:gd name="connsiteY1" fmla="*/ 37359 h 37180"/>
                  <a:gd name="connsiteX2" fmla="*/ 260 w 37180"/>
                  <a:gd name="connsiteY2" fmla="*/ 18768 h 37180"/>
                  <a:gd name="connsiteX3" fmla="*/ 18850 w 37180"/>
                  <a:gd name="connsiteY3" fmla="*/ 178 h 37180"/>
                  <a:gd name="connsiteX4" fmla="*/ 3744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8"/>
                    </a:moveTo>
                    <a:cubicBezTo>
                      <a:pt x="37440" y="29036"/>
                      <a:pt x="29117" y="37359"/>
                      <a:pt x="18850" y="37359"/>
                    </a:cubicBezTo>
                    <a:cubicBezTo>
                      <a:pt x="8583" y="37359"/>
                      <a:pt x="260" y="29036"/>
                      <a:pt x="260" y="18768"/>
                    </a:cubicBezTo>
                    <a:cubicBezTo>
                      <a:pt x="260" y="8501"/>
                      <a:pt x="8583" y="178"/>
                      <a:pt x="18850" y="178"/>
                    </a:cubicBezTo>
                    <a:cubicBezTo>
                      <a:pt x="29117" y="178"/>
                      <a:pt x="37440" y="8501"/>
                      <a:pt x="37440" y="18768"/>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8" name="Freeform: Shape 3967">
                <a:extLst>
                  <a:ext uri="{FF2B5EF4-FFF2-40B4-BE49-F238E27FC236}">
                    <a16:creationId xmlns:a16="http://schemas.microsoft.com/office/drawing/2014/main" id="{8628268D-2DE9-6F8D-3DF1-9E7B0B21FED2}"/>
                  </a:ext>
                </a:extLst>
              </p:cNvPr>
              <p:cNvSpPr/>
              <p:nvPr/>
            </p:nvSpPr>
            <p:spPr>
              <a:xfrm>
                <a:off x="1757248" y="7946082"/>
                <a:ext cx="41981" cy="41981"/>
              </a:xfrm>
              <a:custGeom>
                <a:avLst/>
                <a:gdLst>
                  <a:gd name="connsiteX0" fmla="*/ 21250 w 41981"/>
                  <a:gd name="connsiteY0" fmla="*/ 4978 h 41981"/>
                  <a:gd name="connsiteX1" fmla="*/ 37440 w 41981"/>
                  <a:gd name="connsiteY1" fmla="*/ 21169 h 41981"/>
                  <a:gd name="connsiteX2" fmla="*/ 37440 w 41981"/>
                  <a:gd name="connsiteY2" fmla="*/ 21169 h 41981"/>
                  <a:gd name="connsiteX3" fmla="*/ 21250 w 41981"/>
                  <a:gd name="connsiteY3" fmla="*/ 37359 h 41981"/>
                  <a:gd name="connsiteX4" fmla="*/ 5060 w 41981"/>
                  <a:gd name="connsiteY4" fmla="*/ 21169 h 41981"/>
                  <a:gd name="connsiteX5" fmla="*/ 21250 w 41981"/>
                  <a:gd name="connsiteY5" fmla="*/ 4978 h 41981"/>
                  <a:gd name="connsiteX6" fmla="*/ 21250 w 41981"/>
                  <a:gd name="connsiteY6" fmla="*/ 178 h 41981"/>
                  <a:gd name="connsiteX7" fmla="*/ 260 w 41981"/>
                  <a:gd name="connsiteY7" fmla="*/ 21169 h 41981"/>
                  <a:gd name="connsiteX8" fmla="*/ 21250 w 41981"/>
                  <a:gd name="connsiteY8" fmla="*/ 42159 h 41981"/>
                  <a:gd name="connsiteX9" fmla="*/ 42241 w 41981"/>
                  <a:gd name="connsiteY9" fmla="*/ 21169 h 41981"/>
                  <a:gd name="connsiteX10" fmla="*/ 42241 w 41981"/>
                  <a:gd name="connsiteY10" fmla="*/ 21169 h 41981"/>
                  <a:gd name="connsiteX11" fmla="*/ 2125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8"/>
                    </a:moveTo>
                    <a:cubicBezTo>
                      <a:pt x="30192" y="4978"/>
                      <a:pt x="37440" y="12227"/>
                      <a:pt x="37440" y="21169"/>
                    </a:cubicBezTo>
                    <a:lnTo>
                      <a:pt x="37440" y="21169"/>
                    </a:lnTo>
                    <a:cubicBezTo>
                      <a:pt x="37440" y="30110"/>
                      <a:pt x="30192" y="37359"/>
                      <a:pt x="21250" y="37359"/>
                    </a:cubicBezTo>
                    <a:cubicBezTo>
                      <a:pt x="12308" y="37359"/>
                      <a:pt x="5060" y="30110"/>
                      <a:pt x="5060" y="21169"/>
                    </a:cubicBezTo>
                    <a:cubicBezTo>
                      <a:pt x="5060" y="12227"/>
                      <a:pt x="12308" y="4978"/>
                      <a:pt x="21250" y="4978"/>
                    </a:cubicBezTo>
                    <a:close/>
                    <a:moveTo>
                      <a:pt x="21250" y="178"/>
                    </a:moveTo>
                    <a:cubicBezTo>
                      <a:pt x="9658" y="178"/>
                      <a:pt x="260" y="9576"/>
                      <a:pt x="260" y="21169"/>
                    </a:cubicBezTo>
                    <a:cubicBezTo>
                      <a:pt x="260" y="32761"/>
                      <a:pt x="9658" y="42159"/>
                      <a:pt x="21250" y="42159"/>
                    </a:cubicBezTo>
                    <a:cubicBezTo>
                      <a:pt x="32843" y="42159"/>
                      <a:pt x="42241" y="32761"/>
                      <a:pt x="42241" y="21169"/>
                    </a:cubicBezTo>
                    <a:lnTo>
                      <a:pt x="42241" y="21169"/>
                    </a:lnTo>
                    <a:cubicBezTo>
                      <a:pt x="42241" y="9576"/>
                      <a:pt x="32843" y="178"/>
                      <a:pt x="21250"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69" name="Freeform: Shape 3968">
                <a:extLst>
                  <a:ext uri="{FF2B5EF4-FFF2-40B4-BE49-F238E27FC236}">
                    <a16:creationId xmlns:a16="http://schemas.microsoft.com/office/drawing/2014/main" id="{D1ABC9AC-0BBD-2115-2443-9F56F5D032DF}"/>
                  </a:ext>
                </a:extLst>
              </p:cNvPr>
              <p:cNvSpPr/>
              <p:nvPr/>
            </p:nvSpPr>
            <p:spPr>
              <a:xfrm>
                <a:off x="1785050" y="7909856"/>
                <a:ext cx="37180" cy="37180"/>
              </a:xfrm>
              <a:custGeom>
                <a:avLst/>
                <a:gdLst>
                  <a:gd name="connsiteX0" fmla="*/ 37445 w 37180"/>
                  <a:gd name="connsiteY0" fmla="*/ 18762 h 37180"/>
                  <a:gd name="connsiteX1" fmla="*/ 18854 w 37180"/>
                  <a:gd name="connsiteY1" fmla="*/ 37352 h 37180"/>
                  <a:gd name="connsiteX2" fmla="*/ 264 w 37180"/>
                  <a:gd name="connsiteY2" fmla="*/ 18762 h 37180"/>
                  <a:gd name="connsiteX3" fmla="*/ 18854 w 37180"/>
                  <a:gd name="connsiteY3" fmla="*/ 171 h 37180"/>
                  <a:gd name="connsiteX4" fmla="*/ 37445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2"/>
                    </a:moveTo>
                    <a:cubicBezTo>
                      <a:pt x="37445" y="29029"/>
                      <a:pt x="29122" y="37352"/>
                      <a:pt x="18854" y="37352"/>
                    </a:cubicBezTo>
                    <a:cubicBezTo>
                      <a:pt x="8587" y="37352"/>
                      <a:pt x="264" y="29029"/>
                      <a:pt x="264" y="18762"/>
                    </a:cubicBezTo>
                    <a:cubicBezTo>
                      <a:pt x="264" y="8494"/>
                      <a:pt x="8587" y="171"/>
                      <a:pt x="18854" y="171"/>
                    </a:cubicBezTo>
                    <a:cubicBezTo>
                      <a:pt x="29122" y="171"/>
                      <a:pt x="37445" y="8494"/>
                      <a:pt x="37445" y="18762"/>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0" name="Freeform: Shape 3969">
                <a:extLst>
                  <a:ext uri="{FF2B5EF4-FFF2-40B4-BE49-F238E27FC236}">
                    <a16:creationId xmlns:a16="http://schemas.microsoft.com/office/drawing/2014/main" id="{E6F09855-1809-AB0A-CD27-4F85015BD09C}"/>
                  </a:ext>
                </a:extLst>
              </p:cNvPr>
              <p:cNvSpPr/>
              <p:nvPr/>
            </p:nvSpPr>
            <p:spPr>
              <a:xfrm>
                <a:off x="1782650" y="7907455"/>
                <a:ext cx="41981" cy="41981"/>
              </a:xfrm>
              <a:custGeom>
                <a:avLst/>
                <a:gdLst>
                  <a:gd name="connsiteX0" fmla="*/ 21255 w 41981"/>
                  <a:gd name="connsiteY0" fmla="*/ 4972 h 41981"/>
                  <a:gd name="connsiteX1" fmla="*/ 37445 w 41981"/>
                  <a:gd name="connsiteY1" fmla="*/ 21162 h 41981"/>
                  <a:gd name="connsiteX2" fmla="*/ 37445 w 41981"/>
                  <a:gd name="connsiteY2" fmla="*/ 21162 h 41981"/>
                  <a:gd name="connsiteX3" fmla="*/ 21255 w 41981"/>
                  <a:gd name="connsiteY3" fmla="*/ 37352 h 41981"/>
                  <a:gd name="connsiteX4" fmla="*/ 5064 w 41981"/>
                  <a:gd name="connsiteY4" fmla="*/ 21162 h 41981"/>
                  <a:gd name="connsiteX5" fmla="*/ 21255 w 41981"/>
                  <a:gd name="connsiteY5" fmla="*/ 4972 h 41981"/>
                  <a:gd name="connsiteX6" fmla="*/ 21255 w 41981"/>
                  <a:gd name="connsiteY6" fmla="*/ 171 h 41981"/>
                  <a:gd name="connsiteX7" fmla="*/ 264 w 41981"/>
                  <a:gd name="connsiteY7" fmla="*/ 21162 h 41981"/>
                  <a:gd name="connsiteX8" fmla="*/ 21255 w 41981"/>
                  <a:gd name="connsiteY8" fmla="*/ 42152 h 41981"/>
                  <a:gd name="connsiteX9" fmla="*/ 42245 w 41981"/>
                  <a:gd name="connsiteY9" fmla="*/ 21162 h 41981"/>
                  <a:gd name="connsiteX10" fmla="*/ 42245 w 41981"/>
                  <a:gd name="connsiteY10" fmla="*/ 21162 h 41981"/>
                  <a:gd name="connsiteX11" fmla="*/ 21255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2"/>
                    </a:moveTo>
                    <a:cubicBezTo>
                      <a:pt x="30197" y="4972"/>
                      <a:pt x="37445" y="12220"/>
                      <a:pt x="37445" y="21162"/>
                    </a:cubicBezTo>
                    <a:lnTo>
                      <a:pt x="37445" y="21162"/>
                    </a:lnTo>
                    <a:cubicBezTo>
                      <a:pt x="37445" y="30104"/>
                      <a:pt x="30197" y="37352"/>
                      <a:pt x="21255" y="37352"/>
                    </a:cubicBezTo>
                    <a:cubicBezTo>
                      <a:pt x="12313" y="37352"/>
                      <a:pt x="5064" y="30104"/>
                      <a:pt x="5064" y="21162"/>
                    </a:cubicBezTo>
                    <a:cubicBezTo>
                      <a:pt x="5064" y="12220"/>
                      <a:pt x="12313" y="4972"/>
                      <a:pt x="21255" y="4972"/>
                    </a:cubicBezTo>
                    <a:close/>
                    <a:moveTo>
                      <a:pt x="21255" y="171"/>
                    </a:moveTo>
                    <a:cubicBezTo>
                      <a:pt x="9662" y="171"/>
                      <a:pt x="264" y="9569"/>
                      <a:pt x="264" y="21162"/>
                    </a:cubicBezTo>
                    <a:cubicBezTo>
                      <a:pt x="264" y="32754"/>
                      <a:pt x="9662" y="42152"/>
                      <a:pt x="21255" y="42152"/>
                    </a:cubicBezTo>
                    <a:cubicBezTo>
                      <a:pt x="32847" y="42152"/>
                      <a:pt x="42245" y="32754"/>
                      <a:pt x="42245" y="21162"/>
                    </a:cubicBezTo>
                    <a:lnTo>
                      <a:pt x="42245" y="21162"/>
                    </a:lnTo>
                    <a:cubicBezTo>
                      <a:pt x="42245" y="9569"/>
                      <a:pt x="32847" y="171"/>
                      <a:pt x="21255"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1" name="Freeform: Shape 3970">
                <a:extLst>
                  <a:ext uri="{FF2B5EF4-FFF2-40B4-BE49-F238E27FC236}">
                    <a16:creationId xmlns:a16="http://schemas.microsoft.com/office/drawing/2014/main" id="{26F9C4F9-825B-9618-6B6C-69D417432ADC}"/>
                  </a:ext>
                </a:extLst>
              </p:cNvPr>
              <p:cNvSpPr/>
              <p:nvPr/>
            </p:nvSpPr>
            <p:spPr>
              <a:xfrm>
                <a:off x="1879543" y="7882421"/>
                <a:ext cx="37180" cy="37180"/>
              </a:xfrm>
              <a:custGeom>
                <a:avLst/>
                <a:gdLst>
                  <a:gd name="connsiteX0" fmla="*/ 37461 w 37180"/>
                  <a:gd name="connsiteY0" fmla="*/ 18757 h 37180"/>
                  <a:gd name="connsiteX1" fmla="*/ 18871 w 37180"/>
                  <a:gd name="connsiteY1" fmla="*/ 37347 h 37180"/>
                  <a:gd name="connsiteX2" fmla="*/ 280 w 37180"/>
                  <a:gd name="connsiteY2" fmla="*/ 18757 h 37180"/>
                  <a:gd name="connsiteX3" fmla="*/ 18871 w 37180"/>
                  <a:gd name="connsiteY3" fmla="*/ 166 h 37180"/>
                  <a:gd name="connsiteX4" fmla="*/ 37461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57"/>
                    </a:moveTo>
                    <a:cubicBezTo>
                      <a:pt x="37461" y="29024"/>
                      <a:pt x="29138" y="37347"/>
                      <a:pt x="18871" y="37347"/>
                    </a:cubicBezTo>
                    <a:cubicBezTo>
                      <a:pt x="8604" y="37347"/>
                      <a:pt x="280" y="29024"/>
                      <a:pt x="280" y="18757"/>
                    </a:cubicBezTo>
                    <a:cubicBezTo>
                      <a:pt x="280" y="8490"/>
                      <a:pt x="8604" y="166"/>
                      <a:pt x="18871" y="166"/>
                    </a:cubicBezTo>
                    <a:cubicBezTo>
                      <a:pt x="29138" y="166"/>
                      <a:pt x="37461" y="8490"/>
                      <a:pt x="37461" y="18757"/>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2" name="Freeform: Shape 3971">
                <a:extLst>
                  <a:ext uri="{FF2B5EF4-FFF2-40B4-BE49-F238E27FC236}">
                    <a16:creationId xmlns:a16="http://schemas.microsoft.com/office/drawing/2014/main" id="{7C7591E8-9427-779C-066E-82CA90EF8CBB}"/>
                  </a:ext>
                </a:extLst>
              </p:cNvPr>
              <p:cNvSpPr/>
              <p:nvPr/>
            </p:nvSpPr>
            <p:spPr>
              <a:xfrm>
                <a:off x="1877142" y="7880021"/>
                <a:ext cx="41981" cy="41981"/>
              </a:xfrm>
              <a:custGeom>
                <a:avLst/>
                <a:gdLst>
                  <a:gd name="connsiteX0" fmla="*/ 21271 w 41981"/>
                  <a:gd name="connsiteY0" fmla="*/ 4967 h 41981"/>
                  <a:gd name="connsiteX1" fmla="*/ 37461 w 41981"/>
                  <a:gd name="connsiteY1" fmla="*/ 21157 h 41981"/>
                  <a:gd name="connsiteX2" fmla="*/ 37461 w 41981"/>
                  <a:gd name="connsiteY2" fmla="*/ 21157 h 41981"/>
                  <a:gd name="connsiteX3" fmla="*/ 21271 w 41981"/>
                  <a:gd name="connsiteY3" fmla="*/ 37347 h 41981"/>
                  <a:gd name="connsiteX4" fmla="*/ 5081 w 41981"/>
                  <a:gd name="connsiteY4" fmla="*/ 21157 h 41981"/>
                  <a:gd name="connsiteX5" fmla="*/ 21271 w 41981"/>
                  <a:gd name="connsiteY5" fmla="*/ 4967 h 41981"/>
                  <a:gd name="connsiteX6" fmla="*/ 21271 w 41981"/>
                  <a:gd name="connsiteY6" fmla="*/ 166 h 41981"/>
                  <a:gd name="connsiteX7" fmla="*/ 280 w 41981"/>
                  <a:gd name="connsiteY7" fmla="*/ 21157 h 41981"/>
                  <a:gd name="connsiteX8" fmla="*/ 21271 w 41981"/>
                  <a:gd name="connsiteY8" fmla="*/ 42148 h 41981"/>
                  <a:gd name="connsiteX9" fmla="*/ 42262 w 41981"/>
                  <a:gd name="connsiteY9" fmla="*/ 21157 h 41981"/>
                  <a:gd name="connsiteX10" fmla="*/ 42262 w 41981"/>
                  <a:gd name="connsiteY10" fmla="*/ 21157 h 41981"/>
                  <a:gd name="connsiteX11" fmla="*/ 21271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67"/>
                    </a:moveTo>
                    <a:cubicBezTo>
                      <a:pt x="30213" y="4967"/>
                      <a:pt x="37461" y="12215"/>
                      <a:pt x="37461" y="21157"/>
                    </a:cubicBezTo>
                    <a:lnTo>
                      <a:pt x="37461" y="21157"/>
                    </a:lnTo>
                    <a:cubicBezTo>
                      <a:pt x="37461" y="30099"/>
                      <a:pt x="30213" y="37347"/>
                      <a:pt x="21271" y="37347"/>
                    </a:cubicBezTo>
                    <a:cubicBezTo>
                      <a:pt x="12329" y="37347"/>
                      <a:pt x="5081" y="30099"/>
                      <a:pt x="5081" y="21157"/>
                    </a:cubicBezTo>
                    <a:cubicBezTo>
                      <a:pt x="5081" y="12215"/>
                      <a:pt x="12329" y="4967"/>
                      <a:pt x="21271" y="4967"/>
                    </a:cubicBezTo>
                    <a:close/>
                    <a:moveTo>
                      <a:pt x="21271" y="166"/>
                    </a:moveTo>
                    <a:cubicBezTo>
                      <a:pt x="9679" y="166"/>
                      <a:pt x="280" y="9564"/>
                      <a:pt x="280" y="21157"/>
                    </a:cubicBezTo>
                    <a:cubicBezTo>
                      <a:pt x="280" y="32750"/>
                      <a:pt x="9679" y="42148"/>
                      <a:pt x="21271" y="42148"/>
                    </a:cubicBezTo>
                    <a:cubicBezTo>
                      <a:pt x="32864" y="42148"/>
                      <a:pt x="42262" y="32750"/>
                      <a:pt x="42262" y="21157"/>
                    </a:cubicBezTo>
                    <a:lnTo>
                      <a:pt x="42262" y="21157"/>
                    </a:lnTo>
                    <a:cubicBezTo>
                      <a:pt x="42262" y="9564"/>
                      <a:pt x="32864" y="166"/>
                      <a:pt x="21271"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3" name="Freeform: Shape 3972">
                <a:extLst>
                  <a:ext uri="{FF2B5EF4-FFF2-40B4-BE49-F238E27FC236}">
                    <a16:creationId xmlns:a16="http://schemas.microsoft.com/office/drawing/2014/main" id="{37F61ACC-F1D6-9E29-223A-B9B9B9A88E43}"/>
                  </a:ext>
                </a:extLst>
              </p:cNvPr>
              <p:cNvSpPr/>
              <p:nvPr/>
            </p:nvSpPr>
            <p:spPr>
              <a:xfrm>
                <a:off x="1923762" y="7706528"/>
                <a:ext cx="37180" cy="37180"/>
              </a:xfrm>
              <a:custGeom>
                <a:avLst/>
                <a:gdLst>
                  <a:gd name="connsiteX0" fmla="*/ 37469 w 37180"/>
                  <a:gd name="connsiteY0" fmla="*/ 18726 h 37180"/>
                  <a:gd name="connsiteX1" fmla="*/ 18879 w 37180"/>
                  <a:gd name="connsiteY1" fmla="*/ 37317 h 37180"/>
                  <a:gd name="connsiteX2" fmla="*/ 288 w 37180"/>
                  <a:gd name="connsiteY2" fmla="*/ 18726 h 37180"/>
                  <a:gd name="connsiteX3" fmla="*/ 18879 w 37180"/>
                  <a:gd name="connsiteY3" fmla="*/ 136 h 37180"/>
                  <a:gd name="connsiteX4" fmla="*/ 37469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26"/>
                    </a:moveTo>
                    <a:cubicBezTo>
                      <a:pt x="37469" y="28994"/>
                      <a:pt x="29146" y="37317"/>
                      <a:pt x="18879" y="37317"/>
                    </a:cubicBezTo>
                    <a:cubicBezTo>
                      <a:pt x="8611" y="37317"/>
                      <a:pt x="288" y="28994"/>
                      <a:pt x="288" y="18726"/>
                    </a:cubicBezTo>
                    <a:cubicBezTo>
                      <a:pt x="288" y="8459"/>
                      <a:pt x="8611" y="136"/>
                      <a:pt x="18879" y="136"/>
                    </a:cubicBezTo>
                    <a:cubicBezTo>
                      <a:pt x="29146" y="136"/>
                      <a:pt x="37469" y="8459"/>
                      <a:pt x="37469" y="18726"/>
                    </a:cubicBezTo>
                    <a:close/>
                  </a:path>
                </a:pathLst>
              </a:custGeom>
              <a:solidFill>
                <a:srgbClr val="EEF7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4" name="Freeform: Shape 3973">
                <a:extLst>
                  <a:ext uri="{FF2B5EF4-FFF2-40B4-BE49-F238E27FC236}">
                    <a16:creationId xmlns:a16="http://schemas.microsoft.com/office/drawing/2014/main" id="{54377D24-4DE9-43D8-05FC-00C6931AF770}"/>
                  </a:ext>
                </a:extLst>
              </p:cNvPr>
              <p:cNvSpPr/>
              <p:nvPr/>
            </p:nvSpPr>
            <p:spPr>
              <a:xfrm>
                <a:off x="1921362" y="7704127"/>
                <a:ext cx="41981" cy="41981"/>
              </a:xfrm>
              <a:custGeom>
                <a:avLst/>
                <a:gdLst>
                  <a:gd name="connsiteX0" fmla="*/ 21279 w 41981"/>
                  <a:gd name="connsiteY0" fmla="*/ 4936 h 41981"/>
                  <a:gd name="connsiteX1" fmla="*/ 37469 w 41981"/>
                  <a:gd name="connsiteY1" fmla="*/ 21127 h 41981"/>
                  <a:gd name="connsiteX2" fmla="*/ 37469 w 41981"/>
                  <a:gd name="connsiteY2" fmla="*/ 21127 h 41981"/>
                  <a:gd name="connsiteX3" fmla="*/ 21279 w 41981"/>
                  <a:gd name="connsiteY3" fmla="*/ 37317 h 41981"/>
                  <a:gd name="connsiteX4" fmla="*/ 5089 w 41981"/>
                  <a:gd name="connsiteY4" fmla="*/ 21127 h 41981"/>
                  <a:gd name="connsiteX5" fmla="*/ 21279 w 41981"/>
                  <a:gd name="connsiteY5" fmla="*/ 4936 h 41981"/>
                  <a:gd name="connsiteX6" fmla="*/ 21279 w 41981"/>
                  <a:gd name="connsiteY6" fmla="*/ 136 h 41981"/>
                  <a:gd name="connsiteX7" fmla="*/ 288 w 41981"/>
                  <a:gd name="connsiteY7" fmla="*/ 21127 h 41981"/>
                  <a:gd name="connsiteX8" fmla="*/ 21279 w 41981"/>
                  <a:gd name="connsiteY8" fmla="*/ 42117 h 41981"/>
                  <a:gd name="connsiteX9" fmla="*/ 42269 w 41981"/>
                  <a:gd name="connsiteY9" fmla="*/ 21127 h 41981"/>
                  <a:gd name="connsiteX10" fmla="*/ 42269 w 41981"/>
                  <a:gd name="connsiteY10" fmla="*/ 21127 h 41981"/>
                  <a:gd name="connsiteX11" fmla="*/ 21279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36"/>
                    </a:moveTo>
                    <a:cubicBezTo>
                      <a:pt x="30221" y="4936"/>
                      <a:pt x="37469" y="12185"/>
                      <a:pt x="37469" y="21127"/>
                    </a:cubicBezTo>
                    <a:lnTo>
                      <a:pt x="37469" y="21127"/>
                    </a:lnTo>
                    <a:cubicBezTo>
                      <a:pt x="37469" y="30068"/>
                      <a:pt x="30221" y="37317"/>
                      <a:pt x="21279" y="37317"/>
                    </a:cubicBezTo>
                    <a:cubicBezTo>
                      <a:pt x="12337" y="37317"/>
                      <a:pt x="5089" y="30068"/>
                      <a:pt x="5089" y="21127"/>
                    </a:cubicBezTo>
                    <a:cubicBezTo>
                      <a:pt x="5089" y="12185"/>
                      <a:pt x="12337" y="4936"/>
                      <a:pt x="21279" y="4936"/>
                    </a:cubicBezTo>
                    <a:close/>
                    <a:moveTo>
                      <a:pt x="21279" y="136"/>
                    </a:moveTo>
                    <a:cubicBezTo>
                      <a:pt x="9686" y="136"/>
                      <a:pt x="288" y="9534"/>
                      <a:pt x="288" y="21127"/>
                    </a:cubicBezTo>
                    <a:cubicBezTo>
                      <a:pt x="288" y="32719"/>
                      <a:pt x="9686" y="42117"/>
                      <a:pt x="21279" y="42117"/>
                    </a:cubicBezTo>
                    <a:cubicBezTo>
                      <a:pt x="32871" y="42117"/>
                      <a:pt x="42269" y="32719"/>
                      <a:pt x="42269" y="21127"/>
                    </a:cubicBezTo>
                    <a:lnTo>
                      <a:pt x="42269" y="21127"/>
                    </a:lnTo>
                    <a:cubicBezTo>
                      <a:pt x="42269" y="9534"/>
                      <a:pt x="32871" y="136"/>
                      <a:pt x="21279" y="1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5" name="Freeform: Shape 3974">
                <a:extLst>
                  <a:ext uri="{FF2B5EF4-FFF2-40B4-BE49-F238E27FC236}">
                    <a16:creationId xmlns:a16="http://schemas.microsoft.com/office/drawing/2014/main" id="{F936563D-DA61-3CD8-D7D7-977B6932A536}"/>
                  </a:ext>
                </a:extLst>
              </p:cNvPr>
              <p:cNvSpPr/>
              <p:nvPr/>
            </p:nvSpPr>
            <p:spPr>
              <a:xfrm>
                <a:off x="1848358" y="7876597"/>
                <a:ext cx="37180" cy="37180"/>
              </a:xfrm>
              <a:custGeom>
                <a:avLst/>
                <a:gdLst>
                  <a:gd name="connsiteX0" fmla="*/ 37456 w 37180"/>
                  <a:gd name="connsiteY0" fmla="*/ 18756 h 37180"/>
                  <a:gd name="connsiteX1" fmla="*/ 18865 w 37180"/>
                  <a:gd name="connsiteY1" fmla="*/ 37346 h 37180"/>
                  <a:gd name="connsiteX2" fmla="*/ 275 w 37180"/>
                  <a:gd name="connsiteY2" fmla="*/ 18756 h 37180"/>
                  <a:gd name="connsiteX3" fmla="*/ 18865 w 37180"/>
                  <a:gd name="connsiteY3" fmla="*/ 165 h 37180"/>
                  <a:gd name="connsiteX4" fmla="*/ 37456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56"/>
                    </a:moveTo>
                    <a:cubicBezTo>
                      <a:pt x="37456" y="29023"/>
                      <a:pt x="29133" y="37346"/>
                      <a:pt x="18865" y="37346"/>
                    </a:cubicBezTo>
                    <a:cubicBezTo>
                      <a:pt x="8598" y="37346"/>
                      <a:pt x="275" y="29023"/>
                      <a:pt x="275" y="18756"/>
                    </a:cubicBezTo>
                    <a:cubicBezTo>
                      <a:pt x="275" y="8489"/>
                      <a:pt x="8598" y="165"/>
                      <a:pt x="18865" y="165"/>
                    </a:cubicBezTo>
                    <a:cubicBezTo>
                      <a:pt x="29133" y="165"/>
                      <a:pt x="37456" y="8489"/>
                      <a:pt x="37456" y="18756"/>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6" name="Freeform: Shape 3975">
                <a:extLst>
                  <a:ext uri="{FF2B5EF4-FFF2-40B4-BE49-F238E27FC236}">
                    <a16:creationId xmlns:a16="http://schemas.microsoft.com/office/drawing/2014/main" id="{08ED10E3-4FCB-8BE4-3CA4-E2090BAB506F}"/>
                  </a:ext>
                </a:extLst>
              </p:cNvPr>
              <p:cNvSpPr/>
              <p:nvPr/>
            </p:nvSpPr>
            <p:spPr>
              <a:xfrm>
                <a:off x="1845958" y="7874197"/>
                <a:ext cx="41981" cy="41981"/>
              </a:xfrm>
              <a:custGeom>
                <a:avLst/>
                <a:gdLst>
                  <a:gd name="connsiteX0" fmla="*/ 21266 w 41981"/>
                  <a:gd name="connsiteY0" fmla="*/ 4966 h 41981"/>
                  <a:gd name="connsiteX1" fmla="*/ 37456 w 41981"/>
                  <a:gd name="connsiteY1" fmla="*/ 21156 h 41981"/>
                  <a:gd name="connsiteX2" fmla="*/ 37456 w 41981"/>
                  <a:gd name="connsiteY2" fmla="*/ 21156 h 41981"/>
                  <a:gd name="connsiteX3" fmla="*/ 21266 w 41981"/>
                  <a:gd name="connsiteY3" fmla="*/ 37346 h 41981"/>
                  <a:gd name="connsiteX4" fmla="*/ 5075 w 41981"/>
                  <a:gd name="connsiteY4" fmla="*/ 21156 h 41981"/>
                  <a:gd name="connsiteX5" fmla="*/ 21266 w 41981"/>
                  <a:gd name="connsiteY5" fmla="*/ 4966 h 41981"/>
                  <a:gd name="connsiteX6" fmla="*/ 21266 w 41981"/>
                  <a:gd name="connsiteY6" fmla="*/ 165 h 41981"/>
                  <a:gd name="connsiteX7" fmla="*/ 275 w 41981"/>
                  <a:gd name="connsiteY7" fmla="*/ 21156 h 41981"/>
                  <a:gd name="connsiteX8" fmla="*/ 21266 w 41981"/>
                  <a:gd name="connsiteY8" fmla="*/ 42147 h 41981"/>
                  <a:gd name="connsiteX9" fmla="*/ 42256 w 41981"/>
                  <a:gd name="connsiteY9" fmla="*/ 21156 h 41981"/>
                  <a:gd name="connsiteX10" fmla="*/ 42256 w 41981"/>
                  <a:gd name="connsiteY10" fmla="*/ 21156 h 41981"/>
                  <a:gd name="connsiteX11" fmla="*/ 21266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66"/>
                    </a:moveTo>
                    <a:cubicBezTo>
                      <a:pt x="30208" y="4966"/>
                      <a:pt x="37456" y="12214"/>
                      <a:pt x="37456" y="21156"/>
                    </a:cubicBezTo>
                    <a:lnTo>
                      <a:pt x="37456" y="21156"/>
                    </a:lnTo>
                    <a:cubicBezTo>
                      <a:pt x="37456" y="30098"/>
                      <a:pt x="30208" y="37346"/>
                      <a:pt x="21266" y="37346"/>
                    </a:cubicBezTo>
                    <a:cubicBezTo>
                      <a:pt x="12324" y="37346"/>
                      <a:pt x="5075" y="30098"/>
                      <a:pt x="5075" y="21156"/>
                    </a:cubicBezTo>
                    <a:cubicBezTo>
                      <a:pt x="5075" y="12214"/>
                      <a:pt x="12324" y="4966"/>
                      <a:pt x="21266" y="4966"/>
                    </a:cubicBezTo>
                    <a:close/>
                    <a:moveTo>
                      <a:pt x="21266" y="165"/>
                    </a:moveTo>
                    <a:cubicBezTo>
                      <a:pt x="9673" y="165"/>
                      <a:pt x="275" y="9563"/>
                      <a:pt x="275" y="21156"/>
                    </a:cubicBezTo>
                    <a:cubicBezTo>
                      <a:pt x="275" y="32749"/>
                      <a:pt x="9673" y="42147"/>
                      <a:pt x="21266" y="42147"/>
                    </a:cubicBezTo>
                    <a:cubicBezTo>
                      <a:pt x="32858" y="42147"/>
                      <a:pt x="42256" y="32749"/>
                      <a:pt x="42256" y="21156"/>
                    </a:cubicBezTo>
                    <a:lnTo>
                      <a:pt x="42256" y="21156"/>
                    </a:lnTo>
                    <a:cubicBezTo>
                      <a:pt x="42256" y="9563"/>
                      <a:pt x="32858" y="165"/>
                      <a:pt x="21266"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7" name="Freeform: Shape 3976">
                <a:extLst>
                  <a:ext uri="{FF2B5EF4-FFF2-40B4-BE49-F238E27FC236}">
                    <a16:creationId xmlns:a16="http://schemas.microsoft.com/office/drawing/2014/main" id="{609CD4CD-CEBB-4367-47DE-E03B8D49D2AF}"/>
                  </a:ext>
                </a:extLst>
              </p:cNvPr>
              <p:cNvSpPr/>
              <p:nvPr/>
            </p:nvSpPr>
            <p:spPr>
              <a:xfrm>
                <a:off x="1829160" y="7955152"/>
                <a:ext cx="37180" cy="37180"/>
              </a:xfrm>
              <a:custGeom>
                <a:avLst/>
                <a:gdLst>
                  <a:gd name="connsiteX0" fmla="*/ 37453 w 37180"/>
                  <a:gd name="connsiteY0" fmla="*/ 18769 h 37180"/>
                  <a:gd name="connsiteX1" fmla="*/ 18862 w 37180"/>
                  <a:gd name="connsiteY1" fmla="*/ 37360 h 37180"/>
                  <a:gd name="connsiteX2" fmla="*/ 272 w 37180"/>
                  <a:gd name="connsiteY2" fmla="*/ 18769 h 37180"/>
                  <a:gd name="connsiteX3" fmla="*/ 18862 w 37180"/>
                  <a:gd name="connsiteY3" fmla="*/ 179 h 37180"/>
                  <a:gd name="connsiteX4" fmla="*/ 37453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9"/>
                    </a:moveTo>
                    <a:cubicBezTo>
                      <a:pt x="37453" y="29037"/>
                      <a:pt x="29129" y="37360"/>
                      <a:pt x="18862" y="37360"/>
                    </a:cubicBezTo>
                    <a:cubicBezTo>
                      <a:pt x="8595" y="37360"/>
                      <a:pt x="272" y="29037"/>
                      <a:pt x="272" y="18769"/>
                    </a:cubicBezTo>
                    <a:cubicBezTo>
                      <a:pt x="272" y="8502"/>
                      <a:pt x="8595" y="179"/>
                      <a:pt x="18862" y="179"/>
                    </a:cubicBezTo>
                    <a:cubicBezTo>
                      <a:pt x="29129" y="179"/>
                      <a:pt x="37453" y="8502"/>
                      <a:pt x="37453" y="18769"/>
                    </a:cubicBezTo>
                    <a:close/>
                  </a:path>
                </a:pathLst>
              </a:custGeom>
              <a:solidFill>
                <a:srgbClr val="F7DD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8" name="Freeform: Shape 3977">
                <a:extLst>
                  <a:ext uri="{FF2B5EF4-FFF2-40B4-BE49-F238E27FC236}">
                    <a16:creationId xmlns:a16="http://schemas.microsoft.com/office/drawing/2014/main" id="{BA0B3FEC-04D5-9427-D933-36D11CBA2C0C}"/>
                  </a:ext>
                </a:extLst>
              </p:cNvPr>
              <p:cNvSpPr/>
              <p:nvPr/>
            </p:nvSpPr>
            <p:spPr>
              <a:xfrm>
                <a:off x="1826760" y="7952752"/>
                <a:ext cx="41981" cy="41981"/>
              </a:xfrm>
              <a:custGeom>
                <a:avLst/>
                <a:gdLst>
                  <a:gd name="connsiteX0" fmla="*/ 21262 w 41981"/>
                  <a:gd name="connsiteY0" fmla="*/ 4979 h 41981"/>
                  <a:gd name="connsiteX1" fmla="*/ 37453 w 41981"/>
                  <a:gd name="connsiteY1" fmla="*/ 21170 h 41981"/>
                  <a:gd name="connsiteX2" fmla="*/ 37453 w 41981"/>
                  <a:gd name="connsiteY2" fmla="*/ 21170 h 41981"/>
                  <a:gd name="connsiteX3" fmla="*/ 21262 w 41981"/>
                  <a:gd name="connsiteY3" fmla="*/ 37360 h 41981"/>
                  <a:gd name="connsiteX4" fmla="*/ 5072 w 41981"/>
                  <a:gd name="connsiteY4" fmla="*/ 21170 h 41981"/>
                  <a:gd name="connsiteX5" fmla="*/ 21262 w 41981"/>
                  <a:gd name="connsiteY5" fmla="*/ 4979 h 41981"/>
                  <a:gd name="connsiteX6" fmla="*/ 21262 w 41981"/>
                  <a:gd name="connsiteY6" fmla="*/ 179 h 41981"/>
                  <a:gd name="connsiteX7" fmla="*/ 272 w 41981"/>
                  <a:gd name="connsiteY7" fmla="*/ 21170 h 41981"/>
                  <a:gd name="connsiteX8" fmla="*/ 21262 w 41981"/>
                  <a:gd name="connsiteY8" fmla="*/ 42160 h 41981"/>
                  <a:gd name="connsiteX9" fmla="*/ 42253 w 41981"/>
                  <a:gd name="connsiteY9" fmla="*/ 21170 h 41981"/>
                  <a:gd name="connsiteX10" fmla="*/ 42253 w 41981"/>
                  <a:gd name="connsiteY10" fmla="*/ 21170 h 41981"/>
                  <a:gd name="connsiteX11" fmla="*/ 21262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9"/>
                    </a:moveTo>
                    <a:cubicBezTo>
                      <a:pt x="30204" y="4979"/>
                      <a:pt x="37453" y="12228"/>
                      <a:pt x="37453" y="21170"/>
                    </a:cubicBezTo>
                    <a:lnTo>
                      <a:pt x="37453" y="21170"/>
                    </a:lnTo>
                    <a:cubicBezTo>
                      <a:pt x="37453" y="30112"/>
                      <a:pt x="30204" y="37360"/>
                      <a:pt x="21262" y="37360"/>
                    </a:cubicBezTo>
                    <a:cubicBezTo>
                      <a:pt x="12321" y="37360"/>
                      <a:pt x="5072" y="30112"/>
                      <a:pt x="5072" y="21170"/>
                    </a:cubicBezTo>
                    <a:cubicBezTo>
                      <a:pt x="5072" y="12228"/>
                      <a:pt x="12321" y="4979"/>
                      <a:pt x="21262" y="4979"/>
                    </a:cubicBezTo>
                    <a:close/>
                    <a:moveTo>
                      <a:pt x="21262" y="179"/>
                    </a:moveTo>
                    <a:cubicBezTo>
                      <a:pt x="9670" y="179"/>
                      <a:pt x="272" y="9577"/>
                      <a:pt x="272" y="21170"/>
                    </a:cubicBezTo>
                    <a:cubicBezTo>
                      <a:pt x="272" y="32762"/>
                      <a:pt x="9670" y="42160"/>
                      <a:pt x="21262" y="42160"/>
                    </a:cubicBezTo>
                    <a:cubicBezTo>
                      <a:pt x="32855" y="42160"/>
                      <a:pt x="42253" y="32762"/>
                      <a:pt x="42253" y="21170"/>
                    </a:cubicBezTo>
                    <a:lnTo>
                      <a:pt x="42253" y="21170"/>
                    </a:lnTo>
                    <a:cubicBezTo>
                      <a:pt x="42253" y="9577"/>
                      <a:pt x="32855" y="179"/>
                      <a:pt x="21262"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79" name="Freeform: Shape 3978">
                <a:extLst>
                  <a:ext uri="{FF2B5EF4-FFF2-40B4-BE49-F238E27FC236}">
                    <a16:creationId xmlns:a16="http://schemas.microsoft.com/office/drawing/2014/main" id="{F97C39D1-0E9F-7796-703D-3AD7FA8985C9}"/>
                  </a:ext>
                </a:extLst>
              </p:cNvPr>
              <p:cNvSpPr/>
              <p:nvPr/>
            </p:nvSpPr>
            <p:spPr>
              <a:xfrm>
                <a:off x="1815929" y="7897322"/>
                <a:ext cx="37180" cy="37180"/>
              </a:xfrm>
              <a:custGeom>
                <a:avLst/>
                <a:gdLst>
                  <a:gd name="connsiteX0" fmla="*/ 37450 w 37180"/>
                  <a:gd name="connsiteY0" fmla="*/ 18759 h 37180"/>
                  <a:gd name="connsiteX1" fmla="*/ 18860 w 37180"/>
                  <a:gd name="connsiteY1" fmla="*/ 37350 h 37180"/>
                  <a:gd name="connsiteX2" fmla="*/ 269 w 37180"/>
                  <a:gd name="connsiteY2" fmla="*/ 18759 h 37180"/>
                  <a:gd name="connsiteX3" fmla="*/ 18860 w 37180"/>
                  <a:gd name="connsiteY3" fmla="*/ 169 h 37180"/>
                  <a:gd name="connsiteX4" fmla="*/ 37450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59"/>
                    </a:moveTo>
                    <a:cubicBezTo>
                      <a:pt x="37450" y="29027"/>
                      <a:pt x="29127" y="37350"/>
                      <a:pt x="18860" y="37350"/>
                    </a:cubicBezTo>
                    <a:cubicBezTo>
                      <a:pt x="8593" y="37350"/>
                      <a:pt x="269" y="29027"/>
                      <a:pt x="269" y="18759"/>
                    </a:cubicBezTo>
                    <a:cubicBezTo>
                      <a:pt x="269" y="8492"/>
                      <a:pt x="8593" y="169"/>
                      <a:pt x="18860" y="169"/>
                    </a:cubicBezTo>
                    <a:cubicBezTo>
                      <a:pt x="29127" y="169"/>
                      <a:pt x="37450" y="8492"/>
                      <a:pt x="37450" y="18759"/>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0" name="Freeform: Shape 3979">
                <a:extLst>
                  <a:ext uri="{FF2B5EF4-FFF2-40B4-BE49-F238E27FC236}">
                    <a16:creationId xmlns:a16="http://schemas.microsoft.com/office/drawing/2014/main" id="{40624D82-FDC6-3D2E-E259-5476232626B0}"/>
                  </a:ext>
                </a:extLst>
              </p:cNvPr>
              <p:cNvSpPr/>
              <p:nvPr/>
            </p:nvSpPr>
            <p:spPr>
              <a:xfrm>
                <a:off x="1813529" y="7894922"/>
                <a:ext cx="41981" cy="41981"/>
              </a:xfrm>
              <a:custGeom>
                <a:avLst/>
                <a:gdLst>
                  <a:gd name="connsiteX0" fmla="*/ 21260 w 41981"/>
                  <a:gd name="connsiteY0" fmla="*/ 4969 h 41981"/>
                  <a:gd name="connsiteX1" fmla="*/ 37450 w 41981"/>
                  <a:gd name="connsiteY1" fmla="*/ 21160 h 41981"/>
                  <a:gd name="connsiteX2" fmla="*/ 37450 w 41981"/>
                  <a:gd name="connsiteY2" fmla="*/ 21160 h 41981"/>
                  <a:gd name="connsiteX3" fmla="*/ 21260 w 41981"/>
                  <a:gd name="connsiteY3" fmla="*/ 37350 h 41981"/>
                  <a:gd name="connsiteX4" fmla="*/ 5070 w 41981"/>
                  <a:gd name="connsiteY4" fmla="*/ 21160 h 41981"/>
                  <a:gd name="connsiteX5" fmla="*/ 21260 w 41981"/>
                  <a:gd name="connsiteY5" fmla="*/ 4969 h 41981"/>
                  <a:gd name="connsiteX6" fmla="*/ 21260 w 41981"/>
                  <a:gd name="connsiteY6" fmla="*/ 169 h 41981"/>
                  <a:gd name="connsiteX7" fmla="*/ 269 w 41981"/>
                  <a:gd name="connsiteY7" fmla="*/ 21160 h 41981"/>
                  <a:gd name="connsiteX8" fmla="*/ 21260 w 41981"/>
                  <a:gd name="connsiteY8" fmla="*/ 42150 h 41981"/>
                  <a:gd name="connsiteX9" fmla="*/ 42251 w 41981"/>
                  <a:gd name="connsiteY9" fmla="*/ 21160 h 41981"/>
                  <a:gd name="connsiteX10" fmla="*/ 42251 w 41981"/>
                  <a:gd name="connsiteY10" fmla="*/ 21160 h 41981"/>
                  <a:gd name="connsiteX11" fmla="*/ 21260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69"/>
                    </a:moveTo>
                    <a:cubicBezTo>
                      <a:pt x="30202" y="4969"/>
                      <a:pt x="37450" y="12218"/>
                      <a:pt x="37450" y="21160"/>
                    </a:cubicBezTo>
                    <a:lnTo>
                      <a:pt x="37450" y="21160"/>
                    </a:lnTo>
                    <a:cubicBezTo>
                      <a:pt x="37450" y="30101"/>
                      <a:pt x="30202" y="37350"/>
                      <a:pt x="21260" y="37350"/>
                    </a:cubicBezTo>
                    <a:cubicBezTo>
                      <a:pt x="12318" y="37350"/>
                      <a:pt x="5070" y="30101"/>
                      <a:pt x="5070" y="21160"/>
                    </a:cubicBezTo>
                    <a:cubicBezTo>
                      <a:pt x="5070" y="12218"/>
                      <a:pt x="12318" y="4969"/>
                      <a:pt x="21260" y="4969"/>
                    </a:cubicBezTo>
                    <a:close/>
                    <a:moveTo>
                      <a:pt x="21260" y="169"/>
                    </a:moveTo>
                    <a:cubicBezTo>
                      <a:pt x="9667" y="169"/>
                      <a:pt x="269" y="9567"/>
                      <a:pt x="269" y="21160"/>
                    </a:cubicBezTo>
                    <a:cubicBezTo>
                      <a:pt x="269" y="32752"/>
                      <a:pt x="9667" y="42150"/>
                      <a:pt x="21260" y="42150"/>
                    </a:cubicBezTo>
                    <a:cubicBezTo>
                      <a:pt x="32853" y="42150"/>
                      <a:pt x="42251" y="32752"/>
                      <a:pt x="42251" y="21160"/>
                    </a:cubicBezTo>
                    <a:lnTo>
                      <a:pt x="42251" y="21160"/>
                    </a:lnTo>
                    <a:cubicBezTo>
                      <a:pt x="42251" y="9567"/>
                      <a:pt x="32853" y="169"/>
                      <a:pt x="21260"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1" name="Freeform: Shape 3980">
                <a:extLst>
                  <a:ext uri="{FF2B5EF4-FFF2-40B4-BE49-F238E27FC236}">
                    <a16:creationId xmlns:a16="http://schemas.microsoft.com/office/drawing/2014/main" id="{A49A1E56-F89A-8B0B-465B-3047F1371E8F}"/>
                  </a:ext>
                </a:extLst>
              </p:cNvPr>
              <p:cNvSpPr/>
              <p:nvPr/>
            </p:nvSpPr>
            <p:spPr>
              <a:xfrm>
                <a:off x="1737622" y="7940257"/>
                <a:ext cx="37180" cy="37180"/>
              </a:xfrm>
              <a:custGeom>
                <a:avLst/>
                <a:gdLst>
                  <a:gd name="connsiteX0" fmla="*/ 37437 w 37180"/>
                  <a:gd name="connsiteY0" fmla="*/ 18767 h 37180"/>
                  <a:gd name="connsiteX1" fmla="*/ 18846 w 37180"/>
                  <a:gd name="connsiteY1" fmla="*/ 37357 h 37180"/>
                  <a:gd name="connsiteX2" fmla="*/ 256 w 37180"/>
                  <a:gd name="connsiteY2" fmla="*/ 18767 h 37180"/>
                  <a:gd name="connsiteX3" fmla="*/ 18846 w 37180"/>
                  <a:gd name="connsiteY3" fmla="*/ 177 h 37180"/>
                  <a:gd name="connsiteX4" fmla="*/ 37437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7"/>
                    </a:moveTo>
                    <a:cubicBezTo>
                      <a:pt x="37437" y="29034"/>
                      <a:pt x="29113" y="37357"/>
                      <a:pt x="18846" y="37357"/>
                    </a:cubicBezTo>
                    <a:cubicBezTo>
                      <a:pt x="8579" y="37357"/>
                      <a:pt x="256" y="29034"/>
                      <a:pt x="256" y="18767"/>
                    </a:cubicBezTo>
                    <a:cubicBezTo>
                      <a:pt x="256" y="8500"/>
                      <a:pt x="8579" y="177"/>
                      <a:pt x="18846" y="177"/>
                    </a:cubicBezTo>
                    <a:cubicBezTo>
                      <a:pt x="29113" y="177"/>
                      <a:pt x="37437" y="8500"/>
                      <a:pt x="37437" y="18767"/>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2" name="Freeform: Shape 3981">
                <a:extLst>
                  <a:ext uri="{FF2B5EF4-FFF2-40B4-BE49-F238E27FC236}">
                    <a16:creationId xmlns:a16="http://schemas.microsoft.com/office/drawing/2014/main" id="{E23C7B6C-5DF4-81D2-BF2C-41BB8C20E6B3}"/>
                  </a:ext>
                </a:extLst>
              </p:cNvPr>
              <p:cNvSpPr/>
              <p:nvPr/>
            </p:nvSpPr>
            <p:spPr>
              <a:xfrm>
                <a:off x="1735222" y="7937857"/>
                <a:ext cx="41981" cy="41981"/>
              </a:xfrm>
              <a:custGeom>
                <a:avLst/>
                <a:gdLst>
                  <a:gd name="connsiteX0" fmla="*/ 21246 w 41981"/>
                  <a:gd name="connsiteY0" fmla="*/ 4977 h 41981"/>
                  <a:gd name="connsiteX1" fmla="*/ 37437 w 41981"/>
                  <a:gd name="connsiteY1" fmla="*/ 21167 h 41981"/>
                  <a:gd name="connsiteX2" fmla="*/ 37437 w 41981"/>
                  <a:gd name="connsiteY2" fmla="*/ 21167 h 41981"/>
                  <a:gd name="connsiteX3" fmla="*/ 21246 w 41981"/>
                  <a:gd name="connsiteY3" fmla="*/ 37357 h 41981"/>
                  <a:gd name="connsiteX4" fmla="*/ 5056 w 41981"/>
                  <a:gd name="connsiteY4" fmla="*/ 21167 h 41981"/>
                  <a:gd name="connsiteX5" fmla="*/ 21246 w 41981"/>
                  <a:gd name="connsiteY5" fmla="*/ 4977 h 41981"/>
                  <a:gd name="connsiteX6" fmla="*/ 21246 w 41981"/>
                  <a:gd name="connsiteY6" fmla="*/ 177 h 41981"/>
                  <a:gd name="connsiteX7" fmla="*/ 256 w 41981"/>
                  <a:gd name="connsiteY7" fmla="*/ 21167 h 41981"/>
                  <a:gd name="connsiteX8" fmla="*/ 21246 w 41981"/>
                  <a:gd name="connsiteY8" fmla="*/ 42158 h 41981"/>
                  <a:gd name="connsiteX9" fmla="*/ 42237 w 41981"/>
                  <a:gd name="connsiteY9" fmla="*/ 21167 h 41981"/>
                  <a:gd name="connsiteX10" fmla="*/ 42237 w 41981"/>
                  <a:gd name="connsiteY10" fmla="*/ 21167 h 41981"/>
                  <a:gd name="connsiteX11" fmla="*/ 21246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77"/>
                    </a:moveTo>
                    <a:cubicBezTo>
                      <a:pt x="30188" y="4977"/>
                      <a:pt x="37437" y="12225"/>
                      <a:pt x="37437" y="21167"/>
                    </a:cubicBezTo>
                    <a:lnTo>
                      <a:pt x="37437" y="21167"/>
                    </a:lnTo>
                    <a:cubicBezTo>
                      <a:pt x="37437" y="30109"/>
                      <a:pt x="30188" y="37357"/>
                      <a:pt x="21246" y="37357"/>
                    </a:cubicBezTo>
                    <a:cubicBezTo>
                      <a:pt x="12305" y="37357"/>
                      <a:pt x="5056" y="30109"/>
                      <a:pt x="5056" y="21167"/>
                    </a:cubicBezTo>
                    <a:cubicBezTo>
                      <a:pt x="5056" y="12225"/>
                      <a:pt x="12305" y="4977"/>
                      <a:pt x="21246" y="4977"/>
                    </a:cubicBezTo>
                    <a:close/>
                    <a:moveTo>
                      <a:pt x="21246" y="177"/>
                    </a:moveTo>
                    <a:cubicBezTo>
                      <a:pt x="9654" y="177"/>
                      <a:pt x="256" y="9575"/>
                      <a:pt x="256" y="21167"/>
                    </a:cubicBezTo>
                    <a:cubicBezTo>
                      <a:pt x="256" y="32760"/>
                      <a:pt x="9654" y="42158"/>
                      <a:pt x="21246" y="42158"/>
                    </a:cubicBezTo>
                    <a:cubicBezTo>
                      <a:pt x="32839" y="42158"/>
                      <a:pt x="42237" y="32760"/>
                      <a:pt x="42237" y="21167"/>
                    </a:cubicBezTo>
                    <a:lnTo>
                      <a:pt x="42237" y="21167"/>
                    </a:lnTo>
                    <a:cubicBezTo>
                      <a:pt x="42237" y="9575"/>
                      <a:pt x="32839" y="177"/>
                      <a:pt x="21246"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3" name="Freeform: Shape 3982">
                <a:extLst>
                  <a:ext uri="{FF2B5EF4-FFF2-40B4-BE49-F238E27FC236}">
                    <a16:creationId xmlns:a16="http://schemas.microsoft.com/office/drawing/2014/main" id="{D1FE441B-A0D5-D0B6-2F89-2494D28DADB5}"/>
                  </a:ext>
                </a:extLst>
              </p:cNvPr>
              <p:cNvSpPr/>
              <p:nvPr/>
            </p:nvSpPr>
            <p:spPr>
              <a:xfrm>
                <a:off x="1851664" y="7876620"/>
                <a:ext cx="37180" cy="37180"/>
              </a:xfrm>
              <a:custGeom>
                <a:avLst/>
                <a:gdLst>
                  <a:gd name="connsiteX0" fmla="*/ 37456 w 37180"/>
                  <a:gd name="connsiteY0" fmla="*/ 18756 h 37180"/>
                  <a:gd name="connsiteX1" fmla="*/ 18866 w 37180"/>
                  <a:gd name="connsiteY1" fmla="*/ 37346 h 37180"/>
                  <a:gd name="connsiteX2" fmla="*/ 276 w 37180"/>
                  <a:gd name="connsiteY2" fmla="*/ 18756 h 37180"/>
                  <a:gd name="connsiteX3" fmla="*/ 18866 w 37180"/>
                  <a:gd name="connsiteY3" fmla="*/ 165 h 37180"/>
                  <a:gd name="connsiteX4" fmla="*/ 37456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56"/>
                    </a:moveTo>
                    <a:cubicBezTo>
                      <a:pt x="37456" y="29023"/>
                      <a:pt x="29133" y="37346"/>
                      <a:pt x="18866" y="37346"/>
                    </a:cubicBezTo>
                    <a:cubicBezTo>
                      <a:pt x="8599" y="37346"/>
                      <a:pt x="276" y="29023"/>
                      <a:pt x="276" y="18756"/>
                    </a:cubicBezTo>
                    <a:cubicBezTo>
                      <a:pt x="276" y="8489"/>
                      <a:pt x="8599" y="165"/>
                      <a:pt x="18866" y="165"/>
                    </a:cubicBezTo>
                    <a:cubicBezTo>
                      <a:pt x="29133" y="165"/>
                      <a:pt x="37456" y="8489"/>
                      <a:pt x="37456" y="18756"/>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4" name="Freeform: Shape 3983">
                <a:extLst>
                  <a:ext uri="{FF2B5EF4-FFF2-40B4-BE49-F238E27FC236}">
                    <a16:creationId xmlns:a16="http://schemas.microsoft.com/office/drawing/2014/main" id="{880B0DE8-CC81-EB80-CF3B-C449822A9DE8}"/>
                  </a:ext>
                </a:extLst>
              </p:cNvPr>
              <p:cNvSpPr/>
              <p:nvPr/>
            </p:nvSpPr>
            <p:spPr>
              <a:xfrm>
                <a:off x="1849264" y="7874220"/>
                <a:ext cx="41981" cy="41981"/>
              </a:xfrm>
              <a:custGeom>
                <a:avLst/>
                <a:gdLst>
                  <a:gd name="connsiteX0" fmla="*/ 21266 w 41981"/>
                  <a:gd name="connsiteY0" fmla="*/ 4966 h 41981"/>
                  <a:gd name="connsiteX1" fmla="*/ 37456 w 41981"/>
                  <a:gd name="connsiteY1" fmla="*/ 21156 h 41981"/>
                  <a:gd name="connsiteX2" fmla="*/ 37456 w 41981"/>
                  <a:gd name="connsiteY2" fmla="*/ 21156 h 41981"/>
                  <a:gd name="connsiteX3" fmla="*/ 21266 w 41981"/>
                  <a:gd name="connsiteY3" fmla="*/ 37346 h 41981"/>
                  <a:gd name="connsiteX4" fmla="*/ 5076 w 41981"/>
                  <a:gd name="connsiteY4" fmla="*/ 21156 h 41981"/>
                  <a:gd name="connsiteX5" fmla="*/ 21266 w 41981"/>
                  <a:gd name="connsiteY5" fmla="*/ 4966 h 41981"/>
                  <a:gd name="connsiteX6" fmla="*/ 21266 w 41981"/>
                  <a:gd name="connsiteY6" fmla="*/ 165 h 41981"/>
                  <a:gd name="connsiteX7" fmla="*/ 276 w 41981"/>
                  <a:gd name="connsiteY7" fmla="*/ 21156 h 41981"/>
                  <a:gd name="connsiteX8" fmla="*/ 21266 w 41981"/>
                  <a:gd name="connsiteY8" fmla="*/ 42147 h 41981"/>
                  <a:gd name="connsiteX9" fmla="*/ 42257 w 41981"/>
                  <a:gd name="connsiteY9" fmla="*/ 21156 h 41981"/>
                  <a:gd name="connsiteX10" fmla="*/ 42257 w 41981"/>
                  <a:gd name="connsiteY10" fmla="*/ 21156 h 41981"/>
                  <a:gd name="connsiteX11" fmla="*/ 21266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66"/>
                    </a:moveTo>
                    <a:cubicBezTo>
                      <a:pt x="30208" y="4966"/>
                      <a:pt x="37456" y="12214"/>
                      <a:pt x="37456" y="21156"/>
                    </a:cubicBezTo>
                    <a:lnTo>
                      <a:pt x="37456" y="21156"/>
                    </a:lnTo>
                    <a:cubicBezTo>
                      <a:pt x="37456" y="30098"/>
                      <a:pt x="30208" y="37346"/>
                      <a:pt x="21266" y="37346"/>
                    </a:cubicBezTo>
                    <a:cubicBezTo>
                      <a:pt x="12324" y="37346"/>
                      <a:pt x="5076" y="30098"/>
                      <a:pt x="5076" y="21156"/>
                    </a:cubicBezTo>
                    <a:cubicBezTo>
                      <a:pt x="5076" y="12214"/>
                      <a:pt x="12324" y="4966"/>
                      <a:pt x="21266" y="4966"/>
                    </a:cubicBezTo>
                    <a:close/>
                    <a:moveTo>
                      <a:pt x="21266" y="165"/>
                    </a:moveTo>
                    <a:cubicBezTo>
                      <a:pt x="9674" y="165"/>
                      <a:pt x="276" y="9563"/>
                      <a:pt x="276" y="21156"/>
                    </a:cubicBezTo>
                    <a:cubicBezTo>
                      <a:pt x="276" y="32749"/>
                      <a:pt x="9674" y="42147"/>
                      <a:pt x="21266" y="42147"/>
                    </a:cubicBezTo>
                    <a:cubicBezTo>
                      <a:pt x="32859" y="42147"/>
                      <a:pt x="42257" y="32749"/>
                      <a:pt x="42257" y="21156"/>
                    </a:cubicBezTo>
                    <a:lnTo>
                      <a:pt x="42257" y="21156"/>
                    </a:lnTo>
                    <a:cubicBezTo>
                      <a:pt x="42257" y="9563"/>
                      <a:pt x="32859" y="165"/>
                      <a:pt x="21266"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5" name="Freeform: Shape 3984">
                <a:extLst>
                  <a:ext uri="{FF2B5EF4-FFF2-40B4-BE49-F238E27FC236}">
                    <a16:creationId xmlns:a16="http://schemas.microsoft.com/office/drawing/2014/main" id="{D10AB567-2D8A-32F1-F008-96C624437DC4}"/>
                  </a:ext>
                </a:extLst>
              </p:cNvPr>
              <p:cNvSpPr/>
              <p:nvPr/>
            </p:nvSpPr>
            <p:spPr>
              <a:xfrm>
                <a:off x="1880971" y="7872295"/>
                <a:ext cx="37180" cy="37180"/>
              </a:xfrm>
              <a:custGeom>
                <a:avLst/>
                <a:gdLst>
                  <a:gd name="connsiteX0" fmla="*/ 37462 w 37180"/>
                  <a:gd name="connsiteY0" fmla="*/ 18755 h 37180"/>
                  <a:gd name="connsiteX1" fmla="*/ 18871 w 37180"/>
                  <a:gd name="connsiteY1" fmla="*/ 37346 h 37180"/>
                  <a:gd name="connsiteX2" fmla="*/ 281 w 37180"/>
                  <a:gd name="connsiteY2" fmla="*/ 18755 h 37180"/>
                  <a:gd name="connsiteX3" fmla="*/ 18871 w 37180"/>
                  <a:gd name="connsiteY3" fmla="*/ 165 h 37180"/>
                  <a:gd name="connsiteX4" fmla="*/ 37462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55"/>
                    </a:moveTo>
                    <a:cubicBezTo>
                      <a:pt x="37462" y="29022"/>
                      <a:pt x="29138" y="37346"/>
                      <a:pt x="18871" y="37346"/>
                    </a:cubicBezTo>
                    <a:cubicBezTo>
                      <a:pt x="8604" y="37346"/>
                      <a:pt x="281" y="29022"/>
                      <a:pt x="281" y="18755"/>
                    </a:cubicBezTo>
                    <a:cubicBezTo>
                      <a:pt x="281" y="8488"/>
                      <a:pt x="8604" y="165"/>
                      <a:pt x="18871" y="165"/>
                    </a:cubicBezTo>
                    <a:cubicBezTo>
                      <a:pt x="29138" y="165"/>
                      <a:pt x="37462" y="8488"/>
                      <a:pt x="37462" y="18755"/>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6" name="Freeform: Shape 3985">
                <a:extLst>
                  <a:ext uri="{FF2B5EF4-FFF2-40B4-BE49-F238E27FC236}">
                    <a16:creationId xmlns:a16="http://schemas.microsoft.com/office/drawing/2014/main" id="{53424B47-FD64-B055-EBC8-69C6A2DA1B5D}"/>
                  </a:ext>
                </a:extLst>
              </p:cNvPr>
              <p:cNvSpPr/>
              <p:nvPr/>
            </p:nvSpPr>
            <p:spPr>
              <a:xfrm>
                <a:off x="1878571" y="7869894"/>
                <a:ext cx="41981" cy="41981"/>
              </a:xfrm>
              <a:custGeom>
                <a:avLst/>
                <a:gdLst>
                  <a:gd name="connsiteX0" fmla="*/ 21271 w 41981"/>
                  <a:gd name="connsiteY0" fmla="*/ 4965 h 41981"/>
                  <a:gd name="connsiteX1" fmla="*/ 37462 w 41981"/>
                  <a:gd name="connsiteY1" fmla="*/ 21155 h 41981"/>
                  <a:gd name="connsiteX2" fmla="*/ 37462 w 41981"/>
                  <a:gd name="connsiteY2" fmla="*/ 21155 h 41981"/>
                  <a:gd name="connsiteX3" fmla="*/ 21271 w 41981"/>
                  <a:gd name="connsiteY3" fmla="*/ 37346 h 41981"/>
                  <a:gd name="connsiteX4" fmla="*/ 5081 w 41981"/>
                  <a:gd name="connsiteY4" fmla="*/ 21155 h 41981"/>
                  <a:gd name="connsiteX5" fmla="*/ 21271 w 41981"/>
                  <a:gd name="connsiteY5" fmla="*/ 4965 h 41981"/>
                  <a:gd name="connsiteX6" fmla="*/ 21271 w 41981"/>
                  <a:gd name="connsiteY6" fmla="*/ 165 h 41981"/>
                  <a:gd name="connsiteX7" fmla="*/ 281 w 41981"/>
                  <a:gd name="connsiteY7" fmla="*/ 21155 h 41981"/>
                  <a:gd name="connsiteX8" fmla="*/ 21271 w 41981"/>
                  <a:gd name="connsiteY8" fmla="*/ 42146 h 41981"/>
                  <a:gd name="connsiteX9" fmla="*/ 42262 w 41981"/>
                  <a:gd name="connsiteY9" fmla="*/ 21155 h 41981"/>
                  <a:gd name="connsiteX10" fmla="*/ 42262 w 41981"/>
                  <a:gd name="connsiteY10" fmla="*/ 21155 h 41981"/>
                  <a:gd name="connsiteX11" fmla="*/ 21271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65"/>
                    </a:moveTo>
                    <a:cubicBezTo>
                      <a:pt x="30213" y="4965"/>
                      <a:pt x="37462" y="12213"/>
                      <a:pt x="37462" y="21155"/>
                    </a:cubicBezTo>
                    <a:lnTo>
                      <a:pt x="37462" y="21155"/>
                    </a:lnTo>
                    <a:cubicBezTo>
                      <a:pt x="37462" y="30097"/>
                      <a:pt x="30213" y="37346"/>
                      <a:pt x="21271" y="37346"/>
                    </a:cubicBezTo>
                    <a:cubicBezTo>
                      <a:pt x="12330" y="37346"/>
                      <a:pt x="5081" y="30097"/>
                      <a:pt x="5081" y="21155"/>
                    </a:cubicBezTo>
                    <a:cubicBezTo>
                      <a:pt x="5081" y="12213"/>
                      <a:pt x="12330" y="4965"/>
                      <a:pt x="21271" y="4965"/>
                    </a:cubicBezTo>
                    <a:close/>
                    <a:moveTo>
                      <a:pt x="21271" y="165"/>
                    </a:moveTo>
                    <a:cubicBezTo>
                      <a:pt x="9679" y="165"/>
                      <a:pt x="281" y="9563"/>
                      <a:pt x="281" y="21155"/>
                    </a:cubicBezTo>
                    <a:cubicBezTo>
                      <a:pt x="281" y="32748"/>
                      <a:pt x="9679" y="42146"/>
                      <a:pt x="21271" y="42146"/>
                    </a:cubicBezTo>
                    <a:cubicBezTo>
                      <a:pt x="32864" y="42146"/>
                      <a:pt x="42262" y="32748"/>
                      <a:pt x="42262" y="21155"/>
                    </a:cubicBezTo>
                    <a:lnTo>
                      <a:pt x="42262" y="21155"/>
                    </a:lnTo>
                    <a:cubicBezTo>
                      <a:pt x="42262" y="9563"/>
                      <a:pt x="32864" y="165"/>
                      <a:pt x="21271"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7" name="Freeform: Shape 3986">
                <a:extLst>
                  <a:ext uri="{FF2B5EF4-FFF2-40B4-BE49-F238E27FC236}">
                    <a16:creationId xmlns:a16="http://schemas.microsoft.com/office/drawing/2014/main" id="{B3C6C8E1-3222-6E20-A452-09994EC6B478}"/>
                  </a:ext>
                </a:extLst>
              </p:cNvPr>
              <p:cNvSpPr/>
              <p:nvPr/>
            </p:nvSpPr>
            <p:spPr>
              <a:xfrm>
                <a:off x="1843445" y="7869829"/>
                <a:ext cx="37180" cy="37180"/>
              </a:xfrm>
              <a:custGeom>
                <a:avLst/>
                <a:gdLst>
                  <a:gd name="connsiteX0" fmla="*/ 37455 w 37180"/>
                  <a:gd name="connsiteY0" fmla="*/ 18755 h 37180"/>
                  <a:gd name="connsiteX1" fmla="*/ 18865 w 37180"/>
                  <a:gd name="connsiteY1" fmla="*/ 37345 h 37180"/>
                  <a:gd name="connsiteX2" fmla="*/ 274 w 37180"/>
                  <a:gd name="connsiteY2" fmla="*/ 18755 h 37180"/>
                  <a:gd name="connsiteX3" fmla="*/ 18865 w 37180"/>
                  <a:gd name="connsiteY3" fmla="*/ 164 h 37180"/>
                  <a:gd name="connsiteX4" fmla="*/ 37455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5"/>
                    </a:moveTo>
                    <a:cubicBezTo>
                      <a:pt x="37455" y="29022"/>
                      <a:pt x="29132" y="37345"/>
                      <a:pt x="18865" y="37345"/>
                    </a:cubicBezTo>
                    <a:cubicBezTo>
                      <a:pt x="8597" y="37345"/>
                      <a:pt x="274" y="29022"/>
                      <a:pt x="274" y="18755"/>
                    </a:cubicBezTo>
                    <a:cubicBezTo>
                      <a:pt x="274" y="8487"/>
                      <a:pt x="8597" y="164"/>
                      <a:pt x="18865" y="164"/>
                    </a:cubicBezTo>
                    <a:cubicBezTo>
                      <a:pt x="29132" y="164"/>
                      <a:pt x="37455" y="8487"/>
                      <a:pt x="37455" y="18755"/>
                    </a:cubicBezTo>
                    <a:close/>
                  </a:path>
                </a:pathLst>
              </a:custGeom>
              <a:solidFill>
                <a:srgbClr val="E8F7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8" name="Freeform: Shape 3987">
                <a:extLst>
                  <a:ext uri="{FF2B5EF4-FFF2-40B4-BE49-F238E27FC236}">
                    <a16:creationId xmlns:a16="http://schemas.microsoft.com/office/drawing/2014/main" id="{1E824CAC-428C-2C90-3F9F-F862AA9BB9EA}"/>
                  </a:ext>
                </a:extLst>
              </p:cNvPr>
              <p:cNvSpPr/>
              <p:nvPr/>
            </p:nvSpPr>
            <p:spPr>
              <a:xfrm>
                <a:off x="1841044" y="7867429"/>
                <a:ext cx="41981" cy="41981"/>
              </a:xfrm>
              <a:custGeom>
                <a:avLst/>
                <a:gdLst>
                  <a:gd name="connsiteX0" fmla="*/ 21265 w 41981"/>
                  <a:gd name="connsiteY0" fmla="*/ 4965 h 41981"/>
                  <a:gd name="connsiteX1" fmla="*/ 37455 w 41981"/>
                  <a:gd name="connsiteY1" fmla="*/ 21155 h 41981"/>
                  <a:gd name="connsiteX2" fmla="*/ 37455 w 41981"/>
                  <a:gd name="connsiteY2" fmla="*/ 21155 h 41981"/>
                  <a:gd name="connsiteX3" fmla="*/ 21265 w 41981"/>
                  <a:gd name="connsiteY3" fmla="*/ 37345 h 41981"/>
                  <a:gd name="connsiteX4" fmla="*/ 5075 w 41981"/>
                  <a:gd name="connsiteY4" fmla="*/ 21155 h 41981"/>
                  <a:gd name="connsiteX5" fmla="*/ 21265 w 41981"/>
                  <a:gd name="connsiteY5" fmla="*/ 4965 h 41981"/>
                  <a:gd name="connsiteX6" fmla="*/ 21265 w 41981"/>
                  <a:gd name="connsiteY6" fmla="*/ 164 h 41981"/>
                  <a:gd name="connsiteX7" fmla="*/ 274 w 41981"/>
                  <a:gd name="connsiteY7" fmla="*/ 21155 h 41981"/>
                  <a:gd name="connsiteX8" fmla="*/ 21265 w 41981"/>
                  <a:gd name="connsiteY8" fmla="*/ 42145 h 41981"/>
                  <a:gd name="connsiteX9" fmla="*/ 42255 w 41981"/>
                  <a:gd name="connsiteY9" fmla="*/ 21155 h 41981"/>
                  <a:gd name="connsiteX10" fmla="*/ 42255 w 41981"/>
                  <a:gd name="connsiteY10" fmla="*/ 21155 h 41981"/>
                  <a:gd name="connsiteX11" fmla="*/ 2126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5"/>
                    </a:moveTo>
                    <a:cubicBezTo>
                      <a:pt x="30207" y="4965"/>
                      <a:pt x="37455" y="12213"/>
                      <a:pt x="37455" y="21155"/>
                    </a:cubicBezTo>
                    <a:lnTo>
                      <a:pt x="37455" y="21155"/>
                    </a:lnTo>
                    <a:cubicBezTo>
                      <a:pt x="37455" y="30097"/>
                      <a:pt x="30207" y="37345"/>
                      <a:pt x="21265" y="37345"/>
                    </a:cubicBezTo>
                    <a:cubicBezTo>
                      <a:pt x="12323" y="37345"/>
                      <a:pt x="5075" y="30097"/>
                      <a:pt x="5075" y="21155"/>
                    </a:cubicBezTo>
                    <a:cubicBezTo>
                      <a:pt x="5075" y="12213"/>
                      <a:pt x="12323" y="4965"/>
                      <a:pt x="21265" y="4965"/>
                    </a:cubicBezTo>
                    <a:close/>
                    <a:moveTo>
                      <a:pt x="21265" y="164"/>
                    </a:moveTo>
                    <a:cubicBezTo>
                      <a:pt x="9672" y="164"/>
                      <a:pt x="274" y="9562"/>
                      <a:pt x="274" y="21155"/>
                    </a:cubicBezTo>
                    <a:cubicBezTo>
                      <a:pt x="274" y="32747"/>
                      <a:pt x="9672" y="42145"/>
                      <a:pt x="21265" y="42145"/>
                    </a:cubicBezTo>
                    <a:cubicBezTo>
                      <a:pt x="32857" y="42145"/>
                      <a:pt x="42255" y="32747"/>
                      <a:pt x="42255" y="21155"/>
                    </a:cubicBezTo>
                    <a:lnTo>
                      <a:pt x="42255" y="21155"/>
                    </a:lnTo>
                    <a:cubicBezTo>
                      <a:pt x="42255" y="9562"/>
                      <a:pt x="32857" y="164"/>
                      <a:pt x="21265"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89" name="Freeform: Shape 3988">
                <a:extLst>
                  <a:ext uri="{FF2B5EF4-FFF2-40B4-BE49-F238E27FC236}">
                    <a16:creationId xmlns:a16="http://schemas.microsoft.com/office/drawing/2014/main" id="{3B9E1E12-E491-896A-8DDF-CF49E5A65357}"/>
                  </a:ext>
                </a:extLst>
              </p:cNvPr>
              <p:cNvSpPr/>
              <p:nvPr/>
            </p:nvSpPr>
            <p:spPr>
              <a:xfrm>
                <a:off x="1835024" y="7868257"/>
                <a:ext cx="37180" cy="37180"/>
              </a:xfrm>
              <a:custGeom>
                <a:avLst/>
                <a:gdLst>
                  <a:gd name="connsiteX0" fmla="*/ 37454 w 37180"/>
                  <a:gd name="connsiteY0" fmla="*/ 18754 h 37180"/>
                  <a:gd name="connsiteX1" fmla="*/ 18863 w 37180"/>
                  <a:gd name="connsiteY1" fmla="*/ 37345 h 37180"/>
                  <a:gd name="connsiteX2" fmla="*/ 273 w 37180"/>
                  <a:gd name="connsiteY2" fmla="*/ 18754 h 37180"/>
                  <a:gd name="connsiteX3" fmla="*/ 18863 w 37180"/>
                  <a:gd name="connsiteY3" fmla="*/ 164 h 37180"/>
                  <a:gd name="connsiteX4" fmla="*/ 3745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4"/>
                    </a:moveTo>
                    <a:cubicBezTo>
                      <a:pt x="37454" y="29022"/>
                      <a:pt x="29130" y="37345"/>
                      <a:pt x="18863" y="37345"/>
                    </a:cubicBezTo>
                    <a:cubicBezTo>
                      <a:pt x="8596" y="37345"/>
                      <a:pt x="273" y="29022"/>
                      <a:pt x="273" y="18754"/>
                    </a:cubicBezTo>
                    <a:cubicBezTo>
                      <a:pt x="273" y="8487"/>
                      <a:pt x="8596" y="164"/>
                      <a:pt x="18863" y="164"/>
                    </a:cubicBezTo>
                    <a:cubicBezTo>
                      <a:pt x="29130" y="164"/>
                      <a:pt x="37454" y="8487"/>
                      <a:pt x="37454" y="18754"/>
                    </a:cubicBezTo>
                    <a:close/>
                  </a:path>
                </a:pathLst>
              </a:custGeom>
              <a:solidFill>
                <a:srgbClr val="F1F7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0" name="Freeform: Shape 3989">
                <a:extLst>
                  <a:ext uri="{FF2B5EF4-FFF2-40B4-BE49-F238E27FC236}">
                    <a16:creationId xmlns:a16="http://schemas.microsoft.com/office/drawing/2014/main" id="{6FFCF979-6F87-05FA-ACF8-2995A7CEDF6A}"/>
                  </a:ext>
                </a:extLst>
              </p:cNvPr>
              <p:cNvSpPr/>
              <p:nvPr/>
            </p:nvSpPr>
            <p:spPr>
              <a:xfrm>
                <a:off x="1832623" y="7865857"/>
                <a:ext cx="41981" cy="41981"/>
              </a:xfrm>
              <a:custGeom>
                <a:avLst/>
                <a:gdLst>
                  <a:gd name="connsiteX0" fmla="*/ 21263 w 41981"/>
                  <a:gd name="connsiteY0" fmla="*/ 4964 h 41981"/>
                  <a:gd name="connsiteX1" fmla="*/ 37454 w 41981"/>
                  <a:gd name="connsiteY1" fmla="*/ 21155 h 41981"/>
                  <a:gd name="connsiteX2" fmla="*/ 37454 w 41981"/>
                  <a:gd name="connsiteY2" fmla="*/ 21155 h 41981"/>
                  <a:gd name="connsiteX3" fmla="*/ 21263 w 41981"/>
                  <a:gd name="connsiteY3" fmla="*/ 37345 h 41981"/>
                  <a:gd name="connsiteX4" fmla="*/ 5073 w 41981"/>
                  <a:gd name="connsiteY4" fmla="*/ 21155 h 41981"/>
                  <a:gd name="connsiteX5" fmla="*/ 21263 w 41981"/>
                  <a:gd name="connsiteY5" fmla="*/ 4964 h 41981"/>
                  <a:gd name="connsiteX6" fmla="*/ 21263 w 41981"/>
                  <a:gd name="connsiteY6" fmla="*/ 164 h 41981"/>
                  <a:gd name="connsiteX7" fmla="*/ 273 w 41981"/>
                  <a:gd name="connsiteY7" fmla="*/ 21155 h 41981"/>
                  <a:gd name="connsiteX8" fmla="*/ 21263 w 41981"/>
                  <a:gd name="connsiteY8" fmla="*/ 42145 h 41981"/>
                  <a:gd name="connsiteX9" fmla="*/ 42254 w 41981"/>
                  <a:gd name="connsiteY9" fmla="*/ 21155 h 41981"/>
                  <a:gd name="connsiteX10" fmla="*/ 42254 w 41981"/>
                  <a:gd name="connsiteY10" fmla="*/ 21155 h 41981"/>
                  <a:gd name="connsiteX11" fmla="*/ 21263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4"/>
                    </a:moveTo>
                    <a:cubicBezTo>
                      <a:pt x="30205" y="4964"/>
                      <a:pt x="37454" y="12213"/>
                      <a:pt x="37454" y="21155"/>
                    </a:cubicBezTo>
                    <a:lnTo>
                      <a:pt x="37454" y="21155"/>
                    </a:lnTo>
                    <a:cubicBezTo>
                      <a:pt x="37454" y="30096"/>
                      <a:pt x="30205" y="37345"/>
                      <a:pt x="21263" y="37345"/>
                    </a:cubicBezTo>
                    <a:cubicBezTo>
                      <a:pt x="12322" y="37345"/>
                      <a:pt x="5073" y="30096"/>
                      <a:pt x="5073" y="21155"/>
                    </a:cubicBezTo>
                    <a:cubicBezTo>
                      <a:pt x="5073" y="12213"/>
                      <a:pt x="12322" y="4964"/>
                      <a:pt x="21263" y="4964"/>
                    </a:cubicBezTo>
                    <a:close/>
                    <a:moveTo>
                      <a:pt x="21263" y="164"/>
                    </a:moveTo>
                    <a:cubicBezTo>
                      <a:pt x="9671" y="164"/>
                      <a:pt x="273" y="9562"/>
                      <a:pt x="273" y="21155"/>
                    </a:cubicBezTo>
                    <a:cubicBezTo>
                      <a:pt x="273" y="32747"/>
                      <a:pt x="9671" y="42145"/>
                      <a:pt x="21263" y="42145"/>
                    </a:cubicBezTo>
                    <a:cubicBezTo>
                      <a:pt x="32856" y="42145"/>
                      <a:pt x="42254" y="32747"/>
                      <a:pt x="42254" y="21155"/>
                    </a:cubicBezTo>
                    <a:lnTo>
                      <a:pt x="42254" y="21155"/>
                    </a:lnTo>
                    <a:cubicBezTo>
                      <a:pt x="42254" y="9562"/>
                      <a:pt x="32856" y="164"/>
                      <a:pt x="21263"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1" name="Freeform: Shape 3990">
                <a:extLst>
                  <a:ext uri="{FF2B5EF4-FFF2-40B4-BE49-F238E27FC236}">
                    <a16:creationId xmlns:a16="http://schemas.microsoft.com/office/drawing/2014/main" id="{49964428-2D2F-CD21-591B-09C1E9944256}"/>
                  </a:ext>
                </a:extLst>
              </p:cNvPr>
              <p:cNvSpPr/>
              <p:nvPr/>
            </p:nvSpPr>
            <p:spPr>
              <a:xfrm>
                <a:off x="1833618" y="7810876"/>
                <a:ext cx="37180" cy="37180"/>
              </a:xfrm>
              <a:custGeom>
                <a:avLst/>
                <a:gdLst>
                  <a:gd name="connsiteX0" fmla="*/ 37453 w 37180"/>
                  <a:gd name="connsiteY0" fmla="*/ 18744 h 37180"/>
                  <a:gd name="connsiteX1" fmla="*/ 18863 w 37180"/>
                  <a:gd name="connsiteY1" fmla="*/ 37335 h 37180"/>
                  <a:gd name="connsiteX2" fmla="*/ 273 w 37180"/>
                  <a:gd name="connsiteY2" fmla="*/ 18744 h 37180"/>
                  <a:gd name="connsiteX3" fmla="*/ 18863 w 37180"/>
                  <a:gd name="connsiteY3" fmla="*/ 154 h 37180"/>
                  <a:gd name="connsiteX4" fmla="*/ 37453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44"/>
                    </a:moveTo>
                    <a:cubicBezTo>
                      <a:pt x="37453" y="29012"/>
                      <a:pt x="29130" y="37335"/>
                      <a:pt x="18863" y="37335"/>
                    </a:cubicBezTo>
                    <a:cubicBezTo>
                      <a:pt x="8596" y="37335"/>
                      <a:pt x="273" y="29012"/>
                      <a:pt x="273" y="18744"/>
                    </a:cubicBezTo>
                    <a:cubicBezTo>
                      <a:pt x="273" y="8477"/>
                      <a:pt x="8596" y="154"/>
                      <a:pt x="18863" y="154"/>
                    </a:cubicBezTo>
                    <a:cubicBezTo>
                      <a:pt x="29130" y="154"/>
                      <a:pt x="37453" y="8477"/>
                      <a:pt x="37453" y="18744"/>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2" name="Freeform: Shape 3991">
                <a:extLst>
                  <a:ext uri="{FF2B5EF4-FFF2-40B4-BE49-F238E27FC236}">
                    <a16:creationId xmlns:a16="http://schemas.microsoft.com/office/drawing/2014/main" id="{6DE491FA-2762-1506-C679-4FCA3C2582AE}"/>
                  </a:ext>
                </a:extLst>
              </p:cNvPr>
              <p:cNvSpPr/>
              <p:nvPr/>
            </p:nvSpPr>
            <p:spPr>
              <a:xfrm>
                <a:off x="1831218" y="7808476"/>
                <a:ext cx="41981" cy="41981"/>
              </a:xfrm>
              <a:custGeom>
                <a:avLst/>
                <a:gdLst>
                  <a:gd name="connsiteX0" fmla="*/ 21263 w 41981"/>
                  <a:gd name="connsiteY0" fmla="*/ 4954 h 41981"/>
                  <a:gd name="connsiteX1" fmla="*/ 37453 w 41981"/>
                  <a:gd name="connsiteY1" fmla="*/ 21145 h 41981"/>
                  <a:gd name="connsiteX2" fmla="*/ 37453 w 41981"/>
                  <a:gd name="connsiteY2" fmla="*/ 21145 h 41981"/>
                  <a:gd name="connsiteX3" fmla="*/ 21263 w 41981"/>
                  <a:gd name="connsiteY3" fmla="*/ 37335 h 41981"/>
                  <a:gd name="connsiteX4" fmla="*/ 5073 w 41981"/>
                  <a:gd name="connsiteY4" fmla="*/ 21145 h 41981"/>
                  <a:gd name="connsiteX5" fmla="*/ 21263 w 41981"/>
                  <a:gd name="connsiteY5" fmla="*/ 4954 h 41981"/>
                  <a:gd name="connsiteX6" fmla="*/ 21263 w 41981"/>
                  <a:gd name="connsiteY6" fmla="*/ 154 h 41981"/>
                  <a:gd name="connsiteX7" fmla="*/ 273 w 41981"/>
                  <a:gd name="connsiteY7" fmla="*/ 21145 h 41981"/>
                  <a:gd name="connsiteX8" fmla="*/ 21263 w 41981"/>
                  <a:gd name="connsiteY8" fmla="*/ 42135 h 41981"/>
                  <a:gd name="connsiteX9" fmla="*/ 42254 w 41981"/>
                  <a:gd name="connsiteY9" fmla="*/ 21145 h 41981"/>
                  <a:gd name="connsiteX10" fmla="*/ 42254 w 41981"/>
                  <a:gd name="connsiteY10" fmla="*/ 21145 h 41981"/>
                  <a:gd name="connsiteX11" fmla="*/ 21263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54"/>
                    </a:moveTo>
                    <a:cubicBezTo>
                      <a:pt x="30205" y="4954"/>
                      <a:pt x="37453" y="12203"/>
                      <a:pt x="37453" y="21145"/>
                    </a:cubicBezTo>
                    <a:lnTo>
                      <a:pt x="37453" y="21145"/>
                    </a:lnTo>
                    <a:cubicBezTo>
                      <a:pt x="37453" y="30086"/>
                      <a:pt x="30205" y="37335"/>
                      <a:pt x="21263" y="37335"/>
                    </a:cubicBezTo>
                    <a:cubicBezTo>
                      <a:pt x="12321" y="37335"/>
                      <a:pt x="5073" y="30086"/>
                      <a:pt x="5073" y="21145"/>
                    </a:cubicBezTo>
                    <a:cubicBezTo>
                      <a:pt x="5073" y="12203"/>
                      <a:pt x="12321" y="4954"/>
                      <a:pt x="21263" y="4954"/>
                    </a:cubicBezTo>
                    <a:close/>
                    <a:moveTo>
                      <a:pt x="21263" y="154"/>
                    </a:moveTo>
                    <a:cubicBezTo>
                      <a:pt x="9671" y="154"/>
                      <a:pt x="273" y="9552"/>
                      <a:pt x="273" y="21145"/>
                    </a:cubicBezTo>
                    <a:cubicBezTo>
                      <a:pt x="273" y="32737"/>
                      <a:pt x="9671" y="42135"/>
                      <a:pt x="21263" y="42135"/>
                    </a:cubicBezTo>
                    <a:cubicBezTo>
                      <a:pt x="32856" y="42135"/>
                      <a:pt x="42254" y="32737"/>
                      <a:pt x="42254" y="21145"/>
                    </a:cubicBezTo>
                    <a:lnTo>
                      <a:pt x="42254" y="21145"/>
                    </a:lnTo>
                    <a:cubicBezTo>
                      <a:pt x="42254" y="9552"/>
                      <a:pt x="32856" y="154"/>
                      <a:pt x="21263"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3" name="Freeform: Shape 3992">
                <a:extLst>
                  <a:ext uri="{FF2B5EF4-FFF2-40B4-BE49-F238E27FC236}">
                    <a16:creationId xmlns:a16="http://schemas.microsoft.com/office/drawing/2014/main" id="{4AFE5086-4EA3-540D-6CC7-A6536503FB85}"/>
                  </a:ext>
                </a:extLst>
              </p:cNvPr>
              <p:cNvSpPr/>
              <p:nvPr/>
            </p:nvSpPr>
            <p:spPr>
              <a:xfrm>
                <a:off x="1906102" y="7736140"/>
                <a:ext cx="37180" cy="37180"/>
              </a:xfrm>
              <a:custGeom>
                <a:avLst/>
                <a:gdLst>
                  <a:gd name="connsiteX0" fmla="*/ 37466 w 37180"/>
                  <a:gd name="connsiteY0" fmla="*/ 18731 h 37180"/>
                  <a:gd name="connsiteX1" fmla="*/ 18876 w 37180"/>
                  <a:gd name="connsiteY1" fmla="*/ 37322 h 37180"/>
                  <a:gd name="connsiteX2" fmla="*/ 285 w 37180"/>
                  <a:gd name="connsiteY2" fmla="*/ 18731 h 37180"/>
                  <a:gd name="connsiteX3" fmla="*/ 18876 w 37180"/>
                  <a:gd name="connsiteY3" fmla="*/ 141 h 37180"/>
                  <a:gd name="connsiteX4" fmla="*/ 37466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31"/>
                    </a:moveTo>
                    <a:cubicBezTo>
                      <a:pt x="37466" y="28999"/>
                      <a:pt x="29143" y="37322"/>
                      <a:pt x="18876" y="37322"/>
                    </a:cubicBezTo>
                    <a:cubicBezTo>
                      <a:pt x="8608" y="37322"/>
                      <a:pt x="285" y="28999"/>
                      <a:pt x="285" y="18731"/>
                    </a:cubicBezTo>
                    <a:cubicBezTo>
                      <a:pt x="285" y="8464"/>
                      <a:pt x="8608" y="141"/>
                      <a:pt x="18876" y="141"/>
                    </a:cubicBezTo>
                    <a:cubicBezTo>
                      <a:pt x="29143" y="141"/>
                      <a:pt x="37466" y="8464"/>
                      <a:pt x="37466" y="18731"/>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4" name="Freeform: Shape 3993">
                <a:extLst>
                  <a:ext uri="{FF2B5EF4-FFF2-40B4-BE49-F238E27FC236}">
                    <a16:creationId xmlns:a16="http://schemas.microsoft.com/office/drawing/2014/main" id="{8871B2AE-A424-395F-2DAD-209D20638785}"/>
                  </a:ext>
                </a:extLst>
              </p:cNvPr>
              <p:cNvSpPr/>
              <p:nvPr/>
            </p:nvSpPr>
            <p:spPr>
              <a:xfrm>
                <a:off x="1903702" y="7733740"/>
                <a:ext cx="41981" cy="41981"/>
              </a:xfrm>
              <a:custGeom>
                <a:avLst/>
                <a:gdLst>
                  <a:gd name="connsiteX0" fmla="*/ 21276 w 41981"/>
                  <a:gd name="connsiteY0" fmla="*/ 4941 h 41981"/>
                  <a:gd name="connsiteX1" fmla="*/ 37466 w 41981"/>
                  <a:gd name="connsiteY1" fmla="*/ 21132 h 41981"/>
                  <a:gd name="connsiteX2" fmla="*/ 37466 w 41981"/>
                  <a:gd name="connsiteY2" fmla="*/ 21132 h 41981"/>
                  <a:gd name="connsiteX3" fmla="*/ 21276 w 41981"/>
                  <a:gd name="connsiteY3" fmla="*/ 37322 h 41981"/>
                  <a:gd name="connsiteX4" fmla="*/ 5085 w 41981"/>
                  <a:gd name="connsiteY4" fmla="*/ 21132 h 41981"/>
                  <a:gd name="connsiteX5" fmla="*/ 21276 w 41981"/>
                  <a:gd name="connsiteY5" fmla="*/ 4941 h 41981"/>
                  <a:gd name="connsiteX6" fmla="*/ 21276 w 41981"/>
                  <a:gd name="connsiteY6" fmla="*/ 141 h 41981"/>
                  <a:gd name="connsiteX7" fmla="*/ 285 w 41981"/>
                  <a:gd name="connsiteY7" fmla="*/ 21132 h 41981"/>
                  <a:gd name="connsiteX8" fmla="*/ 21276 w 41981"/>
                  <a:gd name="connsiteY8" fmla="*/ 42122 h 41981"/>
                  <a:gd name="connsiteX9" fmla="*/ 42266 w 41981"/>
                  <a:gd name="connsiteY9" fmla="*/ 21132 h 41981"/>
                  <a:gd name="connsiteX10" fmla="*/ 42266 w 41981"/>
                  <a:gd name="connsiteY10" fmla="*/ 21132 h 41981"/>
                  <a:gd name="connsiteX11" fmla="*/ 21276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41"/>
                    </a:moveTo>
                    <a:cubicBezTo>
                      <a:pt x="30218" y="4941"/>
                      <a:pt x="37466" y="12190"/>
                      <a:pt x="37466" y="21132"/>
                    </a:cubicBezTo>
                    <a:lnTo>
                      <a:pt x="37466" y="21132"/>
                    </a:lnTo>
                    <a:cubicBezTo>
                      <a:pt x="37466" y="30073"/>
                      <a:pt x="30218" y="37322"/>
                      <a:pt x="21276" y="37322"/>
                    </a:cubicBezTo>
                    <a:cubicBezTo>
                      <a:pt x="12334" y="37322"/>
                      <a:pt x="5085" y="30073"/>
                      <a:pt x="5085" y="21132"/>
                    </a:cubicBezTo>
                    <a:cubicBezTo>
                      <a:pt x="5085" y="12190"/>
                      <a:pt x="12334" y="4941"/>
                      <a:pt x="21276" y="4941"/>
                    </a:cubicBezTo>
                    <a:close/>
                    <a:moveTo>
                      <a:pt x="21276" y="141"/>
                    </a:moveTo>
                    <a:cubicBezTo>
                      <a:pt x="9683" y="141"/>
                      <a:pt x="285" y="9539"/>
                      <a:pt x="285" y="21132"/>
                    </a:cubicBezTo>
                    <a:cubicBezTo>
                      <a:pt x="285" y="32724"/>
                      <a:pt x="9683" y="42122"/>
                      <a:pt x="21276" y="42122"/>
                    </a:cubicBezTo>
                    <a:cubicBezTo>
                      <a:pt x="32868" y="42122"/>
                      <a:pt x="42266" y="32724"/>
                      <a:pt x="42266" y="21132"/>
                    </a:cubicBezTo>
                    <a:lnTo>
                      <a:pt x="42266" y="21132"/>
                    </a:lnTo>
                    <a:cubicBezTo>
                      <a:pt x="42266" y="9539"/>
                      <a:pt x="32868" y="141"/>
                      <a:pt x="21276" y="14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5" name="Freeform: Shape 3994">
                <a:extLst>
                  <a:ext uri="{FF2B5EF4-FFF2-40B4-BE49-F238E27FC236}">
                    <a16:creationId xmlns:a16="http://schemas.microsoft.com/office/drawing/2014/main" id="{166F68AC-EF41-F937-BEEB-C20BB1F840C5}"/>
                  </a:ext>
                </a:extLst>
              </p:cNvPr>
              <p:cNvSpPr/>
              <p:nvPr/>
            </p:nvSpPr>
            <p:spPr>
              <a:xfrm>
                <a:off x="1778610" y="7828386"/>
                <a:ext cx="37180" cy="37180"/>
              </a:xfrm>
              <a:custGeom>
                <a:avLst/>
                <a:gdLst>
                  <a:gd name="connsiteX0" fmla="*/ 37444 w 37180"/>
                  <a:gd name="connsiteY0" fmla="*/ 18747 h 37180"/>
                  <a:gd name="connsiteX1" fmla="*/ 18853 w 37180"/>
                  <a:gd name="connsiteY1" fmla="*/ 37338 h 37180"/>
                  <a:gd name="connsiteX2" fmla="*/ 263 w 37180"/>
                  <a:gd name="connsiteY2" fmla="*/ 18747 h 37180"/>
                  <a:gd name="connsiteX3" fmla="*/ 18853 w 37180"/>
                  <a:gd name="connsiteY3" fmla="*/ 157 h 37180"/>
                  <a:gd name="connsiteX4" fmla="*/ 37444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47"/>
                    </a:moveTo>
                    <a:cubicBezTo>
                      <a:pt x="37444" y="29015"/>
                      <a:pt x="29121" y="37338"/>
                      <a:pt x="18853" y="37338"/>
                    </a:cubicBezTo>
                    <a:cubicBezTo>
                      <a:pt x="8586" y="37338"/>
                      <a:pt x="263" y="29015"/>
                      <a:pt x="263" y="18747"/>
                    </a:cubicBezTo>
                    <a:cubicBezTo>
                      <a:pt x="263" y="8480"/>
                      <a:pt x="8586" y="157"/>
                      <a:pt x="18853" y="157"/>
                    </a:cubicBezTo>
                    <a:cubicBezTo>
                      <a:pt x="29121" y="157"/>
                      <a:pt x="37444" y="8480"/>
                      <a:pt x="37444" y="18747"/>
                    </a:cubicBezTo>
                    <a:close/>
                  </a:path>
                </a:pathLst>
              </a:custGeom>
              <a:solidFill>
                <a:srgbClr val="E5F7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6" name="Freeform: Shape 3995">
                <a:extLst>
                  <a:ext uri="{FF2B5EF4-FFF2-40B4-BE49-F238E27FC236}">
                    <a16:creationId xmlns:a16="http://schemas.microsoft.com/office/drawing/2014/main" id="{CFA47E1F-5446-4CF5-F580-9A22B70BE8E7}"/>
                  </a:ext>
                </a:extLst>
              </p:cNvPr>
              <p:cNvSpPr/>
              <p:nvPr/>
            </p:nvSpPr>
            <p:spPr>
              <a:xfrm>
                <a:off x="1776210" y="7825986"/>
                <a:ext cx="41981" cy="41981"/>
              </a:xfrm>
              <a:custGeom>
                <a:avLst/>
                <a:gdLst>
                  <a:gd name="connsiteX0" fmla="*/ 21254 w 41981"/>
                  <a:gd name="connsiteY0" fmla="*/ 4957 h 41981"/>
                  <a:gd name="connsiteX1" fmla="*/ 37444 w 41981"/>
                  <a:gd name="connsiteY1" fmla="*/ 21148 h 41981"/>
                  <a:gd name="connsiteX2" fmla="*/ 37444 w 41981"/>
                  <a:gd name="connsiteY2" fmla="*/ 21148 h 41981"/>
                  <a:gd name="connsiteX3" fmla="*/ 21254 w 41981"/>
                  <a:gd name="connsiteY3" fmla="*/ 37338 h 41981"/>
                  <a:gd name="connsiteX4" fmla="*/ 5063 w 41981"/>
                  <a:gd name="connsiteY4" fmla="*/ 21148 h 41981"/>
                  <a:gd name="connsiteX5" fmla="*/ 21254 w 41981"/>
                  <a:gd name="connsiteY5" fmla="*/ 4957 h 41981"/>
                  <a:gd name="connsiteX6" fmla="*/ 21254 w 41981"/>
                  <a:gd name="connsiteY6" fmla="*/ 157 h 41981"/>
                  <a:gd name="connsiteX7" fmla="*/ 263 w 41981"/>
                  <a:gd name="connsiteY7" fmla="*/ 21148 h 41981"/>
                  <a:gd name="connsiteX8" fmla="*/ 21254 w 41981"/>
                  <a:gd name="connsiteY8" fmla="*/ 42138 h 41981"/>
                  <a:gd name="connsiteX9" fmla="*/ 42244 w 41981"/>
                  <a:gd name="connsiteY9" fmla="*/ 21148 h 41981"/>
                  <a:gd name="connsiteX10" fmla="*/ 42244 w 41981"/>
                  <a:gd name="connsiteY10" fmla="*/ 21148 h 41981"/>
                  <a:gd name="connsiteX11" fmla="*/ 21254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57"/>
                    </a:moveTo>
                    <a:cubicBezTo>
                      <a:pt x="30195" y="4957"/>
                      <a:pt x="37444" y="12206"/>
                      <a:pt x="37444" y="21148"/>
                    </a:cubicBezTo>
                    <a:lnTo>
                      <a:pt x="37444" y="21148"/>
                    </a:lnTo>
                    <a:cubicBezTo>
                      <a:pt x="37444" y="30089"/>
                      <a:pt x="30195" y="37338"/>
                      <a:pt x="21254" y="37338"/>
                    </a:cubicBezTo>
                    <a:cubicBezTo>
                      <a:pt x="12312" y="37338"/>
                      <a:pt x="5063" y="30089"/>
                      <a:pt x="5063" y="21148"/>
                    </a:cubicBezTo>
                    <a:cubicBezTo>
                      <a:pt x="5063" y="12206"/>
                      <a:pt x="12312" y="4957"/>
                      <a:pt x="21254" y="4957"/>
                    </a:cubicBezTo>
                    <a:close/>
                    <a:moveTo>
                      <a:pt x="21254" y="157"/>
                    </a:moveTo>
                    <a:cubicBezTo>
                      <a:pt x="9661" y="157"/>
                      <a:pt x="263" y="9555"/>
                      <a:pt x="263" y="21148"/>
                    </a:cubicBezTo>
                    <a:cubicBezTo>
                      <a:pt x="263" y="32740"/>
                      <a:pt x="9661" y="42138"/>
                      <a:pt x="21254" y="42138"/>
                    </a:cubicBezTo>
                    <a:cubicBezTo>
                      <a:pt x="32846" y="42138"/>
                      <a:pt x="42244" y="32740"/>
                      <a:pt x="42244" y="21148"/>
                    </a:cubicBezTo>
                    <a:lnTo>
                      <a:pt x="42244" y="21148"/>
                    </a:lnTo>
                    <a:cubicBezTo>
                      <a:pt x="42244" y="9555"/>
                      <a:pt x="32846" y="157"/>
                      <a:pt x="21254"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7" name="Freeform: Shape 3996">
                <a:extLst>
                  <a:ext uri="{FF2B5EF4-FFF2-40B4-BE49-F238E27FC236}">
                    <a16:creationId xmlns:a16="http://schemas.microsoft.com/office/drawing/2014/main" id="{0B43F4A7-89EE-BFF5-C472-59ABEBF1E77C}"/>
                  </a:ext>
                </a:extLst>
              </p:cNvPr>
              <p:cNvSpPr/>
              <p:nvPr/>
            </p:nvSpPr>
            <p:spPr>
              <a:xfrm>
                <a:off x="1855368" y="7805087"/>
                <a:ext cx="37180" cy="37180"/>
              </a:xfrm>
              <a:custGeom>
                <a:avLst/>
                <a:gdLst>
                  <a:gd name="connsiteX0" fmla="*/ 37457 w 37180"/>
                  <a:gd name="connsiteY0" fmla="*/ 18743 h 37180"/>
                  <a:gd name="connsiteX1" fmla="*/ 18867 w 37180"/>
                  <a:gd name="connsiteY1" fmla="*/ 37334 h 37180"/>
                  <a:gd name="connsiteX2" fmla="*/ 276 w 37180"/>
                  <a:gd name="connsiteY2" fmla="*/ 18743 h 37180"/>
                  <a:gd name="connsiteX3" fmla="*/ 18867 w 37180"/>
                  <a:gd name="connsiteY3" fmla="*/ 153 h 37180"/>
                  <a:gd name="connsiteX4" fmla="*/ 37457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43"/>
                    </a:moveTo>
                    <a:cubicBezTo>
                      <a:pt x="37457" y="29011"/>
                      <a:pt x="29134" y="37334"/>
                      <a:pt x="18867" y="37334"/>
                    </a:cubicBezTo>
                    <a:cubicBezTo>
                      <a:pt x="8600" y="37334"/>
                      <a:pt x="276" y="29011"/>
                      <a:pt x="276" y="18743"/>
                    </a:cubicBezTo>
                    <a:cubicBezTo>
                      <a:pt x="276" y="8476"/>
                      <a:pt x="8600" y="153"/>
                      <a:pt x="18867" y="153"/>
                    </a:cubicBezTo>
                    <a:cubicBezTo>
                      <a:pt x="29134" y="153"/>
                      <a:pt x="37457" y="8476"/>
                      <a:pt x="37457" y="18743"/>
                    </a:cubicBezTo>
                    <a:close/>
                  </a:path>
                </a:pathLst>
              </a:custGeom>
              <a:solidFill>
                <a:srgbClr val="F7E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8" name="Freeform: Shape 3997">
                <a:extLst>
                  <a:ext uri="{FF2B5EF4-FFF2-40B4-BE49-F238E27FC236}">
                    <a16:creationId xmlns:a16="http://schemas.microsoft.com/office/drawing/2014/main" id="{1418D4C2-352F-FF01-6C09-A125356A5FCA}"/>
                  </a:ext>
                </a:extLst>
              </p:cNvPr>
              <p:cNvSpPr/>
              <p:nvPr/>
            </p:nvSpPr>
            <p:spPr>
              <a:xfrm>
                <a:off x="1852968" y="7802687"/>
                <a:ext cx="41981" cy="41981"/>
              </a:xfrm>
              <a:custGeom>
                <a:avLst/>
                <a:gdLst>
                  <a:gd name="connsiteX0" fmla="*/ 21267 w 41981"/>
                  <a:gd name="connsiteY0" fmla="*/ 4953 h 41981"/>
                  <a:gd name="connsiteX1" fmla="*/ 37457 w 41981"/>
                  <a:gd name="connsiteY1" fmla="*/ 21144 h 41981"/>
                  <a:gd name="connsiteX2" fmla="*/ 37457 w 41981"/>
                  <a:gd name="connsiteY2" fmla="*/ 21144 h 41981"/>
                  <a:gd name="connsiteX3" fmla="*/ 21267 w 41981"/>
                  <a:gd name="connsiteY3" fmla="*/ 37334 h 41981"/>
                  <a:gd name="connsiteX4" fmla="*/ 5077 w 41981"/>
                  <a:gd name="connsiteY4" fmla="*/ 21144 h 41981"/>
                  <a:gd name="connsiteX5" fmla="*/ 21267 w 41981"/>
                  <a:gd name="connsiteY5" fmla="*/ 4953 h 41981"/>
                  <a:gd name="connsiteX6" fmla="*/ 21267 w 41981"/>
                  <a:gd name="connsiteY6" fmla="*/ 153 h 41981"/>
                  <a:gd name="connsiteX7" fmla="*/ 276 w 41981"/>
                  <a:gd name="connsiteY7" fmla="*/ 21144 h 41981"/>
                  <a:gd name="connsiteX8" fmla="*/ 21267 w 41981"/>
                  <a:gd name="connsiteY8" fmla="*/ 42134 h 41981"/>
                  <a:gd name="connsiteX9" fmla="*/ 42257 w 41981"/>
                  <a:gd name="connsiteY9" fmla="*/ 21144 h 41981"/>
                  <a:gd name="connsiteX10" fmla="*/ 42257 w 41981"/>
                  <a:gd name="connsiteY10" fmla="*/ 21144 h 41981"/>
                  <a:gd name="connsiteX11" fmla="*/ 21267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53"/>
                    </a:moveTo>
                    <a:cubicBezTo>
                      <a:pt x="30209" y="4953"/>
                      <a:pt x="37457" y="12202"/>
                      <a:pt x="37457" y="21144"/>
                    </a:cubicBezTo>
                    <a:lnTo>
                      <a:pt x="37457" y="21144"/>
                    </a:lnTo>
                    <a:cubicBezTo>
                      <a:pt x="37457" y="30085"/>
                      <a:pt x="30209" y="37334"/>
                      <a:pt x="21267" y="37334"/>
                    </a:cubicBezTo>
                    <a:cubicBezTo>
                      <a:pt x="12325" y="37334"/>
                      <a:pt x="5077" y="30085"/>
                      <a:pt x="5077" y="21144"/>
                    </a:cubicBezTo>
                    <a:cubicBezTo>
                      <a:pt x="5077" y="12202"/>
                      <a:pt x="12325" y="4953"/>
                      <a:pt x="21267" y="4953"/>
                    </a:cubicBezTo>
                    <a:close/>
                    <a:moveTo>
                      <a:pt x="21267" y="153"/>
                    </a:moveTo>
                    <a:cubicBezTo>
                      <a:pt x="9674" y="153"/>
                      <a:pt x="276" y="9551"/>
                      <a:pt x="276" y="21144"/>
                    </a:cubicBezTo>
                    <a:cubicBezTo>
                      <a:pt x="276" y="32736"/>
                      <a:pt x="9674" y="42134"/>
                      <a:pt x="21267" y="42134"/>
                    </a:cubicBezTo>
                    <a:cubicBezTo>
                      <a:pt x="32859" y="42134"/>
                      <a:pt x="42257" y="32736"/>
                      <a:pt x="42257" y="21144"/>
                    </a:cubicBezTo>
                    <a:lnTo>
                      <a:pt x="42257" y="21144"/>
                    </a:lnTo>
                    <a:cubicBezTo>
                      <a:pt x="42257" y="9551"/>
                      <a:pt x="32859" y="153"/>
                      <a:pt x="21267"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3999" name="Freeform: Shape 3998">
                <a:extLst>
                  <a:ext uri="{FF2B5EF4-FFF2-40B4-BE49-F238E27FC236}">
                    <a16:creationId xmlns:a16="http://schemas.microsoft.com/office/drawing/2014/main" id="{ED3D8055-9F0C-C39B-DADF-C7C6C44A626B}"/>
                  </a:ext>
                </a:extLst>
              </p:cNvPr>
              <p:cNvSpPr/>
              <p:nvPr/>
            </p:nvSpPr>
            <p:spPr>
              <a:xfrm>
                <a:off x="1736211" y="8068192"/>
                <a:ext cx="37180" cy="37180"/>
              </a:xfrm>
              <a:custGeom>
                <a:avLst/>
                <a:gdLst>
                  <a:gd name="connsiteX0" fmla="*/ 37436 w 37180"/>
                  <a:gd name="connsiteY0" fmla="*/ 18789 h 37180"/>
                  <a:gd name="connsiteX1" fmla="*/ 18846 w 37180"/>
                  <a:gd name="connsiteY1" fmla="*/ 37380 h 37180"/>
                  <a:gd name="connsiteX2" fmla="*/ 256 w 37180"/>
                  <a:gd name="connsiteY2" fmla="*/ 18789 h 37180"/>
                  <a:gd name="connsiteX3" fmla="*/ 18846 w 37180"/>
                  <a:gd name="connsiteY3" fmla="*/ 199 h 37180"/>
                  <a:gd name="connsiteX4" fmla="*/ 37436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89"/>
                    </a:moveTo>
                    <a:cubicBezTo>
                      <a:pt x="37436" y="29056"/>
                      <a:pt x="29113" y="37380"/>
                      <a:pt x="18846" y="37380"/>
                    </a:cubicBezTo>
                    <a:cubicBezTo>
                      <a:pt x="8579" y="37380"/>
                      <a:pt x="256" y="29056"/>
                      <a:pt x="256" y="18789"/>
                    </a:cubicBezTo>
                    <a:cubicBezTo>
                      <a:pt x="256" y="8522"/>
                      <a:pt x="8579" y="199"/>
                      <a:pt x="18846" y="199"/>
                    </a:cubicBezTo>
                    <a:cubicBezTo>
                      <a:pt x="29113" y="199"/>
                      <a:pt x="37436" y="8522"/>
                      <a:pt x="37436" y="18789"/>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0" name="Freeform: Shape 3999">
                <a:extLst>
                  <a:ext uri="{FF2B5EF4-FFF2-40B4-BE49-F238E27FC236}">
                    <a16:creationId xmlns:a16="http://schemas.microsoft.com/office/drawing/2014/main" id="{BA3AB648-A38A-99B1-826E-A530EF962209}"/>
                  </a:ext>
                </a:extLst>
              </p:cNvPr>
              <p:cNvSpPr/>
              <p:nvPr/>
            </p:nvSpPr>
            <p:spPr>
              <a:xfrm>
                <a:off x="1733811" y="8065792"/>
                <a:ext cx="41981" cy="41981"/>
              </a:xfrm>
              <a:custGeom>
                <a:avLst/>
                <a:gdLst>
                  <a:gd name="connsiteX0" fmla="*/ 21246 w 41981"/>
                  <a:gd name="connsiteY0" fmla="*/ 4999 h 41981"/>
                  <a:gd name="connsiteX1" fmla="*/ 37436 w 41981"/>
                  <a:gd name="connsiteY1" fmla="*/ 21189 h 41981"/>
                  <a:gd name="connsiteX2" fmla="*/ 37436 w 41981"/>
                  <a:gd name="connsiteY2" fmla="*/ 21189 h 41981"/>
                  <a:gd name="connsiteX3" fmla="*/ 21246 w 41981"/>
                  <a:gd name="connsiteY3" fmla="*/ 37380 h 41981"/>
                  <a:gd name="connsiteX4" fmla="*/ 5056 w 41981"/>
                  <a:gd name="connsiteY4" fmla="*/ 21189 h 41981"/>
                  <a:gd name="connsiteX5" fmla="*/ 21246 w 41981"/>
                  <a:gd name="connsiteY5" fmla="*/ 4999 h 41981"/>
                  <a:gd name="connsiteX6" fmla="*/ 21246 w 41981"/>
                  <a:gd name="connsiteY6" fmla="*/ 199 h 41981"/>
                  <a:gd name="connsiteX7" fmla="*/ 256 w 41981"/>
                  <a:gd name="connsiteY7" fmla="*/ 21189 h 41981"/>
                  <a:gd name="connsiteX8" fmla="*/ 21246 w 41981"/>
                  <a:gd name="connsiteY8" fmla="*/ 42180 h 41981"/>
                  <a:gd name="connsiteX9" fmla="*/ 42237 w 41981"/>
                  <a:gd name="connsiteY9" fmla="*/ 21189 h 41981"/>
                  <a:gd name="connsiteX10" fmla="*/ 42237 w 41981"/>
                  <a:gd name="connsiteY10" fmla="*/ 21189 h 41981"/>
                  <a:gd name="connsiteX11" fmla="*/ 21246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99"/>
                    </a:moveTo>
                    <a:cubicBezTo>
                      <a:pt x="30188" y="4999"/>
                      <a:pt x="37436" y="12247"/>
                      <a:pt x="37436" y="21189"/>
                    </a:cubicBezTo>
                    <a:lnTo>
                      <a:pt x="37436" y="21189"/>
                    </a:lnTo>
                    <a:cubicBezTo>
                      <a:pt x="37436" y="30131"/>
                      <a:pt x="30188" y="37380"/>
                      <a:pt x="21246" y="37380"/>
                    </a:cubicBezTo>
                    <a:cubicBezTo>
                      <a:pt x="12304" y="37380"/>
                      <a:pt x="5056" y="30131"/>
                      <a:pt x="5056" y="21189"/>
                    </a:cubicBezTo>
                    <a:cubicBezTo>
                      <a:pt x="5056" y="12247"/>
                      <a:pt x="12304" y="4999"/>
                      <a:pt x="21246" y="4999"/>
                    </a:cubicBezTo>
                    <a:close/>
                    <a:moveTo>
                      <a:pt x="21246" y="199"/>
                    </a:moveTo>
                    <a:cubicBezTo>
                      <a:pt x="9654" y="199"/>
                      <a:pt x="256" y="9597"/>
                      <a:pt x="256" y="21189"/>
                    </a:cubicBezTo>
                    <a:cubicBezTo>
                      <a:pt x="256" y="32782"/>
                      <a:pt x="9654" y="42180"/>
                      <a:pt x="21246" y="42180"/>
                    </a:cubicBezTo>
                    <a:cubicBezTo>
                      <a:pt x="32839" y="42180"/>
                      <a:pt x="42237" y="32782"/>
                      <a:pt x="42237" y="21189"/>
                    </a:cubicBezTo>
                    <a:lnTo>
                      <a:pt x="42237" y="21189"/>
                    </a:lnTo>
                    <a:cubicBezTo>
                      <a:pt x="42237" y="9597"/>
                      <a:pt x="32839" y="199"/>
                      <a:pt x="21246" y="19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1" name="Freeform: Shape 4000">
                <a:extLst>
                  <a:ext uri="{FF2B5EF4-FFF2-40B4-BE49-F238E27FC236}">
                    <a16:creationId xmlns:a16="http://schemas.microsoft.com/office/drawing/2014/main" id="{B48A522A-8DF7-8F44-420D-0F2BCC910458}"/>
                  </a:ext>
                </a:extLst>
              </p:cNvPr>
              <p:cNvSpPr/>
              <p:nvPr/>
            </p:nvSpPr>
            <p:spPr>
              <a:xfrm>
                <a:off x="1810538" y="7874933"/>
                <a:ext cx="37180" cy="37180"/>
              </a:xfrm>
              <a:custGeom>
                <a:avLst/>
                <a:gdLst>
                  <a:gd name="connsiteX0" fmla="*/ 37449 w 37180"/>
                  <a:gd name="connsiteY0" fmla="*/ 18756 h 37180"/>
                  <a:gd name="connsiteX1" fmla="*/ 18859 w 37180"/>
                  <a:gd name="connsiteY1" fmla="*/ 37346 h 37180"/>
                  <a:gd name="connsiteX2" fmla="*/ 269 w 37180"/>
                  <a:gd name="connsiteY2" fmla="*/ 18756 h 37180"/>
                  <a:gd name="connsiteX3" fmla="*/ 18859 w 37180"/>
                  <a:gd name="connsiteY3" fmla="*/ 165 h 37180"/>
                  <a:gd name="connsiteX4" fmla="*/ 37449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6"/>
                    </a:moveTo>
                    <a:cubicBezTo>
                      <a:pt x="37449" y="29023"/>
                      <a:pt x="29126" y="37346"/>
                      <a:pt x="18859" y="37346"/>
                    </a:cubicBezTo>
                    <a:cubicBezTo>
                      <a:pt x="8592" y="37346"/>
                      <a:pt x="269" y="29023"/>
                      <a:pt x="269" y="18756"/>
                    </a:cubicBezTo>
                    <a:cubicBezTo>
                      <a:pt x="269" y="8488"/>
                      <a:pt x="8592" y="165"/>
                      <a:pt x="18859" y="165"/>
                    </a:cubicBezTo>
                    <a:cubicBezTo>
                      <a:pt x="29126" y="165"/>
                      <a:pt x="37449" y="8488"/>
                      <a:pt x="37449" y="18756"/>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2" name="Freeform: Shape 4001">
                <a:extLst>
                  <a:ext uri="{FF2B5EF4-FFF2-40B4-BE49-F238E27FC236}">
                    <a16:creationId xmlns:a16="http://schemas.microsoft.com/office/drawing/2014/main" id="{CCE41D67-3BDE-96A6-D375-74139763872F}"/>
                  </a:ext>
                </a:extLst>
              </p:cNvPr>
              <p:cNvSpPr/>
              <p:nvPr/>
            </p:nvSpPr>
            <p:spPr>
              <a:xfrm>
                <a:off x="1808138" y="7872533"/>
                <a:ext cx="41981" cy="41981"/>
              </a:xfrm>
              <a:custGeom>
                <a:avLst/>
                <a:gdLst>
                  <a:gd name="connsiteX0" fmla="*/ 21259 w 41981"/>
                  <a:gd name="connsiteY0" fmla="*/ 4966 h 41981"/>
                  <a:gd name="connsiteX1" fmla="*/ 37449 w 41981"/>
                  <a:gd name="connsiteY1" fmla="*/ 21156 h 41981"/>
                  <a:gd name="connsiteX2" fmla="*/ 37449 w 41981"/>
                  <a:gd name="connsiteY2" fmla="*/ 21156 h 41981"/>
                  <a:gd name="connsiteX3" fmla="*/ 21259 w 41981"/>
                  <a:gd name="connsiteY3" fmla="*/ 37346 h 41981"/>
                  <a:gd name="connsiteX4" fmla="*/ 5069 w 41981"/>
                  <a:gd name="connsiteY4" fmla="*/ 21156 h 41981"/>
                  <a:gd name="connsiteX5" fmla="*/ 21259 w 41981"/>
                  <a:gd name="connsiteY5" fmla="*/ 4966 h 41981"/>
                  <a:gd name="connsiteX6" fmla="*/ 21259 w 41981"/>
                  <a:gd name="connsiteY6" fmla="*/ 165 h 41981"/>
                  <a:gd name="connsiteX7" fmla="*/ 269 w 41981"/>
                  <a:gd name="connsiteY7" fmla="*/ 21156 h 41981"/>
                  <a:gd name="connsiteX8" fmla="*/ 21259 w 41981"/>
                  <a:gd name="connsiteY8" fmla="*/ 42146 h 41981"/>
                  <a:gd name="connsiteX9" fmla="*/ 42250 w 41981"/>
                  <a:gd name="connsiteY9" fmla="*/ 21156 h 41981"/>
                  <a:gd name="connsiteX10" fmla="*/ 42250 w 41981"/>
                  <a:gd name="connsiteY10" fmla="*/ 21156 h 41981"/>
                  <a:gd name="connsiteX11" fmla="*/ 21259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6"/>
                    </a:moveTo>
                    <a:cubicBezTo>
                      <a:pt x="30201" y="4966"/>
                      <a:pt x="37449" y="12214"/>
                      <a:pt x="37449" y="21156"/>
                    </a:cubicBezTo>
                    <a:lnTo>
                      <a:pt x="37449" y="21156"/>
                    </a:lnTo>
                    <a:cubicBezTo>
                      <a:pt x="37449" y="30098"/>
                      <a:pt x="30201" y="37346"/>
                      <a:pt x="21259" y="37346"/>
                    </a:cubicBezTo>
                    <a:cubicBezTo>
                      <a:pt x="12317" y="37346"/>
                      <a:pt x="5069" y="30098"/>
                      <a:pt x="5069" y="21156"/>
                    </a:cubicBezTo>
                    <a:cubicBezTo>
                      <a:pt x="5069" y="12214"/>
                      <a:pt x="12317" y="4966"/>
                      <a:pt x="21259" y="4966"/>
                    </a:cubicBezTo>
                    <a:close/>
                    <a:moveTo>
                      <a:pt x="21259" y="165"/>
                    </a:moveTo>
                    <a:cubicBezTo>
                      <a:pt x="9667" y="165"/>
                      <a:pt x="269" y="9563"/>
                      <a:pt x="269" y="21156"/>
                    </a:cubicBezTo>
                    <a:cubicBezTo>
                      <a:pt x="269" y="32748"/>
                      <a:pt x="9667" y="42146"/>
                      <a:pt x="21259" y="42146"/>
                    </a:cubicBezTo>
                    <a:cubicBezTo>
                      <a:pt x="32852" y="42146"/>
                      <a:pt x="42250" y="32748"/>
                      <a:pt x="42250" y="21156"/>
                    </a:cubicBezTo>
                    <a:lnTo>
                      <a:pt x="42250" y="21156"/>
                    </a:lnTo>
                    <a:cubicBezTo>
                      <a:pt x="42250" y="9563"/>
                      <a:pt x="32852" y="165"/>
                      <a:pt x="21259"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3" name="Freeform: Shape 4002">
                <a:extLst>
                  <a:ext uri="{FF2B5EF4-FFF2-40B4-BE49-F238E27FC236}">
                    <a16:creationId xmlns:a16="http://schemas.microsoft.com/office/drawing/2014/main" id="{761E9340-8B4B-DA92-7861-4E46670B51E7}"/>
                  </a:ext>
                </a:extLst>
              </p:cNvPr>
              <p:cNvSpPr/>
              <p:nvPr/>
            </p:nvSpPr>
            <p:spPr>
              <a:xfrm>
                <a:off x="1701835" y="8106899"/>
                <a:ext cx="37180" cy="37180"/>
              </a:xfrm>
              <a:custGeom>
                <a:avLst/>
                <a:gdLst>
                  <a:gd name="connsiteX0" fmla="*/ 37430 w 37180"/>
                  <a:gd name="connsiteY0" fmla="*/ 18796 h 37180"/>
                  <a:gd name="connsiteX1" fmla="*/ 18840 w 37180"/>
                  <a:gd name="connsiteY1" fmla="*/ 37386 h 37180"/>
                  <a:gd name="connsiteX2" fmla="*/ 250 w 37180"/>
                  <a:gd name="connsiteY2" fmla="*/ 18796 h 37180"/>
                  <a:gd name="connsiteX3" fmla="*/ 18840 w 37180"/>
                  <a:gd name="connsiteY3" fmla="*/ 205 h 37180"/>
                  <a:gd name="connsiteX4" fmla="*/ 37430 w 37180"/>
                  <a:gd name="connsiteY4" fmla="*/ 1879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96"/>
                    </a:moveTo>
                    <a:cubicBezTo>
                      <a:pt x="37430" y="29063"/>
                      <a:pt x="29107" y="37386"/>
                      <a:pt x="18840" y="37386"/>
                    </a:cubicBezTo>
                    <a:cubicBezTo>
                      <a:pt x="8573" y="37386"/>
                      <a:pt x="250" y="29063"/>
                      <a:pt x="250" y="18796"/>
                    </a:cubicBezTo>
                    <a:cubicBezTo>
                      <a:pt x="250" y="8529"/>
                      <a:pt x="8573" y="205"/>
                      <a:pt x="18840" y="205"/>
                    </a:cubicBezTo>
                    <a:cubicBezTo>
                      <a:pt x="29107" y="205"/>
                      <a:pt x="37430" y="8529"/>
                      <a:pt x="37430" y="18796"/>
                    </a:cubicBezTo>
                    <a:close/>
                  </a:path>
                </a:pathLst>
              </a:custGeom>
              <a:solidFill>
                <a:srgbClr val="F7BFB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4" name="Freeform: Shape 4003">
                <a:extLst>
                  <a:ext uri="{FF2B5EF4-FFF2-40B4-BE49-F238E27FC236}">
                    <a16:creationId xmlns:a16="http://schemas.microsoft.com/office/drawing/2014/main" id="{EFC9CD22-FCA1-4639-9B6D-DAB962E2001A}"/>
                  </a:ext>
                </a:extLst>
              </p:cNvPr>
              <p:cNvSpPr/>
              <p:nvPr/>
            </p:nvSpPr>
            <p:spPr>
              <a:xfrm>
                <a:off x="1699435" y="8104499"/>
                <a:ext cx="41981" cy="41981"/>
              </a:xfrm>
              <a:custGeom>
                <a:avLst/>
                <a:gdLst>
                  <a:gd name="connsiteX0" fmla="*/ 21240 w 41981"/>
                  <a:gd name="connsiteY0" fmla="*/ 5006 h 41981"/>
                  <a:gd name="connsiteX1" fmla="*/ 37430 w 41981"/>
                  <a:gd name="connsiteY1" fmla="*/ 21196 h 41981"/>
                  <a:gd name="connsiteX2" fmla="*/ 37430 w 41981"/>
                  <a:gd name="connsiteY2" fmla="*/ 21196 h 41981"/>
                  <a:gd name="connsiteX3" fmla="*/ 21240 w 41981"/>
                  <a:gd name="connsiteY3" fmla="*/ 37386 h 41981"/>
                  <a:gd name="connsiteX4" fmla="*/ 5050 w 41981"/>
                  <a:gd name="connsiteY4" fmla="*/ 21196 h 41981"/>
                  <a:gd name="connsiteX5" fmla="*/ 21240 w 41981"/>
                  <a:gd name="connsiteY5" fmla="*/ 5006 h 41981"/>
                  <a:gd name="connsiteX6" fmla="*/ 21240 w 41981"/>
                  <a:gd name="connsiteY6" fmla="*/ 205 h 41981"/>
                  <a:gd name="connsiteX7" fmla="*/ 250 w 41981"/>
                  <a:gd name="connsiteY7" fmla="*/ 21196 h 41981"/>
                  <a:gd name="connsiteX8" fmla="*/ 21240 w 41981"/>
                  <a:gd name="connsiteY8" fmla="*/ 42187 h 41981"/>
                  <a:gd name="connsiteX9" fmla="*/ 42231 w 41981"/>
                  <a:gd name="connsiteY9" fmla="*/ 21196 h 41981"/>
                  <a:gd name="connsiteX10" fmla="*/ 42231 w 41981"/>
                  <a:gd name="connsiteY10" fmla="*/ 21196 h 41981"/>
                  <a:gd name="connsiteX11" fmla="*/ 21240 w 41981"/>
                  <a:gd name="connsiteY11" fmla="*/ 20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5006"/>
                    </a:moveTo>
                    <a:cubicBezTo>
                      <a:pt x="30182" y="5006"/>
                      <a:pt x="37430" y="12254"/>
                      <a:pt x="37430" y="21196"/>
                    </a:cubicBezTo>
                    <a:lnTo>
                      <a:pt x="37430" y="21196"/>
                    </a:lnTo>
                    <a:cubicBezTo>
                      <a:pt x="37430" y="30138"/>
                      <a:pt x="30182" y="37386"/>
                      <a:pt x="21240" y="37386"/>
                    </a:cubicBezTo>
                    <a:cubicBezTo>
                      <a:pt x="12298" y="37386"/>
                      <a:pt x="5050" y="30138"/>
                      <a:pt x="5050" y="21196"/>
                    </a:cubicBezTo>
                    <a:cubicBezTo>
                      <a:pt x="5050" y="12254"/>
                      <a:pt x="12298" y="5006"/>
                      <a:pt x="21240" y="5006"/>
                    </a:cubicBezTo>
                    <a:close/>
                    <a:moveTo>
                      <a:pt x="21240" y="205"/>
                    </a:moveTo>
                    <a:cubicBezTo>
                      <a:pt x="9648" y="205"/>
                      <a:pt x="250" y="9603"/>
                      <a:pt x="250" y="21196"/>
                    </a:cubicBezTo>
                    <a:cubicBezTo>
                      <a:pt x="250" y="32789"/>
                      <a:pt x="9648" y="42187"/>
                      <a:pt x="21240" y="42187"/>
                    </a:cubicBezTo>
                    <a:cubicBezTo>
                      <a:pt x="32833" y="42187"/>
                      <a:pt x="42231" y="32789"/>
                      <a:pt x="42231" y="21196"/>
                    </a:cubicBezTo>
                    <a:lnTo>
                      <a:pt x="42231" y="21196"/>
                    </a:lnTo>
                    <a:cubicBezTo>
                      <a:pt x="42231" y="9603"/>
                      <a:pt x="32833" y="205"/>
                      <a:pt x="21240" y="20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5" name="Freeform: Shape 4004">
                <a:extLst>
                  <a:ext uri="{FF2B5EF4-FFF2-40B4-BE49-F238E27FC236}">
                    <a16:creationId xmlns:a16="http://schemas.microsoft.com/office/drawing/2014/main" id="{750E6626-1C92-3EF7-0E60-5EFD83CB632A}"/>
                  </a:ext>
                </a:extLst>
              </p:cNvPr>
              <p:cNvSpPr/>
              <p:nvPr/>
            </p:nvSpPr>
            <p:spPr>
              <a:xfrm>
                <a:off x="1692608" y="7874841"/>
                <a:ext cx="37180" cy="37180"/>
              </a:xfrm>
              <a:custGeom>
                <a:avLst/>
                <a:gdLst>
                  <a:gd name="connsiteX0" fmla="*/ 37429 w 37180"/>
                  <a:gd name="connsiteY0" fmla="*/ 18756 h 37180"/>
                  <a:gd name="connsiteX1" fmla="*/ 18838 w 37180"/>
                  <a:gd name="connsiteY1" fmla="*/ 37346 h 37180"/>
                  <a:gd name="connsiteX2" fmla="*/ 248 w 37180"/>
                  <a:gd name="connsiteY2" fmla="*/ 18756 h 37180"/>
                  <a:gd name="connsiteX3" fmla="*/ 18838 w 37180"/>
                  <a:gd name="connsiteY3" fmla="*/ 165 h 37180"/>
                  <a:gd name="connsiteX4" fmla="*/ 37429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56"/>
                    </a:moveTo>
                    <a:cubicBezTo>
                      <a:pt x="37429" y="29023"/>
                      <a:pt x="29106" y="37346"/>
                      <a:pt x="18838" y="37346"/>
                    </a:cubicBezTo>
                    <a:cubicBezTo>
                      <a:pt x="8571" y="37346"/>
                      <a:pt x="248" y="29023"/>
                      <a:pt x="248" y="18756"/>
                    </a:cubicBezTo>
                    <a:cubicBezTo>
                      <a:pt x="248" y="8488"/>
                      <a:pt x="8571" y="165"/>
                      <a:pt x="18838" y="165"/>
                    </a:cubicBezTo>
                    <a:cubicBezTo>
                      <a:pt x="29106" y="165"/>
                      <a:pt x="37429" y="8488"/>
                      <a:pt x="37429" y="18756"/>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6" name="Freeform: Shape 4005">
                <a:extLst>
                  <a:ext uri="{FF2B5EF4-FFF2-40B4-BE49-F238E27FC236}">
                    <a16:creationId xmlns:a16="http://schemas.microsoft.com/office/drawing/2014/main" id="{CB3B283C-208F-14AF-1572-F70CF6E69877}"/>
                  </a:ext>
                </a:extLst>
              </p:cNvPr>
              <p:cNvSpPr/>
              <p:nvPr/>
            </p:nvSpPr>
            <p:spPr>
              <a:xfrm>
                <a:off x="1690207" y="7872440"/>
                <a:ext cx="41981" cy="41981"/>
              </a:xfrm>
              <a:custGeom>
                <a:avLst/>
                <a:gdLst>
                  <a:gd name="connsiteX0" fmla="*/ 21239 w 41981"/>
                  <a:gd name="connsiteY0" fmla="*/ 4966 h 41981"/>
                  <a:gd name="connsiteX1" fmla="*/ 37429 w 41981"/>
                  <a:gd name="connsiteY1" fmla="*/ 21156 h 41981"/>
                  <a:gd name="connsiteX2" fmla="*/ 37429 w 41981"/>
                  <a:gd name="connsiteY2" fmla="*/ 21156 h 41981"/>
                  <a:gd name="connsiteX3" fmla="*/ 21239 w 41981"/>
                  <a:gd name="connsiteY3" fmla="*/ 37346 h 41981"/>
                  <a:gd name="connsiteX4" fmla="*/ 5048 w 41981"/>
                  <a:gd name="connsiteY4" fmla="*/ 21156 h 41981"/>
                  <a:gd name="connsiteX5" fmla="*/ 21239 w 41981"/>
                  <a:gd name="connsiteY5" fmla="*/ 4966 h 41981"/>
                  <a:gd name="connsiteX6" fmla="*/ 21239 w 41981"/>
                  <a:gd name="connsiteY6" fmla="*/ 165 h 41981"/>
                  <a:gd name="connsiteX7" fmla="*/ 248 w 41981"/>
                  <a:gd name="connsiteY7" fmla="*/ 21156 h 41981"/>
                  <a:gd name="connsiteX8" fmla="*/ 21239 w 41981"/>
                  <a:gd name="connsiteY8" fmla="*/ 42146 h 41981"/>
                  <a:gd name="connsiteX9" fmla="*/ 42229 w 41981"/>
                  <a:gd name="connsiteY9" fmla="*/ 21156 h 41981"/>
                  <a:gd name="connsiteX10" fmla="*/ 42229 w 41981"/>
                  <a:gd name="connsiteY10" fmla="*/ 21156 h 41981"/>
                  <a:gd name="connsiteX11" fmla="*/ 21239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66"/>
                    </a:moveTo>
                    <a:cubicBezTo>
                      <a:pt x="30180" y="4966"/>
                      <a:pt x="37429" y="12214"/>
                      <a:pt x="37429" y="21156"/>
                    </a:cubicBezTo>
                    <a:lnTo>
                      <a:pt x="37429" y="21156"/>
                    </a:lnTo>
                    <a:cubicBezTo>
                      <a:pt x="37429" y="30098"/>
                      <a:pt x="30180" y="37346"/>
                      <a:pt x="21239" y="37346"/>
                    </a:cubicBezTo>
                    <a:cubicBezTo>
                      <a:pt x="12297" y="37346"/>
                      <a:pt x="5048" y="30098"/>
                      <a:pt x="5048" y="21156"/>
                    </a:cubicBezTo>
                    <a:cubicBezTo>
                      <a:pt x="5048" y="12214"/>
                      <a:pt x="12297" y="4966"/>
                      <a:pt x="21239" y="4966"/>
                    </a:cubicBezTo>
                    <a:close/>
                    <a:moveTo>
                      <a:pt x="21239" y="165"/>
                    </a:moveTo>
                    <a:cubicBezTo>
                      <a:pt x="9646" y="165"/>
                      <a:pt x="248" y="9563"/>
                      <a:pt x="248" y="21156"/>
                    </a:cubicBezTo>
                    <a:cubicBezTo>
                      <a:pt x="248" y="32748"/>
                      <a:pt x="9646" y="42146"/>
                      <a:pt x="21239" y="42146"/>
                    </a:cubicBezTo>
                    <a:cubicBezTo>
                      <a:pt x="32831" y="42146"/>
                      <a:pt x="42229" y="32748"/>
                      <a:pt x="42229" y="21156"/>
                    </a:cubicBezTo>
                    <a:lnTo>
                      <a:pt x="42229" y="21156"/>
                    </a:lnTo>
                    <a:cubicBezTo>
                      <a:pt x="42229" y="9563"/>
                      <a:pt x="32831" y="165"/>
                      <a:pt x="21239"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7" name="Freeform: Shape 4006">
                <a:extLst>
                  <a:ext uri="{FF2B5EF4-FFF2-40B4-BE49-F238E27FC236}">
                    <a16:creationId xmlns:a16="http://schemas.microsoft.com/office/drawing/2014/main" id="{B16FA48A-AD62-5470-B8F2-71DA9AB71E2D}"/>
                  </a:ext>
                </a:extLst>
              </p:cNvPr>
              <p:cNvSpPr/>
              <p:nvPr/>
            </p:nvSpPr>
            <p:spPr>
              <a:xfrm>
                <a:off x="1576480" y="7861696"/>
                <a:ext cx="37180" cy="37180"/>
              </a:xfrm>
              <a:custGeom>
                <a:avLst/>
                <a:gdLst>
                  <a:gd name="connsiteX0" fmla="*/ 37409 w 37180"/>
                  <a:gd name="connsiteY0" fmla="*/ 18753 h 37180"/>
                  <a:gd name="connsiteX1" fmla="*/ 18818 w 37180"/>
                  <a:gd name="connsiteY1" fmla="*/ 37344 h 37180"/>
                  <a:gd name="connsiteX2" fmla="*/ 228 w 37180"/>
                  <a:gd name="connsiteY2" fmla="*/ 18753 h 37180"/>
                  <a:gd name="connsiteX3" fmla="*/ 18818 w 37180"/>
                  <a:gd name="connsiteY3" fmla="*/ 163 h 37180"/>
                  <a:gd name="connsiteX4" fmla="*/ 37409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53"/>
                    </a:moveTo>
                    <a:cubicBezTo>
                      <a:pt x="37409" y="29020"/>
                      <a:pt x="29085" y="37344"/>
                      <a:pt x="18818" y="37344"/>
                    </a:cubicBezTo>
                    <a:cubicBezTo>
                      <a:pt x="8551" y="37344"/>
                      <a:pt x="228" y="29020"/>
                      <a:pt x="228" y="18753"/>
                    </a:cubicBezTo>
                    <a:cubicBezTo>
                      <a:pt x="228" y="8486"/>
                      <a:pt x="8551" y="163"/>
                      <a:pt x="18818" y="163"/>
                    </a:cubicBezTo>
                    <a:cubicBezTo>
                      <a:pt x="29085" y="163"/>
                      <a:pt x="37409" y="8486"/>
                      <a:pt x="37409" y="18753"/>
                    </a:cubicBezTo>
                    <a:close/>
                  </a:path>
                </a:pathLst>
              </a:custGeom>
              <a:solidFill>
                <a:srgbClr val="67F76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8" name="Freeform: Shape 4007">
                <a:extLst>
                  <a:ext uri="{FF2B5EF4-FFF2-40B4-BE49-F238E27FC236}">
                    <a16:creationId xmlns:a16="http://schemas.microsoft.com/office/drawing/2014/main" id="{4B09E0DB-3D94-77CE-6D8E-8334C149649C}"/>
                  </a:ext>
                </a:extLst>
              </p:cNvPr>
              <p:cNvSpPr/>
              <p:nvPr/>
            </p:nvSpPr>
            <p:spPr>
              <a:xfrm>
                <a:off x="1574080" y="7859296"/>
                <a:ext cx="41981" cy="41981"/>
              </a:xfrm>
              <a:custGeom>
                <a:avLst/>
                <a:gdLst>
                  <a:gd name="connsiteX0" fmla="*/ 21218 w 41981"/>
                  <a:gd name="connsiteY0" fmla="*/ 4963 h 41981"/>
                  <a:gd name="connsiteX1" fmla="*/ 37409 w 41981"/>
                  <a:gd name="connsiteY1" fmla="*/ 21153 h 41981"/>
                  <a:gd name="connsiteX2" fmla="*/ 37409 w 41981"/>
                  <a:gd name="connsiteY2" fmla="*/ 21153 h 41981"/>
                  <a:gd name="connsiteX3" fmla="*/ 21218 w 41981"/>
                  <a:gd name="connsiteY3" fmla="*/ 37344 h 41981"/>
                  <a:gd name="connsiteX4" fmla="*/ 5028 w 41981"/>
                  <a:gd name="connsiteY4" fmla="*/ 21153 h 41981"/>
                  <a:gd name="connsiteX5" fmla="*/ 21218 w 41981"/>
                  <a:gd name="connsiteY5" fmla="*/ 4963 h 41981"/>
                  <a:gd name="connsiteX6" fmla="*/ 21218 w 41981"/>
                  <a:gd name="connsiteY6" fmla="*/ 163 h 41981"/>
                  <a:gd name="connsiteX7" fmla="*/ 228 w 41981"/>
                  <a:gd name="connsiteY7" fmla="*/ 21153 h 41981"/>
                  <a:gd name="connsiteX8" fmla="*/ 21218 w 41981"/>
                  <a:gd name="connsiteY8" fmla="*/ 42144 h 41981"/>
                  <a:gd name="connsiteX9" fmla="*/ 42209 w 41981"/>
                  <a:gd name="connsiteY9" fmla="*/ 21153 h 41981"/>
                  <a:gd name="connsiteX10" fmla="*/ 42209 w 41981"/>
                  <a:gd name="connsiteY10" fmla="*/ 21153 h 41981"/>
                  <a:gd name="connsiteX11" fmla="*/ 21218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63"/>
                    </a:moveTo>
                    <a:cubicBezTo>
                      <a:pt x="30160" y="4963"/>
                      <a:pt x="37409" y="12212"/>
                      <a:pt x="37409" y="21153"/>
                    </a:cubicBezTo>
                    <a:lnTo>
                      <a:pt x="37409" y="21153"/>
                    </a:lnTo>
                    <a:cubicBezTo>
                      <a:pt x="37409" y="30095"/>
                      <a:pt x="30160" y="37344"/>
                      <a:pt x="21218" y="37344"/>
                    </a:cubicBezTo>
                    <a:cubicBezTo>
                      <a:pt x="12277" y="37344"/>
                      <a:pt x="5028" y="30095"/>
                      <a:pt x="5028" y="21153"/>
                    </a:cubicBezTo>
                    <a:cubicBezTo>
                      <a:pt x="5028" y="12212"/>
                      <a:pt x="12277" y="4963"/>
                      <a:pt x="21218" y="4963"/>
                    </a:cubicBezTo>
                    <a:close/>
                    <a:moveTo>
                      <a:pt x="21218" y="163"/>
                    </a:moveTo>
                    <a:cubicBezTo>
                      <a:pt x="9626" y="163"/>
                      <a:pt x="228" y="9561"/>
                      <a:pt x="228" y="21153"/>
                    </a:cubicBezTo>
                    <a:cubicBezTo>
                      <a:pt x="228" y="32746"/>
                      <a:pt x="9626" y="42144"/>
                      <a:pt x="21218" y="42144"/>
                    </a:cubicBezTo>
                    <a:cubicBezTo>
                      <a:pt x="32811" y="42144"/>
                      <a:pt x="42209" y="32746"/>
                      <a:pt x="42209" y="21153"/>
                    </a:cubicBezTo>
                    <a:lnTo>
                      <a:pt x="42209" y="21153"/>
                    </a:lnTo>
                    <a:cubicBezTo>
                      <a:pt x="42209" y="9561"/>
                      <a:pt x="32811" y="163"/>
                      <a:pt x="21218"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09" name="Freeform: Shape 4008">
                <a:extLst>
                  <a:ext uri="{FF2B5EF4-FFF2-40B4-BE49-F238E27FC236}">
                    <a16:creationId xmlns:a16="http://schemas.microsoft.com/office/drawing/2014/main" id="{8F96F2F5-06C0-E04B-BABC-41D8B57E72E3}"/>
                  </a:ext>
                </a:extLst>
              </p:cNvPr>
              <p:cNvSpPr/>
              <p:nvPr/>
            </p:nvSpPr>
            <p:spPr>
              <a:xfrm>
                <a:off x="2224613" y="7678747"/>
                <a:ext cx="37180" cy="37180"/>
              </a:xfrm>
              <a:custGeom>
                <a:avLst/>
                <a:gdLst>
                  <a:gd name="connsiteX0" fmla="*/ 37521 w 37180"/>
                  <a:gd name="connsiteY0" fmla="*/ 18722 h 37180"/>
                  <a:gd name="connsiteX1" fmla="*/ 18931 w 37180"/>
                  <a:gd name="connsiteY1" fmla="*/ 37312 h 37180"/>
                  <a:gd name="connsiteX2" fmla="*/ 340 w 37180"/>
                  <a:gd name="connsiteY2" fmla="*/ 18722 h 37180"/>
                  <a:gd name="connsiteX3" fmla="*/ 18931 w 37180"/>
                  <a:gd name="connsiteY3" fmla="*/ 131 h 37180"/>
                  <a:gd name="connsiteX4" fmla="*/ 37521 w 37180"/>
                  <a:gd name="connsiteY4" fmla="*/ 1872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1" y="18722"/>
                    </a:moveTo>
                    <a:cubicBezTo>
                      <a:pt x="37521" y="28989"/>
                      <a:pt x="29198" y="37312"/>
                      <a:pt x="18931" y="37312"/>
                    </a:cubicBezTo>
                    <a:cubicBezTo>
                      <a:pt x="8664" y="37312"/>
                      <a:pt x="340" y="28989"/>
                      <a:pt x="340" y="18722"/>
                    </a:cubicBezTo>
                    <a:cubicBezTo>
                      <a:pt x="340" y="8454"/>
                      <a:pt x="8664" y="131"/>
                      <a:pt x="18931" y="131"/>
                    </a:cubicBezTo>
                    <a:cubicBezTo>
                      <a:pt x="29198" y="131"/>
                      <a:pt x="37521" y="8454"/>
                      <a:pt x="37521" y="18722"/>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0" name="Freeform: Shape 4009">
                <a:extLst>
                  <a:ext uri="{FF2B5EF4-FFF2-40B4-BE49-F238E27FC236}">
                    <a16:creationId xmlns:a16="http://schemas.microsoft.com/office/drawing/2014/main" id="{E3F3AD31-F314-1B22-D760-DACAF21C5666}"/>
                  </a:ext>
                </a:extLst>
              </p:cNvPr>
              <p:cNvSpPr/>
              <p:nvPr/>
            </p:nvSpPr>
            <p:spPr>
              <a:xfrm>
                <a:off x="2222212" y="7676347"/>
                <a:ext cx="41981" cy="41981"/>
              </a:xfrm>
              <a:custGeom>
                <a:avLst/>
                <a:gdLst>
                  <a:gd name="connsiteX0" fmla="*/ 21331 w 41981"/>
                  <a:gd name="connsiteY0" fmla="*/ 4931 h 41981"/>
                  <a:gd name="connsiteX1" fmla="*/ 37521 w 41981"/>
                  <a:gd name="connsiteY1" fmla="*/ 21122 h 41981"/>
                  <a:gd name="connsiteX2" fmla="*/ 37521 w 41981"/>
                  <a:gd name="connsiteY2" fmla="*/ 21122 h 41981"/>
                  <a:gd name="connsiteX3" fmla="*/ 21331 w 41981"/>
                  <a:gd name="connsiteY3" fmla="*/ 37312 h 41981"/>
                  <a:gd name="connsiteX4" fmla="*/ 5141 w 41981"/>
                  <a:gd name="connsiteY4" fmla="*/ 21122 h 41981"/>
                  <a:gd name="connsiteX5" fmla="*/ 21331 w 41981"/>
                  <a:gd name="connsiteY5" fmla="*/ 4931 h 41981"/>
                  <a:gd name="connsiteX6" fmla="*/ 21331 w 41981"/>
                  <a:gd name="connsiteY6" fmla="*/ 131 h 41981"/>
                  <a:gd name="connsiteX7" fmla="*/ 340 w 41981"/>
                  <a:gd name="connsiteY7" fmla="*/ 21122 h 41981"/>
                  <a:gd name="connsiteX8" fmla="*/ 21331 w 41981"/>
                  <a:gd name="connsiteY8" fmla="*/ 42112 h 41981"/>
                  <a:gd name="connsiteX9" fmla="*/ 42322 w 41981"/>
                  <a:gd name="connsiteY9" fmla="*/ 21122 h 41981"/>
                  <a:gd name="connsiteX10" fmla="*/ 42322 w 41981"/>
                  <a:gd name="connsiteY10" fmla="*/ 21122 h 41981"/>
                  <a:gd name="connsiteX11" fmla="*/ 21331 w 41981"/>
                  <a:gd name="connsiteY11" fmla="*/ 13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31" y="4931"/>
                    </a:moveTo>
                    <a:cubicBezTo>
                      <a:pt x="30273" y="4931"/>
                      <a:pt x="37521" y="12180"/>
                      <a:pt x="37521" y="21122"/>
                    </a:cubicBezTo>
                    <a:lnTo>
                      <a:pt x="37521" y="21122"/>
                    </a:lnTo>
                    <a:cubicBezTo>
                      <a:pt x="37521" y="30064"/>
                      <a:pt x="30273" y="37312"/>
                      <a:pt x="21331" y="37312"/>
                    </a:cubicBezTo>
                    <a:cubicBezTo>
                      <a:pt x="12389" y="37312"/>
                      <a:pt x="5141" y="30064"/>
                      <a:pt x="5141" y="21122"/>
                    </a:cubicBezTo>
                    <a:cubicBezTo>
                      <a:pt x="5141" y="12180"/>
                      <a:pt x="12389" y="4931"/>
                      <a:pt x="21331" y="4931"/>
                    </a:cubicBezTo>
                    <a:close/>
                    <a:moveTo>
                      <a:pt x="21331" y="131"/>
                    </a:moveTo>
                    <a:cubicBezTo>
                      <a:pt x="9738" y="131"/>
                      <a:pt x="340" y="9529"/>
                      <a:pt x="340" y="21122"/>
                    </a:cubicBezTo>
                    <a:cubicBezTo>
                      <a:pt x="340" y="32714"/>
                      <a:pt x="9738" y="42112"/>
                      <a:pt x="21331" y="42112"/>
                    </a:cubicBezTo>
                    <a:cubicBezTo>
                      <a:pt x="32924" y="42112"/>
                      <a:pt x="42322" y="32714"/>
                      <a:pt x="42322" y="21122"/>
                    </a:cubicBezTo>
                    <a:lnTo>
                      <a:pt x="42322" y="21122"/>
                    </a:lnTo>
                    <a:cubicBezTo>
                      <a:pt x="42322" y="9529"/>
                      <a:pt x="32924" y="131"/>
                      <a:pt x="21331" y="13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1" name="Freeform: Shape 4010">
                <a:extLst>
                  <a:ext uri="{FF2B5EF4-FFF2-40B4-BE49-F238E27FC236}">
                    <a16:creationId xmlns:a16="http://schemas.microsoft.com/office/drawing/2014/main" id="{C79F0D51-607E-5D95-2BE1-4B8553E4BC55}"/>
                  </a:ext>
                </a:extLst>
              </p:cNvPr>
              <p:cNvSpPr/>
              <p:nvPr/>
            </p:nvSpPr>
            <p:spPr>
              <a:xfrm>
                <a:off x="2183089" y="7577653"/>
                <a:ext cx="37180" cy="37180"/>
              </a:xfrm>
              <a:custGeom>
                <a:avLst/>
                <a:gdLst>
                  <a:gd name="connsiteX0" fmla="*/ 37514 w 37180"/>
                  <a:gd name="connsiteY0" fmla="*/ 18704 h 37180"/>
                  <a:gd name="connsiteX1" fmla="*/ 18924 w 37180"/>
                  <a:gd name="connsiteY1" fmla="*/ 37294 h 37180"/>
                  <a:gd name="connsiteX2" fmla="*/ 333 w 37180"/>
                  <a:gd name="connsiteY2" fmla="*/ 18704 h 37180"/>
                  <a:gd name="connsiteX3" fmla="*/ 18924 w 37180"/>
                  <a:gd name="connsiteY3" fmla="*/ 114 h 37180"/>
                  <a:gd name="connsiteX4" fmla="*/ 37514 w 37180"/>
                  <a:gd name="connsiteY4" fmla="*/ 187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4" y="18704"/>
                    </a:moveTo>
                    <a:cubicBezTo>
                      <a:pt x="37514" y="28971"/>
                      <a:pt x="29191" y="37294"/>
                      <a:pt x="18924" y="37294"/>
                    </a:cubicBezTo>
                    <a:cubicBezTo>
                      <a:pt x="8656" y="37294"/>
                      <a:pt x="333" y="28971"/>
                      <a:pt x="333" y="18704"/>
                    </a:cubicBezTo>
                    <a:cubicBezTo>
                      <a:pt x="333" y="8437"/>
                      <a:pt x="8656" y="114"/>
                      <a:pt x="18924" y="114"/>
                    </a:cubicBezTo>
                    <a:cubicBezTo>
                      <a:pt x="29191" y="114"/>
                      <a:pt x="37514" y="8437"/>
                      <a:pt x="37514" y="18704"/>
                    </a:cubicBezTo>
                    <a:close/>
                  </a:path>
                </a:pathLst>
              </a:custGeom>
              <a:solidFill>
                <a:srgbClr val="C9F7C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2" name="Freeform: Shape 4011">
                <a:extLst>
                  <a:ext uri="{FF2B5EF4-FFF2-40B4-BE49-F238E27FC236}">
                    <a16:creationId xmlns:a16="http://schemas.microsoft.com/office/drawing/2014/main" id="{38D4215F-C211-C711-1BE3-955F7F065F44}"/>
                  </a:ext>
                </a:extLst>
              </p:cNvPr>
              <p:cNvSpPr/>
              <p:nvPr/>
            </p:nvSpPr>
            <p:spPr>
              <a:xfrm>
                <a:off x="2180689" y="7575253"/>
                <a:ext cx="41981" cy="41981"/>
              </a:xfrm>
              <a:custGeom>
                <a:avLst/>
                <a:gdLst>
                  <a:gd name="connsiteX0" fmla="*/ 21324 w 41981"/>
                  <a:gd name="connsiteY0" fmla="*/ 4914 h 41981"/>
                  <a:gd name="connsiteX1" fmla="*/ 37514 w 41981"/>
                  <a:gd name="connsiteY1" fmla="*/ 21104 h 41981"/>
                  <a:gd name="connsiteX2" fmla="*/ 37514 w 41981"/>
                  <a:gd name="connsiteY2" fmla="*/ 21104 h 41981"/>
                  <a:gd name="connsiteX3" fmla="*/ 21324 w 41981"/>
                  <a:gd name="connsiteY3" fmla="*/ 37294 h 41981"/>
                  <a:gd name="connsiteX4" fmla="*/ 5134 w 41981"/>
                  <a:gd name="connsiteY4" fmla="*/ 21104 h 41981"/>
                  <a:gd name="connsiteX5" fmla="*/ 21324 w 41981"/>
                  <a:gd name="connsiteY5" fmla="*/ 4914 h 41981"/>
                  <a:gd name="connsiteX6" fmla="*/ 21324 w 41981"/>
                  <a:gd name="connsiteY6" fmla="*/ 114 h 41981"/>
                  <a:gd name="connsiteX7" fmla="*/ 333 w 41981"/>
                  <a:gd name="connsiteY7" fmla="*/ 21104 h 41981"/>
                  <a:gd name="connsiteX8" fmla="*/ 21324 w 41981"/>
                  <a:gd name="connsiteY8" fmla="*/ 42095 h 41981"/>
                  <a:gd name="connsiteX9" fmla="*/ 42314 w 41981"/>
                  <a:gd name="connsiteY9" fmla="*/ 21104 h 41981"/>
                  <a:gd name="connsiteX10" fmla="*/ 42314 w 41981"/>
                  <a:gd name="connsiteY10" fmla="*/ 21104 h 41981"/>
                  <a:gd name="connsiteX11" fmla="*/ 21324 w 41981"/>
                  <a:gd name="connsiteY11" fmla="*/ 1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4" y="4914"/>
                    </a:moveTo>
                    <a:cubicBezTo>
                      <a:pt x="30266" y="4914"/>
                      <a:pt x="37514" y="12162"/>
                      <a:pt x="37514" y="21104"/>
                    </a:cubicBezTo>
                    <a:lnTo>
                      <a:pt x="37514" y="21104"/>
                    </a:lnTo>
                    <a:cubicBezTo>
                      <a:pt x="37514" y="30046"/>
                      <a:pt x="30266" y="37294"/>
                      <a:pt x="21324" y="37294"/>
                    </a:cubicBezTo>
                    <a:cubicBezTo>
                      <a:pt x="12382" y="37294"/>
                      <a:pt x="5134" y="30046"/>
                      <a:pt x="5134" y="21104"/>
                    </a:cubicBezTo>
                    <a:cubicBezTo>
                      <a:pt x="5134" y="12162"/>
                      <a:pt x="12382" y="4914"/>
                      <a:pt x="21324" y="4914"/>
                    </a:cubicBezTo>
                    <a:close/>
                    <a:moveTo>
                      <a:pt x="21324" y="114"/>
                    </a:moveTo>
                    <a:cubicBezTo>
                      <a:pt x="9731" y="114"/>
                      <a:pt x="333" y="9512"/>
                      <a:pt x="333" y="21104"/>
                    </a:cubicBezTo>
                    <a:cubicBezTo>
                      <a:pt x="333" y="32697"/>
                      <a:pt x="9731" y="42095"/>
                      <a:pt x="21324" y="42095"/>
                    </a:cubicBezTo>
                    <a:cubicBezTo>
                      <a:pt x="32916" y="42095"/>
                      <a:pt x="42314" y="32697"/>
                      <a:pt x="42314" y="21104"/>
                    </a:cubicBezTo>
                    <a:lnTo>
                      <a:pt x="42314" y="21104"/>
                    </a:lnTo>
                    <a:cubicBezTo>
                      <a:pt x="42314" y="9512"/>
                      <a:pt x="32916" y="114"/>
                      <a:pt x="21324" y="11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3" name="Freeform: Shape 4012">
                <a:extLst>
                  <a:ext uri="{FF2B5EF4-FFF2-40B4-BE49-F238E27FC236}">
                    <a16:creationId xmlns:a16="http://schemas.microsoft.com/office/drawing/2014/main" id="{70914AF9-5383-579C-FEF4-A5AB7816AED4}"/>
                  </a:ext>
                </a:extLst>
              </p:cNvPr>
              <p:cNvSpPr/>
              <p:nvPr/>
            </p:nvSpPr>
            <p:spPr>
              <a:xfrm>
                <a:off x="1745168" y="7884172"/>
                <a:ext cx="37180" cy="37180"/>
              </a:xfrm>
              <a:custGeom>
                <a:avLst/>
                <a:gdLst>
                  <a:gd name="connsiteX0" fmla="*/ 37438 w 37180"/>
                  <a:gd name="connsiteY0" fmla="*/ 18757 h 37180"/>
                  <a:gd name="connsiteX1" fmla="*/ 18848 w 37180"/>
                  <a:gd name="connsiteY1" fmla="*/ 37348 h 37180"/>
                  <a:gd name="connsiteX2" fmla="*/ 257 w 37180"/>
                  <a:gd name="connsiteY2" fmla="*/ 18757 h 37180"/>
                  <a:gd name="connsiteX3" fmla="*/ 18848 w 37180"/>
                  <a:gd name="connsiteY3" fmla="*/ 167 h 37180"/>
                  <a:gd name="connsiteX4" fmla="*/ 37438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7"/>
                    </a:moveTo>
                    <a:cubicBezTo>
                      <a:pt x="37438" y="29024"/>
                      <a:pt x="29115" y="37348"/>
                      <a:pt x="18848" y="37348"/>
                    </a:cubicBezTo>
                    <a:cubicBezTo>
                      <a:pt x="8580" y="37348"/>
                      <a:pt x="257" y="29024"/>
                      <a:pt x="257" y="18757"/>
                    </a:cubicBezTo>
                    <a:cubicBezTo>
                      <a:pt x="257" y="8490"/>
                      <a:pt x="8580" y="167"/>
                      <a:pt x="18848" y="167"/>
                    </a:cubicBezTo>
                    <a:cubicBezTo>
                      <a:pt x="29115" y="167"/>
                      <a:pt x="37438" y="8490"/>
                      <a:pt x="37438" y="18757"/>
                    </a:cubicBezTo>
                    <a:close/>
                  </a:path>
                </a:pathLst>
              </a:custGeom>
              <a:solidFill>
                <a:srgbClr val="F7CDC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4" name="Freeform: Shape 4013">
                <a:extLst>
                  <a:ext uri="{FF2B5EF4-FFF2-40B4-BE49-F238E27FC236}">
                    <a16:creationId xmlns:a16="http://schemas.microsoft.com/office/drawing/2014/main" id="{13AD8034-759A-56FF-D0C3-1F53C8A784AD}"/>
                  </a:ext>
                </a:extLst>
              </p:cNvPr>
              <p:cNvSpPr/>
              <p:nvPr/>
            </p:nvSpPr>
            <p:spPr>
              <a:xfrm>
                <a:off x="1742767" y="7881772"/>
                <a:ext cx="41981" cy="41981"/>
              </a:xfrm>
              <a:custGeom>
                <a:avLst/>
                <a:gdLst>
                  <a:gd name="connsiteX0" fmla="*/ 21248 w 41981"/>
                  <a:gd name="connsiteY0" fmla="*/ 4967 h 41981"/>
                  <a:gd name="connsiteX1" fmla="*/ 37438 w 41981"/>
                  <a:gd name="connsiteY1" fmla="*/ 21157 h 41981"/>
                  <a:gd name="connsiteX2" fmla="*/ 37438 w 41981"/>
                  <a:gd name="connsiteY2" fmla="*/ 21157 h 41981"/>
                  <a:gd name="connsiteX3" fmla="*/ 21248 w 41981"/>
                  <a:gd name="connsiteY3" fmla="*/ 37348 h 41981"/>
                  <a:gd name="connsiteX4" fmla="*/ 5058 w 41981"/>
                  <a:gd name="connsiteY4" fmla="*/ 21157 h 41981"/>
                  <a:gd name="connsiteX5" fmla="*/ 21248 w 41981"/>
                  <a:gd name="connsiteY5" fmla="*/ 4967 h 41981"/>
                  <a:gd name="connsiteX6" fmla="*/ 21248 w 41981"/>
                  <a:gd name="connsiteY6" fmla="*/ 167 h 41981"/>
                  <a:gd name="connsiteX7" fmla="*/ 257 w 41981"/>
                  <a:gd name="connsiteY7" fmla="*/ 21157 h 41981"/>
                  <a:gd name="connsiteX8" fmla="*/ 21248 w 41981"/>
                  <a:gd name="connsiteY8" fmla="*/ 42148 h 41981"/>
                  <a:gd name="connsiteX9" fmla="*/ 42238 w 41981"/>
                  <a:gd name="connsiteY9" fmla="*/ 21157 h 41981"/>
                  <a:gd name="connsiteX10" fmla="*/ 42238 w 41981"/>
                  <a:gd name="connsiteY10" fmla="*/ 21157 h 41981"/>
                  <a:gd name="connsiteX11" fmla="*/ 21248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7"/>
                    </a:moveTo>
                    <a:cubicBezTo>
                      <a:pt x="30190" y="4967"/>
                      <a:pt x="37438" y="12216"/>
                      <a:pt x="37438" y="21157"/>
                    </a:cubicBezTo>
                    <a:lnTo>
                      <a:pt x="37438" y="21157"/>
                    </a:lnTo>
                    <a:cubicBezTo>
                      <a:pt x="37438" y="30099"/>
                      <a:pt x="30190" y="37348"/>
                      <a:pt x="21248" y="37348"/>
                    </a:cubicBezTo>
                    <a:cubicBezTo>
                      <a:pt x="12306" y="37348"/>
                      <a:pt x="5058" y="30099"/>
                      <a:pt x="5058" y="21157"/>
                    </a:cubicBezTo>
                    <a:cubicBezTo>
                      <a:pt x="5058" y="12216"/>
                      <a:pt x="12306" y="4967"/>
                      <a:pt x="21248" y="4967"/>
                    </a:cubicBezTo>
                    <a:close/>
                    <a:moveTo>
                      <a:pt x="21248" y="167"/>
                    </a:moveTo>
                    <a:cubicBezTo>
                      <a:pt x="9655" y="167"/>
                      <a:pt x="257" y="9565"/>
                      <a:pt x="257" y="21157"/>
                    </a:cubicBezTo>
                    <a:cubicBezTo>
                      <a:pt x="257" y="32750"/>
                      <a:pt x="9655" y="42148"/>
                      <a:pt x="21248" y="42148"/>
                    </a:cubicBezTo>
                    <a:cubicBezTo>
                      <a:pt x="32840" y="42148"/>
                      <a:pt x="42238" y="32750"/>
                      <a:pt x="42238" y="21157"/>
                    </a:cubicBezTo>
                    <a:lnTo>
                      <a:pt x="42238" y="21157"/>
                    </a:lnTo>
                    <a:cubicBezTo>
                      <a:pt x="42238" y="9565"/>
                      <a:pt x="32840" y="167"/>
                      <a:pt x="21248"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5" name="Freeform: Shape 4014">
                <a:extLst>
                  <a:ext uri="{FF2B5EF4-FFF2-40B4-BE49-F238E27FC236}">
                    <a16:creationId xmlns:a16="http://schemas.microsoft.com/office/drawing/2014/main" id="{849BA7F9-647C-9E86-B41A-27A76092A703}"/>
                  </a:ext>
                </a:extLst>
              </p:cNvPr>
              <p:cNvSpPr/>
              <p:nvPr/>
            </p:nvSpPr>
            <p:spPr>
              <a:xfrm>
                <a:off x="1853513" y="7899027"/>
                <a:ext cx="37180" cy="37180"/>
              </a:xfrm>
              <a:custGeom>
                <a:avLst/>
                <a:gdLst>
                  <a:gd name="connsiteX0" fmla="*/ 37457 w 37180"/>
                  <a:gd name="connsiteY0" fmla="*/ 18760 h 37180"/>
                  <a:gd name="connsiteX1" fmla="*/ 18866 w 37180"/>
                  <a:gd name="connsiteY1" fmla="*/ 37350 h 37180"/>
                  <a:gd name="connsiteX2" fmla="*/ 276 w 37180"/>
                  <a:gd name="connsiteY2" fmla="*/ 18760 h 37180"/>
                  <a:gd name="connsiteX3" fmla="*/ 18866 w 37180"/>
                  <a:gd name="connsiteY3" fmla="*/ 169 h 37180"/>
                  <a:gd name="connsiteX4" fmla="*/ 37457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60"/>
                    </a:moveTo>
                    <a:cubicBezTo>
                      <a:pt x="37457" y="29027"/>
                      <a:pt x="29134" y="37350"/>
                      <a:pt x="18866" y="37350"/>
                    </a:cubicBezTo>
                    <a:cubicBezTo>
                      <a:pt x="8599" y="37350"/>
                      <a:pt x="276" y="29027"/>
                      <a:pt x="276" y="18760"/>
                    </a:cubicBezTo>
                    <a:cubicBezTo>
                      <a:pt x="276" y="8493"/>
                      <a:pt x="8599" y="169"/>
                      <a:pt x="18866" y="169"/>
                    </a:cubicBezTo>
                    <a:cubicBezTo>
                      <a:pt x="29134" y="169"/>
                      <a:pt x="37457" y="8493"/>
                      <a:pt x="37457" y="18760"/>
                    </a:cubicBezTo>
                    <a:close/>
                  </a:path>
                </a:pathLst>
              </a:custGeom>
              <a:solidFill>
                <a:srgbClr val="F7E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6" name="Freeform: Shape 4015">
                <a:extLst>
                  <a:ext uri="{FF2B5EF4-FFF2-40B4-BE49-F238E27FC236}">
                    <a16:creationId xmlns:a16="http://schemas.microsoft.com/office/drawing/2014/main" id="{D0FED5C0-8934-DA84-FE8D-2B7318C6EBF9}"/>
                  </a:ext>
                </a:extLst>
              </p:cNvPr>
              <p:cNvSpPr/>
              <p:nvPr/>
            </p:nvSpPr>
            <p:spPr>
              <a:xfrm>
                <a:off x="1851113" y="7896627"/>
                <a:ext cx="41981" cy="41981"/>
              </a:xfrm>
              <a:custGeom>
                <a:avLst/>
                <a:gdLst>
                  <a:gd name="connsiteX0" fmla="*/ 21267 w 41981"/>
                  <a:gd name="connsiteY0" fmla="*/ 4970 h 41981"/>
                  <a:gd name="connsiteX1" fmla="*/ 37457 w 41981"/>
                  <a:gd name="connsiteY1" fmla="*/ 21160 h 41981"/>
                  <a:gd name="connsiteX2" fmla="*/ 37457 w 41981"/>
                  <a:gd name="connsiteY2" fmla="*/ 21160 h 41981"/>
                  <a:gd name="connsiteX3" fmla="*/ 21267 w 41981"/>
                  <a:gd name="connsiteY3" fmla="*/ 37350 h 41981"/>
                  <a:gd name="connsiteX4" fmla="*/ 5076 w 41981"/>
                  <a:gd name="connsiteY4" fmla="*/ 21160 h 41981"/>
                  <a:gd name="connsiteX5" fmla="*/ 21267 w 41981"/>
                  <a:gd name="connsiteY5" fmla="*/ 4970 h 41981"/>
                  <a:gd name="connsiteX6" fmla="*/ 21267 w 41981"/>
                  <a:gd name="connsiteY6" fmla="*/ 169 h 41981"/>
                  <a:gd name="connsiteX7" fmla="*/ 276 w 41981"/>
                  <a:gd name="connsiteY7" fmla="*/ 21160 h 41981"/>
                  <a:gd name="connsiteX8" fmla="*/ 21267 w 41981"/>
                  <a:gd name="connsiteY8" fmla="*/ 42151 h 41981"/>
                  <a:gd name="connsiteX9" fmla="*/ 42257 w 41981"/>
                  <a:gd name="connsiteY9" fmla="*/ 21160 h 41981"/>
                  <a:gd name="connsiteX10" fmla="*/ 42257 w 41981"/>
                  <a:gd name="connsiteY10" fmla="*/ 21160 h 41981"/>
                  <a:gd name="connsiteX11" fmla="*/ 21267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0"/>
                    </a:moveTo>
                    <a:cubicBezTo>
                      <a:pt x="30208" y="4970"/>
                      <a:pt x="37457" y="12218"/>
                      <a:pt x="37457" y="21160"/>
                    </a:cubicBezTo>
                    <a:lnTo>
                      <a:pt x="37457" y="21160"/>
                    </a:lnTo>
                    <a:cubicBezTo>
                      <a:pt x="37457" y="30102"/>
                      <a:pt x="30208" y="37350"/>
                      <a:pt x="21267" y="37350"/>
                    </a:cubicBezTo>
                    <a:cubicBezTo>
                      <a:pt x="12325" y="37350"/>
                      <a:pt x="5076" y="30102"/>
                      <a:pt x="5076" y="21160"/>
                    </a:cubicBezTo>
                    <a:cubicBezTo>
                      <a:pt x="5076" y="12218"/>
                      <a:pt x="12325" y="4970"/>
                      <a:pt x="21267" y="4970"/>
                    </a:cubicBezTo>
                    <a:close/>
                    <a:moveTo>
                      <a:pt x="21267" y="169"/>
                    </a:moveTo>
                    <a:cubicBezTo>
                      <a:pt x="9674" y="169"/>
                      <a:pt x="276" y="9567"/>
                      <a:pt x="276" y="21160"/>
                    </a:cubicBezTo>
                    <a:cubicBezTo>
                      <a:pt x="276" y="32753"/>
                      <a:pt x="9674" y="42151"/>
                      <a:pt x="21267" y="42151"/>
                    </a:cubicBezTo>
                    <a:cubicBezTo>
                      <a:pt x="32859" y="42151"/>
                      <a:pt x="42257" y="32753"/>
                      <a:pt x="42257" y="21160"/>
                    </a:cubicBezTo>
                    <a:lnTo>
                      <a:pt x="42257" y="21160"/>
                    </a:lnTo>
                    <a:cubicBezTo>
                      <a:pt x="42257" y="9567"/>
                      <a:pt x="32859" y="169"/>
                      <a:pt x="21267"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7" name="Freeform: Shape 4016">
                <a:extLst>
                  <a:ext uri="{FF2B5EF4-FFF2-40B4-BE49-F238E27FC236}">
                    <a16:creationId xmlns:a16="http://schemas.microsoft.com/office/drawing/2014/main" id="{48E69B69-C63A-7460-DB1D-5EA5AE1ADC1E}"/>
                  </a:ext>
                </a:extLst>
              </p:cNvPr>
              <p:cNvSpPr/>
              <p:nvPr/>
            </p:nvSpPr>
            <p:spPr>
              <a:xfrm>
                <a:off x="1973937" y="7750914"/>
                <a:ext cx="37180" cy="37180"/>
              </a:xfrm>
              <a:custGeom>
                <a:avLst/>
                <a:gdLst>
                  <a:gd name="connsiteX0" fmla="*/ 37478 w 37180"/>
                  <a:gd name="connsiteY0" fmla="*/ 18734 h 37180"/>
                  <a:gd name="connsiteX1" fmla="*/ 18887 w 37180"/>
                  <a:gd name="connsiteY1" fmla="*/ 37324 h 37180"/>
                  <a:gd name="connsiteX2" fmla="*/ 297 w 37180"/>
                  <a:gd name="connsiteY2" fmla="*/ 18734 h 37180"/>
                  <a:gd name="connsiteX3" fmla="*/ 18887 w 37180"/>
                  <a:gd name="connsiteY3" fmla="*/ 144 h 37180"/>
                  <a:gd name="connsiteX4" fmla="*/ 37478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8" y="18734"/>
                    </a:moveTo>
                    <a:cubicBezTo>
                      <a:pt x="37478" y="29001"/>
                      <a:pt x="29154" y="37324"/>
                      <a:pt x="18887" y="37324"/>
                    </a:cubicBezTo>
                    <a:cubicBezTo>
                      <a:pt x="8620" y="37324"/>
                      <a:pt x="297" y="29001"/>
                      <a:pt x="297" y="18734"/>
                    </a:cubicBezTo>
                    <a:cubicBezTo>
                      <a:pt x="297" y="8467"/>
                      <a:pt x="8620" y="144"/>
                      <a:pt x="18887" y="144"/>
                    </a:cubicBezTo>
                    <a:cubicBezTo>
                      <a:pt x="29154" y="144"/>
                      <a:pt x="37478" y="8467"/>
                      <a:pt x="37478" y="18734"/>
                    </a:cubicBezTo>
                    <a:close/>
                  </a:path>
                </a:pathLst>
              </a:custGeom>
              <a:solidFill>
                <a:srgbClr val="D3F7D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8" name="Freeform: Shape 4017">
                <a:extLst>
                  <a:ext uri="{FF2B5EF4-FFF2-40B4-BE49-F238E27FC236}">
                    <a16:creationId xmlns:a16="http://schemas.microsoft.com/office/drawing/2014/main" id="{56F4C2A0-0051-AFC4-960C-AD1D0F7E498F}"/>
                  </a:ext>
                </a:extLst>
              </p:cNvPr>
              <p:cNvSpPr/>
              <p:nvPr/>
            </p:nvSpPr>
            <p:spPr>
              <a:xfrm>
                <a:off x="1971537" y="7748514"/>
                <a:ext cx="41981" cy="41981"/>
              </a:xfrm>
              <a:custGeom>
                <a:avLst/>
                <a:gdLst>
                  <a:gd name="connsiteX0" fmla="*/ 21287 w 41981"/>
                  <a:gd name="connsiteY0" fmla="*/ 4944 h 41981"/>
                  <a:gd name="connsiteX1" fmla="*/ 37478 w 41981"/>
                  <a:gd name="connsiteY1" fmla="*/ 21134 h 41981"/>
                  <a:gd name="connsiteX2" fmla="*/ 37478 w 41981"/>
                  <a:gd name="connsiteY2" fmla="*/ 21134 h 41981"/>
                  <a:gd name="connsiteX3" fmla="*/ 21287 w 41981"/>
                  <a:gd name="connsiteY3" fmla="*/ 37324 h 41981"/>
                  <a:gd name="connsiteX4" fmla="*/ 5097 w 41981"/>
                  <a:gd name="connsiteY4" fmla="*/ 21134 h 41981"/>
                  <a:gd name="connsiteX5" fmla="*/ 21287 w 41981"/>
                  <a:gd name="connsiteY5" fmla="*/ 4944 h 41981"/>
                  <a:gd name="connsiteX6" fmla="*/ 21287 w 41981"/>
                  <a:gd name="connsiteY6" fmla="*/ 144 h 41981"/>
                  <a:gd name="connsiteX7" fmla="*/ 297 w 41981"/>
                  <a:gd name="connsiteY7" fmla="*/ 21134 h 41981"/>
                  <a:gd name="connsiteX8" fmla="*/ 21287 w 41981"/>
                  <a:gd name="connsiteY8" fmla="*/ 42125 h 41981"/>
                  <a:gd name="connsiteX9" fmla="*/ 42278 w 41981"/>
                  <a:gd name="connsiteY9" fmla="*/ 21134 h 41981"/>
                  <a:gd name="connsiteX10" fmla="*/ 42278 w 41981"/>
                  <a:gd name="connsiteY10" fmla="*/ 21134 h 41981"/>
                  <a:gd name="connsiteX11" fmla="*/ 21287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7" y="4944"/>
                    </a:moveTo>
                    <a:cubicBezTo>
                      <a:pt x="30229" y="4944"/>
                      <a:pt x="37478" y="12192"/>
                      <a:pt x="37478" y="21134"/>
                    </a:cubicBezTo>
                    <a:lnTo>
                      <a:pt x="37478" y="21134"/>
                    </a:lnTo>
                    <a:cubicBezTo>
                      <a:pt x="37478" y="30076"/>
                      <a:pt x="30229" y="37324"/>
                      <a:pt x="21287" y="37324"/>
                    </a:cubicBezTo>
                    <a:cubicBezTo>
                      <a:pt x="12346" y="37324"/>
                      <a:pt x="5097" y="30076"/>
                      <a:pt x="5097" y="21134"/>
                    </a:cubicBezTo>
                    <a:cubicBezTo>
                      <a:pt x="5097" y="12192"/>
                      <a:pt x="12346" y="4944"/>
                      <a:pt x="21287" y="4944"/>
                    </a:cubicBezTo>
                    <a:close/>
                    <a:moveTo>
                      <a:pt x="21287" y="144"/>
                    </a:moveTo>
                    <a:cubicBezTo>
                      <a:pt x="9695" y="144"/>
                      <a:pt x="297" y="9542"/>
                      <a:pt x="297" y="21134"/>
                    </a:cubicBezTo>
                    <a:cubicBezTo>
                      <a:pt x="297" y="32727"/>
                      <a:pt x="9695" y="42125"/>
                      <a:pt x="21287" y="42125"/>
                    </a:cubicBezTo>
                    <a:cubicBezTo>
                      <a:pt x="32880" y="42125"/>
                      <a:pt x="42278" y="32727"/>
                      <a:pt x="42278" y="21134"/>
                    </a:cubicBezTo>
                    <a:lnTo>
                      <a:pt x="42278" y="21134"/>
                    </a:lnTo>
                    <a:cubicBezTo>
                      <a:pt x="42278" y="9542"/>
                      <a:pt x="32880" y="144"/>
                      <a:pt x="21287"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19" name="Freeform: Shape 4018">
                <a:extLst>
                  <a:ext uri="{FF2B5EF4-FFF2-40B4-BE49-F238E27FC236}">
                    <a16:creationId xmlns:a16="http://schemas.microsoft.com/office/drawing/2014/main" id="{B856426A-1604-AB8F-7148-4D71DA804190}"/>
                  </a:ext>
                </a:extLst>
              </p:cNvPr>
              <p:cNvSpPr/>
              <p:nvPr/>
            </p:nvSpPr>
            <p:spPr>
              <a:xfrm>
                <a:off x="1808568" y="7733703"/>
                <a:ext cx="37180" cy="37180"/>
              </a:xfrm>
              <a:custGeom>
                <a:avLst/>
                <a:gdLst>
                  <a:gd name="connsiteX0" fmla="*/ 37449 w 37180"/>
                  <a:gd name="connsiteY0" fmla="*/ 18731 h 37180"/>
                  <a:gd name="connsiteX1" fmla="*/ 18859 w 37180"/>
                  <a:gd name="connsiteY1" fmla="*/ 37321 h 37180"/>
                  <a:gd name="connsiteX2" fmla="*/ 268 w 37180"/>
                  <a:gd name="connsiteY2" fmla="*/ 18731 h 37180"/>
                  <a:gd name="connsiteX3" fmla="*/ 18859 w 37180"/>
                  <a:gd name="connsiteY3" fmla="*/ 141 h 37180"/>
                  <a:gd name="connsiteX4" fmla="*/ 37449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31"/>
                    </a:moveTo>
                    <a:cubicBezTo>
                      <a:pt x="37449" y="28998"/>
                      <a:pt x="29126" y="37321"/>
                      <a:pt x="18859" y="37321"/>
                    </a:cubicBezTo>
                    <a:cubicBezTo>
                      <a:pt x="8591" y="37321"/>
                      <a:pt x="268" y="28998"/>
                      <a:pt x="268" y="18731"/>
                    </a:cubicBezTo>
                    <a:cubicBezTo>
                      <a:pt x="268" y="8464"/>
                      <a:pt x="8591" y="141"/>
                      <a:pt x="18859" y="141"/>
                    </a:cubicBezTo>
                    <a:cubicBezTo>
                      <a:pt x="29126" y="141"/>
                      <a:pt x="37449" y="8464"/>
                      <a:pt x="37449" y="18731"/>
                    </a:cubicBezTo>
                    <a:close/>
                  </a:path>
                </a:pathLst>
              </a:custGeom>
              <a:solidFill>
                <a:srgbClr val="F7D3D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0" name="Freeform: Shape 4019">
                <a:extLst>
                  <a:ext uri="{FF2B5EF4-FFF2-40B4-BE49-F238E27FC236}">
                    <a16:creationId xmlns:a16="http://schemas.microsoft.com/office/drawing/2014/main" id="{B279964E-046B-F183-B53C-6F176904F50B}"/>
                  </a:ext>
                </a:extLst>
              </p:cNvPr>
              <p:cNvSpPr/>
              <p:nvPr/>
            </p:nvSpPr>
            <p:spPr>
              <a:xfrm>
                <a:off x="1806168" y="7731303"/>
                <a:ext cx="41981" cy="41981"/>
              </a:xfrm>
              <a:custGeom>
                <a:avLst/>
                <a:gdLst>
                  <a:gd name="connsiteX0" fmla="*/ 21259 w 41981"/>
                  <a:gd name="connsiteY0" fmla="*/ 4941 h 41981"/>
                  <a:gd name="connsiteX1" fmla="*/ 37449 w 41981"/>
                  <a:gd name="connsiteY1" fmla="*/ 21131 h 41981"/>
                  <a:gd name="connsiteX2" fmla="*/ 37449 w 41981"/>
                  <a:gd name="connsiteY2" fmla="*/ 21131 h 41981"/>
                  <a:gd name="connsiteX3" fmla="*/ 21259 w 41981"/>
                  <a:gd name="connsiteY3" fmla="*/ 37321 h 41981"/>
                  <a:gd name="connsiteX4" fmla="*/ 5069 w 41981"/>
                  <a:gd name="connsiteY4" fmla="*/ 21131 h 41981"/>
                  <a:gd name="connsiteX5" fmla="*/ 21259 w 41981"/>
                  <a:gd name="connsiteY5" fmla="*/ 4941 h 41981"/>
                  <a:gd name="connsiteX6" fmla="*/ 21259 w 41981"/>
                  <a:gd name="connsiteY6" fmla="*/ 141 h 41981"/>
                  <a:gd name="connsiteX7" fmla="*/ 268 w 41981"/>
                  <a:gd name="connsiteY7" fmla="*/ 21131 h 41981"/>
                  <a:gd name="connsiteX8" fmla="*/ 21259 w 41981"/>
                  <a:gd name="connsiteY8" fmla="*/ 42122 h 41981"/>
                  <a:gd name="connsiteX9" fmla="*/ 42249 w 41981"/>
                  <a:gd name="connsiteY9" fmla="*/ 21131 h 41981"/>
                  <a:gd name="connsiteX10" fmla="*/ 42249 w 41981"/>
                  <a:gd name="connsiteY10" fmla="*/ 21131 h 41981"/>
                  <a:gd name="connsiteX11" fmla="*/ 21259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41"/>
                    </a:moveTo>
                    <a:cubicBezTo>
                      <a:pt x="30201" y="4941"/>
                      <a:pt x="37449" y="12189"/>
                      <a:pt x="37449" y="21131"/>
                    </a:cubicBezTo>
                    <a:lnTo>
                      <a:pt x="37449" y="21131"/>
                    </a:lnTo>
                    <a:cubicBezTo>
                      <a:pt x="37449" y="30073"/>
                      <a:pt x="30201" y="37321"/>
                      <a:pt x="21259" y="37321"/>
                    </a:cubicBezTo>
                    <a:cubicBezTo>
                      <a:pt x="12317" y="37321"/>
                      <a:pt x="5069" y="30073"/>
                      <a:pt x="5069" y="21131"/>
                    </a:cubicBezTo>
                    <a:cubicBezTo>
                      <a:pt x="5069" y="12189"/>
                      <a:pt x="12317" y="4941"/>
                      <a:pt x="21259" y="4941"/>
                    </a:cubicBezTo>
                    <a:close/>
                    <a:moveTo>
                      <a:pt x="21259" y="141"/>
                    </a:moveTo>
                    <a:cubicBezTo>
                      <a:pt x="9666" y="141"/>
                      <a:pt x="268" y="9539"/>
                      <a:pt x="268" y="21131"/>
                    </a:cubicBezTo>
                    <a:cubicBezTo>
                      <a:pt x="268" y="32724"/>
                      <a:pt x="9666" y="42122"/>
                      <a:pt x="21259" y="42122"/>
                    </a:cubicBezTo>
                    <a:cubicBezTo>
                      <a:pt x="32851" y="42122"/>
                      <a:pt x="42249" y="32724"/>
                      <a:pt x="42249" y="21131"/>
                    </a:cubicBezTo>
                    <a:lnTo>
                      <a:pt x="42249" y="21131"/>
                    </a:lnTo>
                    <a:cubicBezTo>
                      <a:pt x="42249" y="9539"/>
                      <a:pt x="32851" y="141"/>
                      <a:pt x="21259" y="14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1" name="Freeform: Shape 4020">
                <a:extLst>
                  <a:ext uri="{FF2B5EF4-FFF2-40B4-BE49-F238E27FC236}">
                    <a16:creationId xmlns:a16="http://schemas.microsoft.com/office/drawing/2014/main" id="{75C5124E-1439-1ACB-C58B-25207DF680A5}"/>
                  </a:ext>
                </a:extLst>
              </p:cNvPr>
              <p:cNvSpPr/>
              <p:nvPr/>
            </p:nvSpPr>
            <p:spPr>
              <a:xfrm>
                <a:off x="1713925" y="7757780"/>
                <a:ext cx="37180" cy="37180"/>
              </a:xfrm>
              <a:custGeom>
                <a:avLst/>
                <a:gdLst>
                  <a:gd name="connsiteX0" fmla="*/ 37433 w 37180"/>
                  <a:gd name="connsiteY0" fmla="*/ 18735 h 37180"/>
                  <a:gd name="connsiteX1" fmla="*/ 18842 w 37180"/>
                  <a:gd name="connsiteY1" fmla="*/ 37326 h 37180"/>
                  <a:gd name="connsiteX2" fmla="*/ 252 w 37180"/>
                  <a:gd name="connsiteY2" fmla="*/ 18735 h 37180"/>
                  <a:gd name="connsiteX3" fmla="*/ 18842 w 37180"/>
                  <a:gd name="connsiteY3" fmla="*/ 145 h 37180"/>
                  <a:gd name="connsiteX4" fmla="*/ 37433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35"/>
                    </a:moveTo>
                    <a:cubicBezTo>
                      <a:pt x="37433" y="29002"/>
                      <a:pt x="29109" y="37326"/>
                      <a:pt x="18842" y="37326"/>
                    </a:cubicBezTo>
                    <a:cubicBezTo>
                      <a:pt x="8575" y="37326"/>
                      <a:pt x="252" y="29002"/>
                      <a:pt x="252" y="18735"/>
                    </a:cubicBezTo>
                    <a:cubicBezTo>
                      <a:pt x="252" y="8468"/>
                      <a:pt x="8575" y="145"/>
                      <a:pt x="18842" y="145"/>
                    </a:cubicBezTo>
                    <a:cubicBezTo>
                      <a:pt x="29109" y="145"/>
                      <a:pt x="37433" y="8468"/>
                      <a:pt x="37433" y="18735"/>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2" name="Freeform: Shape 4021">
                <a:extLst>
                  <a:ext uri="{FF2B5EF4-FFF2-40B4-BE49-F238E27FC236}">
                    <a16:creationId xmlns:a16="http://schemas.microsoft.com/office/drawing/2014/main" id="{BA3CE262-F157-EDB4-4424-8EF6F3DB05B8}"/>
                  </a:ext>
                </a:extLst>
              </p:cNvPr>
              <p:cNvSpPr/>
              <p:nvPr/>
            </p:nvSpPr>
            <p:spPr>
              <a:xfrm>
                <a:off x="1711525" y="7755380"/>
                <a:ext cx="41981" cy="41981"/>
              </a:xfrm>
              <a:custGeom>
                <a:avLst/>
                <a:gdLst>
                  <a:gd name="connsiteX0" fmla="*/ 21242 w 41981"/>
                  <a:gd name="connsiteY0" fmla="*/ 4945 h 41981"/>
                  <a:gd name="connsiteX1" fmla="*/ 37433 w 41981"/>
                  <a:gd name="connsiteY1" fmla="*/ 21135 h 41981"/>
                  <a:gd name="connsiteX2" fmla="*/ 37433 w 41981"/>
                  <a:gd name="connsiteY2" fmla="*/ 21135 h 41981"/>
                  <a:gd name="connsiteX3" fmla="*/ 21242 w 41981"/>
                  <a:gd name="connsiteY3" fmla="*/ 37326 h 41981"/>
                  <a:gd name="connsiteX4" fmla="*/ 5052 w 41981"/>
                  <a:gd name="connsiteY4" fmla="*/ 21135 h 41981"/>
                  <a:gd name="connsiteX5" fmla="*/ 21242 w 41981"/>
                  <a:gd name="connsiteY5" fmla="*/ 4945 h 41981"/>
                  <a:gd name="connsiteX6" fmla="*/ 21242 w 41981"/>
                  <a:gd name="connsiteY6" fmla="*/ 145 h 41981"/>
                  <a:gd name="connsiteX7" fmla="*/ 252 w 41981"/>
                  <a:gd name="connsiteY7" fmla="*/ 21135 h 41981"/>
                  <a:gd name="connsiteX8" fmla="*/ 21242 w 41981"/>
                  <a:gd name="connsiteY8" fmla="*/ 42126 h 41981"/>
                  <a:gd name="connsiteX9" fmla="*/ 42233 w 41981"/>
                  <a:gd name="connsiteY9" fmla="*/ 21135 h 41981"/>
                  <a:gd name="connsiteX10" fmla="*/ 42233 w 41981"/>
                  <a:gd name="connsiteY10" fmla="*/ 21135 h 41981"/>
                  <a:gd name="connsiteX11" fmla="*/ 21242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45"/>
                    </a:moveTo>
                    <a:cubicBezTo>
                      <a:pt x="30184" y="4945"/>
                      <a:pt x="37433" y="12194"/>
                      <a:pt x="37433" y="21135"/>
                    </a:cubicBezTo>
                    <a:lnTo>
                      <a:pt x="37433" y="21135"/>
                    </a:lnTo>
                    <a:cubicBezTo>
                      <a:pt x="37433" y="30077"/>
                      <a:pt x="30184" y="37326"/>
                      <a:pt x="21242" y="37326"/>
                    </a:cubicBezTo>
                    <a:cubicBezTo>
                      <a:pt x="12301" y="37326"/>
                      <a:pt x="5052" y="30077"/>
                      <a:pt x="5052" y="21135"/>
                    </a:cubicBezTo>
                    <a:cubicBezTo>
                      <a:pt x="5052" y="12194"/>
                      <a:pt x="12301" y="4945"/>
                      <a:pt x="21242" y="4945"/>
                    </a:cubicBezTo>
                    <a:close/>
                    <a:moveTo>
                      <a:pt x="21242" y="145"/>
                    </a:moveTo>
                    <a:cubicBezTo>
                      <a:pt x="9650" y="145"/>
                      <a:pt x="252" y="9543"/>
                      <a:pt x="252" y="21135"/>
                    </a:cubicBezTo>
                    <a:cubicBezTo>
                      <a:pt x="252" y="32728"/>
                      <a:pt x="9650" y="42126"/>
                      <a:pt x="21242" y="42126"/>
                    </a:cubicBezTo>
                    <a:cubicBezTo>
                      <a:pt x="32835" y="42126"/>
                      <a:pt x="42233" y="32728"/>
                      <a:pt x="42233" y="21135"/>
                    </a:cubicBezTo>
                    <a:lnTo>
                      <a:pt x="42233" y="21135"/>
                    </a:lnTo>
                    <a:cubicBezTo>
                      <a:pt x="42233" y="9543"/>
                      <a:pt x="32835" y="145"/>
                      <a:pt x="21242"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3" name="Freeform: Shape 4022">
                <a:extLst>
                  <a:ext uri="{FF2B5EF4-FFF2-40B4-BE49-F238E27FC236}">
                    <a16:creationId xmlns:a16="http://schemas.microsoft.com/office/drawing/2014/main" id="{F046B8CB-614E-02C7-68FC-67432F9FABD9}"/>
                  </a:ext>
                </a:extLst>
              </p:cNvPr>
              <p:cNvSpPr/>
              <p:nvPr/>
            </p:nvSpPr>
            <p:spPr>
              <a:xfrm>
                <a:off x="1804812" y="7854456"/>
                <a:ext cx="37180" cy="37180"/>
              </a:xfrm>
              <a:custGeom>
                <a:avLst/>
                <a:gdLst>
                  <a:gd name="connsiteX0" fmla="*/ 37448 w 37180"/>
                  <a:gd name="connsiteY0" fmla="*/ 18752 h 37180"/>
                  <a:gd name="connsiteX1" fmla="*/ 18858 w 37180"/>
                  <a:gd name="connsiteY1" fmla="*/ 37342 h 37180"/>
                  <a:gd name="connsiteX2" fmla="*/ 268 w 37180"/>
                  <a:gd name="connsiteY2" fmla="*/ 18752 h 37180"/>
                  <a:gd name="connsiteX3" fmla="*/ 18858 w 37180"/>
                  <a:gd name="connsiteY3" fmla="*/ 162 h 37180"/>
                  <a:gd name="connsiteX4" fmla="*/ 3744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2"/>
                    </a:moveTo>
                    <a:cubicBezTo>
                      <a:pt x="37448" y="29019"/>
                      <a:pt x="29125" y="37342"/>
                      <a:pt x="18858" y="37342"/>
                    </a:cubicBezTo>
                    <a:cubicBezTo>
                      <a:pt x="8591" y="37342"/>
                      <a:pt x="268" y="29019"/>
                      <a:pt x="268" y="18752"/>
                    </a:cubicBezTo>
                    <a:cubicBezTo>
                      <a:pt x="268" y="8485"/>
                      <a:pt x="8591" y="162"/>
                      <a:pt x="18858" y="162"/>
                    </a:cubicBezTo>
                    <a:cubicBezTo>
                      <a:pt x="29125" y="162"/>
                      <a:pt x="37448" y="8485"/>
                      <a:pt x="37448" y="18752"/>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4" name="Freeform: Shape 4023">
                <a:extLst>
                  <a:ext uri="{FF2B5EF4-FFF2-40B4-BE49-F238E27FC236}">
                    <a16:creationId xmlns:a16="http://schemas.microsoft.com/office/drawing/2014/main" id="{6BCF853A-864D-B02B-DFD8-1DDD2589D1DE}"/>
                  </a:ext>
                </a:extLst>
              </p:cNvPr>
              <p:cNvSpPr/>
              <p:nvPr/>
            </p:nvSpPr>
            <p:spPr>
              <a:xfrm>
                <a:off x="1802412" y="7852056"/>
                <a:ext cx="41981" cy="41981"/>
              </a:xfrm>
              <a:custGeom>
                <a:avLst/>
                <a:gdLst>
                  <a:gd name="connsiteX0" fmla="*/ 21258 w 41981"/>
                  <a:gd name="connsiteY0" fmla="*/ 4962 h 41981"/>
                  <a:gd name="connsiteX1" fmla="*/ 37448 w 41981"/>
                  <a:gd name="connsiteY1" fmla="*/ 21152 h 41981"/>
                  <a:gd name="connsiteX2" fmla="*/ 37448 w 41981"/>
                  <a:gd name="connsiteY2" fmla="*/ 21152 h 41981"/>
                  <a:gd name="connsiteX3" fmla="*/ 21258 w 41981"/>
                  <a:gd name="connsiteY3" fmla="*/ 37342 h 41981"/>
                  <a:gd name="connsiteX4" fmla="*/ 5068 w 41981"/>
                  <a:gd name="connsiteY4" fmla="*/ 21152 h 41981"/>
                  <a:gd name="connsiteX5" fmla="*/ 21258 w 41981"/>
                  <a:gd name="connsiteY5" fmla="*/ 4962 h 41981"/>
                  <a:gd name="connsiteX6" fmla="*/ 21258 w 41981"/>
                  <a:gd name="connsiteY6" fmla="*/ 162 h 41981"/>
                  <a:gd name="connsiteX7" fmla="*/ 268 w 41981"/>
                  <a:gd name="connsiteY7" fmla="*/ 21152 h 41981"/>
                  <a:gd name="connsiteX8" fmla="*/ 21258 w 41981"/>
                  <a:gd name="connsiteY8" fmla="*/ 42143 h 41981"/>
                  <a:gd name="connsiteX9" fmla="*/ 42249 w 41981"/>
                  <a:gd name="connsiteY9" fmla="*/ 21152 h 41981"/>
                  <a:gd name="connsiteX10" fmla="*/ 42249 w 41981"/>
                  <a:gd name="connsiteY10" fmla="*/ 21152 h 41981"/>
                  <a:gd name="connsiteX11" fmla="*/ 21258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62"/>
                    </a:moveTo>
                    <a:cubicBezTo>
                      <a:pt x="30200" y="4962"/>
                      <a:pt x="37448" y="12210"/>
                      <a:pt x="37448" y="21152"/>
                    </a:cubicBezTo>
                    <a:lnTo>
                      <a:pt x="37448" y="21152"/>
                    </a:lnTo>
                    <a:cubicBezTo>
                      <a:pt x="37448" y="30094"/>
                      <a:pt x="30200" y="37342"/>
                      <a:pt x="21258" y="37342"/>
                    </a:cubicBezTo>
                    <a:cubicBezTo>
                      <a:pt x="12316" y="37342"/>
                      <a:pt x="5068" y="30094"/>
                      <a:pt x="5068" y="21152"/>
                    </a:cubicBezTo>
                    <a:cubicBezTo>
                      <a:pt x="5068" y="12210"/>
                      <a:pt x="12316" y="4962"/>
                      <a:pt x="21258" y="4962"/>
                    </a:cubicBezTo>
                    <a:close/>
                    <a:moveTo>
                      <a:pt x="21258" y="162"/>
                    </a:moveTo>
                    <a:cubicBezTo>
                      <a:pt x="9666" y="162"/>
                      <a:pt x="268" y="9560"/>
                      <a:pt x="268" y="21152"/>
                    </a:cubicBezTo>
                    <a:cubicBezTo>
                      <a:pt x="268" y="32745"/>
                      <a:pt x="9666" y="42143"/>
                      <a:pt x="21258" y="42143"/>
                    </a:cubicBezTo>
                    <a:cubicBezTo>
                      <a:pt x="32851" y="42143"/>
                      <a:pt x="42249" y="32745"/>
                      <a:pt x="42249" y="21152"/>
                    </a:cubicBezTo>
                    <a:lnTo>
                      <a:pt x="42249" y="21152"/>
                    </a:lnTo>
                    <a:cubicBezTo>
                      <a:pt x="42249" y="9560"/>
                      <a:pt x="32851" y="162"/>
                      <a:pt x="21258"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5" name="Freeform: Shape 4024">
                <a:extLst>
                  <a:ext uri="{FF2B5EF4-FFF2-40B4-BE49-F238E27FC236}">
                    <a16:creationId xmlns:a16="http://schemas.microsoft.com/office/drawing/2014/main" id="{312A3F07-58C0-E5D6-2853-B8454E629389}"/>
                  </a:ext>
                </a:extLst>
              </p:cNvPr>
              <p:cNvSpPr/>
              <p:nvPr/>
            </p:nvSpPr>
            <p:spPr>
              <a:xfrm>
                <a:off x="1997248" y="7691690"/>
                <a:ext cx="37180" cy="37180"/>
              </a:xfrm>
              <a:custGeom>
                <a:avLst/>
                <a:gdLst>
                  <a:gd name="connsiteX0" fmla="*/ 37482 w 37180"/>
                  <a:gd name="connsiteY0" fmla="*/ 18724 h 37180"/>
                  <a:gd name="connsiteX1" fmla="*/ 18891 w 37180"/>
                  <a:gd name="connsiteY1" fmla="*/ 37314 h 37180"/>
                  <a:gd name="connsiteX2" fmla="*/ 301 w 37180"/>
                  <a:gd name="connsiteY2" fmla="*/ 18724 h 37180"/>
                  <a:gd name="connsiteX3" fmla="*/ 18891 w 37180"/>
                  <a:gd name="connsiteY3" fmla="*/ 133 h 37180"/>
                  <a:gd name="connsiteX4" fmla="*/ 37482 w 37180"/>
                  <a:gd name="connsiteY4" fmla="*/ 1872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724"/>
                    </a:moveTo>
                    <a:cubicBezTo>
                      <a:pt x="37482" y="28991"/>
                      <a:pt x="29159" y="37314"/>
                      <a:pt x="18891" y="37314"/>
                    </a:cubicBezTo>
                    <a:cubicBezTo>
                      <a:pt x="8624" y="37314"/>
                      <a:pt x="301" y="28991"/>
                      <a:pt x="301" y="18724"/>
                    </a:cubicBezTo>
                    <a:cubicBezTo>
                      <a:pt x="301" y="8457"/>
                      <a:pt x="8624" y="133"/>
                      <a:pt x="18891" y="133"/>
                    </a:cubicBezTo>
                    <a:cubicBezTo>
                      <a:pt x="29159" y="133"/>
                      <a:pt x="37482" y="8457"/>
                      <a:pt x="37482" y="18724"/>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6" name="Freeform: Shape 4025">
                <a:extLst>
                  <a:ext uri="{FF2B5EF4-FFF2-40B4-BE49-F238E27FC236}">
                    <a16:creationId xmlns:a16="http://schemas.microsoft.com/office/drawing/2014/main" id="{C6526537-5090-67F5-5158-530FC46C8D07}"/>
                  </a:ext>
                </a:extLst>
              </p:cNvPr>
              <p:cNvSpPr/>
              <p:nvPr/>
            </p:nvSpPr>
            <p:spPr>
              <a:xfrm>
                <a:off x="1994848" y="7689290"/>
                <a:ext cx="41981" cy="41981"/>
              </a:xfrm>
              <a:custGeom>
                <a:avLst/>
                <a:gdLst>
                  <a:gd name="connsiteX0" fmla="*/ 21292 w 41981"/>
                  <a:gd name="connsiteY0" fmla="*/ 4934 h 41981"/>
                  <a:gd name="connsiteX1" fmla="*/ 37482 w 41981"/>
                  <a:gd name="connsiteY1" fmla="*/ 21124 h 41981"/>
                  <a:gd name="connsiteX2" fmla="*/ 37482 w 41981"/>
                  <a:gd name="connsiteY2" fmla="*/ 21124 h 41981"/>
                  <a:gd name="connsiteX3" fmla="*/ 21292 w 41981"/>
                  <a:gd name="connsiteY3" fmla="*/ 37314 h 41981"/>
                  <a:gd name="connsiteX4" fmla="*/ 5101 w 41981"/>
                  <a:gd name="connsiteY4" fmla="*/ 21124 h 41981"/>
                  <a:gd name="connsiteX5" fmla="*/ 21292 w 41981"/>
                  <a:gd name="connsiteY5" fmla="*/ 4934 h 41981"/>
                  <a:gd name="connsiteX6" fmla="*/ 21292 w 41981"/>
                  <a:gd name="connsiteY6" fmla="*/ 133 h 41981"/>
                  <a:gd name="connsiteX7" fmla="*/ 301 w 41981"/>
                  <a:gd name="connsiteY7" fmla="*/ 21124 h 41981"/>
                  <a:gd name="connsiteX8" fmla="*/ 21292 w 41981"/>
                  <a:gd name="connsiteY8" fmla="*/ 42115 h 41981"/>
                  <a:gd name="connsiteX9" fmla="*/ 42282 w 41981"/>
                  <a:gd name="connsiteY9" fmla="*/ 21124 h 41981"/>
                  <a:gd name="connsiteX10" fmla="*/ 42282 w 41981"/>
                  <a:gd name="connsiteY10" fmla="*/ 21124 h 41981"/>
                  <a:gd name="connsiteX11" fmla="*/ 21292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2" y="4934"/>
                    </a:moveTo>
                    <a:cubicBezTo>
                      <a:pt x="30233" y="4934"/>
                      <a:pt x="37482" y="12182"/>
                      <a:pt x="37482" y="21124"/>
                    </a:cubicBezTo>
                    <a:lnTo>
                      <a:pt x="37482" y="21124"/>
                    </a:lnTo>
                    <a:cubicBezTo>
                      <a:pt x="37482" y="30066"/>
                      <a:pt x="30233" y="37314"/>
                      <a:pt x="21292" y="37314"/>
                    </a:cubicBezTo>
                    <a:cubicBezTo>
                      <a:pt x="12350" y="37314"/>
                      <a:pt x="5101" y="30066"/>
                      <a:pt x="5101" y="21124"/>
                    </a:cubicBezTo>
                    <a:cubicBezTo>
                      <a:pt x="5101" y="12182"/>
                      <a:pt x="12350" y="4934"/>
                      <a:pt x="21292" y="4934"/>
                    </a:cubicBezTo>
                    <a:close/>
                    <a:moveTo>
                      <a:pt x="21292" y="133"/>
                    </a:moveTo>
                    <a:cubicBezTo>
                      <a:pt x="9699" y="133"/>
                      <a:pt x="301" y="9531"/>
                      <a:pt x="301" y="21124"/>
                    </a:cubicBezTo>
                    <a:cubicBezTo>
                      <a:pt x="301" y="32717"/>
                      <a:pt x="9699" y="42115"/>
                      <a:pt x="21292" y="42115"/>
                    </a:cubicBezTo>
                    <a:cubicBezTo>
                      <a:pt x="32884" y="42115"/>
                      <a:pt x="42282" y="32717"/>
                      <a:pt x="42282" y="21124"/>
                    </a:cubicBezTo>
                    <a:lnTo>
                      <a:pt x="42282" y="21124"/>
                    </a:lnTo>
                    <a:cubicBezTo>
                      <a:pt x="42282" y="9531"/>
                      <a:pt x="32884" y="133"/>
                      <a:pt x="21292"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7" name="Freeform: Shape 4026">
                <a:extLst>
                  <a:ext uri="{FF2B5EF4-FFF2-40B4-BE49-F238E27FC236}">
                    <a16:creationId xmlns:a16="http://schemas.microsoft.com/office/drawing/2014/main" id="{21D3B1CA-182A-1885-C957-345FCDE73069}"/>
                  </a:ext>
                </a:extLst>
              </p:cNvPr>
              <p:cNvSpPr/>
              <p:nvPr/>
            </p:nvSpPr>
            <p:spPr>
              <a:xfrm>
                <a:off x="1837212" y="7815593"/>
                <a:ext cx="37180" cy="37180"/>
              </a:xfrm>
              <a:custGeom>
                <a:avLst/>
                <a:gdLst>
                  <a:gd name="connsiteX0" fmla="*/ 37454 w 37180"/>
                  <a:gd name="connsiteY0" fmla="*/ 18745 h 37180"/>
                  <a:gd name="connsiteX1" fmla="*/ 18864 w 37180"/>
                  <a:gd name="connsiteY1" fmla="*/ 37336 h 37180"/>
                  <a:gd name="connsiteX2" fmla="*/ 273 w 37180"/>
                  <a:gd name="connsiteY2" fmla="*/ 18745 h 37180"/>
                  <a:gd name="connsiteX3" fmla="*/ 18864 w 37180"/>
                  <a:gd name="connsiteY3" fmla="*/ 155 h 37180"/>
                  <a:gd name="connsiteX4" fmla="*/ 37454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5"/>
                    </a:moveTo>
                    <a:cubicBezTo>
                      <a:pt x="37454" y="29012"/>
                      <a:pt x="29131" y="37336"/>
                      <a:pt x="18864" y="37336"/>
                    </a:cubicBezTo>
                    <a:cubicBezTo>
                      <a:pt x="8596" y="37336"/>
                      <a:pt x="273" y="29012"/>
                      <a:pt x="273" y="18745"/>
                    </a:cubicBezTo>
                    <a:cubicBezTo>
                      <a:pt x="273" y="8478"/>
                      <a:pt x="8596" y="155"/>
                      <a:pt x="18864" y="155"/>
                    </a:cubicBezTo>
                    <a:cubicBezTo>
                      <a:pt x="29131" y="155"/>
                      <a:pt x="37454" y="8478"/>
                      <a:pt x="37454" y="18745"/>
                    </a:cubicBezTo>
                    <a:close/>
                  </a:path>
                </a:pathLst>
              </a:custGeom>
              <a:solidFill>
                <a:srgbClr val="F7A52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8" name="Freeform: Shape 4027">
                <a:extLst>
                  <a:ext uri="{FF2B5EF4-FFF2-40B4-BE49-F238E27FC236}">
                    <a16:creationId xmlns:a16="http://schemas.microsoft.com/office/drawing/2014/main" id="{D2E4D310-E12D-6883-6839-C38569E8B7B4}"/>
                  </a:ext>
                </a:extLst>
              </p:cNvPr>
              <p:cNvSpPr/>
              <p:nvPr/>
            </p:nvSpPr>
            <p:spPr>
              <a:xfrm>
                <a:off x="1834812" y="7813193"/>
                <a:ext cx="41981" cy="41981"/>
              </a:xfrm>
              <a:custGeom>
                <a:avLst/>
                <a:gdLst>
                  <a:gd name="connsiteX0" fmla="*/ 21264 w 41981"/>
                  <a:gd name="connsiteY0" fmla="*/ 4955 h 41981"/>
                  <a:gd name="connsiteX1" fmla="*/ 37454 w 41981"/>
                  <a:gd name="connsiteY1" fmla="*/ 21145 h 41981"/>
                  <a:gd name="connsiteX2" fmla="*/ 37454 w 41981"/>
                  <a:gd name="connsiteY2" fmla="*/ 21145 h 41981"/>
                  <a:gd name="connsiteX3" fmla="*/ 21264 w 41981"/>
                  <a:gd name="connsiteY3" fmla="*/ 37336 h 41981"/>
                  <a:gd name="connsiteX4" fmla="*/ 5074 w 41981"/>
                  <a:gd name="connsiteY4" fmla="*/ 21145 h 41981"/>
                  <a:gd name="connsiteX5" fmla="*/ 21264 w 41981"/>
                  <a:gd name="connsiteY5" fmla="*/ 4955 h 41981"/>
                  <a:gd name="connsiteX6" fmla="*/ 21264 w 41981"/>
                  <a:gd name="connsiteY6" fmla="*/ 155 h 41981"/>
                  <a:gd name="connsiteX7" fmla="*/ 273 w 41981"/>
                  <a:gd name="connsiteY7" fmla="*/ 21145 h 41981"/>
                  <a:gd name="connsiteX8" fmla="*/ 21264 w 41981"/>
                  <a:gd name="connsiteY8" fmla="*/ 42136 h 41981"/>
                  <a:gd name="connsiteX9" fmla="*/ 42254 w 41981"/>
                  <a:gd name="connsiteY9" fmla="*/ 21145 h 41981"/>
                  <a:gd name="connsiteX10" fmla="*/ 42254 w 41981"/>
                  <a:gd name="connsiteY10" fmla="*/ 21145 h 41981"/>
                  <a:gd name="connsiteX11" fmla="*/ 21264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5"/>
                    </a:moveTo>
                    <a:cubicBezTo>
                      <a:pt x="30206" y="4955"/>
                      <a:pt x="37454" y="12204"/>
                      <a:pt x="37454" y="21145"/>
                    </a:cubicBezTo>
                    <a:lnTo>
                      <a:pt x="37454" y="21145"/>
                    </a:lnTo>
                    <a:cubicBezTo>
                      <a:pt x="37454" y="30087"/>
                      <a:pt x="30206" y="37336"/>
                      <a:pt x="21264" y="37336"/>
                    </a:cubicBezTo>
                    <a:cubicBezTo>
                      <a:pt x="12322" y="37336"/>
                      <a:pt x="5074" y="30087"/>
                      <a:pt x="5074" y="21145"/>
                    </a:cubicBezTo>
                    <a:cubicBezTo>
                      <a:pt x="5074" y="12204"/>
                      <a:pt x="12322" y="4955"/>
                      <a:pt x="21264" y="4955"/>
                    </a:cubicBezTo>
                    <a:close/>
                    <a:moveTo>
                      <a:pt x="21264" y="155"/>
                    </a:moveTo>
                    <a:cubicBezTo>
                      <a:pt x="9671" y="155"/>
                      <a:pt x="273" y="9553"/>
                      <a:pt x="273" y="21145"/>
                    </a:cubicBezTo>
                    <a:cubicBezTo>
                      <a:pt x="273" y="32738"/>
                      <a:pt x="9671" y="42136"/>
                      <a:pt x="21264" y="42136"/>
                    </a:cubicBezTo>
                    <a:cubicBezTo>
                      <a:pt x="32856" y="42136"/>
                      <a:pt x="42254" y="32738"/>
                      <a:pt x="42254" y="21145"/>
                    </a:cubicBezTo>
                    <a:lnTo>
                      <a:pt x="42254" y="21145"/>
                    </a:lnTo>
                    <a:cubicBezTo>
                      <a:pt x="42254" y="9553"/>
                      <a:pt x="32856" y="155"/>
                      <a:pt x="21264"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29" name="Freeform: Shape 4028">
                <a:extLst>
                  <a:ext uri="{FF2B5EF4-FFF2-40B4-BE49-F238E27FC236}">
                    <a16:creationId xmlns:a16="http://schemas.microsoft.com/office/drawing/2014/main" id="{11988FD4-AD01-937B-2CC1-5C7AAE91AACC}"/>
                  </a:ext>
                </a:extLst>
              </p:cNvPr>
              <p:cNvSpPr/>
              <p:nvPr/>
            </p:nvSpPr>
            <p:spPr>
              <a:xfrm>
                <a:off x="1881783" y="7757273"/>
                <a:ext cx="37180" cy="37180"/>
              </a:xfrm>
              <a:custGeom>
                <a:avLst/>
                <a:gdLst>
                  <a:gd name="connsiteX0" fmla="*/ 37462 w 37180"/>
                  <a:gd name="connsiteY0" fmla="*/ 18735 h 37180"/>
                  <a:gd name="connsiteX1" fmla="*/ 18871 w 37180"/>
                  <a:gd name="connsiteY1" fmla="*/ 37326 h 37180"/>
                  <a:gd name="connsiteX2" fmla="*/ 281 w 37180"/>
                  <a:gd name="connsiteY2" fmla="*/ 18735 h 37180"/>
                  <a:gd name="connsiteX3" fmla="*/ 18871 w 37180"/>
                  <a:gd name="connsiteY3" fmla="*/ 145 h 37180"/>
                  <a:gd name="connsiteX4" fmla="*/ 37462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35"/>
                    </a:moveTo>
                    <a:cubicBezTo>
                      <a:pt x="37462" y="29002"/>
                      <a:pt x="29138" y="37326"/>
                      <a:pt x="18871" y="37326"/>
                    </a:cubicBezTo>
                    <a:cubicBezTo>
                      <a:pt x="8604" y="37326"/>
                      <a:pt x="281" y="29002"/>
                      <a:pt x="281" y="18735"/>
                    </a:cubicBezTo>
                    <a:cubicBezTo>
                      <a:pt x="281" y="8468"/>
                      <a:pt x="8604" y="145"/>
                      <a:pt x="18871" y="145"/>
                    </a:cubicBezTo>
                    <a:cubicBezTo>
                      <a:pt x="29138" y="145"/>
                      <a:pt x="37462" y="8468"/>
                      <a:pt x="37462" y="18735"/>
                    </a:cubicBezTo>
                    <a:close/>
                  </a:path>
                </a:pathLst>
              </a:custGeom>
              <a:solidFill>
                <a:srgbClr val="BDF7B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0" name="Freeform: Shape 4029">
                <a:extLst>
                  <a:ext uri="{FF2B5EF4-FFF2-40B4-BE49-F238E27FC236}">
                    <a16:creationId xmlns:a16="http://schemas.microsoft.com/office/drawing/2014/main" id="{B2A6C42A-1A9A-17DC-D02F-0E7928456111}"/>
                  </a:ext>
                </a:extLst>
              </p:cNvPr>
              <p:cNvSpPr/>
              <p:nvPr/>
            </p:nvSpPr>
            <p:spPr>
              <a:xfrm>
                <a:off x="1879383" y="7754873"/>
                <a:ext cx="41981" cy="41981"/>
              </a:xfrm>
              <a:custGeom>
                <a:avLst/>
                <a:gdLst>
                  <a:gd name="connsiteX0" fmla="*/ 21271 w 41981"/>
                  <a:gd name="connsiteY0" fmla="*/ 4945 h 41981"/>
                  <a:gd name="connsiteX1" fmla="*/ 37462 w 41981"/>
                  <a:gd name="connsiteY1" fmla="*/ 21135 h 41981"/>
                  <a:gd name="connsiteX2" fmla="*/ 37462 w 41981"/>
                  <a:gd name="connsiteY2" fmla="*/ 21135 h 41981"/>
                  <a:gd name="connsiteX3" fmla="*/ 21271 w 41981"/>
                  <a:gd name="connsiteY3" fmla="*/ 37326 h 41981"/>
                  <a:gd name="connsiteX4" fmla="*/ 5081 w 41981"/>
                  <a:gd name="connsiteY4" fmla="*/ 21135 h 41981"/>
                  <a:gd name="connsiteX5" fmla="*/ 21271 w 41981"/>
                  <a:gd name="connsiteY5" fmla="*/ 4945 h 41981"/>
                  <a:gd name="connsiteX6" fmla="*/ 21271 w 41981"/>
                  <a:gd name="connsiteY6" fmla="*/ 145 h 41981"/>
                  <a:gd name="connsiteX7" fmla="*/ 281 w 41981"/>
                  <a:gd name="connsiteY7" fmla="*/ 21135 h 41981"/>
                  <a:gd name="connsiteX8" fmla="*/ 21271 w 41981"/>
                  <a:gd name="connsiteY8" fmla="*/ 42126 h 41981"/>
                  <a:gd name="connsiteX9" fmla="*/ 42262 w 41981"/>
                  <a:gd name="connsiteY9" fmla="*/ 21135 h 41981"/>
                  <a:gd name="connsiteX10" fmla="*/ 42262 w 41981"/>
                  <a:gd name="connsiteY10" fmla="*/ 21135 h 41981"/>
                  <a:gd name="connsiteX11" fmla="*/ 21271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45"/>
                    </a:moveTo>
                    <a:cubicBezTo>
                      <a:pt x="30213" y="4945"/>
                      <a:pt x="37462" y="12194"/>
                      <a:pt x="37462" y="21135"/>
                    </a:cubicBezTo>
                    <a:lnTo>
                      <a:pt x="37462" y="21135"/>
                    </a:lnTo>
                    <a:cubicBezTo>
                      <a:pt x="37462" y="30077"/>
                      <a:pt x="30213" y="37326"/>
                      <a:pt x="21271" y="37326"/>
                    </a:cubicBezTo>
                    <a:cubicBezTo>
                      <a:pt x="12330" y="37326"/>
                      <a:pt x="5081" y="30077"/>
                      <a:pt x="5081" y="21135"/>
                    </a:cubicBezTo>
                    <a:cubicBezTo>
                      <a:pt x="5081" y="12194"/>
                      <a:pt x="12330" y="4945"/>
                      <a:pt x="21271" y="4945"/>
                    </a:cubicBezTo>
                    <a:close/>
                    <a:moveTo>
                      <a:pt x="21271" y="145"/>
                    </a:moveTo>
                    <a:cubicBezTo>
                      <a:pt x="9679" y="145"/>
                      <a:pt x="281" y="9543"/>
                      <a:pt x="281" y="21135"/>
                    </a:cubicBezTo>
                    <a:cubicBezTo>
                      <a:pt x="281" y="32728"/>
                      <a:pt x="9679" y="42126"/>
                      <a:pt x="21271" y="42126"/>
                    </a:cubicBezTo>
                    <a:cubicBezTo>
                      <a:pt x="32864" y="42126"/>
                      <a:pt x="42262" y="32728"/>
                      <a:pt x="42262" y="21135"/>
                    </a:cubicBezTo>
                    <a:lnTo>
                      <a:pt x="42262" y="21135"/>
                    </a:lnTo>
                    <a:cubicBezTo>
                      <a:pt x="42262" y="9543"/>
                      <a:pt x="32864" y="145"/>
                      <a:pt x="21271"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1" name="Freeform: Shape 4030">
                <a:extLst>
                  <a:ext uri="{FF2B5EF4-FFF2-40B4-BE49-F238E27FC236}">
                    <a16:creationId xmlns:a16="http://schemas.microsoft.com/office/drawing/2014/main" id="{6EF78E1A-2CCD-AA96-59F6-2F751DD51CC8}"/>
                  </a:ext>
                </a:extLst>
              </p:cNvPr>
              <p:cNvSpPr/>
              <p:nvPr/>
            </p:nvSpPr>
            <p:spPr>
              <a:xfrm>
                <a:off x="1791576" y="7889984"/>
                <a:ext cx="37180" cy="37180"/>
              </a:xfrm>
              <a:custGeom>
                <a:avLst/>
                <a:gdLst>
                  <a:gd name="connsiteX0" fmla="*/ 37446 w 37180"/>
                  <a:gd name="connsiteY0" fmla="*/ 18758 h 37180"/>
                  <a:gd name="connsiteX1" fmla="*/ 18856 w 37180"/>
                  <a:gd name="connsiteY1" fmla="*/ 37349 h 37180"/>
                  <a:gd name="connsiteX2" fmla="*/ 265 w 37180"/>
                  <a:gd name="connsiteY2" fmla="*/ 18758 h 37180"/>
                  <a:gd name="connsiteX3" fmla="*/ 18856 w 37180"/>
                  <a:gd name="connsiteY3" fmla="*/ 168 h 37180"/>
                  <a:gd name="connsiteX4" fmla="*/ 37446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8"/>
                    </a:moveTo>
                    <a:cubicBezTo>
                      <a:pt x="37446" y="29025"/>
                      <a:pt x="29123" y="37349"/>
                      <a:pt x="18856" y="37349"/>
                    </a:cubicBezTo>
                    <a:cubicBezTo>
                      <a:pt x="8588" y="37349"/>
                      <a:pt x="265" y="29025"/>
                      <a:pt x="265" y="18758"/>
                    </a:cubicBezTo>
                    <a:cubicBezTo>
                      <a:pt x="265" y="8491"/>
                      <a:pt x="8588" y="168"/>
                      <a:pt x="18856" y="168"/>
                    </a:cubicBezTo>
                    <a:cubicBezTo>
                      <a:pt x="29123" y="168"/>
                      <a:pt x="37446" y="8491"/>
                      <a:pt x="37446" y="18758"/>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2" name="Freeform: Shape 4031">
                <a:extLst>
                  <a:ext uri="{FF2B5EF4-FFF2-40B4-BE49-F238E27FC236}">
                    <a16:creationId xmlns:a16="http://schemas.microsoft.com/office/drawing/2014/main" id="{2E6AF825-26F1-2C5E-202A-47192D1F0F3C}"/>
                  </a:ext>
                </a:extLst>
              </p:cNvPr>
              <p:cNvSpPr/>
              <p:nvPr/>
            </p:nvSpPr>
            <p:spPr>
              <a:xfrm>
                <a:off x="1789176" y="7887583"/>
                <a:ext cx="41981" cy="41981"/>
              </a:xfrm>
              <a:custGeom>
                <a:avLst/>
                <a:gdLst>
                  <a:gd name="connsiteX0" fmla="*/ 21256 w 41981"/>
                  <a:gd name="connsiteY0" fmla="*/ 4968 h 41981"/>
                  <a:gd name="connsiteX1" fmla="*/ 37446 w 41981"/>
                  <a:gd name="connsiteY1" fmla="*/ 21158 h 41981"/>
                  <a:gd name="connsiteX2" fmla="*/ 37446 w 41981"/>
                  <a:gd name="connsiteY2" fmla="*/ 21158 h 41981"/>
                  <a:gd name="connsiteX3" fmla="*/ 21256 w 41981"/>
                  <a:gd name="connsiteY3" fmla="*/ 37349 h 41981"/>
                  <a:gd name="connsiteX4" fmla="*/ 5066 w 41981"/>
                  <a:gd name="connsiteY4" fmla="*/ 21158 h 41981"/>
                  <a:gd name="connsiteX5" fmla="*/ 21256 w 41981"/>
                  <a:gd name="connsiteY5" fmla="*/ 4968 h 41981"/>
                  <a:gd name="connsiteX6" fmla="*/ 21256 w 41981"/>
                  <a:gd name="connsiteY6" fmla="*/ 168 h 41981"/>
                  <a:gd name="connsiteX7" fmla="*/ 265 w 41981"/>
                  <a:gd name="connsiteY7" fmla="*/ 21158 h 41981"/>
                  <a:gd name="connsiteX8" fmla="*/ 21256 w 41981"/>
                  <a:gd name="connsiteY8" fmla="*/ 42149 h 41981"/>
                  <a:gd name="connsiteX9" fmla="*/ 42246 w 41981"/>
                  <a:gd name="connsiteY9" fmla="*/ 21158 h 41981"/>
                  <a:gd name="connsiteX10" fmla="*/ 42246 w 41981"/>
                  <a:gd name="connsiteY10" fmla="*/ 21158 h 41981"/>
                  <a:gd name="connsiteX11" fmla="*/ 21256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8"/>
                    </a:moveTo>
                    <a:cubicBezTo>
                      <a:pt x="30198" y="4968"/>
                      <a:pt x="37446" y="12217"/>
                      <a:pt x="37446" y="21158"/>
                    </a:cubicBezTo>
                    <a:lnTo>
                      <a:pt x="37446" y="21158"/>
                    </a:lnTo>
                    <a:cubicBezTo>
                      <a:pt x="37446" y="30100"/>
                      <a:pt x="30198" y="37349"/>
                      <a:pt x="21256" y="37349"/>
                    </a:cubicBezTo>
                    <a:cubicBezTo>
                      <a:pt x="12314" y="37349"/>
                      <a:pt x="5066" y="30100"/>
                      <a:pt x="5066" y="21158"/>
                    </a:cubicBezTo>
                    <a:cubicBezTo>
                      <a:pt x="5066" y="12217"/>
                      <a:pt x="12314" y="4968"/>
                      <a:pt x="21256" y="4968"/>
                    </a:cubicBezTo>
                    <a:close/>
                    <a:moveTo>
                      <a:pt x="21256" y="168"/>
                    </a:moveTo>
                    <a:cubicBezTo>
                      <a:pt x="9663" y="168"/>
                      <a:pt x="265" y="9566"/>
                      <a:pt x="265" y="21158"/>
                    </a:cubicBezTo>
                    <a:cubicBezTo>
                      <a:pt x="265" y="32751"/>
                      <a:pt x="9663" y="42149"/>
                      <a:pt x="21256" y="42149"/>
                    </a:cubicBezTo>
                    <a:cubicBezTo>
                      <a:pt x="32848" y="42149"/>
                      <a:pt x="42246" y="32751"/>
                      <a:pt x="42246" y="21158"/>
                    </a:cubicBezTo>
                    <a:lnTo>
                      <a:pt x="42246" y="21158"/>
                    </a:lnTo>
                    <a:cubicBezTo>
                      <a:pt x="42246" y="9566"/>
                      <a:pt x="32848" y="168"/>
                      <a:pt x="21256"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3" name="Freeform: Shape 4032">
                <a:extLst>
                  <a:ext uri="{FF2B5EF4-FFF2-40B4-BE49-F238E27FC236}">
                    <a16:creationId xmlns:a16="http://schemas.microsoft.com/office/drawing/2014/main" id="{60E1BCF7-4677-67E6-7859-EF3E7C87D282}"/>
                  </a:ext>
                </a:extLst>
              </p:cNvPr>
              <p:cNvSpPr/>
              <p:nvPr/>
            </p:nvSpPr>
            <p:spPr>
              <a:xfrm>
                <a:off x="1831424" y="7848857"/>
                <a:ext cx="37180" cy="37180"/>
              </a:xfrm>
              <a:custGeom>
                <a:avLst/>
                <a:gdLst>
                  <a:gd name="connsiteX0" fmla="*/ 37453 w 37180"/>
                  <a:gd name="connsiteY0" fmla="*/ 18751 h 37180"/>
                  <a:gd name="connsiteX1" fmla="*/ 18863 w 37180"/>
                  <a:gd name="connsiteY1" fmla="*/ 37341 h 37180"/>
                  <a:gd name="connsiteX2" fmla="*/ 272 w 37180"/>
                  <a:gd name="connsiteY2" fmla="*/ 18751 h 37180"/>
                  <a:gd name="connsiteX3" fmla="*/ 18863 w 37180"/>
                  <a:gd name="connsiteY3" fmla="*/ 161 h 37180"/>
                  <a:gd name="connsiteX4" fmla="*/ 37453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1"/>
                    </a:moveTo>
                    <a:cubicBezTo>
                      <a:pt x="37453" y="29018"/>
                      <a:pt x="29130" y="37341"/>
                      <a:pt x="18863" y="37341"/>
                    </a:cubicBezTo>
                    <a:cubicBezTo>
                      <a:pt x="8595" y="37341"/>
                      <a:pt x="272" y="29018"/>
                      <a:pt x="272" y="18751"/>
                    </a:cubicBezTo>
                    <a:cubicBezTo>
                      <a:pt x="272" y="8484"/>
                      <a:pt x="8595" y="161"/>
                      <a:pt x="18863" y="161"/>
                    </a:cubicBezTo>
                    <a:cubicBezTo>
                      <a:pt x="29130" y="161"/>
                      <a:pt x="37453" y="8484"/>
                      <a:pt x="37453" y="18751"/>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4" name="Freeform: Shape 4033">
                <a:extLst>
                  <a:ext uri="{FF2B5EF4-FFF2-40B4-BE49-F238E27FC236}">
                    <a16:creationId xmlns:a16="http://schemas.microsoft.com/office/drawing/2014/main" id="{7E6B9437-02A3-FF6A-BE4C-EF7B3CBF7087}"/>
                  </a:ext>
                </a:extLst>
              </p:cNvPr>
              <p:cNvSpPr/>
              <p:nvPr/>
            </p:nvSpPr>
            <p:spPr>
              <a:xfrm>
                <a:off x="1829023" y="7846457"/>
                <a:ext cx="41981" cy="41981"/>
              </a:xfrm>
              <a:custGeom>
                <a:avLst/>
                <a:gdLst>
                  <a:gd name="connsiteX0" fmla="*/ 21263 w 41981"/>
                  <a:gd name="connsiteY0" fmla="*/ 4961 h 41981"/>
                  <a:gd name="connsiteX1" fmla="*/ 37453 w 41981"/>
                  <a:gd name="connsiteY1" fmla="*/ 21151 h 41981"/>
                  <a:gd name="connsiteX2" fmla="*/ 37453 w 41981"/>
                  <a:gd name="connsiteY2" fmla="*/ 21151 h 41981"/>
                  <a:gd name="connsiteX3" fmla="*/ 21263 w 41981"/>
                  <a:gd name="connsiteY3" fmla="*/ 37341 h 41981"/>
                  <a:gd name="connsiteX4" fmla="*/ 5073 w 41981"/>
                  <a:gd name="connsiteY4" fmla="*/ 21151 h 41981"/>
                  <a:gd name="connsiteX5" fmla="*/ 21263 w 41981"/>
                  <a:gd name="connsiteY5" fmla="*/ 4961 h 41981"/>
                  <a:gd name="connsiteX6" fmla="*/ 21263 w 41981"/>
                  <a:gd name="connsiteY6" fmla="*/ 161 h 41981"/>
                  <a:gd name="connsiteX7" fmla="*/ 272 w 41981"/>
                  <a:gd name="connsiteY7" fmla="*/ 21151 h 41981"/>
                  <a:gd name="connsiteX8" fmla="*/ 21263 w 41981"/>
                  <a:gd name="connsiteY8" fmla="*/ 42142 h 41981"/>
                  <a:gd name="connsiteX9" fmla="*/ 42253 w 41981"/>
                  <a:gd name="connsiteY9" fmla="*/ 21151 h 41981"/>
                  <a:gd name="connsiteX10" fmla="*/ 42253 w 41981"/>
                  <a:gd name="connsiteY10" fmla="*/ 21151 h 41981"/>
                  <a:gd name="connsiteX11" fmla="*/ 21263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1"/>
                    </a:moveTo>
                    <a:cubicBezTo>
                      <a:pt x="30205" y="4961"/>
                      <a:pt x="37453" y="12209"/>
                      <a:pt x="37453" y="21151"/>
                    </a:cubicBezTo>
                    <a:lnTo>
                      <a:pt x="37453" y="21151"/>
                    </a:lnTo>
                    <a:cubicBezTo>
                      <a:pt x="37453" y="30093"/>
                      <a:pt x="30205" y="37341"/>
                      <a:pt x="21263" y="37341"/>
                    </a:cubicBezTo>
                    <a:cubicBezTo>
                      <a:pt x="12321" y="37341"/>
                      <a:pt x="5073" y="30093"/>
                      <a:pt x="5073" y="21151"/>
                    </a:cubicBezTo>
                    <a:cubicBezTo>
                      <a:pt x="5073" y="12209"/>
                      <a:pt x="12321" y="4961"/>
                      <a:pt x="21263" y="4961"/>
                    </a:cubicBezTo>
                    <a:close/>
                    <a:moveTo>
                      <a:pt x="21263" y="161"/>
                    </a:moveTo>
                    <a:cubicBezTo>
                      <a:pt x="9670" y="161"/>
                      <a:pt x="272" y="9559"/>
                      <a:pt x="272" y="21151"/>
                    </a:cubicBezTo>
                    <a:cubicBezTo>
                      <a:pt x="272" y="32744"/>
                      <a:pt x="9670" y="42142"/>
                      <a:pt x="21263" y="42142"/>
                    </a:cubicBezTo>
                    <a:cubicBezTo>
                      <a:pt x="32855" y="42142"/>
                      <a:pt x="42253" y="32744"/>
                      <a:pt x="42253" y="21151"/>
                    </a:cubicBezTo>
                    <a:lnTo>
                      <a:pt x="42253" y="21151"/>
                    </a:lnTo>
                    <a:cubicBezTo>
                      <a:pt x="42253" y="9559"/>
                      <a:pt x="32855" y="161"/>
                      <a:pt x="21263"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5" name="Freeform: Shape 4034">
                <a:extLst>
                  <a:ext uri="{FF2B5EF4-FFF2-40B4-BE49-F238E27FC236}">
                    <a16:creationId xmlns:a16="http://schemas.microsoft.com/office/drawing/2014/main" id="{E6E98B6C-46B8-99FB-7560-C2762CE6B2E6}"/>
                  </a:ext>
                </a:extLst>
              </p:cNvPr>
              <p:cNvSpPr/>
              <p:nvPr/>
            </p:nvSpPr>
            <p:spPr>
              <a:xfrm>
                <a:off x="1794456" y="7892841"/>
                <a:ext cx="37180" cy="37180"/>
              </a:xfrm>
              <a:custGeom>
                <a:avLst/>
                <a:gdLst>
                  <a:gd name="connsiteX0" fmla="*/ 37447 w 37180"/>
                  <a:gd name="connsiteY0" fmla="*/ 18759 h 37180"/>
                  <a:gd name="connsiteX1" fmla="*/ 18856 w 37180"/>
                  <a:gd name="connsiteY1" fmla="*/ 37349 h 37180"/>
                  <a:gd name="connsiteX2" fmla="*/ 266 w 37180"/>
                  <a:gd name="connsiteY2" fmla="*/ 18759 h 37180"/>
                  <a:gd name="connsiteX3" fmla="*/ 18856 w 37180"/>
                  <a:gd name="connsiteY3" fmla="*/ 168 h 37180"/>
                  <a:gd name="connsiteX4" fmla="*/ 37447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9"/>
                    </a:moveTo>
                    <a:cubicBezTo>
                      <a:pt x="37447" y="29026"/>
                      <a:pt x="29123" y="37349"/>
                      <a:pt x="18856" y="37349"/>
                    </a:cubicBezTo>
                    <a:cubicBezTo>
                      <a:pt x="8589" y="37349"/>
                      <a:pt x="266" y="29026"/>
                      <a:pt x="266" y="18759"/>
                    </a:cubicBezTo>
                    <a:cubicBezTo>
                      <a:pt x="266" y="8491"/>
                      <a:pt x="8589" y="168"/>
                      <a:pt x="18856" y="168"/>
                    </a:cubicBezTo>
                    <a:cubicBezTo>
                      <a:pt x="29123" y="168"/>
                      <a:pt x="37447" y="8491"/>
                      <a:pt x="37447" y="18759"/>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6" name="Freeform: Shape 4035">
                <a:extLst>
                  <a:ext uri="{FF2B5EF4-FFF2-40B4-BE49-F238E27FC236}">
                    <a16:creationId xmlns:a16="http://schemas.microsoft.com/office/drawing/2014/main" id="{F9E9D520-35C1-1FF7-AF3B-37CED9446085}"/>
                  </a:ext>
                </a:extLst>
              </p:cNvPr>
              <p:cNvSpPr/>
              <p:nvPr/>
            </p:nvSpPr>
            <p:spPr>
              <a:xfrm>
                <a:off x="1792056" y="7890440"/>
                <a:ext cx="41981" cy="41981"/>
              </a:xfrm>
              <a:custGeom>
                <a:avLst/>
                <a:gdLst>
                  <a:gd name="connsiteX0" fmla="*/ 21256 w 41981"/>
                  <a:gd name="connsiteY0" fmla="*/ 4969 h 41981"/>
                  <a:gd name="connsiteX1" fmla="*/ 37447 w 41981"/>
                  <a:gd name="connsiteY1" fmla="*/ 21159 h 41981"/>
                  <a:gd name="connsiteX2" fmla="*/ 37447 w 41981"/>
                  <a:gd name="connsiteY2" fmla="*/ 21159 h 41981"/>
                  <a:gd name="connsiteX3" fmla="*/ 21256 w 41981"/>
                  <a:gd name="connsiteY3" fmla="*/ 37349 h 41981"/>
                  <a:gd name="connsiteX4" fmla="*/ 5066 w 41981"/>
                  <a:gd name="connsiteY4" fmla="*/ 21159 h 41981"/>
                  <a:gd name="connsiteX5" fmla="*/ 21256 w 41981"/>
                  <a:gd name="connsiteY5" fmla="*/ 4969 h 41981"/>
                  <a:gd name="connsiteX6" fmla="*/ 21256 w 41981"/>
                  <a:gd name="connsiteY6" fmla="*/ 168 h 41981"/>
                  <a:gd name="connsiteX7" fmla="*/ 266 w 41981"/>
                  <a:gd name="connsiteY7" fmla="*/ 21159 h 41981"/>
                  <a:gd name="connsiteX8" fmla="*/ 21256 w 41981"/>
                  <a:gd name="connsiteY8" fmla="*/ 42149 h 41981"/>
                  <a:gd name="connsiteX9" fmla="*/ 42247 w 41981"/>
                  <a:gd name="connsiteY9" fmla="*/ 21159 h 41981"/>
                  <a:gd name="connsiteX10" fmla="*/ 42247 w 41981"/>
                  <a:gd name="connsiteY10" fmla="*/ 21159 h 41981"/>
                  <a:gd name="connsiteX11" fmla="*/ 21256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9"/>
                    </a:moveTo>
                    <a:cubicBezTo>
                      <a:pt x="30198" y="4969"/>
                      <a:pt x="37447" y="12217"/>
                      <a:pt x="37447" y="21159"/>
                    </a:cubicBezTo>
                    <a:lnTo>
                      <a:pt x="37447" y="21159"/>
                    </a:lnTo>
                    <a:cubicBezTo>
                      <a:pt x="37447" y="30101"/>
                      <a:pt x="30198" y="37349"/>
                      <a:pt x="21256" y="37349"/>
                    </a:cubicBezTo>
                    <a:cubicBezTo>
                      <a:pt x="12314" y="37349"/>
                      <a:pt x="5066" y="30101"/>
                      <a:pt x="5066" y="21159"/>
                    </a:cubicBezTo>
                    <a:cubicBezTo>
                      <a:pt x="5066" y="12217"/>
                      <a:pt x="12314" y="4969"/>
                      <a:pt x="21256" y="4969"/>
                    </a:cubicBezTo>
                    <a:close/>
                    <a:moveTo>
                      <a:pt x="21256" y="168"/>
                    </a:moveTo>
                    <a:cubicBezTo>
                      <a:pt x="9664" y="168"/>
                      <a:pt x="266" y="9566"/>
                      <a:pt x="266" y="21159"/>
                    </a:cubicBezTo>
                    <a:cubicBezTo>
                      <a:pt x="266" y="32751"/>
                      <a:pt x="9664" y="42149"/>
                      <a:pt x="21256" y="42149"/>
                    </a:cubicBezTo>
                    <a:cubicBezTo>
                      <a:pt x="32849" y="42149"/>
                      <a:pt x="42247" y="32751"/>
                      <a:pt x="42247" y="21159"/>
                    </a:cubicBezTo>
                    <a:lnTo>
                      <a:pt x="42247" y="21159"/>
                    </a:lnTo>
                    <a:cubicBezTo>
                      <a:pt x="42247" y="9566"/>
                      <a:pt x="32849" y="168"/>
                      <a:pt x="21256"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7" name="Freeform: Shape 4036">
                <a:extLst>
                  <a:ext uri="{FF2B5EF4-FFF2-40B4-BE49-F238E27FC236}">
                    <a16:creationId xmlns:a16="http://schemas.microsoft.com/office/drawing/2014/main" id="{68C6CF0A-61CB-05B2-6AB8-90F674B4D778}"/>
                  </a:ext>
                </a:extLst>
              </p:cNvPr>
              <p:cNvSpPr/>
              <p:nvPr/>
            </p:nvSpPr>
            <p:spPr>
              <a:xfrm>
                <a:off x="1685655" y="7843057"/>
                <a:ext cx="37180" cy="37180"/>
              </a:xfrm>
              <a:custGeom>
                <a:avLst/>
                <a:gdLst>
                  <a:gd name="connsiteX0" fmla="*/ 37428 w 37180"/>
                  <a:gd name="connsiteY0" fmla="*/ 18750 h 37180"/>
                  <a:gd name="connsiteX1" fmla="*/ 18837 w 37180"/>
                  <a:gd name="connsiteY1" fmla="*/ 37340 h 37180"/>
                  <a:gd name="connsiteX2" fmla="*/ 247 w 37180"/>
                  <a:gd name="connsiteY2" fmla="*/ 18750 h 37180"/>
                  <a:gd name="connsiteX3" fmla="*/ 18837 w 37180"/>
                  <a:gd name="connsiteY3" fmla="*/ 160 h 37180"/>
                  <a:gd name="connsiteX4" fmla="*/ 37428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50"/>
                    </a:moveTo>
                    <a:cubicBezTo>
                      <a:pt x="37428" y="29017"/>
                      <a:pt x="29104" y="37340"/>
                      <a:pt x="18837" y="37340"/>
                    </a:cubicBezTo>
                    <a:cubicBezTo>
                      <a:pt x="8570" y="37340"/>
                      <a:pt x="247" y="29017"/>
                      <a:pt x="247" y="18750"/>
                    </a:cubicBezTo>
                    <a:cubicBezTo>
                      <a:pt x="247" y="8483"/>
                      <a:pt x="8570" y="160"/>
                      <a:pt x="18837" y="160"/>
                    </a:cubicBezTo>
                    <a:cubicBezTo>
                      <a:pt x="29104" y="160"/>
                      <a:pt x="37428" y="8483"/>
                      <a:pt x="37428" y="18750"/>
                    </a:cubicBezTo>
                    <a:close/>
                  </a:path>
                </a:pathLst>
              </a:custGeom>
              <a:solidFill>
                <a:srgbClr val="EEF7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8" name="Freeform: Shape 4037">
                <a:extLst>
                  <a:ext uri="{FF2B5EF4-FFF2-40B4-BE49-F238E27FC236}">
                    <a16:creationId xmlns:a16="http://schemas.microsoft.com/office/drawing/2014/main" id="{7204ED5E-8BE8-2909-088C-089B890929A7}"/>
                  </a:ext>
                </a:extLst>
              </p:cNvPr>
              <p:cNvSpPr/>
              <p:nvPr/>
            </p:nvSpPr>
            <p:spPr>
              <a:xfrm>
                <a:off x="1683255" y="7840657"/>
                <a:ext cx="41981" cy="41981"/>
              </a:xfrm>
              <a:custGeom>
                <a:avLst/>
                <a:gdLst>
                  <a:gd name="connsiteX0" fmla="*/ 21237 w 41981"/>
                  <a:gd name="connsiteY0" fmla="*/ 4960 h 41981"/>
                  <a:gd name="connsiteX1" fmla="*/ 37428 w 41981"/>
                  <a:gd name="connsiteY1" fmla="*/ 21150 h 41981"/>
                  <a:gd name="connsiteX2" fmla="*/ 37428 w 41981"/>
                  <a:gd name="connsiteY2" fmla="*/ 21150 h 41981"/>
                  <a:gd name="connsiteX3" fmla="*/ 21237 w 41981"/>
                  <a:gd name="connsiteY3" fmla="*/ 37340 h 41981"/>
                  <a:gd name="connsiteX4" fmla="*/ 5047 w 41981"/>
                  <a:gd name="connsiteY4" fmla="*/ 21150 h 41981"/>
                  <a:gd name="connsiteX5" fmla="*/ 21237 w 41981"/>
                  <a:gd name="connsiteY5" fmla="*/ 4960 h 41981"/>
                  <a:gd name="connsiteX6" fmla="*/ 21237 w 41981"/>
                  <a:gd name="connsiteY6" fmla="*/ 160 h 41981"/>
                  <a:gd name="connsiteX7" fmla="*/ 247 w 41981"/>
                  <a:gd name="connsiteY7" fmla="*/ 21150 h 41981"/>
                  <a:gd name="connsiteX8" fmla="*/ 21237 w 41981"/>
                  <a:gd name="connsiteY8" fmla="*/ 42141 h 41981"/>
                  <a:gd name="connsiteX9" fmla="*/ 42228 w 41981"/>
                  <a:gd name="connsiteY9" fmla="*/ 21150 h 41981"/>
                  <a:gd name="connsiteX10" fmla="*/ 42228 w 41981"/>
                  <a:gd name="connsiteY10" fmla="*/ 21150 h 41981"/>
                  <a:gd name="connsiteX11" fmla="*/ 21237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60"/>
                    </a:moveTo>
                    <a:cubicBezTo>
                      <a:pt x="30179" y="4960"/>
                      <a:pt x="37428" y="12208"/>
                      <a:pt x="37428" y="21150"/>
                    </a:cubicBezTo>
                    <a:lnTo>
                      <a:pt x="37428" y="21150"/>
                    </a:lnTo>
                    <a:cubicBezTo>
                      <a:pt x="37428" y="30092"/>
                      <a:pt x="30179" y="37340"/>
                      <a:pt x="21237" y="37340"/>
                    </a:cubicBezTo>
                    <a:cubicBezTo>
                      <a:pt x="12296" y="37340"/>
                      <a:pt x="5047" y="30092"/>
                      <a:pt x="5047" y="21150"/>
                    </a:cubicBezTo>
                    <a:cubicBezTo>
                      <a:pt x="5047" y="12208"/>
                      <a:pt x="12296" y="4960"/>
                      <a:pt x="21237" y="4960"/>
                    </a:cubicBezTo>
                    <a:close/>
                    <a:moveTo>
                      <a:pt x="21237" y="160"/>
                    </a:moveTo>
                    <a:cubicBezTo>
                      <a:pt x="9645" y="160"/>
                      <a:pt x="247" y="9558"/>
                      <a:pt x="247" y="21150"/>
                    </a:cubicBezTo>
                    <a:cubicBezTo>
                      <a:pt x="247" y="32743"/>
                      <a:pt x="9645" y="42141"/>
                      <a:pt x="21237" y="42141"/>
                    </a:cubicBezTo>
                    <a:cubicBezTo>
                      <a:pt x="32830" y="42141"/>
                      <a:pt x="42228" y="32743"/>
                      <a:pt x="42228" y="21150"/>
                    </a:cubicBezTo>
                    <a:lnTo>
                      <a:pt x="42228" y="21150"/>
                    </a:lnTo>
                    <a:cubicBezTo>
                      <a:pt x="42228" y="9558"/>
                      <a:pt x="32830" y="160"/>
                      <a:pt x="21237"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39" name="Freeform: Shape 4038">
                <a:extLst>
                  <a:ext uri="{FF2B5EF4-FFF2-40B4-BE49-F238E27FC236}">
                    <a16:creationId xmlns:a16="http://schemas.microsoft.com/office/drawing/2014/main" id="{05344C99-46E6-6D7C-9007-918DC96F0346}"/>
                  </a:ext>
                </a:extLst>
              </p:cNvPr>
              <p:cNvSpPr/>
              <p:nvPr/>
            </p:nvSpPr>
            <p:spPr>
              <a:xfrm>
                <a:off x="1732772" y="8000023"/>
                <a:ext cx="37180" cy="37180"/>
              </a:xfrm>
              <a:custGeom>
                <a:avLst/>
                <a:gdLst>
                  <a:gd name="connsiteX0" fmla="*/ 37436 w 37180"/>
                  <a:gd name="connsiteY0" fmla="*/ 18777 h 37180"/>
                  <a:gd name="connsiteX1" fmla="*/ 18845 w 37180"/>
                  <a:gd name="connsiteY1" fmla="*/ 37368 h 37180"/>
                  <a:gd name="connsiteX2" fmla="*/ 255 w 37180"/>
                  <a:gd name="connsiteY2" fmla="*/ 18777 h 37180"/>
                  <a:gd name="connsiteX3" fmla="*/ 18845 w 37180"/>
                  <a:gd name="connsiteY3" fmla="*/ 187 h 37180"/>
                  <a:gd name="connsiteX4" fmla="*/ 37436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7"/>
                    </a:moveTo>
                    <a:cubicBezTo>
                      <a:pt x="37436" y="29044"/>
                      <a:pt x="29113" y="37368"/>
                      <a:pt x="18845" y="37368"/>
                    </a:cubicBezTo>
                    <a:cubicBezTo>
                      <a:pt x="8578" y="37368"/>
                      <a:pt x="255" y="29044"/>
                      <a:pt x="255" y="18777"/>
                    </a:cubicBezTo>
                    <a:cubicBezTo>
                      <a:pt x="255" y="8510"/>
                      <a:pt x="8578" y="187"/>
                      <a:pt x="18845" y="187"/>
                    </a:cubicBezTo>
                    <a:cubicBezTo>
                      <a:pt x="29113" y="187"/>
                      <a:pt x="37436" y="8510"/>
                      <a:pt x="37436" y="18777"/>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0" name="Freeform: Shape 4039">
                <a:extLst>
                  <a:ext uri="{FF2B5EF4-FFF2-40B4-BE49-F238E27FC236}">
                    <a16:creationId xmlns:a16="http://schemas.microsoft.com/office/drawing/2014/main" id="{DDE25F5C-6489-AA4A-E158-8A40ED5A62C6}"/>
                  </a:ext>
                </a:extLst>
              </p:cNvPr>
              <p:cNvSpPr/>
              <p:nvPr/>
            </p:nvSpPr>
            <p:spPr>
              <a:xfrm>
                <a:off x="1730372" y="7997622"/>
                <a:ext cx="41981" cy="41981"/>
              </a:xfrm>
              <a:custGeom>
                <a:avLst/>
                <a:gdLst>
                  <a:gd name="connsiteX0" fmla="*/ 21246 w 41981"/>
                  <a:gd name="connsiteY0" fmla="*/ 4987 h 41981"/>
                  <a:gd name="connsiteX1" fmla="*/ 37436 w 41981"/>
                  <a:gd name="connsiteY1" fmla="*/ 21177 h 41981"/>
                  <a:gd name="connsiteX2" fmla="*/ 37436 w 41981"/>
                  <a:gd name="connsiteY2" fmla="*/ 21177 h 41981"/>
                  <a:gd name="connsiteX3" fmla="*/ 21246 w 41981"/>
                  <a:gd name="connsiteY3" fmla="*/ 37368 h 41981"/>
                  <a:gd name="connsiteX4" fmla="*/ 5055 w 41981"/>
                  <a:gd name="connsiteY4" fmla="*/ 21177 h 41981"/>
                  <a:gd name="connsiteX5" fmla="*/ 21246 w 41981"/>
                  <a:gd name="connsiteY5" fmla="*/ 4987 h 41981"/>
                  <a:gd name="connsiteX6" fmla="*/ 21246 w 41981"/>
                  <a:gd name="connsiteY6" fmla="*/ 187 h 41981"/>
                  <a:gd name="connsiteX7" fmla="*/ 255 w 41981"/>
                  <a:gd name="connsiteY7" fmla="*/ 21177 h 41981"/>
                  <a:gd name="connsiteX8" fmla="*/ 21246 w 41981"/>
                  <a:gd name="connsiteY8" fmla="*/ 42168 h 41981"/>
                  <a:gd name="connsiteX9" fmla="*/ 42236 w 41981"/>
                  <a:gd name="connsiteY9" fmla="*/ 21177 h 41981"/>
                  <a:gd name="connsiteX10" fmla="*/ 42236 w 41981"/>
                  <a:gd name="connsiteY10" fmla="*/ 21177 h 41981"/>
                  <a:gd name="connsiteX11" fmla="*/ 21246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7"/>
                    </a:moveTo>
                    <a:cubicBezTo>
                      <a:pt x="30187" y="4987"/>
                      <a:pt x="37436" y="12236"/>
                      <a:pt x="37436" y="21177"/>
                    </a:cubicBezTo>
                    <a:lnTo>
                      <a:pt x="37436" y="21177"/>
                    </a:lnTo>
                    <a:cubicBezTo>
                      <a:pt x="37436" y="30119"/>
                      <a:pt x="30187" y="37368"/>
                      <a:pt x="21246" y="37368"/>
                    </a:cubicBezTo>
                    <a:cubicBezTo>
                      <a:pt x="12304" y="37368"/>
                      <a:pt x="5055" y="30119"/>
                      <a:pt x="5055" y="21177"/>
                    </a:cubicBezTo>
                    <a:cubicBezTo>
                      <a:pt x="5055" y="12236"/>
                      <a:pt x="12304" y="4987"/>
                      <a:pt x="21246" y="4987"/>
                    </a:cubicBezTo>
                    <a:close/>
                    <a:moveTo>
                      <a:pt x="21246" y="187"/>
                    </a:moveTo>
                    <a:cubicBezTo>
                      <a:pt x="9653" y="187"/>
                      <a:pt x="255" y="9585"/>
                      <a:pt x="255" y="21177"/>
                    </a:cubicBezTo>
                    <a:cubicBezTo>
                      <a:pt x="255" y="32770"/>
                      <a:pt x="9653" y="42168"/>
                      <a:pt x="21246" y="42168"/>
                    </a:cubicBezTo>
                    <a:cubicBezTo>
                      <a:pt x="32838" y="42168"/>
                      <a:pt x="42236" y="32770"/>
                      <a:pt x="42236" y="21177"/>
                    </a:cubicBezTo>
                    <a:lnTo>
                      <a:pt x="42236" y="21177"/>
                    </a:lnTo>
                    <a:cubicBezTo>
                      <a:pt x="42236" y="9585"/>
                      <a:pt x="32838" y="187"/>
                      <a:pt x="21246" y="18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1" name="Freeform: Shape 4040">
                <a:extLst>
                  <a:ext uri="{FF2B5EF4-FFF2-40B4-BE49-F238E27FC236}">
                    <a16:creationId xmlns:a16="http://schemas.microsoft.com/office/drawing/2014/main" id="{EF74F3CB-34B2-CE9C-B87A-2A54A2E3A071}"/>
                  </a:ext>
                </a:extLst>
              </p:cNvPr>
              <p:cNvSpPr/>
              <p:nvPr/>
            </p:nvSpPr>
            <p:spPr>
              <a:xfrm>
                <a:off x="1847252" y="7871914"/>
                <a:ext cx="37180" cy="37180"/>
              </a:xfrm>
              <a:custGeom>
                <a:avLst/>
                <a:gdLst>
                  <a:gd name="connsiteX0" fmla="*/ 37456 w 37180"/>
                  <a:gd name="connsiteY0" fmla="*/ 18755 h 37180"/>
                  <a:gd name="connsiteX1" fmla="*/ 18865 w 37180"/>
                  <a:gd name="connsiteY1" fmla="*/ 37345 h 37180"/>
                  <a:gd name="connsiteX2" fmla="*/ 275 w 37180"/>
                  <a:gd name="connsiteY2" fmla="*/ 18755 h 37180"/>
                  <a:gd name="connsiteX3" fmla="*/ 18865 w 37180"/>
                  <a:gd name="connsiteY3" fmla="*/ 165 h 37180"/>
                  <a:gd name="connsiteX4" fmla="*/ 3745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55"/>
                    </a:moveTo>
                    <a:cubicBezTo>
                      <a:pt x="37456" y="29022"/>
                      <a:pt x="29132" y="37345"/>
                      <a:pt x="18865" y="37345"/>
                    </a:cubicBezTo>
                    <a:cubicBezTo>
                      <a:pt x="8598" y="37345"/>
                      <a:pt x="275" y="29022"/>
                      <a:pt x="275" y="18755"/>
                    </a:cubicBezTo>
                    <a:cubicBezTo>
                      <a:pt x="275" y="8488"/>
                      <a:pt x="8598" y="165"/>
                      <a:pt x="18865" y="165"/>
                    </a:cubicBezTo>
                    <a:cubicBezTo>
                      <a:pt x="29132" y="165"/>
                      <a:pt x="37456" y="8488"/>
                      <a:pt x="37456" y="18755"/>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2" name="Freeform: Shape 4041">
                <a:extLst>
                  <a:ext uri="{FF2B5EF4-FFF2-40B4-BE49-F238E27FC236}">
                    <a16:creationId xmlns:a16="http://schemas.microsoft.com/office/drawing/2014/main" id="{03A0765F-17E7-BD84-ED87-B6C893DBEC2D}"/>
                  </a:ext>
                </a:extLst>
              </p:cNvPr>
              <p:cNvSpPr/>
              <p:nvPr/>
            </p:nvSpPr>
            <p:spPr>
              <a:xfrm>
                <a:off x="1844852" y="7869514"/>
                <a:ext cx="41981" cy="41981"/>
              </a:xfrm>
              <a:custGeom>
                <a:avLst/>
                <a:gdLst>
                  <a:gd name="connsiteX0" fmla="*/ 21265 w 41981"/>
                  <a:gd name="connsiteY0" fmla="*/ 4965 h 41981"/>
                  <a:gd name="connsiteX1" fmla="*/ 37456 w 41981"/>
                  <a:gd name="connsiteY1" fmla="*/ 21155 h 41981"/>
                  <a:gd name="connsiteX2" fmla="*/ 37456 w 41981"/>
                  <a:gd name="connsiteY2" fmla="*/ 21155 h 41981"/>
                  <a:gd name="connsiteX3" fmla="*/ 21265 w 41981"/>
                  <a:gd name="connsiteY3" fmla="*/ 37345 h 41981"/>
                  <a:gd name="connsiteX4" fmla="*/ 5075 w 41981"/>
                  <a:gd name="connsiteY4" fmla="*/ 21155 h 41981"/>
                  <a:gd name="connsiteX5" fmla="*/ 21265 w 41981"/>
                  <a:gd name="connsiteY5" fmla="*/ 4965 h 41981"/>
                  <a:gd name="connsiteX6" fmla="*/ 21265 w 41981"/>
                  <a:gd name="connsiteY6" fmla="*/ 165 h 41981"/>
                  <a:gd name="connsiteX7" fmla="*/ 275 w 41981"/>
                  <a:gd name="connsiteY7" fmla="*/ 21155 h 41981"/>
                  <a:gd name="connsiteX8" fmla="*/ 21265 w 41981"/>
                  <a:gd name="connsiteY8" fmla="*/ 42146 h 41981"/>
                  <a:gd name="connsiteX9" fmla="*/ 42256 w 41981"/>
                  <a:gd name="connsiteY9" fmla="*/ 21155 h 41981"/>
                  <a:gd name="connsiteX10" fmla="*/ 42256 w 41981"/>
                  <a:gd name="connsiteY10" fmla="*/ 21155 h 41981"/>
                  <a:gd name="connsiteX11" fmla="*/ 2126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5"/>
                    </a:moveTo>
                    <a:cubicBezTo>
                      <a:pt x="30207" y="4965"/>
                      <a:pt x="37456" y="12213"/>
                      <a:pt x="37456" y="21155"/>
                    </a:cubicBezTo>
                    <a:lnTo>
                      <a:pt x="37456" y="21155"/>
                    </a:lnTo>
                    <a:cubicBezTo>
                      <a:pt x="37456" y="30097"/>
                      <a:pt x="30207" y="37345"/>
                      <a:pt x="21265" y="37345"/>
                    </a:cubicBezTo>
                    <a:cubicBezTo>
                      <a:pt x="12324" y="37345"/>
                      <a:pt x="5075" y="30097"/>
                      <a:pt x="5075" y="21155"/>
                    </a:cubicBezTo>
                    <a:cubicBezTo>
                      <a:pt x="5075" y="12213"/>
                      <a:pt x="12324" y="4965"/>
                      <a:pt x="21265" y="4965"/>
                    </a:cubicBezTo>
                    <a:close/>
                    <a:moveTo>
                      <a:pt x="21265" y="165"/>
                    </a:moveTo>
                    <a:cubicBezTo>
                      <a:pt x="9673" y="165"/>
                      <a:pt x="275" y="9563"/>
                      <a:pt x="275" y="21155"/>
                    </a:cubicBezTo>
                    <a:cubicBezTo>
                      <a:pt x="275" y="32748"/>
                      <a:pt x="9673" y="42146"/>
                      <a:pt x="21265" y="42146"/>
                    </a:cubicBezTo>
                    <a:cubicBezTo>
                      <a:pt x="32858" y="42146"/>
                      <a:pt x="42256" y="32748"/>
                      <a:pt x="42256" y="21155"/>
                    </a:cubicBezTo>
                    <a:lnTo>
                      <a:pt x="42256" y="21155"/>
                    </a:lnTo>
                    <a:cubicBezTo>
                      <a:pt x="42256" y="9563"/>
                      <a:pt x="32858" y="165"/>
                      <a:pt x="21265" y="16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3" name="Freeform: Shape 4042">
                <a:extLst>
                  <a:ext uri="{FF2B5EF4-FFF2-40B4-BE49-F238E27FC236}">
                    <a16:creationId xmlns:a16="http://schemas.microsoft.com/office/drawing/2014/main" id="{BF32D711-E0D3-FF17-AC1A-2066A4370688}"/>
                  </a:ext>
                </a:extLst>
              </p:cNvPr>
              <p:cNvSpPr/>
              <p:nvPr/>
            </p:nvSpPr>
            <p:spPr>
              <a:xfrm>
                <a:off x="1861445" y="7916076"/>
                <a:ext cx="37180" cy="37180"/>
              </a:xfrm>
              <a:custGeom>
                <a:avLst/>
                <a:gdLst>
                  <a:gd name="connsiteX0" fmla="*/ 37458 w 37180"/>
                  <a:gd name="connsiteY0" fmla="*/ 18763 h 37180"/>
                  <a:gd name="connsiteX1" fmla="*/ 18868 w 37180"/>
                  <a:gd name="connsiteY1" fmla="*/ 37353 h 37180"/>
                  <a:gd name="connsiteX2" fmla="*/ 277 w 37180"/>
                  <a:gd name="connsiteY2" fmla="*/ 18763 h 37180"/>
                  <a:gd name="connsiteX3" fmla="*/ 18868 w 37180"/>
                  <a:gd name="connsiteY3" fmla="*/ 172 h 37180"/>
                  <a:gd name="connsiteX4" fmla="*/ 37458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63"/>
                    </a:moveTo>
                    <a:cubicBezTo>
                      <a:pt x="37458" y="29030"/>
                      <a:pt x="29135" y="37353"/>
                      <a:pt x="18868" y="37353"/>
                    </a:cubicBezTo>
                    <a:cubicBezTo>
                      <a:pt x="8601" y="37353"/>
                      <a:pt x="277" y="29030"/>
                      <a:pt x="277" y="18763"/>
                    </a:cubicBezTo>
                    <a:cubicBezTo>
                      <a:pt x="277" y="8496"/>
                      <a:pt x="8601" y="172"/>
                      <a:pt x="18868" y="172"/>
                    </a:cubicBezTo>
                    <a:cubicBezTo>
                      <a:pt x="29135" y="172"/>
                      <a:pt x="37458" y="8496"/>
                      <a:pt x="37458" y="18763"/>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4" name="Freeform: Shape 4043">
                <a:extLst>
                  <a:ext uri="{FF2B5EF4-FFF2-40B4-BE49-F238E27FC236}">
                    <a16:creationId xmlns:a16="http://schemas.microsoft.com/office/drawing/2014/main" id="{DC0CF26C-F1EF-C5D5-4641-5D478D95AE12}"/>
                  </a:ext>
                </a:extLst>
              </p:cNvPr>
              <p:cNvSpPr/>
              <p:nvPr/>
            </p:nvSpPr>
            <p:spPr>
              <a:xfrm>
                <a:off x="1859044" y="7913676"/>
                <a:ext cx="41981" cy="41981"/>
              </a:xfrm>
              <a:custGeom>
                <a:avLst/>
                <a:gdLst>
                  <a:gd name="connsiteX0" fmla="*/ 21268 w 41981"/>
                  <a:gd name="connsiteY0" fmla="*/ 4973 h 41981"/>
                  <a:gd name="connsiteX1" fmla="*/ 37458 w 41981"/>
                  <a:gd name="connsiteY1" fmla="*/ 21163 h 41981"/>
                  <a:gd name="connsiteX2" fmla="*/ 37458 w 41981"/>
                  <a:gd name="connsiteY2" fmla="*/ 21163 h 41981"/>
                  <a:gd name="connsiteX3" fmla="*/ 21268 w 41981"/>
                  <a:gd name="connsiteY3" fmla="*/ 37353 h 41981"/>
                  <a:gd name="connsiteX4" fmla="*/ 5078 w 41981"/>
                  <a:gd name="connsiteY4" fmla="*/ 21163 h 41981"/>
                  <a:gd name="connsiteX5" fmla="*/ 21268 w 41981"/>
                  <a:gd name="connsiteY5" fmla="*/ 4973 h 41981"/>
                  <a:gd name="connsiteX6" fmla="*/ 21268 w 41981"/>
                  <a:gd name="connsiteY6" fmla="*/ 172 h 41981"/>
                  <a:gd name="connsiteX7" fmla="*/ 277 w 41981"/>
                  <a:gd name="connsiteY7" fmla="*/ 21163 h 41981"/>
                  <a:gd name="connsiteX8" fmla="*/ 21268 w 41981"/>
                  <a:gd name="connsiteY8" fmla="*/ 42153 h 41981"/>
                  <a:gd name="connsiteX9" fmla="*/ 42259 w 41981"/>
                  <a:gd name="connsiteY9" fmla="*/ 21163 h 41981"/>
                  <a:gd name="connsiteX10" fmla="*/ 42259 w 41981"/>
                  <a:gd name="connsiteY10" fmla="*/ 21163 h 41981"/>
                  <a:gd name="connsiteX11" fmla="*/ 2126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73"/>
                    </a:moveTo>
                    <a:cubicBezTo>
                      <a:pt x="30210" y="4973"/>
                      <a:pt x="37458" y="12221"/>
                      <a:pt x="37458" y="21163"/>
                    </a:cubicBezTo>
                    <a:lnTo>
                      <a:pt x="37458" y="21163"/>
                    </a:lnTo>
                    <a:cubicBezTo>
                      <a:pt x="37458" y="30105"/>
                      <a:pt x="30210" y="37353"/>
                      <a:pt x="21268" y="37353"/>
                    </a:cubicBezTo>
                    <a:cubicBezTo>
                      <a:pt x="12326" y="37353"/>
                      <a:pt x="5078" y="30105"/>
                      <a:pt x="5078" y="21163"/>
                    </a:cubicBezTo>
                    <a:cubicBezTo>
                      <a:pt x="5078" y="12221"/>
                      <a:pt x="12326" y="4973"/>
                      <a:pt x="21268" y="4973"/>
                    </a:cubicBezTo>
                    <a:close/>
                    <a:moveTo>
                      <a:pt x="21268" y="172"/>
                    </a:moveTo>
                    <a:cubicBezTo>
                      <a:pt x="9675" y="172"/>
                      <a:pt x="277" y="9570"/>
                      <a:pt x="277" y="21163"/>
                    </a:cubicBezTo>
                    <a:cubicBezTo>
                      <a:pt x="277" y="32755"/>
                      <a:pt x="9675" y="42153"/>
                      <a:pt x="21268" y="42153"/>
                    </a:cubicBezTo>
                    <a:cubicBezTo>
                      <a:pt x="32861" y="42153"/>
                      <a:pt x="42259" y="32755"/>
                      <a:pt x="42259" y="21163"/>
                    </a:cubicBezTo>
                    <a:lnTo>
                      <a:pt x="42259" y="21163"/>
                    </a:lnTo>
                    <a:cubicBezTo>
                      <a:pt x="42259" y="9570"/>
                      <a:pt x="32861" y="172"/>
                      <a:pt x="21268"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5" name="Freeform: Shape 4044">
                <a:extLst>
                  <a:ext uri="{FF2B5EF4-FFF2-40B4-BE49-F238E27FC236}">
                    <a16:creationId xmlns:a16="http://schemas.microsoft.com/office/drawing/2014/main" id="{F46E6C24-C58A-C5A3-ADD7-B8EA6BC35E50}"/>
                  </a:ext>
                </a:extLst>
              </p:cNvPr>
              <p:cNvSpPr/>
              <p:nvPr/>
            </p:nvSpPr>
            <p:spPr>
              <a:xfrm>
                <a:off x="1818654" y="7881073"/>
                <a:ext cx="37180" cy="37180"/>
              </a:xfrm>
              <a:custGeom>
                <a:avLst/>
                <a:gdLst>
                  <a:gd name="connsiteX0" fmla="*/ 37451 w 37180"/>
                  <a:gd name="connsiteY0" fmla="*/ 18757 h 37180"/>
                  <a:gd name="connsiteX1" fmla="*/ 18860 w 37180"/>
                  <a:gd name="connsiteY1" fmla="*/ 37347 h 37180"/>
                  <a:gd name="connsiteX2" fmla="*/ 270 w 37180"/>
                  <a:gd name="connsiteY2" fmla="*/ 18757 h 37180"/>
                  <a:gd name="connsiteX3" fmla="*/ 18860 w 37180"/>
                  <a:gd name="connsiteY3" fmla="*/ 166 h 37180"/>
                  <a:gd name="connsiteX4" fmla="*/ 37451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7"/>
                    </a:moveTo>
                    <a:cubicBezTo>
                      <a:pt x="37451" y="29024"/>
                      <a:pt x="29128" y="37347"/>
                      <a:pt x="18860" y="37347"/>
                    </a:cubicBezTo>
                    <a:cubicBezTo>
                      <a:pt x="8593" y="37347"/>
                      <a:pt x="270" y="29024"/>
                      <a:pt x="270" y="18757"/>
                    </a:cubicBezTo>
                    <a:cubicBezTo>
                      <a:pt x="270" y="8489"/>
                      <a:pt x="8593" y="166"/>
                      <a:pt x="18860" y="166"/>
                    </a:cubicBezTo>
                    <a:cubicBezTo>
                      <a:pt x="29128" y="166"/>
                      <a:pt x="37451" y="8489"/>
                      <a:pt x="37451" y="18757"/>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6" name="Freeform: Shape 4045">
                <a:extLst>
                  <a:ext uri="{FF2B5EF4-FFF2-40B4-BE49-F238E27FC236}">
                    <a16:creationId xmlns:a16="http://schemas.microsoft.com/office/drawing/2014/main" id="{C43251DA-5539-55E2-77D2-4CCD57E1DDB5}"/>
                  </a:ext>
                </a:extLst>
              </p:cNvPr>
              <p:cNvSpPr/>
              <p:nvPr/>
            </p:nvSpPr>
            <p:spPr>
              <a:xfrm>
                <a:off x="1816253" y="7878673"/>
                <a:ext cx="41981" cy="41981"/>
              </a:xfrm>
              <a:custGeom>
                <a:avLst/>
                <a:gdLst>
                  <a:gd name="connsiteX0" fmla="*/ 21261 w 41981"/>
                  <a:gd name="connsiteY0" fmla="*/ 4967 h 41981"/>
                  <a:gd name="connsiteX1" fmla="*/ 37451 w 41981"/>
                  <a:gd name="connsiteY1" fmla="*/ 21157 h 41981"/>
                  <a:gd name="connsiteX2" fmla="*/ 37451 w 41981"/>
                  <a:gd name="connsiteY2" fmla="*/ 21157 h 41981"/>
                  <a:gd name="connsiteX3" fmla="*/ 21261 w 41981"/>
                  <a:gd name="connsiteY3" fmla="*/ 37347 h 41981"/>
                  <a:gd name="connsiteX4" fmla="*/ 5070 w 41981"/>
                  <a:gd name="connsiteY4" fmla="*/ 21157 h 41981"/>
                  <a:gd name="connsiteX5" fmla="*/ 21261 w 41981"/>
                  <a:gd name="connsiteY5" fmla="*/ 4967 h 41981"/>
                  <a:gd name="connsiteX6" fmla="*/ 21261 w 41981"/>
                  <a:gd name="connsiteY6" fmla="*/ 166 h 41981"/>
                  <a:gd name="connsiteX7" fmla="*/ 270 w 41981"/>
                  <a:gd name="connsiteY7" fmla="*/ 21157 h 41981"/>
                  <a:gd name="connsiteX8" fmla="*/ 21261 w 41981"/>
                  <a:gd name="connsiteY8" fmla="*/ 42147 h 41981"/>
                  <a:gd name="connsiteX9" fmla="*/ 42251 w 41981"/>
                  <a:gd name="connsiteY9" fmla="*/ 21157 h 41981"/>
                  <a:gd name="connsiteX10" fmla="*/ 42251 w 41981"/>
                  <a:gd name="connsiteY10" fmla="*/ 21157 h 41981"/>
                  <a:gd name="connsiteX11" fmla="*/ 21261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7"/>
                    </a:moveTo>
                    <a:cubicBezTo>
                      <a:pt x="30202" y="4967"/>
                      <a:pt x="37451" y="12215"/>
                      <a:pt x="37451" y="21157"/>
                    </a:cubicBezTo>
                    <a:lnTo>
                      <a:pt x="37451" y="21157"/>
                    </a:lnTo>
                    <a:cubicBezTo>
                      <a:pt x="37451" y="30099"/>
                      <a:pt x="30202" y="37347"/>
                      <a:pt x="21261" y="37347"/>
                    </a:cubicBezTo>
                    <a:cubicBezTo>
                      <a:pt x="12319" y="37347"/>
                      <a:pt x="5070" y="30099"/>
                      <a:pt x="5070" y="21157"/>
                    </a:cubicBezTo>
                    <a:cubicBezTo>
                      <a:pt x="5070" y="12215"/>
                      <a:pt x="12319" y="4967"/>
                      <a:pt x="21261" y="4967"/>
                    </a:cubicBezTo>
                    <a:close/>
                    <a:moveTo>
                      <a:pt x="21261" y="166"/>
                    </a:moveTo>
                    <a:cubicBezTo>
                      <a:pt x="9668" y="166"/>
                      <a:pt x="270" y="9564"/>
                      <a:pt x="270" y="21157"/>
                    </a:cubicBezTo>
                    <a:cubicBezTo>
                      <a:pt x="270" y="32749"/>
                      <a:pt x="9668" y="42147"/>
                      <a:pt x="21261" y="42147"/>
                    </a:cubicBezTo>
                    <a:cubicBezTo>
                      <a:pt x="32853" y="42147"/>
                      <a:pt x="42251" y="32749"/>
                      <a:pt x="42251" y="21157"/>
                    </a:cubicBezTo>
                    <a:lnTo>
                      <a:pt x="42251" y="21157"/>
                    </a:lnTo>
                    <a:cubicBezTo>
                      <a:pt x="42251" y="9564"/>
                      <a:pt x="32853" y="166"/>
                      <a:pt x="21261"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7" name="Freeform: Shape 4046">
                <a:extLst>
                  <a:ext uri="{FF2B5EF4-FFF2-40B4-BE49-F238E27FC236}">
                    <a16:creationId xmlns:a16="http://schemas.microsoft.com/office/drawing/2014/main" id="{0DB627B1-8CC5-B937-F341-EF99FAB413D7}"/>
                  </a:ext>
                </a:extLst>
              </p:cNvPr>
              <p:cNvSpPr/>
              <p:nvPr/>
            </p:nvSpPr>
            <p:spPr>
              <a:xfrm>
                <a:off x="1812922" y="7906751"/>
                <a:ext cx="37180" cy="37180"/>
              </a:xfrm>
              <a:custGeom>
                <a:avLst/>
                <a:gdLst>
                  <a:gd name="connsiteX0" fmla="*/ 37450 w 37180"/>
                  <a:gd name="connsiteY0" fmla="*/ 18761 h 37180"/>
                  <a:gd name="connsiteX1" fmla="*/ 18859 w 37180"/>
                  <a:gd name="connsiteY1" fmla="*/ 37351 h 37180"/>
                  <a:gd name="connsiteX2" fmla="*/ 269 w 37180"/>
                  <a:gd name="connsiteY2" fmla="*/ 18761 h 37180"/>
                  <a:gd name="connsiteX3" fmla="*/ 18859 w 37180"/>
                  <a:gd name="connsiteY3" fmla="*/ 171 h 37180"/>
                  <a:gd name="connsiteX4" fmla="*/ 37450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61"/>
                    </a:moveTo>
                    <a:cubicBezTo>
                      <a:pt x="37450" y="29028"/>
                      <a:pt x="29127" y="37351"/>
                      <a:pt x="18859" y="37351"/>
                    </a:cubicBezTo>
                    <a:cubicBezTo>
                      <a:pt x="8592" y="37351"/>
                      <a:pt x="269" y="29028"/>
                      <a:pt x="269" y="18761"/>
                    </a:cubicBezTo>
                    <a:cubicBezTo>
                      <a:pt x="269" y="8494"/>
                      <a:pt x="8592" y="171"/>
                      <a:pt x="18859" y="171"/>
                    </a:cubicBezTo>
                    <a:cubicBezTo>
                      <a:pt x="29127" y="171"/>
                      <a:pt x="37450" y="8494"/>
                      <a:pt x="37450" y="18761"/>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8" name="Freeform: Shape 4047">
                <a:extLst>
                  <a:ext uri="{FF2B5EF4-FFF2-40B4-BE49-F238E27FC236}">
                    <a16:creationId xmlns:a16="http://schemas.microsoft.com/office/drawing/2014/main" id="{4ABDA0B7-160E-F7CB-D51B-AD8EE51A3725}"/>
                  </a:ext>
                </a:extLst>
              </p:cNvPr>
              <p:cNvSpPr/>
              <p:nvPr/>
            </p:nvSpPr>
            <p:spPr>
              <a:xfrm>
                <a:off x="1810522" y="7904351"/>
                <a:ext cx="41981" cy="41981"/>
              </a:xfrm>
              <a:custGeom>
                <a:avLst/>
                <a:gdLst>
                  <a:gd name="connsiteX0" fmla="*/ 21260 w 41981"/>
                  <a:gd name="connsiteY0" fmla="*/ 4971 h 41981"/>
                  <a:gd name="connsiteX1" fmla="*/ 37450 w 41981"/>
                  <a:gd name="connsiteY1" fmla="*/ 21161 h 41981"/>
                  <a:gd name="connsiteX2" fmla="*/ 37450 w 41981"/>
                  <a:gd name="connsiteY2" fmla="*/ 21161 h 41981"/>
                  <a:gd name="connsiteX3" fmla="*/ 21260 w 41981"/>
                  <a:gd name="connsiteY3" fmla="*/ 37351 h 41981"/>
                  <a:gd name="connsiteX4" fmla="*/ 5069 w 41981"/>
                  <a:gd name="connsiteY4" fmla="*/ 21161 h 41981"/>
                  <a:gd name="connsiteX5" fmla="*/ 21260 w 41981"/>
                  <a:gd name="connsiteY5" fmla="*/ 4971 h 41981"/>
                  <a:gd name="connsiteX6" fmla="*/ 21260 w 41981"/>
                  <a:gd name="connsiteY6" fmla="*/ 171 h 41981"/>
                  <a:gd name="connsiteX7" fmla="*/ 269 w 41981"/>
                  <a:gd name="connsiteY7" fmla="*/ 21161 h 41981"/>
                  <a:gd name="connsiteX8" fmla="*/ 21260 w 41981"/>
                  <a:gd name="connsiteY8" fmla="*/ 42152 h 41981"/>
                  <a:gd name="connsiteX9" fmla="*/ 42250 w 41981"/>
                  <a:gd name="connsiteY9" fmla="*/ 21161 h 41981"/>
                  <a:gd name="connsiteX10" fmla="*/ 42250 w 41981"/>
                  <a:gd name="connsiteY10" fmla="*/ 21161 h 41981"/>
                  <a:gd name="connsiteX11" fmla="*/ 2126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1"/>
                    </a:moveTo>
                    <a:cubicBezTo>
                      <a:pt x="30201" y="4971"/>
                      <a:pt x="37450" y="12219"/>
                      <a:pt x="37450" y="21161"/>
                    </a:cubicBezTo>
                    <a:lnTo>
                      <a:pt x="37450" y="21161"/>
                    </a:lnTo>
                    <a:cubicBezTo>
                      <a:pt x="37450" y="30103"/>
                      <a:pt x="30201" y="37351"/>
                      <a:pt x="21260" y="37351"/>
                    </a:cubicBezTo>
                    <a:cubicBezTo>
                      <a:pt x="12318" y="37351"/>
                      <a:pt x="5069" y="30103"/>
                      <a:pt x="5069" y="21161"/>
                    </a:cubicBezTo>
                    <a:cubicBezTo>
                      <a:pt x="5069" y="12219"/>
                      <a:pt x="12318" y="4971"/>
                      <a:pt x="21260" y="4971"/>
                    </a:cubicBezTo>
                    <a:close/>
                    <a:moveTo>
                      <a:pt x="21260" y="171"/>
                    </a:moveTo>
                    <a:cubicBezTo>
                      <a:pt x="9667" y="171"/>
                      <a:pt x="269" y="9569"/>
                      <a:pt x="269" y="21161"/>
                    </a:cubicBezTo>
                    <a:cubicBezTo>
                      <a:pt x="269" y="32754"/>
                      <a:pt x="9667" y="42152"/>
                      <a:pt x="21260" y="42152"/>
                    </a:cubicBezTo>
                    <a:cubicBezTo>
                      <a:pt x="32852" y="42152"/>
                      <a:pt x="42250" y="32754"/>
                      <a:pt x="42250" y="21161"/>
                    </a:cubicBezTo>
                    <a:lnTo>
                      <a:pt x="42250" y="21161"/>
                    </a:lnTo>
                    <a:cubicBezTo>
                      <a:pt x="42250" y="9569"/>
                      <a:pt x="32852" y="171"/>
                      <a:pt x="21260"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49" name="Freeform: Shape 4048">
                <a:extLst>
                  <a:ext uri="{FF2B5EF4-FFF2-40B4-BE49-F238E27FC236}">
                    <a16:creationId xmlns:a16="http://schemas.microsoft.com/office/drawing/2014/main" id="{8B696B71-FF24-9260-0ADD-FB75B7E55B45}"/>
                  </a:ext>
                </a:extLst>
              </p:cNvPr>
              <p:cNvSpPr/>
              <p:nvPr/>
            </p:nvSpPr>
            <p:spPr>
              <a:xfrm>
                <a:off x="1798471" y="7822332"/>
                <a:ext cx="37180" cy="37180"/>
              </a:xfrm>
              <a:custGeom>
                <a:avLst/>
                <a:gdLst>
                  <a:gd name="connsiteX0" fmla="*/ 37447 w 37180"/>
                  <a:gd name="connsiteY0" fmla="*/ 18746 h 37180"/>
                  <a:gd name="connsiteX1" fmla="*/ 18857 w 37180"/>
                  <a:gd name="connsiteY1" fmla="*/ 37337 h 37180"/>
                  <a:gd name="connsiteX2" fmla="*/ 266 w 37180"/>
                  <a:gd name="connsiteY2" fmla="*/ 18746 h 37180"/>
                  <a:gd name="connsiteX3" fmla="*/ 18857 w 37180"/>
                  <a:gd name="connsiteY3" fmla="*/ 156 h 37180"/>
                  <a:gd name="connsiteX4" fmla="*/ 37447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46"/>
                    </a:moveTo>
                    <a:cubicBezTo>
                      <a:pt x="37447" y="29014"/>
                      <a:pt x="29124" y="37337"/>
                      <a:pt x="18857" y="37337"/>
                    </a:cubicBezTo>
                    <a:cubicBezTo>
                      <a:pt x="8590" y="37337"/>
                      <a:pt x="266" y="29014"/>
                      <a:pt x="266" y="18746"/>
                    </a:cubicBezTo>
                    <a:cubicBezTo>
                      <a:pt x="266" y="8479"/>
                      <a:pt x="8590" y="156"/>
                      <a:pt x="18857" y="156"/>
                    </a:cubicBezTo>
                    <a:cubicBezTo>
                      <a:pt x="29124" y="156"/>
                      <a:pt x="37447" y="8479"/>
                      <a:pt x="37447" y="18746"/>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0" name="Freeform: Shape 4049">
                <a:extLst>
                  <a:ext uri="{FF2B5EF4-FFF2-40B4-BE49-F238E27FC236}">
                    <a16:creationId xmlns:a16="http://schemas.microsoft.com/office/drawing/2014/main" id="{C37125F7-94E9-5CEE-5076-BB126446E19E}"/>
                  </a:ext>
                </a:extLst>
              </p:cNvPr>
              <p:cNvSpPr/>
              <p:nvPr/>
            </p:nvSpPr>
            <p:spPr>
              <a:xfrm>
                <a:off x="1796070" y="7819932"/>
                <a:ext cx="41981" cy="41981"/>
              </a:xfrm>
              <a:custGeom>
                <a:avLst/>
                <a:gdLst>
                  <a:gd name="connsiteX0" fmla="*/ 21257 w 41981"/>
                  <a:gd name="connsiteY0" fmla="*/ 4956 h 41981"/>
                  <a:gd name="connsiteX1" fmla="*/ 37447 w 41981"/>
                  <a:gd name="connsiteY1" fmla="*/ 21147 h 41981"/>
                  <a:gd name="connsiteX2" fmla="*/ 37447 w 41981"/>
                  <a:gd name="connsiteY2" fmla="*/ 21147 h 41981"/>
                  <a:gd name="connsiteX3" fmla="*/ 21257 w 41981"/>
                  <a:gd name="connsiteY3" fmla="*/ 37337 h 41981"/>
                  <a:gd name="connsiteX4" fmla="*/ 5067 w 41981"/>
                  <a:gd name="connsiteY4" fmla="*/ 21147 h 41981"/>
                  <a:gd name="connsiteX5" fmla="*/ 21257 w 41981"/>
                  <a:gd name="connsiteY5" fmla="*/ 4956 h 41981"/>
                  <a:gd name="connsiteX6" fmla="*/ 21257 w 41981"/>
                  <a:gd name="connsiteY6" fmla="*/ 156 h 41981"/>
                  <a:gd name="connsiteX7" fmla="*/ 266 w 41981"/>
                  <a:gd name="connsiteY7" fmla="*/ 21147 h 41981"/>
                  <a:gd name="connsiteX8" fmla="*/ 21257 w 41981"/>
                  <a:gd name="connsiteY8" fmla="*/ 42137 h 41981"/>
                  <a:gd name="connsiteX9" fmla="*/ 42248 w 41981"/>
                  <a:gd name="connsiteY9" fmla="*/ 21147 h 41981"/>
                  <a:gd name="connsiteX10" fmla="*/ 42248 w 41981"/>
                  <a:gd name="connsiteY10" fmla="*/ 21147 h 41981"/>
                  <a:gd name="connsiteX11" fmla="*/ 21257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56"/>
                    </a:moveTo>
                    <a:cubicBezTo>
                      <a:pt x="30199" y="4956"/>
                      <a:pt x="37447" y="12205"/>
                      <a:pt x="37447" y="21147"/>
                    </a:cubicBezTo>
                    <a:lnTo>
                      <a:pt x="37447" y="21147"/>
                    </a:lnTo>
                    <a:cubicBezTo>
                      <a:pt x="37447" y="30088"/>
                      <a:pt x="30199" y="37337"/>
                      <a:pt x="21257" y="37337"/>
                    </a:cubicBezTo>
                    <a:cubicBezTo>
                      <a:pt x="12315" y="37337"/>
                      <a:pt x="5067" y="30088"/>
                      <a:pt x="5067" y="21147"/>
                    </a:cubicBezTo>
                    <a:cubicBezTo>
                      <a:pt x="5067" y="12205"/>
                      <a:pt x="12315" y="4956"/>
                      <a:pt x="21257" y="4956"/>
                    </a:cubicBezTo>
                    <a:close/>
                    <a:moveTo>
                      <a:pt x="21257" y="156"/>
                    </a:moveTo>
                    <a:cubicBezTo>
                      <a:pt x="9664" y="156"/>
                      <a:pt x="266" y="9554"/>
                      <a:pt x="266" y="21147"/>
                    </a:cubicBezTo>
                    <a:cubicBezTo>
                      <a:pt x="266" y="32739"/>
                      <a:pt x="9664" y="42137"/>
                      <a:pt x="21257" y="42137"/>
                    </a:cubicBezTo>
                    <a:cubicBezTo>
                      <a:pt x="32850" y="42137"/>
                      <a:pt x="42248" y="32739"/>
                      <a:pt x="42248" y="21147"/>
                    </a:cubicBezTo>
                    <a:lnTo>
                      <a:pt x="42248" y="21147"/>
                    </a:lnTo>
                    <a:cubicBezTo>
                      <a:pt x="42248" y="9554"/>
                      <a:pt x="32850" y="156"/>
                      <a:pt x="21257"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1" name="Freeform: Shape 4050">
                <a:extLst>
                  <a:ext uri="{FF2B5EF4-FFF2-40B4-BE49-F238E27FC236}">
                    <a16:creationId xmlns:a16="http://schemas.microsoft.com/office/drawing/2014/main" id="{7CEC2A0A-899D-7852-0A3F-F7DCCAD0C04F}"/>
                  </a:ext>
                </a:extLst>
              </p:cNvPr>
              <p:cNvSpPr/>
              <p:nvPr/>
            </p:nvSpPr>
            <p:spPr>
              <a:xfrm>
                <a:off x="1777539" y="7889137"/>
                <a:ext cx="37180" cy="37180"/>
              </a:xfrm>
              <a:custGeom>
                <a:avLst/>
                <a:gdLst>
                  <a:gd name="connsiteX0" fmla="*/ 37444 w 37180"/>
                  <a:gd name="connsiteY0" fmla="*/ 18758 h 37180"/>
                  <a:gd name="connsiteX1" fmla="*/ 18853 w 37180"/>
                  <a:gd name="connsiteY1" fmla="*/ 37348 h 37180"/>
                  <a:gd name="connsiteX2" fmla="*/ 263 w 37180"/>
                  <a:gd name="connsiteY2" fmla="*/ 18758 h 37180"/>
                  <a:gd name="connsiteX3" fmla="*/ 18853 w 37180"/>
                  <a:gd name="connsiteY3" fmla="*/ 168 h 37180"/>
                  <a:gd name="connsiteX4" fmla="*/ 37444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8"/>
                    </a:moveTo>
                    <a:cubicBezTo>
                      <a:pt x="37444" y="29025"/>
                      <a:pt x="29120" y="37348"/>
                      <a:pt x="18853" y="37348"/>
                    </a:cubicBezTo>
                    <a:cubicBezTo>
                      <a:pt x="8586" y="37348"/>
                      <a:pt x="263" y="29025"/>
                      <a:pt x="263" y="18758"/>
                    </a:cubicBezTo>
                    <a:cubicBezTo>
                      <a:pt x="263" y="8491"/>
                      <a:pt x="8586" y="168"/>
                      <a:pt x="18853" y="168"/>
                    </a:cubicBezTo>
                    <a:cubicBezTo>
                      <a:pt x="29120" y="168"/>
                      <a:pt x="37444" y="8491"/>
                      <a:pt x="37444" y="18758"/>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2" name="Freeform: Shape 4051">
                <a:extLst>
                  <a:ext uri="{FF2B5EF4-FFF2-40B4-BE49-F238E27FC236}">
                    <a16:creationId xmlns:a16="http://schemas.microsoft.com/office/drawing/2014/main" id="{E2DE7B50-F67D-BC35-6653-DE7307507AF4}"/>
                  </a:ext>
                </a:extLst>
              </p:cNvPr>
              <p:cNvSpPr/>
              <p:nvPr/>
            </p:nvSpPr>
            <p:spPr>
              <a:xfrm>
                <a:off x="1775139" y="7886737"/>
                <a:ext cx="41981" cy="41981"/>
              </a:xfrm>
              <a:custGeom>
                <a:avLst/>
                <a:gdLst>
                  <a:gd name="connsiteX0" fmla="*/ 21253 w 41981"/>
                  <a:gd name="connsiteY0" fmla="*/ 4968 h 41981"/>
                  <a:gd name="connsiteX1" fmla="*/ 37444 w 41981"/>
                  <a:gd name="connsiteY1" fmla="*/ 21158 h 41981"/>
                  <a:gd name="connsiteX2" fmla="*/ 37444 w 41981"/>
                  <a:gd name="connsiteY2" fmla="*/ 21158 h 41981"/>
                  <a:gd name="connsiteX3" fmla="*/ 21253 w 41981"/>
                  <a:gd name="connsiteY3" fmla="*/ 37348 h 41981"/>
                  <a:gd name="connsiteX4" fmla="*/ 5063 w 41981"/>
                  <a:gd name="connsiteY4" fmla="*/ 21158 h 41981"/>
                  <a:gd name="connsiteX5" fmla="*/ 21253 w 41981"/>
                  <a:gd name="connsiteY5" fmla="*/ 4968 h 41981"/>
                  <a:gd name="connsiteX6" fmla="*/ 21253 w 41981"/>
                  <a:gd name="connsiteY6" fmla="*/ 168 h 41981"/>
                  <a:gd name="connsiteX7" fmla="*/ 263 w 41981"/>
                  <a:gd name="connsiteY7" fmla="*/ 21158 h 41981"/>
                  <a:gd name="connsiteX8" fmla="*/ 21253 w 41981"/>
                  <a:gd name="connsiteY8" fmla="*/ 42149 h 41981"/>
                  <a:gd name="connsiteX9" fmla="*/ 42244 w 41981"/>
                  <a:gd name="connsiteY9" fmla="*/ 21158 h 41981"/>
                  <a:gd name="connsiteX10" fmla="*/ 42244 w 41981"/>
                  <a:gd name="connsiteY10" fmla="*/ 21158 h 41981"/>
                  <a:gd name="connsiteX11" fmla="*/ 2125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8"/>
                    </a:moveTo>
                    <a:cubicBezTo>
                      <a:pt x="30195" y="4968"/>
                      <a:pt x="37444" y="12216"/>
                      <a:pt x="37444" y="21158"/>
                    </a:cubicBezTo>
                    <a:lnTo>
                      <a:pt x="37444" y="21158"/>
                    </a:lnTo>
                    <a:cubicBezTo>
                      <a:pt x="37444" y="30100"/>
                      <a:pt x="30195" y="37348"/>
                      <a:pt x="21253" y="37348"/>
                    </a:cubicBezTo>
                    <a:cubicBezTo>
                      <a:pt x="12312" y="37348"/>
                      <a:pt x="5063" y="30100"/>
                      <a:pt x="5063" y="21158"/>
                    </a:cubicBezTo>
                    <a:cubicBezTo>
                      <a:pt x="5063" y="12216"/>
                      <a:pt x="12312" y="4968"/>
                      <a:pt x="21253" y="4968"/>
                    </a:cubicBezTo>
                    <a:close/>
                    <a:moveTo>
                      <a:pt x="21253" y="168"/>
                    </a:moveTo>
                    <a:cubicBezTo>
                      <a:pt x="9661" y="168"/>
                      <a:pt x="263" y="9566"/>
                      <a:pt x="263" y="21158"/>
                    </a:cubicBezTo>
                    <a:cubicBezTo>
                      <a:pt x="263" y="32751"/>
                      <a:pt x="9661" y="42149"/>
                      <a:pt x="21253" y="42149"/>
                    </a:cubicBezTo>
                    <a:cubicBezTo>
                      <a:pt x="32846" y="42149"/>
                      <a:pt x="42244" y="32751"/>
                      <a:pt x="42244" y="21158"/>
                    </a:cubicBezTo>
                    <a:lnTo>
                      <a:pt x="42244" y="21158"/>
                    </a:lnTo>
                    <a:cubicBezTo>
                      <a:pt x="42244" y="9566"/>
                      <a:pt x="32846" y="168"/>
                      <a:pt x="21253"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3" name="Freeform: Shape 4052">
                <a:extLst>
                  <a:ext uri="{FF2B5EF4-FFF2-40B4-BE49-F238E27FC236}">
                    <a16:creationId xmlns:a16="http://schemas.microsoft.com/office/drawing/2014/main" id="{641E179C-5D7F-2FC9-29BB-9A2E316AACE1}"/>
                  </a:ext>
                </a:extLst>
              </p:cNvPr>
              <p:cNvSpPr/>
              <p:nvPr/>
            </p:nvSpPr>
            <p:spPr>
              <a:xfrm>
                <a:off x="1791259" y="7823018"/>
                <a:ext cx="37180" cy="37180"/>
              </a:xfrm>
              <a:custGeom>
                <a:avLst/>
                <a:gdLst>
                  <a:gd name="connsiteX0" fmla="*/ 37446 w 37180"/>
                  <a:gd name="connsiteY0" fmla="*/ 18747 h 37180"/>
                  <a:gd name="connsiteX1" fmla="*/ 18856 w 37180"/>
                  <a:gd name="connsiteY1" fmla="*/ 37337 h 37180"/>
                  <a:gd name="connsiteX2" fmla="*/ 265 w 37180"/>
                  <a:gd name="connsiteY2" fmla="*/ 18747 h 37180"/>
                  <a:gd name="connsiteX3" fmla="*/ 18856 w 37180"/>
                  <a:gd name="connsiteY3" fmla="*/ 156 h 37180"/>
                  <a:gd name="connsiteX4" fmla="*/ 37446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7"/>
                    </a:moveTo>
                    <a:cubicBezTo>
                      <a:pt x="37446" y="29014"/>
                      <a:pt x="29123" y="37337"/>
                      <a:pt x="18856" y="37337"/>
                    </a:cubicBezTo>
                    <a:cubicBezTo>
                      <a:pt x="8588" y="37337"/>
                      <a:pt x="265" y="29014"/>
                      <a:pt x="265" y="18747"/>
                    </a:cubicBezTo>
                    <a:cubicBezTo>
                      <a:pt x="265" y="8479"/>
                      <a:pt x="8588" y="156"/>
                      <a:pt x="18856" y="156"/>
                    </a:cubicBezTo>
                    <a:cubicBezTo>
                      <a:pt x="29123" y="156"/>
                      <a:pt x="37446" y="8479"/>
                      <a:pt x="37446" y="18747"/>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4" name="Freeform: Shape 4053">
                <a:extLst>
                  <a:ext uri="{FF2B5EF4-FFF2-40B4-BE49-F238E27FC236}">
                    <a16:creationId xmlns:a16="http://schemas.microsoft.com/office/drawing/2014/main" id="{481137AC-B0CE-4E20-3413-F23729E67CF5}"/>
                  </a:ext>
                </a:extLst>
              </p:cNvPr>
              <p:cNvSpPr/>
              <p:nvPr/>
            </p:nvSpPr>
            <p:spPr>
              <a:xfrm>
                <a:off x="1788859" y="7820618"/>
                <a:ext cx="41981" cy="41981"/>
              </a:xfrm>
              <a:custGeom>
                <a:avLst/>
                <a:gdLst>
                  <a:gd name="connsiteX0" fmla="*/ 21256 w 41981"/>
                  <a:gd name="connsiteY0" fmla="*/ 4957 h 41981"/>
                  <a:gd name="connsiteX1" fmla="*/ 37446 w 41981"/>
                  <a:gd name="connsiteY1" fmla="*/ 21147 h 41981"/>
                  <a:gd name="connsiteX2" fmla="*/ 37446 w 41981"/>
                  <a:gd name="connsiteY2" fmla="*/ 21147 h 41981"/>
                  <a:gd name="connsiteX3" fmla="*/ 21256 w 41981"/>
                  <a:gd name="connsiteY3" fmla="*/ 37337 h 41981"/>
                  <a:gd name="connsiteX4" fmla="*/ 5066 w 41981"/>
                  <a:gd name="connsiteY4" fmla="*/ 21147 h 41981"/>
                  <a:gd name="connsiteX5" fmla="*/ 21256 w 41981"/>
                  <a:gd name="connsiteY5" fmla="*/ 4957 h 41981"/>
                  <a:gd name="connsiteX6" fmla="*/ 21256 w 41981"/>
                  <a:gd name="connsiteY6" fmla="*/ 156 h 41981"/>
                  <a:gd name="connsiteX7" fmla="*/ 265 w 41981"/>
                  <a:gd name="connsiteY7" fmla="*/ 21147 h 41981"/>
                  <a:gd name="connsiteX8" fmla="*/ 21256 w 41981"/>
                  <a:gd name="connsiteY8" fmla="*/ 42137 h 41981"/>
                  <a:gd name="connsiteX9" fmla="*/ 42246 w 41981"/>
                  <a:gd name="connsiteY9" fmla="*/ 21147 h 41981"/>
                  <a:gd name="connsiteX10" fmla="*/ 42246 w 41981"/>
                  <a:gd name="connsiteY10" fmla="*/ 21147 h 41981"/>
                  <a:gd name="connsiteX11" fmla="*/ 21256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7"/>
                    </a:moveTo>
                    <a:cubicBezTo>
                      <a:pt x="30198" y="4957"/>
                      <a:pt x="37446" y="12205"/>
                      <a:pt x="37446" y="21147"/>
                    </a:cubicBezTo>
                    <a:lnTo>
                      <a:pt x="37446" y="21147"/>
                    </a:lnTo>
                    <a:cubicBezTo>
                      <a:pt x="37446" y="30089"/>
                      <a:pt x="30198" y="37337"/>
                      <a:pt x="21256" y="37337"/>
                    </a:cubicBezTo>
                    <a:cubicBezTo>
                      <a:pt x="12314" y="37337"/>
                      <a:pt x="5066" y="30089"/>
                      <a:pt x="5066" y="21147"/>
                    </a:cubicBezTo>
                    <a:cubicBezTo>
                      <a:pt x="5066" y="12205"/>
                      <a:pt x="12314" y="4957"/>
                      <a:pt x="21256" y="4957"/>
                    </a:cubicBezTo>
                    <a:close/>
                    <a:moveTo>
                      <a:pt x="21256" y="156"/>
                    </a:moveTo>
                    <a:cubicBezTo>
                      <a:pt x="9663" y="156"/>
                      <a:pt x="265" y="9554"/>
                      <a:pt x="265" y="21147"/>
                    </a:cubicBezTo>
                    <a:cubicBezTo>
                      <a:pt x="265" y="32739"/>
                      <a:pt x="9663" y="42137"/>
                      <a:pt x="21256" y="42137"/>
                    </a:cubicBezTo>
                    <a:cubicBezTo>
                      <a:pt x="32848" y="42137"/>
                      <a:pt x="42246" y="32739"/>
                      <a:pt x="42246" y="21147"/>
                    </a:cubicBezTo>
                    <a:lnTo>
                      <a:pt x="42246" y="21147"/>
                    </a:lnTo>
                    <a:cubicBezTo>
                      <a:pt x="42246" y="9554"/>
                      <a:pt x="32848" y="156"/>
                      <a:pt x="21256"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5" name="Freeform: Shape 4054">
                <a:extLst>
                  <a:ext uri="{FF2B5EF4-FFF2-40B4-BE49-F238E27FC236}">
                    <a16:creationId xmlns:a16="http://schemas.microsoft.com/office/drawing/2014/main" id="{3CA0D9B6-80A7-7FE2-6652-E2B890A7E2C2}"/>
                  </a:ext>
                </a:extLst>
              </p:cNvPr>
              <p:cNvSpPr/>
              <p:nvPr/>
            </p:nvSpPr>
            <p:spPr>
              <a:xfrm>
                <a:off x="1770298" y="7934894"/>
                <a:ext cx="37180" cy="37180"/>
              </a:xfrm>
              <a:custGeom>
                <a:avLst/>
                <a:gdLst>
                  <a:gd name="connsiteX0" fmla="*/ 37442 w 37180"/>
                  <a:gd name="connsiteY0" fmla="*/ 18766 h 37180"/>
                  <a:gd name="connsiteX1" fmla="*/ 18852 w 37180"/>
                  <a:gd name="connsiteY1" fmla="*/ 37356 h 37180"/>
                  <a:gd name="connsiteX2" fmla="*/ 262 w 37180"/>
                  <a:gd name="connsiteY2" fmla="*/ 18766 h 37180"/>
                  <a:gd name="connsiteX3" fmla="*/ 18852 w 37180"/>
                  <a:gd name="connsiteY3" fmla="*/ 176 h 37180"/>
                  <a:gd name="connsiteX4" fmla="*/ 37442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6"/>
                    </a:moveTo>
                    <a:cubicBezTo>
                      <a:pt x="37442" y="29033"/>
                      <a:pt x="29119" y="37356"/>
                      <a:pt x="18852" y="37356"/>
                    </a:cubicBezTo>
                    <a:cubicBezTo>
                      <a:pt x="8585" y="37356"/>
                      <a:pt x="262" y="29033"/>
                      <a:pt x="262" y="18766"/>
                    </a:cubicBezTo>
                    <a:cubicBezTo>
                      <a:pt x="262" y="8499"/>
                      <a:pt x="8585" y="176"/>
                      <a:pt x="18852" y="176"/>
                    </a:cubicBezTo>
                    <a:cubicBezTo>
                      <a:pt x="29119" y="176"/>
                      <a:pt x="37442" y="8499"/>
                      <a:pt x="37442" y="18766"/>
                    </a:cubicBezTo>
                    <a:close/>
                  </a:path>
                </a:pathLst>
              </a:custGeom>
              <a:solidFill>
                <a:srgbClr val="F7E2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6" name="Freeform: Shape 4055">
                <a:extLst>
                  <a:ext uri="{FF2B5EF4-FFF2-40B4-BE49-F238E27FC236}">
                    <a16:creationId xmlns:a16="http://schemas.microsoft.com/office/drawing/2014/main" id="{FB64967A-963F-96BD-C478-8CA05F13024F}"/>
                  </a:ext>
                </a:extLst>
              </p:cNvPr>
              <p:cNvSpPr/>
              <p:nvPr/>
            </p:nvSpPr>
            <p:spPr>
              <a:xfrm>
                <a:off x="1767898" y="7932494"/>
                <a:ext cx="41981" cy="41981"/>
              </a:xfrm>
              <a:custGeom>
                <a:avLst/>
                <a:gdLst>
                  <a:gd name="connsiteX0" fmla="*/ 21252 w 41981"/>
                  <a:gd name="connsiteY0" fmla="*/ 4976 h 41981"/>
                  <a:gd name="connsiteX1" fmla="*/ 37442 w 41981"/>
                  <a:gd name="connsiteY1" fmla="*/ 21166 h 41981"/>
                  <a:gd name="connsiteX2" fmla="*/ 37442 w 41981"/>
                  <a:gd name="connsiteY2" fmla="*/ 21166 h 41981"/>
                  <a:gd name="connsiteX3" fmla="*/ 21252 w 41981"/>
                  <a:gd name="connsiteY3" fmla="*/ 37356 h 41981"/>
                  <a:gd name="connsiteX4" fmla="*/ 5062 w 41981"/>
                  <a:gd name="connsiteY4" fmla="*/ 21166 h 41981"/>
                  <a:gd name="connsiteX5" fmla="*/ 21252 w 41981"/>
                  <a:gd name="connsiteY5" fmla="*/ 4976 h 41981"/>
                  <a:gd name="connsiteX6" fmla="*/ 21252 w 41981"/>
                  <a:gd name="connsiteY6" fmla="*/ 176 h 41981"/>
                  <a:gd name="connsiteX7" fmla="*/ 262 w 41981"/>
                  <a:gd name="connsiteY7" fmla="*/ 21166 h 41981"/>
                  <a:gd name="connsiteX8" fmla="*/ 21252 w 41981"/>
                  <a:gd name="connsiteY8" fmla="*/ 42157 h 41981"/>
                  <a:gd name="connsiteX9" fmla="*/ 42243 w 41981"/>
                  <a:gd name="connsiteY9" fmla="*/ 21166 h 41981"/>
                  <a:gd name="connsiteX10" fmla="*/ 42243 w 41981"/>
                  <a:gd name="connsiteY10" fmla="*/ 21166 h 41981"/>
                  <a:gd name="connsiteX11" fmla="*/ 21252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6"/>
                    </a:moveTo>
                    <a:cubicBezTo>
                      <a:pt x="30194" y="4976"/>
                      <a:pt x="37442" y="12224"/>
                      <a:pt x="37442" y="21166"/>
                    </a:cubicBezTo>
                    <a:lnTo>
                      <a:pt x="37442" y="21166"/>
                    </a:lnTo>
                    <a:cubicBezTo>
                      <a:pt x="37442" y="30108"/>
                      <a:pt x="30194" y="37356"/>
                      <a:pt x="21252" y="37356"/>
                    </a:cubicBezTo>
                    <a:cubicBezTo>
                      <a:pt x="12310" y="37356"/>
                      <a:pt x="5062" y="30108"/>
                      <a:pt x="5062" y="21166"/>
                    </a:cubicBezTo>
                    <a:cubicBezTo>
                      <a:pt x="5062" y="12224"/>
                      <a:pt x="12310" y="4976"/>
                      <a:pt x="21252" y="4976"/>
                    </a:cubicBezTo>
                    <a:close/>
                    <a:moveTo>
                      <a:pt x="21252" y="176"/>
                    </a:moveTo>
                    <a:cubicBezTo>
                      <a:pt x="9660" y="176"/>
                      <a:pt x="262" y="9574"/>
                      <a:pt x="262" y="21166"/>
                    </a:cubicBezTo>
                    <a:cubicBezTo>
                      <a:pt x="262" y="32759"/>
                      <a:pt x="9660" y="42157"/>
                      <a:pt x="21252" y="42157"/>
                    </a:cubicBezTo>
                    <a:cubicBezTo>
                      <a:pt x="32845" y="42157"/>
                      <a:pt x="42243" y="32759"/>
                      <a:pt x="42243" y="21166"/>
                    </a:cubicBezTo>
                    <a:lnTo>
                      <a:pt x="42243" y="21166"/>
                    </a:lnTo>
                    <a:cubicBezTo>
                      <a:pt x="42243" y="9574"/>
                      <a:pt x="32845" y="176"/>
                      <a:pt x="21252"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7" name="Freeform: Shape 4056">
                <a:extLst>
                  <a:ext uri="{FF2B5EF4-FFF2-40B4-BE49-F238E27FC236}">
                    <a16:creationId xmlns:a16="http://schemas.microsoft.com/office/drawing/2014/main" id="{EB6266A4-0FA6-F6B4-4120-93243F74825F}"/>
                  </a:ext>
                </a:extLst>
              </p:cNvPr>
              <p:cNvSpPr/>
              <p:nvPr/>
            </p:nvSpPr>
            <p:spPr>
              <a:xfrm>
                <a:off x="1825721" y="7847757"/>
                <a:ext cx="37180" cy="37180"/>
              </a:xfrm>
              <a:custGeom>
                <a:avLst/>
                <a:gdLst>
                  <a:gd name="connsiteX0" fmla="*/ 37452 w 37180"/>
                  <a:gd name="connsiteY0" fmla="*/ 18751 h 37180"/>
                  <a:gd name="connsiteX1" fmla="*/ 18862 w 37180"/>
                  <a:gd name="connsiteY1" fmla="*/ 37341 h 37180"/>
                  <a:gd name="connsiteX2" fmla="*/ 271 w 37180"/>
                  <a:gd name="connsiteY2" fmla="*/ 18751 h 37180"/>
                  <a:gd name="connsiteX3" fmla="*/ 18862 w 37180"/>
                  <a:gd name="connsiteY3" fmla="*/ 160 h 37180"/>
                  <a:gd name="connsiteX4" fmla="*/ 37452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1"/>
                    </a:moveTo>
                    <a:cubicBezTo>
                      <a:pt x="37452" y="29018"/>
                      <a:pt x="29129" y="37341"/>
                      <a:pt x="18862" y="37341"/>
                    </a:cubicBezTo>
                    <a:cubicBezTo>
                      <a:pt x="8594" y="37341"/>
                      <a:pt x="271" y="29018"/>
                      <a:pt x="271" y="18751"/>
                    </a:cubicBezTo>
                    <a:cubicBezTo>
                      <a:pt x="271" y="8484"/>
                      <a:pt x="8594" y="160"/>
                      <a:pt x="18862" y="160"/>
                    </a:cubicBezTo>
                    <a:cubicBezTo>
                      <a:pt x="29129" y="160"/>
                      <a:pt x="37452" y="8484"/>
                      <a:pt x="37452" y="18751"/>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8" name="Freeform: Shape 4057">
                <a:extLst>
                  <a:ext uri="{FF2B5EF4-FFF2-40B4-BE49-F238E27FC236}">
                    <a16:creationId xmlns:a16="http://schemas.microsoft.com/office/drawing/2014/main" id="{1EA1D4C9-C174-4491-D2A7-39FD4F13453A}"/>
                  </a:ext>
                </a:extLst>
              </p:cNvPr>
              <p:cNvSpPr/>
              <p:nvPr/>
            </p:nvSpPr>
            <p:spPr>
              <a:xfrm>
                <a:off x="1823321" y="7845357"/>
                <a:ext cx="41981" cy="41981"/>
              </a:xfrm>
              <a:custGeom>
                <a:avLst/>
                <a:gdLst>
                  <a:gd name="connsiteX0" fmla="*/ 21262 w 41981"/>
                  <a:gd name="connsiteY0" fmla="*/ 4961 h 41981"/>
                  <a:gd name="connsiteX1" fmla="*/ 37452 w 41981"/>
                  <a:gd name="connsiteY1" fmla="*/ 21151 h 41981"/>
                  <a:gd name="connsiteX2" fmla="*/ 37452 w 41981"/>
                  <a:gd name="connsiteY2" fmla="*/ 21151 h 41981"/>
                  <a:gd name="connsiteX3" fmla="*/ 21262 w 41981"/>
                  <a:gd name="connsiteY3" fmla="*/ 37341 h 41981"/>
                  <a:gd name="connsiteX4" fmla="*/ 5072 w 41981"/>
                  <a:gd name="connsiteY4" fmla="*/ 21151 h 41981"/>
                  <a:gd name="connsiteX5" fmla="*/ 21262 w 41981"/>
                  <a:gd name="connsiteY5" fmla="*/ 4961 h 41981"/>
                  <a:gd name="connsiteX6" fmla="*/ 21262 w 41981"/>
                  <a:gd name="connsiteY6" fmla="*/ 160 h 41981"/>
                  <a:gd name="connsiteX7" fmla="*/ 271 w 41981"/>
                  <a:gd name="connsiteY7" fmla="*/ 21151 h 41981"/>
                  <a:gd name="connsiteX8" fmla="*/ 21262 w 41981"/>
                  <a:gd name="connsiteY8" fmla="*/ 42142 h 41981"/>
                  <a:gd name="connsiteX9" fmla="*/ 42252 w 41981"/>
                  <a:gd name="connsiteY9" fmla="*/ 21151 h 41981"/>
                  <a:gd name="connsiteX10" fmla="*/ 42252 w 41981"/>
                  <a:gd name="connsiteY10" fmla="*/ 21151 h 41981"/>
                  <a:gd name="connsiteX11" fmla="*/ 21262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1"/>
                    </a:moveTo>
                    <a:cubicBezTo>
                      <a:pt x="30204" y="4961"/>
                      <a:pt x="37452" y="12209"/>
                      <a:pt x="37452" y="21151"/>
                    </a:cubicBezTo>
                    <a:lnTo>
                      <a:pt x="37452" y="21151"/>
                    </a:lnTo>
                    <a:cubicBezTo>
                      <a:pt x="37452" y="30093"/>
                      <a:pt x="30204" y="37341"/>
                      <a:pt x="21262" y="37341"/>
                    </a:cubicBezTo>
                    <a:cubicBezTo>
                      <a:pt x="12320" y="37341"/>
                      <a:pt x="5072" y="30093"/>
                      <a:pt x="5072" y="21151"/>
                    </a:cubicBezTo>
                    <a:cubicBezTo>
                      <a:pt x="5072" y="12209"/>
                      <a:pt x="12320" y="4961"/>
                      <a:pt x="21262" y="4961"/>
                    </a:cubicBezTo>
                    <a:close/>
                    <a:moveTo>
                      <a:pt x="21262" y="160"/>
                    </a:moveTo>
                    <a:cubicBezTo>
                      <a:pt x="9669" y="160"/>
                      <a:pt x="271" y="9558"/>
                      <a:pt x="271" y="21151"/>
                    </a:cubicBezTo>
                    <a:cubicBezTo>
                      <a:pt x="271" y="32744"/>
                      <a:pt x="9669" y="42142"/>
                      <a:pt x="21262" y="42142"/>
                    </a:cubicBezTo>
                    <a:cubicBezTo>
                      <a:pt x="32854" y="42142"/>
                      <a:pt x="42252" y="32744"/>
                      <a:pt x="42252" y="21151"/>
                    </a:cubicBezTo>
                    <a:lnTo>
                      <a:pt x="42252" y="21151"/>
                    </a:lnTo>
                    <a:cubicBezTo>
                      <a:pt x="42252" y="9558"/>
                      <a:pt x="32854" y="160"/>
                      <a:pt x="21262"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59" name="Freeform: Shape 4058">
                <a:extLst>
                  <a:ext uri="{FF2B5EF4-FFF2-40B4-BE49-F238E27FC236}">
                    <a16:creationId xmlns:a16="http://schemas.microsoft.com/office/drawing/2014/main" id="{B16757D7-14FA-E1AC-1AF6-952D5D006B7E}"/>
                  </a:ext>
                </a:extLst>
              </p:cNvPr>
              <p:cNvSpPr/>
              <p:nvPr/>
            </p:nvSpPr>
            <p:spPr>
              <a:xfrm>
                <a:off x="1776565" y="7928380"/>
                <a:ext cx="37180" cy="37180"/>
              </a:xfrm>
              <a:custGeom>
                <a:avLst/>
                <a:gdLst>
                  <a:gd name="connsiteX0" fmla="*/ 37443 w 37180"/>
                  <a:gd name="connsiteY0" fmla="*/ 18765 h 37180"/>
                  <a:gd name="connsiteX1" fmla="*/ 18853 w 37180"/>
                  <a:gd name="connsiteY1" fmla="*/ 37355 h 37180"/>
                  <a:gd name="connsiteX2" fmla="*/ 263 w 37180"/>
                  <a:gd name="connsiteY2" fmla="*/ 18765 h 37180"/>
                  <a:gd name="connsiteX3" fmla="*/ 18853 w 37180"/>
                  <a:gd name="connsiteY3" fmla="*/ 174 h 37180"/>
                  <a:gd name="connsiteX4" fmla="*/ 3744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5"/>
                    </a:moveTo>
                    <a:cubicBezTo>
                      <a:pt x="37443" y="29032"/>
                      <a:pt x="29120" y="37355"/>
                      <a:pt x="18853" y="37355"/>
                    </a:cubicBezTo>
                    <a:cubicBezTo>
                      <a:pt x="8586" y="37355"/>
                      <a:pt x="263" y="29032"/>
                      <a:pt x="263" y="18765"/>
                    </a:cubicBezTo>
                    <a:cubicBezTo>
                      <a:pt x="263" y="8498"/>
                      <a:pt x="8586" y="174"/>
                      <a:pt x="18853" y="174"/>
                    </a:cubicBezTo>
                    <a:cubicBezTo>
                      <a:pt x="29120" y="174"/>
                      <a:pt x="37443" y="8498"/>
                      <a:pt x="37443" y="18765"/>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0" name="Freeform: Shape 4059">
                <a:extLst>
                  <a:ext uri="{FF2B5EF4-FFF2-40B4-BE49-F238E27FC236}">
                    <a16:creationId xmlns:a16="http://schemas.microsoft.com/office/drawing/2014/main" id="{AF2D1183-5F45-D8A5-7384-7D5BFD556F0A}"/>
                  </a:ext>
                </a:extLst>
              </p:cNvPr>
              <p:cNvSpPr/>
              <p:nvPr/>
            </p:nvSpPr>
            <p:spPr>
              <a:xfrm>
                <a:off x="1774165" y="7925980"/>
                <a:ext cx="41981" cy="41981"/>
              </a:xfrm>
              <a:custGeom>
                <a:avLst/>
                <a:gdLst>
                  <a:gd name="connsiteX0" fmla="*/ 21253 w 41981"/>
                  <a:gd name="connsiteY0" fmla="*/ 4975 h 41981"/>
                  <a:gd name="connsiteX1" fmla="*/ 37443 w 41981"/>
                  <a:gd name="connsiteY1" fmla="*/ 21165 h 41981"/>
                  <a:gd name="connsiteX2" fmla="*/ 37443 w 41981"/>
                  <a:gd name="connsiteY2" fmla="*/ 21165 h 41981"/>
                  <a:gd name="connsiteX3" fmla="*/ 21253 w 41981"/>
                  <a:gd name="connsiteY3" fmla="*/ 37355 h 41981"/>
                  <a:gd name="connsiteX4" fmla="*/ 5063 w 41981"/>
                  <a:gd name="connsiteY4" fmla="*/ 21165 h 41981"/>
                  <a:gd name="connsiteX5" fmla="*/ 21253 w 41981"/>
                  <a:gd name="connsiteY5" fmla="*/ 4975 h 41981"/>
                  <a:gd name="connsiteX6" fmla="*/ 21253 w 41981"/>
                  <a:gd name="connsiteY6" fmla="*/ 174 h 41981"/>
                  <a:gd name="connsiteX7" fmla="*/ 263 w 41981"/>
                  <a:gd name="connsiteY7" fmla="*/ 21165 h 41981"/>
                  <a:gd name="connsiteX8" fmla="*/ 21253 w 41981"/>
                  <a:gd name="connsiteY8" fmla="*/ 42156 h 41981"/>
                  <a:gd name="connsiteX9" fmla="*/ 42244 w 41981"/>
                  <a:gd name="connsiteY9" fmla="*/ 21165 h 41981"/>
                  <a:gd name="connsiteX10" fmla="*/ 42244 w 41981"/>
                  <a:gd name="connsiteY10" fmla="*/ 21165 h 41981"/>
                  <a:gd name="connsiteX11" fmla="*/ 21253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5"/>
                    </a:moveTo>
                    <a:cubicBezTo>
                      <a:pt x="30195" y="4975"/>
                      <a:pt x="37443" y="12223"/>
                      <a:pt x="37443" y="21165"/>
                    </a:cubicBezTo>
                    <a:lnTo>
                      <a:pt x="37443" y="21165"/>
                    </a:lnTo>
                    <a:cubicBezTo>
                      <a:pt x="37443" y="30107"/>
                      <a:pt x="30195" y="37355"/>
                      <a:pt x="21253" y="37355"/>
                    </a:cubicBezTo>
                    <a:cubicBezTo>
                      <a:pt x="12311" y="37355"/>
                      <a:pt x="5063" y="30107"/>
                      <a:pt x="5063" y="21165"/>
                    </a:cubicBezTo>
                    <a:cubicBezTo>
                      <a:pt x="5063" y="12223"/>
                      <a:pt x="12311" y="4975"/>
                      <a:pt x="21253" y="4975"/>
                    </a:cubicBezTo>
                    <a:close/>
                    <a:moveTo>
                      <a:pt x="21253" y="174"/>
                    </a:moveTo>
                    <a:cubicBezTo>
                      <a:pt x="9661" y="174"/>
                      <a:pt x="263" y="9572"/>
                      <a:pt x="263" y="21165"/>
                    </a:cubicBezTo>
                    <a:cubicBezTo>
                      <a:pt x="263" y="32758"/>
                      <a:pt x="9661" y="42156"/>
                      <a:pt x="21253" y="42156"/>
                    </a:cubicBezTo>
                    <a:cubicBezTo>
                      <a:pt x="32846" y="42156"/>
                      <a:pt x="42244" y="32758"/>
                      <a:pt x="42244" y="21165"/>
                    </a:cubicBezTo>
                    <a:lnTo>
                      <a:pt x="42244" y="21165"/>
                    </a:lnTo>
                    <a:cubicBezTo>
                      <a:pt x="42244" y="9572"/>
                      <a:pt x="32846" y="174"/>
                      <a:pt x="21253"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1" name="Freeform: Shape 4060">
                <a:extLst>
                  <a:ext uri="{FF2B5EF4-FFF2-40B4-BE49-F238E27FC236}">
                    <a16:creationId xmlns:a16="http://schemas.microsoft.com/office/drawing/2014/main" id="{0524C49C-06C1-5E18-8B28-40484E66C92A}"/>
                  </a:ext>
                </a:extLst>
              </p:cNvPr>
              <p:cNvSpPr/>
              <p:nvPr/>
            </p:nvSpPr>
            <p:spPr>
              <a:xfrm>
                <a:off x="1812450" y="7877122"/>
                <a:ext cx="37180" cy="37180"/>
              </a:xfrm>
              <a:custGeom>
                <a:avLst/>
                <a:gdLst>
                  <a:gd name="connsiteX0" fmla="*/ 37450 w 37180"/>
                  <a:gd name="connsiteY0" fmla="*/ 18756 h 37180"/>
                  <a:gd name="connsiteX1" fmla="*/ 18859 w 37180"/>
                  <a:gd name="connsiteY1" fmla="*/ 37346 h 37180"/>
                  <a:gd name="connsiteX2" fmla="*/ 269 w 37180"/>
                  <a:gd name="connsiteY2" fmla="*/ 18756 h 37180"/>
                  <a:gd name="connsiteX3" fmla="*/ 18859 w 37180"/>
                  <a:gd name="connsiteY3" fmla="*/ 166 h 37180"/>
                  <a:gd name="connsiteX4" fmla="*/ 37450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56"/>
                    </a:moveTo>
                    <a:cubicBezTo>
                      <a:pt x="37450" y="29023"/>
                      <a:pt x="29126" y="37346"/>
                      <a:pt x="18859" y="37346"/>
                    </a:cubicBezTo>
                    <a:cubicBezTo>
                      <a:pt x="8592" y="37346"/>
                      <a:pt x="269" y="29023"/>
                      <a:pt x="269" y="18756"/>
                    </a:cubicBezTo>
                    <a:cubicBezTo>
                      <a:pt x="269" y="8489"/>
                      <a:pt x="8592" y="166"/>
                      <a:pt x="18859" y="166"/>
                    </a:cubicBezTo>
                    <a:cubicBezTo>
                      <a:pt x="29126" y="166"/>
                      <a:pt x="37450" y="8489"/>
                      <a:pt x="37450" y="18756"/>
                    </a:cubicBezTo>
                    <a:close/>
                  </a:path>
                </a:pathLst>
              </a:custGeom>
              <a:solidFill>
                <a:srgbClr val="CAF7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2" name="Freeform: Shape 4061">
                <a:extLst>
                  <a:ext uri="{FF2B5EF4-FFF2-40B4-BE49-F238E27FC236}">
                    <a16:creationId xmlns:a16="http://schemas.microsoft.com/office/drawing/2014/main" id="{DCCF420B-E058-B10A-315F-C5440F7E4150}"/>
                  </a:ext>
                </a:extLst>
              </p:cNvPr>
              <p:cNvSpPr/>
              <p:nvPr/>
            </p:nvSpPr>
            <p:spPr>
              <a:xfrm>
                <a:off x="1810050" y="7874721"/>
                <a:ext cx="41981" cy="41981"/>
              </a:xfrm>
              <a:custGeom>
                <a:avLst/>
                <a:gdLst>
                  <a:gd name="connsiteX0" fmla="*/ 21259 w 41981"/>
                  <a:gd name="connsiteY0" fmla="*/ 4966 h 41981"/>
                  <a:gd name="connsiteX1" fmla="*/ 37450 w 41981"/>
                  <a:gd name="connsiteY1" fmla="*/ 21156 h 41981"/>
                  <a:gd name="connsiteX2" fmla="*/ 37450 w 41981"/>
                  <a:gd name="connsiteY2" fmla="*/ 21156 h 41981"/>
                  <a:gd name="connsiteX3" fmla="*/ 21259 w 41981"/>
                  <a:gd name="connsiteY3" fmla="*/ 37346 h 41981"/>
                  <a:gd name="connsiteX4" fmla="*/ 5069 w 41981"/>
                  <a:gd name="connsiteY4" fmla="*/ 21156 h 41981"/>
                  <a:gd name="connsiteX5" fmla="*/ 21259 w 41981"/>
                  <a:gd name="connsiteY5" fmla="*/ 4966 h 41981"/>
                  <a:gd name="connsiteX6" fmla="*/ 21259 w 41981"/>
                  <a:gd name="connsiteY6" fmla="*/ 166 h 41981"/>
                  <a:gd name="connsiteX7" fmla="*/ 269 w 41981"/>
                  <a:gd name="connsiteY7" fmla="*/ 21156 h 41981"/>
                  <a:gd name="connsiteX8" fmla="*/ 21259 w 41981"/>
                  <a:gd name="connsiteY8" fmla="*/ 42147 h 41981"/>
                  <a:gd name="connsiteX9" fmla="*/ 42250 w 41981"/>
                  <a:gd name="connsiteY9" fmla="*/ 21156 h 41981"/>
                  <a:gd name="connsiteX10" fmla="*/ 42250 w 41981"/>
                  <a:gd name="connsiteY10" fmla="*/ 21156 h 41981"/>
                  <a:gd name="connsiteX11" fmla="*/ 21259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6"/>
                    </a:moveTo>
                    <a:cubicBezTo>
                      <a:pt x="30201" y="4966"/>
                      <a:pt x="37450" y="12214"/>
                      <a:pt x="37450" y="21156"/>
                    </a:cubicBezTo>
                    <a:lnTo>
                      <a:pt x="37450" y="21156"/>
                    </a:lnTo>
                    <a:cubicBezTo>
                      <a:pt x="37450" y="30098"/>
                      <a:pt x="30201" y="37346"/>
                      <a:pt x="21259" y="37346"/>
                    </a:cubicBezTo>
                    <a:cubicBezTo>
                      <a:pt x="12318" y="37346"/>
                      <a:pt x="5069" y="30098"/>
                      <a:pt x="5069" y="21156"/>
                    </a:cubicBezTo>
                    <a:cubicBezTo>
                      <a:pt x="5069" y="12214"/>
                      <a:pt x="12318" y="4966"/>
                      <a:pt x="21259" y="4966"/>
                    </a:cubicBezTo>
                    <a:close/>
                    <a:moveTo>
                      <a:pt x="21259" y="166"/>
                    </a:moveTo>
                    <a:cubicBezTo>
                      <a:pt x="9667" y="166"/>
                      <a:pt x="269" y="9564"/>
                      <a:pt x="269" y="21156"/>
                    </a:cubicBezTo>
                    <a:cubicBezTo>
                      <a:pt x="269" y="32749"/>
                      <a:pt x="9667" y="42147"/>
                      <a:pt x="21259" y="42147"/>
                    </a:cubicBezTo>
                    <a:cubicBezTo>
                      <a:pt x="32852" y="42147"/>
                      <a:pt x="42250" y="32749"/>
                      <a:pt x="42250" y="21156"/>
                    </a:cubicBezTo>
                    <a:lnTo>
                      <a:pt x="42250" y="21156"/>
                    </a:lnTo>
                    <a:cubicBezTo>
                      <a:pt x="42250" y="9564"/>
                      <a:pt x="32852" y="166"/>
                      <a:pt x="21259"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3" name="Freeform: Shape 4062">
                <a:extLst>
                  <a:ext uri="{FF2B5EF4-FFF2-40B4-BE49-F238E27FC236}">
                    <a16:creationId xmlns:a16="http://schemas.microsoft.com/office/drawing/2014/main" id="{7B9EC40E-B424-95A3-37F1-90F6FFE1F209}"/>
                  </a:ext>
                </a:extLst>
              </p:cNvPr>
              <p:cNvSpPr/>
              <p:nvPr/>
            </p:nvSpPr>
            <p:spPr>
              <a:xfrm>
                <a:off x="1789952" y="7927700"/>
                <a:ext cx="37180" cy="37180"/>
              </a:xfrm>
              <a:custGeom>
                <a:avLst/>
                <a:gdLst>
                  <a:gd name="connsiteX0" fmla="*/ 37446 w 37180"/>
                  <a:gd name="connsiteY0" fmla="*/ 18765 h 37180"/>
                  <a:gd name="connsiteX1" fmla="*/ 18855 w 37180"/>
                  <a:gd name="connsiteY1" fmla="*/ 37355 h 37180"/>
                  <a:gd name="connsiteX2" fmla="*/ 265 w 37180"/>
                  <a:gd name="connsiteY2" fmla="*/ 18765 h 37180"/>
                  <a:gd name="connsiteX3" fmla="*/ 18855 w 37180"/>
                  <a:gd name="connsiteY3" fmla="*/ 174 h 37180"/>
                  <a:gd name="connsiteX4" fmla="*/ 37446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5"/>
                    </a:moveTo>
                    <a:cubicBezTo>
                      <a:pt x="37446" y="29032"/>
                      <a:pt x="29123" y="37355"/>
                      <a:pt x="18855" y="37355"/>
                    </a:cubicBezTo>
                    <a:cubicBezTo>
                      <a:pt x="8588" y="37355"/>
                      <a:pt x="265" y="29032"/>
                      <a:pt x="265" y="18765"/>
                    </a:cubicBezTo>
                    <a:cubicBezTo>
                      <a:pt x="265" y="8498"/>
                      <a:pt x="8588" y="174"/>
                      <a:pt x="18855" y="174"/>
                    </a:cubicBezTo>
                    <a:cubicBezTo>
                      <a:pt x="29123" y="174"/>
                      <a:pt x="37446" y="8498"/>
                      <a:pt x="37446" y="18765"/>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4" name="Freeform: Shape 4063">
                <a:extLst>
                  <a:ext uri="{FF2B5EF4-FFF2-40B4-BE49-F238E27FC236}">
                    <a16:creationId xmlns:a16="http://schemas.microsoft.com/office/drawing/2014/main" id="{94DAFD56-B3AD-BFF3-6D9F-26F221A7716C}"/>
                  </a:ext>
                </a:extLst>
              </p:cNvPr>
              <p:cNvSpPr/>
              <p:nvPr/>
            </p:nvSpPr>
            <p:spPr>
              <a:xfrm>
                <a:off x="1787551" y="7925300"/>
                <a:ext cx="41981" cy="41981"/>
              </a:xfrm>
              <a:custGeom>
                <a:avLst/>
                <a:gdLst>
                  <a:gd name="connsiteX0" fmla="*/ 21256 w 41981"/>
                  <a:gd name="connsiteY0" fmla="*/ 4975 h 41981"/>
                  <a:gd name="connsiteX1" fmla="*/ 37446 w 41981"/>
                  <a:gd name="connsiteY1" fmla="*/ 21165 h 41981"/>
                  <a:gd name="connsiteX2" fmla="*/ 37446 w 41981"/>
                  <a:gd name="connsiteY2" fmla="*/ 21165 h 41981"/>
                  <a:gd name="connsiteX3" fmla="*/ 21256 w 41981"/>
                  <a:gd name="connsiteY3" fmla="*/ 37355 h 41981"/>
                  <a:gd name="connsiteX4" fmla="*/ 5065 w 41981"/>
                  <a:gd name="connsiteY4" fmla="*/ 21165 h 41981"/>
                  <a:gd name="connsiteX5" fmla="*/ 21256 w 41981"/>
                  <a:gd name="connsiteY5" fmla="*/ 4975 h 41981"/>
                  <a:gd name="connsiteX6" fmla="*/ 21256 w 41981"/>
                  <a:gd name="connsiteY6" fmla="*/ 174 h 41981"/>
                  <a:gd name="connsiteX7" fmla="*/ 265 w 41981"/>
                  <a:gd name="connsiteY7" fmla="*/ 21165 h 41981"/>
                  <a:gd name="connsiteX8" fmla="*/ 21256 w 41981"/>
                  <a:gd name="connsiteY8" fmla="*/ 42156 h 41981"/>
                  <a:gd name="connsiteX9" fmla="*/ 42246 w 41981"/>
                  <a:gd name="connsiteY9" fmla="*/ 21165 h 41981"/>
                  <a:gd name="connsiteX10" fmla="*/ 42246 w 41981"/>
                  <a:gd name="connsiteY10" fmla="*/ 21165 h 41981"/>
                  <a:gd name="connsiteX11" fmla="*/ 21256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5"/>
                    </a:moveTo>
                    <a:cubicBezTo>
                      <a:pt x="30197" y="4975"/>
                      <a:pt x="37446" y="12223"/>
                      <a:pt x="37446" y="21165"/>
                    </a:cubicBezTo>
                    <a:lnTo>
                      <a:pt x="37446" y="21165"/>
                    </a:lnTo>
                    <a:cubicBezTo>
                      <a:pt x="37446" y="30107"/>
                      <a:pt x="30197" y="37355"/>
                      <a:pt x="21256" y="37355"/>
                    </a:cubicBezTo>
                    <a:cubicBezTo>
                      <a:pt x="12314" y="37355"/>
                      <a:pt x="5065" y="30107"/>
                      <a:pt x="5065" y="21165"/>
                    </a:cubicBezTo>
                    <a:cubicBezTo>
                      <a:pt x="5065" y="12223"/>
                      <a:pt x="12314" y="4975"/>
                      <a:pt x="21256" y="4975"/>
                    </a:cubicBezTo>
                    <a:close/>
                    <a:moveTo>
                      <a:pt x="21256" y="174"/>
                    </a:moveTo>
                    <a:cubicBezTo>
                      <a:pt x="9663" y="174"/>
                      <a:pt x="265" y="9572"/>
                      <a:pt x="265" y="21165"/>
                    </a:cubicBezTo>
                    <a:cubicBezTo>
                      <a:pt x="265" y="32757"/>
                      <a:pt x="9663" y="42156"/>
                      <a:pt x="21256" y="42156"/>
                    </a:cubicBezTo>
                    <a:cubicBezTo>
                      <a:pt x="32848" y="42156"/>
                      <a:pt x="42246" y="32757"/>
                      <a:pt x="42246" y="21165"/>
                    </a:cubicBezTo>
                    <a:lnTo>
                      <a:pt x="42246" y="21165"/>
                    </a:lnTo>
                    <a:cubicBezTo>
                      <a:pt x="42246" y="9572"/>
                      <a:pt x="32848" y="174"/>
                      <a:pt x="21256"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5" name="Freeform: Shape 4064">
                <a:extLst>
                  <a:ext uri="{FF2B5EF4-FFF2-40B4-BE49-F238E27FC236}">
                    <a16:creationId xmlns:a16="http://schemas.microsoft.com/office/drawing/2014/main" id="{250F0971-4122-E6B2-4925-D615413C1038}"/>
                  </a:ext>
                </a:extLst>
              </p:cNvPr>
              <p:cNvSpPr/>
              <p:nvPr/>
            </p:nvSpPr>
            <p:spPr>
              <a:xfrm>
                <a:off x="2218386" y="7688217"/>
                <a:ext cx="37180" cy="37180"/>
              </a:xfrm>
              <a:custGeom>
                <a:avLst/>
                <a:gdLst>
                  <a:gd name="connsiteX0" fmla="*/ 37520 w 37180"/>
                  <a:gd name="connsiteY0" fmla="*/ 18723 h 37180"/>
                  <a:gd name="connsiteX1" fmla="*/ 18930 w 37180"/>
                  <a:gd name="connsiteY1" fmla="*/ 37314 h 37180"/>
                  <a:gd name="connsiteX2" fmla="*/ 339 w 37180"/>
                  <a:gd name="connsiteY2" fmla="*/ 18723 h 37180"/>
                  <a:gd name="connsiteX3" fmla="*/ 18930 w 37180"/>
                  <a:gd name="connsiteY3" fmla="*/ 133 h 37180"/>
                  <a:gd name="connsiteX4" fmla="*/ 37520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0" y="18723"/>
                    </a:moveTo>
                    <a:cubicBezTo>
                      <a:pt x="37520" y="28990"/>
                      <a:pt x="29197" y="37314"/>
                      <a:pt x="18930" y="37314"/>
                    </a:cubicBezTo>
                    <a:cubicBezTo>
                      <a:pt x="8663" y="37314"/>
                      <a:pt x="339" y="28990"/>
                      <a:pt x="339" y="18723"/>
                    </a:cubicBezTo>
                    <a:cubicBezTo>
                      <a:pt x="339" y="8456"/>
                      <a:pt x="8663" y="133"/>
                      <a:pt x="18930" y="133"/>
                    </a:cubicBezTo>
                    <a:cubicBezTo>
                      <a:pt x="29197" y="133"/>
                      <a:pt x="37520" y="8456"/>
                      <a:pt x="37520" y="18723"/>
                    </a:cubicBezTo>
                    <a:close/>
                  </a:path>
                </a:pathLst>
              </a:custGeom>
              <a:solidFill>
                <a:srgbClr val="BBF7B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6" name="Freeform: Shape 4065">
                <a:extLst>
                  <a:ext uri="{FF2B5EF4-FFF2-40B4-BE49-F238E27FC236}">
                    <a16:creationId xmlns:a16="http://schemas.microsoft.com/office/drawing/2014/main" id="{C65581FF-3D80-83C5-116D-7D7123CC8E21}"/>
                  </a:ext>
                </a:extLst>
              </p:cNvPr>
              <p:cNvSpPr/>
              <p:nvPr/>
            </p:nvSpPr>
            <p:spPr>
              <a:xfrm>
                <a:off x="2215986" y="7685816"/>
                <a:ext cx="41981" cy="41981"/>
              </a:xfrm>
              <a:custGeom>
                <a:avLst/>
                <a:gdLst>
                  <a:gd name="connsiteX0" fmla="*/ 21330 w 41981"/>
                  <a:gd name="connsiteY0" fmla="*/ 4933 h 41981"/>
                  <a:gd name="connsiteX1" fmla="*/ 37520 w 41981"/>
                  <a:gd name="connsiteY1" fmla="*/ 21123 h 41981"/>
                  <a:gd name="connsiteX2" fmla="*/ 37520 w 41981"/>
                  <a:gd name="connsiteY2" fmla="*/ 21123 h 41981"/>
                  <a:gd name="connsiteX3" fmla="*/ 21330 w 41981"/>
                  <a:gd name="connsiteY3" fmla="*/ 37314 h 41981"/>
                  <a:gd name="connsiteX4" fmla="*/ 5140 w 41981"/>
                  <a:gd name="connsiteY4" fmla="*/ 21123 h 41981"/>
                  <a:gd name="connsiteX5" fmla="*/ 21330 w 41981"/>
                  <a:gd name="connsiteY5" fmla="*/ 4933 h 41981"/>
                  <a:gd name="connsiteX6" fmla="*/ 21330 w 41981"/>
                  <a:gd name="connsiteY6" fmla="*/ 133 h 41981"/>
                  <a:gd name="connsiteX7" fmla="*/ 339 w 41981"/>
                  <a:gd name="connsiteY7" fmla="*/ 21123 h 41981"/>
                  <a:gd name="connsiteX8" fmla="*/ 21330 w 41981"/>
                  <a:gd name="connsiteY8" fmla="*/ 42114 h 41981"/>
                  <a:gd name="connsiteX9" fmla="*/ 42321 w 41981"/>
                  <a:gd name="connsiteY9" fmla="*/ 21123 h 41981"/>
                  <a:gd name="connsiteX10" fmla="*/ 42321 w 41981"/>
                  <a:gd name="connsiteY10" fmla="*/ 21123 h 41981"/>
                  <a:gd name="connsiteX11" fmla="*/ 21330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30" y="4933"/>
                    </a:moveTo>
                    <a:cubicBezTo>
                      <a:pt x="30272" y="4933"/>
                      <a:pt x="37520" y="12182"/>
                      <a:pt x="37520" y="21123"/>
                    </a:cubicBezTo>
                    <a:lnTo>
                      <a:pt x="37520" y="21123"/>
                    </a:lnTo>
                    <a:cubicBezTo>
                      <a:pt x="37520" y="30065"/>
                      <a:pt x="30272" y="37314"/>
                      <a:pt x="21330" y="37314"/>
                    </a:cubicBezTo>
                    <a:cubicBezTo>
                      <a:pt x="12388" y="37314"/>
                      <a:pt x="5140" y="30065"/>
                      <a:pt x="5140" y="21123"/>
                    </a:cubicBezTo>
                    <a:cubicBezTo>
                      <a:pt x="5140" y="12182"/>
                      <a:pt x="12388" y="4933"/>
                      <a:pt x="21330" y="4933"/>
                    </a:cubicBezTo>
                    <a:close/>
                    <a:moveTo>
                      <a:pt x="21330" y="133"/>
                    </a:moveTo>
                    <a:cubicBezTo>
                      <a:pt x="9737" y="133"/>
                      <a:pt x="339" y="9531"/>
                      <a:pt x="339" y="21123"/>
                    </a:cubicBezTo>
                    <a:cubicBezTo>
                      <a:pt x="339" y="32716"/>
                      <a:pt x="9737" y="42114"/>
                      <a:pt x="21330" y="42114"/>
                    </a:cubicBezTo>
                    <a:cubicBezTo>
                      <a:pt x="32922" y="42114"/>
                      <a:pt x="42321" y="32716"/>
                      <a:pt x="42321" y="21123"/>
                    </a:cubicBezTo>
                    <a:lnTo>
                      <a:pt x="42321" y="21123"/>
                    </a:lnTo>
                    <a:cubicBezTo>
                      <a:pt x="42321" y="9531"/>
                      <a:pt x="32922" y="133"/>
                      <a:pt x="21330"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7" name="Freeform: Shape 4066">
                <a:extLst>
                  <a:ext uri="{FF2B5EF4-FFF2-40B4-BE49-F238E27FC236}">
                    <a16:creationId xmlns:a16="http://schemas.microsoft.com/office/drawing/2014/main" id="{C4B2D2A4-F347-E1E4-9A45-F2CF362CD3B8}"/>
                  </a:ext>
                </a:extLst>
              </p:cNvPr>
              <p:cNvSpPr/>
              <p:nvPr/>
            </p:nvSpPr>
            <p:spPr>
              <a:xfrm>
                <a:off x="1744361" y="7950694"/>
                <a:ext cx="37180" cy="37180"/>
              </a:xfrm>
              <a:custGeom>
                <a:avLst/>
                <a:gdLst>
                  <a:gd name="connsiteX0" fmla="*/ 37438 w 37180"/>
                  <a:gd name="connsiteY0" fmla="*/ 18769 h 37180"/>
                  <a:gd name="connsiteX1" fmla="*/ 18847 w 37180"/>
                  <a:gd name="connsiteY1" fmla="*/ 37359 h 37180"/>
                  <a:gd name="connsiteX2" fmla="*/ 257 w 37180"/>
                  <a:gd name="connsiteY2" fmla="*/ 18769 h 37180"/>
                  <a:gd name="connsiteX3" fmla="*/ 18847 w 37180"/>
                  <a:gd name="connsiteY3" fmla="*/ 178 h 37180"/>
                  <a:gd name="connsiteX4" fmla="*/ 3743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9"/>
                    </a:moveTo>
                    <a:cubicBezTo>
                      <a:pt x="37438" y="29036"/>
                      <a:pt x="29115" y="37359"/>
                      <a:pt x="18847" y="37359"/>
                    </a:cubicBezTo>
                    <a:cubicBezTo>
                      <a:pt x="8580" y="37359"/>
                      <a:pt x="257" y="29036"/>
                      <a:pt x="257" y="18769"/>
                    </a:cubicBezTo>
                    <a:cubicBezTo>
                      <a:pt x="257" y="8502"/>
                      <a:pt x="8580" y="178"/>
                      <a:pt x="18847" y="178"/>
                    </a:cubicBezTo>
                    <a:cubicBezTo>
                      <a:pt x="29115" y="178"/>
                      <a:pt x="37438" y="8502"/>
                      <a:pt x="37438" y="18769"/>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8" name="Freeform: Shape 4067">
                <a:extLst>
                  <a:ext uri="{FF2B5EF4-FFF2-40B4-BE49-F238E27FC236}">
                    <a16:creationId xmlns:a16="http://schemas.microsoft.com/office/drawing/2014/main" id="{94399B64-4BAF-B598-3D9F-076CBFE5AF63}"/>
                  </a:ext>
                </a:extLst>
              </p:cNvPr>
              <p:cNvSpPr/>
              <p:nvPr/>
            </p:nvSpPr>
            <p:spPr>
              <a:xfrm>
                <a:off x="1741961" y="7948294"/>
                <a:ext cx="41981" cy="41981"/>
              </a:xfrm>
              <a:custGeom>
                <a:avLst/>
                <a:gdLst>
                  <a:gd name="connsiteX0" fmla="*/ 21248 w 41981"/>
                  <a:gd name="connsiteY0" fmla="*/ 4979 h 41981"/>
                  <a:gd name="connsiteX1" fmla="*/ 37438 w 41981"/>
                  <a:gd name="connsiteY1" fmla="*/ 21169 h 41981"/>
                  <a:gd name="connsiteX2" fmla="*/ 37438 w 41981"/>
                  <a:gd name="connsiteY2" fmla="*/ 21169 h 41981"/>
                  <a:gd name="connsiteX3" fmla="*/ 21248 w 41981"/>
                  <a:gd name="connsiteY3" fmla="*/ 37359 h 41981"/>
                  <a:gd name="connsiteX4" fmla="*/ 5057 w 41981"/>
                  <a:gd name="connsiteY4" fmla="*/ 21169 h 41981"/>
                  <a:gd name="connsiteX5" fmla="*/ 21248 w 41981"/>
                  <a:gd name="connsiteY5" fmla="*/ 4979 h 41981"/>
                  <a:gd name="connsiteX6" fmla="*/ 21248 w 41981"/>
                  <a:gd name="connsiteY6" fmla="*/ 178 h 41981"/>
                  <a:gd name="connsiteX7" fmla="*/ 257 w 41981"/>
                  <a:gd name="connsiteY7" fmla="*/ 21169 h 41981"/>
                  <a:gd name="connsiteX8" fmla="*/ 21248 w 41981"/>
                  <a:gd name="connsiteY8" fmla="*/ 42159 h 41981"/>
                  <a:gd name="connsiteX9" fmla="*/ 42238 w 41981"/>
                  <a:gd name="connsiteY9" fmla="*/ 21169 h 41981"/>
                  <a:gd name="connsiteX10" fmla="*/ 42238 w 41981"/>
                  <a:gd name="connsiteY10" fmla="*/ 21169 h 41981"/>
                  <a:gd name="connsiteX11" fmla="*/ 2124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9"/>
                    </a:moveTo>
                    <a:cubicBezTo>
                      <a:pt x="30189" y="4979"/>
                      <a:pt x="37438" y="12227"/>
                      <a:pt x="37438" y="21169"/>
                    </a:cubicBezTo>
                    <a:lnTo>
                      <a:pt x="37438" y="21169"/>
                    </a:lnTo>
                    <a:cubicBezTo>
                      <a:pt x="37438" y="30111"/>
                      <a:pt x="30189" y="37359"/>
                      <a:pt x="21248" y="37359"/>
                    </a:cubicBezTo>
                    <a:cubicBezTo>
                      <a:pt x="12306" y="37359"/>
                      <a:pt x="5057" y="30111"/>
                      <a:pt x="5057" y="21169"/>
                    </a:cubicBezTo>
                    <a:cubicBezTo>
                      <a:pt x="5057" y="12227"/>
                      <a:pt x="12306" y="4979"/>
                      <a:pt x="21248" y="4979"/>
                    </a:cubicBezTo>
                    <a:close/>
                    <a:moveTo>
                      <a:pt x="21248" y="178"/>
                    </a:moveTo>
                    <a:cubicBezTo>
                      <a:pt x="9655" y="178"/>
                      <a:pt x="257" y="9576"/>
                      <a:pt x="257" y="21169"/>
                    </a:cubicBezTo>
                    <a:cubicBezTo>
                      <a:pt x="257" y="32761"/>
                      <a:pt x="9655" y="42159"/>
                      <a:pt x="21248" y="42159"/>
                    </a:cubicBezTo>
                    <a:cubicBezTo>
                      <a:pt x="32840" y="42159"/>
                      <a:pt x="42238" y="32761"/>
                      <a:pt x="42238" y="21169"/>
                    </a:cubicBezTo>
                    <a:lnTo>
                      <a:pt x="42238" y="21169"/>
                    </a:lnTo>
                    <a:cubicBezTo>
                      <a:pt x="42238" y="9576"/>
                      <a:pt x="32840" y="178"/>
                      <a:pt x="21248"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69" name="Freeform: Shape 4068">
                <a:extLst>
                  <a:ext uri="{FF2B5EF4-FFF2-40B4-BE49-F238E27FC236}">
                    <a16:creationId xmlns:a16="http://schemas.microsoft.com/office/drawing/2014/main" id="{25FA6F67-E645-FE6E-7CA4-6A1E49DFDC97}"/>
                  </a:ext>
                </a:extLst>
              </p:cNvPr>
              <p:cNvSpPr/>
              <p:nvPr/>
            </p:nvSpPr>
            <p:spPr>
              <a:xfrm>
                <a:off x="1819927" y="7928288"/>
                <a:ext cx="37180" cy="37180"/>
              </a:xfrm>
              <a:custGeom>
                <a:avLst/>
                <a:gdLst>
                  <a:gd name="connsiteX0" fmla="*/ 37451 w 37180"/>
                  <a:gd name="connsiteY0" fmla="*/ 18765 h 37180"/>
                  <a:gd name="connsiteX1" fmla="*/ 18861 w 37180"/>
                  <a:gd name="connsiteY1" fmla="*/ 37355 h 37180"/>
                  <a:gd name="connsiteX2" fmla="*/ 270 w 37180"/>
                  <a:gd name="connsiteY2" fmla="*/ 18765 h 37180"/>
                  <a:gd name="connsiteX3" fmla="*/ 18861 w 37180"/>
                  <a:gd name="connsiteY3" fmla="*/ 174 h 37180"/>
                  <a:gd name="connsiteX4" fmla="*/ 3745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5"/>
                    </a:moveTo>
                    <a:cubicBezTo>
                      <a:pt x="37451" y="29032"/>
                      <a:pt x="29128" y="37355"/>
                      <a:pt x="18861" y="37355"/>
                    </a:cubicBezTo>
                    <a:cubicBezTo>
                      <a:pt x="8593" y="37355"/>
                      <a:pt x="270" y="29032"/>
                      <a:pt x="270" y="18765"/>
                    </a:cubicBezTo>
                    <a:cubicBezTo>
                      <a:pt x="270" y="8498"/>
                      <a:pt x="8593" y="174"/>
                      <a:pt x="18861" y="174"/>
                    </a:cubicBezTo>
                    <a:cubicBezTo>
                      <a:pt x="29128" y="174"/>
                      <a:pt x="37451" y="8498"/>
                      <a:pt x="37451" y="18765"/>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0" name="Freeform: Shape 4069">
                <a:extLst>
                  <a:ext uri="{FF2B5EF4-FFF2-40B4-BE49-F238E27FC236}">
                    <a16:creationId xmlns:a16="http://schemas.microsoft.com/office/drawing/2014/main" id="{F4EB0D7A-60CD-96A7-3ECB-75AAE866D450}"/>
                  </a:ext>
                </a:extLst>
              </p:cNvPr>
              <p:cNvSpPr/>
              <p:nvPr/>
            </p:nvSpPr>
            <p:spPr>
              <a:xfrm>
                <a:off x="1817526" y="7925887"/>
                <a:ext cx="41981" cy="41981"/>
              </a:xfrm>
              <a:custGeom>
                <a:avLst/>
                <a:gdLst>
                  <a:gd name="connsiteX0" fmla="*/ 21261 w 41981"/>
                  <a:gd name="connsiteY0" fmla="*/ 4975 h 41981"/>
                  <a:gd name="connsiteX1" fmla="*/ 37451 w 41981"/>
                  <a:gd name="connsiteY1" fmla="*/ 21165 h 41981"/>
                  <a:gd name="connsiteX2" fmla="*/ 37451 w 41981"/>
                  <a:gd name="connsiteY2" fmla="*/ 21165 h 41981"/>
                  <a:gd name="connsiteX3" fmla="*/ 21261 w 41981"/>
                  <a:gd name="connsiteY3" fmla="*/ 37355 h 41981"/>
                  <a:gd name="connsiteX4" fmla="*/ 5071 w 41981"/>
                  <a:gd name="connsiteY4" fmla="*/ 21165 h 41981"/>
                  <a:gd name="connsiteX5" fmla="*/ 21261 w 41981"/>
                  <a:gd name="connsiteY5" fmla="*/ 4975 h 41981"/>
                  <a:gd name="connsiteX6" fmla="*/ 21261 w 41981"/>
                  <a:gd name="connsiteY6" fmla="*/ 174 h 41981"/>
                  <a:gd name="connsiteX7" fmla="*/ 270 w 41981"/>
                  <a:gd name="connsiteY7" fmla="*/ 21165 h 41981"/>
                  <a:gd name="connsiteX8" fmla="*/ 21261 w 41981"/>
                  <a:gd name="connsiteY8" fmla="*/ 42156 h 41981"/>
                  <a:gd name="connsiteX9" fmla="*/ 42251 w 41981"/>
                  <a:gd name="connsiteY9" fmla="*/ 21165 h 41981"/>
                  <a:gd name="connsiteX10" fmla="*/ 42251 w 41981"/>
                  <a:gd name="connsiteY10" fmla="*/ 21165 h 41981"/>
                  <a:gd name="connsiteX11" fmla="*/ 2126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5"/>
                    </a:moveTo>
                    <a:cubicBezTo>
                      <a:pt x="30203" y="4975"/>
                      <a:pt x="37451" y="12223"/>
                      <a:pt x="37451" y="21165"/>
                    </a:cubicBezTo>
                    <a:lnTo>
                      <a:pt x="37451" y="21165"/>
                    </a:lnTo>
                    <a:cubicBezTo>
                      <a:pt x="37451" y="30107"/>
                      <a:pt x="30203" y="37355"/>
                      <a:pt x="21261" y="37355"/>
                    </a:cubicBezTo>
                    <a:cubicBezTo>
                      <a:pt x="12319" y="37355"/>
                      <a:pt x="5071" y="30107"/>
                      <a:pt x="5071" y="21165"/>
                    </a:cubicBezTo>
                    <a:cubicBezTo>
                      <a:pt x="5071" y="12223"/>
                      <a:pt x="12319" y="4975"/>
                      <a:pt x="21261" y="4975"/>
                    </a:cubicBezTo>
                    <a:close/>
                    <a:moveTo>
                      <a:pt x="21261" y="174"/>
                    </a:moveTo>
                    <a:cubicBezTo>
                      <a:pt x="9668" y="174"/>
                      <a:pt x="270" y="9572"/>
                      <a:pt x="270" y="21165"/>
                    </a:cubicBezTo>
                    <a:cubicBezTo>
                      <a:pt x="270" y="32758"/>
                      <a:pt x="9668" y="42156"/>
                      <a:pt x="21261" y="42156"/>
                    </a:cubicBezTo>
                    <a:cubicBezTo>
                      <a:pt x="32853" y="42156"/>
                      <a:pt x="42251" y="32758"/>
                      <a:pt x="42251" y="21165"/>
                    </a:cubicBezTo>
                    <a:lnTo>
                      <a:pt x="42251" y="21165"/>
                    </a:lnTo>
                    <a:cubicBezTo>
                      <a:pt x="42251" y="9572"/>
                      <a:pt x="32853" y="174"/>
                      <a:pt x="21261"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1" name="Freeform: Shape 4070">
                <a:extLst>
                  <a:ext uri="{FF2B5EF4-FFF2-40B4-BE49-F238E27FC236}">
                    <a16:creationId xmlns:a16="http://schemas.microsoft.com/office/drawing/2014/main" id="{79576D32-80DE-956C-18CF-57BF8D9372AD}"/>
                  </a:ext>
                </a:extLst>
              </p:cNvPr>
              <p:cNvSpPr/>
              <p:nvPr/>
            </p:nvSpPr>
            <p:spPr>
              <a:xfrm>
                <a:off x="1797359" y="7858407"/>
                <a:ext cx="37180" cy="37180"/>
              </a:xfrm>
              <a:custGeom>
                <a:avLst/>
                <a:gdLst>
                  <a:gd name="connsiteX0" fmla="*/ 37447 w 37180"/>
                  <a:gd name="connsiteY0" fmla="*/ 18753 h 37180"/>
                  <a:gd name="connsiteX1" fmla="*/ 18857 w 37180"/>
                  <a:gd name="connsiteY1" fmla="*/ 37343 h 37180"/>
                  <a:gd name="connsiteX2" fmla="*/ 266 w 37180"/>
                  <a:gd name="connsiteY2" fmla="*/ 18753 h 37180"/>
                  <a:gd name="connsiteX3" fmla="*/ 18857 w 37180"/>
                  <a:gd name="connsiteY3" fmla="*/ 162 h 37180"/>
                  <a:gd name="connsiteX4" fmla="*/ 37447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3"/>
                    </a:moveTo>
                    <a:cubicBezTo>
                      <a:pt x="37447" y="29020"/>
                      <a:pt x="29124" y="37343"/>
                      <a:pt x="18857" y="37343"/>
                    </a:cubicBezTo>
                    <a:cubicBezTo>
                      <a:pt x="8589" y="37343"/>
                      <a:pt x="266" y="29020"/>
                      <a:pt x="266" y="18753"/>
                    </a:cubicBezTo>
                    <a:cubicBezTo>
                      <a:pt x="266" y="8485"/>
                      <a:pt x="8589" y="162"/>
                      <a:pt x="18857" y="162"/>
                    </a:cubicBezTo>
                    <a:cubicBezTo>
                      <a:pt x="29124" y="162"/>
                      <a:pt x="37447" y="8485"/>
                      <a:pt x="37447" y="18753"/>
                    </a:cubicBezTo>
                    <a:close/>
                  </a:path>
                </a:pathLst>
              </a:custGeom>
              <a:solidFill>
                <a:srgbClr val="F7D8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2" name="Freeform: Shape 4071">
                <a:extLst>
                  <a:ext uri="{FF2B5EF4-FFF2-40B4-BE49-F238E27FC236}">
                    <a16:creationId xmlns:a16="http://schemas.microsoft.com/office/drawing/2014/main" id="{35CF2713-53F2-D37A-E191-886862567AE1}"/>
                  </a:ext>
                </a:extLst>
              </p:cNvPr>
              <p:cNvSpPr/>
              <p:nvPr/>
            </p:nvSpPr>
            <p:spPr>
              <a:xfrm>
                <a:off x="1794959" y="7856007"/>
                <a:ext cx="41981" cy="41981"/>
              </a:xfrm>
              <a:custGeom>
                <a:avLst/>
                <a:gdLst>
                  <a:gd name="connsiteX0" fmla="*/ 21257 w 41981"/>
                  <a:gd name="connsiteY0" fmla="*/ 4963 h 41981"/>
                  <a:gd name="connsiteX1" fmla="*/ 37447 w 41981"/>
                  <a:gd name="connsiteY1" fmla="*/ 21153 h 41981"/>
                  <a:gd name="connsiteX2" fmla="*/ 37447 w 41981"/>
                  <a:gd name="connsiteY2" fmla="*/ 21153 h 41981"/>
                  <a:gd name="connsiteX3" fmla="*/ 21257 w 41981"/>
                  <a:gd name="connsiteY3" fmla="*/ 37343 h 41981"/>
                  <a:gd name="connsiteX4" fmla="*/ 5067 w 41981"/>
                  <a:gd name="connsiteY4" fmla="*/ 21153 h 41981"/>
                  <a:gd name="connsiteX5" fmla="*/ 21257 w 41981"/>
                  <a:gd name="connsiteY5" fmla="*/ 4963 h 41981"/>
                  <a:gd name="connsiteX6" fmla="*/ 21257 w 41981"/>
                  <a:gd name="connsiteY6" fmla="*/ 162 h 41981"/>
                  <a:gd name="connsiteX7" fmla="*/ 266 w 41981"/>
                  <a:gd name="connsiteY7" fmla="*/ 21153 h 41981"/>
                  <a:gd name="connsiteX8" fmla="*/ 21257 w 41981"/>
                  <a:gd name="connsiteY8" fmla="*/ 42143 h 41981"/>
                  <a:gd name="connsiteX9" fmla="*/ 42247 w 41981"/>
                  <a:gd name="connsiteY9" fmla="*/ 21153 h 41981"/>
                  <a:gd name="connsiteX10" fmla="*/ 42247 w 41981"/>
                  <a:gd name="connsiteY10" fmla="*/ 21153 h 41981"/>
                  <a:gd name="connsiteX11" fmla="*/ 21257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3"/>
                    </a:moveTo>
                    <a:cubicBezTo>
                      <a:pt x="30199" y="4963"/>
                      <a:pt x="37447" y="12211"/>
                      <a:pt x="37447" y="21153"/>
                    </a:cubicBezTo>
                    <a:lnTo>
                      <a:pt x="37447" y="21153"/>
                    </a:lnTo>
                    <a:cubicBezTo>
                      <a:pt x="37447" y="30095"/>
                      <a:pt x="30199" y="37343"/>
                      <a:pt x="21257" y="37343"/>
                    </a:cubicBezTo>
                    <a:cubicBezTo>
                      <a:pt x="12315" y="37343"/>
                      <a:pt x="5067" y="30095"/>
                      <a:pt x="5067" y="21153"/>
                    </a:cubicBezTo>
                    <a:cubicBezTo>
                      <a:pt x="5067" y="12211"/>
                      <a:pt x="12315" y="4963"/>
                      <a:pt x="21257" y="4963"/>
                    </a:cubicBezTo>
                    <a:close/>
                    <a:moveTo>
                      <a:pt x="21257" y="162"/>
                    </a:moveTo>
                    <a:cubicBezTo>
                      <a:pt x="9664" y="162"/>
                      <a:pt x="266" y="9560"/>
                      <a:pt x="266" y="21153"/>
                    </a:cubicBezTo>
                    <a:cubicBezTo>
                      <a:pt x="266" y="32745"/>
                      <a:pt x="9664" y="42143"/>
                      <a:pt x="21257" y="42143"/>
                    </a:cubicBezTo>
                    <a:cubicBezTo>
                      <a:pt x="32849" y="42143"/>
                      <a:pt x="42247" y="32745"/>
                      <a:pt x="42247" y="21153"/>
                    </a:cubicBezTo>
                    <a:lnTo>
                      <a:pt x="42247" y="21153"/>
                    </a:lnTo>
                    <a:cubicBezTo>
                      <a:pt x="42247" y="9560"/>
                      <a:pt x="32849" y="162"/>
                      <a:pt x="21257"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3" name="Freeform: Shape 4072">
                <a:extLst>
                  <a:ext uri="{FF2B5EF4-FFF2-40B4-BE49-F238E27FC236}">
                    <a16:creationId xmlns:a16="http://schemas.microsoft.com/office/drawing/2014/main" id="{131BADAF-570C-31BD-043D-FAECDD1CDC8A}"/>
                  </a:ext>
                </a:extLst>
              </p:cNvPr>
              <p:cNvSpPr/>
              <p:nvPr/>
            </p:nvSpPr>
            <p:spPr>
              <a:xfrm>
                <a:off x="1802917" y="7910990"/>
                <a:ext cx="37180" cy="37180"/>
              </a:xfrm>
              <a:custGeom>
                <a:avLst/>
                <a:gdLst>
                  <a:gd name="connsiteX0" fmla="*/ 37448 w 37180"/>
                  <a:gd name="connsiteY0" fmla="*/ 18762 h 37180"/>
                  <a:gd name="connsiteX1" fmla="*/ 18858 w 37180"/>
                  <a:gd name="connsiteY1" fmla="*/ 37352 h 37180"/>
                  <a:gd name="connsiteX2" fmla="*/ 267 w 37180"/>
                  <a:gd name="connsiteY2" fmla="*/ 18762 h 37180"/>
                  <a:gd name="connsiteX3" fmla="*/ 18858 w 37180"/>
                  <a:gd name="connsiteY3" fmla="*/ 171 h 37180"/>
                  <a:gd name="connsiteX4" fmla="*/ 3744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2"/>
                    </a:moveTo>
                    <a:cubicBezTo>
                      <a:pt x="37448" y="29029"/>
                      <a:pt x="29125" y="37352"/>
                      <a:pt x="18858" y="37352"/>
                    </a:cubicBezTo>
                    <a:cubicBezTo>
                      <a:pt x="8590" y="37352"/>
                      <a:pt x="267" y="29029"/>
                      <a:pt x="267" y="18762"/>
                    </a:cubicBezTo>
                    <a:cubicBezTo>
                      <a:pt x="267" y="8495"/>
                      <a:pt x="8590" y="171"/>
                      <a:pt x="18858" y="171"/>
                    </a:cubicBezTo>
                    <a:cubicBezTo>
                      <a:pt x="29125" y="171"/>
                      <a:pt x="37448" y="8495"/>
                      <a:pt x="37448" y="18762"/>
                    </a:cubicBezTo>
                    <a:close/>
                  </a:path>
                </a:pathLst>
              </a:custGeom>
              <a:solidFill>
                <a:srgbClr val="F7D5D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4" name="Freeform: Shape 4073">
                <a:extLst>
                  <a:ext uri="{FF2B5EF4-FFF2-40B4-BE49-F238E27FC236}">
                    <a16:creationId xmlns:a16="http://schemas.microsoft.com/office/drawing/2014/main" id="{EA733362-10FE-6867-0828-357A22CD13EC}"/>
                  </a:ext>
                </a:extLst>
              </p:cNvPr>
              <p:cNvSpPr/>
              <p:nvPr/>
            </p:nvSpPr>
            <p:spPr>
              <a:xfrm>
                <a:off x="1800517" y="7908590"/>
                <a:ext cx="41981" cy="41981"/>
              </a:xfrm>
              <a:custGeom>
                <a:avLst/>
                <a:gdLst>
                  <a:gd name="connsiteX0" fmla="*/ 21258 w 41981"/>
                  <a:gd name="connsiteY0" fmla="*/ 4972 h 41981"/>
                  <a:gd name="connsiteX1" fmla="*/ 37448 w 41981"/>
                  <a:gd name="connsiteY1" fmla="*/ 21162 h 41981"/>
                  <a:gd name="connsiteX2" fmla="*/ 37448 w 41981"/>
                  <a:gd name="connsiteY2" fmla="*/ 21162 h 41981"/>
                  <a:gd name="connsiteX3" fmla="*/ 21258 w 41981"/>
                  <a:gd name="connsiteY3" fmla="*/ 37352 h 41981"/>
                  <a:gd name="connsiteX4" fmla="*/ 5068 w 41981"/>
                  <a:gd name="connsiteY4" fmla="*/ 21162 h 41981"/>
                  <a:gd name="connsiteX5" fmla="*/ 21258 w 41981"/>
                  <a:gd name="connsiteY5" fmla="*/ 4972 h 41981"/>
                  <a:gd name="connsiteX6" fmla="*/ 21258 w 41981"/>
                  <a:gd name="connsiteY6" fmla="*/ 171 h 41981"/>
                  <a:gd name="connsiteX7" fmla="*/ 267 w 41981"/>
                  <a:gd name="connsiteY7" fmla="*/ 21162 h 41981"/>
                  <a:gd name="connsiteX8" fmla="*/ 21258 w 41981"/>
                  <a:gd name="connsiteY8" fmla="*/ 42153 h 41981"/>
                  <a:gd name="connsiteX9" fmla="*/ 42248 w 41981"/>
                  <a:gd name="connsiteY9" fmla="*/ 21162 h 41981"/>
                  <a:gd name="connsiteX10" fmla="*/ 42248 w 41981"/>
                  <a:gd name="connsiteY10" fmla="*/ 21162 h 41981"/>
                  <a:gd name="connsiteX11" fmla="*/ 21258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2"/>
                    </a:moveTo>
                    <a:cubicBezTo>
                      <a:pt x="30200" y="4972"/>
                      <a:pt x="37448" y="12220"/>
                      <a:pt x="37448" y="21162"/>
                    </a:cubicBezTo>
                    <a:lnTo>
                      <a:pt x="37448" y="21162"/>
                    </a:lnTo>
                    <a:cubicBezTo>
                      <a:pt x="37448" y="30104"/>
                      <a:pt x="30200" y="37352"/>
                      <a:pt x="21258" y="37352"/>
                    </a:cubicBezTo>
                    <a:cubicBezTo>
                      <a:pt x="12316" y="37352"/>
                      <a:pt x="5068" y="30104"/>
                      <a:pt x="5068" y="21162"/>
                    </a:cubicBezTo>
                    <a:cubicBezTo>
                      <a:pt x="5068" y="12220"/>
                      <a:pt x="12316" y="4972"/>
                      <a:pt x="21258" y="4972"/>
                    </a:cubicBezTo>
                    <a:close/>
                    <a:moveTo>
                      <a:pt x="21258" y="171"/>
                    </a:moveTo>
                    <a:cubicBezTo>
                      <a:pt x="9665" y="171"/>
                      <a:pt x="267" y="9569"/>
                      <a:pt x="267" y="21162"/>
                    </a:cubicBezTo>
                    <a:cubicBezTo>
                      <a:pt x="267" y="32755"/>
                      <a:pt x="9665" y="42153"/>
                      <a:pt x="21258" y="42153"/>
                    </a:cubicBezTo>
                    <a:cubicBezTo>
                      <a:pt x="32850" y="42153"/>
                      <a:pt x="42248" y="32755"/>
                      <a:pt x="42248" y="21162"/>
                    </a:cubicBezTo>
                    <a:lnTo>
                      <a:pt x="42248" y="21162"/>
                    </a:lnTo>
                    <a:cubicBezTo>
                      <a:pt x="42248" y="9569"/>
                      <a:pt x="32850" y="171"/>
                      <a:pt x="21258"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5" name="Freeform: Shape 4074">
                <a:extLst>
                  <a:ext uri="{FF2B5EF4-FFF2-40B4-BE49-F238E27FC236}">
                    <a16:creationId xmlns:a16="http://schemas.microsoft.com/office/drawing/2014/main" id="{CD805C29-7F52-24F2-6D15-203754507143}"/>
                  </a:ext>
                </a:extLst>
              </p:cNvPr>
              <p:cNvSpPr/>
              <p:nvPr/>
            </p:nvSpPr>
            <p:spPr>
              <a:xfrm>
                <a:off x="1859463" y="7824786"/>
                <a:ext cx="37180" cy="37180"/>
              </a:xfrm>
              <a:custGeom>
                <a:avLst/>
                <a:gdLst>
                  <a:gd name="connsiteX0" fmla="*/ 37458 w 37180"/>
                  <a:gd name="connsiteY0" fmla="*/ 18747 h 37180"/>
                  <a:gd name="connsiteX1" fmla="*/ 18867 w 37180"/>
                  <a:gd name="connsiteY1" fmla="*/ 37337 h 37180"/>
                  <a:gd name="connsiteX2" fmla="*/ 277 w 37180"/>
                  <a:gd name="connsiteY2" fmla="*/ 18747 h 37180"/>
                  <a:gd name="connsiteX3" fmla="*/ 18867 w 37180"/>
                  <a:gd name="connsiteY3" fmla="*/ 156 h 37180"/>
                  <a:gd name="connsiteX4" fmla="*/ 37458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47"/>
                    </a:moveTo>
                    <a:cubicBezTo>
                      <a:pt x="37458" y="29014"/>
                      <a:pt x="29135" y="37337"/>
                      <a:pt x="18867" y="37337"/>
                    </a:cubicBezTo>
                    <a:cubicBezTo>
                      <a:pt x="8600" y="37337"/>
                      <a:pt x="277" y="29014"/>
                      <a:pt x="277" y="18747"/>
                    </a:cubicBezTo>
                    <a:cubicBezTo>
                      <a:pt x="277" y="8480"/>
                      <a:pt x="8600" y="156"/>
                      <a:pt x="18867" y="156"/>
                    </a:cubicBezTo>
                    <a:cubicBezTo>
                      <a:pt x="29135" y="156"/>
                      <a:pt x="37458" y="8480"/>
                      <a:pt x="37458" y="18747"/>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6" name="Freeform: Shape 4075">
                <a:extLst>
                  <a:ext uri="{FF2B5EF4-FFF2-40B4-BE49-F238E27FC236}">
                    <a16:creationId xmlns:a16="http://schemas.microsoft.com/office/drawing/2014/main" id="{BE7E232D-AAA3-AAED-53BC-A50DF5136976}"/>
                  </a:ext>
                </a:extLst>
              </p:cNvPr>
              <p:cNvSpPr/>
              <p:nvPr/>
            </p:nvSpPr>
            <p:spPr>
              <a:xfrm>
                <a:off x="1857063" y="7822386"/>
                <a:ext cx="41981" cy="41981"/>
              </a:xfrm>
              <a:custGeom>
                <a:avLst/>
                <a:gdLst>
                  <a:gd name="connsiteX0" fmla="*/ 21268 w 41981"/>
                  <a:gd name="connsiteY0" fmla="*/ 4957 h 41981"/>
                  <a:gd name="connsiteX1" fmla="*/ 37458 w 41981"/>
                  <a:gd name="connsiteY1" fmla="*/ 21147 h 41981"/>
                  <a:gd name="connsiteX2" fmla="*/ 37458 w 41981"/>
                  <a:gd name="connsiteY2" fmla="*/ 21147 h 41981"/>
                  <a:gd name="connsiteX3" fmla="*/ 21268 w 41981"/>
                  <a:gd name="connsiteY3" fmla="*/ 37337 h 41981"/>
                  <a:gd name="connsiteX4" fmla="*/ 5077 w 41981"/>
                  <a:gd name="connsiteY4" fmla="*/ 21147 h 41981"/>
                  <a:gd name="connsiteX5" fmla="*/ 21268 w 41981"/>
                  <a:gd name="connsiteY5" fmla="*/ 4957 h 41981"/>
                  <a:gd name="connsiteX6" fmla="*/ 21268 w 41981"/>
                  <a:gd name="connsiteY6" fmla="*/ 156 h 41981"/>
                  <a:gd name="connsiteX7" fmla="*/ 277 w 41981"/>
                  <a:gd name="connsiteY7" fmla="*/ 21147 h 41981"/>
                  <a:gd name="connsiteX8" fmla="*/ 21268 w 41981"/>
                  <a:gd name="connsiteY8" fmla="*/ 42138 h 41981"/>
                  <a:gd name="connsiteX9" fmla="*/ 42258 w 41981"/>
                  <a:gd name="connsiteY9" fmla="*/ 21147 h 41981"/>
                  <a:gd name="connsiteX10" fmla="*/ 42258 w 41981"/>
                  <a:gd name="connsiteY10" fmla="*/ 21147 h 41981"/>
                  <a:gd name="connsiteX11" fmla="*/ 21268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57"/>
                    </a:moveTo>
                    <a:cubicBezTo>
                      <a:pt x="30209" y="4957"/>
                      <a:pt x="37458" y="12205"/>
                      <a:pt x="37458" y="21147"/>
                    </a:cubicBezTo>
                    <a:lnTo>
                      <a:pt x="37458" y="21147"/>
                    </a:lnTo>
                    <a:cubicBezTo>
                      <a:pt x="37458" y="30089"/>
                      <a:pt x="30209" y="37337"/>
                      <a:pt x="21268" y="37337"/>
                    </a:cubicBezTo>
                    <a:cubicBezTo>
                      <a:pt x="12326" y="37337"/>
                      <a:pt x="5077" y="30089"/>
                      <a:pt x="5077" y="21147"/>
                    </a:cubicBezTo>
                    <a:cubicBezTo>
                      <a:pt x="5077" y="12205"/>
                      <a:pt x="12326" y="4957"/>
                      <a:pt x="21268" y="4957"/>
                    </a:cubicBezTo>
                    <a:close/>
                    <a:moveTo>
                      <a:pt x="21268" y="156"/>
                    </a:moveTo>
                    <a:cubicBezTo>
                      <a:pt x="9675" y="156"/>
                      <a:pt x="277" y="9554"/>
                      <a:pt x="277" y="21147"/>
                    </a:cubicBezTo>
                    <a:cubicBezTo>
                      <a:pt x="277" y="32740"/>
                      <a:pt x="9675" y="42138"/>
                      <a:pt x="21268" y="42138"/>
                    </a:cubicBezTo>
                    <a:cubicBezTo>
                      <a:pt x="32860" y="42138"/>
                      <a:pt x="42258" y="32740"/>
                      <a:pt x="42258" y="21147"/>
                    </a:cubicBezTo>
                    <a:lnTo>
                      <a:pt x="42258" y="21147"/>
                    </a:lnTo>
                    <a:cubicBezTo>
                      <a:pt x="42258" y="9554"/>
                      <a:pt x="32860" y="156"/>
                      <a:pt x="21268"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7" name="Freeform: Shape 4076">
                <a:extLst>
                  <a:ext uri="{FF2B5EF4-FFF2-40B4-BE49-F238E27FC236}">
                    <a16:creationId xmlns:a16="http://schemas.microsoft.com/office/drawing/2014/main" id="{A2887A4B-177A-8C51-1839-B80261EEEC57}"/>
                  </a:ext>
                </a:extLst>
              </p:cNvPr>
              <p:cNvSpPr/>
              <p:nvPr/>
            </p:nvSpPr>
            <p:spPr>
              <a:xfrm>
                <a:off x="1823590" y="7889903"/>
                <a:ext cx="37180" cy="37180"/>
              </a:xfrm>
              <a:custGeom>
                <a:avLst/>
                <a:gdLst>
                  <a:gd name="connsiteX0" fmla="*/ 37452 w 37180"/>
                  <a:gd name="connsiteY0" fmla="*/ 18758 h 37180"/>
                  <a:gd name="connsiteX1" fmla="*/ 18861 w 37180"/>
                  <a:gd name="connsiteY1" fmla="*/ 37349 h 37180"/>
                  <a:gd name="connsiteX2" fmla="*/ 271 w 37180"/>
                  <a:gd name="connsiteY2" fmla="*/ 18758 h 37180"/>
                  <a:gd name="connsiteX3" fmla="*/ 18861 w 37180"/>
                  <a:gd name="connsiteY3" fmla="*/ 168 h 37180"/>
                  <a:gd name="connsiteX4" fmla="*/ 37452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8"/>
                    </a:moveTo>
                    <a:cubicBezTo>
                      <a:pt x="37452" y="29025"/>
                      <a:pt x="29128" y="37349"/>
                      <a:pt x="18861" y="37349"/>
                    </a:cubicBezTo>
                    <a:cubicBezTo>
                      <a:pt x="8594" y="37349"/>
                      <a:pt x="271" y="29025"/>
                      <a:pt x="271" y="18758"/>
                    </a:cubicBezTo>
                    <a:cubicBezTo>
                      <a:pt x="271" y="8491"/>
                      <a:pt x="8594" y="168"/>
                      <a:pt x="18861" y="168"/>
                    </a:cubicBezTo>
                    <a:cubicBezTo>
                      <a:pt x="29128" y="168"/>
                      <a:pt x="37452" y="8491"/>
                      <a:pt x="37452" y="18758"/>
                    </a:cubicBezTo>
                    <a:close/>
                  </a:path>
                </a:pathLst>
              </a:custGeom>
              <a:solidFill>
                <a:srgbClr val="E3F7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8" name="Freeform: Shape 4077">
                <a:extLst>
                  <a:ext uri="{FF2B5EF4-FFF2-40B4-BE49-F238E27FC236}">
                    <a16:creationId xmlns:a16="http://schemas.microsoft.com/office/drawing/2014/main" id="{721B48F3-3C0D-B818-1029-34F212669692}"/>
                  </a:ext>
                </a:extLst>
              </p:cNvPr>
              <p:cNvSpPr/>
              <p:nvPr/>
            </p:nvSpPr>
            <p:spPr>
              <a:xfrm>
                <a:off x="1821190" y="7887503"/>
                <a:ext cx="41981" cy="41981"/>
              </a:xfrm>
              <a:custGeom>
                <a:avLst/>
                <a:gdLst>
                  <a:gd name="connsiteX0" fmla="*/ 21261 w 41981"/>
                  <a:gd name="connsiteY0" fmla="*/ 4968 h 41981"/>
                  <a:gd name="connsiteX1" fmla="*/ 37452 w 41981"/>
                  <a:gd name="connsiteY1" fmla="*/ 21158 h 41981"/>
                  <a:gd name="connsiteX2" fmla="*/ 37452 w 41981"/>
                  <a:gd name="connsiteY2" fmla="*/ 21158 h 41981"/>
                  <a:gd name="connsiteX3" fmla="*/ 21261 w 41981"/>
                  <a:gd name="connsiteY3" fmla="*/ 37349 h 41981"/>
                  <a:gd name="connsiteX4" fmla="*/ 5071 w 41981"/>
                  <a:gd name="connsiteY4" fmla="*/ 21158 h 41981"/>
                  <a:gd name="connsiteX5" fmla="*/ 21261 w 41981"/>
                  <a:gd name="connsiteY5" fmla="*/ 4968 h 41981"/>
                  <a:gd name="connsiteX6" fmla="*/ 21261 w 41981"/>
                  <a:gd name="connsiteY6" fmla="*/ 168 h 41981"/>
                  <a:gd name="connsiteX7" fmla="*/ 271 w 41981"/>
                  <a:gd name="connsiteY7" fmla="*/ 21158 h 41981"/>
                  <a:gd name="connsiteX8" fmla="*/ 21261 w 41981"/>
                  <a:gd name="connsiteY8" fmla="*/ 42149 h 41981"/>
                  <a:gd name="connsiteX9" fmla="*/ 42252 w 41981"/>
                  <a:gd name="connsiteY9" fmla="*/ 21158 h 41981"/>
                  <a:gd name="connsiteX10" fmla="*/ 42252 w 41981"/>
                  <a:gd name="connsiteY10" fmla="*/ 21158 h 41981"/>
                  <a:gd name="connsiteX11" fmla="*/ 2126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8"/>
                    </a:moveTo>
                    <a:cubicBezTo>
                      <a:pt x="30203" y="4968"/>
                      <a:pt x="37452" y="12217"/>
                      <a:pt x="37452" y="21158"/>
                    </a:cubicBezTo>
                    <a:lnTo>
                      <a:pt x="37452" y="21158"/>
                    </a:lnTo>
                    <a:cubicBezTo>
                      <a:pt x="37452" y="30100"/>
                      <a:pt x="30203" y="37349"/>
                      <a:pt x="21261" y="37349"/>
                    </a:cubicBezTo>
                    <a:cubicBezTo>
                      <a:pt x="12320" y="37349"/>
                      <a:pt x="5071" y="30100"/>
                      <a:pt x="5071" y="21158"/>
                    </a:cubicBezTo>
                    <a:cubicBezTo>
                      <a:pt x="5071" y="12217"/>
                      <a:pt x="12320" y="4968"/>
                      <a:pt x="21261" y="4968"/>
                    </a:cubicBezTo>
                    <a:close/>
                    <a:moveTo>
                      <a:pt x="21261" y="168"/>
                    </a:moveTo>
                    <a:cubicBezTo>
                      <a:pt x="9669" y="168"/>
                      <a:pt x="271" y="9566"/>
                      <a:pt x="271" y="21158"/>
                    </a:cubicBezTo>
                    <a:cubicBezTo>
                      <a:pt x="271" y="32751"/>
                      <a:pt x="9669" y="42149"/>
                      <a:pt x="21261" y="42149"/>
                    </a:cubicBezTo>
                    <a:cubicBezTo>
                      <a:pt x="32854" y="42149"/>
                      <a:pt x="42252" y="32751"/>
                      <a:pt x="42252" y="21158"/>
                    </a:cubicBezTo>
                    <a:lnTo>
                      <a:pt x="42252" y="21158"/>
                    </a:lnTo>
                    <a:cubicBezTo>
                      <a:pt x="42252" y="9566"/>
                      <a:pt x="32854" y="168"/>
                      <a:pt x="21261"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79" name="Freeform: Shape 4078">
                <a:extLst>
                  <a:ext uri="{FF2B5EF4-FFF2-40B4-BE49-F238E27FC236}">
                    <a16:creationId xmlns:a16="http://schemas.microsoft.com/office/drawing/2014/main" id="{D2207905-1E51-2594-6A79-F3BA93E7ECC2}"/>
                  </a:ext>
                </a:extLst>
              </p:cNvPr>
              <p:cNvSpPr/>
              <p:nvPr/>
            </p:nvSpPr>
            <p:spPr>
              <a:xfrm>
                <a:off x="1771733" y="7908145"/>
                <a:ext cx="37180" cy="37180"/>
              </a:xfrm>
              <a:custGeom>
                <a:avLst/>
                <a:gdLst>
                  <a:gd name="connsiteX0" fmla="*/ 37443 w 37180"/>
                  <a:gd name="connsiteY0" fmla="*/ 18761 h 37180"/>
                  <a:gd name="connsiteX1" fmla="*/ 18852 w 37180"/>
                  <a:gd name="connsiteY1" fmla="*/ 37352 h 37180"/>
                  <a:gd name="connsiteX2" fmla="*/ 262 w 37180"/>
                  <a:gd name="connsiteY2" fmla="*/ 18761 h 37180"/>
                  <a:gd name="connsiteX3" fmla="*/ 18852 w 37180"/>
                  <a:gd name="connsiteY3" fmla="*/ 171 h 37180"/>
                  <a:gd name="connsiteX4" fmla="*/ 37443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1"/>
                    </a:moveTo>
                    <a:cubicBezTo>
                      <a:pt x="37443" y="29029"/>
                      <a:pt x="29119" y="37352"/>
                      <a:pt x="18852" y="37352"/>
                    </a:cubicBezTo>
                    <a:cubicBezTo>
                      <a:pt x="8585" y="37352"/>
                      <a:pt x="262" y="29029"/>
                      <a:pt x="262" y="18761"/>
                    </a:cubicBezTo>
                    <a:cubicBezTo>
                      <a:pt x="262" y="8494"/>
                      <a:pt x="8585" y="171"/>
                      <a:pt x="18852" y="171"/>
                    </a:cubicBezTo>
                    <a:cubicBezTo>
                      <a:pt x="29119" y="171"/>
                      <a:pt x="37443" y="8494"/>
                      <a:pt x="37443" y="18761"/>
                    </a:cubicBezTo>
                    <a:close/>
                  </a:path>
                </a:pathLst>
              </a:custGeom>
              <a:solidFill>
                <a:srgbClr val="F7D9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0" name="Freeform: Shape 4079">
                <a:extLst>
                  <a:ext uri="{FF2B5EF4-FFF2-40B4-BE49-F238E27FC236}">
                    <a16:creationId xmlns:a16="http://schemas.microsoft.com/office/drawing/2014/main" id="{C5029744-62F5-651A-C169-0B3FBC3E0B7A}"/>
                  </a:ext>
                </a:extLst>
              </p:cNvPr>
              <p:cNvSpPr/>
              <p:nvPr/>
            </p:nvSpPr>
            <p:spPr>
              <a:xfrm>
                <a:off x="1769332" y="7905745"/>
                <a:ext cx="41981" cy="41981"/>
              </a:xfrm>
              <a:custGeom>
                <a:avLst/>
                <a:gdLst>
                  <a:gd name="connsiteX0" fmla="*/ 21252 w 41981"/>
                  <a:gd name="connsiteY0" fmla="*/ 4971 h 41981"/>
                  <a:gd name="connsiteX1" fmla="*/ 37443 w 41981"/>
                  <a:gd name="connsiteY1" fmla="*/ 21162 h 41981"/>
                  <a:gd name="connsiteX2" fmla="*/ 37443 w 41981"/>
                  <a:gd name="connsiteY2" fmla="*/ 21162 h 41981"/>
                  <a:gd name="connsiteX3" fmla="*/ 21252 w 41981"/>
                  <a:gd name="connsiteY3" fmla="*/ 37352 h 41981"/>
                  <a:gd name="connsiteX4" fmla="*/ 5062 w 41981"/>
                  <a:gd name="connsiteY4" fmla="*/ 21162 h 41981"/>
                  <a:gd name="connsiteX5" fmla="*/ 21252 w 41981"/>
                  <a:gd name="connsiteY5" fmla="*/ 4971 h 41981"/>
                  <a:gd name="connsiteX6" fmla="*/ 21252 w 41981"/>
                  <a:gd name="connsiteY6" fmla="*/ 171 h 41981"/>
                  <a:gd name="connsiteX7" fmla="*/ 262 w 41981"/>
                  <a:gd name="connsiteY7" fmla="*/ 21162 h 41981"/>
                  <a:gd name="connsiteX8" fmla="*/ 21252 w 41981"/>
                  <a:gd name="connsiteY8" fmla="*/ 42152 h 41981"/>
                  <a:gd name="connsiteX9" fmla="*/ 42243 w 41981"/>
                  <a:gd name="connsiteY9" fmla="*/ 21162 h 41981"/>
                  <a:gd name="connsiteX10" fmla="*/ 42243 w 41981"/>
                  <a:gd name="connsiteY10" fmla="*/ 21162 h 41981"/>
                  <a:gd name="connsiteX11" fmla="*/ 21252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1"/>
                    </a:moveTo>
                    <a:cubicBezTo>
                      <a:pt x="30194" y="4971"/>
                      <a:pt x="37443" y="12220"/>
                      <a:pt x="37443" y="21162"/>
                    </a:cubicBezTo>
                    <a:lnTo>
                      <a:pt x="37443" y="21162"/>
                    </a:lnTo>
                    <a:cubicBezTo>
                      <a:pt x="37443" y="30103"/>
                      <a:pt x="30194" y="37352"/>
                      <a:pt x="21252" y="37352"/>
                    </a:cubicBezTo>
                    <a:cubicBezTo>
                      <a:pt x="12311" y="37352"/>
                      <a:pt x="5062" y="30103"/>
                      <a:pt x="5062" y="21162"/>
                    </a:cubicBezTo>
                    <a:cubicBezTo>
                      <a:pt x="5062" y="12220"/>
                      <a:pt x="12311" y="4971"/>
                      <a:pt x="21252" y="4971"/>
                    </a:cubicBezTo>
                    <a:close/>
                    <a:moveTo>
                      <a:pt x="21252" y="171"/>
                    </a:moveTo>
                    <a:cubicBezTo>
                      <a:pt x="9660" y="171"/>
                      <a:pt x="262" y="9569"/>
                      <a:pt x="262" y="21162"/>
                    </a:cubicBezTo>
                    <a:cubicBezTo>
                      <a:pt x="262" y="32754"/>
                      <a:pt x="9660" y="42152"/>
                      <a:pt x="21252" y="42152"/>
                    </a:cubicBezTo>
                    <a:cubicBezTo>
                      <a:pt x="32845" y="42152"/>
                      <a:pt x="42243" y="32754"/>
                      <a:pt x="42243" y="21162"/>
                    </a:cubicBezTo>
                    <a:lnTo>
                      <a:pt x="42243" y="21162"/>
                    </a:lnTo>
                    <a:cubicBezTo>
                      <a:pt x="42243" y="9569"/>
                      <a:pt x="32845" y="171"/>
                      <a:pt x="21252"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1" name="Freeform: Shape 4080">
                <a:extLst>
                  <a:ext uri="{FF2B5EF4-FFF2-40B4-BE49-F238E27FC236}">
                    <a16:creationId xmlns:a16="http://schemas.microsoft.com/office/drawing/2014/main" id="{7C8B9F68-613A-E617-DC73-06C411ACB5A0}"/>
                  </a:ext>
                </a:extLst>
              </p:cNvPr>
              <p:cNvSpPr/>
              <p:nvPr/>
            </p:nvSpPr>
            <p:spPr>
              <a:xfrm>
                <a:off x="1808890" y="7883031"/>
                <a:ext cx="37180" cy="37180"/>
              </a:xfrm>
              <a:custGeom>
                <a:avLst/>
                <a:gdLst>
                  <a:gd name="connsiteX0" fmla="*/ 37449 w 37180"/>
                  <a:gd name="connsiteY0" fmla="*/ 18757 h 37180"/>
                  <a:gd name="connsiteX1" fmla="*/ 18859 w 37180"/>
                  <a:gd name="connsiteY1" fmla="*/ 37347 h 37180"/>
                  <a:gd name="connsiteX2" fmla="*/ 268 w 37180"/>
                  <a:gd name="connsiteY2" fmla="*/ 18757 h 37180"/>
                  <a:gd name="connsiteX3" fmla="*/ 18859 w 37180"/>
                  <a:gd name="connsiteY3" fmla="*/ 167 h 37180"/>
                  <a:gd name="connsiteX4" fmla="*/ 37449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7"/>
                    </a:moveTo>
                    <a:cubicBezTo>
                      <a:pt x="37449" y="29024"/>
                      <a:pt x="29126" y="37347"/>
                      <a:pt x="18859" y="37347"/>
                    </a:cubicBezTo>
                    <a:cubicBezTo>
                      <a:pt x="8591" y="37347"/>
                      <a:pt x="268" y="29024"/>
                      <a:pt x="268" y="18757"/>
                    </a:cubicBezTo>
                    <a:cubicBezTo>
                      <a:pt x="268" y="8490"/>
                      <a:pt x="8591" y="167"/>
                      <a:pt x="18859" y="167"/>
                    </a:cubicBezTo>
                    <a:cubicBezTo>
                      <a:pt x="29126" y="167"/>
                      <a:pt x="37449" y="8490"/>
                      <a:pt x="37449" y="18757"/>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2" name="Freeform: Shape 4081">
                <a:extLst>
                  <a:ext uri="{FF2B5EF4-FFF2-40B4-BE49-F238E27FC236}">
                    <a16:creationId xmlns:a16="http://schemas.microsoft.com/office/drawing/2014/main" id="{F092BFF8-A8FB-1C99-4C39-266FBCC96A0E}"/>
                  </a:ext>
                </a:extLst>
              </p:cNvPr>
              <p:cNvSpPr/>
              <p:nvPr/>
            </p:nvSpPr>
            <p:spPr>
              <a:xfrm>
                <a:off x="1806490" y="7880631"/>
                <a:ext cx="41981" cy="41981"/>
              </a:xfrm>
              <a:custGeom>
                <a:avLst/>
                <a:gdLst>
                  <a:gd name="connsiteX0" fmla="*/ 21259 w 41981"/>
                  <a:gd name="connsiteY0" fmla="*/ 4967 h 41981"/>
                  <a:gd name="connsiteX1" fmla="*/ 37449 w 41981"/>
                  <a:gd name="connsiteY1" fmla="*/ 21157 h 41981"/>
                  <a:gd name="connsiteX2" fmla="*/ 37449 w 41981"/>
                  <a:gd name="connsiteY2" fmla="*/ 21157 h 41981"/>
                  <a:gd name="connsiteX3" fmla="*/ 21259 w 41981"/>
                  <a:gd name="connsiteY3" fmla="*/ 37347 h 41981"/>
                  <a:gd name="connsiteX4" fmla="*/ 5069 w 41981"/>
                  <a:gd name="connsiteY4" fmla="*/ 21157 h 41981"/>
                  <a:gd name="connsiteX5" fmla="*/ 21259 w 41981"/>
                  <a:gd name="connsiteY5" fmla="*/ 4967 h 41981"/>
                  <a:gd name="connsiteX6" fmla="*/ 21259 w 41981"/>
                  <a:gd name="connsiteY6" fmla="*/ 167 h 41981"/>
                  <a:gd name="connsiteX7" fmla="*/ 268 w 41981"/>
                  <a:gd name="connsiteY7" fmla="*/ 21157 h 41981"/>
                  <a:gd name="connsiteX8" fmla="*/ 21259 w 41981"/>
                  <a:gd name="connsiteY8" fmla="*/ 42148 h 41981"/>
                  <a:gd name="connsiteX9" fmla="*/ 42249 w 41981"/>
                  <a:gd name="connsiteY9" fmla="*/ 21157 h 41981"/>
                  <a:gd name="connsiteX10" fmla="*/ 42249 w 41981"/>
                  <a:gd name="connsiteY10" fmla="*/ 21157 h 41981"/>
                  <a:gd name="connsiteX11" fmla="*/ 21259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7"/>
                    </a:moveTo>
                    <a:cubicBezTo>
                      <a:pt x="30201" y="4967"/>
                      <a:pt x="37449" y="12215"/>
                      <a:pt x="37449" y="21157"/>
                    </a:cubicBezTo>
                    <a:lnTo>
                      <a:pt x="37449" y="21157"/>
                    </a:lnTo>
                    <a:cubicBezTo>
                      <a:pt x="37449" y="30099"/>
                      <a:pt x="30201" y="37347"/>
                      <a:pt x="21259" y="37347"/>
                    </a:cubicBezTo>
                    <a:cubicBezTo>
                      <a:pt x="12317" y="37347"/>
                      <a:pt x="5069" y="30099"/>
                      <a:pt x="5069" y="21157"/>
                    </a:cubicBezTo>
                    <a:cubicBezTo>
                      <a:pt x="5069" y="12215"/>
                      <a:pt x="12317" y="4967"/>
                      <a:pt x="21259" y="4967"/>
                    </a:cubicBezTo>
                    <a:close/>
                    <a:moveTo>
                      <a:pt x="21259" y="167"/>
                    </a:moveTo>
                    <a:cubicBezTo>
                      <a:pt x="9666" y="167"/>
                      <a:pt x="268" y="9565"/>
                      <a:pt x="268" y="21157"/>
                    </a:cubicBezTo>
                    <a:cubicBezTo>
                      <a:pt x="268" y="32750"/>
                      <a:pt x="9666" y="42148"/>
                      <a:pt x="21259" y="42148"/>
                    </a:cubicBezTo>
                    <a:cubicBezTo>
                      <a:pt x="32851" y="42148"/>
                      <a:pt x="42249" y="32750"/>
                      <a:pt x="42249" y="21157"/>
                    </a:cubicBezTo>
                    <a:lnTo>
                      <a:pt x="42249" y="21157"/>
                    </a:lnTo>
                    <a:cubicBezTo>
                      <a:pt x="42249" y="9565"/>
                      <a:pt x="32851" y="167"/>
                      <a:pt x="21259"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3" name="Freeform: Shape 4082">
                <a:extLst>
                  <a:ext uri="{FF2B5EF4-FFF2-40B4-BE49-F238E27FC236}">
                    <a16:creationId xmlns:a16="http://schemas.microsoft.com/office/drawing/2014/main" id="{A727F592-A10E-4603-C3F4-CE93046D080D}"/>
                  </a:ext>
                </a:extLst>
              </p:cNvPr>
              <p:cNvSpPr/>
              <p:nvPr/>
            </p:nvSpPr>
            <p:spPr>
              <a:xfrm>
                <a:off x="1847863" y="7763626"/>
                <a:ext cx="37180" cy="37180"/>
              </a:xfrm>
              <a:custGeom>
                <a:avLst/>
                <a:gdLst>
                  <a:gd name="connsiteX0" fmla="*/ 37456 w 37180"/>
                  <a:gd name="connsiteY0" fmla="*/ 18736 h 37180"/>
                  <a:gd name="connsiteX1" fmla="*/ 18865 w 37180"/>
                  <a:gd name="connsiteY1" fmla="*/ 37327 h 37180"/>
                  <a:gd name="connsiteX2" fmla="*/ 275 w 37180"/>
                  <a:gd name="connsiteY2" fmla="*/ 18736 h 37180"/>
                  <a:gd name="connsiteX3" fmla="*/ 18865 w 37180"/>
                  <a:gd name="connsiteY3" fmla="*/ 146 h 37180"/>
                  <a:gd name="connsiteX4" fmla="*/ 37456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36"/>
                    </a:moveTo>
                    <a:cubicBezTo>
                      <a:pt x="37456" y="29003"/>
                      <a:pt x="29133" y="37327"/>
                      <a:pt x="18865" y="37327"/>
                    </a:cubicBezTo>
                    <a:cubicBezTo>
                      <a:pt x="8598" y="37327"/>
                      <a:pt x="275" y="29003"/>
                      <a:pt x="275" y="18736"/>
                    </a:cubicBezTo>
                    <a:cubicBezTo>
                      <a:pt x="275" y="8469"/>
                      <a:pt x="8598" y="146"/>
                      <a:pt x="18865" y="146"/>
                    </a:cubicBezTo>
                    <a:cubicBezTo>
                      <a:pt x="29133" y="146"/>
                      <a:pt x="37456" y="8469"/>
                      <a:pt x="37456" y="18736"/>
                    </a:cubicBezTo>
                    <a:close/>
                  </a:path>
                </a:pathLst>
              </a:custGeom>
              <a:solidFill>
                <a:srgbClr val="F7D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4" name="Freeform: Shape 4083">
                <a:extLst>
                  <a:ext uri="{FF2B5EF4-FFF2-40B4-BE49-F238E27FC236}">
                    <a16:creationId xmlns:a16="http://schemas.microsoft.com/office/drawing/2014/main" id="{B7A460B2-1478-7FEB-9D65-AA95BED48AB1}"/>
                  </a:ext>
                </a:extLst>
              </p:cNvPr>
              <p:cNvSpPr/>
              <p:nvPr/>
            </p:nvSpPr>
            <p:spPr>
              <a:xfrm>
                <a:off x="1845462" y="7761226"/>
                <a:ext cx="41981" cy="41981"/>
              </a:xfrm>
              <a:custGeom>
                <a:avLst/>
                <a:gdLst>
                  <a:gd name="connsiteX0" fmla="*/ 21266 w 41981"/>
                  <a:gd name="connsiteY0" fmla="*/ 4946 h 41981"/>
                  <a:gd name="connsiteX1" fmla="*/ 37456 w 41981"/>
                  <a:gd name="connsiteY1" fmla="*/ 21136 h 41981"/>
                  <a:gd name="connsiteX2" fmla="*/ 37456 w 41981"/>
                  <a:gd name="connsiteY2" fmla="*/ 21136 h 41981"/>
                  <a:gd name="connsiteX3" fmla="*/ 21266 w 41981"/>
                  <a:gd name="connsiteY3" fmla="*/ 37327 h 41981"/>
                  <a:gd name="connsiteX4" fmla="*/ 5075 w 41981"/>
                  <a:gd name="connsiteY4" fmla="*/ 21136 h 41981"/>
                  <a:gd name="connsiteX5" fmla="*/ 21266 w 41981"/>
                  <a:gd name="connsiteY5" fmla="*/ 4946 h 41981"/>
                  <a:gd name="connsiteX6" fmla="*/ 21266 w 41981"/>
                  <a:gd name="connsiteY6" fmla="*/ 146 h 41981"/>
                  <a:gd name="connsiteX7" fmla="*/ 275 w 41981"/>
                  <a:gd name="connsiteY7" fmla="*/ 21136 h 41981"/>
                  <a:gd name="connsiteX8" fmla="*/ 21266 w 41981"/>
                  <a:gd name="connsiteY8" fmla="*/ 42127 h 41981"/>
                  <a:gd name="connsiteX9" fmla="*/ 42256 w 41981"/>
                  <a:gd name="connsiteY9" fmla="*/ 21136 h 41981"/>
                  <a:gd name="connsiteX10" fmla="*/ 42256 w 41981"/>
                  <a:gd name="connsiteY10" fmla="*/ 21136 h 41981"/>
                  <a:gd name="connsiteX11" fmla="*/ 21266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46"/>
                    </a:moveTo>
                    <a:cubicBezTo>
                      <a:pt x="30207" y="4946"/>
                      <a:pt x="37456" y="12195"/>
                      <a:pt x="37456" y="21136"/>
                    </a:cubicBezTo>
                    <a:lnTo>
                      <a:pt x="37456" y="21136"/>
                    </a:lnTo>
                    <a:cubicBezTo>
                      <a:pt x="37456" y="30078"/>
                      <a:pt x="30207" y="37327"/>
                      <a:pt x="21266" y="37327"/>
                    </a:cubicBezTo>
                    <a:cubicBezTo>
                      <a:pt x="12324" y="37327"/>
                      <a:pt x="5075" y="30078"/>
                      <a:pt x="5075" y="21136"/>
                    </a:cubicBezTo>
                    <a:cubicBezTo>
                      <a:pt x="5075" y="12195"/>
                      <a:pt x="12324" y="4946"/>
                      <a:pt x="21266" y="4946"/>
                    </a:cubicBezTo>
                    <a:close/>
                    <a:moveTo>
                      <a:pt x="21266" y="146"/>
                    </a:moveTo>
                    <a:cubicBezTo>
                      <a:pt x="9673" y="146"/>
                      <a:pt x="275" y="9544"/>
                      <a:pt x="275" y="21136"/>
                    </a:cubicBezTo>
                    <a:cubicBezTo>
                      <a:pt x="275" y="32729"/>
                      <a:pt x="9673" y="42127"/>
                      <a:pt x="21266" y="42127"/>
                    </a:cubicBezTo>
                    <a:cubicBezTo>
                      <a:pt x="32858" y="42127"/>
                      <a:pt x="42256" y="32729"/>
                      <a:pt x="42256" y="21136"/>
                    </a:cubicBezTo>
                    <a:lnTo>
                      <a:pt x="42256" y="21136"/>
                    </a:lnTo>
                    <a:cubicBezTo>
                      <a:pt x="42256" y="9544"/>
                      <a:pt x="32858" y="146"/>
                      <a:pt x="21266"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5" name="Freeform: Shape 4084">
                <a:extLst>
                  <a:ext uri="{FF2B5EF4-FFF2-40B4-BE49-F238E27FC236}">
                    <a16:creationId xmlns:a16="http://schemas.microsoft.com/office/drawing/2014/main" id="{17B573DE-9A6E-3B3D-A3B8-C0356FEF0F20}"/>
                  </a:ext>
                </a:extLst>
              </p:cNvPr>
              <p:cNvSpPr/>
              <p:nvPr/>
            </p:nvSpPr>
            <p:spPr>
              <a:xfrm>
                <a:off x="1775817" y="7898652"/>
                <a:ext cx="37180" cy="37180"/>
              </a:xfrm>
              <a:custGeom>
                <a:avLst/>
                <a:gdLst>
                  <a:gd name="connsiteX0" fmla="*/ 37443 w 37180"/>
                  <a:gd name="connsiteY0" fmla="*/ 18760 h 37180"/>
                  <a:gd name="connsiteX1" fmla="*/ 18853 w 37180"/>
                  <a:gd name="connsiteY1" fmla="*/ 37350 h 37180"/>
                  <a:gd name="connsiteX2" fmla="*/ 262 w 37180"/>
                  <a:gd name="connsiteY2" fmla="*/ 18760 h 37180"/>
                  <a:gd name="connsiteX3" fmla="*/ 18853 w 37180"/>
                  <a:gd name="connsiteY3" fmla="*/ 169 h 37180"/>
                  <a:gd name="connsiteX4" fmla="*/ 3744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0"/>
                    </a:moveTo>
                    <a:cubicBezTo>
                      <a:pt x="37443" y="29027"/>
                      <a:pt x="29120" y="37350"/>
                      <a:pt x="18853" y="37350"/>
                    </a:cubicBezTo>
                    <a:cubicBezTo>
                      <a:pt x="8586" y="37350"/>
                      <a:pt x="262" y="29027"/>
                      <a:pt x="262" y="18760"/>
                    </a:cubicBezTo>
                    <a:cubicBezTo>
                      <a:pt x="262" y="8492"/>
                      <a:pt x="8586" y="169"/>
                      <a:pt x="18853" y="169"/>
                    </a:cubicBezTo>
                    <a:cubicBezTo>
                      <a:pt x="29120" y="169"/>
                      <a:pt x="37443" y="8492"/>
                      <a:pt x="37443" y="18760"/>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6" name="Freeform: Shape 4085">
                <a:extLst>
                  <a:ext uri="{FF2B5EF4-FFF2-40B4-BE49-F238E27FC236}">
                    <a16:creationId xmlns:a16="http://schemas.microsoft.com/office/drawing/2014/main" id="{04580C5D-BB83-30D0-E466-6C7AAFCDB43F}"/>
                  </a:ext>
                </a:extLst>
              </p:cNvPr>
              <p:cNvSpPr/>
              <p:nvPr/>
            </p:nvSpPr>
            <p:spPr>
              <a:xfrm>
                <a:off x="1773416" y="7896252"/>
                <a:ext cx="41981" cy="41981"/>
              </a:xfrm>
              <a:custGeom>
                <a:avLst/>
                <a:gdLst>
                  <a:gd name="connsiteX0" fmla="*/ 21253 w 41981"/>
                  <a:gd name="connsiteY0" fmla="*/ 4970 h 41981"/>
                  <a:gd name="connsiteX1" fmla="*/ 37443 w 41981"/>
                  <a:gd name="connsiteY1" fmla="*/ 21160 h 41981"/>
                  <a:gd name="connsiteX2" fmla="*/ 37443 w 41981"/>
                  <a:gd name="connsiteY2" fmla="*/ 21160 h 41981"/>
                  <a:gd name="connsiteX3" fmla="*/ 21253 w 41981"/>
                  <a:gd name="connsiteY3" fmla="*/ 37350 h 41981"/>
                  <a:gd name="connsiteX4" fmla="*/ 5063 w 41981"/>
                  <a:gd name="connsiteY4" fmla="*/ 21160 h 41981"/>
                  <a:gd name="connsiteX5" fmla="*/ 21253 w 41981"/>
                  <a:gd name="connsiteY5" fmla="*/ 4970 h 41981"/>
                  <a:gd name="connsiteX6" fmla="*/ 21253 w 41981"/>
                  <a:gd name="connsiteY6" fmla="*/ 169 h 41981"/>
                  <a:gd name="connsiteX7" fmla="*/ 262 w 41981"/>
                  <a:gd name="connsiteY7" fmla="*/ 21160 h 41981"/>
                  <a:gd name="connsiteX8" fmla="*/ 21253 w 41981"/>
                  <a:gd name="connsiteY8" fmla="*/ 42150 h 41981"/>
                  <a:gd name="connsiteX9" fmla="*/ 42244 w 41981"/>
                  <a:gd name="connsiteY9" fmla="*/ 21160 h 41981"/>
                  <a:gd name="connsiteX10" fmla="*/ 42244 w 41981"/>
                  <a:gd name="connsiteY10" fmla="*/ 21160 h 41981"/>
                  <a:gd name="connsiteX11" fmla="*/ 2125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0"/>
                    </a:moveTo>
                    <a:cubicBezTo>
                      <a:pt x="30195" y="4970"/>
                      <a:pt x="37443" y="12218"/>
                      <a:pt x="37443" y="21160"/>
                    </a:cubicBezTo>
                    <a:lnTo>
                      <a:pt x="37443" y="21160"/>
                    </a:lnTo>
                    <a:cubicBezTo>
                      <a:pt x="37443" y="30102"/>
                      <a:pt x="30195" y="37350"/>
                      <a:pt x="21253" y="37350"/>
                    </a:cubicBezTo>
                    <a:cubicBezTo>
                      <a:pt x="12311" y="37350"/>
                      <a:pt x="5063" y="30102"/>
                      <a:pt x="5063" y="21160"/>
                    </a:cubicBezTo>
                    <a:cubicBezTo>
                      <a:pt x="5063" y="12218"/>
                      <a:pt x="12311" y="4970"/>
                      <a:pt x="21253" y="4970"/>
                    </a:cubicBezTo>
                    <a:close/>
                    <a:moveTo>
                      <a:pt x="21253" y="169"/>
                    </a:moveTo>
                    <a:cubicBezTo>
                      <a:pt x="9661" y="169"/>
                      <a:pt x="262" y="9567"/>
                      <a:pt x="262" y="21160"/>
                    </a:cubicBezTo>
                    <a:cubicBezTo>
                      <a:pt x="262" y="32752"/>
                      <a:pt x="9661" y="42150"/>
                      <a:pt x="21253" y="42150"/>
                    </a:cubicBezTo>
                    <a:cubicBezTo>
                      <a:pt x="32846" y="42150"/>
                      <a:pt x="42244" y="32752"/>
                      <a:pt x="42244" y="21160"/>
                    </a:cubicBezTo>
                    <a:lnTo>
                      <a:pt x="42244" y="21160"/>
                    </a:lnTo>
                    <a:cubicBezTo>
                      <a:pt x="42244" y="9567"/>
                      <a:pt x="32846" y="169"/>
                      <a:pt x="21253"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7" name="Freeform: Shape 4086">
                <a:extLst>
                  <a:ext uri="{FF2B5EF4-FFF2-40B4-BE49-F238E27FC236}">
                    <a16:creationId xmlns:a16="http://schemas.microsoft.com/office/drawing/2014/main" id="{58C8D516-01AF-78B7-4B89-27E56AF0B7BC}"/>
                  </a:ext>
                </a:extLst>
              </p:cNvPr>
              <p:cNvSpPr/>
              <p:nvPr/>
            </p:nvSpPr>
            <p:spPr>
              <a:xfrm>
                <a:off x="1831245" y="8078445"/>
                <a:ext cx="37180" cy="37180"/>
              </a:xfrm>
              <a:custGeom>
                <a:avLst/>
                <a:gdLst>
                  <a:gd name="connsiteX0" fmla="*/ 37453 w 37180"/>
                  <a:gd name="connsiteY0" fmla="*/ 18791 h 37180"/>
                  <a:gd name="connsiteX1" fmla="*/ 18863 w 37180"/>
                  <a:gd name="connsiteY1" fmla="*/ 37381 h 37180"/>
                  <a:gd name="connsiteX2" fmla="*/ 272 w 37180"/>
                  <a:gd name="connsiteY2" fmla="*/ 18791 h 37180"/>
                  <a:gd name="connsiteX3" fmla="*/ 18863 w 37180"/>
                  <a:gd name="connsiteY3" fmla="*/ 200 h 37180"/>
                  <a:gd name="connsiteX4" fmla="*/ 37453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91"/>
                    </a:moveTo>
                    <a:cubicBezTo>
                      <a:pt x="37453" y="29058"/>
                      <a:pt x="29130" y="37381"/>
                      <a:pt x="18863" y="37381"/>
                    </a:cubicBezTo>
                    <a:cubicBezTo>
                      <a:pt x="8595" y="37381"/>
                      <a:pt x="272" y="29058"/>
                      <a:pt x="272" y="18791"/>
                    </a:cubicBezTo>
                    <a:cubicBezTo>
                      <a:pt x="272" y="8524"/>
                      <a:pt x="8595" y="200"/>
                      <a:pt x="18863" y="200"/>
                    </a:cubicBezTo>
                    <a:cubicBezTo>
                      <a:pt x="29130" y="200"/>
                      <a:pt x="37453" y="8524"/>
                      <a:pt x="37453" y="18791"/>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8" name="Freeform: Shape 4087">
                <a:extLst>
                  <a:ext uri="{FF2B5EF4-FFF2-40B4-BE49-F238E27FC236}">
                    <a16:creationId xmlns:a16="http://schemas.microsoft.com/office/drawing/2014/main" id="{476E719E-D3A0-DF4A-9720-050BA62C3562}"/>
                  </a:ext>
                </a:extLst>
              </p:cNvPr>
              <p:cNvSpPr/>
              <p:nvPr/>
            </p:nvSpPr>
            <p:spPr>
              <a:xfrm>
                <a:off x="1828845" y="8076045"/>
                <a:ext cx="41981" cy="41981"/>
              </a:xfrm>
              <a:custGeom>
                <a:avLst/>
                <a:gdLst>
                  <a:gd name="connsiteX0" fmla="*/ 21263 w 41981"/>
                  <a:gd name="connsiteY0" fmla="*/ 5001 h 41981"/>
                  <a:gd name="connsiteX1" fmla="*/ 37453 w 41981"/>
                  <a:gd name="connsiteY1" fmla="*/ 21191 h 41981"/>
                  <a:gd name="connsiteX2" fmla="*/ 37453 w 41981"/>
                  <a:gd name="connsiteY2" fmla="*/ 21191 h 41981"/>
                  <a:gd name="connsiteX3" fmla="*/ 21263 w 41981"/>
                  <a:gd name="connsiteY3" fmla="*/ 37381 h 41981"/>
                  <a:gd name="connsiteX4" fmla="*/ 5072 w 41981"/>
                  <a:gd name="connsiteY4" fmla="*/ 21191 h 41981"/>
                  <a:gd name="connsiteX5" fmla="*/ 21263 w 41981"/>
                  <a:gd name="connsiteY5" fmla="*/ 5001 h 41981"/>
                  <a:gd name="connsiteX6" fmla="*/ 21263 w 41981"/>
                  <a:gd name="connsiteY6" fmla="*/ 200 h 41981"/>
                  <a:gd name="connsiteX7" fmla="*/ 272 w 41981"/>
                  <a:gd name="connsiteY7" fmla="*/ 21191 h 41981"/>
                  <a:gd name="connsiteX8" fmla="*/ 21263 w 41981"/>
                  <a:gd name="connsiteY8" fmla="*/ 42182 h 41981"/>
                  <a:gd name="connsiteX9" fmla="*/ 42253 w 41981"/>
                  <a:gd name="connsiteY9" fmla="*/ 21191 h 41981"/>
                  <a:gd name="connsiteX10" fmla="*/ 42253 w 41981"/>
                  <a:gd name="connsiteY10" fmla="*/ 21191 h 41981"/>
                  <a:gd name="connsiteX11" fmla="*/ 21263 w 41981"/>
                  <a:gd name="connsiteY11" fmla="*/ 20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5001"/>
                    </a:moveTo>
                    <a:cubicBezTo>
                      <a:pt x="30205" y="5001"/>
                      <a:pt x="37453" y="12249"/>
                      <a:pt x="37453" y="21191"/>
                    </a:cubicBezTo>
                    <a:lnTo>
                      <a:pt x="37453" y="21191"/>
                    </a:lnTo>
                    <a:cubicBezTo>
                      <a:pt x="37453" y="30133"/>
                      <a:pt x="30205" y="37381"/>
                      <a:pt x="21263" y="37381"/>
                    </a:cubicBezTo>
                    <a:cubicBezTo>
                      <a:pt x="12321" y="37381"/>
                      <a:pt x="5072" y="30133"/>
                      <a:pt x="5072" y="21191"/>
                    </a:cubicBezTo>
                    <a:cubicBezTo>
                      <a:pt x="5072" y="12249"/>
                      <a:pt x="12321" y="5001"/>
                      <a:pt x="21263" y="5001"/>
                    </a:cubicBezTo>
                    <a:close/>
                    <a:moveTo>
                      <a:pt x="21263" y="200"/>
                    </a:moveTo>
                    <a:cubicBezTo>
                      <a:pt x="9670" y="200"/>
                      <a:pt x="272" y="9599"/>
                      <a:pt x="272" y="21191"/>
                    </a:cubicBezTo>
                    <a:cubicBezTo>
                      <a:pt x="272" y="32784"/>
                      <a:pt x="9670" y="42182"/>
                      <a:pt x="21263" y="42182"/>
                    </a:cubicBezTo>
                    <a:cubicBezTo>
                      <a:pt x="32855" y="42182"/>
                      <a:pt x="42253" y="32784"/>
                      <a:pt x="42253" y="21191"/>
                    </a:cubicBezTo>
                    <a:lnTo>
                      <a:pt x="42253" y="21191"/>
                    </a:lnTo>
                    <a:cubicBezTo>
                      <a:pt x="42253" y="9599"/>
                      <a:pt x="32855" y="200"/>
                      <a:pt x="21263" y="20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89" name="Freeform: Shape 4088">
                <a:extLst>
                  <a:ext uri="{FF2B5EF4-FFF2-40B4-BE49-F238E27FC236}">
                    <a16:creationId xmlns:a16="http://schemas.microsoft.com/office/drawing/2014/main" id="{3823C44C-0071-5475-39A0-C3A35E1FF9E0}"/>
                  </a:ext>
                </a:extLst>
              </p:cNvPr>
              <p:cNvSpPr/>
              <p:nvPr/>
            </p:nvSpPr>
            <p:spPr>
              <a:xfrm>
                <a:off x="1767378" y="7809758"/>
                <a:ext cx="37180" cy="37180"/>
              </a:xfrm>
              <a:custGeom>
                <a:avLst/>
                <a:gdLst>
                  <a:gd name="connsiteX0" fmla="*/ 37442 w 37180"/>
                  <a:gd name="connsiteY0" fmla="*/ 18744 h 37180"/>
                  <a:gd name="connsiteX1" fmla="*/ 18851 w 37180"/>
                  <a:gd name="connsiteY1" fmla="*/ 37335 h 37180"/>
                  <a:gd name="connsiteX2" fmla="*/ 261 w 37180"/>
                  <a:gd name="connsiteY2" fmla="*/ 18744 h 37180"/>
                  <a:gd name="connsiteX3" fmla="*/ 18851 w 37180"/>
                  <a:gd name="connsiteY3" fmla="*/ 154 h 37180"/>
                  <a:gd name="connsiteX4" fmla="*/ 37442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44"/>
                    </a:moveTo>
                    <a:cubicBezTo>
                      <a:pt x="37442" y="29011"/>
                      <a:pt x="29119" y="37335"/>
                      <a:pt x="18851" y="37335"/>
                    </a:cubicBezTo>
                    <a:cubicBezTo>
                      <a:pt x="8584" y="37335"/>
                      <a:pt x="261" y="29011"/>
                      <a:pt x="261" y="18744"/>
                    </a:cubicBezTo>
                    <a:cubicBezTo>
                      <a:pt x="261" y="8477"/>
                      <a:pt x="8584" y="154"/>
                      <a:pt x="18851" y="154"/>
                    </a:cubicBezTo>
                    <a:cubicBezTo>
                      <a:pt x="29119" y="154"/>
                      <a:pt x="37442" y="8477"/>
                      <a:pt x="37442" y="18744"/>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0" name="Freeform: Shape 4089">
                <a:extLst>
                  <a:ext uri="{FF2B5EF4-FFF2-40B4-BE49-F238E27FC236}">
                    <a16:creationId xmlns:a16="http://schemas.microsoft.com/office/drawing/2014/main" id="{C53CF7F0-F5C5-2C6D-FA12-3454EE251EAF}"/>
                  </a:ext>
                </a:extLst>
              </p:cNvPr>
              <p:cNvSpPr/>
              <p:nvPr/>
            </p:nvSpPr>
            <p:spPr>
              <a:xfrm>
                <a:off x="1764978" y="7807358"/>
                <a:ext cx="41981" cy="41981"/>
              </a:xfrm>
              <a:custGeom>
                <a:avLst/>
                <a:gdLst>
                  <a:gd name="connsiteX0" fmla="*/ 21252 w 41981"/>
                  <a:gd name="connsiteY0" fmla="*/ 4954 h 41981"/>
                  <a:gd name="connsiteX1" fmla="*/ 37442 w 41981"/>
                  <a:gd name="connsiteY1" fmla="*/ 21144 h 41981"/>
                  <a:gd name="connsiteX2" fmla="*/ 37442 w 41981"/>
                  <a:gd name="connsiteY2" fmla="*/ 21144 h 41981"/>
                  <a:gd name="connsiteX3" fmla="*/ 21252 w 41981"/>
                  <a:gd name="connsiteY3" fmla="*/ 37335 h 41981"/>
                  <a:gd name="connsiteX4" fmla="*/ 5061 w 41981"/>
                  <a:gd name="connsiteY4" fmla="*/ 21144 h 41981"/>
                  <a:gd name="connsiteX5" fmla="*/ 21252 w 41981"/>
                  <a:gd name="connsiteY5" fmla="*/ 4954 h 41981"/>
                  <a:gd name="connsiteX6" fmla="*/ 21252 w 41981"/>
                  <a:gd name="connsiteY6" fmla="*/ 154 h 41981"/>
                  <a:gd name="connsiteX7" fmla="*/ 261 w 41981"/>
                  <a:gd name="connsiteY7" fmla="*/ 21144 h 41981"/>
                  <a:gd name="connsiteX8" fmla="*/ 21252 w 41981"/>
                  <a:gd name="connsiteY8" fmla="*/ 42135 h 41981"/>
                  <a:gd name="connsiteX9" fmla="*/ 42242 w 41981"/>
                  <a:gd name="connsiteY9" fmla="*/ 21144 h 41981"/>
                  <a:gd name="connsiteX10" fmla="*/ 42242 w 41981"/>
                  <a:gd name="connsiteY10" fmla="*/ 21144 h 41981"/>
                  <a:gd name="connsiteX11" fmla="*/ 21252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54"/>
                    </a:moveTo>
                    <a:cubicBezTo>
                      <a:pt x="30193" y="4954"/>
                      <a:pt x="37442" y="12203"/>
                      <a:pt x="37442" y="21144"/>
                    </a:cubicBezTo>
                    <a:lnTo>
                      <a:pt x="37442" y="21144"/>
                    </a:lnTo>
                    <a:cubicBezTo>
                      <a:pt x="37442" y="30086"/>
                      <a:pt x="30193" y="37335"/>
                      <a:pt x="21252" y="37335"/>
                    </a:cubicBezTo>
                    <a:cubicBezTo>
                      <a:pt x="12310" y="37335"/>
                      <a:pt x="5061" y="30086"/>
                      <a:pt x="5061" y="21144"/>
                    </a:cubicBezTo>
                    <a:cubicBezTo>
                      <a:pt x="5061" y="12203"/>
                      <a:pt x="12310" y="4954"/>
                      <a:pt x="21252" y="4954"/>
                    </a:cubicBezTo>
                    <a:close/>
                    <a:moveTo>
                      <a:pt x="21252" y="154"/>
                    </a:moveTo>
                    <a:cubicBezTo>
                      <a:pt x="9659" y="154"/>
                      <a:pt x="261" y="9552"/>
                      <a:pt x="261" y="21144"/>
                    </a:cubicBezTo>
                    <a:cubicBezTo>
                      <a:pt x="261" y="32737"/>
                      <a:pt x="9659" y="42135"/>
                      <a:pt x="21252" y="42135"/>
                    </a:cubicBezTo>
                    <a:cubicBezTo>
                      <a:pt x="32844" y="42135"/>
                      <a:pt x="42242" y="32737"/>
                      <a:pt x="42242" y="21144"/>
                    </a:cubicBezTo>
                    <a:lnTo>
                      <a:pt x="42242" y="21144"/>
                    </a:lnTo>
                    <a:cubicBezTo>
                      <a:pt x="42242" y="9552"/>
                      <a:pt x="32844" y="154"/>
                      <a:pt x="21252"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1" name="Freeform: Shape 4090">
                <a:extLst>
                  <a:ext uri="{FF2B5EF4-FFF2-40B4-BE49-F238E27FC236}">
                    <a16:creationId xmlns:a16="http://schemas.microsoft.com/office/drawing/2014/main" id="{49DAC664-68DC-C2AD-0B66-9D9E885A9DD3}"/>
                  </a:ext>
                </a:extLst>
              </p:cNvPr>
              <p:cNvSpPr/>
              <p:nvPr/>
            </p:nvSpPr>
            <p:spPr>
              <a:xfrm>
                <a:off x="1853916" y="8120597"/>
                <a:ext cx="37180" cy="37180"/>
              </a:xfrm>
              <a:custGeom>
                <a:avLst/>
                <a:gdLst>
                  <a:gd name="connsiteX0" fmla="*/ 37457 w 37180"/>
                  <a:gd name="connsiteY0" fmla="*/ 18798 h 37180"/>
                  <a:gd name="connsiteX1" fmla="*/ 18866 w 37180"/>
                  <a:gd name="connsiteY1" fmla="*/ 37389 h 37180"/>
                  <a:gd name="connsiteX2" fmla="*/ 276 w 37180"/>
                  <a:gd name="connsiteY2" fmla="*/ 18798 h 37180"/>
                  <a:gd name="connsiteX3" fmla="*/ 18866 w 37180"/>
                  <a:gd name="connsiteY3" fmla="*/ 208 h 37180"/>
                  <a:gd name="connsiteX4" fmla="*/ 37457 w 37180"/>
                  <a:gd name="connsiteY4" fmla="*/ 1879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98"/>
                    </a:moveTo>
                    <a:cubicBezTo>
                      <a:pt x="37457" y="29065"/>
                      <a:pt x="29134" y="37389"/>
                      <a:pt x="18866" y="37389"/>
                    </a:cubicBezTo>
                    <a:cubicBezTo>
                      <a:pt x="8599" y="37389"/>
                      <a:pt x="276" y="29065"/>
                      <a:pt x="276" y="18798"/>
                    </a:cubicBezTo>
                    <a:cubicBezTo>
                      <a:pt x="276" y="8531"/>
                      <a:pt x="8599" y="208"/>
                      <a:pt x="18866" y="208"/>
                    </a:cubicBezTo>
                    <a:cubicBezTo>
                      <a:pt x="29134" y="208"/>
                      <a:pt x="37457" y="8531"/>
                      <a:pt x="37457" y="18798"/>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2" name="Freeform: Shape 4091">
                <a:extLst>
                  <a:ext uri="{FF2B5EF4-FFF2-40B4-BE49-F238E27FC236}">
                    <a16:creationId xmlns:a16="http://schemas.microsoft.com/office/drawing/2014/main" id="{4878074B-869A-00A4-6B6B-65501EC7B6D0}"/>
                  </a:ext>
                </a:extLst>
              </p:cNvPr>
              <p:cNvSpPr/>
              <p:nvPr/>
            </p:nvSpPr>
            <p:spPr>
              <a:xfrm>
                <a:off x="1851516" y="8118197"/>
                <a:ext cx="41981" cy="41981"/>
              </a:xfrm>
              <a:custGeom>
                <a:avLst/>
                <a:gdLst>
                  <a:gd name="connsiteX0" fmla="*/ 21267 w 41981"/>
                  <a:gd name="connsiteY0" fmla="*/ 5008 h 41981"/>
                  <a:gd name="connsiteX1" fmla="*/ 37457 w 41981"/>
                  <a:gd name="connsiteY1" fmla="*/ 21198 h 41981"/>
                  <a:gd name="connsiteX2" fmla="*/ 37457 w 41981"/>
                  <a:gd name="connsiteY2" fmla="*/ 21198 h 41981"/>
                  <a:gd name="connsiteX3" fmla="*/ 21267 w 41981"/>
                  <a:gd name="connsiteY3" fmla="*/ 37389 h 41981"/>
                  <a:gd name="connsiteX4" fmla="*/ 5076 w 41981"/>
                  <a:gd name="connsiteY4" fmla="*/ 21198 h 41981"/>
                  <a:gd name="connsiteX5" fmla="*/ 21267 w 41981"/>
                  <a:gd name="connsiteY5" fmla="*/ 5008 h 41981"/>
                  <a:gd name="connsiteX6" fmla="*/ 21267 w 41981"/>
                  <a:gd name="connsiteY6" fmla="*/ 208 h 41981"/>
                  <a:gd name="connsiteX7" fmla="*/ 276 w 41981"/>
                  <a:gd name="connsiteY7" fmla="*/ 21198 h 41981"/>
                  <a:gd name="connsiteX8" fmla="*/ 21267 w 41981"/>
                  <a:gd name="connsiteY8" fmla="*/ 42189 h 41981"/>
                  <a:gd name="connsiteX9" fmla="*/ 42257 w 41981"/>
                  <a:gd name="connsiteY9" fmla="*/ 21198 h 41981"/>
                  <a:gd name="connsiteX10" fmla="*/ 42257 w 41981"/>
                  <a:gd name="connsiteY10" fmla="*/ 21198 h 41981"/>
                  <a:gd name="connsiteX11" fmla="*/ 21267 w 41981"/>
                  <a:gd name="connsiteY11" fmla="*/ 20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5008"/>
                    </a:moveTo>
                    <a:cubicBezTo>
                      <a:pt x="30208" y="5008"/>
                      <a:pt x="37457" y="12257"/>
                      <a:pt x="37457" y="21198"/>
                    </a:cubicBezTo>
                    <a:lnTo>
                      <a:pt x="37457" y="21198"/>
                    </a:lnTo>
                    <a:cubicBezTo>
                      <a:pt x="37457" y="30140"/>
                      <a:pt x="30208" y="37389"/>
                      <a:pt x="21267" y="37389"/>
                    </a:cubicBezTo>
                    <a:cubicBezTo>
                      <a:pt x="12325" y="37389"/>
                      <a:pt x="5076" y="30140"/>
                      <a:pt x="5076" y="21198"/>
                    </a:cubicBezTo>
                    <a:cubicBezTo>
                      <a:pt x="5076" y="12257"/>
                      <a:pt x="12325" y="5008"/>
                      <a:pt x="21267" y="5008"/>
                    </a:cubicBezTo>
                    <a:close/>
                    <a:moveTo>
                      <a:pt x="21267" y="208"/>
                    </a:moveTo>
                    <a:cubicBezTo>
                      <a:pt x="9674" y="208"/>
                      <a:pt x="276" y="9606"/>
                      <a:pt x="276" y="21198"/>
                    </a:cubicBezTo>
                    <a:cubicBezTo>
                      <a:pt x="276" y="32791"/>
                      <a:pt x="9674" y="42189"/>
                      <a:pt x="21267" y="42189"/>
                    </a:cubicBezTo>
                    <a:cubicBezTo>
                      <a:pt x="32859" y="42189"/>
                      <a:pt x="42257" y="32791"/>
                      <a:pt x="42257" y="21198"/>
                    </a:cubicBezTo>
                    <a:lnTo>
                      <a:pt x="42257" y="21198"/>
                    </a:lnTo>
                    <a:cubicBezTo>
                      <a:pt x="42257" y="9606"/>
                      <a:pt x="32859" y="208"/>
                      <a:pt x="21267" y="20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3" name="Freeform: Shape 4092">
                <a:extLst>
                  <a:ext uri="{FF2B5EF4-FFF2-40B4-BE49-F238E27FC236}">
                    <a16:creationId xmlns:a16="http://schemas.microsoft.com/office/drawing/2014/main" id="{7A314640-972A-0D85-3B3C-043F5F365114}"/>
                  </a:ext>
                </a:extLst>
              </p:cNvPr>
              <p:cNvSpPr/>
              <p:nvPr/>
            </p:nvSpPr>
            <p:spPr>
              <a:xfrm>
                <a:off x="1718430" y="8071222"/>
                <a:ext cx="37180" cy="37180"/>
              </a:xfrm>
              <a:custGeom>
                <a:avLst/>
                <a:gdLst>
                  <a:gd name="connsiteX0" fmla="*/ 37433 w 37180"/>
                  <a:gd name="connsiteY0" fmla="*/ 18790 h 37180"/>
                  <a:gd name="connsiteX1" fmla="*/ 18843 w 37180"/>
                  <a:gd name="connsiteY1" fmla="*/ 37380 h 37180"/>
                  <a:gd name="connsiteX2" fmla="*/ 253 w 37180"/>
                  <a:gd name="connsiteY2" fmla="*/ 18790 h 37180"/>
                  <a:gd name="connsiteX3" fmla="*/ 18843 w 37180"/>
                  <a:gd name="connsiteY3" fmla="*/ 199 h 37180"/>
                  <a:gd name="connsiteX4" fmla="*/ 37433 w 37180"/>
                  <a:gd name="connsiteY4" fmla="*/ 1879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90"/>
                    </a:moveTo>
                    <a:cubicBezTo>
                      <a:pt x="37433" y="29057"/>
                      <a:pt x="29110" y="37380"/>
                      <a:pt x="18843" y="37380"/>
                    </a:cubicBezTo>
                    <a:cubicBezTo>
                      <a:pt x="8576" y="37380"/>
                      <a:pt x="253" y="29057"/>
                      <a:pt x="253" y="18790"/>
                    </a:cubicBezTo>
                    <a:cubicBezTo>
                      <a:pt x="253" y="8522"/>
                      <a:pt x="8576" y="199"/>
                      <a:pt x="18843" y="199"/>
                    </a:cubicBezTo>
                    <a:cubicBezTo>
                      <a:pt x="29110" y="199"/>
                      <a:pt x="37433" y="8522"/>
                      <a:pt x="37433" y="18790"/>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4" name="Freeform: Shape 4093">
                <a:extLst>
                  <a:ext uri="{FF2B5EF4-FFF2-40B4-BE49-F238E27FC236}">
                    <a16:creationId xmlns:a16="http://schemas.microsoft.com/office/drawing/2014/main" id="{FA391384-8123-8C18-9F4F-BAF2F2AF0F07}"/>
                  </a:ext>
                </a:extLst>
              </p:cNvPr>
              <p:cNvSpPr/>
              <p:nvPr/>
            </p:nvSpPr>
            <p:spPr>
              <a:xfrm>
                <a:off x="1716029" y="8068822"/>
                <a:ext cx="41981" cy="41981"/>
              </a:xfrm>
              <a:custGeom>
                <a:avLst/>
                <a:gdLst>
                  <a:gd name="connsiteX0" fmla="*/ 21243 w 41981"/>
                  <a:gd name="connsiteY0" fmla="*/ 5000 h 41981"/>
                  <a:gd name="connsiteX1" fmla="*/ 37433 w 41981"/>
                  <a:gd name="connsiteY1" fmla="*/ 21190 h 41981"/>
                  <a:gd name="connsiteX2" fmla="*/ 37433 w 41981"/>
                  <a:gd name="connsiteY2" fmla="*/ 21190 h 41981"/>
                  <a:gd name="connsiteX3" fmla="*/ 21243 w 41981"/>
                  <a:gd name="connsiteY3" fmla="*/ 37380 h 41981"/>
                  <a:gd name="connsiteX4" fmla="*/ 5053 w 41981"/>
                  <a:gd name="connsiteY4" fmla="*/ 21190 h 41981"/>
                  <a:gd name="connsiteX5" fmla="*/ 21243 w 41981"/>
                  <a:gd name="connsiteY5" fmla="*/ 5000 h 41981"/>
                  <a:gd name="connsiteX6" fmla="*/ 21243 w 41981"/>
                  <a:gd name="connsiteY6" fmla="*/ 199 h 41981"/>
                  <a:gd name="connsiteX7" fmla="*/ 253 w 41981"/>
                  <a:gd name="connsiteY7" fmla="*/ 21190 h 41981"/>
                  <a:gd name="connsiteX8" fmla="*/ 21243 w 41981"/>
                  <a:gd name="connsiteY8" fmla="*/ 42180 h 41981"/>
                  <a:gd name="connsiteX9" fmla="*/ 42234 w 41981"/>
                  <a:gd name="connsiteY9" fmla="*/ 21190 h 41981"/>
                  <a:gd name="connsiteX10" fmla="*/ 42234 w 41981"/>
                  <a:gd name="connsiteY10" fmla="*/ 21190 h 41981"/>
                  <a:gd name="connsiteX11" fmla="*/ 21243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5000"/>
                    </a:moveTo>
                    <a:cubicBezTo>
                      <a:pt x="30185" y="5000"/>
                      <a:pt x="37433" y="12248"/>
                      <a:pt x="37433" y="21190"/>
                    </a:cubicBezTo>
                    <a:lnTo>
                      <a:pt x="37433" y="21190"/>
                    </a:lnTo>
                    <a:cubicBezTo>
                      <a:pt x="37433" y="30132"/>
                      <a:pt x="30185" y="37380"/>
                      <a:pt x="21243" y="37380"/>
                    </a:cubicBezTo>
                    <a:cubicBezTo>
                      <a:pt x="12301" y="37380"/>
                      <a:pt x="5053" y="30132"/>
                      <a:pt x="5053" y="21190"/>
                    </a:cubicBezTo>
                    <a:cubicBezTo>
                      <a:pt x="5053" y="12248"/>
                      <a:pt x="12301" y="5000"/>
                      <a:pt x="21243" y="5000"/>
                    </a:cubicBezTo>
                    <a:close/>
                    <a:moveTo>
                      <a:pt x="21243" y="199"/>
                    </a:moveTo>
                    <a:cubicBezTo>
                      <a:pt x="9651" y="199"/>
                      <a:pt x="253" y="9597"/>
                      <a:pt x="253" y="21190"/>
                    </a:cubicBezTo>
                    <a:cubicBezTo>
                      <a:pt x="253" y="32782"/>
                      <a:pt x="9651" y="42180"/>
                      <a:pt x="21243" y="42180"/>
                    </a:cubicBezTo>
                    <a:cubicBezTo>
                      <a:pt x="32836" y="42180"/>
                      <a:pt x="42234" y="32782"/>
                      <a:pt x="42234" y="21190"/>
                    </a:cubicBezTo>
                    <a:lnTo>
                      <a:pt x="42234" y="21190"/>
                    </a:lnTo>
                    <a:cubicBezTo>
                      <a:pt x="42234" y="9597"/>
                      <a:pt x="32836" y="199"/>
                      <a:pt x="21243" y="19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5" name="Freeform: Shape 4094">
                <a:extLst>
                  <a:ext uri="{FF2B5EF4-FFF2-40B4-BE49-F238E27FC236}">
                    <a16:creationId xmlns:a16="http://schemas.microsoft.com/office/drawing/2014/main" id="{4E911751-CCD2-E5D5-85C7-931565C9AE02}"/>
                  </a:ext>
                </a:extLst>
              </p:cNvPr>
              <p:cNvSpPr/>
              <p:nvPr/>
            </p:nvSpPr>
            <p:spPr>
              <a:xfrm>
                <a:off x="1496169" y="7877075"/>
                <a:ext cx="37180" cy="37180"/>
              </a:xfrm>
              <a:custGeom>
                <a:avLst/>
                <a:gdLst>
                  <a:gd name="connsiteX0" fmla="*/ 37395 w 37180"/>
                  <a:gd name="connsiteY0" fmla="*/ 18756 h 37180"/>
                  <a:gd name="connsiteX1" fmla="*/ 18804 w 37180"/>
                  <a:gd name="connsiteY1" fmla="*/ 37346 h 37180"/>
                  <a:gd name="connsiteX2" fmla="*/ 214 w 37180"/>
                  <a:gd name="connsiteY2" fmla="*/ 18756 h 37180"/>
                  <a:gd name="connsiteX3" fmla="*/ 18804 w 37180"/>
                  <a:gd name="connsiteY3" fmla="*/ 166 h 37180"/>
                  <a:gd name="connsiteX4" fmla="*/ 37395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5" y="18756"/>
                    </a:moveTo>
                    <a:cubicBezTo>
                      <a:pt x="37395" y="29023"/>
                      <a:pt x="29072" y="37346"/>
                      <a:pt x="18804" y="37346"/>
                    </a:cubicBezTo>
                    <a:cubicBezTo>
                      <a:pt x="8537" y="37346"/>
                      <a:pt x="214" y="29023"/>
                      <a:pt x="214" y="18756"/>
                    </a:cubicBezTo>
                    <a:cubicBezTo>
                      <a:pt x="214" y="8489"/>
                      <a:pt x="8537" y="166"/>
                      <a:pt x="18804" y="166"/>
                    </a:cubicBezTo>
                    <a:cubicBezTo>
                      <a:pt x="29072" y="166"/>
                      <a:pt x="37395" y="8489"/>
                      <a:pt x="37395" y="18756"/>
                    </a:cubicBezTo>
                    <a:close/>
                  </a:path>
                </a:pathLst>
              </a:custGeom>
              <a:solidFill>
                <a:srgbClr val="F7A53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6" name="Freeform: Shape 4095">
                <a:extLst>
                  <a:ext uri="{FF2B5EF4-FFF2-40B4-BE49-F238E27FC236}">
                    <a16:creationId xmlns:a16="http://schemas.microsoft.com/office/drawing/2014/main" id="{6705DF60-8380-0EC8-991D-96F9045FAA6F}"/>
                  </a:ext>
                </a:extLst>
              </p:cNvPr>
              <p:cNvSpPr/>
              <p:nvPr/>
            </p:nvSpPr>
            <p:spPr>
              <a:xfrm>
                <a:off x="1493768" y="7874675"/>
                <a:ext cx="41981" cy="41981"/>
              </a:xfrm>
              <a:custGeom>
                <a:avLst/>
                <a:gdLst>
                  <a:gd name="connsiteX0" fmla="*/ 21205 w 41981"/>
                  <a:gd name="connsiteY0" fmla="*/ 4966 h 41981"/>
                  <a:gd name="connsiteX1" fmla="*/ 37395 w 41981"/>
                  <a:gd name="connsiteY1" fmla="*/ 21156 h 41981"/>
                  <a:gd name="connsiteX2" fmla="*/ 37395 w 41981"/>
                  <a:gd name="connsiteY2" fmla="*/ 21156 h 41981"/>
                  <a:gd name="connsiteX3" fmla="*/ 21205 w 41981"/>
                  <a:gd name="connsiteY3" fmla="*/ 37346 h 41981"/>
                  <a:gd name="connsiteX4" fmla="*/ 5014 w 41981"/>
                  <a:gd name="connsiteY4" fmla="*/ 21156 h 41981"/>
                  <a:gd name="connsiteX5" fmla="*/ 21205 w 41981"/>
                  <a:gd name="connsiteY5" fmla="*/ 4966 h 41981"/>
                  <a:gd name="connsiteX6" fmla="*/ 21205 w 41981"/>
                  <a:gd name="connsiteY6" fmla="*/ 166 h 41981"/>
                  <a:gd name="connsiteX7" fmla="*/ 214 w 41981"/>
                  <a:gd name="connsiteY7" fmla="*/ 21156 h 41981"/>
                  <a:gd name="connsiteX8" fmla="*/ 21205 w 41981"/>
                  <a:gd name="connsiteY8" fmla="*/ 42147 h 41981"/>
                  <a:gd name="connsiteX9" fmla="*/ 42195 w 41981"/>
                  <a:gd name="connsiteY9" fmla="*/ 21156 h 41981"/>
                  <a:gd name="connsiteX10" fmla="*/ 42195 w 41981"/>
                  <a:gd name="connsiteY10" fmla="*/ 21156 h 41981"/>
                  <a:gd name="connsiteX11" fmla="*/ 21205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5" y="4966"/>
                    </a:moveTo>
                    <a:cubicBezTo>
                      <a:pt x="30146" y="4966"/>
                      <a:pt x="37395" y="12214"/>
                      <a:pt x="37395" y="21156"/>
                    </a:cubicBezTo>
                    <a:lnTo>
                      <a:pt x="37395" y="21156"/>
                    </a:lnTo>
                    <a:cubicBezTo>
                      <a:pt x="37395" y="30098"/>
                      <a:pt x="30146" y="37346"/>
                      <a:pt x="21205" y="37346"/>
                    </a:cubicBezTo>
                    <a:cubicBezTo>
                      <a:pt x="12263" y="37346"/>
                      <a:pt x="5014" y="30098"/>
                      <a:pt x="5014" y="21156"/>
                    </a:cubicBezTo>
                    <a:cubicBezTo>
                      <a:pt x="5014" y="12214"/>
                      <a:pt x="12263" y="4966"/>
                      <a:pt x="21205" y="4966"/>
                    </a:cubicBezTo>
                    <a:close/>
                    <a:moveTo>
                      <a:pt x="21205" y="166"/>
                    </a:moveTo>
                    <a:cubicBezTo>
                      <a:pt x="9612" y="166"/>
                      <a:pt x="214" y="9564"/>
                      <a:pt x="214" y="21156"/>
                    </a:cubicBezTo>
                    <a:cubicBezTo>
                      <a:pt x="214" y="32749"/>
                      <a:pt x="9612" y="42147"/>
                      <a:pt x="21205" y="42147"/>
                    </a:cubicBezTo>
                    <a:cubicBezTo>
                      <a:pt x="32797" y="42147"/>
                      <a:pt x="42195" y="32749"/>
                      <a:pt x="42195" y="21156"/>
                    </a:cubicBezTo>
                    <a:lnTo>
                      <a:pt x="42195" y="21156"/>
                    </a:lnTo>
                    <a:cubicBezTo>
                      <a:pt x="42195" y="9564"/>
                      <a:pt x="32797" y="166"/>
                      <a:pt x="21205"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7" name="Freeform: Shape 4096">
                <a:extLst>
                  <a:ext uri="{FF2B5EF4-FFF2-40B4-BE49-F238E27FC236}">
                    <a16:creationId xmlns:a16="http://schemas.microsoft.com/office/drawing/2014/main" id="{597BC326-D75F-04DF-958B-DE2DB6E95641}"/>
                  </a:ext>
                </a:extLst>
              </p:cNvPr>
              <p:cNvSpPr/>
              <p:nvPr/>
            </p:nvSpPr>
            <p:spPr>
              <a:xfrm>
                <a:off x="1736683" y="7866546"/>
                <a:ext cx="37180" cy="37180"/>
              </a:xfrm>
              <a:custGeom>
                <a:avLst/>
                <a:gdLst>
                  <a:gd name="connsiteX0" fmla="*/ 37436 w 37180"/>
                  <a:gd name="connsiteY0" fmla="*/ 18754 h 37180"/>
                  <a:gd name="connsiteX1" fmla="*/ 18846 w 37180"/>
                  <a:gd name="connsiteY1" fmla="*/ 37345 h 37180"/>
                  <a:gd name="connsiteX2" fmla="*/ 256 w 37180"/>
                  <a:gd name="connsiteY2" fmla="*/ 18754 h 37180"/>
                  <a:gd name="connsiteX3" fmla="*/ 18846 w 37180"/>
                  <a:gd name="connsiteY3" fmla="*/ 164 h 37180"/>
                  <a:gd name="connsiteX4" fmla="*/ 37436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4"/>
                    </a:moveTo>
                    <a:cubicBezTo>
                      <a:pt x="37436" y="29021"/>
                      <a:pt x="29113" y="37345"/>
                      <a:pt x="18846" y="37345"/>
                    </a:cubicBezTo>
                    <a:cubicBezTo>
                      <a:pt x="8579" y="37345"/>
                      <a:pt x="256" y="29021"/>
                      <a:pt x="256" y="18754"/>
                    </a:cubicBezTo>
                    <a:cubicBezTo>
                      <a:pt x="256" y="8487"/>
                      <a:pt x="8579" y="164"/>
                      <a:pt x="18846" y="164"/>
                    </a:cubicBezTo>
                    <a:cubicBezTo>
                      <a:pt x="29113" y="164"/>
                      <a:pt x="37436" y="8487"/>
                      <a:pt x="37436" y="18754"/>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8" name="Freeform: Shape 4097">
                <a:extLst>
                  <a:ext uri="{FF2B5EF4-FFF2-40B4-BE49-F238E27FC236}">
                    <a16:creationId xmlns:a16="http://schemas.microsoft.com/office/drawing/2014/main" id="{F504F54D-7630-9090-CBAA-8078564B1D82}"/>
                  </a:ext>
                </a:extLst>
              </p:cNvPr>
              <p:cNvSpPr/>
              <p:nvPr/>
            </p:nvSpPr>
            <p:spPr>
              <a:xfrm>
                <a:off x="1734283" y="7864146"/>
                <a:ext cx="41981" cy="41981"/>
              </a:xfrm>
              <a:custGeom>
                <a:avLst/>
                <a:gdLst>
                  <a:gd name="connsiteX0" fmla="*/ 21246 w 41981"/>
                  <a:gd name="connsiteY0" fmla="*/ 4964 h 41981"/>
                  <a:gd name="connsiteX1" fmla="*/ 37436 w 41981"/>
                  <a:gd name="connsiteY1" fmla="*/ 21154 h 41981"/>
                  <a:gd name="connsiteX2" fmla="*/ 37436 w 41981"/>
                  <a:gd name="connsiteY2" fmla="*/ 21154 h 41981"/>
                  <a:gd name="connsiteX3" fmla="*/ 21246 w 41981"/>
                  <a:gd name="connsiteY3" fmla="*/ 37345 h 41981"/>
                  <a:gd name="connsiteX4" fmla="*/ 5056 w 41981"/>
                  <a:gd name="connsiteY4" fmla="*/ 21154 h 41981"/>
                  <a:gd name="connsiteX5" fmla="*/ 21246 w 41981"/>
                  <a:gd name="connsiteY5" fmla="*/ 4964 h 41981"/>
                  <a:gd name="connsiteX6" fmla="*/ 21246 w 41981"/>
                  <a:gd name="connsiteY6" fmla="*/ 164 h 41981"/>
                  <a:gd name="connsiteX7" fmla="*/ 256 w 41981"/>
                  <a:gd name="connsiteY7" fmla="*/ 21154 h 41981"/>
                  <a:gd name="connsiteX8" fmla="*/ 21246 w 41981"/>
                  <a:gd name="connsiteY8" fmla="*/ 42145 h 41981"/>
                  <a:gd name="connsiteX9" fmla="*/ 42237 w 41981"/>
                  <a:gd name="connsiteY9" fmla="*/ 21154 h 41981"/>
                  <a:gd name="connsiteX10" fmla="*/ 42237 w 41981"/>
                  <a:gd name="connsiteY10" fmla="*/ 21154 h 41981"/>
                  <a:gd name="connsiteX11" fmla="*/ 21246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64"/>
                    </a:moveTo>
                    <a:cubicBezTo>
                      <a:pt x="30188" y="4964"/>
                      <a:pt x="37436" y="12212"/>
                      <a:pt x="37436" y="21154"/>
                    </a:cubicBezTo>
                    <a:lnTo>
                      <a:pt x="37436" y="21154"/>
                    </a:lnTo>
                    <a:cubicBezTo>
                      <a:pt x="37436" y="30096"/>
                      <a:pt x="30188" y="37345"/>
                      <a:pt x="21246" y="37345"/>
                    </a:cubicBezTo>
                    <a:cubicBezTo>
                      <a:pt x="12304" y="37345"/>
                      <a:pt x="5056" y="30096"/>
                      <a:pt x="5056" y="21154"/>
                    </a:cubicBezTo>
                    <a:cubicBezTo>
                      <a:pt x="5056" y="12212"/>
                      <a:pt x="12304" y="4964"/>
                      <a:pt x="21246" y="4964"/>
                    </a:cubicBezTo>
                    <a:close/>
                    <a:moveTo>
                      <a:pt x="21246" y="164"/>
                    </a:moveTo>
                    <a:cubicBezTo>
                      <a:pt x="9654" y="164"/>
                      <a:pt x="256" y="9562"/>
                      <a:pt x="256" y="21154"/>
                    </a:cubicBezTo>
                    <a:cubicBezTo>
                      <a:pt x="256" y="32747"/>
                      <a:pt x="9654" y="42145"/>
                      <a:pt x="21246" y="42145"/>
                    </a:cubicBezTo>
                    <a:cubicBezTo>
                      <a:pt x="32839" y="42145"/>
                      <a:pt x="42237" y="32747"/>
                      <a:pt x="42237" y="21154"/>
                    </a:cubicBezTo>
                    <a:lnTo>
                      <a:pt x="42237" y="21154"/>
                    </a:lnTo>
                    <a:cubicBezTo>
                      <a:pt x="42237" y="9562"/>
                      <a:pt x="32839" y="164"/>
                      <a:pt x="21246"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099" name="Freeform: Shape 4098">
                <a:extLst>
                  <a:ext uri="{FF2B5EF4-FFF2-40B4-BE49-F238E27FC236}">
                    <a16:creationId xmlns:a16="http://schemas.microsoft.com/office/drawing/2014/main" id="{02035B1C-7B74-C644-23EF-0C6792A879DC}"/>
                  </a:ext>
                </a:extLst>
              </p:cNvPr>
              <p:cNvSpPr/>
              <p:nvPr/>
            </p:nvSpPr>
            <p:spPr>
              <a:xfrm>
                <a:off x="1456563" y="7715507"/>
                <a:ext cx="37180" cy="37180"/>
              </a:xfrm>
              <a:custGeom>
                <a:avLst/>
                <a:gdLst>
                  <a:gd name="connsiteX0" fmla="*/ 37388 w 37180"/>
                  <a:gd name="connsiteY0" fmla="*/ 18728 h 37180"/>
                  <a:gd name="connsiteX1" fmla="*/ 18797 w 37180"/>
                  <a:gd name="connsiteY1" fmla="*/ 37318 h 37180"/>
                  <a:gd name="connsiteX2" fmla="*/ 207 w 37180"/>
                  <a:gd name="connsiteY2" fmla="*/ 18728 h 37180"/>
                  <a:gd name="connsiteX3" fmla="*/ 18797 w 37180"/>
                  <a:gd name="connsiteY3" fmla="*/ 137 h 37180"/>
                  <a:gd name="connsiteX4" fmla="*/ 37388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8" y="18728"/>
                    </a:moveTo>
                    <a:cubicBezTo>
                      <a:pt x="37388" y="28995"/>
                      <a:pt x="29065" y="37318"/>
                      <a:pt x="18797" y="37318"/>
                    </a:cubicBezTo>
                    <a:cubicBezTo>
                      <a:pt x="8530" y="37318"/>
                      <a:pt x="207" y="28995"/>
                      <a:pt x="207" y="18728"/>
                    </a:cubicBezTo>
                    <a:cubicBezTo>
                      <a:pt x="207" y="8461"/>
                      <a:pt x="8530" y="137"/>
                      <a:pt x="18797" y="137"/>
                    </a:cubicBezTo>
                    <a:cubicBezTo>
                      <a:pt x="29065" y="137"/>
                      <a:pt x="37388" y="8461"/>
                      <a:pt x="37388" y="18728"/>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0" name="Freeform: Shape 4099">
                <a:extLst>
                  <a:ext uri="{FF2B5EF4-FFF2-40B4-BE49-F238E27FC236}">
                    <a16:creationId xmlns:a16="http://schemas.microsoft.com/office/drawing/2014/main" id="{08708DDD-3B84-69F7-1859-FF9E38C42A89}"/>
                  </a:ext>
                </a:extLst>
              </p:cNvPr>
              <p:cNvSpPr/>
              <p:nvPr/>
            </p:nvSpPr>
            <p:spPr>
              <a:xfrm>
                <a:off x="1454163" y="7713107"/>
                <a:ext cx="41981" cy="41981"/>
              </a:xfrm>
              <a:custGeom>
                <a:avLst/>
                <a:gdLst>
                  <a:gd name="connsiteX0" fmla="*/ 21198 w 41981"/>
                  <a:gd name="connsiteY0" fmla="*/ 4938 h 41981"/>
                  <a:gd name="connsiteX1" fmla="*/ 37388 w 41981"/>
                  <a:gd name="connsiteY1" fmla="*/ 21128 h 41981"/>
                  <a:gd name="connsiteX2" fmla="*/ 37388 w 41981"/>
                  <a:gd name="connsiteY2" fmla="*/ 21128 h 41981"/>
                  <a:gd name="connsiteX3" fmla="*/ 21198 w 41981"/>
                  <a:gd name="connsiteY3" fmla="*/ 37318 h 41981"/>
                  <a:gd name="connsiteX4" fmla="*/ 5007 w 41981"/>
                  <a:gd name="connsiteY4" fmla="*/ 21128 h 41981"/>
                  <a:gd name="connsiteX5" fmla="*/ 21198 w 41981"/>
                  <a:gd name="connsiteY5" fmla="*/ 4938 h 41981"/>
                  <a:gd name="connsiteX6" fmla="*/ 21198 w 41981"/>
                  <a:gd name="connsiteY6" fmla="*/ 137 h 41981"/>
                  <a:gd name="connsiteX7" fmla="*/ 207 w 41981"/>
                  <a:gd name="connsiteY7" fmla="*/ 21128 h 41981"/>
                  <a:gd name="connsiteX8" fmla="*/ 21198 w 41981"/>
                  <a:gd name="connsiteY8" fmla="*/ 42119 h 41981"/>
                  <a:gd name="connsiteX9" fmla="*/ 42188 w 41981"/>
                  <a:gd name="connsiteY9" fmla="*/ 21128 h 41981"/>
                  <a:gd name="connsiteX10" fmla="*/ 42188 w 41981"/>
                  <a:gd name="connsiteY10" fmla="*/ 21128 h 41981"/>
                  <a:gd name="connsiteX11" fmla="*/ 21198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8" y="4938"/>
                    </a:moveTo>
                    <a:cubicBezTo>
                      <a:pt x="30139" y="4938"/>
                      <a:pt x="37388" y="12186"/>
                      <a:pt x="37388" y="21128"/>
                    </a:cubicBezTo>
                    <a:lnTo>
                      <a:pt x="37388" y="21128"/>
                    </a:lnTo>
                    <a:cubicBezTo>
                      <a:pt x="37388" y="30070"/>
                      <a:pt x="30139" y="37318"/>
                      <a:pt x="21198" y="37318"/>
                    </a:cubicBezTo>
                    <a:cubicBezTo>
                      <a:pt x="12256" y="37318"/>
                      <a:pt x="5007" y="30070"/>
                      <a:pt x="5007" y="21128"/>
                    </a:cubicBezTo>
                    <a:cubicBezTo>
                      <a:pt x="5007" y="12186"/>
                      <a:pt x="12256" y="4938"/>
                      <a:pt x="21198" y="4938"/>
                    </a:cubicBezTo>
                    <a:close/>
                    <a:moveTo>
                      <a:pt x="21198" y="137"/>
                    </a:moveTo>
                    <a:cubicBezTo>
                      <a:pt x="9605" y="137"/>
                      <a:pt x="207" y="9535"/>
                      <a:pt x="207" y="21128"/>
                    </a:cubicBezTo>
                    <a:cubicBezTo>
                      <a:pt x="207" y="32721"/>
                      <a:pt x="9605" y="42119"/>
                      <a:pt x="21198" y="42119"/>
                    </a:cubicBezTo>
                    <a:cubicBezTo>
                      <a:pt x="32790" y="42119"/>
                      <a:pt x="42188" y="32721"/>
                      <a:pt x="42188" y="21128"/>
                    </a:cubicBezTo>
                    <a:lnTo>
                      <a:pt x="42188" y="21128"/>
                    </a:lnTo>
                    <a:cubicBezTo>
                      <a:pt x="42188" y="9535"/>
                      <a:pt x="32790" y="137"/>
                      <a:pt x="21198"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1" name="Freeform: Shape 4100">
                <a:extLst>
                  <a:ext uri="{FF2B5EF4-FFF2-40B4-BE49-F238E27FC236}">
                    <a16:creationId xmlns:a16="http://schemas.microsoft.com/office/drawing/2014/main" id="{193C81E5-9282-BE55-85E4-ABE8BCA44BDF}"/>
                  </a:ext>
                </a:extLst>
              </p:cNvPr>
              <p:cNvSpPr/>
              <p:nvPr/>
            </p:nvSpPr>
            <p:spPr>
              <a:xfrm>
                <a:off x="1842995" y="8027377"/>
                <a:ext cx="37180" cy="37180"/>
              </a:xfrm>
              <a:custGeom>
                <a:avLst/>
                <a:gdLst>
                  <a:gd name="connsiteX0" fmla="*/ 37455 w 37180"/>
                  <a:gd name="connsiteY0" fmla="*/ 18782 h 37180"/>
                  <a:gd name="connsiteX1" fmla="*/ 18865 w 37180"/>
                  <a:gd name="connsiteY1" fmla="*/ 37372 h 37180"/>
                  <a:gd name="connsiteX2" fmla="*/ 274 w 37180"/>
                  <a:gd name="connsiteY2" fmla="*/ 18782 h 37180"/>
                  <a:gd name="connsiteX3" fmla="*/ 18865 w 37180"/>
                  <a:gd name="connsiteY3" fmla="*/ 192 h 37180"/>
                  <a:gd name="connsiteX4" fmla="*/ 37455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82"/>
                    </a:moveTo>
                    <a:cubicBezTo>
                      <a:pt x="37455" y="29049"/>
                      <a:pt x="29132" y="37372"/>
                      <a:pt x="18865" y="37372"/>
                    </a:cubicBezTo>
                    <a:cubicBezTo>
                      <a:pt x="8597" y="37372"/>
                      <a:pt x="274" y="29049"/>
                      <a:pt x="274" y="18782"/>
                    </a:cubicBezTo>
                    <a:cubicBezTo>
                      <a:pt x="274" y="8515"/>
                      <a:pt x="8597" y="192"/>
                      <a:pt x="18865" y="192"/>
                    </a:cubicBezTo>
                    <a:cubicBezTo>
                      <a:pt x="29132" y="192"/>
                      <a:pt x="37455" y="8515"/>
                      <a:pt x="37455" y="18782"/>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2" name="Freeform: Shape 4101">
                <a:extLst>
                  <a:ext uri="{FF2B5EF4-FFF2-40B4-BE49-F238E27FC236}">
                    <a16:creationId xmlns:a16="http://schemas.microsoft.com/office/drawing/2014/main" id="{A0FE4147-70B8-F480-2EE4-177348D51448}"/>
                  </a:ext>
                </a:extLst>
              </p:cNvPr>
              <p:cNvSpPr/>
              <p:nvPr/>
            </p:nvSpPr>
            <p:spPr>
              <a:xfrm>
                <a:off x="1840595" y="8024977"/>
                <a:ext cx="41981" cy="41981"/>
              </a:xfrm>
              <a:custGeom>
                <a:avLst/>
                <a:gdLst>
                  <a:gd name="connsiteX0" fmla="*/ 21265 w 41981"/>
                  <a:gd name="connsiteY0" fmla="*/ 4992 h 41981"/>
                  <a:gd name="connsiteX1" fmla="*/ 37455 w 41981"/>
                  <a:gd name="connsiteY1" fmla="*/ 21182 h 41981"/>
                  <a:gd name="connsiteX2" fmla="*/ 37455 w 41981"/>
                  <a:gd name="connsiteY2" fmla="*/ 21182 h 41981"/>
                  <a:gd name="connsiteX3" fmla="*/ 21265 w 41981"/>
                  <a:gd name="connsiteY3" fmla="*/ 37372 h 41981"/>
                  <a:gd name="connsiteX4" fmla="*/ 5075 w 41981"/>
                  <a:gd name="connsiteY4" fmla="*/ 21182 h 41981"/>
                  <a:gd name="connsiteX5" fmla="*/ 21265 w 41981"/>
                  <a:gd name="connsiteY5" fmla="*/ 4992 h 41981"/>
                  <a:gd name="connsiteX6" fmla="*/ 21265 w 41981"/>
                  <a:gd name="connsiteY6" fmla="*/ 192 h 41981"/>
                  <a:gd name="connsiteX7" fmla="*/ 274 w 41981"/>
                  <a:gd name="connsiteY7" fmla="*/ 21182 h 41981"/>
                  <a:gd name="connsiteX8" fmla="*/ 21265 w 41981"/>
                  <a:gd name="connsiteY8" fmla="*/ 42173 h 41981"/>
                  <a:gd name="connsiteX9" fmla="*/ 42255 w 41981"/>
                  <a:gd name="connsiteY9" fmla="*/ 21182 h 41981"/>
                  <a:gd name="connsiteX10" fmla="*/ 42255 w 41981"/>
                  <a:gd name="connsiteY10" fmla="*/ 21182 h 41981"/>
                  <a:gd name="connsiteX11" fmla="*/ 21265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92"/>
                    </a:moveTo>
                    <a:cubicBezTo>
                      <a:pt x="30207" y="4992"/>
                      <a:pt x="37455" y="12240"/>
                      <a:pt x="37455" y="21182"/>
                    </a:cubicBezTo>
                    <a:lnTo>
                      <a:pt x="37455" y="21182"/>
                    </a:lnTo>
                    <a:cubicBezTo>
                      <a:pt x="37455" y="30124"/>
                      <a:pt x="30207" y="37372"/>
                      <a:pt x="21265" y="37372"/>
                    </a:cubicBezTo>
                    <a:cubicBezTo>
                      <a:pt x="12323" y="37372"/>
                      <a:pt x="5075" y="30124"/>
                      <a:pt x="5075" y="21182"/>
                    </a:cubicBezTo>
                    <a:cubicBezTo>
                      <a:pt x="5075" y="12240"/>
                      <a:pt x="12323" y="4992"/>
                      <a:pt x="21265" y="4992"/>
                    </a:cubicBezTo>
                    <a:close/>
                    <a:moveTo>
                      <a:pt x="21265" y="192"/>
                    </a:moveTo>
                    <a:cubicBezTo>
                      <a:pt x="9672" y="192"/>
                      <a:pt x="274" y="9590"/>
                      <a:pt x="274" y="21182"/>
                    </a:cubicBezTo>
                    <a:cubicBezTo>
                      <a:pt x="274" y="32775"/>
                      <a:pt x="9672" y="42173"/>
                      <a:pt x="21265" y="42173"/>
                    </a:cubicBezTo>
                    <a:cubicBezTo>
                      <a:pt x="32857" y="42173"/>
                      <a:pt x="42255" y="32775"/>
                      <a:pt x="42255" y="21182"/>
                    </a:cubicBezTo>
                    <a:lnTo>
                      <a:pt x="42255" y="21182"/>
                    </a:lnTo>
                    <a:cubicBezTo>
                      <a:pt x="42255" y="9590"/>
                      <a:pt x="32857" y="192"/>
                      <a:pt x="21265"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3" name="Freeform: Shape 4102">
                <a:extLst>
                  <a:ext uri="{FF2B5EF4-FFF2-40B4-BE49-F238E27FC236}">
                    <a16:creationId xmlns:a16="http://schemas.microsoft.com/office/drawing/2014/main" id="{C0151907-3741-0444-DE00-BFF620B3ECA8}"/>
                  </a:ext>
                </a:extLst>
              </p:cNvPr>
              <p:cNvSpPr/>
              <p:nvPr/>
            </p:nvSpPr>
            <p:spPr>
              <a:xfrm>
                <a:off x="1923169" y="7868194"/>
                <a:ext cx="37180" cy="37180"/>
              </a:xfrm>
              <a:custGeom>
                <a:avLst/>
                <a:gdLst>
                  <a:gd name="connsiteX0" fmla="*/ 37469 w 37180"/>
                  <a:gd name="connsiteY0" fmla="*/ 18754 h 37180"/>
                  <a:gd name="connsiteX1" fmla="*/ 18878 w 37180"/>
                  <a:gd name="connsiteY1" fmla="*/ 37345 h 37180"/>
                  <a:gd name="connsiteX2" fmla="*/ 288 w 37180"/>
                  <a:gd name="connsiteY2" fmla="*/ 18754 h 37180"/>
                  <a:gd name="connsiteX3" fmla="*/ 18878 w 37180"/>
                  <a:gd name="connsiteY3" fmla="*/ 164 h 37180"/>
                  <a:gd name="connsiteX4" fmla="*/ 37469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54"/>
                    </a:moveTo>
                    <a:cubicBezTo>
                      <a:pt x="37469" y="29022"/>
                      <a:pt x="29146" y="37345"/>
                      <a:pt x="18878" y="37345"/>
                    </a:cubicBezTo>
                    <a:cubicBezTo>
                      <a:pt x="8611" y="37345"/>
                      <a:pt x="288" y="29022"/>
                      <a:pt x="288" y="18754"/>
                    </a:cubicBezTo>
                    <a:cubicBezTo>
                      <a:pt x="288" y="8487"/>
                      <a:pt x="8611" y="164"/>
                      <a:pt x="18878" y="164"/>
                    </a:cubicBezTo>
                    <a:cubicBezTo>
                      <a:pt x="29146" y="164"/>
                      <a:pt x="37469" y="8487"/>
                      <a:pt x="37469" y="18754"/>
                    </a:cubicBezTo>
                    <a:close/>
                  </a:path>
                </a:pathLst>
              </a:custGeom>
              <a:solidFill>
                <a:srgbClr val="F7A55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4" name="Freeform: Shape 4103">
                <a:extLst>
                  <a:ext uri="{FF2B5EF4-FFF2-40B4-BE49-F238E27FC236}">
                    <a16:creationId xmlns:a16="http://schemas.microsoft.com/office/drawing/2014/main" id="{904A64BE-605C-F785-9B78-031372B91C77}"/>
                  </a:ext>
                </a:extLst>
              </p:cNvPr>
              <p:cNvSpPr/>
              <p:nvPr/>
            </p:nvSpPr>
            <p:spPr>
              <a:xfrm>
                <a:off x="1920769" y="7865793"/>
                <a:ext cx="41981" cy="41981"/>
              </a:xfrm>
              <a:custGeom>
                <a:avLst/>
                <a:gdLst>
                  <a:gd name="connsiteX0" fmla="*/ 21279 w 41981"/>
                  <a:gd name="connsiteY0" fmla="*/ 4964 h 41981"/>
                  <a:gd name="connsiteX1" fmla="*/ 37469 w 41981"/>
                  <a:gd name="connsiteY1" fmla="*/ 21155 h 41981"/>
                  <a:gd name="connsiteX2" fmla="*/ 37469 w 41981"/>
                  <a:gd name="connsiteY2" fmla="*/ 21155 h 41981"/>
                  <a:gd name="connsiteX3" fmla="*/ 21279 w 41981"/>
                  <a:gd name="connsiteY3" fmla="*/ 37345 h 41981"/>
                  <a:gd name="connsiteX4" fmla="*/ 5088 w 41981"/>
                  <a:gd name="connsiteY4" fmla="*/ 21155 h 41981"/>
                  <a:gd name="connsiteX5" fmla="*/ 21279 w 41981"/>
                  <a:gd name="connsiteY5" fmla="*/ 4964 h 41981"/>
                  <a:gd name="connsiteX6" fmla="*/ 21279 w 41981"/>
                  <a:gd name="connsiteY6" fmla="*/ 164 h 41981"/>
                  <a:gd name="connsiteX7" fmla="*/ 288 w 41981"/>
                  <a:gd name="connsiteY7" fmla="*/ 21155 h 41981"/>
                  <a:gd name="connsiteX8" fmla="*/ 21279 w 41981"/>
                  <a:gd name="connsiteY8" fmla="*/ 42145 h 41981"/>
                  <a:gd name="connsiteX9" fmla="*/ 42269 w 41981"/>
                  <a:gd name="connsiteY9" fmla="*/ 21155 h 41981"/>
                  <a:gd name="connsiteX10" fmla="*/ 42269 w 41981"/>
                  <a:gd name="connsiteY10" fmla="*/ 21155 h 41981"/>
                  <a:gd name="connsiteX11" fmla="*/ 21279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64"/>
                    </a:moveTo>
                    <a:cubicBezTo>
                      <a:pt x="30220" y="4964"/>
                      <a:pt x="37469" y="12213"/>
                      <a:pt x="37469" y="21155"/>
                    </a:cubicBezTo>
                    <a:lnTo>
                      <a:pt x="37469" y="21155"/>
                    </a:lnTo>
                    <a:cubicBezTo>
                      <a:pt x="37469" y="30096"/>
                      <a:pt x="30220" y="37345"/>
                      <a:pt x="21279" y="37345"/>
                    </a:cubicBezTo>
                    <a:cubicBezTo>
                      <a:pt x="12337" y="37345"/>
                      <a:pt x="5088" y="30096"/>
                      <a:pt x="5088" y="21155"/>
                    </a:cubicBezTo>
                    <a:cubicBezTo>
                      <a:pt x="5088" y="12213"/>
                      <a:pt x="12337" y="4964"/>
                      <a:pt x="21279" y="4964"/>
                    </a:cubicBezTo>
                    <a:close/>
                    <a:moveTo>
                      <a:pt x="21279" y="164"/>
                    </a:moveTo>
                    <a:cubicBezTo>
                      <a:pt x="9686" y="164"/>
                      <a:pt x="288" y="9562"/>
                      <a:pt x="288" y="21155"/>
                    </a:cubicBezTo>
                    <a:cubicBezTo>
                      <a:pt x="288" y="32747"/>
                      <a:pt x="9686" y="42145"/>
                      <a:pt x="21279" y="42145"/>
                    </a:cubicBezTo>
                    <a:cubicBezTo>
                      <a:pt x="32871" y="42145"/>
                      <a:pt x="42269" y="32747"/>
                      <a:pt x="42269" y="21155"/>
                    </a:cubicBezTo>
                    <a:lnTo>
                      <a:pt x="42269" y="21155"/>
                    </a:lnTo>
                    <a:cubicBezTo>
                      <a:pt x="42269" y="9562"/>
                      <a:pt x="32871" y="164"/>
                      <a:pt x="21279"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5" name="Freeform: Shape 4104">
                <a:extLst>
                  <a:ext uri="{FF2B5EF4-FFF2-40B4-BE49-F238E27FC236}">
                    <a16:creationId xmlns:a16="http://schemas.microsoft.com/office/drawing/2014/main" id="{C7667D29-7D5B-060B-30CC-7C43239CA399}"/>
                  </a:ext>
                </a:extLst>
              </p:cNvPr>
              <p:cNvSpPr/>
              <p:nvPr/>
            </p:nvSpPr>
            <p:spPr>
              <a:xfrm>
                <a:off x="1867314" y="8079591"/>
                <a:ext cx="37180" cy="37180"/>
              </a:xfrm>
              <a:custGeom>
                <a:avLst/>
                <a:gdLst>
                  <a:gd name="connsiteX0" fmla="*/ 37459 w 37180"/>
                  <a:gd name="connsiteY0" fmla="*/ 18791 h 37180"/>
                  <a:gd name="connsiteX1" fmla="*/ 18869 w 37180"/>
                  <a:gd name="connsiteY1" fmla="*/ 37381 h 37180"/>
                  <a:gd name="connsiteX2" fmla="*/ 278 w 37180"/>
                  <a:gd name="connsiteY2" fmla="*/ 18791 h 37180"/>
                  <a:gd name="connsiteX3" fmla="*/ 18869 w 37180"/>
                  <a:gd name="connsiteY3" fmla="*/ 201 h 37180"/>
                  <a:gd name="connsiteX4" fmla="*/ 37459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91"/>
                    </a:moveTo>
                    <a:cubicBezTo>
                      <a:pt x="37459" y="29058"/>
                      <a:pt x="29136" y="37381"/>
                      <a:pt x="18869" y="37381"/>
                    </a:cubicBezTo>
                    <a:cubicBezTo>
                      <a:pt x="8602" y="37381"/>
                      <a:pt x="278" y="29058"/>
                      <a:pt x="278" y="18791"/>
                    </a:cubicBezTo>
                    <a:cubicBezTo>
                      <a:pt x="278" y="8524"/>
                      <a:pt x="8602" y="201"/>
                      <a:pt x="18869" y="201"/>
                    </a:cubicBezTo>
                    <a:cubicBezTo>
                      <a:pt x="29136" y="201"/>
                      <a:pt x="37459" y="8524"/>
                      <a:pt x="37459" y="18791"/>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6" name="Freeform: Shape 4105">
                <a:extLst>
                  <a:ext uri="{FF2B5EF4-FFF2-40B4-BE49-F238E27FC236}">
                    <a16:creationId xmlns:a16="http://schemas.microsoft.com/office/drawing/2014/main" id="{1BEC135E-3CF1-6D61-4239-32E3565EFB4E}"/>
                  </a:ext>
                </a:extLst>
              </p:cNvPr>
              <p:cNvSpPr/>
              <p:nvPr/>
            </p:nvSpPr>
            <p:spPr>
              <a:xfrm>
                <a:off x="1864914" y="8077191"/>
                <a:ext cx="41981" cy="41981"/>
              </a:xfrm>
              <a:custGeom>
                <a:avLst/>
                <a:gdLst>
                  <a:gd name="connsiteX0" fmla="*/ 21269 w 41981"/>
                  <a:gd name="connsiteY0" fmla="*/ 5001 h 41981"/>
                  <a:gd name="connsiteX1" fmla="*/ 37459 w 41981"/>
                  <a:gd name="connsiteY1" fmla="*/ 21191 h 41981"/>
                  <a:gd name="connsiteX2" fmla="*/ 37459 w 41981"/>
                  <a:gd name="connsiteY2" fmla="*/ 21191 h 41981"/>
                  <a:gd name="connsiteX3" fmla="*/ 21269 w 41981"/>
                  <a:gd name="connsiteY3" fmla="*/ 37381 h 41981"/>
                  <a:gd name="connsiteX4" fmla="*/ 5079 w 41981"/>
                  <a:gd name="connsiteY4" fmla="*/ 21191 h 41981"/>
                  <a:gd name="connsiteX5" fmla="*/ 21269 w 41981"/>
                  <a:gd name="connsiteY5" fmla="*/ 5001 h 41981"/>
                  <a:gd name="connsiteX6" fmla="*/ 21269 w 41981"/>
                  <a:gd name="connsiteY6" fmla="*/ 201 h 41981"/>
                  <a:gd name="connsiteX7" fmla="*/ 278 w 41981"/>
                  <a:gd name="connsiteY7" fmla="*/ 21191 h 41981"/>
                  <a:gd name="connsiteX8" fmla="*/ 21269 w 41981"/>
                  <a:gd name="connsiteY8" fmla="*/ 42182 h 41981"/>
                  <a:gd name="connsiteX9" fmla="*/ 42260 w 41981"/>
                  <a:gd name="connsiteY9" fmla="*/ 21191 h 41981"/>
                  <a:gd name="connsiteX10" fmla="*/ 42260 w 41981"/>
                  <a:gd name="connsiteY10" fmla="*/ 21191 h 41981"/>
                  <a:gd name="connsiteX11" fmla="*/ 21269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5001"/>
                    </a:moveTo>
                    <a:cubicBezTo>
                      <a:pt x="30211" y="5001"/>
                      <a:pt x="37459" y="12249"/>
                      <a:pt x="37459" y="21191"/>
                    </a:cubicBezTo>
                    <a:lnTo>
                      <a:pt x="37459" y="21191"/>
                    </a:lnTo>
                    <a:cubicBezTo>
                      <a:pt x="37459" y="30133"/>
                      <a:pt x="30211" y="37381"/>
                      <a:pt x="21269" y="37381"/>
                    </a:cubicBezTo>
                    <a:cubicBezTo>
                      <a:pt x="12327" y="37381"/>
                      <a:pt x="5079" y="30133"/>
                      <a:pt x="5079" y="21191"/>
                    </a:cubicBezTo>
                    <a:cubicBezTo>
                      <a:pt x="5079" y="12249"/>
                      <a:pt x="12327" y="5001"/>
                      <a:pt x="21269" y="5001"/>
                    </a:cubicBezTo>
                    <a:close/>
                    <a:moveTo>
                      <a:pt x="21269" y="201"/>
                    </a:moveTo>
                    <a:cubicBezTo>
                      <a:pt x="9676" y="201"/>
                      <a:pt x="278" y="9599"/>
                      <a:pt x="278" y="21191"/>
                    </a:cubicBezTo>
                    <a:cubicBezTo>
                      <a:pt x="278" y="32784"/>
                      <a:pt x="9676" y="42182"/>
                      <a:pt x="21269" y="42182"/>
                    </a:cubicBezTo>
                    <a:cubicBezTo>
                      <a:pt x="32862" y="42182"/>
                      <a:pt x="42260" y="32784"/>
                      <a:pt x="42260" y="21191"/>
                    </a:cubicBezTo>
                    <a:lnTo>
                      <a:pt x="42260" y="21191"/>
                    </a:lnTo>
                    <a:cubicBezTo>
                      <a:pt x="42260" y="9599"/>
                      <a:pt x="32862" y="201"/>
                      <a:pt x="21269"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7" name="Freeform: Shape 4106">
                <a:extLst>
                  <a:ext uri="{FF2B5EF4-FFF2-40B4-BE49-F238E27FC236}">
                    <a16:creationId xmlns:a16="http://schemas.microsoft.com/office/drawing/2014/main" id="{31001461-CE4D-73A3-BF2E-0E762AE351A0}"/>
                  </a:ext>
                </a:extLst>
              </p:cNvPr>
              <p:cNvSpPr/>
              <p:nvPr/>
            </p:nvSpPr>
            <p:spPr>
              <a:xfrm>
                <a:off x="1773127" y="7897443"/>
                <a:ext cx="37180" cy="37180"/>
              </a:xfrm>
              <a:custGeom>
                <a:avLst/>
                <a:gdLst>
                  <a:gd name="connsiteX0" fmla="*/ 37443 w 37180"/>
                  <a:gd name="connsiteY0" fmla="*/ 18759 h 37180"/>
                  <a:gd name="connsiteX1" fmla="*/ 18852 w 37180"/>
                  <a:gd name="connsiteY1" fmla="*/ 37350 h 37180"/>
                  <a:gd name="connsiteX2" fmla="*/ 262 w 37180"/>
                  <a:gd name="connsiteY2" fmla="*/ 18759 h 37180"/>
                  <a:gd name="connsiteX3" fmla="*/ 18852 w 37180"/>
                  <a:gd name="connsiteY3" fmla="*/ 169 h 37180"/>
                  <a:gd name="connsiteX4" fmla="*/ 3744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9"/>
                    </a:moveTo>
                    <a:cubicBezTo>
                      <a:pt x="37443" y="29027"/>
                      <a:pt x="29120" y="37350"/>
                      <a:pt x="18852" y="37350"/>
                    </a:cubicBezTo>
                    <a:cubicBezTo>
                      <a:pt x="8585" y="37350"/>
                      <a:pt x="262" y="29027"/>
                      <a:pt x="262" y="18759"/>
                    </a:cubicBezTo>
                    <a:cubicBezTo>
                      <a:pt x="262" y="8492"/>
                      <a:pt x="8585" y="169"/>
                      <a:pt x="18852" y="169"/>
                    </a:cubicBezTo>
                    <a:cubicBezTo>
                      <a:pt x="29120" y="169"/>
                      <a:pt x="37443" y="8492"/>
                      <a:pt x="37443" y="18759"/>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8" name="Freeform: Shape 4107">
                <a:extLst>
                  <a:ext uri="{FF2B5EF4-FFF2-40B4-BE49-F238E27FC236}">
                    <a16:creationId xmlns:a16="http://schemas.microsoft.com/office/drawing/2014/main" id="{BE23C96B-F310-A736-37E6-CAA6469C83BF}"/>
                  </a:ext>
                </a:extLst>
              </p:cNvPr>
              <p:cNvSpPr/>
              <p:nvPr/>
            </p:nvSpPr>
            <p:spPr>
              <a:xfrm>
                <a:off x="1770726" y="7895043"/>
                <a:ext cx="41981" cy="41981"/>
              </a:xfrm>
              <a:custGeom>
                <a:avLst/>
                <a:gdLst>
                  <a:gd name="connsiteX0" fmla="*/ 21253 w 41981"/>
                  <a:gd name="connsiteY0" fmla="*/ 4969 h 41981"/>
                  <a:gd name="connsiteX1" fmla="*/ 37443 w 41981"/>
                  <a:gd name="connsiteY1" fmla="*/ 21160 h 41981"/>
                  <a:gd name="connsiteX2" fmla="*/ 37443 w 41981"/>
                  <a:gd name="connsiteY2" fmla="*/ 21160 h 41981"/>
                  <a:gd name="connsiteX3" fmla="*/ 21253 w 41981"/>
                  <a:gd name="connsiteY3" fmla="*/ 37350 h 41981"/>
                  <a:gd name="connsiteX4" fmla="*/ 5062 w 41981"/>
                  <a:gd name="connsiteY4" fmla="*/ 21160 h 41981"/>
                  <a:gd name="connsiteX5" fmla="*/ 21253 w 41981"/>
                  <a:gd name="connsiteY5" fmla="*/ 4969 h 41981"/>
                  <a:gd name="connsiteX6" fmla="*/ 21253 w 41981"/>
                  <a:gd name="connsiteY6" fmla="*/ 169 h 41981"/>
                  <a:gd name="connsiteX7" fmla="*/ 262 w 41981"/>
                  <a:gd name="connsiteY7" fmla="*/ 21160 h 41981"/>
                  <a:gd name="connsiteX8" fmla="*/ 21253 w 41981"/>
                  <a:gd name="connsiteY8" fmla="*/ 42150 h 41981"/>
                  <a:gd name="connsiteX9" fmla="*/ 42243 w 41981"/>
                  <a:gd name="connsiteY9" fmla="*/ 21160 h 41981"/>
                  <a:gd name="connsiteX10" fmla="*/ 42243 w 41981"/>
                  <a:gd name="connsiteY10" fmla="*/ 21160 h 41981"/>
                  <a:gd name="connsiteX11" fmla="*/ 2125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9"/>
                    </a:moveTo>
                    <a:cubicBezTo>
                      <a:pt x="30194" y="4969"/>
                      <a:pt x="37443" y="12218"/>
                      <a:pt x="37443" y="21160"/>
                    </a:cubicBezTo>
                    <a:lnTo>
                      <a:pt x="37443" y="21160"/>
                    </a:lnTo>
                    <a:cubicBezTo>
                      <a:pt x="37443" y="30101"/>
                      <a:pt x="30194" y="37350"/>
                      <a:pt x="21253" y="37350"/>
                    </a:cubicBezTo>
                    <a:cubicBezTo>
                      <a:pt x="12311" y="37350"/>
                      <a:pt x="5062" y="30101"/>
                      <a:pt x="5062" y="21160"/>
                    </a:cubicBezTo>
                    <a:cubicBezTo>
                      <a:pt x="5062" y="12218"/>
                      <a:pt x="12311" y="4969"/>
                      <a:pt x="21253" y="4969"/>
                    </a:cubicBezTo>
                    <a:close/>
                    <a:moveTo>
                      <a:pt x="21253" y="169"/>
                    </a:moveTo>
                    <a:cubicBezTo>
                      <a:pt x="9660" y="169"/>
                      <a:pt x="262" y="9567"/>
                      <a:pt x="262" y="21160"/>
                    </a:cubicBezTo>
                    <a:cubicBezTo>
                      <a:pt x="262" y="32752"/>
                      <a:pt x="9660" y="42150"/>
                      <a:pt x="21253" y="42150"/>
                    </a:cubicBezTo>
                    <a:cubicBezTo>
                      <a:pt x="32845" y="42150"/>
                      <a:pt x="42243" y="32752"/>
                      <a:pt x="42243" y="21160"/>
                    </a:cubicBezTo>
                    <a:lnTo>
                      <a:pt x="42243" y="21160"/>
                    </a:lnTo>
                    <a:cubicBezTo>
                      <a:pt x="42243" y="9567"/>
                      <a:pt x="32845" y="169"/>
                      <a:pt x="21253"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09" name="Freeform: Shape 4108">
                <a:extLst>
                  <a:ext uri="{FF2B5EF4-FFF2-40B4-BE49-F238E27FC236}">
                    <a16:creationId xmlns:a16="http://schemas.microsoft.com/office/drawing/2014/main" id="{28504639-9DFA-4A6E-9101-E9413DFBC0DA}"/>
                  </a:ext>
                </a:extLst>
              </p:cNvPr>
              <p:cNvSpPr/>
              <p:nvPr/>
            </p:nvSpPr>
            <p:spPr>
              <a:xfrm>
                <a:off x="1764550" y="7910328"/>
                <a:ext cx="37180" cy="37180"/>
              </a:xfrm>
              <a:custGeom>
                <a:avLst/>
                <a:gdLst>
                  <a:gd name="connsiteX0" fmla="*/ 37441 w 37180"/>
                  <a:gd name="connsiteY0" fmla="*/ 18762 h 37180"/>
                  <a:gd name="connsiteX1" fmla="*/ 18851 w 37180"/>
                  <a:gd name="connsiteY1" fmla="*/ 37352 h 37180"/>
                  <a:gd name="connsiteX2" fmla="*/ 261 w 37180"/>
                  <a:gd name="connsiteY2" fmla="*/ 18762 h 37180"/>
                  <a:gd name="connsiteX3" fmla="*/ 18851 w 37180"/>
                  <a:gd name="connsiteY3" fmla="*/ 171 h 37180"/>
                  <a:gd name="connsiteX4" fmla="*/ 3744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2"/>
                    </a:moveTo>
                    <a:cubicBezTo>
                      <a:pt x="37441" y="29029"/>
                      <a:pt x="29118" y="37352"/>
                      <a:pt x="18851" y="37352"/>
                    </a:cubicBezTo>
                    <a:cubicBezTo>
                      <a:pt x="8584" y="37352"/>
                      <a:pt x="261" y="29029"/>
                      <a:pt x="261" y="18762"/>
                    </a:cubicBezTo>
                    <a:cubicBezTo>
                      <a:pt x="261" y="8495"/>
                      <a:pt x="8584" y="171"/>
                      <a:pt x="18851" y="171"/>
                    </a:cubicBezTo>
                    <a:cubicBezTo>
                      <a:pt x="29118" y="171"/>
                      <a:pt x="37441" y="8495"/>
                      <a:pt x="37441" y="18762"/>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0" name="Freeform: Shape 4109">
                <a:extLst>
                  <a:ext uri="{FF2B5EF4-FFF2-40B4-BE49-F238E27FC236}">
                    <a16:creationId xmlns:a16="http://schemas.microsoft.com/office/drawing/2014/main" id="{6C38B612-F346-21B2-C3C2-EBC0DD164A90}"/>
                  </a:ext>
                </a:extLst>
              </p:cNvPr>
              <p:cNvSpPr/>
              <p:nvPr/>
            </p:nvSpPr>
            <p:spPr>
              <a:xfrm>
                <a:off x="1762150" y="7907928"/>
                <a:ext cx="41981" cy="41981"/>
              </a:xfrm>
              <a:custGeom>
                <a:avLst/>
                <a:gdLst>
                  <a:gd name="connsiteX0" fmla="*/ 21251 w 41981"/>
                  <a:gd name="connsiteY0" fmla="*/ 4972 h 41981"/>
                  <a:gd name="connsiteX1" fmla="*/ 37441 w 41981"/>
                  <a:gd name="connsiteY1" fmla="*/ 21162 h 41981"/>
                  <a:gd name="connsiteX2" fmla="*/ 37441 w 41981"/>
                  <a:gd name="connsiteY2" fmla="*/ 21162 h 41981"/>
                  <a:gd name="connsiteX3" fmla="*/ 21251 w 41981"/>
                  <a:gd name="connsiteY3" fmla="*/ 37352 h 41981"/>
                  <a:gd name="connsiteX4" fmla="*/ 5061 w 41981"/>
                  <a:gd name="connsiteY4" fmla="*/ 21162 h 41981"/>
                  <a:gd name="connsiteX5" fmla="*/ 21251 w 41981"/>
                  <a:gd name="connsiteY5" fmla="*/ 4972 h 41981"/>
                  <a:gd name="connsiteX6" fmla="*/ 21251 w 41981"/>
                  <a:gd name="connsiteY6" fmla="*/ 171 h 41981"/>
                  <a:gd name="connsiteX7" fmla="*/ 261 w 41981"/>
                  <a:gd name="connsiteY7" fmla="*/ 21162 h 41981"/>
                  <a:gd name="connsiteX8" fmla="*/ 21251 w 41981"/>
                  <a:gd name="connsiteY8" fmla="*/ 42152 h 41981"/>
                  <a:gd name="connsiteX9" fmla="*/ 42242 w 41981"/>
                  <a:gd name="connsiteY9" fmla="*/ 21162 h 41981"/>
                  <a:gd name="connsiteX10" fmla="*/ 42242 w 41981"/>
                  <a:gd name="connsiteY10" fmla="*/ 21162 h 41981"/>
                  <a:gd name="connsiteX11" fmla="*/ 2125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2"/>
                    </a:moveTo>
                    <a:cubicBezTo>
                      <a:pt x="30193" y="4972"/>
                      <a:pt x="37441" y="12220"/>
                      <a:pt x="37441" y="21162"/>
                    </a:cubicBezTo>
                    <a:lnTo>
                      <a:pt x="37441" y="21162"/>
                    </a:lnTo>
                    <a:cubicBezTo>
                      <a:pt x="37441" y="30104"/>
                      <a:pt x="30193" y="37352"/>
                      <a:pt x="21251" y="37352"/>
                    </a:cubicBezTo>
                    <a:cubicBezTo>
                      <a:pt x="12309" y="37352"/>
                      <a:pt x="5061" y="30104"/>
                      <a:pt x="5061" y="21162"/>
                    </a:cubicBezTo>
                    <a:cubicBezTo>
                      <a:pt x="5061" y="12220"/>
                      <a:pt x="12309" y="4972"/>
                      <a:pt x="21251" y="4972"/>
                    </a:cubicBezTo>
                    <a:close/>
                    <a:moveTo>
                      <a:pt x="21251" y="171"/>
                    </a:moveTo>
                    <a:cubicBezTo>
                      <a:pt x="9659" y="171"/>
                      <a:pt x="261" y="9569"/>
                      <a:pt x="261" y="21162"/>
                    </a:cubicBezTo>
                    <a:cubicBezTo>
                      <a:pt x="261" y="32754"/>
                      <a:pt x="9659" y="42152"/>
                      <a:pt x="21251" y="42152"/>
                    </a:cubicBezTo>
                    <a:cubicBezTo>
                      <a:pt x="32844" y="42152"/>
                      <a:pt x="42242" y="32754"/>
                      <a:pt x="42242" y="21162"/>
                    </a:cubicBezTo>
                    <a:lnTo>
                      <a:pt x="42242" y="21162"/>
                    </a:lnTo>
                    <a:cubicBezTo>
                      <a:pt x="42242" y="9569"/>
                      <a:pt x="32844" y="171"/>
                      <a:pt x="21251"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1" name="Freeform: Shape 4110">
                <a:extLst>
                  <a:ext uri="{FF2B5EF4-FFF2-40B4-BE49-F238E27FC236}">
                    <a16:creationId xmlns:a16="http://schemas.microsoft.com/office/drawing/2014/main" id="{1BE92888-BE1B-7F43-B526-44EBFFF2CE5A}"/>
                  </a:ext>
                </a:extLst>
              </p:cNvPr>
              <p:cNvSpPr/>
              <p:nvPr/>
            </p:nvSpPr>
            <p:spPr>
              <a:xfrm>
                <a:off x="1851658" y="8000138"/>
                <a:ext cx="37180" cy="37180"/>
              </a:xfrm>
              <a:custGeom>
                <a:avLst/>
                <a:gdLst>
                  <a:gd name="connsiteX0" fmla="*/ 37456 w 37180"/>
                  <a:gd name="connsiteY0" fmla="*/ 18777 h 37180"/>
                  <a:gd name="connsiteX1" fmla="*/ 18866 w 37180"/>
                  <a:gd name="connsiteY1" fmla="*/ 37368 h 37180"/>
                  <a:gd name="connsiteX2" fmla="*/ 276 w 37180"/>
                  <a:gd name="connsiteY2" fmla="*/ 18777 h 37180"/>
                  <a:gd name="connsiteX3" fmla="*/ 18866 w 37180"/>
                  <a:gd name="connsiteY3" fmla="*/ 187 h 37180"/>
                  <a:gd name="connsiteX4" fmla="*/ 37456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77"/>
                    </a:moveTo>
                    <a:cubicBezTo>
                      <a:pt x="37456" y="29044"/>
                      <a:pt x="29133" y="37368"/>
                      <a:pt x="18866" y="37368"/>
                    </a:cubicBezTo>
                    <a:cubicBezTo>
                      <a:pt x="8599" y="37368"/>
                      <a:pt x="276" y="29044"/>
                      <a:pt x="276" y="18777"/>
                    </a:cubicBezTo>
                    <a:cubicBezTo>
                      <a:pt x="276" y="8510"/>
                      <a:pt x="8599" y="187"/>
                      <a:pt x="18866" y="187"/>
                    </a:cubicBezTo>
                    <a:cubicBezTo>
                      <a:pt x="29133" y="187"/>
                      <a:pt x="37456" y="8510"/>
                      <a:pt x="37456" y="18777"/>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2" name="Freeform: Shape 4111">
                <a:extLst>
                  <a:ext uri="{FF2B5EF4-FFF2-40B4-BE49-F238E27FC236}">
                    <a16:creationId xmlns:a16="http://schemas.microsoft.com/office/drawing/2014/main" id="{CFF343A0-C965-AFC5-E49D-E7BDDE7F29CA}"/>
                  </a:ext>
                </a:extLst>
              </p:cNvPr>
              <p:cNvSpPr/>
              <p:nvPr/>
            </p:nvSpPr>
            <p:spPr>
              <a:xfrm>
                <a:off x="1849258" y="7997738"/>
                <a:ext cx="41981" cy="41981"/>
              </a:xfrm>
              <a:custGeom>
                <a:avLst/>
                <a:gdLst>
                  <a:gd name="connsiteX0" fmla="*/ 21266 w 41981"/>
                  <a:gd name="connsiteY0" fmla="*/ 4987 h 41981"/>
                  <a:gd name="connsiteX1" fmla="*/ 37456 w 41981"/>
                  <a:gd name="connsiteY1" fmla="*/ 21177 h 41981"/>
                  <a:gd name="connsiteX2" fmla="*/ 37456 w 41981"/>
                  <a:gd name="connsiteY2" fmla="*/ 21177 h 41981"/>
                  <a:gd name="connsiteX3" fmla="*/ 21266 w 41981"/>
                  <a:gd name="connsiteY3" fmla="*/ 37368 h 41981"/>
                  <a:gd name="connsiteX4" fmla="*/ 5076 w 41981"/>
                  <a:gd name="connsiteY4" fmla="*/ 21177 h 41981"/>
                  <a:gd name="connsiteX5" fmla="*/ 21266 w 41981"/>
                  <a:gd name="connsiteY5" fmla="*/ 4987 h 41981"/>
                  <a:gd name="connsiteX6" fmla="*/ 21266 w 41981"/>
                  <a:gd name="connsiteY6" fmla="*/ 187 h 41981"/>
                  <a:gd name="connsiteX7" fmla="*/ 276 w 41981"/>
                  <a:gd name="connsiteY7" fmla="*/ 21177 h 41981"/>
                  <a:gd name="connsiteX8" fmla="*/ 21266 w 41981"/>
                  <a:gd name="connsiteY8" fmla="*/ 42168 h 41981"/>
                  <a:gd name="connsiteX9" fmla="*/ 42257 w 41981"/>
                  <a:gd name="connsiteY9" fmla="*/ 21177 h 41981"/>
                  <a:gd name="connsiteX10" fmla="*/ 42257 w 41981"/>
                  <a:gd name="connsiteY10" fmla="*/ 21177 h 41981"/>
                  <a:gd name="connsiteX11" fmla="*/ 21266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87"/>
                    </a:moveTo>
                    <a:cubicBezTo>
                      <a:pt x="30208" y="4987"/>
                      <a:pt x="37456" y="12236"/>
                      <a:pt x="37456" y="21177"/>
                    </a:cubicBezTo>
                    <a:lnTo>
                      <a:pt x="37456" y="21177"/>
                    </a:lnTo>
                    <a:cubicBezTo>
                      <a:pt x="37456" y="30119"/>
                      <a:pt x="30208" y="37368"/>
                      <a:pt x="21266" y="37368"/>
                    </a:cubicBezTo>
                    <a:cubicBezTo>
                      <a:pt x="12324" y="37368"/>
                      <a:pt x="5076" y="30119"/>
                      <a:pt x="5076" y="21177"/>
                    </a:cubicBezTo>
                    <a:cubicBezTo>
                      <a:pt x="5076" y="12236"/>
                      <a:pt x="12324" y="4987"/>
                      <a:pt x="21266" y="4987"/>
                    </a:cubicBezTo>
                    <a:close/>
                    <a:moveTo>
                      <a:pt x="21266" y="187"/>
                    </a:moveTo>
                    <a:cubicBezTo>
                      <a:pt x="9674" y="187"/>
                      <a:pt x="276" y="9585"/>
                      <a:pt x="276" y="21177"/>
                    </a:cubicBezTo>
                    <a:cubicBezTo>
                      <a:pt x="276" y="32770"/>
                      <a:pt x="9674" y="42168"/>
                      <a:pt x="21266" y="42168"/>
                    </a:cubicBezTo>
                    <a:cubicBezTo>
                      <a:pt x="32859" y="42168"/>
                      <a:pt x="42257" y="32770"/>
                      <a:pt x="42257" y="21177"/>
                    </a:cubicBezTo>
                    <a:lnTo>
                      <a:pt x="42257" y="21177"/>
                    </a:lnTo>
                    <a:cubicBezTo>
                      <a:pt x="42257" y="9585"/>
                      <a:pt x="32859" y="187"/>
                      <a:pt x="21266" y="18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3" name="Freeform: Shape 4112">
                <a:extLst>
                  <a:ext uri="{FF2B5EF4-FFF2-40B4-BE49-F238E27FC236}">
                    <a16:creationId xmlns:a16="http://schemas.microsoft.com/office/drawing/2014/main" id="{62F52736-B218-9BBE-DDFF-C5B63BE8018B}"/>
                  </a:ext>
                </a:extLst>
              </p:cNvPr>
              <p:cNvSpPr/>
              <p:nvPr/>
            </p:nvSpPr>
            <p:spPr>
              <a:xfrm>
                <a:off x="1777233" y="7947854"/>
                <a:ext cx="37180" cy="37180"/>
              </a:xfrm>
              <a:custGeom>
                <a:avLst/>
                <a:gdLst>
                  <a:gd name="connsiteX0" fmla="*/ 37444 w 37180"/>
                  <a:gd name="connsiteY0" fmla="*/ 18768 h 37180"/>
                  <a:gd name="connsiteX1" fmla="*/ 18853 w 37180"/>
                  <a:gd name="connsiteY1" fmla="*/ 37359 h 37180"/>
                  <a:gd name="connsiteX2" fmla="*/ 263 w 37180"/>
                  <a:gd name="connsiteY2" fmla="*/ 18768 h 37180"/>
                  <a:gd name="connsiteX3" fmla="*/ 18853 w 37180"/>
                  <a:gd name="connsiteY3" fmla="*/ 178 h 37180"/>
                  <a:gd name="connsiteX4" fmla="*/ 37444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8"/>
                    </a:moveTo>
                    <a:cubicBezTo>
                      <a:pt x="37444" y="29035"/>
                      <a:pt x="29120" y="37359"/>
                      <a:pt x="18853" y="37359"/>
                    </a:cubicBezTo>
                    <a:cubicBezTo>
                      <a:pt x="8586" y="37359"/>
                      <a:pt x="263" y="29035"/>
                      <a:pt x="263" y="18768"/>
                    </a:cubicBezTo>
                    <a:cubicBezTo>
                      <a:pt x="263" y="8501"/>
                      <a:pt x="8586" y="178"/>
                      <a:pt x="18853" y="178"/>
                    </a:cubicBezTo>
                    <a:cubicBezTo>
                      <a:pt x="29120" y="178"/>
                      <a:pt x="37444" y="8501"/>
                      <a:pt x="37444" y="18768"/>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4" name="Freeform: Shape 4113">
                <a:extLst>
                  <a:ext uri="{FF2B5EF4-FFF2-40B4-BE49-F238E27FC236}">
                    <a16:creationId xmlns:a16="http://schemas.microsoft.com/office/drawing/2014/main" id="{78F9C345-73E2-E20C-886E-E500B3C84272}"/>
                  </a:ext>
                </a:extLst>
              </p:cNvPr>
              <p:cNvSpPr/>
              <p:nvPr/>
            </p:nvSpPr>
            <p:spPr>
              <a:xfrm>
                <a:off x="1774833" y="7945454"/>
                <a:ext cx="41981" cy="41981"/>
              </a:xfrm>
              <a:custGeom>
                <a:avLst/>
                <a:gdLst>
                  <a:gd name="connsiteX0" fmla="*/ 21253 w 41981"/>
                  <a:gd name="connsiteY0" fmla="*/ 4978 h 41981"/>
                  <a:gd name="connsiteX1" fmla="*/ 37444 w 41981"/>
                  <a:gd name="connsiteY1" fmla="*/ 21168 h 41981"/>
                  <a:gd name="connsiteX2" fmla="*/ 37444 w 41981"/>
                  <a:gd name="connsiteY2" fmla="*/ 21168 h 41981"/>
                  <a:gd name="connsiteX3" fmla="*/ 21253 w 41981"/>
                  <a:gd name="connsiteY3" fmla="*/ 37359 h 41981"/>
                  <a:gd name="connsiteX4" fmla="*/ 5063 w 41981"/>
                  <a:gd name="connsiteY4" fmla="*/ 21168 h 41981"/>
                  <a:gd name="connsiteX5" fmla="*/ 21253 w 41981"/>
                  <a:gd name="connsiteY5" fmla="*/ 4978 h 41981"/>
                  <a:gd name="connsiteX6" fmla="*/ 21253 w 41981"/>
                  <a:gd name="connsiteY6" fmla="*/ 178 h 41981"/>
                  <a:gd name="connsiteX7" fmla="*/ 263 w 41981"/>
                  <a:gd name="connsiteY7" fmla="*/ 21168 h 41981"/>
                  <a:gd name="connsiteX8" fmla="*/ 21253 w 41981"/>
                  <a:gd name="connsiteY8" fmla="*/ 42159 h 41981"/>
                  <a:gd name="connsiteX9" fmla="*/ 42244 w 41981"/>
                  <a:gd name="connsiteY9" fmla="*/ 21168 h 41981"/>
                  <a:gd name="connsiteX10" fmla="*/ 42244 w 41981"/>
                  <a:gd name="connsiteY10" fmla="*/ 21168 h 41981"/>
                  <a:gd name="connsiteX11" fmla="*/ 21253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8"/>
                    </a:moveTo>
                    <a:cubicBezTo>
                      <a:pt x="30195" y="4978"/>
                      <a:pt x="37444" y="12227"/>
                      <a:pt x="37444" y="21168"/>
                    </a:cubicBezTo>
                    <a:lnTo>
                      <a:pt x="37444" y="21168"/>
                    </a:lnTo>
                    <a:cubicBezTo>
                      <a:pt x="37444" y="30110"/>
                      <a:pt x="30195" y="37359"/>
                      <a:pt x="21253" y="37359"/>
                    </a:cubicBezTo>
                    <a:cubicBezTo>
                      <a:pt x="12312" y="37359"/>
                      <a:pt x="5063" y="30110"/>
                      <a:pt x="5063" y="21168"/>
                    </a:cubicBezTo>
                    <a:cubicBezTo>
                      <a:pt x="5063" y="12227"/>
                      <a:pt x="12312" y="4978"/>
                      <a:pt x="21253" y="4978"/>
                    </a:cubicBezTo>
                    <a:close/>
                    <a:moveTo>
                      <a:pt x="21253" y="178"/>
                    </a:moveTo>
                    <a:cubicBezTo>
                      <a:pt x="9661" y="178"/>
                      <a:pt x="263" y="9576"/>
                      <a:pt x="263" y="21168"/>
                    </a:cubicBezTo>
                    <a:cubicBezTo>
                      <a:pt x="263" y="32761"/>
                      <a:pt x="9661" y="42159"/>
                      <a:pt x="21253" y="42159"/>
                    </a:cubicBezTo>
                    <a:cubicBezTo>
                      <a:pt x="32846" y="42159"/>
                      <a:pt x="42244" y="32761"/>
                      <a:pt x="42244" y="21168"/>
                    </a:cubicBezTo>
                    <a:lnTo>
                      <a:pt x="42244" y="21168"/>
                    </a:lnTo>
                    <a:cubicBezTo>
                      <a:pt x="42244" y="9576"/>
                      <a:pt x="32846" y="178"/>
                      <a:pt x="21253"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5" name="Freeform: Shape 4114">
                <a:extLst>
                  <a:ext uri="{FF2B5EF4-FFF2-40B4-BE49-F238E27FC236}">
                    <a16:creationId xmlns:a16="http://schemas.microsoft.com/office/drawing/2014/main" id="{37946C9D-9C4E-0D2B-D1AF-D8EB9932AC44}"/>
                  </a:ext>
                </a:extLst>
              </p:cNvPr>
              <p:cNvSpPr/>
              <p:nvPr/>
            </p:nvSpPr>
            <p:spPr>
              <a:xfrm>
                <a:off x="1795832" y="7948453"/>
                <a:ext cx="37180" cy="37180"/>
              </a:xfrm>
              <a:custGeom>
                <a:avLst/>
                <a:gdLst>
                  <a:gd name="connsiteX0" fmla="*/ 37447 w 37180"/>
                  <a:gd name="connsiteY0" fmla="*/ 18768 h 37180"/>
                  <a:gd name="connsiteX1" fmla="*/ 18856 w 37180"/>
                  <a:gd name="connsiteY1" fmla="*/ 37359 h 37180"/>
                  <a:gd name="connsiteX2" fmla="*/ 266 w 37180"/>
                  <a:gd name="connsiteY2" fmla="*/ 18768 h 37180"/>
                  <a:gd name="connsiteX3" fmla="*/ 18856 w 37180"/>
                  <a:gd name="connsiteY3" fmla="*/ 178 h 37180"/>
                  <a:gd name="connsiteX4" fmla="*/ 37447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8"/>
                    </a:moveTo>
                    <a:cubicBezTo>
                      <a:pt x="37447" y="29036"/>
                      <a:pt x="29124" y="37359"/>
                      <a:pt x="18856" y="37359"/>
                    </a:cubicBezTo>
                    <a:cubicBezTo>
                      <a:pt x="8589" y="37359"/>
                      <a:pt x="266" y="29036"/>
                      <a:pt x="266" y="18768"/>
                    </a:cubicBezTo>
                    <a:cubicBezTo>
                      <a:pt x="266" y="8501"/>
                      <a:pt x="8589" y="178"/>
                      <a:pt x="18856" y="178"/>
                    </a:cubicBezTo>
                    <a:cubicBezTo>
                      <a:pt x="29124" y="178"/>
                      <a:pt x="37447" y="8501"/>
                      <a:pt x="37447" y="18768"/>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6" name="Freeform: Shape 4115">
                <a:extLst>
                  <a:ext uri="{FF2B5EF4-FFF2-40B4-BE49-F238E27FC236}">
                    <a16:creationId xmlns:a16="http://schemas.microsoft.com/office/drawing/2014/main" id="{9EC2B2F3-CAAC-5292-D84F-65DFD51E172B}"/>
                  </a:ext>
                </a:extLst>
              </p:cNvPr>
              <p:cNvSpPr/>
              <p:nvPr/>
            </p:nvSpPr>
            <p:spPr>
              <a:xfrm>
                <a:off x="1793432" y="7946053"/>
                <a:ext cx="41981" cy="41981"/>
              </a:xfrm>
              <a:custGeom>
                <a:avLst/>
                <a:gdLst>
                  <a:gd name="connsiteX0" fmla="*/ 21257 w 41981"/>
                  <a:gd name="connsiteY0" fmla="*/ 4978 h 41981"/>
                  <a:gd name="connsiteX1" fmla="*/ 37447 w 41981"/>
                  <a:gd name="connsiteY1" fmla="*/ 21169 h 41981"/>
                  <a:gd name="connsiteX2" fmla="*/ 37447 w 41981"/>
                  <a:gd name="connsiteY2" fmla="*/ 21169 h 41981"/>
                  <a:gd name="connsiteX3" fmla="*/ 21257 w 41981"/>
                  <a:gd name="connsiteY3" fmla="*/ 37359 h 41981"/>
                  <a:gd name="connsiteX4" fmla="*/ 5066 w 41981"/>
                  <a:gd name="connsiteY4" fmla="*/ 21169 h 41981"/>
                  <a:gd name="connsiteX5" fmla="*/ 21257 w 41981"/>
                  <a:gd name="connsiteY5" fmla="*/ 4978 h 41981"/>
                  <a:gd name="connsiteX6" fmla="*/ 21257 w 41981"/>
                  <a:gd name="connsiteY6" fmla="*/ 178 h 41981"/>
                  <a:gd name="connsiteX7" fmla="*/ 266 w 41981"/>
                  <a:gd name="connsiteY7" fmla="*/ 21169 h 41981"/>
                  <a:gd name="connsiteX8" fmla="*/ 21257 w 41981"/>
                  <a:gd name="connsiteY8" fmla="*/ 42159 h 41981"/>
                  <a:gd name="connsiteX9" fmla="*/ 42247 w 41981"/>
                  <a:gd name="connsiteY9" fmla="*/ 21169 h 41981"/>
                  <a:gd name="connsiteX10" fmla="*/ 42247 w 41981"/>
                  <a:gd name="connsiteY10" fmla="*/ 21169 h 41981"/>
                  <a:gd name="connsiteX11" fmla="*/ 21257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78"/>
                    </a:moveTo>
                    <a:cubicBezTo>
                      <a:pt x="30198" y="4978"/>
                      <a:pt x="37447" y="12227"/>
                      <a:pt x="37447" y="21169"/>
                    </a:cubicBezTo>
                    <a:lnTo>
                      <a:pt x="37447" y="21169"/>
                    </a:lnTo>
                    <a:cubicBezTo>
                      <a:pt x="37447" y="30110"/>
                      <a:pt x="30198" y="37359"/>
                      <a:pt x="21257" y="37359"/>
                    </a:cubicBezTo>
                    <a:cubicBezTo>
                      <a:pt x="12315" y="37359"/>
                      <a:pt x="5066" y="30110"/>
                      <a:pt x="5066" y="21169"/>
                    </a:cubicBezTo>
                    <a:cubicBezTo>
                      <a:pt x="5066" y="12227"/>
                      <a:pt x="12315" y="4978"/>
                      <a:pt x="21257" y="4978"/>
                    </a:cubicBezTo>
                    <a:close/>
                    <a:moveTo>
                      <a:pt x="21257" y="178"/>
                    </a:moveTo>
                    <a:cubicBezTo>
                      <a:pt x="9664" y="178"/>
                      <a:pt x="266" y="9576"/>
                      <a:pt x="266" y="21169"/>
                    </a:cubicBezTo>
                    <a:cubicBezTo>
                      <a:pt x="266" y="32761"/>
                      <a:pt x="9664" y="42159"/>
                      <a:pt x="21257" y="42159"/>
                    </a:cubicBezTo>
                    <a:cubicBezTo>
                      <a:pt x="32849" y="42159"/>
                      <a:pt x="42247" y="32761"/>
                      <a:pt x="42247" y="21169"/>
                    </a:cubicBezTo>
                    <a:lnTo>
                      <a:pt x="42247" y="21169"/>
                    </a:lnTo>
                    <a:cubicBezTo>
                      <a:pt x="42247" y="9576"/>
                      <a:pt x="32849" y="178"/>
                      <a:pt x="21257"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7" name="Freeform: Shape 4116">
                <a:extLst>
                  <a:ext uri="{FF2B5EF4-FFF2-40B4-BE49-F238E27FC236}">
                    <a16:creationId xmlns:a16="http://schemas.microsoft.com/office/drawing/2014/main" id="{4DD8480A-D669-C8FA-26D8-24F85A0568FD}"/>
                  </a:ext>
                </a:extLst>
              </p:cNvPr>
              <p:cNvSpPr/>
              <p:nvPr/>
            </p:nvSpPr>
            <p:spPr>
              <a:xfrm>
                <a:off x="1793166" y="7982195"/>
                <a:ext cx="37180" cy="37180"/>
              </a:xfrm>
              <a:custGeom>
                <a:avLst/>
                <a:gdLst>
                  <a:gd name="connsiteX0" fmla="*/ 37446 w 37180"/>
                  <a:gd name="connsiteY0" fmla="*/ 18774 h 37180"/>
                  <a:gd name="connsiteX1" fmla="*/ 18856 w 37180"/>
                  <a:gd name="connsiteY1" fmla="*/ 37365 h 37180"/>
                  <a:gd name="connsiteX2" fmla="*/ 266 w 37180"/>
                  <a:gd name="connsiteY2" fmla="*/ 18774 h 37180"/>
                  <a:gd name="connsiteX3" fmla="*/ 18856 w 37180"/>
                  <a:gd name="connsiteY3" fmla="*/ 184 h 37180"/>
                  <a:gd name="connsiteX4" fmla="*/ 37446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4"/>
                    </a:moveTo>
                    <a:cubicBezTo>
                      <a:pt x="37446" y="29041"/>
                      <a:pt x="29123" y="37365"/>
                      <a:pt x="18856" y="37365"/>
                    </a:cubicBezTo>
                    <a:cubicBezTo>
                      <a:pt x="8589" y="37365"/>
                      <a:pt x="266" y="29041"/>
                      <a:pt x="266" y="18774"/>
                    </a:cubicBezTo>
                    <a:cubicBezTo>
                      <a:pt x="266" y="8507"/>
                      <a:pt x="8589" y="184"/>
                      <a:pt x="18856" y="184"/>
                    </a:cubicBezTo>
                    <a:cubicBezTo>
                      <a:pt x="29123" y="184"/>
                      <a:pt x="37446" y="8507"/>
                      <a:pt x="37446" y="18774"/>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8" name="Freeform: Shape 4117">
                <a:extLst>
                  <a:ext uri="{FF2B5EF4-FFF2-40B4-BE49-F238E27FC236}">
                    <a16:creationId xmlns:a16="http://schemas.microsoft.com/office/drawing/2014/main" id="{B07DD5F5-A40E-0AC4-7053-2F2655328860}"/>
                  </a:ext>
                </a:extLst>
              </p:cNvPr>
              <p:cNvSpPr/>
              <p:nvPr/>
            </p:nvSpPr>
            <p:spPr>
              <a:xfrm>
                <a:off x="1790765" y="7979795"/>
                <a:ext cx="41981" cy="41981"/>
              </a:xfrm>
              <a:custGeom>
                <a:avLst/>
                <a:gdLst>
                  <a:gd name="connsiteX0" fmla="*/ 21256 w 41981"/>
                  <a:gd name="connsiteY0" fmla="*/ 4984 h 41981"/>
                  <a:gd name="connsiteX1" fmla="*/ 37446 w 41981"/>
                  <a:gd name="connsiteY1" fmla="*/ 21174 h 41981"/>
                  <a:gd name="connsiteX2" fmla="*/ 37446 w 41981"/>
                  <a:gd name="connsiteY2" fmla="*/ 21174 h 41981"/>
                  <a:gd name="connsiteX3" fmla="*/ 21256 w 41981"/>
                  <a:gd name="connsiteY3" fmla="*/ 37365 h 41981"/>
                  <a:gd name="connsiteX4" fmla="*/ 5066 w 41981"/>
                  <a:gd name="connsiteY4" fmla="*/ 21174 h 41981"/>
                  <a:gd name="connsiteX5" fmla="*/ 21256 w 41981"/>
                  <a:gd name="connsiteY5" fmla="*/ 4984 h 41981"/>
                  <a:gd name="connsiteX6" fmla="*/ 21256 w 41981"/>
                  <a:gd name="connsiteY6" fmla="*/ 184 h 41981"/>
                  <a:gd name="connsiteX7" fmla="*/ 266 w 41981"/>
                  <a:gd name="connsiteY7" fmla="*/ 21174 h 41981"/>
                  <a:gd name="connsiteX8" fmla="*/ 21256 w 41981"/>
                  <a:gd name="connsiteY8" fmla="*/ 42165 h 41981"/>
                  <a:gd name="connsiteX9" fmla="*/ 42247 w 41981"/>
                  <a:gd name="connsiteY9" fmla="*/ 21174 h 41981"/>
                  <a:gd name="connsiteX10" fmla="*/ 42247 w 41981"/>
                  <a:gd name="connsiteY10" fmla="*/ 21174 h 41981"/>
                  <a:gd name="connsiteX11" fmla="*/ 21256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4"/>
                    </a:moveTo>
                    <a:cubicBezTo>
                      <a:pt x="30198" y="4984"/>
                      <a:pt x="37446" y="12233"/>
                      <a:pt x="37446" y="21174"/>
                    </a:cubicBezTo>
                    <a:lnTo>
                      <a:pt x="37446" y="21174"/>
                    </a:lnTo>
                    <a:cubicBezTo>
                      <a:pt x="37446" y="30116"/>
                      <a:pt x="30198" y="37365"/>
                      <a:pt x="21256" y="37365"/>
                    </a:cubicBezTo>
                    <a:cubicBezTo>
                      <a:pt x="12314" y="37365"/>
                      <a:pt x="5066" y="30116"/>
                      <a:pt x="5066" y="21174"/>
                    </a:cubicBezTo>
                    <a:cubicBezTo>
                      <a:pt x="5066" y="12233"/>
                      <a:pt x="12314" y="4984"/>
                      <a:pt x="21256" y="4984"/>
                    </a:cubicBezTo>
                    <a:close/>
                    <a:moveTo>
                      <a:pt x="21256" y="184"/>
                    </a:moveTo>
                    <a:cubicBezTo>
                      <a:pt x="9664" y="184"/>
                      <a:pt x="266" y="9582"/>
                      <a:pt x="266" y="21174"/>
                    </a:cubicBezTo>
                    <a:cubicBezTo>
                      <a:pt x="266" y="32767"/>
                      <a:pt x="9664" y="42165"/>
                      <a:pt x="21256" y="42165"/>
                    </a:cubicBezTo>
                    <a:cubicBezTo>
                      <a:pt x="32849" y="42165"/>
                      <a:pt x="42247" y="32767"/>
                      <a:pt x="42247" y="21174"/>
                    </a:cubicBezTo>
                    <a:lnTo>
                      <a:pt x="42247" y="21174"/>
                    </a:lnTo>
                    <a:cubicBezTo>
                      <a:pt x="42247" y="9582"/>
                      <a:pt x="32849" y="184"/>
                      <a:pt x="21256"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19" name="Freeform: Shape 4118">
                <a:extLst>
                  <a:ext uri="{FF2B5EF4-FFF2-40B4-BE49-F238E27FC236}">
                    <a16:creationId xmlns:a16="http://schemas.microsoft.com/office/drawing/2014/main" id="{1D648EDA-8359-4370-8607-A099877EAFCE}"/>
                  </a:ext>
                </a:extLst>
              </p:cNvPr>
              <p:cNvSpPr/>
              <p:nvPr/>
            </p:nvSpPr>
            <p:spPr>
              <a:xfrm>
                <a:off x="1843134" y="8028085"/>
                <a:ext cx="37180" cy="37180"/>
              </a:xfrm>
              <a:custGeom>
                <a:avLst/>
                <a:gdLst>
                  <a:gd name="connsiteX0" fmla="*/ 37455 w 37180"/>
                  <a:gd name="connsiteY0" fmla="*/ 18782 h 37180"/>
                  <a:gd name="connsiteX1" fmla="*/ 18865 w 37180"/>
                  <a:gd name="connsiteY1" fmla="*/ 37373 h 37180"/>
                  <a:gd name="connsiteX2" fmla="*/ 274 w 37180"/>
                  <a:gd name="connsiteY2" fmla="*/ 18782 h 37180"/>
                  <a:gd name="connsiteX3" fmla="*/ 18865 w 37180"/>
                  <a:gd name="connsiteY3" fmla="*/ 192 h 37180"/>
                  <a:gd name="connsiteX4" fmla="*/ 37455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82"/>
                    </a:moveTo>
                    <a:cubicBezTo>
                      <a:pt x="37455" y="29049"/>
                      <a:pt x="29132" y="37373"/>
                      <a:pt x="18865" y="37373"/>
                    </a:cubicBezTo>
                    <a:cubicBezTo>
                      <a:pt x="8597" y="37373"/>
                      <a:pt x="274" y="29049"/>
                      <a:pt x="274" y="18782"/>
                    </a:cubicBezTo>
                    <a:cubicBezTo>
                      <a:pt x="274" y="8515"/>
                      <a:pt x="8597" y="192"/>
                      <a:pt x="18865" y="192"/>
                    </a:cubicBezTo>
                    <a:cubicBezTo>
                      <a:pt x="29132" y="192"/>
                      <a:pt x="37455" y="8515"/>
                      <a:pt x="37455" y="18782"/>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0" name="Freeform: Shape 4119">
                <a:extLst>
                  <a:ext uri="{FF2B5EF4-FFF2-40B4-BE49-F238E27FC236}">
                    <a16:creationId xmlns:a16="http://schemas.microsoft.com/office/drawing/2014/main" id="{C27DFD77-F3CC-5894-1CC1-9AA6056B2101}"/>
                  </a:ext>
                </a:extLst>
              </p:cNvPr>
              <p:cNvSpPr/>
              <p:nvPr/>
            </p:nvSpPr>
            <p:spPr>
              <a:xfrm>
                <a:off x="1840733" y="8025685"/>
                <a:ext cx="41981" cy="41981"/>
              </a:xfrm>
              <a:custGeom>
                <a:avLst/>
                <a:gdLst>
                  <a:gd name="connsiteX0" fmla="*/ 21265 w 41981"/>
                  <a:gd name="connsiteY0" fmla="*/ 4992 h 41981"/>
                  <a:gd name="connsiteX1" fmla="*/ 37455 w 41981"/>
                  <a:gd name="connsiteY1" fmla="*/ 21182 h 41981"/>
                  <a:gd name="connsiteX2" fmla="*/ 37455 w 41981"/>
                  <a:gd name="connsiteY2" fmla="*/ 21182 h 41981"/>
                  <a:gd name="connsiteX3" fmla="*/ 21265 w 41981"/>
                  <a:gd name="connsiteY3" fmla="*/ 37373 h 41981"/>
                  <a:gd name="connsiteX4" fmla="*/ 5075 w 41981"/>
                  <a:gd name="connsiteY4" fmla="*/ 21182 h 41981"/>
                  <a:gd name="connsiteX5" fmla="*/ 21265 w 41981"/>
                  <a:gd name="connsiteY5" fmla="*/ 4992 h 41981"/>
                  <a:gd name="connsiteX6" fmla="*/ 21265 w 41981"/>
                  <a:gd name="connsiteY6" fmla="*/ 192 h 41981"/>
                  <a:gd name="connsiteX7" fmla="*/ 274 w 41981"/>
                  <a:gd name="connsiteY7" fmla="*/ 21182 h 41981"/>
                  <a:gd name="connsiteX8" fmla="*/ 21265 w 41981"/>
                  <a:gd name="connsiteY8" fmla="*/ 42173 h 41981"/>
                  <a:gd name="connsiteX9" fmla="*/ 42255 w 41981"/>
                  <a:gd name="connsiteY9" fmla="*/ 21182 h 41981"/>
                  <a:gd name="connsiteX10" fmla="*/ 42255 w 41981"/>
                  <a:gd name="connsiteY10" fmla="*/ 21182 h 41981"/>
                  <a:gd name="connsiteX11" fmla="*/ 21265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92"/>
                    </a:moveTo>
                    <a:cubicBezTo>
                      <a:pt x="30207" y="4992"/>
                      <a:pt x="37455" y="12241"/>
                      <a:pt x="37455" y="21182"/>
                    </a:cubicBezTo>
                    <a:lnTo>
                      <a:pt x="37455" y="21182"/>
                    </a:lnTo>
                    <a:cubicBezTo>
                      <a:pt x="37455" y="30124"/>
                      <a:pt x="30207" y="37373"/>
                      <a:pt x="21265" y="37373"/>
                    </a:cubicBezTo>
                    <a:cubicBezTo>
                      <a:pt x="12323" y="37373"/>
                      <a:pt x="5075" y="30124"/>
                      <a:pt x="5075" y="21182"/>
                    </a:cubicBezTo>
                    <a:cubicBezTo>
                      <a:pt x="5075" y="12241"/>
                      <a:pt x="12323" y="4992"/>
                      <a:pt x="21265" y="4992"/>
                    </a:cubicBezTo>
                    <a:close/>
                    <a:moveTo>
                      <a:pt x="21265" y="192"/>
                    </a:moveTo>
                    <a:cubicBezTo>
                      <a:pt x="9672" y="192"/>
                      <a:pt x="274" y="9590"/>
                      <a:pt x="274" y="21182"/>
                    </a:cubicBezTo>
                    <a:cubicBezTo>
                      <a:pt x="274" y="32775"/>
                      <a:pt x="9672" y="42173"/>
                      <a:pt x="21265" y="42173"/>
                    </a:cubicBezTo>
                    <a:cubicBezTo>
                      <a:pt x="32857" y="42173"/>
                      <a:pt x="42255" y="32775"/>
                      <a:pt x="42255" y="21182"/>
                    </a:cubicBezTo>
                    <a:lnTo>
                      <a:pt x="42255" y="21182"/>
                    </a:lnTo>
                    <a:cubicBezTo>
                      <a:pt x="42255" y="9590"/>
                      <a:pt x="32857" y="192"/>
                      <a:pt x="21265"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1" name="Freeform: Shape 4120">
                <a:extLst>
                  <a:ext uri="{FF2B5EF4-FFF2-40B4-BE49-F238E27FC236}">
                    <a16:creationId xmlns:a16="http://schemas.microsoft.com/office/drawing/2014/main" id="{6860DFF6-2461-1143-BF38-635F87C09C73}"/>
                  </a:ext>
                </a:extLst>
              </p:cNvPr>
              <p:cNvSpPr/>
              <p:nvPr/>
            </p:nvSpPr>
            <p:spPr>
              <a:xfrm>
                <a:off x="1822997" y="7912540"/>
                <a:ext cx="37180" cy="37180"/>
              </a:xfrm>
              <a:custGeom>
                <a:avLst/>
                <a:gdLst>
                  <a:gd name="connsiteX0" fmla="*/ 37451 w 37180"/>
                  <a:gd name="connsiteY0" fmla="*/ 18762 h 37180"/>
                  <a:gd name="connsiteX1" fmla="*/ 18861 w 37180"/>
                  <a:gd name="connsiteY1" fmla="*/ 37352 h 37180"/>
                  <a:gd name="connsiteX2" fmla="*/ 271 w 37180"/>
                  <a:gd name="connsiteY2" fmla="*/ 18762 h 37180"/>
                  <a:gd name="connsiteX3" fmla="*/ 18861 w 37180"/>
                  <a:gd name="connsiteY3" fmla="*/ 172 h 37180"/>
                  <a:gd name="connsiteX4" fmla="*/ 3745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2"/>
                    </a:moveTo>
                    <a:cubicBezTo>
                      <a:pt x="37451" y="29029"/>
                      <a:pt x="29128" y="37352"/>
                      <a:pt x="18861" y="37352"/>
                    </a:cubicBezTo>
                    <a:cubicBezTo>
                      <a:pt x="8594" y="37352"/>
                      <a:pt x="271" y="29029"/>
                      <a:pt x="271" y="18762"/>
                    </a:cubicBezTo>
                    <a:cubicBezTo>
                      <a:pt x="271" y="8495"/>
                      <a:pt x="8594" y="172"/>
                      <a:pt x="18861" y="172"/>
                    </a:cubicBezTo>
                    <a:cubicBezTo>
                      <a:pt x="29128" y="172"/>
                      <a:pt x="37451" y="8495"/>
                      <a:pt x="37451" y="18762"/>
                    </a:cubicBezTo>
                    <a:close/>
                  </a:path>
                </a:pathLst>
              </a:custGeom>
              <a:solidFill>
                <a:srgbClr val="F7AEA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2" name="Freeform: Shape 4121">
                <a:extLst>
                  <a:ext uri="{FF2B5EF4-FFF2-40B4-BE49-F238E27FC236}">
                    <a16:creationId xmlns:a16="http://schemas.microsoft.com/office/drawing/2014/main" id="{F8652438-F024-DC1B-B624-DA9CA64148BD}"/>
                  </a:ext>
                </a:extLst>
              </p:cNvPr>
              <p:cNvSpPr/>
              <p:nvPr/>
            </p:nvSpPr>
            <p:spPr>
              <a:xfrm>
                <a:off x="1820596" y="7910140"/>
                <a:ext cx="41981" cy="41981"/>
              </a:xfrm>
              <a:custGeom>
                <a:avLst/>
                <a:gdLst>
                  <a:gd name="connsiteX0" fmla="*/ 21261 w 41981"/>
                  <a:gd name="connsiteY0" fmla="*/ 4972 h 41981"/>
                  <a:gd name="connsiteX1" fmla="*/ 37451 w 41981"/>
                  <a:gd name="connsiteY1" fmla="*/ 21162 h 41981"/>
                  <a:gd name="connsiteX2" fmla="*/ 37451 w 41981"/>
                  <a:gd name="connsiteY2" fmla="*/ 21162 h 41981"/>
                  <a:gd name="connsiteX3" fmla="*/ 21261 w 41981"/>
                  <a:gd name="connsiteY3" fmla="*/ 37352 h 41981"/>
                  <a:gd name="connsiteX4" fmla="*/ 5071 w 41981"/>
                  <a:gd name="connsiteY4" fmla="*/ 21162 h 41981"/>
                  <a:gd name="connsiteX5" fmla="*/ 21261 w 41981"/>
                  <a:gd name="connsiteY5" fmla="*/ 4972 h 41981"/>
                  <a:gd name="connsiteX6" fmla="*/ 21261 w 41981"/>
                  <a:gd name="connsiteY6" fmla="*/ 172 h 41981"/>
                  <a:gd name="connsiteX7" fmla="*/ 271 w 41981"/>
                  <a:gd name="connsiteY7" fmla="*/ 21162 h 41981"/>
                  <a:gd name="connsiteX8" fmla="*/ 21261 w 41981"/>
                  <a:gd name="connsiteY8" fmla="*/ 42153 h 41981"/>
                  <a:gd name="connsiteX9" fmla="*/ 42252 w 41981"/>
                  <a:gd name="connsiteY9" fmla="*/ 21162 h 41981"/>
                  <a:gd name="connsiteX10" fmla="*/ 42252 w 41981"/>
                  <a:gd name="connsiteY10" fmla="*/ 21162 h 41981"/>
                  <a:gd name="connsiteX11" fmla="*/ 21261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2"/>
                    </a:moveTo>
                    <a:cubicBezTo>
                      <a:pt x="30203" y="4972"/>
                      <a:pt x="37451" y="12220"/>
                      <a:pt x="37451" y="21162"/>
                    </a:cubicBezTo>
                    <a:lnTo>
                      <a:pt x="37451" y="21162"/>
                    </a:lnTo>
                    <a:cubicBezTo>
                      <a:pt x="37451" y="30104"/>
                      <a:pt x="30203" y="37352"/>
                      <a:pt x="21261" y="37352"/>
                    </a:cubicBezTo>
                    <a:cubicBezTo>
                      <a:pt x="12319" y="37352"/>
                      <a:pt x="5071" y="30104"/>
                      <a:pt x="5071" y="21162"/>
                    </a:cubicBezTo>
                    <a:cubicBezTo>
                      <a:pt x="5071" y="12220"/>
                      <a:pt x="12319" y="4972"/>
                      <a:pt x="21261" y="4972"/>
                    </a:cubicBezTo>
                    <a:close/>
                    <a:moveTo>
                      <a:pt x="21261" y="172"/>
                    </a:moveTo>
                    <a:cubicBezTo>
                      <a:pt x="9669" y="172"/>
                      <a:pt x="271" y="9570"/>
                      <a:pt x="271" y="21162"/>
                    </a:cubicBezTo>
                    <a:cubicBezTo>
                      <a:pt x="271" y="32755"/>
                      <a:pt x="9669" y="42153"/>
                      <a:pt x="21261" y="42153"/>
                    </a:cubicBezTo>
                    <a:cubicBezTo>
                      <a:pt x="32854" y="42153"/>
                      <a:pt x="42252" y="32755"/>
                      <a:pt x="42252" y="21162"/>
                    </a:cubicBezTo>
                    <a:lnTo>
                      <a:pt x="42252" y="21162"/>
                    </a:lnTo>
                    <a:cubicBezTo>
                      <a:pt x="42252" y="9570"/>
                      <a:pt x="32854" y="172"/>
                      <a:pt x="21261"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3" name="Freeform: Shape 4122">
                <a:extLst>
                  <a:ext uri="{FF2B5EF4-FFF2-40B4-BE49-F238E27FC236}">
                    <a16:creationId xmlns:a16="http://schemas.microsoft.com/office/drawing/2014/main" id="{41048088-0EE2-B5ED-0153-FDB44735C5FA}"/>
                  </a:ext>
                </a:extLst>
              </p:cNvPr>
              <p:cNvSpPr/>
              <p:nvPr/>
            </p:nvSpPr>
            <p:spPr>
              <a:xfrm>
                <a:off x="1773196" y="7932901"/>
                <a:ext cx="37180" cy="37180"/>
              </a:xfrm>
              <a:custGeom>
                <a:avLst/>
                <a:gdLst>
                  <a:gd name="connsiteX0" fmla="*/ 37443 w 37180"/>
                  <a:gd name="connsiteY0" fmla="*/ 18766 h 37180"/>
                  <a:gd name="connsiteX1" fmla="*/ 18852 w 37180"/>
                  <a:gd name="connsiteY1" fmla="*/ 37356 h 37180"/>
                  <a:gd name="connsiteX2" fmla="*/ 262 w 37180"/>
                  <a:gd name="connsiteY2" fmla="*/ 18766 h 37180"/>
                  <a:gd name="connsiteX3" fmla="*/ 18852 w 37180"/>
                  <a:gd name="connsiteY3" fmla="*/ 175 h 37180"/>
                  <a:gd name="connsiteX4" fmla="*/ 37443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6"/>
                    </a:moveTo>
                    <a:cubicBezTo>
                      <a:pt x="37443" y="29033"/>
                      <a:pt x="29120" y="37356"/>
                      <a:pt x="18852" y="37356"/>
                    </a:cubicBezTo>
                    <a:cubicBezTo>
                      <a:pt x="8585" y="37356"/>
                      <a:pt x="262" y="29033"/>
                      <a:pt x="262" y="18766"/>
                    </a:cubicBezTo>
                    <a:cubicBezTo>
                      <a:pt x="262" y="8498"/>
                      <a:pt x="8585" y="175"/>
                      <a:pt x="18852" y="175"/>
                    </a:cubicBezTo>
                    <a:cubicBezTo>
                      <a:pt x="29120" y="175"/>
                      <a:pt x="37443" y="8498"/>
                      <a:pt x="37443" y="18766"/>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4" name="Freeform: Shape 4123">
                <a:extLst>
                  <a:ext uri="{FF2B5EF4-FFF2-40B4-BE49-F238E27FC236}">
                    <a16:creationId xmlns:a16="http://schemas.microsoft.com/office/drawing/2014/main" id="{1DB7FD60-DD69-87B6-5063-4FE1178557B7}"/>
                  </a:ext>
                </a:extLst>
              </p:cNvPr>
              <p:cNvSpPr/>
              <p:nvPr/>
            </p:nvSpPr>
            <p:spPr>
              <a:xfrm>
                <a:off x="1770796" y="7930501"/>
                <a:ext cx="41981" cy="41981"/>
              </a:xfrm>
              <a:custGeom>
                <a:avLst/>
                <a:gdLst>
                  <a:gd name="connsiteX0" fmla="*/ 21253 w 41981"/>
                  <a:gd name="connsiteY0" fmla="*/ 4976 h 41981"/>
                  <a:gd name="connsiteX1" fmla="*/ 37443 w 41981"/>
                  <a:gd name="connsiteY1" fmla="*/ 21166 h 41981"/>
                  <a:gd name="connsiteX2" fmla="*/ 37443 w 41981"/>
                  <a:gd name="connsiteY2" fmla="*/ 21166 h 41981"/>
                  <a:gd name="connsiteX3" fmla="*/ 21253 w 41981"/>
                  <a:gd name="connsiteY3" fmla="*/ 37356 h 41981"/>
                  <a:gd name="connsiteX4" fmla="*/ 5062 w 41981"/>
                  <a:gd name="connsiteY4" fmla="*/ 21166 h 41981"/>
                  <a:gd name="connsiteX5" fmla="*/ 21253 w 41981"/>
                  <a:gd name="connsiteY5" fmla="*/ 4976 h 41981"/>
                  <a:gd name="connsiteX6" fmla="*/ 21253 w 41981"/>
                  <a:gd name="connsiteY6" fmla="*/ 175 h 41981"/>
                  <a:gd name="connsiteX7" fmla="*/ 262 w 41981"/>
                  <a:gd name="connsiteY7" fmla="*/ 21166 h 41981"/>
                  <a:gd name="connsiteX8" fmla="*/ 21253 w 41981"/>
                  <a:gd name="connsiteY8" fmla="*/ 42156 h 41981"/>
                  <a:gd name="connsiteX9" fmla="*/ 42243 w 41981"/>
                  <a:gd name="connsiteY9" fmla="*/ 21166 h 41981"/>
                  <a:gd name="connsiteX10" fmla="*/ 42243 w 41981"/>
                  <a:gd name="connsiteY10" fmla="*/ 21166 h 41981"/>
                  <a:gd name="connsiteX11" fmla="*/ 21253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6"/>
                    </a:moveTo>
                    <a:cubicBezTo>
                      <a:pt x="30194" y="4976"/>
                      <a:pt x="37443" y="12224"/>
                      <a:pt x="37443" y="21166"/>
                    </a:cubicBezTo>
                    <a:lnTo>
                      <a:pt x="37443" y="21166"/>
                    </a:lnTo>
                    <a:cubicBezTo>
                      <a:pt x="37443" y="30108"/>
                      <a:pt x="30194" y="37356"/>
                      <a:pt x="21253" y="37356"/>
                    </a:cubicBezTo>
                    <a:cubicBezTo>
                      <a:pt x="12311" y="37356"/>
                      <a:pt x="5062" y="30108"/>
                      <a:pt x="5062" y="21166"/>
                    </a:cubicBezTo>
                    <a:cubicBezTo>
                      <a:pt x="5062" y="12224"/>
                      <a:pt x="12311" y="4976"/>
                      <a:pt x="21253" y="4976"/>
                    </a:cubicBezTo>
                    <a:close/>
                    <a:moveTo>
                      <a:pt x="21253" y="175"/>
                    </a:moveTo>
                    <a:cubicBezTo>
                      <a:pt x="9660" y="175"/>
                      <a:pt x="262" y="9573"/>
                      <a:pt x="262" y="21166"/>
                    </a:cubicBezTo>
                    <a:cubicBezTo>
                      <a:pt x="262" y="32758"/>
                      <a:pt x="9660" y="42156"/>
                      <a:pt x="21253" y="42156"/>
                    </a:cubicBezTo>
                    <a:cubicBezTo>
                      <a:pt x="32845" y="42156"/>
                      <a:pt x="42243" y="32758"/>
                      <a:pt x="42243" y="21166"/>
                    </a:cubicBezTo>
                    <a:lnTo>
                      <a:pt x="42243" y="21166"/>
                    </a:lnTo>
                    <a:cubicBezTo>
                      <a:pt x="42243" y="9573"/>
                      <a:pt x="32845" y="175"/>
                      <a:pt x="21253"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5" name="Freeform: Shape 4124">
                <a:extLst>
                  <a:ext uri="{FF2B5EF4-FFF2-40B4-BE49-F238E27FC236}">
                    <a16:creationId xmlns:a16="http://schemas.microsoft.com/office/drawing/2014/main" id="{78300820-C0C2-1A9D-5A5D-131AF4E85BC4}"/>
                  </a:ext>
                </a:extLst>
              </p:cNvPr>
              <p:cNvSpPr/>
              <p:nvPr/>
            </p:nvSpPr>
            <p:spPr>
              <a:xfrm>
                <a:off x="1689958" y="7944554"/>
                <a:ext cx="37180" cy="37180"/>
              </a:xfrm>
              <a:custGeom>
                <a:avLst/>
                <a:gdLst>
                  <a:gd name="connsiteX0" fmla="*/ 37428 w 37180"/>
                  <a:gd name="connsiteY0" fmla="*/ 18768 h 37180"/>
                  <a:gd name="connsiteX1" fmla="*/ 18838 w 37180"/>
                  <a:gd name="connsiteY1" fmla="*/ 37358 h 37180"/>
                  <a:gd name="connsiteX2" fmla="*/ 248 w 37180"/>
                  <a:gd name="connsiteY2" fmla="*/ 18768 h 37180"/>
                  <a:gd name="connsiteX3" fmla="*/ 18838 w 37180"/>
                  <a:gd name="connsiteY3" fmla="*/ 177 h 37180"/>
                  <a:gd name="connsiteX4" fmla="*/ 3742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68"/>
                    </a:moveTo>
                    <a:cubicBezTo>
                      <a:pt x="37428" y="29035"/>
                      <a:pt x="29105" y="37358"/>
                      <a:pt x="18838" y="37358"/>
                    </a:cubicBezTo>
                    <a:cubicBezTo>
                      <a:pt x="8571" y="37358"/>
                      <a:pt x="248" y="29035"/>
                      <a:pt x="248" y="18768"/>
                    </a:cubicBezTo>
                    <a:cubicBezTo>
                      <a:pt x="248" y="8500"/>
                      <a:pt x="8571" y="177"/>
                      <a:pt x="18838" y="177"/>
                    </a:cubicBezTo>
                    <a:cubicBezTo>
                      <a:pt x="29105" y="177"/>
                      <a:pt x="37428" y="8500"/>
                      <a:pt x="37428" y="18768"/>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6" name="Freeform: Shape 4125">
                <a:extLst>
                  <a:ext uri="{FF2B5EF4-FFF2-40B4-BE49-F238E27FC236}">
                    <a16:creationId xmlns:a16="http://schemas.microsoft.com/office/drawing/2014/main" id="{0C794044-A621-6756-7FF3-33591E196CD5}"/>
                  </a:ext>
                </a:extLst>
              </p:cNvPr>
              <p:cNvSpPr/>
              <p:nvPr/>
            </p:nvSpPr>
            <p:spPr>
              <a:xfrm>
                <a:off x="1687558" y="7942154"/>
                <a:ext cx="41981" cy="41981"/>
              </a:xfrm>
              <a:custGeom>
                <a:avLst/>
                <a:gdLst>
                  <a:gd name="connsiteX0" fmla="*/ 21238 w 41981"/>
                  <a:gd name="connsiteY0" fmla="*/ 4978 h 41981"/>
                  <a:gd name="connsiteX1" fmla="*/ 37428 w 41981"/>
                  <a:gd name="connsiteY1" fmla="*/ 21168 h 41981"/>
                  <a:gd name="connsiteX2" fmla="*/ 37428 w 41981"/>
                  <a:gd name="connsiteY2" fmla="*/ 21168 h 41981"/>
                  <a:gd name="connsiteX3" fmla="*/ 21238 w 41981"/>
                  <a:gd name="connsiteY3" fmla="*/ 37358 h 41981"/>
                  <a:gd name="connsiteX4" fmla="*/ 5048 w 41981"/>
                  <a:gd name="connsiteY4" fmla="*/ 21168 h 41981"/>
                  <a:gd name="connsiteX5" fmla="*/ 21238 w 41981"/>
                  <a:gd name="connsiteY5" fmla="*/ 4978 h 41981"/>
                  <a:gd name="connsiteX6" fmla="*/ 21238 w 41981"/>
                  <a:gd name="connsiteY6" fmla="*/ 177 h 41981"/>
                  <a:gd name="connsiteX7" fmla="*/ 248 w 41981"/>
                  <a:gd name="connsiteY7" fmla="*/ 21168 h 41981"/>
                  <a:gd name="connsiteX8" fmla="*/ 21238 w 41981"/>
                  <a:gd name="connsiteY8" fmla="*/ 42158 h 41981"/>
                  <a:gd name="connsiteX9" fmla="*/ 42229 w 41981"/>
                  <a:gd name="connsiteY9" fmla="*/ 21168 h 41981"/>
                  <a:gd name="connsiteX10" fmla="*/ 42229 w 41981"/>
                  <a:gd name="connsiteY10" fmla="*/ 21168 h 41981"/>
                  <a:gd name="connsiteX11" fmla="*/ 2123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78"/>
                    </a:moveTo>
                    <a:cubicBezTo>
                      <a:pt x="30180" y="4978"/>
                      <a:pt x="37428" y="12226"/>
                      <a:pt x="37428" y="21168"/>
                    </a:cubicBezTo>
                    <a:lnTo>
                      <a:pt x="37428" y="21168"/>
                    </a:lnTo>
                    <a:cubicBezTo>
                      <a:pt x="37428" y="30110"/>
                      <a:pt x="30180" y="37358"/>
                      <a:pt x="21238" y="37358"/>
                    </a:cubicBezTo>
                    <a:cubicBezTo>
                      <a:pt x="12296" y="37358"/>
                      <a:pt x="5048" y="30110"/>
                      <a:pt x="5048" y="21168"/>
                    </a:cubicBezTo>
                    <a:cubicBezTo>
                      <a:pt x="5048" y="12226"/>
                      <a:pt x="12296" y="4978"/>
                      <a:pt x="21238" y="4978"/>
                    </a:cubicBezTo>
                    <a:close/>
                    <a:moveTo>
                      <a:pt x="21238" y="177"/>
                    </a:moveTo>
                    <a:cubicBezTo>
                      <a:pt x="9646" y="177"/>
                      <a:pt x="248" y="9575"/>
                      <a:pt x="248" y="21168"/>
                    </a:cubicBezTo>
                    <a:cubicBezTo>
                      <a:pt x="248" y="32760"/>
                      <a:pt x="9646" y="42158"/>
                      <a:pt x="21238" y="42158"/>
                    </a:cubicBezTo>
                    <a:cubicBezTo>
                      <a:pt x="32831" y="42158"/>
                      <a:pt x="42229" y="32760"/>
                      <a:pt x="42229" y="21168"/>
                    </a:cubicBezTo>
                    <a:lnTo>
                      <a:pt x="42229" y="21168"/>
                    </a:lnTo>
                    <a:cubicBezTo>
                      <a:pt x="42229" y="9575"/>
                      <a:pt x="32831" y="177"/>
                      <a:pt x="21238"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7" name="Freeform: Shape 4126">
                <a:extLst>
                  <a:ext uri="{FF2B5EF4-FFF2-40B4-BE49-F238E27FC236}">
                    <a16:creationId xmlns:a16="http://schemas.microsoft.com/office/drawing/2014/main" id="{52AA68B1-EC88-7698-7971-7CD8F8A2D1C0}"/>
                  </a:ext>
                </a:extLst>
              </p:cNvPr>
              <p:cNvSpPr/>
              <p:nvPr/>
            </p:nvSpPr>
            <p:spPr>
              <a:xfrm>
                <a:off x="1773530" y="7918133"/>
                <a:ext cx="37180" cy="37180"/>
              </a:xfrm>
              <a:custGeom>
                <a:avLst/>
                <a:gdLst>
                  <a:gd name="connsiteX0" fmla="*/ 37443 w 37180"/>
                  <a:gd name="connsiteY0" fmla="*/ 18763 h 37180"/>
                  <a:gd name="connsiteX1" fmla="*/ 18852 w 37180"/>
                  <a:gd name="connsiteY1" fmla="*/ 37353 h 37180"/>
                  <a:gd name="connsiteX2" fmla="*/ 262 w 37180"/>
                  <a:gd name="connsiteY2" fmla="*/ 18763 h 37180"/>
                  <a:gd name="connsiteX3" fmla="*/ 18852 w 37180"/>
                  <a:gd name="connsiteY3" fmla="*/ 173 h 37180"/>
                  <a:gd name="connsiteX4" fmla="*/ 37443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3"/>
                    </a:moveTo>
                    <a:cubicBezTo>
                      <a:pt x="37443" y="29030"/>
                      <a:pt x="29120" y="37353"/>
                      <a:pt x="18852" y="37353"/>
                    </a:cubicBezTo>
                    <a:cubicBezTo>
                      <a:pt x="8585" y="37353"/>
                      <a:pt x="262" y="29030"/>
                      <a:pt x="262" y="18763"/>
                    </a:cubicBezTo>
                    <a:cubicBezTo>
                      <a:pt x="262" y="8496"/>
                      <a:pt x="8585" y="173"/>
                      <a:pt x="18852" y="173"/>
                    </a:cubicBezTo>
                    <a:cubicBezTo>
                      <a:pt x="29120" y="173"/>
                      <a:pt x="37443" y="8496"/>
                      <a:pt x="37443" y="18763"/>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8" name="Freeform: Shape 4127">
                <a:extLst>
                  <a:ext uri="{FF2B5EF4-FFF2-40B4-BE49-F238E27FC236}">
                    <a16:creationId xmlns:a16="http://schemas.microsoft.com/office/drawing/2014/main" id="{F6F7DE23-0B4D-419D-8089-FC71104ACA92}"/>
                  </a:ext>
                </a:extLst>
              </p:cNvPr>
              <p:cNvSpPr/>
              <p:nvPr/>
            </p:nvSpPr>
            <p:spPr>
              <a:xfrm>
                <a:off x="1771130" y="7915733"/>
                <a:ext cx="41981" cy="41981"/>
              </a:xfrm>
              <a:custGeom>
                <a:avLst/>
                <a:gdLst>
                  <a:gd name="connsiteX0" fmla="*/ 21253 w 41981"/>
                  <a:gd name="connsiteY0" fmla="*/ 4973 h 41981"/>
                  <a:gd name="connsiteX1" fmla="*/ 37443 w 41981"/>
                  <a:gd name="connsiteY1" fmla="*/ 21163 h 41981"/>
                  <a:gd name="connsiteX2" fmla="*/ 37443 w 41981"/>
                  <a:gd name="connsiteY2" fmla="*/ 21163 h 41981"/>
                  <a:gd name="connsiteX3" fmla="*/ 21253 w 41981"/>
                  <a:gd name="connsiteY3" fmla="*/ 37353 h 41981"/>
                  <a:gd name="connsiteX4" fmla="*/ 5062 w 41981"/>
                  <a:gd name="connsiteY4" fmla="*/ 21163 h 41981"/>
                  <a:gd name="connsiteX5" fmla="*/ 21253 w 41981"/>
                  <a:gd name="connsiteY5" fmla="*/ 4973 h 41981"/>
                  <a:gd name="connsiteX6" fmla="*/ 21253 w 41981"/>
                  <a:gd name="connsiteY6" fmla="*/ 173 h 41981"/>
                  <a:gd name="connsiteX7" fmla="*/ 262 w 41981"/>
                  <a:gd name="connsiteY7" fmla="*/ 21163 h 41981"/>
                  <a:gd name="connsiteX8" fmla="*/ 21253 w 41981"/>
                  <a:gd name="connsiteY8" fmla="*/ 42154 h 41981"/>
                  <a:gd name="connsiteX9" fmla="*/ 42243 w 41981"/>
                  <a:gd name="connsiteY9" fmla="*/ 21163 h 41981"/>
                  <a:gd name="connsiteX10" fmla="*/ 42243 w 41981"/>
                  <a:gd name="connsiteY10" fmla="*/ 21163 h 41981"/>
                  <a:gd name="connsiteX11" fmla="*/ 21253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3"/>
                    </a:moveTo>
                    <a:cubicBezTo>
                      <a:pt x="30195" y="4973"/>
                      <a:pt x="37443" y="12221"/>
                      <a:pt x="37443" y="21163"/>
                    </a:cubicBezTo>
                    <a:lnTo>
                      <a:pt x="37443" y="21163"/>
                    </a:lnTo>
                    <a:cubicBezTo>
                      <a:pt x="37443" y="30105"/>
                      <a:pt x="30195" y="37353"/>
                      <a:pt x="21253" y="37353"/>
                    </a:cubicBezTo>
                    <a:cubicBezTo>
                      <a:pt x="12311" y="37353"/>
                      <a:pt x="5062" y="30105"/>
                      <a:pt x="5062" y="21163"/>
                    </a:cubicBezTo>
                    <a:cubicBezTo>
                      <a:pt x="5062" y="12221"/>
                      <a:pt x="12311" y="4973"/>
                      <a:pt x="21253" y="4973"/>
                    </a:cubicBezTo>
                    <a:close/>
                    <a:moveTo>
                      <a:pt x="21253" y="173"/>
                    </a:moveTo>
                    <a:cubicBezTo>
                      <a:pt x="9660" y="173"/>
                      <a:pt x="262" y="9571"/>
                      <a:pt x="262" y="21163"/>
                    </a:cubicBezTo>
                    <a:cubicBezTo>
                      <a:pt x="262" y="32756"/>
                      <a:pt x="9660" y="42154"/>
                      <a:pt x="21253" y="42154"/>
                    </a:cubicBezTo>
                    <a:cubicBezTo>
                      <a:pt x="32845" y="42154"/>
                      <a:pt x="42243" y="32756"/>
                      <a:pt x="42243" y="21163"/>
                    </a:cubicBezTo>
                    <a:lnTo>
                      <a:pt x="42243" y="21163"/>
                    </a:lnTo>
                    <a:cubicBezTo>
                      <a:pt x="42243" y="9571"/>
                      <a:pt x="32845" y="173"/>
                      <a:pt x="21253"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29" name="Freeform: Shape 4128">
                <a:extLst>
                  <a:ext uri="{FF2B5EF4-FFF2-40B4-BE49-F238E27FC236}">
                    <a16:creationId xmlns:a16="http://schemas.microsoft.com/office/drawing/2014/main" id="{C47B402E-33AB-1D0B-36F9-1D6B6DD9D655}"/>
                  </a:ext>
                </a:extLst>
              </p:cNvPr>
              <p:cNvSpPr/>
              <p:nvPr/>
            </p:nvSpPr>
            <p:spPr>
              <a:xfrm>
                <a:off x="1875038" y="8102245"/>
                <a:ext cx="37180" cy="37180"/>
              </a:xfrm>
              <a:custGeom>
                <a:avLst/>
                <a:gdLst>
                  <a:gd name="connsiteX0" fmla="*/ 37461 w 37180"/>
                  <a:gd name="connsiteY0" fmla="*/ 18795 h 37180"/>
                  <a:gd name="connsiteX1" fmla="*/ 18870 w 37180"/>
                  <a:gd name="connsiteY1" fmla="*/ 37385 h 37180"/>
                  <a:gd name="connsiteX2" fmla="*/ 280 w 37180"/>
                  <a:gd name="connsiteY2" fmla="*/ 18795 h 37180"/>
                  <a:gd name="connsiteX3" fmla="*/ 18870 w 37180"/>
                  <a:gd name="connsiteY3" fmla="*/ 205 h 37180"/>
                  <a:gd name="connsiteX4" fmla="*/ 37461 w 37180"/>
                  <a:gd name="connsiteY4" fmla="*/ 1879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95"/>
                    </a:moveTo>
                    <a:cubicBezTo>
                      <a:pt x="37461" y="29062"/>
                      <a:pt x="29137" y="37385"/>
                      <a:pt x="18870" y="37385"/>
                    </a:cubicBezTo>
                    <a:cubicBezTo>
                      <a:pt x="8603" y="37385"/>
                      <a:pt x="280" y="29062"/>
                      <a:pt x="280" y="18795"/>
                    </a:cubicBezTo>
                    <a:cubicBezTo>
                      <a:pt x="280" y="8528"/>
                      <a:pt x="8603" y="205"/>
                      <a:pt x="18870" y="205"/>
                    </a:cubicBezTo>
                    <a:cubicBezTo>
                      <a:pt x="29137" y="205"/>
                      <a:pt x="37461" y="8528"/>
                      <a:pt x="37461" y="18795"/>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0" name="Freeform: Shape 4129">
                <a:extLst>
                  <a:ext uri="{FF2B5EF4-FFF2-40B4-BE49-F238E27FC236}">
                    <a16:creationId xmlns:a16="http://schemas.microsoft.com/office/drawing/2014/main" id="{74B4B152-5A02-23AE-54E3-ED836AFF8B1A}"/>
                  </a:ext>
                </a:extLst>
              </p:cNvPr>
              <p:cNvSpPr/>
              <p:nvPr/>
            </p:nvSpPr>
            <p:spPr>
              <a:xfrm>
                <a:off x="1872638" y="8099845"/>
                <a:ext cx="41981" cy="41981"/>
              </a:xfrm>
              <a:custGeom>
                <a:avLst/>
                <a:gdLst>
                  <a:gd name="connsiteX0" fmla="*/ 21270 w 41981"/>
                  <a:gd name="connsiteY0" fmla="*/ 5005 h 41981"/>
                  <a:gd name="connsiteX1" fmla="*/ 37461 w 41981"/>
                  <a:gd name="connsiteY1" fmla="*/ 21195 h 41981"/>
                  <a:gd name="connsiteX2" fmla="*/ 37461 w 41981"/>
                  <a:gd name="connsiteY2" fmla="*/ 21195 h 41981"/>
                  <a:gd name="connsiteX3" fmla="*/ 21270 w 41981"/>
                  <a:gd name="connsiteY3" fmla="*/ 37385 h 41981"/>
                  <a:gd name="connsiteX4" fmla="*/ 5080 w 41981"/>
                  <a:gd name="connsiteY4" fmla="*/ 21195 h 41981"/>
                  <a:gd name="connsiteX5" fmla="*/ 21270 w 41981"/>
                  <a:gd name="connsiteY5" fmla="*/ 5005 h 41981"/>
                  <a:gd name="connsiteX6" fmla="*/ 21270 w 41981"/>
                  <a:gd name="connsiteY6" fmla="*/ 205 h 41981"/>
                  <a:gd name="connsiteX7" fmla="*/ 280 w 41981"/>
                  <a:gd name="connsiteY7" fmla="*/ 21195 h 41981"/>
                  <a:gd name="connsiteX8" fmla="*/ 21270 w 41981"/>
                  <a:gd name="connsiteY8" fmla="*/ 42186 h 41981"/>
                  <a:gd name="connsiteX9" fmla="*/ 42261 w 41981"/>
                  <a:gd name="connsiteY9" fmla="*/ 21195 h 41981"/>
                  <a:gd name="connsiteX10" fmla="*/ 42261 w 41981"/>
                  <a:gd name="connsiteY10" fmla="*/ 21195 h 41981"/>
                  <a:gd name="connsiteX11" fmla="*/ 21270 w 41981"/>
                  <a:gd name="connsiteY11" fmla="*/ 20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5005"/>
                    </a:moveTo>
                    <a:cubicBezTo>
                      <a:pt x="30212" y="5005"/>
                      <a:pt x="37461" y="12253"/>
                      <a:pt x="37461" y="21195"/>
                    </a:cubicBezTo>
                    <a:lnTo>
                      <a:pt x="37461" y="21195"/>
                    </a:lnTo>
                    <a:cubicBezTo>
                      <a:pt x="37461" y="30137"/>
                      <a:pt x="30212" y="37385"/>
                      <a:pt x="21270" y="37385"/>
                    </a:cubicBezTo>
                    <a:cubicBezTo>
                      <a:pt x="12328" y="37385"/>
                      <a:pt x="5080" y="30137"/>
                      <a:pt x="5080" y="21195"/>
                    </a:cubicBezTo>
                    <a:cubicBezTo>
                      <a:pt x="5080" y="12253"/>
                      <a:pt x="12328" y="5005"/>
                      <a:pt x="21270" y="5005"/>
                    </a:cubicBezTo>
                    <a:close/>
                    <a:moveTo>
                      <a:pt x="21270" y="205"/>
                    </a:moveTo>
                    <a:cubicBezTo>
                      <a:pt x="9678" y="205"/>
                      <a:pt x="280" y="9603"/>
                      <a:pt x="280" y="21195"/>
                    </a:cubicBezTo>
                    <a:cubicBezTo>
                      <a:pt x="280" y="32788"/>
                      <a:pt x="9678" y="42186"/>
                      <a:pt x="21270" y="42186"/>
                    </a:cubicBezTo>
                    <a:cubicBezTo>
                      <a:pt x="32863" y="42186"/>
                      <a:pt x="42261" y="32788"/>
                      <a:pt x="42261" y="21195"/>
                    </a:cubicBezTo>
                    <a:lnTo>
                      <a:pt x="42261" y="21195"/>
                    </a:lnTo>
                    <a:cubicBezTo>
                      <a:pt x="42261" y="9603"/>
                      <a:pt x="32863" y="205"/>
                      <a:pt x="21270" y="20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1" name="Freeform: Shape 4130">
                <a:extLst>
                  <a:ext uri="{FF2B5EF4-FFF2-40B4-BE49-F238E27FC236}">
                    <a16:creationId xmlns:a16="http://schemas.microsoft.com/office/drawing/2014/main" id="{A4E74725-FD1E-2E8F-5EAC-A90B48FDAC26}"/>
                  </a:ext>
                </a:extLst>
              </p:cNvPr>
              <p:cNvSpPr/>
              <p:nvPr/>
            </p:nvSpPr>
            <p:spPr>
              <a:xfrm>
                <a:off x="1736384" y="8035573"/>
                <a:ext cx="37180" cy="37180"/>
              </a:xfrm>
              <a:custGeom>
                <a:avLst/>
                <a:gdLst>
                  <a:gd name="connsiteX0" fmla="*/ 37436 w 37180"/>
                  <a:gd name="connsiteY0" fmla="*/ 18783 h 37180"/>
                  <a:gd name="connsiteX1" fmla="*/ 18846 w 37180"/>
                  <a:gd name="connsiteY1" fmla="*/ 37374 h 37180"/>
                  <a:gd name="connsiteX2" fmla="*/ 256 w 37180"/>
                  <a:gd name="connsiteY2" fmla="*/ 18783 h 37180"/>
                  <a:gd name="connsiteX3" fmla="*/ 18846 w 37180"/>
                  <a:gd name="connsiteY3" fmla="*/ 193 h 37180"/>
                  <a:gd name="connsiteX4" fmla="*/ 37436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83"/>
                    </a:moveTo>
                    <a:cubicBezTo>
                      <a:pt x="37436" y="29051"/>
                      <a:pt x="29113" y="37374"/>
                      <a:pt x="18846" y="37374"/>
                    </a:cubicBezTo>
                    <a:cubicBezTo>
                      <a:pt x="8579" y="37374"/>
                      <a:pt x="256" y="29051"/>
                      <a:pt x="256" y="18783"/>
                    </a:cubicBezTo>
                    <a:cubicBezTo>
                      <a:pt x="256" y="8516"/>
                      <a:pt x="8579" y="193"/>
                      <a:pt x="18846" y="193"/>
                    </a:cubicBezTo>
                    <a:cubicBezTo>
                      <a:pt x="29113" y="193"/>
                      <a:pt x="37436" y="8516"/>
                      <a:pt x="37436" y="18783"/>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2" name="Freeform: Shape 4131">
                <a:extLst>
                  <a:ext uri="{FF2B5EF4-FFF2-40B4-BE49-F238E27FC236}">
                    <a16:creationId xmlns:a16="http://schemas.microsoft.com/office/drawing/2014/main" id="{E9A2A3EC-352A-BEFF-5E13-35CD6891B0F9}"/>
                  </a:ext>
                </a:extLst>
              </p:cNvPr>
              <p:cNvSpPr/>
              <p:nvPr/>
            </p:nvSpPr>
            <p:spPr>
              <a:xfrm>
                <a:off x="1733983" y="8033173"/>
                <a:ext cx="41981" cy="41981"/>
              </a:xfrm>
              <a:custGeom>
                <a:avLst/>
                <a:gdLst>
                  <a:gd name="connsiteX0" fmla="*/ 21246 w 41981"/>
                  <a:gd name="connsiteY0" fmla="*/ 4993 h 41981"/>
                  <a:gd name="connsiteX1" fmla="*/ 37436 w 41981"/>
                  <a:gd name="connsiteY1" fmla="*/ 21184 h 41981"/>
                  <a:gd name="connsiteX2" fmla="*/ 37436 w 41981"/>
                  <a:gd name="connsiteY2" fmla="*/ 21184 h 41981"/>
                  <a:gd name="connsiteX3" fmla="*/ 21246 w 41981"/>
                  <a:gd name="connsiteY3" fmla="*/ 37374 h 41981"/>
                  <a:gd name="connsiteX4" fmla="*/ 5056 w 41981"/>
                  <a:gd name="connsiteY4" fmla="*/ 21184 h 41981"/>
                  <a:gd name="connsiteX5" fmla="*/ 21246 w 41981"/>
                  <a:gd name="connsiteY5" fmla="*/ 4993 h 41981"/>
                  <a:gd name="connsiteX6" fmla="*/ 21246 w 41981"/>
                  <a:gd name="connsiteY6" fmla="*/ 193 h 41981"/>
                  <a:gd name="connsiteX7" fmla="*/ 256 w 41981"/>
                  <a:gd name="connsiteY7" fmla="*/ 21184 h 41981"/>
                  <a:gd name="connsiteX8" fmla="*/ 21246 w 41981"/>
                  <a:gd name="connsiteY8" fmla="*/ 42174 h 41981"/>
                  <a:gd name="connsiteX9" fmla="*/ 42237 w 41981"/>
                  <a:gd name="connsiteY9" fmla="*/ 21184 h 41981"/>
                  <a:gd name="connsiteX10" fmla="*/ 42237 w 41981"/>
                  <a:gd name="connsiteY10" fmla="*/ 21184 h 41981"/>
                  <a:gd name="connsiteX11" fmla="*/ 21246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93"/>
                    </a:moveTo>
                    <a:cubicBezTo>
                      <a:pt x="30188" y="4993"/>
                      <a:pt x="37436" y="12242"/>
                      <a:pt x="37436" y="21184"/>
                    </a:cubicBezTo>
                    <a:lnTo>
                      <a:pt x="37436" y="21184"/>
                    </a:lnTo>
                    <a:cubicBezTo>
                      <a:pt x="37436" y="30125"/>
                      <a:pt x="30188" y="37374"/>
                      <a:pt x="21246" y="37374"/>
                    </a:cubicBezTo>
                    <a:cubicBezTo>
                      <a:pt x="12304" y="37374"/>
                      <a:pt x="5056" y="30125"/>
                      <a:pt x="5056" y="21184"/>
                    </a:cubicBezTo>
                    <a:cubicBezTo>
                      <a:pt x="5056" y="12242"/>
                      <a:pt x="12304" y="4993"/>
                      <a:pt x="21246" y="4993"/>
                    </a:cubicBezTo>
                    <a:close/>
                    <a:moveTo>
                      <a:pt x="21246" y="193"/>
                    </a:moveTo>
                    <a:cubicBezTo>
                      <a:pt x="9654" y="193"/>
                      <a:pt x="256" y="9591"/>
                      <a:pt x="256" y="21184"/>
                    </a:cubicBezTo>
                    <a:cubicBezTo>
                      <a:pt x="256" y="32776"/>
                      <a:pt x="9654" y="42174"/>
                      <a:pt x="21246" y="42174"/>
                    </a:cubicBezTo>
                    <a:cubicBezTo>
                      <a:pt x="32839" y="42174"/>
                      <a:pt x="42237" y="32776"/>
                      <a:pt x="42237" y="21184"/>
                    </a:cubicBezTo>
                    <a:lnTo>
                      <a:pt x="42237" y="21184"/>
                    </a:lnTo>
                    <a:cubicBezTo>
                      <a:pt x="42237" y="9591"/>
                      <a:pt x="32839" y="193"/>
                      <a:pt x="21246" y="19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3" name="Freeform: Shape 4132">
                <a:extLst>
                  <a:ext uri="{FF2B5EF4-FFF2-40B4-BE49-F238E27FC236}">
                    <a16:creationId xmlns:a16="http://schemas.microsoft.com/office/drawing/2014/main" id="{5655DDEF-7710-0BFB-333A-7614CE2BB1AA}"/>
                  </a:ext>
                </a:extLst>
              </p:cNvPr>
              <p:cNvSpPr/>
              <p:nvPr/>
            </p:nvSpPr>
            <p:spPr>
              <a:xfrm>
                <a:off x="1542905" y="7926611"/>
                <a:ext cx="37180" cy="37180"/>
              </a:xfrm>
              <a:custGeom>
                <a:avLst/>
                <a:gdLst>
                  <a:gd name="connsiteX0" fmla="*/ 37403 w 37180"/>
                  <a:gd name="connsiteY0" fmla="*/ 18765 h 37180"/>
                  <a:gd name="connsiteX1" fmla="*/ 18812 w 37180"/>
                  <a:gd name="connsiteY1" fmla="*/ 37355 h 37180"/>
                  <a:gd name="connsiteX2" fmla="*/ 222 w 37180"/>
                  <a:gd name="connsiteY2" fmla="*/ 18765 h 37180"/>
                  <a:gd name="connsiteX3" fmla="*/ 18812 w 37180"/>
                  <a:gd name="connsiteY3" fmla="*/ 174 h 37180"/>
                  <a:gd name="connsiteX4" fmla="*/ 3740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65"/>
                    </a:moveTo>
                    <a:cubicBezTo>
                      <a:pt x="37403" y="29032"/>
                      <a:pt x="29080" y="37355"/>
                      <a:pt x="18812" y="37355"/>
                    </a:cubicBezTo>
                    <a:cubicBezTo>
                      <a:pt x="8545" y="37355"/>
                      <a:pt x="222" y="29032"/>
                      <a:pt x="222" y="18765"/>
                    </a:cubicBezTo>
                    <a:cubicBezTo>
                      <a:pt x="222" y="8497"/>
                      <a:pt x="8545" y="174"/>
                      <a:pt x="18812" y="174"/>
                    </a:cubicBezTo>
                    <a:cubicBezTo>
                      <a:pt x="29080" y="174"/>
                      <a:pt x="37403" y="8497"/>
                      <a:pt x="37403" y="18765"/>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4" name="Freeform: Shape 4133">
                <a:extLst>
                  <a:ext uri="{FF2B5EF4-FFF2-40B4-BE49-F238E27FC236}">
                    <a16:creationId xmlns:a16="http://schemas.microsoft.com/office/drawing/2014/main" id="{2780AC7A-3BE4-726C-F98A-B40B41B146D8}"/>
                  </a:ext>
                </a:extLst>
              </p:cNvPr>
              <p:cNvSpPr/>
              <p:nvPr/>
            </p:nvSpPr>
            <p:spPr>
              <a:xfrm>
                <a:off x="1540505" y="7924211"/>
                <a:ext cx="41981" cy="41981"/>
              </a:xfrm>
              <a:custGeom>
                <a:avLst/>
                <a:gdLst>
                  <a:gd name="connsiteX0" fmla="*/ 21213 w 41981"/>
                  <a:gd name="connsiteY0" fmla="*/ 4975 h 41981"/>
                  <a:gd name="connsiteX1" fmla="*/ 37403 w 41981"/>
                  <a:gd name="connsiteY1" fmla="*/ 21165 h 41981"/>
                  <a:gd name="connsiteX2" fmla="*/ 37403 w 41981"/>
                  <a:gd name="connsiteY2" fmla="*/ 21165 h 41981"/>
                  <a:gd name="connsiteX3" fmla="*/ 21213 w 41981"/>
                  <a:gd name="connsiteY3" fmla="*/ 37355 h 41981"/>
                  <a:gd name="connsiteX4" fmla="*/ 5022 w 41981"/>
                  <a:gd name="connsiteY4" fmla="*/ 21165 h 41981"/>
                  <a:gd name="connsiteX5" fmla="*/ 21213 w 41981"/>
                  <a:gd name="connsiteY5" fmla="*/ 4975 h 41981"/>
                  <a:gd name="connsiteX6" fmla="*/ 21213 w 41981"/>
                  <a:gd name="connsiteY6" fmla="*/ 174 h 41981"/>
                  <a:gd name="connsiteX7" fmla="*/ 222 w 41981"/>
                  <a:gd name="connsiteY7" fmla="*/ 21165 h 41981"/>
                  <a:gd name="connsiteX8" fmla="*/ 21213 w 41981"/>
                  <a:gd name="connsiteY8" fmla="*/ 42155 h 41981"/>
                  <a:gd name="connsiteX9" fmla="*/ 42203 w 41981"/>
                  <a:gd name="connsiteY9" fmla="*/ 21165 h 41981"/>
                  <a:gd name="connsiteX10" fmla="*/ 42203 w 41981"/>
                  <a:gd name="connsiteY10" fmla="*/ 21165 h 41981"/>
                  <a:gd name="connsiteX11" fmla="*/ 21213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4975"/>
                    </a:moveTo>
                    <a:cubicBezTo>
                      <a:pt x="30154" y="4975"/>
                      <a:pt x="37403" y="12223"/>
                      <a:pt x="37403" y="21165"/>
                    </a:cubicBezTo>
                    <a:lnTo>
                      <a:pt x="37403" y="21165"/>
                    </a:lnTo>
                    <a:cubicBezTo>
                      <a:pt x="37403" y="30107"/>
                      <a:pt x="30154" y="37355"/>
                      <a:pt x="21213" y="37355"/>
                    </a:cubicBezTo>
                    <a:cubicBezTo>
                      <a:pt x="12271" y="37355"/>
                      <a:pt x="5022" y="30107"/>
                      <a:pt x="5022" y="21165"/>
                    </a:cubicBezTo>
                    <a:cubicBezTo>
                      <a:pt x="5022" y="12223"/>
                      <a:pt x="12271" y="4975"/>
                      <a:pt x="21213" y="4975"/>
                    </a:cubicBezTo>
                    <a:close/>
                    <a:moveTo>
                      <a:pt x="21213" y="174"/>
                    </a:moveTo>
                    <a:cubicBezTo>
                      <a:pt x="9620" y="174"/>
                      <a:pt x="222" y="9572"/>
                      <a:pt x="222" y="21165"/>
                    </a:cubicBezTo>
                    <a:cubicBezTo>
                      <a:pt x="222" y="32757"/>
                      <a:pt x="9620" y="42155"/>
                      <a:pt x="21213" y="42155"/>
                    </a:cubicBezTo>
                    <a:cubicBezTo>
                      <a:pt x="32805" y="42155"/>
                      <a:pt x="42203" y="32757"/>
                      <a:pt x="42203" y="21165"/>
                    </a:cubicBezTo>
                    <a:lnTo>
                      <a:pt x="42203" y="21165"/>
                    </a:lnTo>
                    <a:cubicBezTo>
                      <a:pt x="42203" y="9572"/>
                      <a:pt x="32805" y="174"/>
                      <a:pt x="21213"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5" name="Freeform: Shape 4134">
                <a:extLst>
                  <a:ext uri="{FF2B5EF4-FFF2-40B4-BE49-F238E27FC236}">
                    <a16:creationId xmlns:a16="http://schemas.microsoft.com/office/drawing/2014/main" id="{789865E4-A78B-BF39-BD87-3FF67D97C1DD}"/>
                  </a:ext>
                </a:extLst>
              </p:cNvPr>
              <p:cNvSpPr/>
              <p:nvPr/>
            </p:nvSpPr>
            <p:spPr>
              <a:xfrm>
                <a:off x="1806523" y="8068348"/>
                <a:ext cx="37180" cy="37180"/>
              </a:xfrm>
              <a:custGeom>
                <a:avLst/>
                <a:gdLst>
                  <a:gd name="connsiteX0" fmla="*/ 37449 w 37180"/>
                  <a:gd name="connsiteY0" fmla="*/ 18789 h 37180"/>
                  <a:gd name="connsiteX1" fmla="*/ 18858 w 37180"/>
                  <a:gd name="connsiteY1" fmla="*/ 37380 h 37180"/>
                  <a:gd name="connsiteX2" fmla="*/ 268 w 37180"/>
                  <a:gd name="connsiteY2" fmla="*/ 18789 h 37180"/>
                  <a:gd name="connsiteX3" fmla="*/ 18858 w 37180"/>
                  <a:gd name="connsiteY3" fmla="*/ 199 h 37180"/>
                  <a:gd name="connsiteX4" fmla="*/ 37449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89"/>
                    </a:moveTo>
                    <a:cubicBezTo>
                      <a:pt x="37449" y="29056"/>
                      <a:pt x="29125" y="37380"/>
                      <a:pt x="18858" y="37380"/>
                    </a:cubicBezTo>
                    <a:cubicBezTo>
                      <a:pt x="8591" y="37380"/>
                      <a:pt x="268" y="29056"/>
                      <a:pt x="268" y="18789"/>
                    </a:cubicBezTo>
                    <a:cubicBezTo>
                      <a:pt x="268" y="8522"/>
                      <a:pt x="8591" y="199"/>
                      <a:pt x="18858" y="199"/>
                    </a:cubicBezTo>
                    <a:cubicBezTo>
                      <a:pt x="29125" y="199"/>
                      <a:pt x="37449" y="8522"/>
                      <a:pt x="37449" y="18789"/>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6" name="Freeform: Shape 4135">
                <a:extLst>
                  <a:ext uri="{FF2B5EF4-FFF2-40B4-BE49-F238E27FC236}">
                    <a16:creationId xmlns:a16="http://schemas.microsoft.com/office/drawing/2014/main" id="{F40A6F82-23BC-6DD3-DAC2-2ECCE080430E}"/>
                  </a:ext>
                </a:extLst>
              </p:cNvPr>
              <p:cNvSpPr/>
              <p:nvPr/>
            </p:nvSpPr>
            <p:spPr>
              <a:xfrm>
                <a:off x="1804123" y="8065948"/>
                <a:ext cx="41981" cy="41981"/>
              </a:xfrm>
              <a:custGeom>
                <a:avLst/>
                <a:gdLst>
                  <a:gd name="connsiteX0" fmla="*/ 21258 w 41981"/>
                  <a:gd name="connsiteY0" fmla="*/ 4999 h 41981"/>
                  <a:gd name="connsiteX1" fmla="*/ 37449 w 41981"/>
                  <a:gd name="connsiteY1" fmla="*/ 21189 h 41981"/>
                  <a:gd name="connsiteX2" fmla="*/ 37449 w 41981"/>
                  <a:gd name="connsiteY2" fmla="*/ 21189 h 41981"/>
                  <a:gd name="connsiteX3" fmla="*/ 21258 w 41981"/>
                  <a:gd name="connsiteY3" fmla="*/ 37380 h 41981"/>
                  <a:gd name="connsiteX4" fmla="*/ 5068 w 41981"/>
                  <a:gd name="connsiteY4" fmla="*/ 21189 h 41981"/>
                  <a:gd name="connsiteX5" fmla="*/ 21258 w 41981"/>
                  <a:gd name="connsiteY5" fmla="*/ 4999 h 41981"/>
                  <a:gd name="connsiteX6" fmla="*/ 21258 w 41981"/>
                  <a:gd name="connsiteY6" fmla="*/ 199 h 41981"/>
                  <a:gd name="connsiteX7" fmla="*/ 268 w 41981"/>
                  <a:gd name="connsiteY7" fmla="*/ 21189 h 41981"/>
                  <a:gd name="connsiteX8" fmla="*/ 21258 w 41981"/>
                  <a:gd name="connsiteY8" fmla="*/ 42180 h 41981"/>
                  <a:gd name="connsiteX9" fmla="*/ 42249 w 41981"/>
                  <a:gd name="connsiteY9" fmla="*/ 21189 h 41981"/>
                  <a:gd name="connsiteX10" fmla="*/ 42249 w 41981"/>
                  <a:gd name="connsiteY10" fmla="*/ 21189 h 41981"/>
                  <a:gd name="connsiteX11" fmla="*/ 21258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99"/>
                    </a:moveTo>
                    <a:cubicBezTo>
                      <a:pt x="30200" y="4999"/>
                      <a:pt x="37449" y="12248"/>
                      <a:pt x="37449" y="21189"/>
                    </a:cubicBezTo>
                    <a:lnTo>
                      <a:pt x="37449" y="21189"/>
                    </a:lnTo>
                    <a:cubicBezTo>
                      <a:pt x="37449" y="30131"/>
                      <a:pt x="30200" y="37380"/>
                      <a:pt x="21258" y="37380"/>
                    </a:cubicBezTo>
                    <a:cubicBezTo>
                      <a:pt x="12317" y="37380"/>
                      <a:pt x="5068" y="30131"/>
                      <a:pt x="5068" y="21189"/>
                    </a:cubicBezTo>
                    <a:cubicBezTo>
                      <a:pt x="5068" y="12248"/>
                      <a:pt x="12317" y="4999"/>
                      <a:pt x="21258" y="4999"/>
                    </a:cubicBezTo>
                    <a:close/>
                    <a:moveTo>
                      <a:pt x="21258" y="199"/>
                    </a:moveTo>
                    <a:cubicBezTo>
                      <a:pt x="9666" y="199"/>
                      <a:pt x="268" y="9597"/>
                      <a:pt x="268" y="21189"/>
                    </a:cubicBezTo>
                    <a:cubicBezTo>
                      <a:pt x="268" y="32782"/>
                      <a:pt x="9666" y="42180"/>
                      <a:pt x="21258" y="42180"/>
                    </a:cubicBezTo>
                    <a:cubicBezTo>
                      <a:pt x="32851" y="42180"/>
                      <a:pt x="42249" y="32782"/>
                      <a:pt x="42249" y="21189"/>
                    </a:cubicBezTo>
                    <a:lnTo>
                      <a:pt x="42249" y="21189"/>
                    </a:lnTo>
                    <a:cubicBezTo>
                      <a:pt x="42249" y="9597"/>
                      <a:pt x="32851" y="199"/>
                      <a:pt x="21258" y="19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7" name="Freeform: Shape 4136">
                <a:extLst>
                  <a:ext uri="{FF2B5EF4-FFF2-40B4-BE49-F238E27FC236}">
                    <a16:creationId xmlns:a16="http://schemas.microsoft.com/office/drawing/2014/main" id="{9C01AEE7-FD31-F262-B933-E3907CA3909A}"/>
                  </a:ext>
                </a:extLst>
              </p:cNvPr>
              <p:cNvSpPr/>
              <p:nvPr/>
            </p:nvSpPr>
            <p:spPr>
              <a:xfrm>
                <a:off x="1751279" y="8038603"/>
                <a:ext cx="37180" cy="37180"/>
              </a:xfrm>
              <a:custGeom>
                <a:avLst/>
                <a:gdLst>
                  <a:gd name="connsiteX0" fmla="*/ 37439 w 37180"/>
                  <a:gd name="connsiteY0" fmla="*/ 18784 h 37180"/>
                  <a:gd name="connsiteX1" fmla="*/ 18849 w 37180"/>
                  <a:gd name="connsiteY1" fmla="*/ 37374 h 37180"/>
                  <a:gd name="connsiteX2" fmla="*/ 258 w 37180"/>
                  <a:gd name="connsiteY2" fmla="*/ 18784 h 37180"/>
                  <a:gd name="connsiteX3" fmla="*/ 18849 w 37180"/>
                  <a:gd name="connsiteY3" fmla="*/ 194 h 37180"/>
                  <a:gd name="connsiteX4" fmla="*/ 37439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84"/>
                    </a:moveTo>
                    <a:cubicBezTo>
                      <a:pt x="37439" y="29051"/>
                      <a:pt x="29116" y="37374"/>
                      <a:pt x="18849" y="37374"/>
                    </a:cubicBezTo>
                    <a:cubicBezTo>
                      <a:pt x="8581" y="37374"/>
                      <a:pt x="258" y="29051"/>
                      <a:pt x="258" y="18784"/>
                    </a:cubicBezTo>
                    <a:cubicBezTo>
                      <a:pt x="258" y="8517"/>
                      <a:pt x="8581" y="194"/>
                      <a:pt x="18849" y="194"/>
                    </a:cubicBezTo>
                    <a:cubicBezTo>
                      <a:pt x="29116" y="194"/>
                      <a:pt x="37439" y="8517"/>
                      <a:pt x="37439" y="18784"/>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8" name="Freeform: Shape 4137">
                <a:extLst>
                  <a:ext uri="{FF2B5EF4-FFF2-40B4-BE49-F238E27FC236}">
                    <a16:creationId xmlns:a16="http://schemas.microsoft.com/office/drawing/2014/main" id="{42476A2C-A380-2750-1D16-9A73744FB6E8}"/>
                  </a:ext>
                </a:extLst>
              </p:cNvPr>
              <p:cNvSpPr/>
              <p:nvPr/>
            </p:nvSpPr>
            <p:spPr>
              <a:xfrm>
                <a:off x="1748879" y="8036203"/>
                <a:ext cx="41981" cy="41981"/>
              </a:xfrm>
              <a:custGeom>
                <a:avLst/>
                <a:gdLst>
                  <a:gd name="connsiteX0" fmla="*/ 21249 w 41981"/>
                  <a:gd name="connsiteY0" fmla="*/ 4994 h 41981"/>
                  <a:gd name="connsiteX1" fmla="*/ 37439 w 41981"/>
                  <a:gd name="connsiteY1" fmla="*/ 21184 h 41981"/>
                  <a:gd name="connsiteX2" fmla="*/ 37439 w 41981"/>
                  <a:gd name="connsiteY2" fmla="*/ 21184 h 41981"/>
                  <a:gd name="connsiteX3" fmla="*/ 21249 w 41981"/>
                  <a:gd name="connsiteY3" fmla="*/ 37374 h 41981"/>
                  <a:gd name="connsiteX4" fmla="*/ 5059 w 41981"/>
                  <a:gd name="connsiteY4" fmla="*/ 21184 h 41981"/>
                  <a:gd name="connsiteX5" fmla="*/ 21249 w 41981"/>
                  <a:gd name="connsiteY5" fmla="*/ 4994 h 41981"/>
                  <a:gd name="connsiteX6" fmla="*/ 21249 w 41981"/>
                  <a:gd name="connsiteY6" fmla="*/ 194 h 41981"/>
                  <a:gd name="connsiteX7" fmla="*/ 258 w 41981"/>
                  <a:gd name="connsiteY7" fmla="*/ 21184 h 41981"/>
                  <a:gd name="connsiteX8" fmla="*/ 21249 w 41981"/>
                  <a:gd name="connsiteY8" fmla="*/ 42175 h 41981"/>
                  <a:gd name="connsiteX9" fmla="*/ 42239 w 41981"/>
                  <a:gd name="connsiteY9" fmla="*/ 21184 h 41981"/>
                  <a:gd name="connsiteX10" fmla="*/ 42239 w 41981"/>
                  <a:gd name="connsiteY10" fmla="*/ 21184 h 41981"/>
                  <a:gd name="connsiteX11" fmla="*/ 21249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94"/>
                    </a:moveTo>
                    <a:cubicBezTo>
                      <a:pt x="30191" y="4994"/>
                      <a:pt x="37439" y="12242"/>
                      <a:pt x="37439" y="21184"/>
                    </a:cubicBezTo>
                    <a:lnTo>
                      <a:pt x="37439" y="21184"/>
                    </a:lnTo>
                    <a:cubicBezTo>
                      <a:pt x="37439" y="30126"/>
                      <a:pt x="30191" y="37374"/>
                      <a:pt x="21249" y="37374"/>
                    </a:cubicBezTo>
                    <a:cubicBezTo>
                      <a:pt x="12307" y="37374"/>
                      <a:pt x="5059" y="30126"/>
                      <a:pt x="5059" y="21184"/>
                    </a:cubicBezTo>
                    <a:cubicBezTo>
                      <a:pt x="5059" y="12242"/>
                      <a:pt x="12307" y="4994"/>
                      <a:pt x="21249" y="4994"/>
                    </a:cubicBezTo>
                    <a:close/>
                    <a:moveTo>
                      <a:pt x="21249" y="194"/>
                    </a:moveTo>
                    <a:cubicBezTo>
                      <a:pt x="9656" y="194"/>
                      <a:pt x="258" y="9592"/>
                      <a:pt x="258" y="21184"/>
                    </a:cubicBezTo>
                    <a:cubicBezTo>
                      <a:pt x="258" y="32777"/>
                      <a:pt x="9656" y="42175"/>
                      <a:pt x="21249" y="42175"/>
                    </a:cubicBezTo>
                    <a:cubicBezTo>
                      <a:pt x="32841" y="42175"/>
                      <a:pt x="42239" y="32777"/>
                      <a:pt x="42239" y="21184"/>
                    </a:cubicBezTo>
                    <a:lnTo>
                      <a:pt x="42239" y="21184"/>
                    </a:lnTo>
                    <a:cubicBezTo>
                      <a:pt x="42239" y="9592"/>
                      <a:pt x="32841" y="194"/>
                      <a:pt x="21249" y="19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39" name="Freeform: Shape 4138">
                <a:extLst>
                  <a:ext uri="{FF2B5EF4-FFF2-40B4-BE49-F238E27FC236}">
                    <a16:creationId xmlns:a16="http://schemas.microsoft.com/office/drawing/2014/main" id="{686FC31D-23EE-5A99-D617-D68834927665}"/>
                  </a:ext>
                </a:extLst>
              </p:cNvPr>
              <p:cNvSpPr/>
              <p:nvPr/>
            </p:nvSpPr>
            <p:spPr>
              <a:xfrm>
                <a:off x="1396895" y="7818502"/>
                <a:ext cx="37180" cy="37180"/>
              </a:xfrm>
              <a:custGeom>
                <a:avLst/>
                <a:gdLst>
                  <a:gd name="connsiteX0" fmla="*/ 37378 w 37180"/>
                  <a:gd name="connsiteY0" fmla="*/ 18746 h 37180"/>
                  <a:gd name="connsiteX1" fmla="*/ 18787 w 37180"/>
                  <a:gd name="connsiteY1" fmla="*/ 37336 h 37180"/>
                  <a:gd name="connsiteX2" fmla="*/ 197 w 37180"/>
                  <a:gd name="connsiteY2" fmla="*/ 18746 h 37180"/>
                  <a:gd name="connsiteX3" fmla="*/ 18787 w 37180"/>
                  <a:gd name="connsiteY3" fmla="*/ 155 h 37180"/>
                  <a:gd name="connsiteX4" fmla="*/ 37378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78" y="18746"/>
                    </a:moveTo>
                    <a:cubicBezTo>
                      <a:pt x="37378" y="29013"/>
                      <a:pt x="29054" y="37336"/>
                      <a:pt x="18787" y="37336"/>
                    </a:cubicBezTo>
                    <a:cubicBezTo>
                      <a:pt x="8520" y="37336"/>
                      <a:pt x="197" y="29013"/>
                      <a:pt x="197" y="18746"/>
                    </a:cubicBezTo>
                    <a:cubicBezTo>
                      <a:pt x="197" y="8479"/>
                      <a:pt x="8520" y="155"/>
                      <a:pt x="18787" y="155"/>
                    </a:cubicBezTo>
                    <a:cubicBezTo>
                      <a:pt x="29054" y="155"/>
                      <a:pt x="37378" y="8479"/>
                      <a:pt x="37378" y="18746"/>
                    </a:cubicBezTo>
                    <a:close/>
                  </a:path>
                </a:pathLst>
              </a:custGeom>
              <a:solidFill>
                <a:srgbClr val="F7BBB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0" name="Freeform: Shape 4139">
                <a:extLst>
                  <a:ext uri="{FF2B5EF4-FFF2-40B4-BE49-F238E27FC236}">
                    <a16:creationId xmlns:a16="http://schemas.microsoft.com/office/drawing/2014/main" id="{B8E672E5-DD57-949A-0F1F-BAC841DC63D9}"/>
                  </a:ext>
                </a:extLst>
              </p:cNvPr>
              <p:cNvSpPr/>
              <p:nvPr/>
            </p:nvSpPr>
            <p:spPr>
              <a:xfrm>
                <a:off x="1394495" y="7816102"/>
                <a:ext cx="41981" cy="41981"/>
              </a:xfrm>
              <a:custGeom>
                <a:avLst/>
                <a:gdLst>
                  <a:gd name="connsiteX0" fmla="*/ 21187 w 41981"/>
                  <a:gd name="connsiteY0" fmla="*/ 4956 h 41981"/>
                  <a:gd name="connsiteX1" fmla="*/ 37378 w 41981"/>
                  <a:gd name="connsiteY1" fmla="*/ 21146 h 41981"/>
                  <a:gd name="connsiteX2" fmla="*/ 37378 w 41981"/>
                  <a:gd name="connsiteY2" fmla="*/ 21146 h 41981"/>
                  <a:gd name="connsiteX3" fmla="*/ 21187 w 41981"/>
                  <a:gd name="connsiteY3" fmla="*/ 37336 h 41981"/>
                  <a:gd name="connsiteX4" fmla="*/ 4997 w 41981"/>
                  <a:gd name="connsiteY4" fmla="*/ 21146 h 41981"/>
                  <a:gd name="connsiteX5" fmla="*/ 21187 w 41981"/>
                  <a:gd name="connsiteY5" fmla="*/ 4956 h 41981"/>
                  <a:gd name="connsiteX6" fmla="*/ 21187 w 41981"/>
                  <a:gd name="connsiteY6" fmla="*/ 155 h 41981"/>
                  <a:gd name="connsiteX7" fmla="*/ 197 w 41981"/>
                  <a:gd name="connsiteY7" fmla="*/ 21146 h 41981"/>
                  <a:gd name="connsiteX8" fmla="*/ 21187 w 41981"/>
                  <a:gd name="connsiteY8" fmla="*/ 42137 h 41981"/>
                  <a:gd name="connsiteX9" fmla="*/ 42178 w 41981"/>
                  <a:gd name="connsiteY9" fmla="*/ 21146 h 41981"/>
                  <a:gd name="connsiteX10" fmla="*/ 42178 w 41981"/>
                  <a:gd name="connsiteY10" fmla="*/ 21146 h 41981"/>
                  <a:gd name="connsiteX11" fmla="*/ 21187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87" y="4956"/>
                    </a:moveTo>
                    <a:cubicBezTo>
                      <a:pt x="30129" y="4956"/>
                      <a:pt x="37378" y="12204"/>
                      <a:pt x="37378" y="21146"/>
                    </a:cubicBezTo>
                    <a:lnTo>
                      <a:pt x="37378" y="21146"/>
                    </a:lnTo>
                    <a:cubicBezTo>
                      <a:pt x="37378" y="30088"/>
                      <a:pt x="30129" y="37336"/>
                      <a:pt x="21187" y="37336"/>
                    </a:cubicBezTo>
                    <a:cubicBezTo>
                      <a:pt x="12245" y="37336"/>
                      <a:pt x="4997" y="30088"/>
                      <a:pt x="4997" y="21146"/>
                    </a:cubicBezTo>
                    <a:cubicBezTo>
                      <a:pt x="4997" y="12204"/>
                      <a:pt x="12245" y="4956"/>
                      <a:pt x="21187" y="4956"/>
                    </a:cubicBezTo>
                    <a:close/>
                    <a:moveTo>
                      <a:pt x="21187" y="155"/>
                    </a:moveTo>
                    <a:cubicBezTo>
                      <a:pt x="9595" y="155"/>
                      <a:pt x="197" y="9553"/>
                      <a:pt x="197" y="21146"/>
                    </a:cubicBezTo>
                    <a:cubicBezTo>
                      <a:pt x="197" y="32739"/>
                      <a:pt x="9595" y="42137"/>
                      <a:pt x="21187" y="42137"/>
                    </a:cubicBezTo>
                    <a:cubicBezTo>
                      <a:pt x="32780" y="42137"/>
                      <a:pt x="42178" y="32739"/>
                      <a:pt x="42178" y="21146"/>
                    </a:cubicBezTo>
                    <a:lnTo>
                      <a:pt x="42178" y="21146"/>
                    </a:lnTo>
                    <a:cubicBezTo>
                      <a:pt x="42178" y="9553"/>
                      <a:pt x="32780" y="155"/>
                      <a:pt x="21187"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1" name="Freeform: Shape 4140">
                <a:extLst>
                  <a:ext uri="{FF2B5EF4-FFF2-40B4-BE49-F238E27FC236}">
                    <a16:creationId xmlns:a16="http://schemas.microsoft.com/office/drawing/2014/main" id="{326B5E32-6E63-FFD1-EC81-C5CEE3F3D711}"/>
                  </a:ext>
                </a:extLst>
              </p:cNvPr>
              <p:cNvSpPr/>
              <p:nvPr/>
            </p:nvSpPr>
            <p:spPr>
              <a:xfrm>
                <a:off x="1743382" y="7838213"/>
                <a:ext cx="37180" cy="37180"/>
              </a:xfrm>
              <a:custGeom>
                <a:avLst/>
                <a:gdLst>
                  <a:gd name="connsiteX0" fmla="*/ 37438 w 37180"/>
                  <a:gd name="connsiteY0" fmla="*/ 18749 h 37180"/>
                  <a:gd name="connsiteX1" fmla="*/ 18847 w 37180"/>
                  <a:gd name="connsiteY1" fmla="*/ 37340 h 37180"/>
                  <a:gd name="connsiteX2" fmla="*/ 257 w 37180"/>
                  <a:gd name="connsiteY2" fmla="*/ 18749 h 37180"/>
                  <a:gd name="connsiteX3" fmla="*/ 18847 w 37180"/>
                  <a:gd name="connsiteY3" fmla="*/ 159 h 37180"/>
                  <a:gd name="connsiteX4" fmla="*/ 37438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49"/>
                    </a:moveTo>
                    <a:cubicBezTo>
                      <a:pt x="37438" y="29016"/>
                      <a:pt x="29114" y="37340"/>
                      <a:pt x="18847" y="37340"/>
                    </a:cubicBezTo>
                    <a:cubicBezTo>
                      <a:pt x="8580" y="37340"/>
                      <a:pt x="257" y="29016"/>
                      <a:pt x="257" y="18749"/>
                    </a:cubicBezTo>
                    <a:cubicBezTo>
                      <a:pt x="257" y="8482"/>
                      <a:pt x="8580" y="159"/>
                      <a:pt x="18847" y="159"/>
                    </a:cubicBezTo>
                    <a:cubicBezTo>
                      <a:pt x="29114" y="159"/>
                      <a:pt x="37438" y="8482"/>
                      <a:pt x="37438" y="18749"/>
                    </a:cubicBezTo>
                    <a:close/>
                  </a:path>
                </a:pathLst>
              </a:custGeom>
              <a:solidFill>
                <a:srgbClr val="F7B2B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2" name="Freeform: Shape 4141">
                <a:extLst>
                  <a:ext uri="{FF2B5EF4-FFF2-40B4-BE49-F238E27FC236}">
                    <a16:creationId xmlns:a16="http://schemas.microsoft.com/office/drawing/2014/main" id="{FE06010A-1D8A-3C77-42BE-36025350C87C}"/>
                  </a:ext>
                </a:extLst>
              </p:cNvPr>
              <p:cNvSpPr/>
              <p:nvPr/>
            </p:nvSpPr>
            <p:spPr>
              <a:xfrm>
                <a:off x="1740982" y="7835813"/>
                <a:ext cx="41981" cy="41981"/>
              </a:xfrm>
              <a:custGeom>
                <a:avLst/>
                <a:gdLst>
                  <a:gd name="connsiteX0" fmla="*/ 21247 w 41981"/>
                  <a:gd name="connsiteY0" fmla="*/ 4959 h 41981"/>
                  <a:gd name="connsiteX1" fmla="*/ 37438 w 41981"/>
                  <a:gd name="connsiteY1" fmla="*/ 21149 h 41981"/>
                  <a:gd name="connsiteX2" fmla="*/ 37438 w 41981"/>
                  <a:gd name="connsiteY2" fmla="*/ 21149 h 41981"/>
                  <a:gd name="connsiteX3" fmla="*/ 21247 w 41981"/>
                  <a:gd name="connsiteY3" fmla="*/ 37340 h 41981"/>
                  <a:gd name="connsiteX4" fmla="*/ 5057 w 41981"/>
                  <a:gd name="connsiteY4" fmla="*/ 21149 h 41981"/>
                  <a:gd name="connsiteX5" fmla="*/ 21247 w 41981"/>
                  <a:gd name="connsiteY5" fmla="*/ 4959 h 41981"/>
                  <a:gd name="connsiteX6" fmla="*/ 21247 w 41981"/>
                  <a:gd name="connsiteY6" fmla="*/ 159 h 41981"/>
                  <a:gd name="connsiteX7" fmla="*/ 257 w 41981"/>
                  <a:gd name="connsiteY7" fmla="*/ 21149 h 41981"/>
                  <a:gd name="connsiteX8" fmla="*/ 21247 w 41981"/>
                  <a:gd name="connsiteY8" fmla="*/ 42140 h 41981"/>
                  <a:gd name="connsiteX9" fmla="*/ 42238 w 41981"/>
                  <a:gd name="connsiteY9" fmla="*/ 21149 h 41981"/>
                  <a:gd name="connsiteX10" fmla="*/ 42238 w 41981"/>
                  <a:gd name="connsiteY10" fmla="*/ 21149 h 41981"/>
                  <a:gd name="connsiteX11" fmla="*/ 21247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59"/>
                    </a:moveTo>
                    <a:cubicBezTo>
                      <a:pt x="30189" y="4959"/>
                      <a:pt x="37438" y="12208"/>
                      <a:pt x="37438" y="21149"/>
                    </a:cubicBezTo>
                    <a:lnTo>
                      <a:pt x="37438" y="21149"/>
                    </a:lnTo>
                    <a:cubicBezTo>
                      <a:pt x="37438" y="30091"/>
                      <a:pt x="30189" y="37340"/>
                      <a:pt x="21247" y="37340"/>
                    </a:cubicBezTo>
                    <a:cubicBezTo>
                      <a:pt x="12306" y="37340"/>
                      <a:pt x="5057" y="30091"/>
                      <a:pt x="5057" y="21149"/>
                    </a:cubicBezTo>
                    <a:cubicBezTo>
                      <a:pt x="5057" y="12208"/>
                      <a:pt x="12306" y="4959"/>
                      <a:pt x="21247" y="4959"/>
                    </a:cubicBezTo>
                    <a:close/>
                    <a:moveTo>
                      <a:pt x="21247" y="159"/>
                    </a:moveTo>
                    <a:cubicBezTo>
                      <a:pt x="9655" y="159"/>
                      <a:pt x="257" y="9557"/>
                      <a:pt x="257" y="21149"/>
                    </a:cubicBezTo>
                    <a:cubicBezTo>
                      <a:pt x="257" y="32742"/>
                      <a:pt x="9655" y="42140"/>
                      <a:pt x="21247" y="42140"/>
                    </a:cubicBezTo>
                    <a:cubicBezTo>
                      <a:pt x="32840" y="42140"/>
                      <a:pt x="42238" y="32742"/>
                      <a:pt x="42238" y="21149"/>
                    </a:cubicBezTo>
                    <a:lnTo>
                      <a:pt x="42238" y="21149"/>
                    </a:lnTo>
                    <a:cubicBezTo>
                      <a:pt x="42238" y="9557"/>
                      <a:pt x="32840" y="159"/>
                      <a:pt x="21247"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3" name="Freeform: Shape 4142">
                <a:extLst>
                  <a:ext uri="{FF2B5EF4-FFF2-40B4-BE49-F238E27FC236}">
                    <a16:creationId xmlns:a16="http://schemas.microsoft.com/office/drawing/2014/main" id="{6F29945B-5FC6-44FD-59F3-1859F22EE1BE}"/>
                  </a:ext>
                </a:extLst>
              </p:cNvPr>
              <p:cNvSpPr/>
              <p:nvPr/>
            </p:nvSpPr>
            <p:spPr>
              <a:xfrm>
                <a:off x="2007777" y="7774121"/>
                <a:ext cx="37180" cy="37180"/>
              </a:xfrm>
              <a:custGeom>
                <a:avLst/>
                <a:gdLst>
                  <a:gd name="connsiteX0" fmla="*/ 37484 w 37180"/>
                  <a:gd name="connsiteY0" fmla="*/ 18738 h 37180"/>
                  <a:gd name="connsiteX1" fmla="*/ 18893 w 37180"/>
                  <a:gd name="connsiteY1" fmla="*/ 37328 h 37180"/>
                  <a:gd name="connsiteX2" fmla="*/ 303 w 37180"/>
                  <a:gd name="connsiteY2" fmla="*/ 18738 h 37180"/>
                  <a:gd name="connsiteX3" fmla="*/ 18893 w 37180"/>
                  <a:gd name="connsiteY3" fmla="*/ 148 h 37180"/>
                  <a:gd name="connsiteX4" fmla="*/ 37484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4" y="18738"/>
                    </a:moveTo>
                    <a:cubicBezTo>
                      <a:pt x="37484" y="29005"/>
                      <a:pt x="29160" y="37328"/>
                      <a:pt x="18893" y="37328"/>
                    </a:cubicBezTo>
                    <a:cubicBezTo>
                      <a:pt x="8626" y="37328"/>
                      <a:pt x="303" y="29005"/>
                      <a:pt x="303" y="18738"/>
                    </a:cubicBezTo>
                    <a:cubicBezTo>
                      <a:pt x="303" y="8471"/>
                      <a:pt x="8626" y="148"/>
                      <a:pt x="18893" y="148"/>
                    </a:cubicBezTo>
                    <a:cubicBezTo>
                      <a:pt x="29160" y="148"/>
                      <a:pt x="37484" y="8471"/>
                      <a:pt x="37484" y="18738"/>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4" name="Freeform: Shape 4143">
                <a:extLst>
                  <a:ext uri="{FF2B5EF4-FFF2-40B4-BE49-F238E27FC236}">
                    <a16:creationId xmlns:a16="http://schemas.microsoft.com/office/drawing/2014/main" id="{3A455FBB-C039-F640-54C2-E7A595CD7176}"/>
                  </a:ext>
                </a:extLst>
              </p:cNvPr>
              <p:cNvSpPr/>
              <p:nvPr/>
            </p:nvSpPr>
            <p:spPr>
              <a:xfrm>
                <a:off x="2005377" y="7771721"/>
                <a:ext cx="41981" cy="41981"/>
              </a:xfrm>
              <a:custGeom>
                <a:avLst/>
                <a:gdLst>
                  <a:gd name="connsiteX0" fmla="*/ 21293 w 41981"/>
                  <a:gd name="connsiteY0" fmla="*/ 4948 h 41981"/>
                  <a:gd name="connsiteX1" fmla="*/ 37484 w 41981"/>
                  <a:gd name="connsiteY1" fmla="*/ 21138 h 41981"/>
                  <a:gd name="connsiteX2" fmla="*/ 37484 w 41981"/>
                  <a:gd name="connsiteY2" fmla="*/ 21138 h 41981"/>
                  <a:gd name="connsiteX3" fmla="*/ 21293 w 41981"/>
                  <a:gd name="connsiteY3" fmla="*/ 37328 h 41981"/>
                  <a:gd name="connsiteX4" fmla="*/ 5103 w 41981"/>
                  <a:gd name="connsiteY4" fmla="*/ 21138 h 41981"/>
                  <a:gd name="connsiteX5" fmla="*/ 21293 w 41981"/>
                  <a:gd name="connsiteY5" fmla="*/ 4948 h 41981"/>
                  <a:gd name="connsiteX6" fmla="*/ 21293 w 41981"/>
                  <a:gd name="connsiteY6" fmla="*/ 148 h 41981"/>
                  <a:gd name="connsiteX7" fmla="*/ 303 w 41981"/>
                  <a:gd name="connsiteY7" fmla="*/ 21138 h 41981"/>
                  <a:gd name="connsiteX8" fmla="*/ 21293 w 41981"/>
                  <a:gd name="connsiteY8" fmla="*/ 42129 h 41981"/>
                  <a:gd name="connsiteX9" fmla="*/ 42284 w 41981"/>
                  <a:gd name="connsiteY9" fmla="*/ 21138 h 41981"/>
                  <a:gd name="connsiteX10" fmla="*/ 42284 w 41981"/>
                  <a:gd name="connsiteY10" fmla="*/ 21138 h 41981"/>
                  <a:gd name="connsiteX11" fmla="*/ 21293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3" y="4948"/>
                    </a:moveTo>
                    <a:cubicBezTo>
                      <a:pt x="30235" y="4948"/>
                      <a:pt x="37484" y="12196"/>
                      <a:pt x="37484" y="21138"/>
                    </a:cubicBezTo>
                    <a:lnTo>
                      <a:pt x="37484" y="21138"/>
                    </a:lnTo>
                    <a:cubicBezTo>
                      <a:pt x="37484" y="30080"/>
                      <a:pt x="30235" y="37328"/>
                      <a:pt x="21293" y="37328"/>
                    </a:cubicBezTo>
                    <a:cubicBezTo>
                      <a:pt x="12352" y="37328"/>
                      <a:pt x="5103" y="30080"/>
                      <a:pt x="5103" y="21138"/>
                    </a:cubicBezTo>
                    <a:cubicBezTo>
                      <a:pt x="5103" y="12196"/>
                      <a:pt x="12352" y="4948"/>
                      <a:pt x="21293" y="4948"/>
                    </a:cubicBezTo>
                    <a:close/>
                    <a:moveTo>
                      <a:pt x="21293" y="148"/>
                    </a:moveTo>
                    <a:cubicBezTo>
                      <a:pt x="9701" y="148"/>
                      <a:pt x="303" y="9546"/>
                      <a:pt x="303" y="21138"/>
                    </a:cubicBezTo>
                    <a:cubicBezTo>
                      <a:pt x="303" y="32731"/>
                      <a:pt x="9701" y="42129"/>
                      <a:pt x="21293" y="42129"/>
                    </a:cubicBezTo>
                    <a:cubicBezTo>
                      <a:pt x="32886" y="42129"/>
                      <a:pt x="42284" y="32731"/>
                      <a:pt x="42284" y="21138"/>
                    </a:cubicBezTo>
                    <a:lnTo>
                      <a:pt x="42284" y="21138"/>
                    </a:lnTo>
                    <a:cubicBezTo>
                      <a:pt x="42284" y="9546"/>
                      <a:pt x="32886" y="148"/>
                      <a:pt x="21293"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5" name="Freeform: Shape 4144">
                <a:extLst>
                  <a:ext uri="{FF2B5EF4-FFF2-40B4-BE49-F238E27FC236}">
                    <a16:creationId xmlns:a16="http://schemas.microsoft.com/office/drawing/2014/main" id="{6449C985-A36E-7311-6E9F-43533143B3B8}"/>
                  </a:ext>
                </a:extLst>
              </p:cNvPr>
              <p:cNvSpPr/>
              <p:nvPr/>
            </p:nvSpPr>
            <p:spPr>
              <a:xfrm>
                <a:off x="1679457" y="8064730"/>
                <a:ext cx="37180" cy="37180"/>
              </a:xfrm>
              <a:custGeom>
                <a:avLst/>
                <a:gdLst>
                  <a:gd name="connsiteX0" fmla="*/ 37427 w 37180"/>
                  <a:gd name="connsiteY0" fmla="*/ 18789 h 37180"/>
                  <a:gd name="connsiteX1" fmla="*/ 18836 w 37180"/>
                  <a:gd name="connsiteY1" fmla="*/ 37379 h 37180"/>
                  <a:gd name="connsiteX2" fmla="*/ 246 w 37180"/>
                  <a:gd name="connsiteY2" fmla="*/ 18789 h 37180"/>
                  <a:gd name="connsiteX3" fmla="*/ 18836 w 37180"/>
                  <a:gd name="connsiteY3" fmla="*/ 198 h 37180"/>
                  <a:gd name="connsiteX4" fmla="*/ 37427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89"/>
                    </a:moveTo>
                    <a:cubicBezTo>
                      <a:pt x="37427" y="29056"/>
                      <a:pt x="29103" y="37379"/>
                      <a:pt x="18836" y="37379"/>
                    </a:cubicBezTo>
                    <a:cubicBezTo>
                      <a:pt x="8569" y="37379"/>
                      <a:pt x="246" y="29056"/>
                      <a:pt x="246" y="18789"/>
                    </a:cubicBezTo>
                    <a:cubicBezTo>
                      <a:pt x="246" y="8521"/>
                      <a:pt x="8569" y="198"/>
                      <a:pt x="18836" y="198"/>
                    </a:cubicBezTo>
                    <a:cubicBezTo>
                      <a:pt x="29103" y="198"/>
                      <a:pt x="37427" y="8521"/>
                      <a:pt x="37427" y="18789"/>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6" name="Freeform: Shape 4145">
                <a:extLst>
                  <a:ext uri="{FF2B5EF4-FFF2-40B4-BE49-F238E27FC236}">
                    <a16:creationId xmlns:a16="http://schemas.microsoft.com/office/drawing/2014/main" id="{CFD5FB8E-E0D9-360D-90CD-093474C58EC1}"/>
                  </a:ext>
                </a:extLst>
              </p:cNvPr>
              <p:cNvSpPr/>
              <p:nvPr/>
            </p:nvSpPr>
            <p:spPr>
              <a:xfrm>
                <a:off x="1677057" y="8062330"/>
                <a:ext cx="41981" cy="41981"/>
              </a:xfrm>
              <a:custGeom>
                <a:avLst/>
                <a:gdLst>
                  <a:gd name="connsiteX0" fmla="*/ 21236 w 41981"/>
                  <a:gd name="connsiteY0" fmla="*/ 4998 h 41981"/>
                  <a:gd name="connsiteX1" fmla="*/ 37427 w 41981"/>
                  <a:gd name="connsiteY1" fmla="*/ 21189 h 41981"/>
                  <a:gd name="connsiteX2" fmla="*/ 37427 w 41981"/>
                  <a:gd name="connsiteY2" fmla="*/ 21189 h 41981"/>
                  <a:gd name="connsiteX3" fmla="*/ 21236 w 41981"/>
                  <a:gd name="connsiteY3" fmla="*/ 37379 h 41981"/>
                  <a:gd name="connsiteX4" fmla="*/ 5046 w 41981"/>
                  <a:gd name="connsiteY4" fmla="*/ 21189 h 41981"/>
                  <a:gd name="connsiteX5" fmla="*/ 21236 w 41981"/>
                  <a:gd name="connsiteY5" fmla="*/ 4998 h 41981"/>
                  <a:gd name="connsiteX6" fmla="*/ 21236 w 41981"/>
                  <a:gd name="connsiteY6" fmla="*/ 198 h 41981"/>
                  <a:gd name="connsiteX7" fmla="*/ 246 w 41981"/>
                  <a:gd name="connsiteY7" fmla="*/ 21189 h 41981"/>
                  <a:gd name="connsiteX8" fmla="*/ 21236 w 41981"/>
                  <a:gd name="connsiteY8" fmla="*/ 42179 h 41981"/>
                  <a:gd name="connsiteX9" fmla="*/ 42227 w 41981"/>
                  <a:gd name="connsiteY9" fmla="*/ 21189 h 41981"/>
                  <a:gd name="connsiteX10" fmla="*/ 42227 w 41981"/>
                  <a:gd name="connsiteY10" fmla="*/ 21189 h 41981"/>
                  <a:gd name="connsiteX11" fmla="*/ 21236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98"/>
                    </a:moveTo>
                    <a:cubicBezTo>
                      <a:pt x="30178" y="4998"/>
                      <a:pt x="37427" y="12247"/>
                      <a:pt x="37427" y="21189"/>
                    </a:cubicBezTo>
                    <a:lnTo>
                      <a:pt x="37427" y="21189"/>
                    </a:lnTo>
                    <a:cubicBezTo>
                      <a:pt x="37427" y="30131"/>
                      <a:pt x="30178" y="37379"/>
                      <a:pt x="21236" y="37379"/>
                    </a:cubicBezTo>
                    <a:cubicBezTo>
                      <a:pt x="12295" y="37379"/>
                      <a:pt x="5046" y="30131"/>
                      <a:pt x="5046" y="21189"/>
                    </a:cubicBezTo>
                    <a:cubicBezTo>
                      <a:pt x="5046" y="12247"/>
                      <a:pt x="12295" y="4998"/>
                      <a:pt x="21236" y="4998"/>
                    </a:cubicBezTo>
                    <a:close/>
                    <a:moveTo>
                      <a:pt x="21236" y="198"/>
                    </a:moveTo>
                    <a:cubicBezTo>
                      <a:pt x="9644" y="198"/>
                      <a:pt x="246" y="9596"/>
                      <a:pt x="246" y="21189"/>
                    </a:cubicBezTo>
                    <a:cubicBezTo>
                      <a:pt x="246" y="32781"/>
                      <a:pt x="9644" y="42179"/>
                      <a:pt x="21236" y="42179"/>
                    </a:cubicBezTo>
                    <a:cubicBezTo>
                      <a:pt x="32829" y="42179"/>
                      <a:pt x="42227" y="32781"/>
                      <a:pt x="42227" y="21189"/>
                    </a:cubicBezTo>
                    <a:lnTo>
                      <a:pt x="42227" y="21189"/>
                    </a:lnTo>
                    <a:cubicBezTo>
                      <a:pt x="42227" y="9596"/>
                      <a:pt x="32829" y="198"/>
                      <a:pt x="21236"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7" name="Freeform: Shape 4146">
                <a:extLst>
                  <a:ext uri="{FF2B5EF4-FFF2-40B4-BE49-F238E27FC236}">
                    <a16:creationId xmlns:a16="http://schemas.microsoft.com/office/drawing/2014/main" id="{C6F76A34-9FBA-F2EA-7652-0CB64AB53A36}"/>
                  </a:ext>
                </a:extLst>
              </p:cNvPr>
              <p:cNvSpPr/>
              <p:nvPr/>
            </p:nvSpPr>
            <p:spPr>
              <a:xfrm>
                <a:off x="1813366" y="8024589"/>
                <a:ext cx="37180" cy="37180"/>
              </a:xfrm>
              <a:custGeom>
                <a:avLst/>
                <a:gdLst>
                  <a:gd name="connsiteX0" fmla="*/ 37450 w 37180"/>
                  <a:gd name="connsiteY0" fmla="*/ 18782 h 37180"/>
                  <a:gd name="connsiteX1" fmla="*/ 18859 w 37180"/>
                  <a:gd name="connsiteY1" fmla="*/ 37372 h 37180"/>
                  <a:gd name="connsiteX2" fmla="*/ 269 w 37180"/>
                  <a:gd name="connsiteY2" fmla="*/ 18782 h 37180"/>
                  <a:gd name="connsiteX3" fmla="*/ 18859 w 37180"/>
                  <a:gd name="connsiteY3" fmla="*/ 191 h 37180"/>
                  <a:gd name="connsiteX4" fmla="*/ 37450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82"/>
                    </a:moveTo>
                    <a:cubicBezTo>
                      <a:pt x="37450" y="29049"/>
                      <a:pt x="29127" y="37372"/>
                      <a:pt x="18859" y="37372"/>
                    </a:cubicBezTo>
                    <a:cubicBezTo>
                      <a:pt x="8592" y="37372"/>
                      <a:pt x="269" y="29049"/>
                      <a:pt x="269" y="18782"/>
                    </a:cubicBezTo>
                    <a:cubicBezTo>
                      <a:pt x="269" y="8514"/>
                      <a:pt x="8592" y="191"/>
                      <a:pt x="18859" y="191"/>
                    </a:cubicBezTo>
                    <a:cubicBezTo>
                      <a:pt x="29127" y="191"/>
                      <a:pt x="37450" y="8514"/>
                      <a:pt x="37450" y="18782"/>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8" name="Freeform: Shape 4147">
                <a:extLst>
                  <a:ext uri="{FF2B5EF4-FFF2-40B4-BE49-F238E27FC236}">
                    <a16:creationId xmlns:a16="http://schemas.microsoft.com/office/drawing/2014/main" id="{E50E2EE7-74CD-A5F2-9FCC-4F980D0EBDD3}"/>
                  </a:ext>
                </a:extLst>
              </p:cNvPr>
              <p:cNvSpPr/>
              <p:nvPr/>
            </p:nvSpPr>
            <p:spPr>
              <a:xfrm>
                <a:off x="1810966" y="8022189"/>
                <a:ext cx="41981" cy="41981"/>
              </a:xfrm>
              <a:custGeom>
                <a:avLst/>
                <a:gdLst>
                  <a:gd name="connsiteX0" fmla="*/ 21260 w 41981"/>
                  <a:gd name="connsiteY0" fmla="*/ 4992 h 41981"/>
                  <a:gd name="connsiteX1" fmla="*/ 37450 w 41981"/>
                  <a:gd name="connsiteY1" fmla="*/ 21182 h 41981"/>
                  <a:gd name="connsiteX2" fmla="*/ 37450 w 41981"/>
                  <a:gd name="connsiteY2" fmla="*/ 21182 h 41981"/>
                  <a:gd name="connsiteX3" fmla="*/ 21260 w 41981"/>
                  <a:gd name="connsiteY3" fmla="*/ 37372 h 41981"/>
                  <a:gd name="connsiteX4" fmla="*/ 5069 w 41981"/>
                  <a:gd name="connsiteY4" fmla="*/ 21182 h 41981"/>
                  <a:gd name="connsiteX5" fmla="*/ 21260 w 41981"/>
                  <a:gd name="connsiteY5" fmla="*/ 4992 h 41981"/>
                  <a:gd name="connsiteX6" fmla="*/ 21260 w 41981"/>
                  <a:gd name="connsiteY6" fmla="*/ 191 h 41981"/>
                  <a:gd name="connsiteX7" fmla="*/ 269 w 41981"/>
                  <a:gd name="connsiteY7" fmla="*/ 21182 h 41981"/>
                  <a:gd name="connsiteX8" fmla="*/ 21260 w 41981"/>
                  <a:gd name="connsiteY8" fmla="*/ 42172 h 41981"/>
                  <a:gd name="connsiteX9" fmla="*/ 42250 w 41981"/>
                  <a:gd name="connsiteY9" fmla="*/ 21182 h 41981"/>
                  <a:gd name="connsiteX10" fmla="*/ 42250 w 41981"/>
                  <a:gd name="connsiteY10" fmla="*/ 21182 h 41981"/>
                  <a:gd name="connsiteX11" fmla="*/ 21260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92"/>
                    </a:moveTo>
                    <a:cubicBezTo>
                      <a:pt x="30201" y="4992"/>
                      <a:pt x="37450" y="12240"/>
                      <a:pt x="37450" y="21182"/>
                    </a:cubicBezTo>
                    <a:lnTo>
                      <a:pt x="37450" y="21182"/>
                    </a:lnTo>
                    <a:cubicBezTo>
                      <a:pt x="37450" y="30124"/>
                      <a:pt x="30201" y="37372"/>
                      <a:pt x="21260" y="37372"/>
                    </a:cubicBezTo>
                    <a:cubicBezTo>
                      <a:pt x="12318" y="37372"/>
                      <a:pt x="5069" y="30124"/>
                      <a:pt x="5069" y="21182"/>
                    </a:cubicBezTo>
                    <a:cubicBezTo>
                      <a:pt x="5069" y="12240"/>
                      <a:pt x="12318" y="4992"/>
                      <a:pt x="21260" y="4992"/>
                    </a:cubicBezTo>
                    <a:close/>
                    <a:moveTo>
                      <a:pt x="21260" y="191"/>
                    </a:moveTo>
                    <a:cubicBezTo>
                      <a:pt x="9667" y="191"/>
                      <a:pt x="269" y="9589"/>
                      <a:pt x="269" y="21182"/>
                    </a:cubicBezTo>
                    <a:cubicBezTo>
                      <a:pt x="269" y="32774"/>
                      <a:pt x="9667" y="42172"/>
                      <a:pt x="21260" y="42172"/>
                    </a:cubicBezTo>
                    <a:cubicBezTo>
                      <a:pt x="32852" y="42172"/>
                      <a:pt x="42250" y="32774"/>
                      <a:pt x="42250" y="21182"/>
                    </a:cubicBezTo>
                    <a:lnTo>
                      <a:pt x="42250" y="21182"/>
                    </a:lnTo>
                    <a:cubicBezTo>
                      <a:pt x="42250" y="9589"/>
                      <a:pt x="32852" y="191"/>
                      <a:pt x="21260"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49" name="Freeform: Shape 4148">
                <a:extLst>
                  <a:ext uri="{FF2B5EF4-FFF2-40B4-BE49-F238E27FC236}">
                    <a16:creationId xmlns:a16="http://schemas.microsoft.com/office/drawing/2014/main" id="{4D78D035-AB93-FC3B-F078-AB1960D50495}"/>
                  </a:ext>
                </a:extLst>
              </p:cNvPr>
              <p:cNvSpPr/>
              <p:nvPr/>
            </p:nvSpPr>
            <p:spPr>
              <a:xfrm>
                <a:off x="1910814" y="7913369"/>
                <a:ext cx="37180" cy="37180"/>
              </a:xfrm>
              <a:custGeom>
                <a:avLst/>
                <a:gdLst>
                  <a:gd name="connsiteX0" fmla="*/ 37467 w 37180"/>
                  <a:gd name="connsiteY0" fmla="*/ 18762 h 37180"/>
                  <a:gd name="connsiteX1" fmla="*/ 18876 w 37180"/>
                  <a:gd name="connsiteY1" fmla="*/ 37353 h 37180"/>
                  <a:gd name="connsiteX2" fmla="*/ 286 w 37180"/>
                  <a:gd name="connsiteY2" fmla="*/ 18762 h 37180"/>
                  <a:gd name="connsiteX3" fmla="*/ 18876 w 37180"/>
                  <a:gd name="connsiteY3" fmla="*/ 172 h 37180"/>
                  <a:gd name="connsiteX4" fmla="*/ 3746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62"/>
                    </a:moveTo>
                    <a:cubicBezTo>
                      <a:pt x="37467" y="29029"/>
                      <a:pt x="29144" y="37353"/>
                      <a:pt x="18876" y="37353"/>
                    </a:cubicBezTo>
                    <a:cubicBezTo>
                      <a:pt x="8609" y="37353"/>
                      <a:pt x="286" y="29029"/>
                      <a:pt x="286" y="18762"/>
                    </a:cubicBezTo>
                    <a:cubicBezTo>
                      <a:pt x="286" y="8495"/>
                      <a:pt x="8609" y="172"/>
                      <a:pt x="18876" y="172"/>
                    </a:cubicBezTo>
                    <a:cubicBezTo>
                      <a:pt x="29144" y="172"/>
                      <a:pt x="37467" y="8495"/>
                      <a:pt x="37467" y="18762"/>
                    </a:cubicBezTo>
                    <a:close/>
                  </a:path>
                </a:pathLst>
              </a:custGeom>
              <a:solidFill>
                <a:srgbClr val="9AF79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0" name="Freeform: Shape 4149">
                <a:extLst>
                  <a:ext uri="{FF2B5EF4-FFF2-40B4-BE49-F238E27FC236}">
                    <a16:creationId xmlns:a16="http://schemas.microsoft.com/office/drawing/2014/main" id="{974853B4-819E-7AB5-49CF-BF147E5FACC1}"/>
                  </a:ext>
                </a:extLst>
              </p:cNvPr>
              <p:cNvSpPr/>
              <p:nvPr/>
            </p:nvSpPr>
            <p:spPr>
              <a:xfrm>
                <a:off x="1908413" y="7910969"/>
                <a:ext cx="41981" cy="41981"/>
              </a:xfrm>
              <a:custGeom>
                <a:avLst/>
                <a:gdLst>
                  <a:gd name="connsiteX0" fmla="*/ 21277 w 41981"/>
                  <a:gd name="connsiteY0" fmla="*/ 4972 h 41981"/>
                  <a:gd name="connsiteX1" fmla="*/ 37467 w 41981"/>
                  <a:gd name="connsiteY1" fmla="*/ 21162 h 41981"/>
                  <a:gd name="connsiteX2" fmla="*/ 37467 w 41981"/>
                  <a:gd name="connsiteY2" fmla="*/ 21162 h 41981"/>
                  <a:gd name="connsiteX3" fmla="*/ 21277 w 41981"/>
                  <a:gd name="connsiteY3" fmla="*/ 37353 h 41981"/>
                  <a:gd name="connsiteX4" fmla="*/ 5086 w 41981"/>
                  <a:gd name="connsiteY4" fmla="*/ 21162 h 41981"/>
                  <a:gd name="connsiteX5" fmla="*/ 21277 w 41981"/>
                  <a:gd name="connsiteY5" fmla="*/ 4972 h 41981"/>
                  <a:gd name="connsiteX6" fmla="*/ 21277 w 41981"/>
                  <a:gd name="connsiteY6" fmla="*/ 172 h 41981"/>
                  <a:gd name="connsiteX7" fmla="*/ 286 w 41981"/>
                  <a:gd name="connsiteY7" fmla="*/ 21162 h 41981"/>
                  <a:gd name="connsiteX8" fmla="*/ 21277 w 41981"/>
                  <a:gd name="connsiteY8" fmla="*/ 42153 h 41981"/>
                  <a:gd name="connsiteX9" fmla="*/ 42267 w 41981"/>
                  <a:gd name="connsiteY9" fmla="*/ 21162 h 41981"/>
                  <a:gd name="connsiteX10" fmla="*/ 42267 w 41981"/>
                  <a:gd name="connsiteY10" fmla="*/ 21162 h 41981"/>
                  <a:gd name="connsiteX11" fmla="*/ 21277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72"/>
                    </a:moveTo>
                    <a:cubicBezTo>
                      <a:pt x="30218" y="4972"/>
                      <a:pt x="37467" y="12221"/>
                      <a:pt x="37467" y="21162"/>
                    </a:cubicBezTo>
                    <a:lnTo>
                      <a:pt x="37467" y="21162"/>
                    </a:lnTo>
                    <a:cubicBezTo>
                      <a:pt x="37467" y="30104"/>
                      <a:pt x="30218" y="37353"/>
                      <a:pt x="21277" y="37353"/>
                    </a:cubicBezTo>
                    <a:cubicBezTo>
                      <a:pt x="12335" y="37353"/>
                      <a:pt x="5086" y="30104"/>
                      <a:pt x="5086" y="21162"/>
                    </a:cubicBezTo>
                    <a:cubicBezTo>
                      <a:pt x="5086" y="12221"/>
                      <a:pt x="12335" y="4972"/>
                      <a:pt x="21277" y="4972"/>
                    </a:cubicBezTo>
                    <a:close/>
                    <a:moveTo>
                      <a:pt x="21277" y="172"/>
                    </a:moveTo>
                    <a:cubicBezTo>
                      <a:pt x="9684" y="172"/>
                      <a:pt x="286" y="9570"/>
                      <a:pt x="286" y="21162"/>
                    </a:cubicBezTo>
                    <a:cubicBezTo>
                      <a:pt x="286" y="32755"/>
                      <a:pt x="9684" y="42153"/>
                      <a:pt x="21277" y="42153"/>
                    </a:cubicBezTo>
                    <a:cubicBezTo>
                      <a:pt x="32869" y="42153"/>
                      <a:pt x="42267" y="32755"/>
                      <a:pt x="42267" y="21162"/>
                    </a:cubicBezTo>
                    <a:lnTo>
                      <a:pt x="42267" y="21162"/>
                    </a:lnTo>
                    <a:cubicBezTo>
                      <a:pt x="42267" y="9570"/>
                      <a:pt x="32869" y="172"/>
                      <a:pt x="21277"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1" name="Freeform: Shape 4150">
                <a:extLst>
                  <a:ext uri="{FF2B5EF4-FFF2-40B4-BE49-F238E27FC236}">
                    <a16:creationId xmlns:a16="http://schemas.microsoft.com/office/drawing/2014/main" id="{331A22D7-0137-1C7A-A666-26FDCB61B5EF}"/>
                  </a:ext>
                </a:extLst>
              </p:cNvPr>
              <p:cNvSpPr/>
              <p:nvPr/>
            </p:nvSpPr>
            <p:spPr>
              <a:xfrm>
                <a:off x="1930438" y="7813525"/>
                <a:ext cx="37180" cy="37180"/>
              </a:xfrm>
              <a:custGeom>
                <a:avLst/>
                <a:gdLst>
                  <a:gd name="connsiteX0" fmla="*/ 37470 w 37180"/>
                  <a:gd name="connsiteY0" fmla="*/ 18745 h 37180"/>
                  <a:gd name="connsiteX1" fmla="*/ 18880 w 37180"/>
                  <a:gd name="connsiteY1" fmla="*/ 37335 h 37180"/>
                  <a:gd name="connsiteX2" fmla="*/ 289 w 37180"/>
                  <a:gd name="connsiteY2" fmla="*/ 18745 h 37180"/>
                  <a:gd name="connsiteX3" fmla="*/ 18880 w 37180"/>
                  <a:gd name="connsiteY3" fmla="*/ 154 h 37180"/>
                  <a:gd name="connsiteX4" fmla="*/ 37470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45"/>
                    </a:moveTo>
                    <a:cubicBezTo>
                      <a:pt x="37470" y="29012"/>
                      <a:pt x="29147" y="37335"/>
                      <a:pt x="18880" y="37335"/>
                    </a:cubicBezTo>
                    <a:cubicBezTo>
                      <a:pt x="8613" y="37335"/>
                      <a:pt x="289" y="29012"/>
                      <a:pt x="289" y="18745"/>
                    </a:cubicBezTo>
                    <a:cubicBezTo>
                      <a:pt x="289" y="8478"/>
                      <a:pt x="8613" y="154"/>
                      <a:pt x="18880" y="154"/>
                    </a:cubicBezTo>
                    <a:cubicBezTo>
                      <a:pt x="29147" y="154"/>
                      <a:pt x="37470" y="8478"/>
                      <a:pt x="37470" y="18745"/>
                    </a:cubicBezTo>
                    <a:close/>
                  </a:path>
                </a:pathLst>
              </a:custGeom>
              <a:solidFill>
                <a:srgbClr val="0AF70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2" name="Freeform: Shape 4151">
                <a:extLst>
                  <a:ext uri="{FF2B5EF4-FFF2-40B4-BE49-F238E27FC236}">
                    <a16:creationId xmlns:a16="http://schemas.microsoft.com/office/drawing/2014/main" id="{894E1E2D-38D7-0FFA-D325-20A6AF0C62CE}"/>
                  </a:ext>
                </a:extLst>
              </p:cNvPr>
              <p:cNvSpPr/>
              <p:nvPr/>
            </p:nvSpPr>
            <p:spPr>
              <a:xfrm>
                <a:off x="1928038" y="7811125"/>
                <a:ext cx="41981" cy="41981"/>
              </a:xfrm>
              <a:custGeom>
                <a:avLst/>
                <a:gdLst>
                  <a:gd name="connsiteX0" fmla="*/ 21280 w 41981"/>
                  <a:gd name="connsiteY0" fmla="*/ 4955 h 41981"/>
                  <a:gd name="connsiteX1" fmla="*/ 37470 w 41981"/>
                  <a:gd name="connsiteY1" fmla="*/ 21145 h 41981"/>
                  <a:gd name="connsiteX2" fmla="*/ 37470 w 41981"/>
                  <a:gd name="connsiteY2" fmla="*/ 21145 h 41981"/>
                  <a:gd name="connsiteX3" fmla="*/ 21280 w 41981"/>
                  <a:gd name="connsiteY3" fmla="*/ 37335 h 41981"/>
                  <a:gd name="connsiteX4" fmla="*/ 5090 w 41981"/>
                  <a:gd name="connsiteY4" fmla="*/ 21145 h 41981"/>
                  <a:gd name="connsiteX5" fmla="*/ 21280 w 41981"/>
                  <a:gd name="connsiteY5" fmla="*/ 4955 h 41981"/>
                  <a:gd name="connsiteX6" fmla="*/ 21280 w 41981"/>
                  <a:gd name="connsiteY6" fmla="*/ 154 h 41981"/>
                  <a:gd name="connsiteX7" fmla="*/ 289 w 41981"/>
                  <a:gd name="connsiteY7" fmla="*/ 21145 h 41981"/>
                  <a:gd name="connsiteX8" fmla="*/ 21280 w 41981"/>
                  <a:gd name="connsiteY8" fmla="*/ 42136 h 41981"/>
                  <a:gd name="connsiteX9" fmla="*/ 42271 w 41981"/>
                  <a:gd name="connsiteY9" fmla="*/ 21145 h 41981"/>
                  <a:gd name="connsiteX10" fmla="*/ 42271 w 41981"/>
                  <a:gd name="connsiteY10" fmla="*/ 21145 h 41981"/>
                  <a:gd name="connsiteX11" fmla="*/ 21280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55"/>
                    </a:moveTo>
                    <a:cubicBezTo>
                      <a:pt x="30222" y="4955"/>
                      <a:pt x="37470" y="12203"/>
                      <a:pt x="37470" y="21145"/>
                    </a:cubicBezTo>
                    <a:lnTo>
                      <a:pt x="37470" y="21145"/>
                    </a:lnTo>
                    <a:cubicBezTo>
                      <a:pt x="37470" y="30087"/>
                      <a:pt x="30222" y="37335"/>
                      <a:pt x="21280" y="37335"/>
                    </a:cubicBezTo>
                    <a:cubicBezTo>
                      <a:pt x="12338" y="37335"/>
                      <a:pt x="5090" y="30087"/>
                      <a:pt x="5090" y="21145"/>
                    </a:cubicBezTo>
                    <a:cubicBezTo>
                      <a:pt x="5090" y="12203"/>
                      <a:pt x="12338" y="4955"/>
                      <a:pt x="21280" y="4955"/>
                    </a:cubicBezTo>
                    <a:close/>
                    <a:moveTo>
                      <a:pt x="21280" y="154"/>
                    </a:moveTo>
                    <a:cubicBezTo>
                      <a:pt x="9687" y="154"/>
                      <a:pt x="289" y="9553"/>
                      <a:pt x="289" y="21145"/>
                    </a:cubicBezTo>
                    <a:cubicBezTo>
                      <a:pt x="289" y="32738"/>
                      <a:pt x="9687" y="42136"/>
                      <a:pt x="21280" y="42136"/>
                    </a:cubicBezTo>
                    <a:cubicBezTo>
                      <a:pt x="32873" y="42136"/>
                      <a:pt x="42271" y="32738"/>
                      <a:pt x="42271" y="21145"/>
                    </a:cubicBezTo>
                    <a:lnTo>
                      <a:pt x="42271" y="21145"/>
                    </a:lnTo>
                    <a:cubicBezTo>
                      <a:pt x="42271" y="9553"/>
                      <a:pt x="32873" y="154"/>
                      <a:pt x="21280" y="15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3" name="Freeform: Shape 4152">
                <a:extLst>
                  <a:ext uri="{FF2B5EF4-FFF2-40B4-BE49-F238E27FC236}">
                    <a16:creationId xmlns:a16="http://schemas.microsoft.com/office/drawing/2014/main" id="{EC1B47AB-3CE2-301F-E0CF-2D8D16E90F39}"/>
                  </a:ext>
                </a:extLst>
              </p:cNvPr>
              <p:cNvSpPr/>
              <p:nvPr/>
            </p:nvSpPr>
            <p:spPr>
              <a:xfrm>
                <a:off x="1736994" y="7789927"/>
                <a:ext cx="37180" cy="37180"/>
              </a:xfrm>
              <a:custGeom>
                <a:avLst/>
                <a:gdLst>
                  <a:gd name="connsiteX0" fmla="*/ 37437 w 37180"/>
                  <a:gd name="connsiteY0" fmla="*/ 18741 h 37180"/>
                  <a:gd name="connsiteX1" fmla="*/ 18846 w 37180"/>
                  <a:gd name="connsiteY1" fmla="*/ 37331 h 37180"/>
                  <a:gd name="connsiteX2" fmla="*/ 256 w 37180"/>
                  <a:gd name="connsiteY2" fmla="*/ 18741 h 37180"/>
                  <a:gd name="connsiteX3" fmla="*/ 18846 w 37180"/>
                  <a:gd name="connsiteY3" fmla="*/ 150 h 37180"/>
                  <a:gd name="connsiteX4" fmla="*/ 37437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41"/>
                    </a:moveTo>
                    <a:cubicBezTo>
                      <a:pt x="37437" y="29008"/>
                      <a:pt x="29113" y="37331"/>
                      <a:pt x="18846" y="37331"/>
                    </a:cubicBezTo>
                    <a:cubicBezTo>
                      <a:pt x="8579" y="37331"/>
                      <a:pt x="256" y="29008"/>
                      <a:pt x="256" y="18741"/>
                    </a:cubicBezTo>
                    <a:cubicBezTo>
                      <a:pt x="256" y="8474"/>
                      <a:pt x="8579" y="150"/>
                      <a:pt x="18846" y="150"/>
                    </a:cubicBezTo>
                    <a:cubicBezTo>
                      <a:pt x="29113" y="150"/>
                      <a:pt x="37437" y="8474"/>
                      <a:pt x="37437" y="18741"/>
                    </a:cubicBezTo>
                    <a:close/>
                  </a:path>
                </a:pathLst>
              </a:custGeom>
              <a:solidFill>
                <a:srgbClr val="F7A55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4" name="Freeform: Shape 4153">
                <a:extLst>
                  <a:ext uri="{FF2B5EF4-FFF2-40B4-BE49-F238E27FC236}">
                    <a16:creationId xmlns:a16="http://schemas.microsoft.com/office/drawing/2014/main" id="{EDBA4A97-4DCE-519C-6045-96BEA9C529CA}"/>
                  </a:ext>
                </a:extLst>
              </p:cNvPr>
              <p:cNvSpPr/>
              <p:nvPr/>
            </p:nvSpPr>
            <p:spPr>
              <a:xfrm>
                <a:off x="1734594" y="7787526"/>
                <a:ext cx="41981" cy="41981"/>
              </a:xfrm>
              <a:custGeom>
                <a:avLst/>
                <a:gdLst>
                  <a:gd name="connsiteX0" fmla="*/ 21246 w 41981"/>
                  <a:gd name="connsiteY0" fmla="*/ 4951 h 41981"/>
                  <a:gd name="connsiteX1" fmla="*/ 37437 w 41981"/>
                  <a:gd name="connsiteY1" fmla="*/ 21141 h 41981"/>
                  <a:gd name="connsiteX2" fmla="*/ 37437 w 41981"/>
                  <a:gd name="connsiteY2" fmla="*/ 21141 h 41981"/>
                  <a:gd name="connsiteX3" fmla="*/ 21246 w 41981"/>
                  <a:gd name="connsiteY3" fmla="*/ 37331 h 41981"/>
                  <a:gd name="connsiteX4" fmla="*/ 5056 w 41981"/>
                  <a:gd name="connsiteY4" fmla="*/ 21141 h 41981"/>
                  <a:gd name="connsiteX5" fmla="*/ 21246 w 41981"/>
                  <a:gd name="connsiteY5" fmla="*/ 4951 h 41981"/>
                  <a:gd name="connsiteX6" fmla="*/ 21246 w 41981"/>
                  <a:gd name="connsiteY6" fmla="*/ 150 h 41981"/>
                  <a:gd name="connsiteX7" fmla="*/ 256 w 41981"/>
                  <a:gd name="connsiteY7" fmla="*/ 21141 h 41981"/>
                  <a:gd name="connsiteX8" fmla="*/ 21246 w 41981"/>
                  <a:gd name="connsiteY8" fmla="*/ 42132 h 41981"/>
                  <a:gd name="connsiteX9" fmla="*/ 42237 w 41981"/>
                  <a:gd name="connsiteY9" fmla="*/ 21141 h 41981"/>
                  <a:gd name="connsiteX10" fmla="*/ 42237 w 41981"/>
                  <a:gd name="connsiteY10" fmla="*/ 21141 h 41981"/>
                  <a:gd name="connsiteX11" fmla="*/ 21246 w 41981"/>
                  <a:gd name="connsiteY11" fmla="*/ 15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51"/>
                    </a:moveTo>
                    <a:cubicBezTo>
                      <a:pt x="30188" y="4951"/>
                      <a:pt x="37437" y="12199"/>
                      <a:pt x="37437" y="21141"/>
                    </a:cubicBezTo>
                    <a:lnTo>
                      <a:pt x="37437" y="21141"/>
                    </a:lnTo>
                    <a:cubicBezTo>
                      <a:pt x="37437" y="30083"/>
                      <a:pt x="30188" y="37331"/>
                      <a:pt x="21246" y="37331"/>
                    </a:cubicBezTo>
                    <a:cubicBezTo>
                      <a:pt x="12305" y="37331"/>
                      <a:pt x="5056" y="30083"/>
                      <a:pt x="5056" y="21141"/>
                    </a:cubicBezTo>
                    <a:cubicBezTo>
                      <a:pt x="5056" y="12199"/>
                      <a:pt x="12305" y="4951"/>
                      <a:pt x="21246" y="4951"/>
                    </a:cubicBezTo>
                    <a:close/>
                    <a:moveTo>
                      <a:pt x="21246" y="150"/>
                    </a:moveTo>
                    <a:cubicBezTo>
                      <a:pt x="9654" y="150"/>
                      <a:pt x="256" y="9548"/>
                      <a:pt x="256" y="21141"/>
                    </a:cubicBezTo>
                    <a:cubicBezTo>
                      <a:pt x="256" y="32734"/>
                      <a:pt x="9654" y="42132"/>
                      <a:pt x="21246" y="42132"/>
                    </a:cubicBezTo>
                    <a:cubicBezTo>
                      <a:pt x="32839" y="42132"/>
                      <a:pt x="42237" y="32734"/>
                      <a:pt x="42237" y="21141"/>
                    </a:cubicBezTo>
                    <a:lnTo>
                      <a:pt x="42237" y="21141"/>
                    </a:lnTo>
                    <a:cubicBezTo>
                      <a:pt x="42237" y="9548"/>
                      <a:pt x="32839" y="150"/>
                      <a:pt x="21246" y="15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5" name="Freeform: Shape 4154">
                <a:extLst>
                  <a:ext uri="{FF2B5EF4-FFF2-40B4-BE49-F238E27FC236}">
                    <a16:creationId xmlns:a16="http://schemas.microsoft.com/office/drawing/2014/main" id="{C11C5332-FC90-1C9D-FF2C-EDB9A8396D9F}"/>
                  </a:ext>
                </a:extLst>
              </p:cNvPr>
              <p:cNvSpPr/>
              <p:nvPr/>
            </p:nvSpPr>
            <p:spPr>
              <a:xfrm>
                <a:off x="1937684" y="7758224"/>
                <a:ext cx="37180" cy="37180"/>
              </a:xfrm>
              <a:custGeom>
                <a:avLst/>
                <a:gdLst>
                  <a:gd name="connsiteX0" fmla="*/ 37471 w 37180"/>
                  <a:gd name="connsiteY0" fmla="*/ 18735 h 37180"/>
                  <a:gd name="connsiteX1" fmla="*/ 18881 w 37180"/>
                  <a:gd name="connsiteY1" fmla="*/ 37326 h 37180"/>
                  <a:gd name="connsiteX2" fmla="*/ 291 w 37180"/>
                  <a:gd name="connsiteY2" fmla="*/ 18735 h 37180"/>
                  <a:gd name="connsiteX3" fmla="*/ 18881 w 37180"/>
                  <a:gd name="connsiteY3" fmla="*/ 145 h 37180"/>
                  <a:gd name="connsiteX4" fmla="*/ 37471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35"/>
                    </a:moveTo>
                    <a:cubicBezTo>
                      <a:pt x="37471" y="29002"/>
                      <a:pt x="29148" y="37326"/>
                      <a:pt x="18881" y="37326"/>
                    </a:cubicBezTo>
                    <a:cubicBezTo>
                      <a:pt x="8614" y="37326"/>
                      <a:pt x="291" y="29002"/>
                      <a:pt x="291" y="18735"/>
                    </a:cubicBezTo>
                    <a:cubicBezTo>
                      <a:pt x="291" y="8468"/>
                      <a:pt x="8614" y="145"/>
                      <a:pt x="18881" y="145"/>
                    </a:cubicBezTo>
                    <a:cubicBezTo>
                      <a:pt x="29148" y="145"/>
                      <a:pt x="37471" y="8468"/>
                      <a:pt x="37471" y="18735"/>
                    </a:cubicBezTo>
                    <a:close/>
                  </a:path>
                </a:pathLst>
              </a:custGeom>
              <a:solidFill>
                <a:srgbClr val="8BF78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6" name="Freeform: Shape 4155">
                <a:extLst>
                  <a:ext uri="{FF2B5EF4-FFF2-40B4-BE49-F238E27FC236}">
                    <a16:creationId xmlns:a16="http://schemas.microsoft.com/office/drawing/2014/main" id="{D2D37A12-D133-0937-1B92-17A9B860EDE6}"/>
                  </a:ext>
                </a:extLst>
              </p:cNvPr>
              <p:cNvSpPr/>
              <p:nvPr/>
            </p:nvSpPr>
            <p:spPr>
              <a:xfrm>
                <a:off x="1935284" y="7755823"/>
                <a:ext cx="41981" cy="41981"/>
              </a:xfrm>
              <a:custGeom>
                <a:avLst/>
                <a:gdLst>
                  <a:gd name="connsiteX0" fmla="*/ 21281 w 41981"/>
                  <a:gd name="connsiteY0" fmla="*/ 4945 h 41981"/>
                  <a:gd name="connsiteX1" fmla="*/ 37471 w 41981"/>
                  <a:gd name="connsiteY1" fmla="*/ 21135 h 41981"/>
                  <a:gd name="connsiteX2" fmla="*/ 37471 w 41981"/>
                  <a:gd name="connsiteY2" fmla="*/ 21135 h 41981"/>
                  <a:gd name="connsiteX3" fmla="*/ 21281 w 41981"/>
                  <a:gd name="connsiteY3" fmla="*/ 37326 h 41981"/>
                  <a:gd name="connsiteX4" fmla="*/ 5091 w 41981"/>
                  <a:gd name="connsiteY4" fmla="*/ 21135 h 41981"/>
                  <a:gd name="connsiteX5" fmla="*/ 21281 w 41981"/>
                  <a:gd name="connsiteY5" fmla="*/ 4945 h 41981"/>
                  <a:gd name="connsiteX6" fmla="*/ 21281 w 41981"/>
                  <a:gd name="connsiteY6" fmla="*/ 145 h 41981"/>
                  <a:gd name="connsiteX7" fmla="*/ 291 w 41981"/>
                  <a:gd name="connsiteY7" fmla="*/ 21135 h 41981"/>
                  <a:gd name="connsiteX8" fmla="*/ 21281 w 41981"/>
                  <a:gd name="connsiteY8" fmla="*/ 42126 h 41981"/>
                  <a:gd name="connsiteX9" fmla="*/ 42272 w 41981"/>
                  <a:gd name="connsiteY9" fmla="*/ 21135 h 41981"/>
                  <a:gd name="connsiteX10" fmla="*/ 42272 w 41981"/>
                  <a:gd name="connsiteY10" fmla="*/ 21135 h 41981"/>
                  <a:gd name="connsiteX11" fmla="*/ 21281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45"/>
                    </a:moveTo>
                    <a:cubicBezTo>
                      <a:pt x="30223" y="4945"/>
                      <a:pt x="37471" y="12194"/>
                      <a:pt x="37471" y="21135"/>
                    </a:cubicBezTo>
                    <a:lnTo>
                      <a:pt x="37471" y="21135"/>
                    </a:lnTo>
                    <a:cubicBezTo>
                      <a:pt x="37471" y="30077"/>
                      <a:pt x="30223" y="37326"/>
                      <a:pt x="21281" y="37326"/>
                    </a:cubicBezTo>
                    <a:cubicBezTo>
                      <a:pt x="12339" y="37326"/>
                      <a:pt x="5091" y="30077"/>
                      <a:pt x="5091" y="21135"/>
                    </a:cubicBezTo>
                    <a:cubicBezTo>
                      <a:pt x="5091" y="12194"/>
                      <a:pt x="12339" y="4945"/>
                      <a:pt x="21281" y="4945"/>
                    </a:cubicBezTo>
                    <a:close/>
                    <a:moveTo>
                      <a:pt x="21281" y="145"/>
                    </a:moveTo>
                    <a:cubicBezTo>
                      <a:pt x="9689" y="145"/>
                      <a:pt x="291" y="9543"/>
                      <a:pt x="291" y="21135"/>
                    </a:cubicBezTo>
                    <a:cubicBezTo>
                      <a:pt x="291" y="32728"/>
                      <a:pt x="9689" y="42126"/>
                      <a:pt x="21281" y="42126"/>
                    </a:cubicBezTo>
                    <a:cubicBezTo>
                      <a:pt x="32874" y="42126"/>
                      <a:pt x="42272" y="32728"/>
                      <a:pt x="42272" y="21135"/>
                    </a:cubicBezTo>
                    <a:lnTo>
                      <a:pt x="42272" y="21135"/>
                    </a:lnTo>
                    <a:cubicBezTo>
                      <a:pt x="42272" y="9543"/>
                      <a:pt x="32874" y="145"/>
                      <a:pt x="21281"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7" name="Freeform: Shape 4156">
                <a:extLst>
                  <a:ext uri="{FF2B5EF4-FFF2-40B4-BE49-F238E27FC236}">
                    <a16:creationId xmlns:a16="http://schemas.microsoft.com/office/drawing/2014/main" id="{8BA7DEAC-E858-41D7-B483-B5481B643D69}"/>
                  </a:ext>
                </a:extLst>
              </p:cNvPr>
              <p:cNvSpPr/>
              <p:nvPr/>
            </p:nvSpPr>
            <p:spPr>
              <a:xfrm>
                <a:off x="1841838" y="8010563"/>
                <a:ext cx="37180" cy="37180"/>
              </a:xfrm>
              <a:custGeom>
                <a:avLst/>
                <a:gdLst>
                  <a:gd name="connsiteX0" fmla="*/ 37455 w 37180"/>
                  <a:gd name="connsiteY0" fmla="*/ 18779 h 37180"/>
                  <a:gd name="connsiteX1" fmla="*/ 18864 w 37180"/>
                  <a:gd name="connsiteY1" fmla="*/ 37370 h 37180"/>
                  <a:gd name="connsiteX2" fmla="*/ 274 w 37180"/>
                  <a:gd name="connsiteY2" fmla="*/ 18779 h 37180"/>
                  <a:gd name="connsiteX3" fmla="*/ 18864 w 37180"/>
                  <a:gd name="connsiteY3" fmla="*/ 189 h 37180"/>
                  <a:gd name="connsiteX4" fmla="*/ 37455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79"/>
                    </a:moveTo>
                    <a:cubicBezTo>
                      <a:pt x="37455" y="29046"/>
                      <a:pt x="29132" y="37370"/>
                      <a:pt x="18864" y="37370"/>
                    </a:cubicBezTo>
                    <a:cubicBezTo>
                      <a:pt x="8597" y="37370"/>
                      <a:pt x="274" y="29046"/>
                      <a:pt x="274" y="18779"/>
                    </a:cubicBezTo>
                    <a:cubicBezTo>
                      <a:pt x="274" y="8512"/>
                      <a:pt x="8597" y="189"/>
                      <a:pt x="18864" y="189"/>
                    </a:cubicBezTo>
                    <a:cubicBezTo>
                      <a:pt x="29132" y="189"/>
                      <a:pt x="37455" y="8512"/>
                      <a:pt x="37455" y="18779"/>
                    </a:cubicBezTo>
                    <a:close/>
                  </a:path>
                </a:pathLst>
              </a:custGeom>
              <a:solidFill>
                <a:srgbClr val="F7D1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8" name="Freeform: Shape 4157">
                <a:extLst>
                  <a:ext uri="{FF2B5EF4-FFF2-40B4-BE49-F238E27FC236}">
                    <a16:creationId xmlns:a16="http://schemas.microsoft.com/office/drawing/2014/main" id="{7D1B1A5D-BD44-7850-529C-2DDE6EDB11F4}"/>
                  </a:ext>
                </a:extLst>
              </p:cNvPr>
              <p:cNvSpPr/>
              <p:nvPr/>
            </p:nvSpPr>
            <p:spPr>
              <a:xfrm>
                <a:off x="1839437" y="8008163"/>
                <a:ext cx="41981" cy="41981"/>
              </a:xfrm>
              <a:custGeom>
                <a:avLst/>
                <a:gdLst>
                  <a:gd name="connsiteX0" fmla="*/ 21265 w 41981"/>
                  <a:gd name="connsiteY0" fmla="*/ 4989 h 41981"/>
                  <a:gd name="connsiteX1" fmla="*/ 37455 w 41981"/>
                  <a:gd name="connsiteY1" fmla="*/ 21179 h 41981"/>
                  <a:gd name="connsiteX2" fmla="*/ 37455 w 41981"/>
                  <a:gd name="connsiteY2" fmla="*/ 21179 h 41981"/>
                  <a:gd name="connsiteX3" fmla="*/ 21265 w 41981"/>
                  <a:gd name="connsiteY3" fmla="*/ 37370 h 41981"/>
                  <a:gd name="connsiteX4" fmla="*/ 5074 w 41981"/>
                  <a:gd name="connsiteY4" fmla="*/ 21179 h 41981"/>
                  <a:gd name="connsiteX5" fmla="*/ 21265 w 41981"/>
                  <a:gd name="connsiteY5" fmla="*/ 4989 h 41981"/>
                  <a:gd name="connsiteX6" fmla="*/ 21265 w 41981"/>
                  <a:gd name="connsiteY6" fmla="*/ 189 h 41981"/>
                  <a:gd name="connsiteX7" fmla="*/ 274 w 41981"/>
                  <a:gd name="connsiteY7" fmla="*/ 21179 h 41981"/>
                  <a:gd name="connsiteX8" fmla="*/ 21265 w 41981"/>
                  <a:gd name="connsiteY8" fmla="*/ 42170 h 41981"/>
                  <a:gd name="connsiteX9" fmla="*/ 42255 w 41981"/>
                  <a:gd name="connsiteY9" fmla="*/ 21179 h 41981"/>
                  <a:gd name="connsiteX10" fmla="*/ 42255 w 41981"/>
                  <a:gd name="connsiteY10" fmla="*/ 21179 h 41981"/>
                  <a:gd name="connsiteX11" fmla="*/ 21265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89"/>
                    </a:moveTo>
                    <a:cubicBezTo>
                      <a:pt x="30206" y="4989"/>
                      <a:pt x="37455" y="12237"/>
                      <a:pt x="37455" y="21179"/>
                    </a:cubicBezTo>
                    <a:lnTo>
                      <a:pt x="37455" y="21179"/>
                    </a:lnTo>
                    <a:cubicBezTo>
                      <a:pt x="37455" y="30121"/>
                      <a:pt x="30206" y="37370"/>
                      <a:pt x="21265" y="37370"/>
                    </a:cubicBezTo>
                    <a:cubicBezTo>
                      <a:pt x="12323" y="37370"/>
                      <a:pt x="5074" y="30121"/>
                      <a:pt x="5074" y="21179"/>
                    </a:cubicBezTo>
                    <a:cubicBezTo>
                      <a:pt x="5074" y="12237"/>
                      <a:pt x="12323" y="4989"/>
                      <a:pt x="21265" y="4989"/>
                    </a:cubicBezTo>
                    <a:close/>
                    <a:moveTo>
                      <a:pt x="21265" y="189"/>
                    </a:moveTo>
                    <a:cubicBezTo>
                      <a:pt x="9672" y="189"/>
                      <a:pt x="274" y="9587"/>
                      <a:pt x="274" y="21179"/>
                    </a:cubicBezTo>
                    <a:cubicBezTo>
                      <a:pt x="274" y="32772"/>
                      <a:pt x="9672" y="42170"/>
                      <a:pt x="21265" y="42170"/>
                    </a:cubicBezTo>
                    <a:cubicBezTo>
                      <a:pt x="32857" y="42170"/>
                      <a:pt x="42255" y="32772"/>
                      <a:pt x="42255" y="21179"/>
                    </a:cubicBezTo>
                    <a:lnTo>
                      <a:pt x="42255" y="21179"/>
                    </a:lnTo>
                    <a:cubicBezTo>
                      <a:pt x="42255" y="9587"/>
                      <a:pt x="32857" y="189"/>
                      <a:pt x="21265"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59" name="Freeform: Shape 4158">
                <a:extLst>
                  <a:ext uri="{FF2B5EF4-FFF2-40B4-BE49-F238E27FC236}">
                    <a16:creationId xmlns:a16="http://schemas.microsoft.com/office/drawing/2014/main" id="{BC412D36-D468-2BE6-7EF0-FB4FBC923AEA}"/>
                  </a:ext>
                </a:extLst>
              </p:cNvPr>
              <p:cNvSpPr/>
              <p:nvPr/>
            </p:nvSpPr>
            <p:spPr>
              <a:xfrm>
                <a:off x="1597130" y="7921220"/>
                <a:ext cx="37180" cy="37180"/>
              </a:xfrm>
              <a:custGeom>
                <a:avLst/>
                <a:gdLst>
                  <a:gd name="connsiteX0" fmla="*/ 37412 w 37180"/>
                  <a:gd name="connsiteY0" fmla="*/ 18764 h 37180"/>
                  <a:gd name="connsiteX1" fmla="*/ 18822 w 37180"/>
                  <a:gd name="connsiteY1" fmla="*/ 37354 h 37180"/>
                  <a:gd name="connsiteX2" fmla="*/ 231 w 37180"/>
                  <a:gd name="connsiteY2" fmla="*/ 18764 h 37180"/>
                  <a:gd name="connsiteX3" fmla="*/ 18822 w 37180"/>
                  <a:gd name="connsiteY3" fmla="*/ 173 h 37180"/>
                  <a:gd name="connsiteX4" fmla="*/ 37412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64"/>
                    </a:moveTo>
                    <a:cubicBezTo>
                      <a:pt x="37412" y="29031"/>
                      <a:pt x="29089" y="37354"/>
                      <a:pt x="18822" y="37354"/>
                    </a:cubicBezTo>
                    <a:cubicBezTo>
                      <a:pt x="8555" y="37354"/>
                      <a:pt x="231" y="29031"/>
                      <a:pt x="231" y="18764"/>
                    </a:cubicBezTo>
                    <a:cubicBezTo>
                      <a:pt x="231" y="8496"/>
                      <a:pt x="8555" y="173"/>
                      <a:pt x="18822" y="173"/>
                    </a:cubicBezTo>
                    <a:cubicBezTo>
                      <a:pt x="29089" y="173"/>
                      <a:pt x="37412" y="8496"/>
                      <a:pt x="37412" y="18764"/>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0" name="Freeform: Shape 4159">
                <a:extLst>
                  <a:ext uri="{FF2B5EF4-FFF2-40B4-BE49-F238E27FC236}">
                    <a16:creationId xmlns:a16="http://schemas.microsoft.com/office/drawing/2014/main" id="{9B158907-70F8-E87F-34EA-C1DFEC98A346}"/>
                  </a:ext>
                </a:extLst>
              </p:cNvPr>
              <p:cNvSpPr/>
              <p:nvPr/>
            </p:nvSpPr>
            <p:spPr>
              <a:xfrm>
                <a:off x="1594730" y="7918820"/>
                <a:ext cx="41981" cy="41981"/>
              </a:xfrm>
              <a:custGeom>
                <a:avLst/>
                <a:gdLst>
                  <a:gd name="connsiteX0" fmla="*/ 21222 w 41981"/>
                  <a:gd name="connsiteY0" fmla="*/ 4974 h 41981"/>
                  <a:gd name="connsiteX1" fmla="*/ 37412 w 41981"/>
                  <a:gd name="connsiteY1" fmla="*/ 21164 h 41981"/>
                  <a:gd name="connsiteX2" fmla="*/ 37412 w 41981"/>
                  <a:gd name="connsiteY2" fmla="*/ 21164 h 41981"/>
                  <a:gd name="connsiteX3" fmla="*/ 21222 w 41981"/>
                  <a:gd name="connsiteY3" fmla="*/ 37354 h 41981"/>
                  <a:gd name="connsiteX4" fmla="*/ 5032 w 41981"/>
                  <a:gd name="connsiteY4" fmla="*/ 21164 h 41981"/>
                  <a:gd name="connsiteX5" fmla="*/ 21222 w 41981"/>
                  <a:gd name="connsiteY5" fmla="*/ 4974 h 41981"/>
                  <a:gd name="connsiteX6" fmla="*/ 21222 w 41981"/>
                  <a:gd name="connsiteY6" fmla="*/ 173 h 41981"/>
                  <a:gd name="connsiteX7" fmla="*/ 231 w 41981"/>
                  <a:gd name="connsiteY7" fmla="*/ 21164 h 41981"/>
                  <a:gd name="connsiteX8" fmla="*/ 21222 w 41981"/>
                  <a:gd name="connsiteY8" fmla="*/ 42154 h 41981"/>
                  <a:gd name="connsiteX9" fmla="*/ 42213 w 41981"/>
                  <a:gd name="connsiteY9" fmla="*/ 21164 h 41981"/>
                  <a:gd name="connsiteX10" fmla="*/ 42213 w 41981"/>
                  <a:gd name="connsiteY10" fmla="*/ 21164 h 41981"/>
                  <a:gd name="connsiteX11" fmla="*/ 21222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74"/>
                    </a:moveTo>
                    <a:cubicBezTo>
                      <a:pt x="30164" y="4974"/>
                      <a:pt x="37412" y="12222"/>
                      <a:pt x="37412" y="21164"/>
                    </a:cubicBezTo>
                    <a:lnTo>
                      <a:pt x="37412" y="21164"/>
                    </a:lnTo>
                    <a:cubicBezTo>
                      <a:pt x="37412" y="30106"/>
                      <a:pt x="30164" y="37354"/>
                      <a:pt x="21222" y="37354"/>
                    </a:cubicBezTo>
                    <a:cubicBezTo>
                      <a:pt x="12280" y="37354"/>
                      <a:pt x="5032" y="30106"/>
                      <a:pt x="5032" y="21164"/>
                    </a:cubicBezTo>
                    <a:cubicBezTo>
                      <a:pt x="5032" y="12222"/>
                      <a:pt x="12280" y="4974"/>
                      <a:pt x="21222" y="4974"/>
                    </a:cubicBezTo>
                    <a:close/>
                    <a:moveTo>
                      <a:pt x="21222" y="173"/>
                    </a:moveTo>
                    <a:cubicBezTo>
                      <a:pt x="9629" y="173"/>
                      <a:pt x="231" y="9571"/>
                      <a:pt x="231" y="21164"/>
                    </a:cubicBezTo>
                    <a:cubicBezTo>
                      <a:pt x="231" y="32756"/>
                      <a:pt x="9629" y="42154"/>
                      <a:pt x="21222" y="42154"/>
                    </a:cubicBezTo>
                    <a:cubicBezTo>
                      <a:pt x="32815" y="42154"/>
                      <a:pt x="42213" y="32756"/>
                      <a:pt x="42213" y="21164"/>
                    </a:cubicBezTo>
                    <a:lnTo>
                      <a:pt x="42213" y="21164"/>
                    </a:lnTo>
                    <a:cubicBezTo>
                      <a:pt x="42213" y="9571"/>
                      <a:pt x="32815" y="173"/>
                      <a:pt x="21222"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1" name="Freeform: Shape 4160">
                <a:extLst>
                  <a:ext uri="{FF2B5EF4-FFF2-40B4-BE49-F238E27FC236}">
                    <a16:creationId xmlns:a16="http://schemas.microsoft.com/office/drawing/2014/main" id="{1ADDE3A1-B85C-A8E1-2CF3-C5280A901BB8}"/>
                  </a:ext>
                </a:extLst>
              </p:cNvPr>
              <p:cNvSpPr/>
              <p:nvPr/>
            </p:nvSpPr>
            <p:spPr>
              <a:xfrm>
                <a:off x="1787025" y="8055417"/>
                <a:ext cx="37180" cy="37180"/>
              </a:xfrm>
              <a:custGeom>
                <a:avLst/>
                <a:gdLst>
                  <a:gd name="connsiteX0" fmla="*/ 37445 w 37180"/>
                  <a:gd name="connsiteY0" fmla="*/ 18787 h 37180"/>
                  <a:gd name="connsiteX1" fmla="*/ 18855 w 37180"/>
                  <a:gd name="connsiteY1" fmla="*/ 37377 h 37180"/>
                  <a:gd name="connsiteX2" fmla="*/ 264 w 37180"/>
                  <a:gd name="connsiteY2" fmla="*/ 18787 h 37180"/>
                  <a:gd name="connsiteX3" fmla="*/ 18855 w 37180"/>
                  <a:gd name="connsiteY3" fmla="*/ 196 h 37180"/>
                  <a:gd name="connsiteX4" fmla="*/ 37445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87"/>
                    </a:moveTo>
                    <a:cubicBezTo>
                      <a:pt x="37445" y="29054"/>
                      <a:pt x="29122" y="37377"/>
                      <a:pt x="18855" y="37377"/>
                    </a:cubicBezTo>
                    <a:cubicBezTo>
                      <a:pt x="8588" y="37377"/>
                      <a:pt x="264" y="29054"/>
                      <a:pt x="264" y="18787"/>
                    </a:cubicBezTo>
                    <a:cubicBezTo>
                      <a:pt x="264" y="8520"/>
                      <a:pt x="8588" y="196"/>
                      <a:pt x="18855" y="196"/>
                    </a:cubicBezTo>
                    <a:cubicBezTo>
                      <a:pt x="29122" y="196"/>
                      <a:pt x="37445" y="8520"/>
                      <a:pt x="37445" y="18787"/>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2" name="Freeform: Shape 4161">
                <a:extLst>
                  <a:ext uri="{FF2B5EF4-FFF2-40B4-BE49-F238E27FC236}">
                    <a16:creationId xmlns:a16="http://schemas.microsoft.com/office/drawing/2014/main" id="{27CEA353-669D-6FB0-361D-87E2BD484C80}"/>
                  </a:ext>
                </a:extLst>
              </p:cNvPr>
              <p:cNvSpPr/>
              <p:nvPr/>
            </p:nvSpPr>
            <p:spPr>
              <a:xfrm>
                <a:off x="1784625" y="8053016"/>
                <a:ext cx="41981" cy="41981"/>
              </a:xfrm>
              <a:custGeom>
                <a:avLst/>
                <a:gdLst>
                  <a:gd name="connsiteX0" fmla="*/ 21255 w 41981"/>
                  <a:gd name="connsiteY0" fmla="*/ 4997 h 41981"/>
                  <a:gd name="connsiteX1" fmla="*/ 37445 w 41981"/>
                  <a:gd name="connsiteY1" fmla="*/ 21187 h 41981"/>
                  <a:gd name="connsiteX2" fmla="*/ 37445 w 41981"/>
                  <a:gd name="connsiteY2" fmla="*/ 21187 h 41981"/>
                  <a:gd name="connsiteX3" fmla="*/ 21255 w 41981"/>
                  <a:gd name="connsiteY3" fmla="*/ 37377 h 41981"/>
                  <a:gd name="connsiteX4" fmla="*/ 5065 w 41981"/>
                  <a:gd name="connsiteY4" fmla="*/ 21187 h 41981"/>
                  <a:gd name="connsiteX5" fmla="*/ 21255 w 41981"/>
                  <a:gd name="connsiteY5" fmla="*/ 4997 h 41981"/>
                  <a:gd name="connsiteX6" fmla="*/ 21255 w 41981"/>
                  <a:gd name="connsiteY6" fmla="*/ 196 h 41981"/>
                  <a:gd name="connsiteX7" fmla="*/ 264 w 41981"/>
                  <a:gd name="connsiteY7" fmla="*/ 21187 h 41981"/>
                  <a:gd name="connsiteX8" fmla="*/ 21255 w 41981"/>
                  <a:gd name="connsiteY8" fmla="*/ 42178 h 41981"/>
                  <a:gd name="connsiteX9" fmla="*/ 42246 w 41981"/>
                  <a:gd name="connsiteY9" fmla="*/ 21187 h 41981"/>
                  <a:gd name="connsiteX10" fmla="*/ 42246 w 41981"/>
                  <a:gd name="connsiteY10" fmla="*/ 21187 h 41981"/>
                  <a:gd name="connsiteX11" fmla="*/ 21255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97"/>
                    </a:moveTo>
                    <a:cubicBezTo>
                      <a:pt x="30197" y="4997"/>
                      <a:pt x="37445" y="12245"/>
                      <a:pt x="37445" y="21187"/>
                    </a:cubicBezTo>
                    <a:lnTo>
                      <a:pt x="37445" y="21187"/>
                    </a:lnTo>
                    <a:cubicBezTo>
                      <a:pt x="37445" y="30129"/>
                      <a:pt x="30197" y="37377"/>
                      <a:pt x="21255" y="37377"/>
                    </a:cubicBezTo>
                    <a:cubicBezTo>
                      <a:pt x="12313" y="37377"/>
                      <a:pt x="5065" y="30129"/>
                      <a:pt x="5065" y="21187"/>
                    </a:cubicBezTo>
                    <a:cubicBezTo>
                      <a:pt x="5065" y="12245"/>
                      <a:pt x="12313" y="4997"/>
                      <a:pt x="21255" y="4997"/>
                    </a:cubicBezTo>
                    <a:close/>
                    <a:moveTo>
                      <a:pt x="21255" y="196"/>
                    </a:moveTo>
                    <a:cubicBezTo>
                      <a:pt x="9662" y="196"/>
                      <a:pt x="264" y="9595"/>
                      <a:pt x="264" y="21187"/>
                    </a:cubicBezTo>
                    <a:cubicBezTo>
                      <a:pt x="264" y="32780"/>
                      <a:pt x="9662" y="42178"/>
                      <a:pt x="21255" y="42178"/>
                    </a:cubicBezTo>
                    <a:cubicBezTo>
                      <a:pt x="32848" y="42178"/>
                      <a:pt x="42246" y="32780"/>
                      <a:pt x="42246" y="21187"/>
                    </a:cubicBezTo>
                    <a:lnTo>
                      <a:pt x="42246" y="21187"/>
                    </a:lnTo>
                    <a:cubicBezTo>
                      <a:pt x="42246" y="9595"/>
                      <a:pt x="32848" y="196"/>
                      <a:pt x="21255" y="19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3" name="Freeform: Shape 4162">
                <a:extLst>
                  <a:ext uri="{FF2B5EF4-FFF2-40B4-BE49-F238E27FC236}">
                    <a16:creationId xmlns:a16="http://schemas.microsoft.com/office/drawing/2014/main" id="{295973B1-720A-E1D0-DCB0-27AC95307549}"/>
                  </a:ext>
                </a:extLst>
              </p:cNvPr>
              <p:cNvSpPr/>
              <p:nvPr/>
            </p:nvSpPr>
            <p:spPr>
              <a:xfrm>
                <a:off x="1859930" y="8115154"/>
                <a:ext cx="37180" cy="37180"/>
              </a:xfrm>
              <a:custGeom>
                <a:avLst/>
                <a:gdLst>
                  <a:gd name="connsiteX0" fmla="*/ 37458 w 37180"/>
                  <a:gd name="connsiteY0" fmla="*/ 18797 h 37180"/>
                  <a:gd name="connsiteX1" fmla="*/ 18867 w 37180"/>
                  <a:gd name="connsiteY1" fmla="*/ 37388 h 37180"/>
                  <a:gd name="connsiteX2" fmla="*/ 277 w 37180"/>
                  <a:gd name="connsiteY2" fmla="*/ 18797 h 37180"/>
                  <a:gd name="connsiteX3" fmla="*/ 18867 w 37180"/>
                  <a:gd name="connsiteY3" fmla="*/ 207 h 37180"/>
                  <a:gd name="connsiteX4" fmla="*/ 37458 w 37180"/>
                  <a:gd name="connsiteY4" fmla="*/ 1879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97"/>
                    </a:moveTo>
                    <a:cubicBezTo>
                      <a:pt x="37458" y="29064"/>
                      <a:pt x="29135" y="37388"/>
                      <a:pt x="18867" y="37388"/>
                    </a:cubicBezTo>
                    <a:cubicBezTo>
                      <a:pt x="8600" y="37388"/>
                      <a:pt x="277" y="29064"/>
                      <a:pt x="277" y="18797"/>
                    </a:cubicBezTo>
                    <a:cubicBezTo>
                      <a:pt x="277" y="8530"/>
                      <a:pt x="8600" y="207"/>
                      <a:pt x="18867" y="207"/>
                    </a:cubicBezTo>
                    <a:cubicBezTo>
                      <a:pt x="29135" y="207"/>
                      <a:pt x="37458" y="8530"/>
                      <a:pt x="37458" y="18797"/>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4" name="Freeform: Shape 4163">
                <a:extLst>
                  <a:ext uri="{FF2B5EF4-FFF2-40B4-BE49-F238E27FC236}">
                    <a16:creationId xmlns:a16="http://schemas.microsoft.com/office/drawing/2014/main" id="{00053C8F-D307-ADAE-7AF8-F701AD64F31F}"/>
                  </a:ext>
                </a:extLst>
              </p:cNvPr>
              <p:cNvSpPr/>
              <p:nvPr/>
            </p:nvSpPr>
            <p:spPr>
              <a:xfrm>
                <a:off x="1857530" y="8112753"/>
                <a:ext cx="41981" cy="41981"/>
              </a:xfrm>
              <a:custGeom>
                <a:avLst/>
                <a:gdLst>
                  <a:gd name="connsiteX0" fmla="*/ 21268 w 41981"/>
                  <a:gd name="connsiteY0" fmla="*/ 5007 h 41981"/>
                  <a:gd name="connsiteX1" fmla="*/ 37458 w 41981"/>
                  <a:gd name="connsiteY1" fmla="*/ 21197 h 41981"/>
                  <a:gd name="connsiteX2" fmla="*/ 37458 w 41981"/>
                  <a:gd name="connsiteY2" fmla="*/ 21197 h 41981"/>
                  <a:gd name="connsiteX3" fmla="*/ 21268 w 41981"/>
                  <a:gd name="connsiteY3" fmla="*/ 37388 h 41981"/>
                  <a:gd name="connsiteX4" fmla="*/ 5077 w 41981"/>
                  <a:gd name="connsiteY4" fmla="*/ 21197 h 41981"/>
                  <a:gd name="connsiteX5" fmla="*/ 21268 w 41981"/>
                  <a:gd name="connsiteY5" fmla="*/ 5007 h 41981"/>
                  <a:gd name="connsiteX6" fmla="*/ 21268 w 41981"/>
                  <a:gd name="connsiteY6" fmla="*/ 207 h 41981"/>
                  <a:gd name="connsiteX7" fmla="*/ 277 w 41981"/>
                  <a:gd name="connsiteY7" fmla="*/ 21197 h 41981"/>
                  <a:gd name="connsiteX8" fmla="*/ 21268 w 41981"/>
                  <a:gd name="connsiteY8" fmla="*/ 42188 h 41981"/>
                  <a:gd name="connsiteX9" fmla="*/ 42258 w 41981"/>
                  <a:gd name="connsiteY9" fmla="*/ 21197 h 41981"/>
                  <a:gd name="connsiteX10" fmla="*/ 42258 w 41981"/>
                  <a:gd name="connsiteY10" fmla="*/ 21197 h 41981"/>
                  <a:gd name="connsiteX11" fmla="*/ 21268 w 41981"/>
                  <a:gd name="connsiteY11" fmla="*/ 20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5007"/>
                    </a:moveTo>
                    <a:cubicBezTo>
                      <a:pt x="30210" y="5007"/>
                      <a:pt x="37458" y="12256"/>
                      <a:pt x="37458" y="21197"/>
                    </a:cubicBezTo>
                    <a:lnTo>
                      <a:pt x="37458" y="21197"/>
                    </a:lnTo>
                    <a:cubicBezTo>
                      <a:pt x="37458" y="30139"/>
                      <a:pt x="30210" y="37388"/>
                      <a:pt x="21268" y="37388"/>
                    </a:cubicBezTo>
                    <a:cubicBezTo>
                      <a:pt x="12326" y="37388"/>
                      <a:pt x="5077" y="30139"/>
                      <a:pt x="5077" y="21197"/>
                    </a:cubicBezTo>
                    <a:cubicBezTo>
                      <a:pt x="5077" y="12256"/>
                      <a:pt x="12326" y="5007"/>
                      <a:pt x="21268" y="5007"/>
                    </a:cubicBezTo>
                    <a:close/>
                    <a:moveTo>
                      <a:pt x="21268" y="207"/>
                    </a:moveTo>
                    <a:cubicBezTo>
                      <a:pt x="9675" y="207"/>
                      <a:pt x="277" y="9605"/>
                      <a:pt x="277" y="21197"/>
                    </a:cubicBezTo>
                    <a:cubicBezTo>
                      <a:pt x="277" y="32790"/>
                      <a:pt x="9675" y="42188"/>
                      <a:pt x="21268" y="42188"/>
                    </a:cubicBezTo>
                    <a:cubicBezTo>
                      <a:pt x="32860" y="42188"/>
                      <a:pt x="42258" y="32790"/>
                      <a:pt x="42258" y="21197"/>
                    </a:cubicBezTo>
                    <a:lnTo>
                      <a:pt x="42258" y="21197"/>
                    </a:lnTo>
                    <a:cubicBezTo>
                      <a:pt x="42258" y="9605"/>
                      <a:pt x="32860" y="207"/>
                      <a:pt x="21268" y="20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5" name="Freeform: Shape 4164">
                <a:extLst>
                  <a:ext uri="{FF2B5EF4-FFF2-40B4-BE49-F238E27FC236}">
                    <a16:creationId xmlns:a16="http://schemas.microsoft.com/office/drawing/2014/main" id="{2AB90B8F-E9BA-D64F-5F1E-7BB0C25F0C5A}"/>
                  </a:ext>
                </a:extLst>
              </p:cNvPr>
              <p:cNvSpPr/>
              <p:nvPr/>
            </p:nvSpPr>
            <p:spPr>
              <a:xfrm>
                <a:off x="1680396" y="7924659"/>
                <a:ext cx="37180" cy="37180"/>
              </a:xfrm>
              <a:custGeom>
                <a:avLst/>
                <a:gdLst>
                  <a:gd name="connsiteX0" fmla="*/ 37427 w 37180"/>
                  <a:gd name="connsiteY0" fmla="*/ 18764 h 37180"/>
                  <a:gd name="connsiteX1" fmla="*/ 18836 w 37180"/>
                  <a:gd name="connsiteY1" fmla="*/ 37355 h 37180"/>
                  <a:gd name="connsiteX2" fmla="*/ 246 w 37180"/>
                  <a:gd name="connsiteY2" fmla="*/ 18764 h 37180"/>
                  <a:gd name="connsiteX3" fmla="*/ 18836 w 37180"/>
                  <a:gd name="connsiteY3" fmla="*/ 174 h 37180"/>
                  <a:gd name="connsiteX4" fmla="*/ 37427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4"/>
                    </a:moveTo>
                    <a:cubicBezTo>
                      <a:pt x="37427" y="29031"/>
                      <a:pt x="29104" y="37355"/>
                      <a:pt x="18836" y="37355"/>
                    </a:cubicBezTo>
                    <a:cubicBezTo>
                      <a:pt x="8569" y="37355"/>
                      <a:pt x="246" y="29031"/>
                      <a:pt x="246" y="18764"/>
                    </a:cubicBezTo>
                    <a:cubicBezTo>
                      <a:pt x="246" y="8497"/>
                      <a:pt x="8569" y="174"/>
                      <a:pt x="18836" y="174"/>
                    </a:cubicBezTo>
                    <a:cubicBezTo>
                      <a:pt x="29104" y="174"/>
                      <a:pt x="37427" y="8497"/>
                      <a:pt x="37427" y="18764"/>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6" name="Freeform: Shape 4165">
                <a:extLst>
                  <a:ext uri="{FF2B5EF4-FFF2-40B4-BE49-F238E27FC236}">
                    <a16:creationId xmlns:a16="http://schemas.microsoft.com/office/drawing/2014/main" id="{37DA5370-0F01-D4F1-09A2-D3CD08105C4D}"/>
                  </a:ext>
                </a:extLst>
              </p:cNvPr>
              <p:cNvSpPr/>
              <p:nvPr/>
            </p:nvSpPr>
            <p:spPr>
              <a:xfrm>
                <a:off x="1677996" y="7922259"/>
                <a:ext cx="41981" cy="41981"/>
              </a:xfrm>
              <a:custGeom>
                <a:avLst/>
                <a:gdLst>
                  <a:gd name="connsiteX0" fmla="*/ 21237 w 41981"/>
                  <a:gd name="connsiteY0" fmla="*/ 4974 h 41981"/>
                  <a:gd name="connsiteX1" fmla="*/ 37427 w 41981"/>
                  <a:gd name="connsiteY1" fmla="*/ 21164 h 41981"/>
                  <a:gd name="connsiteX2" fmla="*/ 37427 w 41981"/>
                  <a:gd name="connsiteY2" fmla="*/ 21164 h 41981"/>
                  <a:gd name="connsiteX3" fmla="*/ 21237 w 41981"/>
                  <a:gd name="connsiteY3" fmla="*/ 37355 h 41981"/>
                  <a:gd name="connsiteX4" fmla="*/ 5046 w 41981"/>
                  <a:gd name="connsiteY4" fmla="*/ 21164 h 41981"/>
                  <a:gd name="connsiteX5" fmla="*/ 21237 w 41981"/>
                  <a:gd name="connsiteY5" fmla="*/ 4974 h 41981"/>
                  <a:gd name="connsiteX6" fmla="*/ 21237 w 41981"/>
                  <a:gd name="connsiteY6" fmla="*/ 174 h 41981"/>
                  <a:gd name="connsiteX7" fmla="*/ 246 w 41981"/>
                  <a:gd name="connsiteY7" fmla="*/ 21164 h 41981"/>
                  <a:gd name="connsiteX8" fmla="*/ 21237 w 41981"/>
                  <a:gd name="connsiteY8" fmla="*/ 42155 h 41981"/>
                  <a:gd name="connsiteX9" fmla="*/ 42227 w 41981"/>
                  <a:gd name="connsiteY9" fmla="*/ 21164 h 41981"/>
                  <a:gd name="connsiteX10" fmla="*/ 42227 w 41981"/>
                  <a:gd name="connsiteY10" fmla="*/ 21164 h 41981"/>
                  <a:gd name="connsiteX11" fmla="*/ 2123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4"/>
                    </a:moveTo>
                    <a:cubicBezTo>
                      <a:pt x="30178" y="4974"/>
                      <a:pt x="37427" y="12223"/>
                      <a:pt x="37427" y="21164"/>
                    </a:cubicBezTo>
                    <a:lnTo>
                      <a:pt x="37427" y="21164"/>
                    </a:lnTo>
                    <a:cubicBezTo>
                      <a:pt x="37427" y="30106"/>
                      <a:pt x="30178" y="37355"/>
                      <a:pt x="21237" y="37355"/>
                    </a:cubicBezTo>
                    <a:cubicBezTo>
                      <a:pt x="12295" y="37355"/>
                      <a:pt x="5046" y="30106"/>
                      <a:pt x="5046" y="21164"/>
                    </a:cubicBezTo>
                    <a:cubicBezTo>
                      <a:pt x="5046" y="12223"/>
                      <a:pt x="12295" y="4974"/>
                      <a:pt x="21237" y="4974"/>
                    </a:cubicBezTo>
                    <a:close/>
                    <a:moveTo>
                      <a:pt x="21237" y="174"/>
                    </a:moveTo>
                    <a:cubicBezTo>
                      <a:pt x="9644" y="174"/>
                      <a:pt x="246" y="9572"/>
                      <a:pt x="246" y="21164"/>
                    </a:cubicBezTo>
                    <a:cubicBezTo>
                      <a:pt x="246" y="32757"/>
                      <a:pt x="9644" y="42155"/>
                      <a:pt x="21237" y="42155"/>
                    </a:cubicBezTo>
                    <a:cubicBezTo>
                      <a:pt x="32829" y="42155"/>
                      <a:pt x="42227" y="32757"/>
                      <a:pt x="42227" y="21164"/>
                    </a:cubicBezTo>
                    <a:lnTo>
                      <a:pt x="42227" y="21164"/>
                    </a:lnTo>
                    <a:cubicBezTo>
                      <a:pt x="42227" y="9572"/>
                      <a:pt x="32829" y="174"/>
                      <a:pt x="21237"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7" name="Freeform: Shape 4166">
                <a:extLst>
                  <a:ext uri="{FF2B5EF4-FFF2-40B4-BE49-F238E27FC236}">
                    <a16:creationId xmlns:a16="http://schemas.microsoft.com/office/drawing/2014/main" id="{0D497760-C132-A9CD-C9DD-EFB6CA7C8500}"/>
                  </a:ext>
                </a:extLst>
              </p:cNvPr>
              <p:cNvSpPr/>
              <p:nvPr/>
            </p:nvSpPr>
            <p:spPr>
              <a:xfrm>
                <a:off x="1772245" y="7974615"/>
                <a:ext cx="37180" cy="37180"/>
              </a:xfrm>
              <a:custGeom>
                <a:avLst/>
                <a:gdLst>
                  <a:gd name="connsiteX0" fmla="*/ 37443 w 37180"/>
                  <a:gd name="connsiteY0" fmla="*/ 18773 h 37180"/>
                  <a:gd name="connsiteX1" fmla="*/ 18852 w 37180"/>
                  <a:gd name="connsiteY1" fmla="*/ 37363 h 37180"/>
                  <a:gd name="connsiteX2" fmla="*/ 262 w 37180"/>
                  <a:gd name="connsiteY2" fmla="*/ 18773 h 37180"/>
                  <a:gd name="connsiteX3" fmla="*/ 18852 w 37180"/>
                  <a:gd name="connsiteY3" fmla="*/ 182 h 37180"/>
                  <a:gd name="connsiteX4" fmla="*/ 37443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3"/>
                    </a:moveTo>
                    <a:cubicBezTo>
                      <a:pt x="37443" y="29040"/>
                      <a:pt x="29119" y="37363"/>
                      <a:pt x="18852" y="37363"/>
                    </a:cubicBezTo>
                    <a:cubicBezTo>
                      <a:pt x="8585" y="37363"/>
                      <a:pt x="262" y="29040"/>
                      <a:pt x="262" y="18773"/>
                    </a:cubicBezTo>
                    <a:cubicBezTo>
                      <a:pt x="262" y="8506"/>
                      <a:pt x="8585" y="182"/>
                      <a:pt x="18852" y="182"/>
                    </a:cubicBezTo>
                    <a:cubicBezTo>
                      <a:pt x="29119" y="182"/>
                      <a:pt x="37443" y="8506"/>
                      <a:pt x="37443" y="18773"/>
                    </a:cubicBezTo>
                    <a:close/>
                  </a:path>
                </a:pathLst>
              </a:custGeom>
              <a:solidFill>
                <a:srgbClr val="F6F7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8" name="Freeform: Shape 4167">
                <a:extLst>
                  <a:ext uri="{FF2B5EF4-FFF2-40B4-BE49-F238E27FC236}">
                    <a16:creationId xmlns:a16="http://schemas.microsoft.com/office/drawing/2014/main" id="{62F26E49-7BFF-A266-26B6-6F48C769F102}"/>
                  </a:ext>
                </a:extLst>
              </p:cNvPr>
              <p:cNvSpPr/>
              <p:nvPr/>
            </p:nvSpPr>
            <p:spPr>
              <a:xfrm>
                <a:off x="1769845" y="7972215"/>
                <a:ext cx="41981" cy="41981"/>
              </a:xfrm>
              <a:custGeom>
                <a:avLst/>
                <a:gdLst>
                  <a:gd name="connsiteX0" fmla="*/ 21252 w 41981"/>
                  <a:gd name="connsiteY0" fmla="*/ 4983 h 41981"/>
                  <a:gd name="connsiteX1" fmla="*/ 37443 w 41981"/>
                  <a:gd name="connsiteY1" fmla="*/ 21173 h 41981"/>
                  <a:gd name="connsiteX2" fmla="*/ 37443 w 41981"/>
                  <a:gd name="connsiteY2" fmla="*/ 21173 h 41981"/>
                  <a:gd name="connsiteX3" fmla="*/ 21252 w 41981"/>
                  <a:gd name="connsiteY3" fmla="*/ 37363 h 41981"/>
                  <a:gd name="connsiteX4" fmla="*/ 5062 w 41981"/>
                  <a:gd name="connsiteY4" fmla="*/ 21173 h 41981"/>
                  <a:gd name="connsiteX5" fmla="*/ 21252 w 41981"/>
                  <a:gd name="connsiteY5" fmla="*/ 4983 h 41981"/>
                  <a:gd name="connsiteX6" fmla="*/ 21252 w 41981"/>
                  <a:gd name="connsiteY6" fmla="*/ 182 h 41981"/>
                  <a:gd name="connsiteX7" fmla="*/ 262 w 41981"/>
                  <a:gd name="connsiteY7" fmla="*/ 21173 h 41981"/>
                  <a:gd name="connsiteX8" fmla="*/ 21252 w 41981"/>
                  <a:gd name="connsiteY8" fmla="*/ 42164 h 41981"/>
                  <a:gd name="connsiteX9" fmla="*/ 42243 w 41981"/>
                  <a:gd name="connsiteY9" fmla="*/ 21173 h 41981"/>
                  <a:gd name="connsiteX10" fmla="*/ 42243 w 41981"/>
                  <a:gd name="connsiteY10" fmla="*/ 21173 h 41981"/>
                  <a:gd name="connsiteX11" fmla="*/ 21252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83"/>
                    </a:moveTo>
                    <a:cubicBezTo>
                      <a:pt x="30194" y="4983"/>
                      <a:pt x="37443" y="12231"/>
                      <a:pt x="37443" y="21173"/>
                    </a:cubicBezTo>
                    <a:lnTo>
                      <a:pt x="37443" y="21173"/>
                    </a:lnTo>
                    <a:cubicBezTo>
                      <a:pt x="37443" y="30115"/>
                      <a:pt x="30194" y="37363"/>
                      <a:pt x="21252" y="37363"/>
                    </a:cubicBezTo>
                    <a:cubicBezTo>
                      <a:pt x="12311" y="37363"/>
                      <a:pt x="5062" y="30115"/>
                      <a:pt x="5062" y="21173"/>
                    </a:cubicBezTo>
                    <a:cubicBezTo>
                      <a:pt x="5062" y="12231"/>
                      <a:pt x="12311" y="4983"/>
                      <a:pt x="21252" y="4983"/>
                    </a:cubicBezTo>
                    <a:close/>
                    <a:moveTo>
                      <a:pt x="21252" y="182"/>
                    </a:moveTo>
                    <a:cubicBezTo>
                      <a:pt x="9660" y="182"/>
                      <a:pt x="262" y="9580"/>
                      <a:pt x="262" y="21173"/>
                    </a:cubicBezTo>
                    <a:cubicBezTo>
                      <a:pt x="262" y="32766"/>
                      <a:pt x="9660" y="42164"/>
                      <a:pt x="21252" y="42164"/>
                    </a:cubicBezTo>
                    <a:cubicBezTo>
                      <a:pt x="32845" y="42164"/>
                      <a:pt x="42243" y="32766"/>
                      <a:pt x="42243" y="21173"/>
                    </a:cubicBezTo>
                    <a:lnTo>
                      <a:pt x="42243" y="21173"/>
                    </a:lnTo>
                    <a:cubicBezTo>
                      <a:pt x="42243" y="9580"/>
                      <a:pt x="32845" y="182"/>
                      <a:pt x="21252"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69" name="Freeform: Shape 4168">
                <a:extLst>
                  <a:ext uri="{FF2B5EF4-FFF2-40B4-BE49-F238E27FC236}">
                    <a16:creationId xmlns:a16="http://schemas.microsoft.com/office/drawing/2014/main" id="{385665B2-E5C0-B7CD-9A9D-AC84E6F058B7}"/>
                  </a:ext>
                </a:extLst>
              </p:cNvPr>
              <p:cNvSpPr/>
              <p:nvPr/>
            </p:nvSpPr>
            <p:spPr>
              <a:xfrm>
                <a:off x="1815607" y="7992327"/>
                <a:ext cx="37180" cy="37180"/>
              </a:xfrm>
              <a:custGeom>
                <a:avLst/>
                <a:gdLst>
                  <a:gd name="connsiteX0" fmla="*/ 37450 w 37180"/>
                  <a:gd name="connsiteY0" fmla="*/ 18776 h 37180"/>
                  <a:gd name="connsiteX1" fmla="*/ 18860 w 37180"/>
                  <a:gd name="connsiteY1" fmla="*/ 37366 h 37180"/>
                  <a:gd name="connsiteX2" fmla="*/ 269 w 37180"/>
                  <a:gd name="connsiteY2" fmla="*/ 18776 h 37180"/>
                  <a:gd name="connsiteX3" fmla="*/ 18860 w 37180"/>
                  <a:gd name="connsiteY3" fmla="*/ 186 h 37180"/>
                  <a:gd name="connsiteX4" fmla="*/ 37450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76"/>
                    </a:moveTo>
                    <a:cubicBezTo>
                      <a:pt x="37450" y="29043"/>
                      <a:pt x="29127" y="37366"/>
                      <a:pt x="18860" y="37366"/>
                    </a:cubicBezTo>
                    <a:cubicBezTo>
                      <a:pt x="8593" y="37366"/>
                      <a:pt x="269" y="29043"/>
                      <a:pt x="269" y="18776"/>
                    </a:cubicBezTo>
                    <a:cubicBezTo>
                      <a:pt x="269" y="8509"/>
                      <a:pt x="8593" y="186"/>
                      <a:pt x="18860" y="186"/>
                    </a:cubicBezTo>
                    <a:cubicBezTo>
                      <a:pt x="29127" y="186"/>
                      <a:pt x="37450" y="8509"/>
                      <a:pt x="37450" y="18776"/>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0" name="Freeform: Shape 4169">
                <a:extLst>
                  <a:ext uri="{FF2B5EF4-FFF2-40B4-BE49-F238E27FC236}">
                    <a16:creationId xmlns:a16="http://schemas.microsoft.com/office/drawing/2014/main" id="{608F390D-AEA2-DB87-217C-B1AC915A0592}"/>
                  </a:ext>
                </a:extLst>
              </p:cNvPr>
              <p:cNvSpPr/>
              <p:nvPr/>
            </p:nvSpPr>
            <p:spPr>
              <a:xfrm>
                <a:off x="1813206" y="7989927"/>
                <a:ext cx="41981" cy="41981"/>
              </a:xfrm>
              <a:custGeom>
                <a:avLst/>
                <a:gdLst>
                  <a:gd name="connsiteX0" fmla="*/ 21260 w 41981"/>
                  <a:gd name="connsiteY0" fmla="*/ 4986 h 41981"/>
                  <a:gd name="connsiteX1" fmla="*/ 37450 w 41981"/>
                  <a:gd name="connsiteY1" fmla="*/ 21176 h 41981"/>
                  <a:gd name="connsiteX2" fmla="*/ 37450 w 41981"/>
                  <a:gd name="connsiteY2" fmla="*/ 21176 h 41981"/>
                  <a:gd name="connsiteX3" fmla="*/ 21260 w 41981"/>
                  <a:gd name="connsiteY3" fmla="*/ 37366 h 41981"/>
                  <a:gd name="connsiteX4" fmla="*/ 5070 w 41981"/>
                  <a:gd name="connsiteY4" fmla="*/ 21176 h 41981"/>
                  <a:gd name="connsiteX5" fmla="*/ 21260 w 41981"/>
                  <a:gd name="connsiteY5" fmla="*/ 4986 h 41981"/>
                  <a:gd name="connsiteX6" fmla="*/ 21260 w 41981"/>
                  <a:gd name="connsiteY6" fmla="*/ 186 h 41981"/>
                  <a:gd name="connsiteX7" fmla="*/ 269 w 41981"/>
                  <a:gd name="connsiteY7" fmla="*/ 21176 h 41981"/>
                  <a:gd name="connsiteX8" fmla="*/ 21260 w 41981"/>
                  <a:gd name="connsiteY8" fmla="*/ 42167 h 41981"/>
                  <a:gd name="connsiteX9" fmla="*/ 42251 w 41981"/>
                  <a:gd name="connsiteY9" fmla="*/ 21176 h 41981"/>
                  <a:gd name="connsiteX10" fmla="*/ 42251 w 41981"/>
                  <a:gd name="connsiteY10" fmla="*/ 21176 h 41981"/>
                  <a:gd name="connsiteX11" fmla="*/ 21260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86"/>
                    </a:moveTo>
                    <a:cubicBezTo>
                      <a:pt x="30202" y="4986"/>
                      <a:pt x="37450" y="12234"/>
                      <a:pt x="37450" y="21176"/>
                    </a:cubicBezTo>
                    <a:lnTo>
                      <a:pt x="37450" y="21176"/>
                    </a:lnTo>
                    <a:cubicBezTo>
                      <a:pt x="37450" y="30118"/>
                      <a:pt x="30202" y="37366"/>
                      <a:pt x="21260" y="37366"/>
                    </a:cubicBezTo>
                    <a:cubicBezTo>
                      <a:pt x="12318" y="37366"/>
                      <a:pt x="5070" y="30118"/>
                      <a:pt x="5070" y="21176"/>
                    </a:cubicBezTo>
                    <a:cubicBezTo>
                      <a:pt x="5070" y="12234"/>
                      <a:pt x="12318" y="4986"/>
                      <a:pt x="21260" y="4986"/>
                    </a:cubicBezTo>
                    <a:close/>
                    <a:moveTo>
                      <a:pt x="21260" y="186"/>
                    </a:moveTo>
                    <a:cubicBezTo>
                      <a:pt x="9667" y="186"/>
                      <a:pt x="269" y="9584"/>
                      <a:pt x="269" y="21176"/>
                    </a:cubicBezTo>
                    <a:cubicBezTo>
                      <a:pt x="269" y="32769"/>
                      <a:pt x="9667" y="42167"/>
                      <a:pt x="21260" y="42167"/>
                    </a:cubicBezTo>
                    <a:cubicBezTo>
                      <a:pt x="32853" y="42167"/>
                      <a:pt x="42251" y="32769"/>
                      <a:pt x="42251" y="21176"/>
                    </a:cubicBezTo>
                    <a:lnTo>
                      <a:pt x="42251" y="21176"/>
                    </a:lnTo>
                    <a:cubicBezTo>
                      <a:pt x="42251" y="9584"/>
                      <a:pt x="32853" y="186"/>
                      <a:pt x="21260"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1" name="Freeform: Shape 4170">
                <a:extLst>
                  <a:ext uri="{FF2B5EF4-FFF2-40B4-BE49-F238E27FC236}">
                    <a16:creationId xmlns:a16="http://schemas.microsoft.com/office/drawing/2014/main" id="{2A72E53A-85CB-1609-2474-FE4189B53523}"/>
                  </a:ext>
                </a:extLst>
              </p:cNvPr>
              <p:cNvSpPr/>
              <p:nvPr/>
            </p:nvSpPr>
            <p:spPr>
              <a:xfrm>
                <a:off x="1626339" y="7937809"/>
                <a:ext cx="37180" cy="37180"/>
              </a:xfrm>
              <a:custGeom>
                <a:avLst/>
                <a:gdLst>
                  <a:gd name="connsiteX0" fmla="*/ 37417 w 37180"/>
                  <a:gd name="connsiteY0" fmla="*/ 18766 h 37180"/>
                  <a:gd name="connsiteX1" fmla="*/ 18827 w 37180"/>
                  <a:gd name="connsiteY1" fmla="*/ 37357 h 37180"/>
                  <a:gd name="connsiteX2" fmla="*/ 237 w 37180"/>
                  <a:gd name="connsiteY2" fmla="*/ 18766 h 37180"/>
                  <a:gd name="connsiteX3" fmla="*/ 18827 w 37180"/>
                  <a:gd name="connsiteY3" fmla="*/ 176 h 37180"/>
                  <a:gd name="connsiteX4" fmla="*/ 3741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66"/>
                    </a:moveTo>
                    <a:cubicBezTo>
                      <a:pt x="37417" y="29034"/>
                      <a:pt x="29094" y="37357"/>
                      <a:pt x="18827" y="37357"/>
                    </a:cubicBezTo>
                    <a:cubicBezTo>
                      <a:pt x="8560" y="37357"/>
                      <a:pt x="237" y="29034"/>
                      <a:pt x="237" y="18766"/>
                    </a:cubicBezTo>
                    <a:cubicBezTo>
                      <a:pt x="237" y="8499"/>
                      <a:pt x="8560" y="176"/>
                      <a:pt x="18827" y="176"/>
                    </a:cubicBezTo>
                    <a:cubicBezTo>
                      <a:pt x="29094" y="176"/>
                      <a:pt x="37417" y="8499"/>
                      <a:pt x="37417" y="18766"/>
                    </a:cubicBezTo>
                    <a:close/>
                  </a:path>
                </a:pathLst>
              </a:custGeom>
              <a:solidFill>
                <a:srgbClr val="F7D8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2" name="Freeform: Shape 4171">
                <a:extLst>
                  <a:ext uri="{FF2B5EF4-FFF2-40B4-BE49-F238E27FC236}">
                    <a16:creationId xmlns:a16="http://schemas.microsoft.com/office/drawing/2014/main" id="{63E5E59C-EA6C-0385-40EB-143CFF7F045B}"/>
                  </a:ext>
                </a:extLst>
              </p:cNvPr>
              <p:cNvSpPr/>
              <p:nvPr/>
            </p:nvSpPr>
            <p:spPr>
              <a:xfrm>
                <a:off x="1623939" y="7935409"/>
                <a:ext cx="41981" cy="41981"/>
              </a:xfrm>
              <a:custGeom>
                <a:avLst/>
                <a:gdLst>
                  <a:gd name="connsiteX0" fmla="*/ 21227 w 41981"/>
                  <a:gd name="connsiteY0" fmla="*/ 4976 h 41981"/>
                  <a:gd name="connsiteX1" fmla="*/ 37417 w 41981"/>
                  <a:gd name="connsiteY1" fmla="*/ 21167 h 41981"/>
                  <a:gd name="connsiteX2" fmla="*/ 37417 w 41981"/>
                  <a:gd name="connsiteY2" fmla="*/ 21167 h 41981"/>
                  <a:gd name="connsiteX3" fmla="*/ 21227 w 41981"/>
                  <a:gd name="connsiteY3" fmla="*/ 37357 h 41981"/>
                  <a:gd name="connsiteX4" fmla="*/ 5037 w 41981"/>
                  <a:gd name="connsiteY4" fmla="*/ 21167 h 41981"/>
                  <a:gd name="connsiteX5" fmla="*/ 21227 w 41981"/>
                  <a:gd name="connsiteY5" fmla="*/ 4976 h 41981"/>
                  <a:gd name="connsiteX6" fmla="*/ 21227 w 41981"/>
                  <a:gd name="connsiteY6" fmla="*/ 176 h 41981"/>
                  <a:gd name="connsiteX7" fmla="*/ 237 w 41981"/>
                  <a:gd name="connsiteY7" fmla="*/ 21167 h 41981"/>
                  <a:gd name="connsiteX8" fmla="*/ 21227 w 41981"/>
                  <a:gd name="connsiteY8" fmla="*/ 42157 h 41981"/>
                  <a:gd name="connsiteX9" fmla="*/ 42218 w 41981"/>
                  <a:gd name="connsiteY9" fmla="*/ 21167 h 41981"/>
                  <a:gd name="connsiteX10" fmla="*/ 42218 w 41981"/>
                  <a:gd name="connsiteY10" fmla="*/ 21167 h 41981"/>
                  <a:gd name="connsiteX11" fmla="*/ 2122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76"/>
                    </a:moveTo>
                    <a:cubicBezTo>
                      <a:pt x="30169" y="4976"/>
                      <a:pt x="37417" y="12225"/>
                      <a:pt x="37417" y="21167"/>
                    </a:cubicBezTo>
                    <a:lnTo>
                      <a:pt x="37417" y="21167"/>
                    </a:lnTo>
                    <a:cubicBezTo>
                      <a:pt x="37417" y="30108"/>
                      <a:pt x="30169" y="37357"/>
                      <a:pt x="21227" y="37357"/>
                    </a:cubicBezTo>
                    <a:cubicBezTo>
                      <a:pt x="12285" y="37357"/>
                      <a:pt x="5037" y="30108"/>
                      <a:pt x="5037" y="21167"/>
                    </a:cubicBezTo>
                    <a:cubicBezTo>
                      <a:pt x="5037" y="12225"/>
                      <a:pt x="12285" y="4976"/>
                      <a:pt x="21227" y="4976"/>
                    </a:cubicBezTo>
                    <a:close/>
                    <a:moveTo>
                      <a:pt x="21227" y="176"/>
                    </a:moveTo>
                    <a:cubicBezTo>
                      <a:pt x="9635" y="176"/>
                      <a:pt x="237" y="9574"/>
                      <a:pt x="237" y="21167"/>
                    </a:cubicBezTo>
                    <a:cubicBezTo>
                      <a:pt x="237" y="32759"/>
                      <a:pt x="9635" y="42157"/>
                      <a:pt x="21227" y="42157"/>
                    </a:cubicBezTo>
                    <a:cubicBezTo>
                      <a:pt x="32820" y="42157"/>
                      <a:pt x="42218" y="32759"/>
                      <a:pt x="42218" y="21167"/>
                    </a:cubicBezTo>
                    <a:lnTo>
                      <a:pt x="42218" y="21167"/>
                    </a:lnTo>
                    <a:cubicBezTo>
                      <a:pt x="42218" y="9574"/>
                      <a:pt x="32820" y="176"/>
                      <a:pt x="21227"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3" name="Freeform: Shape 4172">
                <a:extLst>
                  <a:ext uri="{FF2B5EF4-FFF2-40B4-BE49-F238E27FC236}">
                    <a16:creationId xmlns:a16="http://schemas.microsoft.com/office/drawing/2014/main" id="{BC9E526F-5779-3B68-C9FE-C1B65BBA3B32}"/>
                  </a:ext>
                </a:extLst>
              </p:cNvPr>
              <p:cNvSpPr/>
              <p:nvPr/>
            </p:nvSpPr>
            <p:spPr>
              <a:xfrm>
                <a:off x="1715866" y="7957980"/>
                <a:ext cx="37180" cy="37180"/>
              </a:xfrm>
              <a:custGeom>
                <a:avLst/>
                <a:gdLst>
                  <a:gd name="connsiteX0" fmla="*/ 37433 w 37180"/>
                  <a:gd name="connsiteY0" fmla="*/ 18770 h 37180"/>
                  <a:gd name="connsiteX1" fmla="*/ 18842 w 37180"/>
                  <a:gd name="connsiteY1" fmla="*/ 37360 h 37180"/>
                  <a:gd name="connsiteX2" fmla="*/ 252 w 37180"/>
                  <a:gd name="connsiteY2" fmla="*/ 18770 h 37180"/>
                  <a:gd name="connsiteX3" fmla="*/ 18842 w 37180"/>
                  <a:gd name="connsiteY3" fmla="*/ 180 h 37180"/>
                  <a:gd name="connsiteX4" fmla="*/ 37433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0"/>
                    </a:moveTo>
                    <a:cubicBezTo>
                      <a:pt x="37433" y="29037"/>
                      <a:pt x="29110" y="37360"/>
                      <a:pt x="18842" y="37360"/>
                    </a:cubicBezTo>
                    <a:cubicBezTo>
                      <a:pt x="8575" y="37360"/>
                      <a:pt x="252" y="29037"/>
                      <a:pt x="252" y="18770"/>
                    </a:cubicBezTo>
                    <a:cubicBezTo>
                      <a:pt x="252" y="8503"/>
                      <a:pt x="8575" y="180"/>
                      <a:pt x="18842" y="180"/>
                    </a:cubicBezTo>
                    <a:cubicBezTo>
                      <a:pt x="29110" y="180"/>
                      <a:pt x="37433" y="8503"/>
                      <a:pt x="37433" y="18770"/>
                    </a:cubicBezTo>
                    <a:close/>
                  </a:path>
                </a:pathLst>
              </a:custGeom>
              <a:solidFill>
                <a:srgbClr val="F7D1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4" name="Freeform: Shape 4173">
                <a:extLst>
                  <a:ext uri="{FF2B5EF4-FFF2-40B4-BE49-F238E27FC236}">
                    <a16:creationId xmlns:a16="http://schemas.microsoft.com/office/drawing/2014/main" id="{90B7856B-B35D-0C5A-4FB7-A33B499A0A2E}"/>
                  </a:ext>
                </a:extLst>
              </p:cNvPr>
              <p:cNvSpPr/>
              <p:nvPr/>
            </p:nvSpPr>
            <p:spPr>
              <a:xfrm>
                <a:off x="1713466" y="7955580"/>
                <a:ext cx="41981" cy="41981"/>
              </a:xfrm>
              <a:custGeom>
                <a:avLst/>
                <a:gdLst>
                  <a:gd name="connsiteX0" fmla="*/ 21243 w 41981"/>
                  <a:gd name="connsiteY0" fmla="*/ 4980 h 41981"/>
                  <a:gd name="connsiteX1" fmla="*/ 37433 w 41981"/>
                  <a:gd name="connsiteY1" fmla="*/ 21170 h 41981"/>
                  <a:gd name="connsiteX2" fmla="*/ 37433 w 41981"/>
                  <a:gd name="connsiteY2" fmla="*/ 21170 h 41981"/>
                  <a:gd name="connsiteX3" fmla="*/ 21243 w 41981"/>
                  <a:gd name="connsiteY3" fmla="*/ 37360 h 41981"/>
                  <a:gd name="connsiteX4" fmla="*/ 5052 w 41981"/>
                  <a:gd name="connsiteY4" fmla="*/ 21170 h 41981"/>
                  <a:gd name="connsiteX5" fmla="*/ 21243 w 41981"/>
                  <a:gd name="connsiteY5" fmla="*/ 4980 h 41981"/>
                  <a:gd name="connsiteX6" fmla="*/ 21243 w 41981"/>
                  <a:gd name="connsiteY6" fmla="*/ 180 h 41981"/>
                  <a:gd name="connsiteX7" fmla="*/ 252 w 41981"/>
                  <a:gd name="connsiteY7" fmla="*/ 21170 h 41981"/>
                  <a:gd name="connsiteX8" fmla="*/ 21243 w 41981"/>
                  <a:gd name="connsiteY8" fmla="*/ 42161 h 41981"/>
                  <a:gd name="connsiteX9" fmla="*/ 42233 w 41981"/>
                  <a:gd name="connsiteY9" fmla="*/ 21170 h 41981"/>
                  <a:gd name="connsiteX10" fmla="*/ 42233 w 41981"/>
                  <a:gd name="connsiteY10" fmla="*/ 21170 h 41981"/>
                  <a:gd name="connsiteX11" fmla="*/ 2124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0"/>
                    </a:moveTo>
                    <a:cubicBezTo>
                      <a:pt x="30184" y="4980"/>
                      <a:pt x="37433" y="12228"/>
                      <a:pt x="37433" y="21170"/>
                    </a:cubicBezTo>
                    <a:lnTo>
                      <a:pt x="37433" y="21170"/>
                    </a:lnTo>
                    <a:cubicBezTo>
                      <a:pt x="37433" y="30112"/>
                      <a:pt x="30184" y="37360"/>
                      <a:pt x="21243" y="37360"/>
                    </a:cubicBezTo>
                    <a:cubicBezTo>
                      <a:pt x="12301" y="37360"/>
                      <a:pt x="5052" y="30112"/>
                      <a:pt x="5052" y="21170"/>
                    </a:cubicBezTo>
                    <a:cubicBezTo>
                      <a:pt x="5052" y="12228"/>
                      <a:pt x="12301" y="4980"/>
                      <a:pt x="21243" y="4980"/>
                    </a:cubicBezTo>
                    <a:close/>
                    <a:moveTo>
                      <a:pt x="21243" y="180"/>
                    </a:moveTo>
                    <a:cubicBezTo>
                      <a:pt x="9650" y="180"/>
                      <a:pt x="252" y="9578"/>
                      <a:pt x="252" y="21170"/>
                    </a:cubicBezTo>
                    <a:cubicBezTo>
                      <a:pt x="252" y="32763"/>
                      <a:pt x="9650" y="42161"/>
                      <a:pt x="21243" y="42161"/>
                    </a:cubicBezTo>
                    <a:cubicBezTo>
                      <a:pt x="32835" y="42161"/>
                      <a:pt x="42233" y="32763"/>
                      <a:pt x="42233" y="21170"/>
                    </a:cubicBezTo>
                    <a:lnTo>
                      <a:pt x="42233" y="21170"/>
                    </a:lnTo>
                    <a:cubicBezTo>
                      <a:pt x="42233" y="9578"/>
                      <a:pt x="32835" y="180"/>
                      <a:pt x="21243"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5" name="Freeform: Shape 4174">
                <a:extLst>
                  <a:ext uri="{FF2B5EF4-FFF2-40B4-BE49-F238E27FC236}">
                    <a16:creationId xmlns:a16="http://schemas.microsoft.com/office/drawing/2014/main" id="{E7F54DCE-9526-7016-625F-315177A2D425}"/>
                  </a:ext>
                </a:extLst>
              </p:cNvPr>
              <p:cNvSpPr/>
              <p:nvPr/>
            </p:nvSpPr>
            <p:spPr>
              <a:xfrm>
                <a:off x="1757724" y="7953793"/>
                <a:ext cx="37180" cy="37180"/>
              </a:xfrm>
              <a:custGeom>
                <a:avLst/>
                <a:gdLst>
                  <a:gd name="connsiteX0" fmla="*/ 37440 w 37180"/>
                  <a:gd name="connsiteY0" fmla="*/ 18769 h 37180"/>
                  <a:gd name="connsiteX1" fmla="*/ 18850 w 37180"/>
                  <a:gd name="connsiteY1" fmla="*/ 37360 h 37180"/>
                  <a:gd name="connsiteX2" fmla="*/ 259 w 37180"/>
                  <a:gd name="connsiteY2" fmla="*/ 18769 h 37180"/>
                  <a:gd name="connsiteX3" fmla="*/ 18850 w 37180"/>
                  <a:gd name="connsiteY3" fmla="*/ 179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7" y="37360"/>
                      <a:pt x="18850" y="37360"/>
                    </a:cubicBezTo>
                    <a:cubicBezTo>
                      <a:pt x="8583" y="37360"/>
                      <a:pt x="259" y="29036"/>
                      <a:pt x="259" y="18769"/>
                    </a:cubicBezTo>
                    <a:cubicBezTo>
                      <a:pt x="259" y="8502"/>
                      <a:pt x="8583" y="179"/>
                      <a:pt x="18850" y="179"/>
                    </a:cubicBezTo>
                    <a:cubicBezTo>
                      <a:pt x="29117" y="179"/>
                      <a:pt x="37440" y="8502"/>
                      <a:pt x="37440" y="18769"/>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6" name="Freeform: Shape 4175">
                <a:extLst>
                  <a:ext uri="{FF2B5EF4-FFF2-40B4-BE49-F238E27FC236}">
                    <a16:creationId xmlns:a16="http://schemas.microsoft.com/office/drawing/2014/main" id="{699128BD-2B63-4925-3585-EC1F15D41206}"/>
                  </a:ext>
                </a:extLst>
              </p:cNvPr>
              <p:cNvSpPr/>
              <p:nvPr/>
            </p:nvSpPr>
            <p:spPr>
              <a:xfrm>
                <a:off x="1755324" y="7951393"/>
                <a:ext cx="41981" cy="41981"/>
              </a:xfrm>
              <a:custGeom>
                <a:avLst/>
                <a:gdLst>
                  <a:gd name="connsiteX0" fmla="*/ 21250 w 41981"/>
                  <a:gd name="connsiteY0" fmla="*/ 4979 h 41981"/>
                  <a:gd name="connsiteX1" fmla="*/ 37440 w 41981"/>
                  <a:gd name="connsiteY1" fmla="*/ 21169 h 41981"/>
                  <a:gd name="connsiteX2" fmla="*/ 37440 w 41981"/>
                  <a:gd name="connsiteY2" fmla="*/ 21169 h 41981"/>
                  <a:gd name="connsiteX3" fmla="*/ 21250 w 41981"/>
                  <a:gd name="connsiteY3" fmla="*/ 37360 h 41981"/>
                  <a:gd name="connsiteX4" fmla="*/ 5060 w 41981"/>
                  <a:gd name="connsiteY4" fmla="*/ 21169 h 41981"/>
                  <a:gd name="connsiteX5" fmla="*/ 21250 w 41981"/>
                  <a:gd name="connsiteY5" fmla="*/ 4979 h 41981"/>
                  <a:gd name="connsiteX6" fmla="*/ 21250 w 41981"/>
                  <a:gd name="connsiteY6" fmla="*/ 179 h 41981"/>
                  <a:gd name="connsiteX7" fmla="*/ 259 w 41981"/>
                  <a:gd name="connsiteY7" fmla="*/ 21169 h 41981"/>
                  <a:gd name="connsiteX8" fmla="*/ 21250 w 41981"/>
                  <a:gd name="connsiteY8" fmla="*/ 42160 h 41981"/>
                  <a:gd name="connsiteX9" fmla="*/ 42241 w 41981"/>
                  <a:gd name="connsiteY9" fmla="*/ 21169 h 41981"/>
                  <a:gd name="connsiteX10" fmla="*/ 42241 w 41981"/>
                  <a:gd name="connsiteY10" fmla="*/ 21169 h 41981"/>
                  <a:gd name="connsiteX11" fmla="*/ 21250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9"/>
                    </a:moveTo>
                    <a:cubicBezTo>
                      <a:pt x="30192" y="4979"/>
                      <a:pt x="37440" y="12228"/>
                      <a:pt x="37440" y="21169"/>
                    </a:cubicBezTo>
                    <a:lnTo>
                      <a:pt x="37440" y="21169"/>
                    </a:lnTo>
                    <a:cubicBezTo>
                      <a:pt x="37440" y="30111"/>
                      <a:pt x="30192" y="37360"/>
                      <a:pt x="21250" y="37360"/>
                    </a:cubicBezTo>
                    <a:cubicBezTo>
                      <a:pt x="12308" y="37360"/>
                      <a:pt x="5060" y="30111"/>
                      <a:pt x="5060" y="21169"/>
                    </a:cubicBezTo>
                    <a:cubicBezTo>
                      <a:pt x="5060" y="12228"/>
                      <a:pt x="12308" y="4979"/>
                      <a:pt x="21250" y="4979"/>
                    </a:cubicBezTo>
                    <a:close/>
                    <a:moveTo>
                      <a:pt x="21250" y="179"/>
                    </a:moveTo>
                    <a:cubicBezTo>
                      <a:pt x="9657" y="179"/>
                      <a:pt x="259" y="9577"/>
                      <a:pt x="259" y="21169"/>
                    </a:cubicBezTo>
                    <a:cubicBezTo>
                      <a:pt x="259" y="32762"/>
                      <a:pt x="9657" y="42160"/>
                      <a:pt x="21250" y="42160"/>
                    </a:cubicBezTo>
                    <a:cubicBezTo>
                      <a:pt x="32843" y="42160"/>
                      <a:pt x="42241" y="32762"/>
                      <a:pt x="42241" y="21169"/>
                    </a:cubicBezTo>
                    <a:lnTo>
                      <a:pt x="42241" y="21169"/>
                    </a:lnTo>
                    <a:cubicBezTo>
                      <a:pt x="42241" y="9577"/>
                      <a:pt x="32843" y="179"/>
                      <a:pt x="21250"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7" name="Freeform: Shape 4176">
                <a:extLst>
                  <a:ext uri="{FF2B5EF4-FFF2-40B4-BE49-F238E27FC236}">
                    <a16:creationId xmlns:a16="http://schemas.microsoft.com/office/drawing/2014/main" id="{B687CE2B-3BD2-92B4-2C59-DE1975CE5CC7}"/>
                  </a:ext>
                </a:extLst>
              </p:cNvPr>
              <p:cNvSpPr/>
              <p:nvPr/>
            </p:nvSpPr>
            <p:spPr>
              <a:xfrm>
                <a:off x="1783569" y="7952658"/>
                <a:ext cx="37180" cy="37180"/>
              </a:xfrm>
              <a:custGeom>
                <a:avLst/>
                <a:gdLst>
                  <a:gd name="connsiteX0" fmla="*/ 37445 w 37180"/>
                  <a:gd name="connsiteY0" fmla="*/ 18769 h 37180"/>
                  <a:gd name="connsiteX1" fmla="*/ 18854 w 37180"/>
                  <a:gd name="connsiteY1" fmla="*/ 37359 h 37180"/>
                  <a:gd name="connsiteX2" fmla="*/ 264 w 37180"/>
                  <a:gd name="connsiteY2" fmla="*/ 18769 h 37180"/>
                  <a:gd name="connsiteX3" fmla="*/ 18854 w 37180"/>
                  <a:gd name="connsiteY3" fmla="*/ 179 h 37180"/>
                  <a:gd name="connsiteX4" fmla="*/ 3744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9"/>
                    </a:moveTo>
                    <a:cubicBezTo>
                      <a:pt x="37445" y="29036"/>
                      <a:pt x="29121" y="37359"/>
                      <a:pt x="18854" y="37359"/>
                    </a:cubicBezTo>
                    <a:cubicBezTo>
                      <a:pt x="8587" y="37359"/>
                      <a:pt x="264" y="29036"/>
                      <a:pt x="264" y="18769"/>
                    </a:cubicBezTo>
                    <a:cubicBezTo>
                      <a:pt x="264" y="8502"/>
                      <a:pt x="8587" y="179"/>
                      <a:pt x="18854" y="179"/>
                    </a:cubicBezTo>
                    <a:cubicBezTo>
                      <a:pt x="29121" y="179"/>
                      <a:pt x="37445" y="8502"/>
                      <a:pt x="37445" y="18769"/>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8" name="Freeform: Shape 4177">
                <a:extLst>
                  <a:ext uri="{FF2B5EF4-FFF2-40B4-BE49-F238E27FC236}">
                    <a16:creationId xmlns:a16="http://schemas.microsoft.com/office/drawing/2014/main" id="{9A3E8758-AE46-AC51-E633-8D41598646AE}"/>
                  </a:ext>
                </a:extLst>
              </p:cNvPr>
              <p:cNvSpPr/>
              <p:nvPr/>
            </p:nvSpPr>
            <p:spPr>
              <a:xfrm>
                <a:off x="1781169" y="7950258"/>
                <a:ext cx="41981" cy="41981"/>
              </a:xfrm>
              <a:custGeom>
                <a:avLst/>
                <a:gdLst>
                  <a:gd name="connsiteX0" fmla="*/ 21254 w 41981"/>
                  <a:gd name="connsiteY0" fmla="*/ 4979 h 41981"/>
                  <a:gd name="connsiteX1" fmla="*/ 37445 w 41981"/>
                  <a:gd name="connsiteY1" fmla="*/ 21169 h 41981"/>
                  <a:gd name="connsiteX2" fmla="*/ 37445 w 41981"/>
                  <a:gd name="connsiteY2" fmla="*/ 21169 h 41981"/>
                  <a:gd name="connsiteX3" fmla="*/ 21254 w 41981"/>
                  <a:gd name="connsiteY3" fmla="*/ 37359 h 41981"/>
                  <a:gd name="connsiteX4" fmla="*/ 5064 w 41981"/>
                  <a:gd name="connsiteY4" fmla="*/ 21169 h 41981"/>
                  <a:gd name="connsiteX5" fmla="*/ 21254 w 41981"/>
                  <a:gd name="connsiteY5" fmla="*/ 4979 h 41981"/>
                  <a:gd name="connsiteX6" fmla="*/ 21254 w 41981"/>
                  <a:gd name="connsiteY6" fmla="*/ 179 h 41981"/>
                  <a:gd name="connsiteX7" fmla="*/ 264 w 41981"/>
                  <a:gd name="connsiteY7" fmla="*/ 21169 h 41981"/>
                  <a:gd name="connsiteX8" fmla="*/ 21254 w 41981"/>
                  <a:gd name="connsiteY8" fmla="*/ 42160 h 41981"/>
                  <a:gd name="connsiteX9" fmla="*/ 42245 w 41981"/>
                  <a:gd name="connsiteY9" fmla="*/ 21169 h 41981"/>
                  <a:gd name="connsiteX10" fmla="*/ 42245 w 41981"/>
                  <a:gd name="connsiteY10" fmla="*/ 21169 h 41981"/>
                  <a:gd name="connsiteX11" fmla="*/ 21254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9"/>
                    </a:moveTo>
                    <a:cubicBezTo>
                      <a:pt x="30196" y="4979"/>
                      <a:pt x="37445" y="12227"/>
                      <a:pt x="37445" y="21169"/>
                    </a:cubicBezTo>
                    <a:lnTo>
                      <a:pt x="37445" y="21169"/>
                    </a:lnTo>
                    <a:cubicBezTo>
                      <a:pt x="37445" y="30111"/>
                      <a:pt x="30196" y="37359"/>
                      <a:pt x="21254" y="37359"/>
                    </a:cubicBezTo>
                    <a:cubicBezTo>
                      <a:pt x="12313" y="37359"/>
                      <a:pt x="5064" y="30111"/>
                      <a:pt x="5064" y="21169"/>
                    </a:cubicBezTo>
                    <a:cubicBezTo>
                      <a:pt x="5064" y="12227"/>
                      <a:pt x="12313" y="4979"/>
                      <a:pt x="21254" y="4979"/>
                    </a:cubicBezTo>
                    <a:close/>
                    <a:moveTo>
                      <a:pt x="21254" y="179"/>
                    </a:moveTo>
                    <a:cubicBezTo>
                      <a:pt x="9662" y="179"/>
                      <a:pt x="264" y="9577"/>
                      <a:pt x="264" y="21169"/>
                    </a:cubicBezTo>
                    <a:cubicBezTo>
                      <a:pt x="264" y="32762"/>
                      <a:pt x="9662" y="42160"/>
                      <a:pt x="21254" y="42160"/>
                    </a:cubicBezTo>
                    <a:cubicBezTo>
                      <a:pt x="32847" y="42160"/>
                      <a:pt x="42245" y="32762"/>
                      <a:pt x="42245" y="21169"/>
                    </a:cubicBezTo>
                    <a:lnTo>
                      <a:pt x="42245" y="21169"/>
                    </a:lnTo>
                    <a:cubicBezTo>
                      <a:pt x="42245" y="9577"/>
                      <a:pt x="32847" y="179"/>
                      <a:pt x="21254"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79" name="Freeform: Shape 4178">
                <a:extLst>
                  <a:ext uri="{FF2B5EF4-FFF2-40B4-BE49-F238E27FC236}">
                    <a16:creationId xmlns:a16="http://schemas.microsoft.com/office/drawing/2014/main" id="{24F7F7D4-23AA-9207-4A1D-AAFFD235E08E}"/>
                  </a:ext>
                </a:extLst>
              </p:cNvPr>
              <p:cNvSpPr/>
              <p:nvPr/>
            </p:nvSpPr>
            <p:spPr>
              <a:xfrm>
                <a:off x="1764118" y="7913456"/>
                <a:ext cx="37180" cy="37180"/>
              </a:xfrm>
              <a:custGeom>
                <a:avLst/>
                <a:gdLst>
                  <a:gd name="connsiteX0" fmla="*/ 37441 w 37180"/>
                  <a:gd name="connsiteY0" fmla="*/ 18762 h 37180"/>
                  <a:gd name="connsiteX1" fmla="*/ 18851 w 37180"/>
                  <a:gd name="connsiteY1" fmla="*/ 37353 h 37180"/>
                  <a:gd name="connsiteX2" fmla="*/ 260 w 37180"/>
                  <a:gd name="connsiteY2" fmla="*/ 18762 h 37180"/>
                  <a:gd name="connsiteX3" fmla="*/ 18851 w 37180"/>
                  <a:gd name="connsiteY3" fmla="*/ 172 h 37180"/>
                  <a:gd name="connsiteX4" fmla="*/ 3744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2"/>
                    </a:moveTo>
                    <a:cubicBezTo>
                      <a:pt x="37441" y="29029"/>
                      <a:pt x="29118" y="37353"/>
                      <a:pt x="18851" y="37353"/>
                    </a:cubicBezTo>
                    <a:cubicBezTo>
                      <a:pt x="8584" y="37353"/>
                      <a:pt x="260" y="29029"/>
                      <a:pt x="260" y="18762"/>
                    </a:cubicBezTo>
                    <a:cubicBezTo>
                      <a:pt x="260" y="8495"/>
                      <a:pt x="8584" y="172"/>
                      <a:pt x="18851" y="172"/>
                    </a:cubicBezTo>
                    <a:cubicBezTo>
                      <a:pt x="29118" y="172"/>
                      <a:pt x="37441" y="8495"/>
                      <a:pt x="37441" y="18762"/>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0" name="Freeform: Shape 4179">
                <a:extLst>
                  <a:ext uri="{FF2B5EF4-FFF2-40B4-BE49-F238E27FC236}">
                    <a16:creationId xmlns:a16="http://schemas.microsoft.com/office/drawing/2014/main" id="{4342A57D-2AA6-5B9D-6D6B-C4BF012EA6ED}"/>
                  </a:ext>
                </a:extLst>
              </p:cNvPr>
              <p:cNvSpPr/>
              <p:nvPr/>
            </p:nvSpPr>
            <p:spPr>
              <a:xfrm>
                <a:off x="1761718" y="7911055"/>
                <a:ext cx="41981" cy="41981"/>
              </a:xfrm>
              <a:custGeom>
                <a:avLst/>
                <a:gdLst>
                  <a:gd name="connsiteX0" fmla="*/ 21251 w 41981"/>
                  <a:gd name="connsiteY0" fmla="*/ 4972 h 41981"/>
                  <a:gd name="connsiteX1" fmla="*/ 37441 w 41981"/>
                  <a:gd name="connsiteY1" fmla="*/ 21162 h 41981"/>
                  <a:gd name="connsiteX2" fmla="*/ 37441 w 41981"/>
                  <a:gd name="connsiteY2" fmla="*/ 21162 h 41981"/>
                  <a:gd name="connsiteX3" fmla="*/ 21251 w 41981"/>
                  <a:gd name="connsiteY3" fmla="*/ 37353 h 41981"/>
                  <a:gd name="connsiteX4" fmla="*/ 5061 w 41981"/>
                  <a:gd name="connsiteY4" fmla="*/ 21162 h 41981"/>
                  <a:gd name="connsiteX5" fmla="*/ 21251 w 41981"/>
                  <a:gd name="connsiteY5" fmla="*/ 4972 h 41981"/>
                  <a:gd name="connsiteX6" fmla="*/ 21251 w 41981"/>
                  <a:gd name="connsiteY6" fmla="*/ 172 h 41981"/>
                  <a:gd name="connsiteX7" fmla="*/ 260 w 41981"/>
                  <a:gd name="connsiteY7" fmla="*/ 21162 h 41981"/>
                  <a:gd name="connsiteX8" fmla="*/ 21251 w 41981"/>
                  <a:gd name="connsiteY8" fmla="*/ 42153 h 41981"/>
                  <a:gd name="connsiteX9" fmla="*/ 42242 w 41981"/>
                  <a:gd name="connsiteY9" fmla="*/ 21162 h 41981"/>
                  <a:gd name="connsiteX10" fmla="*/ 42242 w 41981"/>
                  <a:gd name="connsiteY10" fmla="*/ 21162 h 41981"/>
                  <a:gd name="connsiteX11" fmla="*/ 21251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2"/>
                    </a:moveTo>
                    <a:cubicBezTo>
                      <a:pt x="30193" y="4972"/>
                      <a:pt x="37441" y="12221"/>
                      <a:pt x="37441" y="21162"/>
                    </a:cubicBezTo>
                    <a:lnTo>
                      <a:pt x="37441" y="21162"/>
                    </a:lnTo>
                    <a:cubicBezTo>
                      <a:pt x="37441" y="30104"/>
                      <a:pt x="30193" y="37353"/>
                      <a:pt x="21251" y="37353"/>
                    </a:cubicBezTo>
                    <a:cubicBezTo>
                      <a:pt x="12309" y="37353"/>
                      <a:pt x="5061" y="30104"/>
                      <a:pt x="5061" y="21162"/>
                    </a:cubicBezTo>
                    <a:cubicBezTo>
                      <a:pt x="5061" y="12221"/>
                      <a:pt x="12309" y="4972"/>
                      <a:pt x="21251" y="4972"/>
                    </a:cubicBezTo>
                    <a:close/>
                    <a:moveTo>
                      <a:pt x="21251" y="172"/>
                    </a:moveTo>
                    <a:cubicBezTo>
                      <a:pt x="9658" y="172"/>
                      <a:pt x="260" y="9570"/>
                      <a:pt x="260" y="21162"/>
                    </a:cubicBezTo>
                    <a:cubicBezTo>
                      <a:pt x="260" y="32755"/>
                      <a:pt x="9658" y="42153"/>
                      <a:pt x="21251" y="42153"/>
                    </a:cubicBezTo>
                    <a:cubicBezTo>
                      <a:pt x="32844" y="42153"/>
                      <a:pt x="42242" y="32755"/>
                      <a:pt x="42242" y="21162"/>
                    </a:cubicBezTo>
                    <a:lnTo>
                      <a:pt x="42242" y="21162"/>
                    </a:lnTo>
                    <a:cubicBezTo>
                      <a:pt x="42242" y="9570"/>
                      <a:pt x="32844" y="172"/>
                      <a:pt x="21251"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1" name="Freeform: Shape 4180">
                <a:extLst>
                  <a:ext uri="{FF2B5EF4-FFF2-40B4-BE49-F238E27FC236}">
                    <a16:creationId xmlns:a16="http://schemas.microsoft.com/office/drawing/2014/main" id="{6AB04C16-60C0-8FC1-4DB6-F3F7A9D82AF5}"/>
                  </a:ext>
                </a:extLst>
              </p:cNvPr>
              <p:cNvSpPr/>
              <p:nvPr/>
            </p:nvSpPr>
            <p:spPr>
              <a:xfrm>
                <a:off x="1740542" y="7911693"/>
                <a:ext cx="37180" cy="37180"/>
              </a:xfrm>
              <a:custGeom>
                <a:avLst/>
                <a:gdLst>
                  <a:gd name="connsiteX0" fmla="*/ 37437 w 37180"/>
                  <a:gd name="connsiteY0" fmla="*/ 18762 h 37180"/>
                  <a:gd name="connsiteX1" fmla="*/ 18847 w 37180"/>
                  <a:gd name="connsiteY1" fmla="*/ 37352 h 37180"/>
                  <a:gd name="connsiteX2" fmla="*/ 256 w 37180"/>
                  <a:gd name="connsiteY2" fmla="*/ 18762 h 37180"/>
                  <a:gd name="connsiteX3" fmla="*/ 18847 w 37180"/>
                  <a:gd name="connsiteY3" fmla="*/ 172 h 37180"/>
                  <a:gd name="connsiteX4" fmla="*/ 3743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2"/>
                    </a:moveTo>
                    <a:cubicBezTo>
                      <a:pt x="37437" y="29029"/>
                      <a:pt x="29114" y="37352"/>
                      <a:pt x="18847" y="37352"/>
                    </a:cubicBezTo>
                    <a:cubicBezTo>
                      <a:pt x="8580" y="37352"/>
                      <a:pt x="256" y="29029"/>
                      <a:pt x="256" y="18762"/>
                    </a:cubicBezTo>
                    <a:cubicBezTo>
                      <a:pt x="256" y="8495"/>
                      <a:pt x="8580" y="172"/>
                      <a:pt x="18847" y="172"/>
                    </a:cubicBezTo>
                    <a:cubicBezTo>
                      <a:pt x="29114" y="172"/>
                      <a:pt x="37437" y="8495"/>
                      <a:pt x="37437" y="18762"/>
                    </a:cubicBezTo>
                    <a:close/>
                  </a:path>
                </a:pathLst>
              </a:custGeom>
              <a:solidFill>
                <a:srgbClr val="F7DB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2" name="Freeform: Shape 4181">
                <a:extLst>
                  <a:ext uri="{FF2B5EF4-FFF2-40B4-BE49-F238E27FC236}">
                    <a16:creationId xmlns:a16="http://schemas.microsoft.com/office/drawing/2014/main" id="{9E79ADA1-83DB-4A22-5867-343310BC8F20}"/>
                  </a:ext>
                </a:extLst>
              </p:cNvPr>
              <p:cNvSpPr/>
              <p:nvPr/>
            </p:nvSpPr>
            <p:spPr>
              <a:xfrm>
                <a:off x="1738142" y="7909293"/>
                <a:ext cx="41981" cy="41981"/>
              </a:xfrm>
              <a:custGeom>
                <a:avLst/>
                <a:gdLst>
                  <a:gd name="connsiteX0" fmla="*/ 21247 w 41981"/>
                  <a:gd name="connsiteY0" fmla="*/ 4972 h 41981"/>
                  <a:gd name="connsiteX1" fmla="*/ 37437 w 41981"/>
                  <a:gd name="connsiteY1" fmla="*/ 21162 h 41981"/>
                  <a:gd name="connsiteX2" fmla="*/ 37437 w 41981"/>
                  <a:gd name="connsiteY2" fmla="*/ 21162 h 41981"/>
                  <a:gd name="connsiteX3" fmla="*/ 21247 w 41981"/>
                  <a:gd name="connsiteY3" fmla="*/ 37352 h 41981"/>
                  <a:gd name="connsiteX4" fmla="*/ 5057 w 41981"/>
                  <a:gd name="connsiteY4" fmla="*/ 21162 h 41981"/>
                  <a:gd name="connsiteX5" fmla="*/ 21247 w 41981"/>
                  <a:gd name="connsiteY5" fmla="*/ 4972 h 41981"/>
                  <a:gd name="connsiteX6" fmla="*/ 21247 w 41981"/>
                  <a:gd name="connsiteY6" fmla="*/ 172 h 41981"/>
                  <a:gd name="connsiteX7" fmla="*/ 256 w 41981"/>
                  <a:gd name="connsiteY7" fmla="*/ 21162 h 41981"/>
                  <a:gd name="connsiteX8" fmla="*/ 21247 w 41981"/>
                  <a:gd name="connsiteY8" fmla="*/ 42153 h 41981"/>
                  <a:gd name="connsiteX9" fmla="*/ 42238 w 41981"/>
                  <a:gd name="connsiteY9" fmla="*/ 21162 h 41981"/>
                  <a:gd name="connsiteX10" fmla="*/ 42238 w 41981"/>
                  <a:gd name="connsiteY10" fmla="*/ 21162 h 41981"/>
                  <a:gd name="connsiteX11" fmla="*/ 21247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2"/>
                    </a:moveTo>
                    <a:cubicBezTo>
                      <a:pt x="30189" y="4972"/>
                      <a:pt x="37437" y="12220"/>
                      <a:pt x="37437" y="21162"/>
                    </a:cubicBezTo>
                    <a:lnTo>
                      <a:pt x="37437" y="21162"/>
                    </a:lnTo>
                    <a:cubicBezTo>
                      <a:pt x="37437" y="30104"/>
                      <a:pt x="30189" y="37352"/>
                      <a:pt x="21247" y="37352"/>
                    </a:cubicBezTo>
                    <a:cubicBezTo>
                      <a:pt x="12305" y="37352"/>
                      <a:pt x="5057" y="30104"/>
                      <a:pt x="5057" y="21162"/>
                    </a:cubicBezTo>
                    <a:cubicBezTo>
                      <a:pt x="5057" y="12220"/>
                      <a:pt x="12305" y="4972"/>
                      <a:pt x="21247" y="4972"/>
                    </a:cubicBezTo>
                    <a:close/>
                    <a:moveTo>
                      <a:pt x="21247" y="172"/>
                    </a:moveTo>
                    <a:cubicBezTo>
                      <a:pt x="9654" y="172"/>
                      <a:pt x="256" y="9570"/>
                      <a:pt x="256" y="21162"/>
                    </a:cubicBezTo>
                    <a:cubicBezTo>
                      <a:pt x="256" y="32755"/>
                      <a:pt x="9654" y="42153"/>
                      <a:pt x="21247" y="42153"/>
                    </a:cubicBezTo>
                    <a:cubicBezTo>
                      <a:pt x="32840" y="42153"/>
                      <a:pt x="42238" y="32755"/>
                      <a:pt x="42238" y="21162"/>
                    </a:cubicBezTo>
                    <a:lnTo>
                      <a:pt x="42238" y="21162"/>
                    </a:lnTo>
                    <a:cubicBezTo>
                      <a:pt x="42238" y="9570"/>
                      <a:pt x="32840" y="172"/>
                      <a:pt x="21247"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3" name="Freeform: Shape 4182">
                <a:extLst>
                  <a:ext uri="{FF2B5EF4-FFF2-40B4-BE49-F238E27FC236}">
                    <a16:creationId xmlns:a16="http://schemas.microsoft.com/office/drawing/2014/main" id="{D4199F7C-0A5B-C755-1FD4-37F6C405A42E}"/>
                  </a:ext>
                </a:extLst>
              </p:cNvPr>
              <p:cNvSpPr/>
              <p:nvPr/>
            </p:nvSpPr>
            <p:spPr>
              <a:xfrm>
                <a:off x="1767326" y="7953367"/>
                <a:ext cx="37180" cy="37180"/>
              </a:xfrm>
              <a:custGeom>
                <a:avLst/>
                <a:gdLst>
                  <a:gd name="connsiteX0" fmla="*/ 37442 w 37180"/>
                  <a:gd name="connsiteY0" fmla="*/ 18769 h 37180"/>
                  <a:gd name="connsiteX1" fmla="*/ 18851 w 37180"/>
                  <a:gd name="connsiteY1" fmla="*/ 37360 h 37180"/>
                  <a:gd name="connsiteX2" fmla="*/ 261 w 37180"/>
                  <a:gd name="connsiteY2" fmla="*/ 18769 h 37180"/>
                  <a:gd name="connsiteX3" fmla="*/ 18851 w 37180"/>
                  <a:gd name="connsiteY3" fmla="*/ 179 h 37180"/>
                  <a:gd name="connsiteX4" fmla="*/ 37442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9"/>
                    </a:moveTo>
                    <a:cubicBezTo>
                      <a:pt x="37442" y="29036"/>
                      <a:pt x="29119" y="37360"/>
                      <a:pt x="18851" y="37360"/>
                    </a:cubicBezTo>
                    <a:cubicBezTo>
                      <a:pt x="8584" y="37360"/>
                      <a:pt x="261" y="29036"/>
                      <a:pt x="261" y="18769"/>
                    </a:cubicBezTo>
                    <a:cubicBezTo>
                      <a:pt x="261" y="8502"/>
                      <a:pt x="8584" y="179"/>
                      <a:pt x="18851" y="179"/>
                    </a:cubicBezTo>
                    <a:cubicBezTo>
                      <a:pt x="29119" y="179"/>
                      <a:pt x="37442" y="8502"/>
                      <a:pt x="37442" y="18769"/>
                    </a:cubicBezTo>
                    <a:close/>
                  </a:path>
                </a:pathLst>
              </a:custGeom>
              <a:solidFill>
                <a:srgbClr val="F7E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4" name="Freeform: Shape 4183">
                <a:extLst>
                  <a:ext uri="{FF2B5EF4-FFF2-40B4-BE49-F238E27FC236}">
                    <a16:creationId xmlns:a16="http://schemas.microsoft.com/office/drawing/2014/main" id="{3F7E2AFB-533B-2A91-8769-9D2E70216146}"/>
                  </a:ext>
                </a:extLst>
              </p:cNvPr>
              <p:cNvSpPr/>
              <p:nvPr/>
            </p:nvSpPr>
            <p:spPr>
              <a:xfrm>
                <a:off x="1764926" y="7950966"/>
                <a:ext cx="41981" cy="41981"/>
              </a:xfrm>
              <a:custGeom>
                <a:avLst/>
                <a:gdLst>
                  <a:gd name="connsiteX0" fmla="*/ 21252 w 41981"/>
                  <a:gd name="connsiteY0" fmla="*/ 4979 h 41981"/>
                  <a:gd name="connsiteX1" fmla="*/ 37442 w 41981"/>
                  <a:gd name="connsiteY1" fmla="*/ 21169 h 41981"/>
                  <a:gd name="connsiteX2" fmla="*/ 37442 w 41981"/>
                  <a:gd name="connsiteY2" fmla="*/ 21169 h 41981"/>
                  <a:gd name="connsiteX3" fmla="*/ 21252 w 41981"/>
                  <a:gd name="connsiteY3" fmla="*/ 37360 h 41981"/>
                  <a:gd name="connsiteX4" fmla="*/ 5061 w 41981"/>
                  <a:gd name="connsiteY4" fmla="*/ 21169 h 41981"/>
                  <a:gd name="connsiteX5" fmla="*/ 21252 w 41981"/>
                  <a:gd name="connsiteY5" fmla="*/ 4979 h 41981"/>
                  <a:gd name="connsiteX6" fmla="*/ 21252 w 41981"/>
                  <a:gd name="connsiteY6" fmla="*/ 179 h 41981"/>
                  <a:gd name="connsiteX7" fmla="*/ 261 w 41981"/>
                  <a:gd name="connsiteY7" fmla="*/ 21169 h 41981"/>
                  <a:gd name="connsiteX8" fmla="*/ 21252 w 41981"/>
                  <a:gd name="connsiteY8" fmla="*/ 42160 h 41981"/>
                  <a:gd name="connsiteX9" fmla="*/ 42242 w 41981"/>
                  <a:gd name="connsiteY9" fmla="*/ 21169 h 41981"/>
                  <a:gd name="connsiteX10" fmla="*/ 42242 w 41981"/>
                  <a:gd name="connsiteY10" fmla="*/ 21169 h 41981"/>
                  <a:gd name="connsiteX11" fmla="*/ 21252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9"/>
                    </a:moveTo>
                    <a:cubicBezTo>
                      <a:pt x="30193" y="4979"/>
                      <a:pt x="37442" y="12228"/>
                      <a:pt x="37442" y="21169"/>
                    </a:cubicBezTo>
                    <a:lnTo>
                      <a:pt x="37442" y="21169"/>
                    </a:lnTo>
                    <a:cubicBezTo>
                      <a:pt x="37442" y="30111"/>
                      <a:pt x="30193" y="37360"/>
                      <a:pt x="21252" y="37360"/>
                    </a:cubicBezTo>
                    <a:cubicBezTo>
                      <a:pt x="12310" y="37360"/>
                      <a:pt x="5061" y="30111"/>
                      <a:pt x="5061" y="21169"/>
                    </a:cubicBezTo>
                    <a:cubicBezTo>
                      <a:pt x="5061" y="12228"/>
                      <a:pt x="12310" y="4979"/>
                      <a:pt x="21252" y="4979"/>
                    </a:cubicBezTo>
                    <a:close/>
                    <a:moveTo>
                      <a:pt x="21252" y="179"/>
                    </a:moveTo>
                    <a:cubicBezTo>
                      <a:pt x="9659" y="179"/>
                      <a:pt x="261" y="9577"/>
                      <a:pt x="261" y="21169"/>
                    </a:cubicBezTo>
                    <a:cubicBezTo>
                      <a:pt x="261" y="32762"/>
                      <a:pt x="9659" y="42160"/>
                      <a:pt x="21252" y="42160"/>
                    </a:cubicBezTo>
                    <a:cubicBezTo>
                      <a:pt x="32844" y="42160"/>
                      <a:pt x="42242" y="32762"/>
                      <a:pt x="42242" y="21169"/>
                    </a:cubicBezTo>
                    <a:lnTo>
                      <a:pt x="42242" y="21169"/>
                    </a:lnTo>
                    <a:cubicBezTo>
                      <a:pt x="42242" y="9577"/>
                      <a:pt x="32844" y="179"/>
                      <a:pt x="21252"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5" name="Freeform: Shape 4184">
                <a:extLst>
                  <a:ext uri="{FF2B5EF4-FFF2-40B4-BE49-F238E27FC236}">
                    <a16:creationId xmlns:a16="http://schemas.microsoft.com/office/drawing/2014/main" id="{0495BB57-0477-DCBF-E386-C0E150ED8676}"/>
                  </a:ext>
                </a:extLst>
              </p:cNvPr>
              <p:cNvSpPr/>
              <p:nvPr/>
            </p:nvSpPr>
            <p:spPr>
              <a:xfrm>
                <a:off x="1794992" y="7969437"/>
                <a:ext cx="37180" cy="37180"/>
              </a:xfrm>
              <a:custGeom>
                <a:avLst/>
                <a:gdLst>
                  <a:gd name="connsiteX0" fmla="*/ 37447 w 37180"/>
                  <a:gd name="connsiteY0" fmla="*/ 18772 h 37180"/>
                  <a:gd name="connsiteX1" fmla="*/ 18856 w 37180"/>
                  <a:gd name="connsiteY1" fmla="*/ 37362 h 37180"/>
                  <a:gd name="connsiteX2" fmla="*/ 266 w 37180"/>
                  <a:gd name="connsiteY2" fmla="*/ 18772 h 37180"/>
                  <a:gd name="connsiteX3" fmla="*/ 18856 w 37180"/>
                  <a:gd name="connsiteY3" fmla="*/ 182 h 37180"/>
                  <a:gd name="connsiteX4" fmla="*/ 37447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2"/>
                    </a:moveTo>
                    <a:cubicBezTo>
                      <a:pt x="37447" y="29039"/>
                      <a:pt x="29123" y="37362"/>
                      <a:pt x="18856" y="37362"/>
                    </a:cubicBezTo>
                    <a:cubicBezTo>
                      <a:pt x="8589" y="37362"/>
                      <a:pt x="266" y="29039"/>
                      <a:pt x="266" y="18772"/>
                    </a:cubicBezTo>
                    <a:cubicBezTo>
                      <a:pt x="266" y="8505"/>
                      <a:pt x="8589" y="182"/>
                      <a:pt x="18856" y="182"/>
                    </a:cubicBezTo>
                    <a:cubicBezTo>
                      <a:pt x="29123" y="182"/>
                      <a:pt x="37447" y="8505"/>
                      <a:pt x="37447" y="18772"/>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6" name="Freeform: Shape 4185">
                <a:extLst>
                  <a:ext uri="{FF2B5EF4-FFF2-40B4-BE49-F238E27FC236}">
                    <a16:creationId xmlns:a16="http://schemas.microsoft.com/office/drawing/2014/main" id="{D09793FB-8707-2794-CB3A-D030BDFF7C8C}"/>
                  </a:ext>
                </a:extLst>
              </p:cNvPr>
              <p:cNvSpPr/>
              <p:nvPr/>
            </p:nvSpPr>
            <p:spPr>
              <a:xfrm>
                <a:off x="1792591" y="7967037"/>
                <a:ext cx="41981" cy="41981"/>
              </a:xfrm>
              <a:custGeom>
                <a:avLst/>
                <a:gdLst>
                  <a:gd name="connsiteX0" fmla="*/ 21256 w 41981"/>
                  <a:gd name="connsiteY0" fmla="*/ 4982 h 41981"/>
                  <a:gd name="connsiteX1" fmla="*/ 37447 w 41981"/>
                  <a:gd name="connsiteY1" fmla="*/ 21172 h 41981"/>
                  <a:gd name="connsiteX2" fmla="*/ 37447 w 41981"/>
                  <a:gd name="connsiteY2" fmla="*/ 21172 h 41981"/>
                  <a:gd name="connsiteX3" fmla="*/ 21256 w 41981"/>
                  <a:gd name="connsiteY3" fmla="*/ 37362 h 41981"/>
                  <a:gd name="connsiteX4" fmla="*/ 5066 w 41981"/>
                  <a:gd name="connsiteY4" fmla="*/ 21172 h 41981"/>
                  <a:gd name="connsiteX5" fmla="*/ 21256 w 41981"/>
                  <a:gd name="connsiteY5" fmla="*/ 4982 h 41981"/>
                  <a:gd name="connsiteX6" fmla="*/ 21256 w 41981"/>
                  <a:gd name="connsiteY6" fmla="*/ 182 h 41981"/>
                  <a:gd name="connsiteX7" fmla="*/ 266 w 41981"/>
                  <a:gd name="connsiteY7" fmla="*/ 21172 h 41981"/>
                  <a:gd name="connsiteX8" fmla="*/ 21256 w 41981"/>
                  <a:gd name="connsiteY8" fmla="*/ 42163 h 41981"/>
                  <a:gd name="connsiteX9" fmla="*/ 42247 w 41981"/>
                  <a:gd name="connsiteY9" fmla="*/ 21172 h 41981"/>
                  <a:gd name="connsiteX10" fmla="*/ 42247 w 41981"/>
                  <a:gd name="connsiteY10" fmla="*/ 21172 h 41981"/>
                  <a:gd name="connsiteX11" fmla="*/ 2125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2"/>
                    </a:moveTo>
                    <a:cubicBezTo>
                      <a:pt x="30198" y="4982"/>
                      <a:pt x="37447" y="12230"/>
                      <a:pt x="37447" y="21172"/>
                    </a:cubicBezTo>
                    <a:lnTo>
                      <a:pt x="37447" y="21172"/>
                    </a:lnTo>
                    <a:cubicBezTo>
                      <a:pt x="37447" y="30114"/>
                      <a:pt x="30198" y="37362"/>
                      <a:pt x="21256" y="37362"/>
                    </a:cubicBezTo>
                    <a:cubicBezTo>
                      <a:pt x="12315" y="37362"/>
                      <a:pt x="5066" y="30114"/>
                      <a:pt x="5066" y="21172"/>
                    </a:cubicBezTo>
                    <a:cubicBezTo>
                      <a:pt x="5066" y="12230"/>
                      <a:pt x="12315" y="4982"/>
                      <a:pt x="21256" y="4982"/>
                    </a:cubicBezTo>
                    <a:close/>
                    <a:moveTo>
                      <a:pt x="21256" y="182"/>
                    </a:moveTo>
                    <a:cubicBezTo>
                      <a:pt x="9664" y="182"/>
                      <a:pt x="266" y="9580"/>
                      <a:pt x="266" y="21172"/>
                    </a:cubicBezTo>
                    <a:cubicBezTo>
                      <a:pt x="266" y="32765"/>
                      <a:pt x="9664" y="42163"/>
                      <a:pt x="21256" y="42163"/>
                    </a:cubicBezTo>
                    <a:cubicBezTo>
                      <a:pt x="32849" y="42163"/>
                      <a:pt x="42247" y="32765"/>
                      <a:pt x="42247" y="21172"/>
                    </a:cubicBezTo>
                    <a:lnTo>
                      <a:pt x="42247" y="21172"/>
                    </a:lnTo>
                    <a:cubicBezTo>
                      <a:pt x="42247" y="9580"/>
                      <a:pt x="32849" y="182"/>
                      <a:pt x="21256"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7" name="Freeform: Shape 4186">
                <a:extLst>
                  <a:ext uri="{FF2B5EF4-FFF2-40B4-BE49-F238E27FC236}">
                    <a16:creationId xmlns:a16="http://schemas.microsoft.com/office/drawing/2014/main" id="{8A6A788A-BECC-2AB9-6CA4-E8AC1D61E688}"/>
                  </a:ext>
                </a:extLst>
              </p:cNvPr>
              <p:cNvSpPr/>
              <p:nvPr/>
            </p:nvSpPr>
            <p:spPr>
              <a:xfrm>
                <a:off x="1746164" y="7974471"/>
                <a:ext cx="37180" cy="37180"/>
              </a:xfrm>
              <a:custGeom>
                <a:avLst/>
                <a:gdLst>
                  <a:gd name="connsiteX0" fmla="*/ 37438 w 37180"/>
                  <a:gd name="connsiteY0" fmla="*/ 18773 h 37180"/>
                  <a:gd name="connsiteX1" fmla="*/ 18848 w 37180"/>
                  <a:gd name="connsiteY1" fmla="*/ 37363 h 37180"/>
                  <a:gd name="connsiteX2" fmla="*/ 257 w 37180"/>
                  <a:gd name="connsiteY2" fmla="*/ 18773 h 37180"/>
                  <a:gd name="connsiteX3" fmla="*/ 18848 w 37180"/>
                  <a:gd name="connsiteY3" fmla="*/ 182 h 37180"/>
                  <a:gd name="connsiteX4" fmla="*/ 3743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3"/>
                    </a:moveTo>
                    <a:cubicBezTo>
                      <a:pt x="37438" y="29040"/>
                      <a:pt x="29115" y="37363"/>
                      <a:pt x="18848" y="37363"/>
                    </a:cubicBezTo>
                    <a:cubicBezTo>
                      <a:pt x="8581" y="37363"/>
                      <a:pt x="257" y="29040"/>
                      <a:pt x="257" y="18773"/>
                    </a:cubicBezTo>
                    <a:cubicBezTo>
                      <a:pt x="257" y="8506"/>
                      <a:pt x="8581" y="182"/>
                      <a:pt x="18848" y="182"/>
                    </a:cubicBezTo>
                    <a:cubicBezTo>
                      <a:pt x="29115" y="182"/>
                      <a:pt x="37438" y="8506"/>
                      <a:pt x="37438" y="18773"/>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8" name="Freeform: Shape 4187">
                <a:extLst>
                  <a:ext uri="{FF2B5EF4-FFF2-40B4-BE49-F238E27FC236}">
                    <a16:creationId xmlns:a16="http://schemas.microsoft.com/office/drawing/2014/main" id="{41DAB069-F8E3-0093-93DB-44AF587C69AD}"/>
                  </a:ext>
                </a:extLst>
              </p:cNvPr>
              <p:cNvSpPr/>
              <p:nvPr/>
            </p:nvSpPr>
            <p:spPr>
              <a:xfrm>
                <a:off x="1743764" y="7972071"/>
                <a:ext cx="41981" cy="41981"/>
              </a:xfrm>
              <a:custGeom>
                <a:avLst/>
                <a:gdLst>
                  <a:gd name="connsiteX0" fmla="*/ 21248 w 41981"/>
                  <a:gd name="connsiteY0" fmla="*/ 4983 h 41981"/>
                  <a:gd name="connsiteX1" fmla="*/ 37438 w 41981"/>
                  <a:gd name="connsiteY1" fmla="*/ 21173 h 41981"/>
                  <a:gd name="connsiteX2" fmla="*/ 37438 w 41981"/>
                  <a:gd name="connsiteY2" fmla="*/ 21173 h 41981"/>
                  <a:gd name="connsiteX3" fmla="*/ 21248 w 41981"/>
                  <a:gd name="connsiteY3" fmla="*/ 37363 h 41981"/>
                  <a:gd name="connsiteX4" fmla="*/ 5058 w 41981"/>
                  <a:gd name="connsiteY4" fmla="*/ 21173 h 41981"/>
                  <a:gd name="connsiteX5" fmla="*/ 21248 w 41981"/>
                  <a:gd name="connsiteY5" fmla="*/ 4983 h 41981"/>
                  <a:gd name="connsiteX6" fmla="*/ 21248 w 41981"/>
                  <a:gd name="connsiteY6" fmla="*/ 182 h 41981"/>
                  <a:gd name="connsiteX7" fmla="*/ 257 w 41981"/>
                  <a:gd name="connsiteY7" fmla="*/ 21173 h 41981"/>
                  <a:gd name="connsiteX8" fmla="*/ 21248 w 41981"/>
                  <a:gd name="connsiteY8" fmla="*/ 42164 h 41981"/>
                  <a:gd name="connsiteX9" fmla="*/ 42239 w 41981"/>
                  <a:gd name="connsiteY9" fmla="*/ 21173 h 41981"/>
                  <a:gd name="connsiteX10" fmla="*/ 42239 w 41981"/>
                  <a:gd name="connsiteY10" fmla="*/ 21173 h 41981"/>
                  <a:gd name="connsiteX11" fmla="*/ 21248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3"/>
                    </a:moveTo>
                    <a:cubicBezTo>
                      <a:pt x="30190" y="4983"/>
                      <a:pt x="37438" y="12231"/>
                      <a:pt x="37438" y="21173"/>
                    </a:cubicBezTo>
                    <a:lnTo>
                      <a:pt x="37438" y="21173"/>
                    </a:lnTo>
                    <a:cubicBezTo>
                      <a:pt x="37438" y="30115"/>
                      <a:pt x="30190" y="37363"/>
                      <a:pt x="21248" y="37363"/>
                    </a:cubicBezTo>
                    <a:cubicBezTo>
                      <a:pt x="12306" y="37363"/>
                      <a:pt x="5058" y="30115"/>
                      <a:pt x="5058" y="21173"/>
                    </a:cubicBezTo>
                    <a:cubicBezTo>
                      <a:pt x="5058" y="12231"/>
                      <a:pt x="12306" y="4983"/>
                      <a:pt x="21248" y="4983"/>
                    </a:cubicBezTo>
                    <a:close/>
                    <a:moveTo>
                      <a:pt x="21248" y="182"/>
                    </a:moveTo>
                    <a:cubicBezTo>
                      <a:pt x="9655" y="182"/>
                      <a:pt x="257" y="9580"/>
                      <a:pt x="257" y="21173"/>
                    </a:cubicBezTo>
                    <a:cubicBezTo>
                      <a:pt x="257" y="32766"/>
                      <a:pt x="9655" y="42164"/>
                      <a:pt x="21248" y="42164"/>
                    </a:cubicBezTo>
                    <a:cubicBezTo>
                      <a:pt x="32841" y="42164"/>
                      <a:pt x="42239" y="32766"/>
                      <a:pt x="42239" y="21173"/>
                    </a:cubicBezTo>
                    <a:lnTo>
                      <a:pt x="42239" y="21173"/>
                    </a:lnTo>
                    <a:cubicBezTo>
                      <a:pt x="42239" y="9580"/>
                      <a:pt x="32841" y="182"/>
                      <a:pt x="21248"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89" name="Freeform: Shape 4188">
                <a:extLst>
                  <a:ext uri="{FF2B5EF4-FFF2-40B4-BE49-F238E27FC236}">
                    <a16:creationId xmlns:a16="http://schemas.microsoft.com/office/drawing/2014/main" id="{F37B5D37-47C1-4A3C-1DBB-8744F873E113}"/>
                  </a:ext>
                </a:extLst>
              </p:cNvPr>
              <p:cNvSpPr/>
              <p:nvPr/>
            </p:nvSpPr>
            <p:spPr>
              <a:xfrm>
                <a:off x="1779946" y="7962398"/>
                <a:ext cx="37180" cy="37180"/>
              </a:xfrm>
              <a:custGeom>
                <a:avLst/>
                <a:gdLst>
                  <a:gd name="connsiteX0" fmla="*/ 37444 w 37180"/>
                  <a:gd name="connsiteY0" fmla="*/ 18771 h 37180"/>
                  <a:gd name="connsiteX1" fmla="*/ 18854 w 37180"/>
                  <a:gd name="connsiteY1" fmla="*/ 37361 h 37180"/>
                  <a:gd name="connsiteX2" fmla="*/ 263 w 37180"/>
                  <a:gd name="connsiteY2" fmla="*/ 18771 h 37180"/>
                  <a:gd name="connsiteX3" fmla="*/ 18854 w 37180"/>
                  <a:gd name="connsiteY3" fmla="*/ 180 h 37180"/>
                  <a:gd name="connsiteX4" fmla="*/ 37444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1"/>
                    </a:moveTo>
                    <a:cubicBezTo>
                      <a:pt x="37444" y="29038"/>
                      <a:pt x="29121" y="37361"/>
                      <a:pt x="18854" y="37361"/>
                    </a:cubicBezTo>
                    <a:cubicBezTo>
                      <a:pt x="8586" y="37361"/>
                      <a:pt x="263" y="29038"/>
                      <a:pt x="263" y="18771"/>
                    </a:cubicBezTo>
                    <a:cubicBezTo>
                      <a:pt x="263" y="8504"/>
                      <a:pt x="8586" y="180"/>
                      <a:pt x="18854" y="180"/>
                    </a:cubicBezTo>
                    <a:cubicBezTo>
                      <a:pt x="29121" y="180"/>
                      <a:pt x="37444" y="8504"/>
                      <a:pt x="37444" y="18771"/>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0" name="Freeform: Shape 4189">
                <a:extLst>
                  <a:ext uri="{FF2B5EF4-FFF2-40B4-BE49-F238E27FC236}">
                    <a16:creationId xmlns:a16="http://schemas.microsoft.com/office/drawing/2014/main" id="{7A2EE594-CB57-8B14-E326-D0B340440DA1}"/>
                  </a:ext>
                </a:extLst>
              </p:cNvPr>
              <p:cNvSpPr/>
              <p:nvPr/>
            </p:nvSpPr>
            <p:spPr>
              <a:xfrm>
                <a:off x="1777546" y="7959998"/>
                <a:ext cx="41981" cy="41981"/>
              </a:xfrm>
              <a:custGeom>
                <a:avLst/>
                <a:gdLst>
                  <a:gd name="connsiteX0" fmla="*/ 21254 w 41981"/>
                  <a:gd name="connsiteY0" fmla="*/ 4981 h 41981"/>
                  <a:gd name="connsiteX1" fmla="*/ 37444 w 41981"/>
                  <a:gd name="connsiteY1" fmla="*/ 21171 h 41981"/>
                  <a:gd name="connsiteX2" fmla="*/ 37444 w 41981"/>
                  <a:gd name="connsiteY2" fmla="*/ 21171 h 41981"/>
                  <a:gd name="connsiteX3" fmla="*/ 21254 w 41981"/>
                  <a:gd name="connsiteY3" fmla="*/ 37361 h 41981"/>
                  <a:gd name="connsiteX4" fmla="*/ 5064 w 41981"/>
                  <a:gd name="connsiteY4" fmla="*/ 21171 h 41981"/>
                  <a:gd name="connsiteX5" fmla="*/ 21254 w 41981"/>
                  <a:gd name="connsiteY5" fmla="*/ 4981 h 41981"/>
                  <a:gd name="connsiteX6" fmla="*/ 21254 w 41981"/>
                  <a:gd name="connsiteY6" fmla="*/ 180 h 41981"/>
                  <a:gd name="connsiteX7" fmla="*/ 263 w 41981"/>
                  <a:gd name="connsiteY7" fmla="*/ 21171 h 41981"/>
                  <a:gd name="connsiteX8" fmla="*/ 21254 w 41981"/>
                  <a:gd name="connsiteY8" fmla="*/ 42162 h 41981"/>
                  <a:gd name="connsiteX9" fmla="*/ 42244 w 41981"/>
                  <a:gd name="connsiteY9" fmla="*/ 21171 h 41981"/>
                  <a:gd name="connsiteX10" fmla="*/ 42244 w 41981"/>
                  <a:gd name="connsiteY10" fmla="*/ 21171 h 41981"/>
                  <a:gd name="connsiteX11" fmla="*/ 21254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1"/>
                    </a:moveTo>
                    <a:cubicBezTo>
                      <a:pt x="30196" y="4981"/>
                      <a:pt x="37444" y="12229"/>
                      <a:pt x="37444" y="21171"/>
                    </a:cubicBezTo>
                    <a:lnTo>
                      <a:pt x="37444" y="21171"/>
                    </a:lnTo>
                    <a:cubicBezTo>
                      <a:pt x="37444" y="30113"/>
                      <a:pt x="30196" y="37361"/>
                      <a:pt x="21254" y="37361"/>
                    </a:cubicBezTo>
                    <a:cubicBezTo>
                      <a:pt x="12312" y="37361"/>
                      <a:pt x="5064" y="30113"/>
                      <a:pt x="5064" y="21171"/>
                    </a:cubicBezTo>
                    <a:cubicBezTo>
                      <a:pt x="5064" y="12229"/>
                      <a:pt x="12312" y="4981"/>
                      <a:pt x="21254" y="4981"/>
                    </a:cubicBezTo>
                    <a:close/>
                    <a:moveTo>
                      <a:pt x="21254" y="180"/>
                    </a:moveTo>
                    <a:cubicBezTo>
                      <a:pt x="9661" y="180"/>
                      <a:pt x="263" y="9578"/>
                      <a:pt x="263" y="21171"/>
                    </a:cubicBezTo>
                    <a:cubicBezTo>
                      <a:pt x="263" y="32764"/>
                      <a:pt x="9661" y="42162"/>
                      <a:pt x="21254" y="42162"/>
                    </a:cubicBezTo>
                    <a:cubicBezTo>
                      <a:pt x="32846" y="42162"/>
                      <a:pt x="42244" y="32764"/>
                      <a:pt x="42244" y="21171"/>
                    </a:cubicBezTo>
                    <a:lnTo>
                      <a:pt x="42244" y="21171"/>
                    </a:lnTo>
                    <a:cubicBezTo>
                      <a:pt x="42244" y="9578"/>
                      <a:pt x="32846" y="180"/>
                      <a:pt x="21254"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1" name="Freeform: Shape 4190">
                <a:extLst>
                  <a:ext uri="{FF2B5EF4-FFF2-40B4-BE49-F238E27FC236}">
                    <a16:creationId xmlns:a16="http://schemas.microsoft.com/office/drawing/2014/main" id="{7B8CA1D7-C596-2B95-7BC2-033F8F982026}"/>
                  </a:ext>
                </a:extLst>
              </p:cNvPr>
              <p:cNvSpPr/>
              <p:nvPr/>
            </p:nvSpPr>
            <p:spPr>
              <a:xfrm>
                <a:off x="1748088" y="7962007"/>
                <a:ext cx="37180" cy="37180"/>
              </a:xfrm>
              <a:custGeom>
                <a:avLst/>
                <a:gdLst>
                  <a:gd name="connsiteX0" fmla="*/ 37438 w 37180"/>
                  <a:gd name="connsiteY0" fmla="*/ 18771 h 37180"/>
                  <a:gd name="connsiteX1" fmla="*/ 18848 w 37180"/>
                  <a:gd name="connsiteY1" fmla="*/ 37361 h 37180"/>
                  <a:gd name="connsiteX2" fmla="*/ 258 w 37180"/>
                  <a:gd name="connsiteY2" fmla="*/ 18771 h 37180"/>
                  <a:gd name="connsiteX3" fmla="*/ 18848 w 37180"/>
                  <a:gd name="connsiteY3" fmla="*/ 180 h 37180"/>
                  <a:gd name="connsiteX4" fmla="*/ 3743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1"/>
                    </a:moveTo>
                    <a:cubicBezTo>
                      <a:pt x="37438" y="29038"/>
                      <a:pt x="29115" y="37361"/>
                      <a:pt x="18848" y="37361"/>
                    </a:cubicBezTo>
                    <a:cubicBezTo>
                      <a:pt x="8581" y="37361"/>
                      <a:pt x="258" y="29038"/>
                      <a:pt x="258" y="18771"/>
                    </a:cubicBezTo>
                    <a:cubicBezTo>
                      <a:pt x="258" y="8503"/>
                      <a:pt x="8581" y="180"/>
                      <a:pt x="18848" y="180"/>
                    </a:cubicBezTo>
                    <a:cubicBezTo>
                      <a:pt x="29115" y="180"/>
                      <a:pt x="37438" y="8503"/>
                      <a:pt x="37438" y="18771"/>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2" name="Freeform: Shape 4191">
                <a:extLst>
                  <a:ext uri="{FF2B5EF4-FFF2-40B4-BE49-F238E27FC236}">
                    <a16:creationId xmlns:a16="http://schemas.microsoft.com/office/drawing/2014/main" id="{0371A09B-B53F-B153-F4D3-EFBB5D1FFD02}"/>
                  </a:ext>
                </a:extLst>
              </p:cNvPr>
              <p:cNvSpPr/>
              <p:nvPr/>
            </p:nvSpPr>
            <p:spPr>
              <a:xfrm>
                <a:off x="1745688" y="7959606"/>
                <a:ext cx="41981" cy="41981"/>
              </a:xfrm>
              <a:custGeom>
                <a:avLst/>
                <a:gdLst>
                  <a:gd name="connsiteX0" fmla="*/ 21248 w 41981"/>
                  <a:gd name="connsiteY0" fmla="*/ 4981 h 41981"/>
                  <a:gd name="connsiteX1" fmla="*/ 37438 w 41981"/>
                  <a:gd name="connsiteY1" fmla="*/ 21171 h 41981"/>
                  <a:gd name="connsiteX2" fmla="*/ 37438 w 41981"/>
                  <a:gd name="connsiteY2" fmla="*/ 21171 h 41981"/>
                  <a:gd name="connsiteX3" fmla="*/ 21248 w 41981"/>
                  <a:gd name="connsiteY3" fmla="*/ 37361 h 41981"/>
                  <a:gd name="connsiteX4" fmla="*/ 5058 w 41981"/>
                  <a:gd name="connsiteY4" fmla="*/ 21171 h 41981"/>
                  <a:gd name="connsiteX5" fmla="*/ 21248 w 41981"/>
                  <a:gd name="connsiteY5" fmla="*/ 4981 h 41981"/>
                  <a:gd name="connsiteX6" fmla="*/ 21248 w 41981"/>
                  <a:gd name="connsiteY6" fmla="*/ 180 h 41981"/>
                  <a:gd name="connsiteX7" fmla="*/ 258 w 41981"/>
                  <a:gd name="connsiteY7" fmla="*/ 21171 h 41981"/>
                  <a:gd name="connsiteX8" fmla="*/ 21248 w 41981"/>
                  <a:gd name="connsiteY8" fmla="*/ 42161 h 41981"/>
                  <a:gd name="connsiteX9" fmla="*/ 42239 w 41981"/>
                  <a:gd name="connsiteY9" fmla="*/ 21171 h 41981"/>
                  <a:gd name="connsiteX10" fmla="*/ 42239 w 41981"/>
                  <a:gd name="connsiteY10" fmla="*/ 21171 h 41981"/>
                  <a:gd name="connsiteX11" fmla="*/ 2124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1"/>
                    </a:moveTo>
                    <a:cubicBezTo>
                      <a:pt x="30190" y="4981"/>
                      <a:pt x="37438" y="12229"/>
                      <a:pt x="37438" y="21171"/>
                    </a:cubicBezTo>
                    <a:lnTo>
                      <a:pt x="37438" y="21171"/>
                    </a:lnTo>
                    <a:cubicBezTo>
                      <a:pt x="37438" y="30113"/>
                      <a:pt x="30190" y="37361"/>
                      <a:pt x="21248" y="37361"/>
                    </a:cubicBezTo>
                    <a:cubicBezTo>
                      <a:pt x="12306" y="37361"/>
                      <a:pt x="5058" y="30113"/>
                      <a:pt x="5058" y="21171"/>
                    </a:cubicBezTo>
                    <a:cubicBezTo>
                      <a:pt x="5058" y="12229"/>
                      <a:pt x="12306" y="4981"/>
                      <a:pt x="21248" y="4981"/>
                    </a:cubicBezTo>
                    <a:close/>
                    <a:moveTo>
                      <a:pt x="21248" y="180"/>
                    </a:moveTo>
                    <a:cubicBezTo>
                      <a:pt x="9656" y="180"/>
                      <a:pt x="258" y="9578"/>
                      <a:pt x="258" y="21171"/>
                    </a:cubicBezTo>
                    <a:cubicBezTo>
                      <a:pt x="258" y="32763"/>
                      <a:pt x="9656" y="42161"/>
                      <a:pt x="21248" y="42161"/>
                    </a:cubicBezTo>
                    <a:cubicBezTo>
                      <a:pt x="32841" y="42161"/>
                      <a:pt x="42239" y="32763"/>
                      <a:pt x="42239" y="21171"/>
                    </a:cubicBezTo>
                    <a:lnTo>
                      <a:pt x="42239" y="21171"/>
                    </a:lnTo>
                    <a:cubicBezTo>
                      <a:pt x="42239" y="9578"/>
                      <a:pt x="32841" y="180"/>
                      <a:pt x="21248"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3" name="Freeform: Shape 4192">
                <a:extLst>
                  <a:ext uri="{FF2B5EF4-FFF2-40B4-BE49-F238E27FC236}">
                    <a16:creationId xmlns:a16="http://schemas.microsoft.com/office/drawing/2014/main" id="{E241D4BD-A30D-3490-7012-92D87A89884E}"/>
                  </a:ext>
                </a:extLst>
              </p:cNvPr>
              <p:cNvSpPr/>
              <p:nvPr/>
            </p:nvSpPr>
            <p:spPr>
              <a:xfrm>
                <a:off x="1763962" y="7923075"/>
                <a:ext cx="37180" cy="37180"/>
              </a:xfrm>
              <a:custGeom>
                <a:avLst/>
                <a:gdLst>
                  <a:gd name="connsiteX0" fmla="*/ 37441 w 37180"/>
                  <a:gd name="connsiteY0" fmla="*/ 18764 h 37180"/>
                  <a:gd name="connsiteX1" fmla="*/ 18851 w 37180"/>
                  <a:gd name="connsiteY1" fmla="*/ 37354 h 37180"/>
                  <a:gd name="connsiteX2" fmla="*/ 260 w 37180"/>
                  <a:gd name="connsiteY2" fmla="*/ 18764 h 37180"/>
                  <a:gd name="connsiteX3" fmla="*/ 18851 w 37180"/>
                  <a:gd name="connsiteY3" fmla="*/ 174 h 37180"/>
                  <a:gd name="connsiteX4" fmla="*/ 3744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4"/>
                    </a:moveTo>
                    <a:cubicBezTo>
                      <a:pt x="37441" y="29031"/>
                      <a:pt x="29118" y="37354"/>
                      <a:pt x="18851" y="37354"/>
                    </a:cubicBezTo>
                    <a:cubicBezTo>
                      <a:pt x="8584" y="37354"/>
                      <a:pt x="260" y="29031"/>
                      <a:pt x="260" y="18764"/>
                    </a:cubicBezTo>
                    <a:cubicBezTo>
                      <a:pt x="260" y="8497"/>
                      <a:pt x="8584" y="174"/>
                      <a:pt x="18851" y="174"/>
                    </a:cubicBezTo>
                    <a:cubicBezTo>
                      <a:pt x="29118" y="174"/>
                      <a:pt x="37441" y="8497"/>
                      <a:pt x="37441" y="18764"/>
                    </a:cubicBezTo>
                    <a:close/>
                  </a:path>
                </a:pathLst>
              </a:custGeom>
              <a:solidFill>
                <a:srgbClr val="F7DD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4" name="Freeform: Shape 4193">
                <a:extLst>
                  <a:ext uri="{FF2B5EF4-FFF2-40B4-BE49-F238E27FC236}">
                    <a16:creationId xmlns:a16="http://schemas.microsoft.com/office/drawing/2014/main" id="{F9E0DB6E-49F2-41EA-6A4E-51AB15C41D93}"/>
                  </a:ext>
                </a:extLst>
              </p:cNvPr>
              <p:cNvSpPr/>
              <p:nvPr/>
            </p:nvSpPr>
            <p:spPr>
              <a:xfrm>
                <a:off x="1761562" y="7920675"/>
                <a:ext cx="41981" cy="41981"/>
              </a:xfrm>
              <a:custGeom>
                <a:avLst/>
                <a:gdLst>
                  <a:gd name="connsiteX0" fmla="*/ 21251 w 41981"/>
                  <a:gd name="connsiteY0" fmla="*/ 4974 h 41981"/>
                  <a:gd name="connsiteX1" fmla="*/ 37441 w 41981"/>
                  <a:gd name="connsiteY1" fmla="*/ 21164 h 41981"/>
                  <a:gd name="connsiteX2" fmla="*/ 37441 w 41981"/>
                  <a:gd name="connsiteY2" fmla="*/ 21164 h 41981"/>
                  <a:gd name="connsiteX3" fmla="*/ 21251 w 41981"/>
                  <a:gd name="connsiteY3" fmla="*/ 37354 h 41981"/>
                  <a:gd name="connsiteX4" fmla="*/ 5061 w 41981"/>
                  <a:gd name="connsiteY4" fmla="*/ 21164 h 41981"/>
                  <a:gd name="connsiteX5" fmla="*/ 21251 w 41981"/>
                  <a:gd name="connsiteY5" fmla="*/ 4974 h 41981"/>
                  <a:gd name="connsiteX6" fmla="*/ 21251 w 41981"/>
                  <a:gd name="connsiteY6" fmla="*/ 174 h 41981"/>
                  <a:gd name="connsiteX7" fmla="*/ 260 w 41981"/>
                  <a:gd name="connsiteY7" fmla="*/ 21164 h 41981"/>
                  <a:gd name="connsiteX8" fmla="*/ 21251 w 41981"/>
                  <a:gd name="connsiteY8" fmla="*/ 42155 h 41981"/>
                  <a:gd name="connsiteX9" fmla="*/ 42242 w 41981"/>
                  <a:gd name="connsiteY9" fmla="*/ 21164 h 41981"/>
                  <a:gd name="connsiteX10" fmla="*/ 42242 w 41981"/>
                  <a:gd name="connsiteY10" fmla="*/ 21164 h 41981"/>
                  <a:gd name="connsiteX11" fmla="*/ 2125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4"/>
                    </a:moveTo>
                    <a:cubicBezTo>
                      <a:pt x="30193" y="4974"/>
                      <a:pt x="37441" y="12222"/>
                      <a:pt x="37441" y="21164"/>
                    </a:cubicBezTo>
                    <a:lnTo>
                      <a:pt x="37441" y="21164"/>
                    </a:lnTo>
                    <a:cubicBezTo>
                      <a:pt x="37441" y="30106"/>
                      <a:pt x="30193" y="37354"/>
                      <a:pt x="21251" y="37354"/>
                    </a:cubicBezTo>
                    <a:cubicBezTo>
                      <a:pt x="12309" y="37354"/>
                      <a:pt x="5061" y="30106"/>
                      <a:pt x="5061" y="21164"/>
                    </a:cubicBezTo>
                    <a:cubicBezTo>
                      <a:pt x="5061" y="12222"/>
                      <a:pt x="12309" y="4974"/>
                      <a:pt x="21251" y="4974"/>
                    </a:cubicBezTo>
                    <a:close/>
                    <a:moveTo>
                      <a:pt x="21251" y="174"/>
                    </a:moveTo>
                    <a:cubicBezTo>
                      <a:pt x="9658" y="174"/>
                      <a:pt x="260" y="9572"/>
                      <a:pt x="260" y="21164"/>
                    </a:cubicBezTo>
                    <a:cubicBezTo>
                      <a:pt x="260" y="32757"/>
                      <a:pt x="9658" y="42155"/>
                      <a:pt x="21251" y="42155"/>
                    </a:cubicBezTo>
                    <a:cubicBezTo>
                      <a:pt x="32844" y="42155"/>
                      <a:pt x="42242" y="32757"/>
                      <a:pt x="42242" y="21164"/>
                    </a:cubicBezTo>
                    <a:lnTo>
                      <a:pt x="42242" y="21164"/>
                    </a:lnTo>
                    <a:cubicBezTo>
                      <a:pt x="42242" y="9572"/>
                      <a:pt x="32844" y="174"/>
                      <a:pt x="21251"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5" name="Freeform: Shape 4194">
                <a:extLst>
                  <a:ext uri="{FF2B5EF4-FFF2-40B4-BE49-F238E27FC236}">
                    <a16:creationId xmlns:a16="http://schemas.microsoft.com/office/drawing/2014/main" id="{1970563F-14A3-402F-2FFE-DFE7CCBE6319}"/>
                  </a:ext>
                </a:extLst>
              </p:cNvPr>
              <p:cNvSpPr/>
              <p:nvPr/>
            </p:nvSpPr>
            <p:spPr>
              <a:xfrm>
                <a:off x="1746239" y="7924158"/>
                <a:ext cx="37180" cy="37180"/>
              </a:xfrm>
              <a:custGeom>
                <a:avLst/>
                <a:gdLst>
                  <a:gd name="connsiteX0" fmla="*/ 37438 w 37180"/>
                  <a:gd name="connsiteY0" fmla="*/ 18764 h 37180"/>
                  <a:gd name="connsiteX1" fmla="*/ 18848 w 37180"/>
                  <a:gd name="connsiteY1" fmla="*/ 37355 h 37180"/>
                  <a:gd name="connsiteX2" fmla="*/ 257 w 37180"/>
                  <a:gd name="connsiteY2" fmla="*/ 18764 h 37180"/>
                  <a:gd name="connsiteX3" fmla="*/ 18848 w 37180"/>
                  <a:gd name="connsiteY3" fmla="*/ 174 h 37180"/>
                  <a:gd name="connsiteX4" fmla="*/ 37438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4"/>
                    </a:moveTo>
                    <a:cubicBezTo>
                      <a:pt x="37438" y="29031"/>
                      <a:pt x="29115" y="37355"/>
                      <a:pt x="18848" y="37355"/>
                    </a:cubicBezTo>
                    <a:cubicBezTo>
                      <a:pt x="8581" y="37355"/>
                      <a:pt x="257" y="29031"/>
                      <a:pt x="257" y="18764"/>
                    </a:cubicBezTo>
                    <a:cubicBezTo>
                      <a:pt x="257" y="8497"/>
                      <a:pt x="8581" y="174"/>
                      <a:pt x="18848" y="174"/>
                    </a:cubicBezTo>
                    <a:cubicBezTo>
                      <a:pt x="29115" y="174"/>
                      <a:pt x="37438" y="8497"/>
                      <a:pt x="37438" y="18764"/>
                    </a:cubicBezTo>
                    <a:close/>
                  </a:path>
                </a:pathLst>
              </a:custGeom>
              <a:solidFill>
                <a:srgbClr val="F7B3B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6" name="Freeform: Shape 4195">
                <a:extLst>
                  <a:ext uri="{FF2B5EF4-FFF2-40B4-BE49-F238E27FC236}">
                    <a16:creationId xmlns:a16="http://schemas.microsoft.com/office/drawing/2014/main" id="{C08CA638-BEA7-4091-12AF-30121EF0EE98}"/>
                  </a:ext>
                </a:extLst>
              </p:cNvPr>
              <p:cNvSpPr/>
              <p:nvPr/>
            </p:nvSpPr>
            <p:spPr>
              <a:xfrm>
                <a:off x="1743839" y="7921757"/>
                <a:ext cx="41981" cy="41981"/>
              </a:xfrm>
              <a:custGeom>
                <a:avLst/>
                <a:gdLst>
                  <a:gd name="connsiteX0" fmla="*/ 21248 w 41981"/>
                  <a:gd name="connsiteY0" fmla="*/ 4974 h 41981"/>
                  <a:gd name="connsiteX1" fmla="*/ 37438 w 41981"/>
                  <a:gd name="connsiteY1" fmla="*/ 21164 h 41981"/>
                  <a:gd name="connsiteX2" fmla="*/ 37438 w 41981"/>
                  <a:gd name="connsiteY2" fmla="*/ 21164 h 41981"/>
                  <a:gd name="connsiteX3" fmla="*/ 21248 w 41981"/>
                  <a:gd name="connsiteY3" fmla="*/ 37355 h 41981"/>
                  <a:gd name="connsiteX4" fmla="*/ 5058 w 41981"/>
                  <a:gd name="connsiteY4" fmla="*/ 21164 h 41981"/>
                  <a:gd name="connsiteX5" fmla="*/ 21248 w 41981"/>
                  <a:gd name="connsiteY5" fmla="*/ 4974 h 41981"/>
                  <a:gd name="connsiteX6" fmla="*/ 21248 w 41981"/>
                  <a:gd name="connsiteY6" fmla="*/ 174 h 41981"/>
                  <a:gd name="connsiteX7" fmla="*/ 257 w 41981"/>
                  <a:gd name="connsiteY7" fmla="*/ 21164 h 41981"/>
                  <a:gd name="connsiteX8" fmla="*/ 21248 w 41981"/>
                  <a:gd name="connsiteY8" fmla="*/ 42155 h 41981"/>
                  <a:gd name="connsiteX9" fmla="*/ 42239 w 41981"/>
                  <a:gd name="connsiteY9" fmla="*/ 21164 h 41981"/>
                  <a:gd name="connsiteX10" fmla="*/ 42239 w 41981"/>
                  <a:gd name="connsiteY10" fmla="*/ 21164 h 41981"/>
                  <a:gd name="connsiteX11" fmla="*/ 21248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4"/>
                    </a:moveTo>
                    <a:cubicBezTo>
                      <a:pt x="30190" y="4974"/>
                      <a:pt x="37438" y="12222"/>
                      <a:pt x="37438" y="21164"/>
                    </a:cubicBezTo>
                    <a:lnTo>
                      <a:pt x="37438" y="21164"/>
                    </a:lnTo>
                    <a:cubicBezTo>
                      <a:pt x="37438" y="30106"/>
                      <a:pt x="30190" y="37355"/>
                      <a:pt x="21248" y="37355"/>
                    </a:cubicBezTo>
                    <a:cubicBezTo>
                      <a:pt x="12306" y="37355"/>
                      <a:pt x="5058" y="30106"/>
                      <a:pt x="5058" y="21164"/>
                    </a:cubicBezTo>
                    <a:cubicBezTo>
                      <a:pt x="5058" y="12222"/>
                      <a:pt x="12306" y="4974"/>
                      <a:pt x="21248" y="4974"/>
                    </a:cubicBezTo>
                    <a:close/>
                    <a:moveTo>
                      <a:pt x="21248" y="174"/>
                    </a:moveTo>
                    <a:cubicBezTo>
                      <a:pt x="9655" y="174"/>
                      <a:pt x="257" y="9572"/>
                      <a:pt x="257" y="21164"/>
                    </a:cubicBezTo>
                    <a:cubicBezTo>
                      <a:pt x="257" y="32757"/>
                      <a:pt x="9655" y="42155"/>
                      <a:pt x="21248" y="42155"/>
                    </a:cubicBezTo>
                    <a:cubicBezTo>
                      <a:pt x="32841" y="42155"/>
                      <a:pt x="42239" y="32757"/>
                      <a:pt x="42239" y="21164"/>
                    </a:cubicBezTo>
                    <a:lnTo>
                      <a:pt x="42239" y="21164"/>
                    </a:lnTo>
                    <a:cubicBezTo>
                      <a:pt x="42239" y="9572"/>
                      <a:pt x="32841" y="174"/>
                      <a:pt x="21248"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7" name="Freeform: Shape 4196">
                <a:extLst>
                  <a:ext uri="{FF2B5EF4-FFF2-40B4-BE49-F238E27FC236}">
                    <a16:creationId xmlns:a16="http://schemas.microsoft.com/office/drawing/2014/main" id="{0E7C7F65-7AD6-3DC2-7986-F9691E0BBA45}"/>
                  </a:ext>
                </a:extLst>
              </p:cNvPr>
              <p:cNvSpPr/>
              <p:nvPr/>
            </p:nvSpPr>
            <p:spPr>
              <a:xfrm>
                <a:off x="1716275" y="7903738"/>
                <a:ext cx="37180" cy="37180"/>
              </a:xfrm>
              <a:custGeom>
                <a:avLst/>
                <a:gdLst>
                  <a:gd name="connsiteX0" fmla="*/ 37433 w 37180"/>
                  <a:gd name="connsiteY0" fmla="*/ 18761 h 37180"/>
                  <a:gd name="connsiteX1" fmla="*/ 18843 w 37180"/>
                  <a:gd name="connsiteY1" fmla="*/ 37351 h 37180"/>
                  <a:gd name="connsiteX2" fmla="*/ 252 w 37180"/>
                  <a:gd name="connsiteY2" fmla="*/ 18761 h 37180"/>
                  <a:gd name="connsiteX3" fmla="*/ 18843 w 37180"/>
                  <a:gd name="connsiteY3" fmla="*/ 170 h 37180"/>
                  <a:gd name="connsiteX4" fmla="*/ 37433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1"/>
                    </a:moveTo>
                    <a:cubicBezTo>
                      <a:pt x="37433" y="29028"/>
                      <a:pt x="29110" y="37351"/>
                      <a:pt x="18843" y="37351"/>
                    </a:cubicBezTo>
                    <a:cubicBezTo>
                      <a:pt x="8575" y="37351"/>
                      <a:pt x="252" y="29028"/>
                      <a:pt x="252" y="18761"/>
                    </a:cubicBezTo>
                    <a:cubicBezTo>
                      <a:pt x="252" y="8493"/>
                      <a:pt x="8575" y="170"/>
                      <a:pt x="18843" y="170"/>
                    </a:cubicBezTo>
                    <a:cubicBezTo>
                      <a:pt x="29110" y="170"/>
                      <a:pt x="37433" y="8493"/>
                      <a:pt x="37433" y="18761"/>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8" name="Freeform: Shape 4197">
                <a:extLst>
                  <a:ext uri="{FF2B5EF4-FFF2-40B4-BE49-F238E27FC236}">
                    <a16:creationId xmlns:a16="http://schemas.microsoft.com/office/drawing/2014/main" id="{AFCDFFF8-26B5-FD4A-25ED-8519479062F4}"/>
                  </a:ext>
                </a:extLst>
              </p:cNvPr>
              <p:cNvSpPr/>
              <p:nvPr/>
            </p:nvSpPr>
            <p:spPr>
              <a:xfrm>
                <a:off x="1713875" y="7901338"/>
                <a:ext cx="41981" cy="41981"/>
              </a:xfrm>
              <a:custGeom>
                <a:avLst/>
                <a:gdLst>
                  <a:gd name="connsiteX0" fmla="*/ 21243 w 41981"/>
                  <a:gd name="connsiteY0" fmla="*/ 4971 h 41981"/>
                  <a:gd name="connsiteX1" fmla="*/ 37433 w 41981"/>
                  <a:gd name="connsiteY1" fmla="*/ 21161 h 41981"/>
                  <a:gd name="connsiteX2" fmla="*/ 37433 w 41981"/>
                  <a:gd name="connsiteY2" fmla="*/ 21161 h 41981"/>
                  <a:gd name="connsiteX3" fmla="*/ 21243 w 41981"/>
                  <a:gd name="connsiteY3" fmla="*/ 37351 h 41981"/>
                  <a:gd name="connsiteX4" fmla="*/ 5053 w 41981"/>
                  <a:gd name="connsiteY4" fmla="*/ 21161 h 41981"/>
                  <a:gd name="connsiteX5" fmla="*/ 21243 w 41981"/>
                  <a:gd name="connsiteY5" fmla="*/ 4971 h 41981"/>
                  <a:gd name="connsiteX6" fmla="*/ 21243 w 41981"/>
                  <a:gd name="connsiteY6" fmla="*/ 170 h 41981"/>
                  <a:gd name="connsiteX7" fmla="*/ 252 w 41981"/>
                  <a:gd name="connsiteY7" fmla="*/ 21161 h 41981"/>
                  <a:gd name="connsiteX8" fmla="*/ 21243 w 41981"/>
                  <a:gd name="connsiteY8" fmla="*/ 42151 h 41981"/>
                  <a:gd name="connsiteX9" fmla="*/ 42233 w 41981"/>
                  <a:gd name="connsiteY9" fmla="*/ 21161 h 41981"/>
                  <a:gd name="connsiteX10" fmla="*/ 42233 w 41981"/>
                  <a:gd name="connsiteY10" fmla="*/ 21161 h 41981"/>
                  <a:gd name="connsiteX11" fmla="*/ 2124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1"/>
                    </a:moveTo>
                    <a:cubicBezTo>
                      <a:pt x="30185" y="4971"/>
                      <a:pt x="37433" y="12219"/>
                      <a:pt x="37433" y="21161"/>
                    </a:cubicBezTo>
                    <a:lnTo>
                      <a:pt x="37433" y="21161"/>
                    </a:lnTo>
                    <a:cubicBezTo>
                      <a:pt x="37433" y="30103"/>
                      <a:pt x="30185" y="37351"/>
                      <a:pt x="21243" y="37351"/>
                    </a:cubicBezTo>
                    <a:cubicBezTo>
                      <a:pt x="12301" y="37351"/>
                      <a:pt x="5053" y="30103"/>
                      <a:pt x="5053" y="21161"/>
                    </a:cubicBezTo>
                    <a:cubicBezTo>
                      <a:pt x="5053" y="12219"/>
                      <a:pt x="12301" y="4971"/>
                      <a:pt x="21243" y="4971"/>
                    </a:cubicBezTo>
                    <a:close/>
                    <a:moveTo>
                      <a:pt x="21243" y="170"/>
                    </a:moveTo>
                    <a:cubicBezTo>
                      <a:pt x="9650" y="170"/>
                      <a:pt x="252" y="9568"/>
                      <a:pt x="252" y="21161"/>
                    </a:cubicBezTo>
                    <a:cubicBezTo>
                      <a:pt x="252" y="32753"/>
                      <a:pt x="9650" y="42151"/>
                      <a:pt x="21243" y="42151"/>
                    </a:cubicBezTo>
                    <a:cubicBezTo>
                      <a:pt x="32835" y="42151"/>
                      <a:pt x="42233" y="32753"/>
                      <a:pt x="42233" y="21161"/>
                    </a:cubicBezTo>
                    <a:lnTo>
                      <a:pt x="42233" y="21161"/>
                    </a:lnTo>
                    <a:cubicBezTo>
                      <a:pt x="42233" y="9568"/>
                      <a:pt x="32835" y="170"/>
                      <a:pt x="21243"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199" name="Freeform: Shape 4198">
                <a:extLst>
                  <a:ext uri="{FF2B5EF4-FFF2-40B4-BE49-F238E27FC236}">
                    <a16:creationId xmlns:a16="http://schemas.microsoft.com/office/drawing/2014/main" id="{C1E49DB4-C5DB-DFC0-623F-5FC80D5A3CFD}"/>
                  </a:ext>
                </a:extLst>
              </p:cNvPr>
              <p:cNvSpPr/>
              <p:nvPr/>
            </p:nvSpPr>
            <p:spPr>
              <a:xfrm>
                <a:off x="1747270" y="7975266"/>
                <a:ext cx="37180" cy="37180"/>
              </a:xfrm>
              <a:custGeom>
                <a:avLst/>
                <a:gdLst>
                  <a:gd name="connsiteX0" fmla="*/ 37438 w 37180"/>
                  <a:gd name="connsiteY0" fmla="*/ 18773 h 37180"/>
                  <a:gd name="connsiteX1" fmla="*/ 18848 w 37180"/>
                  <a:gd name="connsiteY1" fmla="*/ 37363 h 37180"/>
                  <a:gd name="connsiteX2" fmla="*/ 258 w 37180"/>
                  <a:gd name="connsiteY2" fmla="*/ 18773 h 37180"/>
                  <a:gd name="connsiteX3" fmla="*/ 18848 w 37180"/>
                  <a:gd name="connsiteY3" fmla="*/ 183 h 37180"/>
                  <a:gd name="connsiteX4" fmla="*/ 3743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3"/>
                    </a:moveTo>
                    <a:cubicBezTo>
                      <a:pt x="37438" y="29040"/>
                      <a:pt x="29115" y="37363"/>
                      <a:pt x="18848" y="37363"/>
                    </a:cubicBezTo>
                    <a:cubicBezTo>
                      <a:pt x="8581" y="37363"/>
                      <a:pt x="258" y="29040"/>
                      <a:pt x="258" y="18773"/>
                    </a:cubicBezTo>
                    <a:cubicBezTo>
                      <a:pt x="258" y="8506"/>
                      <a:pt x="8581" y="183"/>
                      <a:pt x="18848" y="183"/>
                    </a:cubicBezTo>
                    <a:cubicBezTo>
                      <a:pt x="29115" y="183"/>
                      <a:pt x="37438" y="8506"/>
                      <a:pt x="37438" y="18773"/>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0" name="Freeform: Shape 4199">
                <a:extLst>
                  <a:ext uri="{FF2B5EF4-FFF2-40B4-BE49-F238E27FC236}">
                    <a16:creationId xmlns:a16="http://schemas.microsoft.com/office/drawing/2014/main" id="{77ADAAA9-7318-E74B-2366-664BE21550FF}"/>
                  </a:ext>
                </a:extLst>
              </p:cNvPr>
              <p:cNvSpPr/>
              <p:nvPr/>
            </p:nvSpPr>
            <p:spPr>
              <a:xfrm>
                <a:off x="1744870" y="7972866"/>
                <a:ext cx="41981" cy="41981"/>
              </a:xfrm>
              <a:custGeom>
                <a:avLst/>
                <a:gdLst>
                  <a:gd name="connsiteX0" fmla="*/ 21248 w 41981"/>
                  <a:gd name="connsiteY0" fmla="*/ 4983 h 41981"/>
                  <a:gd name="connsiteX1" fmla="*/ 37438 w 41981"/>
                  <a:gd name="connsiteY1" fmla="*/ 21173 h 41981"/>
                  <a:gd name="connsiteX2" fmla="*/ 37438 w 41981"/>
                  <a:gd name="connsiteY2" fmla="*/ 21173 h 41981"/>
                  <a:gd name="connsiteX3" fmla="*/ 21248 w 41981"/>
                  <a:gd name="connsiteY3" fmla="*/ 37363 h 41981"/>
                  <a:gd name="connsiteX4" fmla="*/ 5058 w 41981"/>
                  <a:gd name="connsiteY4" fmla="*/ 21173 h 41981"/>
                  <a:gd name="connsiteX5" fmla="*/ 21248 w 41981"/>
                  <a:gd name="connsiteY5" fmla="*/ 4983 h 41981"/>
                  <a:gd name="connsiteX6" fmla="*/ 21248 w 41981"/>
                  <a:gd name="connsiteY6" fmla="*/ 183 h 41981"/>
                  <a:gd name="connsiteX7" fmla="*/ 258 w 41981"/>
                  <a:gd name="connsiteY7" fmla="*/ 21173 h 41981"/>
                  <a:gd name="connsiteX8" fmla="*/ 21248 w 41981"/>
                  <a:gd name="connsiteY8" fmla="*/ 42164 h 41981"/>
                  <a:gd name="connsiteX9" fmla="*/ 42239 w 41981"/>
                  <a:gd name="connsiteY9" fmla="*/ 21173 h 41981"/>
                  <a:gd name="connsiteX10" fmla="*/ 42239 w 41981"/>
                  <a:gd name="connsiteY10" fmla="*/ 21173 h 41981"/>
                  <a:gd name="connsiteX11" fmla="*/ 21248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3"/>
                    </a:moveTo>
                    <a:cubicBezTo>
                      <a:pt x="30190" y="4983"/>
                      <a:pt x="37438" y="12231"/>
                      <a:pt x="37438" y="21173"/>
                    </a:cubicBezTo>
                    <a:lnTo>
                      <a:pt x="37438" y="21173"/>
                    </a:lnTo>
                    <a:cubicBezTo>
                      <a:pt x="37438" y="30115"/>
                      <a:pt x="30190" y="37363"/>
                      <a:pt x="21248" y="37363"/>
                    </a:cubicBezTo>
                    <a:cubicBezTo>
                      <a:pt x="12306" y="37363"/>
                      <a:pt x="5058" y="30115"/>
                      <a:pt x="5058" y="21173"/>
                    </a:cubicBezTo>
                    <a:cubicBezTo>
                      <a:pt x="5058" y="12231"/>
                      <a:pt x="12306" y="4983"/>
                      <a:pt x="21248" y="4983"/>
                    </a:cubicBezTo>
                    <a:close/>
                    <a:moveTo>
                      <a:pt x="21248" y="183"/>
                    </a:moveTo>
                    <a:cubicBezTo>
                      <a:pt x="9656" y="183"/>
                      <a:pt x="258" y="9581"/>
                      <a:pt x="258" y="21173"/>
                    </a:cubicBezTo>
                    <a:cubicBezTo>
                      <a:pt x="258" y="32766"/>
                      <a:pt x="9656" y="42164"/>
                      <a:pt x="21248" y="42164"/>
                    </a:cubicBezTo>
                    <a:cubicBezTo>
                      <a:pt x="32841" y="42164"/>
                      <a:pt x="42239" y="32766"/>
                      <a:pt x="42239" y="21173"/>
                    </a:cubicBezTo>
                    <a:lnTo>
                      <a:pt x="42239" y="21173"/>
                    </a:lnTo>
                    <a:cubicBezTo>
                      <a:pt x="42239" y="9581"/>
                      <a:pt x="32841" y="183"/>
                      <a:pt x="21248"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1" name="Freeform: Shape 4200">
                <a:extLst>
                  <a:ext uri="{FF2B5EF4-FFF2-40B4-BE49-F238E27FC236}">
                    <a16:creationId xmlns:a16="http://schemas.microsoft.com/office/drawing/2014/main" id="{9DB38C13-5031-6FD5-9651-9E976D3568EE}"/>
                  </a:ext>
                </a:extLst>
              </p:cNvPr>
              <p:cNvSpPr/>
              <p:nvPr/>
            </p:nvSpPr>
            <p:spPr>
              <a:xfrm>
                <a:off x="1820819" y="7985225"/>
                <a:ext cx="37180" cy="37180"/>
              </a:xfrm>
              <a:custGeom>
                <a:avLst/>
                <a:gdLst>
                  <a:gd name="connsiteX0" fmla="*/ 37451 w 37180"/>
                  <a:gd name="connsiteY0" fmla="*/ 18775 h 37180"/>
                  <a:gd name="connsiteX1" fmla="*/ 18861 w 37180"/>
                  <a:gd name="connsiteY1" fmla="*/ 37365 h 37180"/>
                  <a:gd name="connsiteX2" fmla="*/ 270 w 37180"/>
                  <a:gd name="connsiteY2" fmla="*/ 18775 h 37180"/>
                  <a:gd name="connsiteX3" fmla="*/ 18861 w 37180"/>
                  <a:gd name="connsiteY3" fmla="*/ 184 h 37180"/>
                  <a:gd name="connsiteX4" fmla="*/ 37451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75"/>
                    </a:moveTo>
                    <a:cubicBezTo>
                      <a:pt x="37451" y="29042"/>
                      <a:pt x="29128" y="37365"/>
                      <a:pt x="18861" y="37365"/>
                    </a:cubicBezTo>
                    <a:cubicBezTo>
                      <a:pt x="8594" y="37365"/>
                      <a:pt x="270" y="29042"/>
                      <a:pt x="270" y="18775"/>
                    </a:cubicBezTo>
                    <a:cubicBezTo>
                      <a:pt x="270" y="8508"/>
                      <a:pt x="8594" y="184"/>
                      <a:pt x="18861" y="184"/>
                    </a:cubicBezTo>
                    <a:cubicBezTo>
                      <a:pt x="29128" y="184"/>
                      <a:pt x="37451" y="8508"/>
                      <a:pt x="37451" y="18775"/>
                    </a:cubicBezTo>
                    <a:close/>
                  </a:path>
                </a:pathLst>
              </a:custGeom>
              <a:solidFill>
                <a:srgbClr val="B8F7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2" name="Freeform: Shape 4201">
                <a:extLst>
                  <a:ext uri="{FF2B5EF4-FFF2-40B4-BE49-F238E27FC236}">
                    <a16:creationId xmlns:a16="http://schemas.microsoft.com/office/drawing/2014/main" id="{E3D59F63-4353-A1B6-14D0-6C70B44C3722}"/>
                  </a:ext>
                </a:extLst>
              </p:cNvPr>
              <p:cNvSpPr/>
              <p:nvPr/>
            </p:nvSpPr>
            <p:spPr>
              <a:xfrm>
                <a:off x="1818419" y="7982825"/>
                <a:ext cx="41981" cy="41981"/>
              </a:xfrm>
              <a:custGeom>
                <a:avLst/>
                <a:gdLst>
                  <a:gd name="connsiteX0" fmla="*/ 21261 w 41981"/>
                  <a:gd name="connsiteY0" fmla="*/ 4985 h 41981"/>
                  <a:gd name="connsiteX1" fmla="*/ 37451 w 41981"/>
                  <a:gd name="connsiteY1" fmla="*/ 21175 h 41981"/>
                  <a:gd name="connsiteX2" fmla="*/ 37451 w 41981"/>
                  <a:gd name="connsiteY2" fmla="*/ 21175 h 41981"/>
                  <a:gd name="connsiteX3" fmla="*/ 21261 w 41981"/>
                  <a:gd name="connsiteY3" fmla="*/ 37365 h 41981"/>
                  <a:gd name="connsiteX4" fmla="*/ 5071 w 41981"/>
                  <a:gd name="connsiteY4" fmla="*/ 21175 h 41981"/>
                  <a:gd name="connsiteX5" fmla="*/ 21261 w 41981"/>
                  <a:gd name="connsiteY5" fmla="*/ 4985 h 41981"/>
                  <a:gd name="connsiteX6" fmla="*/ 21261 w 41981"/>
                  <a:gd name="connsiteY6" fmla="*/ 184 h 41981"/>
                  <a:gd name="connsiteX7" fmla="*/ 270 w 41981"/>
                  <a:gd name="connsiteY7" fmla="*/ 21175 h 41981"/>
                  <a:gd name="connsiteX8" fmla="*/ 21261 w 41981"/>
                  <a:gd name="connsiteY8" fmla="*/ 42165 h 41981"/>
                  <a:gd name="connsiteX9" fmla="*/ 42251 w 41981"/>
                  <a:gd name="connsiteY9" fmla="*/ 21175 h 41981"/>
                  <a:gd name="connsiteX10" fmla="*/ 42251 w 41981"/>
                  <a:gd name="connsiteY10" fmla="*/ 21175 h 41981"/>
                  <a:gd name="connsiteX11" fmla="*/ 2126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85"/>
                    </a:moveTo>
                    <a:cubicBezTo>
                      <a:pt x="30203" y="4985"/>
                      <a:pt x="37451" y="12233"/>
                      <a:pt x="37451" y="21175"/>
                    </a:cubicBezTo>
                    <a:lnTo>
                      <a:pt x="37451" y="21175"/>
                    </a:lnTo>
                    <a:cubicBezTo>
                      <a:pt x="37451" y="30117"/>
                      <a:pt x="30203" y="37365"/>
                      <a:pt x="21261" y="37365"/>
                    </a:cubicBezTo>
                    <a:cubicBezTo>
                      <a:pt x="12319" y="37365"/>
                      <a:pt x="5071" y="30117"/>
                      <a:pt x="5071" y="21175"/>
                    </a:cubicBezTo>
                    <a:cubicBezTo>
                      <a:pt x="5071" y="12233"/>
                      <a:pt x="12319" y="4985"/>
                      <a:pt x="21261" y="4985"/>
                    </a:cubicBezTo>
                    <a:close/>
                    <a:moveTo>
                      <a:pt x="21261" y="184"/>
                    </a:moveTo>
                    <a:cubicBezTo>
                      <a:pt x="9668" y="184"/>
                      <a:pt x="270" y="9582"/>
                      <a:pt x="270" y="21175"/>
                    </a:cubicBezTo>
                    <a:cubicBezTo>
                      <a:pt x="270" y="32767"/>
                      <a:pt x="9668" y="42165"/>
                      <a:pt x="21261" y="42165"/>
                    </a:cubicBezTo>
                    <a:cubicBezTo>
                      <a:pt x="32853" y="42165"/>
                      <a:pt x="42251" y="32767"/>
                      <a:pt x="42251" y="21175"/>
                    </a:cubicBezTo>
                    <a:lnTo>
                      <a:pt x="42251" y="21175"/>
                    </a:lnTo>
                    <a:cubicBezTo>
                      <a:pt x="42251" y="9582"/>
                      <a:pt x="32853" y="184"/>
                      <a:pt x="21261"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3" name="Freeform: Shape 4202">
                <a:extLst>
                  <a:ext uri="{FF2B5EF4-FFF2-40B4-BE49-F238E27FC236}">
                    <a16:creationId xmlns:a16="http://schemas.microsoft.com/office/drawing/2014/main" id="{E5F6B184-422D-D4BC-FD8A-1B43FE4DBA9E}"/>
                  </a:ext>
                </a:extLst>
              </p:cNvPr>
              <p:cNvSpPr/>
              <p:nvPr/>
            </p:nvSpPr>
            <p:spPr>
              <a:xfrm>
                <a:off x="1835409" y="8092787"/>
                <a:ext cx="37180" cy="37180"/>
              </a:xfrm>
              <a:custGeom>
                <a:avLst/>
                <a:gdLst>
                  <a:gd name="connsiteX0" fmla="*/ 37454 w 37180"/>
                  <a:gd name="connsiteY0" fmla="*/ 18793 h 37180"/>
                  <a:gd name="connsiteX1" fmla="*/ 18863 w 37180"/>
                  <a:gd name="connsiteY1" fmla="*/ 37384 h 37180"/>
                  <a:gd name="connsiteX2" fmla="*/ 273 w 37180"/>
                  <a:gd name="connsiteY2" fmla="*/ 18793 h 37180"/>
                  <a:gd name="connsiteX3" fmla="*/ 18863 w 37180"/>
                  <a:gd name="connsiteY3" fmla="*/ 203 h 37180"/>
                  <a:gd name="connsiteX4" fmla="*/ 37454 w 37180"/>
                  <a:gd name="connsiteY4" fmla="*/ 1879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93"/>
                    </a:moveTo>
                    <a:cubicBezTo>
                      <a:pt x="37454" y="29061"/>
                      <a:pt x="29130" y="37384"/>
                      <a:pt x="18863" y="37384"/>
                    </a:cubicBezTo>
                    <a:cubicBezTo>
                      <a:pt x="8596" y="37384"/>
                      <a:pt x="273" y="29061"/>
                      <a:pt x="273" y="18793"/>
                    </a:cubicBezTo>
                    <a:cubicBezTo>
                      <a:pt x="273" y="8526"/>
                      <a:pt x="8596" y="203"/>
                      <a:pt x="18863" y="203"/>
                    </a:cubicBezTo>
                    <a:cubicBezTo>
                      <a:pt x="29130" y="203"/>
                      <a:pt x="37454" y="8526"/>
                      <a:pt x="37454" y="18793"/>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4" name="Freeform: Shape 4203">
                <a:extLst>
                  <a:ext uri="{FF2B5EF4-FFF2-40B4-BE49-F238E27FC236}">
                    <a16:creationId xmlns:a16="http://schemas.microsoft.com/office/drawing/2014/main" id="{BA5CD089-06F9-209A-9780-BF476175D493}"/>
                  </a:ext>
                </a:extLst>
              </p:cNvPr>
              <p:cNvSpPr/>
              <p:nvPr/>
            </p:nvSpPr>
            <p:spPr>
              <a:xfrm>
                <a:off x="1833009" y="8090387"/>
                <a:ext cx="41981" cy="41981"/>
              </a:xfrm>
              <a:custGeom>
                <a:avLst/>
                <a:gdLst>
                  <a:gd name="connsiteX0" fmla="*/ 21263 w 41981"/>
                  <a:gd name="connsiteY0" fmla="*/ 5003 h 41981"/>
                  <a:gd name="connsiteX1" fmla="*/ 37454 w 41981"/>
                  <a:gd name="connsiteY1" fmla="*/ 21194 h 41981"/>
                  <a:gd name="connsiteX2" fmla="*/ 37454 w 41981"/>
                  <a:gd name="connsiteY2" fmla="*/ 21194 h 41981"/>
                  <a:gd name="connsiteX3" fmla="*/ 21263 w 41981"/>
                  <a:gd name="connsiteY3" fmla="*/ 37384 h 41981"/>
                  <a:gd name="connsiteX4" fmla="*/ 5073 w 41981"/>
                  <a:gd name="connsiteY4" fmla="*/ 21194 h 41981"/>
                  <a:gd name="connsiteX5" fmla="*/ 21263 w 41981"/>
                  <a:gd name="connsiteY5" fmla="*/ 5003 h 41981"/>
                  <a:gd name="connsiteX6" fmla="*/ 21263 w 41981"/>
                  <a:gd name="connsiteY6" fmla="*/ 203 h 41981"/>
                  <a:gd name="connsiteX7" fmla="*/ 273 w 41981"/>
                  <a:gd name="connsiteY7" fmla="*/ 21194 h 41981"/>
                  <a:gd name="connsiteX8" fmla="*/ 21263 w 41981"/>
                  <a:gd name="connsiteY8" fmla="*/ 42184 h 41981"/>
                  <a:gd name="connsiteX9" fmla="*/ 42254 w 41981"/>
                  <a:gd name="connsiteY9" fmla="*/ 21194 h 41981"/>
                  <a:gd name="connsiteX10" fmla="*/ 42254 w 41981"/>
                  <a:gd name="connsiteY10" fmla="*/ 21194 h 41981"/>
                  <a:gd name="connsiteX11" fmla="*/ 21263 w 41981"/>
                  <a:gd name="connsiteY11" fmla="*/ 20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5003"/>
                    </a:moveTo>
                    <a:cubicBezTo>
                      <a:pt x="30205" y="5003"/>
                      <a:pt x="37454" y="12252"/>
                      <a:pt x="37454" y="21194"/>
                    </a:cubicBezTo>
                    <a:lnTo>
                      <a:pt x="37454" y="21194"/>
                    </a:lnTo>
                    <a:cubicBezTo>
                      <a:pt x="37454" y="30135"/>
                      <a:pt x="30205" y="37384"/>
                      <a:pt x="21263" y="37384"/>
                    </a:cubicBezTo>
                    <a:cubicBezTo>
                      <a:pt x="12322" y="37384"/>
                      <a:pt x="5073" y="30135"/>
                      <a:pt x="5073" y="21194"/>
                    </a:cubicBezTo>
                    <a:cubicBezTo>
                      <a:pt x="5073" y="12252"/>
                      <a:pt x="12322" y="5003"/>
                      <a:pt x="21263" y="5003"/>
                    </a:cubicBezTo>
                    <a:close/>
                    <a:moveTo>
                      <a:pt x="21263" y="203"/>
                    </a:moveTo>
                    <a:cubicBezTo>
                      <a:pt x="9671" y="203"/>
                      <a:pt x="273" y="9601"/>
                      <a:pt x="273" y="21194"/>
                    </a:cubicBezTo>
                    <a:cubicBezTo>
                      <a:pt x="273" y="32786"/>
                      <a:pt x="9671" y="42184"/>
                      <a:pt x="21263" y="42184"/>
                    </a:cubicBezTo>
                    <a:cubicBezTo>
                      <a:pt x="32856" y="42184"/>
                      <a:pt x="42254" y="32786"/>
                      <a:pt x="42254" y="21194"/>
                    </a:cubicBezTo>
                    <a:lnTo>
                      <a:pt x="42254" y="21194"/>
                    </a:lnTo>
                    <a:cubicBezTo>
                      <a:pt x="42254" y="9601"/>
                      <a:pt x="32856" y="203"/>
                      <a:pt x="21263" y="20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5" name="Freeform: Shape 4204">
                <a:extLst>
                  <a:ext uri="{FF2B5EF4-FFF2-40B4-BE49-F238E27FC236}">
                    <a16:creationId xmlns:a16="http://schemas.microsoft.com/office/drawing/2014/main" id="{ECC0E49A-FF8F-196D-659E-0F47D86D8CF7}"/>
                  </a:ext>
                </a:extLst>
              </p:cNvPr>
              <p:cNvSpPr/>
              <p:nvPr/>
            </p:nvSpPr>
            <p:spPr>
              <a:xfrm>
                <a:off x="1913757" y="7948816"/>
                <a:ext cx="37180" cy="37180"/>
              </a:xfrm>
              <a:custGeom>
                <a:avLst/>
                <a:gdLst>
                  <a:gd name="connsiteX0" fmla="*/ 37467 w 37180"/>
                  <a:gd name="connsiteY0" fmla="*/ 18768 h 37180"/>
                  <a:gd name="connsiteX1" fmla="*/ 18877 w 37180"/>
                  <a:gd name="connsiteY1" fmla="*/ 37359 h 37180"/>
                  <a:gd name="connsiteX2" fmla="*/ 286 w 37180"/>
                  <a:gd name="connsiteY2" fmla="*/ 18768 h 37180"/>
                  <a:gd name="connsiteX3" fmla="*/ 18877 w 37180"/>
                  <a:gd name="connsiteY3" fmla="*/ 178 h 37180"/>
                  <a:gd name="connsiteX4" fmla="*/ 37467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68"/>
                    </a:moveTo>
                    <a:cubicBezTo>
                      <a:pt x="37467" y="29036"/>
                      <a:pt x="29144" y="37359"/>
                      <a:pt x="18877" y="37359"/>
                    </a:cubicBezTo>
                    <a:cubicBezTo>
                      <a:pt x="8610" y="37359"/>
                      <a:pt x="286" y="29036"/>
                      <a:pt x="286" y="18768"/>
                    </a:cubicBezTo>
                    <a:cubicBezTo>
                      <a:pt x="286" y="8501"/>
                      <a:pt x="8610" y="178"/>
                      <a:pt x="18877" y="178"/>
                    </a:cubicBezTo>
                    <a:cubicBezTo>
                      <a:pt x="29144" y="178"/>
                      <a:pt x="37467" y="8501"/>
                      <a:pt x="37467" y="18768"/>
                    </a:cubicBezTo>
                    <a:close/>
                  </a:path>
                </a:pathLst>
              </a:custGeom>
              <a:solidFill>
                <a:srgbClr val="EBF7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6" name="Freeform: Shape 4205">
                <a:extLst>
                  <a:ext uri="{FF2B5EF4-FFF2-40B4-BE49-F238E27FC236}">
                    <a16:creationId xmlns:a16="http://schemas.microsoft.com/office/drawing/2014/main" id="{EBF695DD-7BDB-AB67-0DB4-2B566B1FB4A6}"/>
                  </a:ext>
                </a:extLst>
              </p:cNvPr>
              <p:cNvSpPr/>
              <p:nvPr/>
            </p:nvSpPr>
            <p:spPr>
              <a:xfrm>
                <a:off x="1911357" y="7946416"/>
                <a:ext cx="41981" cy="41981"/>
              </a:xfrm>
              <a:custGeom>
                <a:avLst/>
                <a:gdLst>
                  <a:gd name="connsiteX0" fmla="*/ 21277 w 41981"/>
                  <a:gd name="connsiteY0" fmla="*/ 4978 h 41981"/>
                  <a:gd name="connsiteX1" fmla="*/ 37467 w 41981"/>
                  <a:gd name="connsiteY1" fmla="*/ 21169 h 41981"/>
                  <a:gd name="connsiteX2" fmla="*/ 37467 w 41981"/>
                  <a:gd name="connsiteY2" fmla="*/ 21169 h 41981"/>
                  <a:gd name="connsiteX3" fmla="*/ 21277 w 41981"/>
                  <a:gd name="connsiteY3" fmla="*/ 37359 h 41981"/>
                  <a:gd name="connsiteX4" fmla="*/ 5087 w 41981"/>
                  <a:gd name="connsiteY4" fmla="*/ 21169 h 41981"/>
                  <a:gd name="connsiteX5" fmla="*/ 21277 w 41981"/>
                  <a:gd name="connsiteY5" fmla="*/ 4978 h 41981"/>
                  <a:gd name="connsiteX6" fmla="*/ 21277 w 41981"/>
                  <a:gd name="connsiteY6" fmla="*/ 178 h 41981"/>
                  <a:gd name="connsiteX7" fmla="*/ 286 w 41981"/>
                  <a:gd name="connsiteY7" fmla="*/ 21169 h 41981"/>
                  <a:gd name="connsiteX8" fmla="*/ 21277 w 41981"/>
                  <a:gd name="connsiteY8" fmla="*/ 42159 h 41981"/>
                  <a:gd name="connsiteX9" fmla="*/ 42268 w 41981"/>
                  <a:gd name="connsiteY9" fmla="*/ 21169 h 41981"/>
                  <a:gd name="connsiteX10" fmla="*/ 42268 w 41981"/>
                  <a:gd name="connsiteY10" fmla="*/ 21169 h 41981"/>
                  <a:gd name="connsiteX11" fmla="*/ 21277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78"/>
                    </a:moveTo>
                    <a:cubicBezTo>
                      <a:pt x="30219" y="4978"/>
                      <a:pt x="37467" y="12227"/>
                      <a:pt x="37467" y="21169"/>
                    </a:cubicBezTo>
                    <a:lnTo>
                      <a:pt x="37467" y="21169"/>
                    </a:lnTo>
                    <a:cubicBezTo>
                      <a:pt x="37467" y="30110"/>
                      <a:pt x="30219" y="37359"/>
                      <a:pt x="21277" y="37359"/>
                    </a:cubicBezTo>
                    <a:cubicBezTo>
                      <a:pt x="12335" y="37359"/>
                      <a:pt x="5087" y="30110"/>
                      <a:pt x="5087" y="21169"/>
                    </a:cubicBezTo>
                    <a:cubicBezTo>
                      <a:pt x="5087" y="12227"/>
                      <a:pt x="12335" y="4978"/>
                      <a:pt x="21277" y="4978"/>
                    </a:cubicBezTo>
                    <a:close/>
                    <a:moveTo>
                      <a:pt x="21277" y="178"/>
                    </a:moveTo>
                    <a:cubicBezTo>
                      <a:pt x="9684" y="178"/>
                      <a:pt x="286" y="9576"/>
                      <a:pt x="286" y="21169"/>
                    </a:cubicBezTo>
                    <a:cubicBezTo>
                      <a:pt x="286" y="32761"/>
                      <a:pt x="9684" y="42159"/>
                      <a:pt x="21277" y="42159"/>
                    </a:cubicBezTo>
                    <a:cubicBezTo>
                      <a:pt x="32870" y="42159"/>
                      <a:pt x="42268" y="32761"/>
                      <a:pt x="42268" y="21169"/>
                    </a:cubicBezTo>
                    <a:lnTo>
                      <a:pt x="42268" y="21169"/>
                    </a:lnTo>
                    <a:cubicBezTo>
                      <a:pt x="42268" y="9576"/>
                      <a:pt x="32870" y="178"/>
                      <a:pt x="21277"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7" name="Freeform: Shape 4206">
                <a:extLst>
                  <a:ext uri="{FF2B5EF4-FFF2-40B4-BE49-F238E27FC236}">
                    <a16:creationId xmlns:a16="http://schemas.microsoft.com/office/drawing/2014/main" id="{9AFF9B45-2DC9-B8BD-C9BB-79A6DF5B609D}"/>
                  </a:ext>
                </a:extLst>
              </p:cNvPr>
              <p:cNvSpPr/>
              <p:nvPr/>
            </p:nvSpPr>
            <p:spPr>
              <a:xfrm>
                <a:off x="1506266" y="7881781"/>
                <a:ext cx="37180" cy="37180"/>
              </a:xfrm>
              <a:custGeom>
                <a:avLst/>
                <a:gdLst>
                  <a:gd name="connsiteX0" fmla="*/ 37396 w 37180"/>
                  <a:gd name="connsiteY0" fmla="*/ 18757 h 37180"/>
                  <a:gd name="connsiteX1" fmla="*/ 18806 w 37180"/>
                  <a:gd name="connsiteY1" fmla="*/ 37347 h 37180"/>
                  <a:gd name="connsiteX2" fmla="*/ 216 w 37180"/>
                  <a:gd name="connsiteY2" fmla="*/ 18757 h 37180"/>
                  <a:gd name="connsiteX3" fmla="*/ 18806 w 37180"/>
                  <a:gd name="connsiteY3" fmla="*/ 166 h 37180"/>
                  <a:gd name="connsiteX4" fmla="*/ 37396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6" y="18757"/>
                    </a:moveTo>
                    <a:cubicBezTo>
                      <a:pt x="37396" y="29024"/>
                      <a:pt x="29073" y="37347"/>
                      <a:pt x="18806" y="37347"/>
                    </a:cubicBezTo>
                    <a:cubicBezTo>
                      <a:pt x="8539" y="37347"/>
                      <a:pt x="216" y="29024"/>
                      <a:pt x="216" y="18757"/>
                    </a:cubicBezTo>
                    <a:cubicBezTo>
                      <a:pt x="216" y="8490"/>
                      <a:pt x="8539" y="166"/>
                      <a:pt x="18806" y="166"/>
                    </a:cubicBezTo>
                    <a:cubicBezTo>
                      <a:pt x="29073" y="166"/>
                      <a:pt x="37396" y="8490"/>
                      <a:pt x="37396" y="18757"/>
                    </a:cubicBezTo>
                    <a:close/>
                  </a:path>
                </a:pathLst>
              </a:custGeom>
              <a:solidFill>
                <a:srgbClr val="32F73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8" name="Freeform: Shape 4207">
                <a:extLst>
                  <a:ext uri="{FF2B5EF4-FFF2-40B4-BE49-F238E27FC236}">
                    <a16:creationId xmlns:a16="http://schemas.microsoft.com/office/drawing/2014/main" id="{D06EF9AF-9487-0620-3D1E-A9FC312F288F}"/>
                  </a:ext>
                </a:extLst>
              </p:cNvPr>
              <p:cNvSpPr/>
              <p:nvPr/>
            </p:nvSpPr>
            <p:spPr>
              <a:xfrm>
                <a:off x="1503866" y="7879381"/>
                <a:ext cx="41981" cy="41981"/>
              </a:xfrm>
              <a:custGeom>
                <a:avLst/>
                <a:gdLst>
                  <a:gd name="connsiteX0" fmla="*/ 21206 w 41981"/>
                  <a:gd name="connsiteY0" fmla="*/ 4967 h 41981"/>
                  <a:gd name="connsiteX1" fmla="*/ 37396 w 41981"/>
                  <a:gd name="connsiteY1" fmla="*/ 21157 h 41981"/>
                  <a:gd name="connsiteX2" fmla="*/ 37396 w 41981"/>
                  <a:gd name="connsiteY2" fmla="*/ 21157 h 41981"/>
                  <a:gd name="connsiteX3" fmla="*/ 21206 w 41981"/>
                  <a:gd name="connsiteY3" fmla="*/ 37347 h 41981"/>
                  <a:gd name="connsiteX4" fmla="*/ 5016 w 41981"/>
                  <a:gd name="connsiteY4" fmla="*/ 21157 h 41981"/>
                  <a:gd name="connsiteX5" fmla="*/ 21206 w 41981"/>
                  <a:gd name="connsiteY5" fmla="*/ 4967 h 41981"/>
                  <a:gd name="connsiteX6" fmla="*/ 21206 w 41981"/>
                  <a:gd name="connsiteY6" fmla="*/ 166 h 41981"/>
                  <a:gd name="connsiteX7" fmla="*/ 216 w 41981"/>
                  <a:gd name="connsiteY7" fmla="*/ 21157 h 41981"/>
                  <a:gd name="connsiteX8" fmla="*/ 21206 w 41981"/>
                  <a:gd name="connsiteY8" fmla="*/ 42148 h 41981"/>
                  <a:gd name="connsiteX9" fmla="*/ 42197 w 41981"/>
                  <a:gd name="connsiteY9" fmla="*/ 21157 h 41981"/>
                  <a:gd name="connsiteX10" fmla="*/ 42197 w 41981"/>
                  <a:gd name="connsiteY10" fmla="*/ 21157 h 41981"/>
                  <a:gd name="connsiteX11" fmla="*/ 21206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6" y="4967"/>
                    </a:moveTo>
                    <a:cubicBezTo>
                      <a:pt x="30148" y="4967"/>
                      <a:pt x="37396" y="12215"/>
                      <a:pt x="37396" y="21157"/>
                    </a:cubicBezTo>
                    <a:lnTo>
                      <a:pt x="37396" y="21157"/>
                    </a:lnTo>
                    <a:cubicBezTo>
                      <a:pt x="37396" y="30099"/>
                      <a:pt x="30148" y="37347"/>
                      <a:pt x="21206" y="37347"/>
                    </a:cubicBezTo>
                    <a:cubicBezTo>
                      <a:pt x="12264" y="37347"/>
                      <a:pt x="5016" y="30099"/>
                      <a:pt x="5016" y="21157"/>
                    </a:cubicBezTo>
                    <a:cubicBezTo>
                      <a:pt x="5016" y="12215"/>
                      <a:pt x="12264" y="4967"/>
                      <a:pt x="21206" y="4967"/>
                    </a:cubicBezTo>
                    <a:close/>
                    <a:moveTo>
                      <a:pt x="21206" y="166"/>
                    </a:moveTo>
                    <a:cubicBezTo>
                      <a:pt x="9614" y="166"/>
                      <a:pt x="216" y="9564"/>
                      <a:pt x="216" y="21157"/>
                    </a:cubicBezTo>
                    <a:cubicBezTo>
                      <a:pt x="216" y="32750"/>
                      <a:pt x="9614" y="42148"/>
                      <a:pt x="21206" y="42148"/>
                    </a:cubicBezTo>
                    <a:cubicBezTo>
                      <a:pt x="32799" y="42148"/>
                      <a:pt x="42197" y="32750"/>
                      <a:pt x="42197" y="21157"/>
                    </a:cubicBezTo>
                    <a:lnTo>
                      <a:pt x="42197" y="21157"/>
                    </a:lnTo>
                    <a:cubicBezTo>
                      <a:pt x="42197" y="9564"/>
                      <a:pt x="32799" y="166"/>
                      <a:pt x="21206"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09" name="Freeform: Shape 4208">
                <a:extLst>
                  <a:ext uri="{FF2B5EF4-FFF2-40B4-BE49-F238E27FC236}">
                    <a16:creationId xmlns:a16="http://schemas.microsoft.com/office/drawing/2014/main" id="{CF959FEC-95D1-407B-4743-9EA401E5C032}"/>
                  </a:ext>
                </a:extLst>
              </p:cNvPr>
              <p:cNvSpPr/>
              <p:nvPr/>
            </p:nvSpPr>
            <p:spPr>
              <a:xfrm>
                <a:off x="1781888" y="7920091"/>
                <a:ext cx="37180" cy="37180"/>
              </a:xfrm>
              <a:custGeom>
                <a:avLst/>
                <a:gdLst>
                  <a:gd name="connsiteX0" fmla="*/ 37444 w 37180"/>
                  <a:gd name="connsiteY0" fmla="*/ 18763 h 37180"/>
                  <a:gd name="connsiteX1" fmla="*/ 18854 w 37180"/>
                  <a:gd name="connsiteY1" fmla="*/ 37354 h 37180"/>
                  <a:gd name="connsiteX2" fmla="*/ 264 w 37180"/>
                  <a:gd name="connsiteY2" fmla="*/ 18763 h 37180"/>
                  <a:gd name="connsiteX3" fmla="*/ 18854 w 37180"/>
                  <a:gd name="connsiteY3" fmla="*/ 173 h 37180"/>
                  <a:gd name="connsiteX4" fmla="*/ 37444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3"/>
                    </a:moveTo>
                    <a:cubicBezTo>
                      <a:pt x="37444" y="29031"/>
                      <a:pt x="29121" y="37354"/>
                      <a:pt x="18854" y="37354"/>
                    </a:cubicBezTo>
                    <a:cubicBezTo>
                      <a:pt x="8587" y="37354"/>
                      <a:pt x="264" y="29031"/>
                      <a:pt x="264" y="18763"/>
                    </a:cubicBezTo>
                    <a:cubicBezTo>
                      <a:pt x="264" y="8496"/>
                      <a:pt x="8587" y="173"/>
                      <a:pt x="18854" y="173"/>
                    </a:cubicBezTo>
                    <a:cubicBezTo>
                      <a:pt x="29121" y="173"/>
                      <a:pt x="37444" y="8496"/>
                      <a:pt x="37444" y="18763"/>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0" name="Freeform: Shape 4209">
                <a:extLst>
                  <a:ext uri="{FF2B5EF4-FFF2-40B4-BE49-F238E27FC236}">
                    <a16:creationId xmlns:a16="http://schemas.microsoft.com/office/drawing/2014/main" id="{4F09CC3F-8222-5829-B9F9-426865E48ECB}"/>
                  </a:ext>
                </a:extLst>
              </p:cNvPr>
              <p:cNvSpPr/>
              <p:nvPr/>
            </p:nvSpPr>
            <p:spPr>
              <a:xfrm>
                <a:off x="1779487" y="7917691"/>
                <a:ext cx="41981" cy="41981"/>
              </a:xfrm>
              <a:custGeom>
                <a:avLst/>
                <a:gdLst>
                  <a:gd name="connsiteX0" fmla="*/ 21254 w 41981"/>
                  <a:gd name="connsiteY0" fmla="*/ 4973 h 41981"/>
                  <a:gd name="connsiteX1" fmla="*/ 37444 w 41981"/>
                  <a:gd name="connsiteY1" fmla="*/ 21164 h 41981"/>
                  <a:gd name="connsiteX2" fmla="*/ 37444 w 41981"/>
                  <a:gd name="connsiteY2" fmla="*/ 21164 h 41981"/>
                  <a:gd name="connsiteX3" fmla="*/ 21254 w 41981"/>
                  <a:gd name="connsiteY3" fmla="*/ 37354 h 41981"/>
                  <a:gd name="connsiteX4" fmla="*/ 5064 w 41981"/>
                  <a:gd name="connsiteY4" fmla="*/ 21164 h 41981"/>
                  <a:gd name="connsiteX5" fmla="*/ 21254 w 41981"/>
                  <a:gd name="connsiteY5" fmla="*/ 4973 h 41981"/>
                  <a:gd name="connsiteX6" fmla="*/ 21254 w 41981"/>
                  <a:gd name="connsiteY6" fmla="*/ 173 h 41981"/>
                  <a:gd name="connsiteX7" fmla="*/ 264 w 41981"/>
                  <a:gd name="connsiteY7" fmla="*/ 21164 h 41981"/>
                  <a:gd name="connsiteX8" fmla="*/ 21254 w 41981"/>
                  <a:gd name="connsiteY8" fmla="*/ 42154 h 41981"/>
                  <a:gd name="connsiteX9" fmla="*/ 42245 w 41981"/>
                  <a:gd name="connsiteY9" fmla="*/ 21164 h 41981"/>
                  <a:gd name="connsiteX10" fmla="*/ 42245 w 41981"/>
                  <a:gd name="connsiteY10" fmla="*/ 21164 h 41981"/>
                  <a:gd name="connsiteX11" fmla="*/ 21254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3"/>
                    </a:moveTo>
                    <a:cubicBezTo>
                      <a:pt x="30196" y="4973"/>
                      <a:pt x="37444" y="12222"/>
                      <a:pt x="37444" y="21164"/>
                    </a:cubicBezTo>
                    <a:lnTo>
                      <a:pt x="37444" y="21164"/>
                    </a:lnTo>
                    <a:cubicBezTo>
                      <a:pt x="37444" y="30105"/>
                      <a:pt x="30196" y="37354"/>
                      <a:pt x="21254" y="37354"/>
                    </a:cubicBezTo>
                    <a:cubicBezTo>
                      <a:pt x="12312" y="37354"/>
                      <a:pt x="5064" y="30105"/>
                      <a:pt x="5064" y="21164"/>
                    </a:cubicBezTo>
                    <a:cubicBezTo>
                      <a:pt x="5064" y="12222"/>
                      <a:pt x="12312" y="4973"/>
                      <a:pt x="21254" y="4973"/>
                    </a:cubicBezTo>
                    <a:close/>
                    <a:moveTo>
                      <a:pt x="21254" y="173"/>
                    </a:moveTo>
                    <a:cubicBezTo>
                      <a:pt x="9662" y="173"/>
                      <a:pt x="264" y="9571"/>
                      <a:pt x="264" y="21164"/>
                    </a:cubicBezTo>
                    <a:cubicBezTo>
                      <a:pt x="264" y="32756"/>
                      <a:pt x="9662" y="42154"/>
                      <a:pt x="21254" y="42154"/>
                    </a:cubicBezTo>
                    <a:cubicBezTo>
                      <a:pt x="32847" y="42154"/>
                      <a:pt x="42245" y="32756"/>
                      <a:pt x="42245" y="21164"/>
                    </a:cubicBezTo>
                    <a:lnTo>
                      <a:pt x="42245" y="21164"/>
                    </a:lnTo>
                    <a:cubicBezTo>
                      <a:pt x="42245" y="9571"/>
                      <a:pt x="32847" y="173"/>
                      <a:pt x="21254"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1" name="Freeform: Shape 4210">
                <a:extLst>
                  <a:ext uri="{FF2B5EF4-FFF2-40B4-BE49-F238E27FC236}">
                    <a16:creationId xmlns:a16="http://schemas.microsoft.com/office/drawing/2014/main" id="{B96B34C6-71B9-1806-7ACC-283D80B84F82}"/>
                  </a:ext>
                </a:extLst>
              </p:cNvPr>
              <p:cNvSpPr/>
              <p:nvPr/>
            </p:nvSpPr>
            <p:spPr>
              <a:xfrm>
                <a:off x="1449109" y="7815058"/>
                <a:ext cx="37180" cy="37180"/>
              </a:xfrm>
              <a:custGeom>
                <a:avLst/>
                <a:gdLst>
                  <a:gd name="connsiteX0" fmla="*/ 37387 w 37180"/>
                  <a:gd name="connsiteY0" fmla="*/ 18745 h 37180"/>
                  <a:gd name="connsiteX1" fmla="*/ 18796 w 37180"/>
                  <a:gd name="connsiteY1" fmla="*/ 37336 h 37180"/>
                  <a:gd name="connsiteX2" fmla="*/ 206 w 37180"/>
                  <a:gd name="connsiteY2" fmla="*/ 18745 h 37180"/>
                  <a:gd name="connsiteX3" fmla="*/ 18796 w 37180"/>
                  <a:gd name="connsiteY3" fmla="*/ 155 h 37180"/>
                  <a:gd name="connsiteX4" fmla="*/ 37387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7" y="18745"/>
                    </a:moveTo>
                    <a:cubicBezTo>
                      <a:pt x="37387" y="29012"/>
                      <a:pt x="29063" y="37336"/>
                      <a:pt x="18796" y="37336"/>
                    </a:cubicBezTo>
                    <a:cubicBezTo>
                      <a:pt x="8529" y="37336"/>
                      <a:pt x="206" y="29012"/>
                      <a:pt x="206" y="18745"/>
                    </a:cubicBezTo>
                    <a:cubicBezTo>
                      <a:pt x="206" y="8478"/>
                      <a:pt x="8529" y="155"/>
                      <a:pt x="18796" y="155"/>
                    </a:cubicBezTo>
                    <a:cubicBezTo>
                      <a:pt x="29063" y="155"/>
                      <a:pt x="37387" y="8478"/>
                      <a:pt x="37387" y="18745"/>
                    </a:cubicBezTo>
                    <a:close/>
                  </a:path>
                </a:pathLst>
              </a:custGeom>
              <a:solidFill>
                <a:srgbClr val="F7A59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2" name="Freeform: Shape 4211">
                <a:extLst>
                  <a:ext uri="{FF2B5EF4-FFF2-40B4-BE49-F238E27FC236}">
                    <a16:creationId xmlns:a16="http://schemas.microsoft.com/office/drawing/2014/main" id="{E42D726A-7B57-18A6-229C-821945CA3F00}"/>
                  </a:ext>
                </a:extLst>
              </p:cNvPr>
              <p:cNvSpPr/>
              <p:nvPr/>
            </p:nvSpPr>
            <p:spPr>
              <a:xfrm>
                <a:off x="1446709" y="7812657"/>
                <a:ext cx="41981" cy="41981"/>
              </a:xfrm>
              <a:custGeom>
                <a:avLst/>
                <a:gdLst>
                  <a:gd name="connsiteX0" fmla="*/ 21196 w 41981"/>
                  <a:gd name="connsiteY0" fmla="*/ 4955 h 41981"/>
                  <a:gd name="connsiteX1" fmla="*/ 37387 w 41981"/>
                  <a:gd name="connsiteY1" fmla="*/ 21145 h 41981"/>
                  <a:gd name="connsiteX2" fmla="*/ 37387 w 41981"/>
                  <a:gd name="connsiteY2" fmla="*/ 21145 h 41981"/>
                  <a:gd name="connsiteX3" fmla="*/ 21196 w 41981"/>
                  <a:gd name="connsiteY3" fmla="*/ 37336 h 41981"/>
                  <a:gd name="connsiteX4" fmla="*/ 5006 w 41981"/>
                  <a:gd name="connsiteY4" fmla="*/ 21145 h 41981"/>
                  <a:gd name="connsiteX5" fmla="*/ 21196 w 41981"/>
                  <a:gd name="connsiteY5" fmla="*/ 4955 h 41981"/>
                  <a:gd name="connsiteX6" fmla="*/ 21196 w 41981"/>
                  <a:gd name="connsiteY6" fmla="*/ 155 h 41981"/>
                  <a:gd name="connsiteX7" fmla="*/ 206 w 41981"/>
                  <a:gd name="connsiteY7" fmla="*/ 21145 h 41981"/>
                  <a:gd name="connsiteX8" fmla="*/ 21196 w 41981"/>
                  <a:gd name="connsiteY8" fmla="*/ 42136 h 41981"/>
                  <a:gd name="connsiteX9" fmla="*/ 42187 w 41981"/>
                  <a:gd name="connsiteY9" fmla="*/ 21145 h 41981"/>
                  <a:gd name="connsiteX10" fmla="*/ 42187 w 41981"/>
                  <a:gd name="connsiteY10" fmla="*/ 21145 h 41981"/>
                  <a:gd name="connsiteX11" fmla="*/ 21196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6" y="4955"/>
                    </a:moveTo>
                    <a:cubicBezTo>
                      <a:pt x="30138" y="4955"/>
                      <a:pt x="37387" y="12204"/>
                      <a:pt x="37387" y="21145"/>
                    </a:cubicBezTo>
                    <a:lnTo>
                      <a:pt x="37387" y="21145"/>
                    </a:lnTo>
                    <a:cubicBezTo>
                      <a:pt x="37387" y="30087"/>
                      <a:pt x="30138" y="37336"/>
                      <a:pt x="21196" y="37336"/>
                    </a:cubicBezTo>
                    <a:cubicBezTo>
                      <a:pt x="12255" y="37336"/>
                      <a:pt x="5006" y="30087"/>
                      <a:pt x="5006" y="21145"/>
                    </a:cubicBezTo>
                    <a:cubicBezTo>
                      <a:pt x="5006" y="12204"/>
                      <a:pt x="12255" y="4955"/>
                      <a:pt x="21196" y="4955"/>
                    </a:cubicBezTo>
                    <a:close/>
                    <a:moveTo>
                      <a:pt x="21196" y="155"/>
                    </a:moveTo>
                    <a:cubicBezTo>
                      <a:pt x="9604" y="155"/>
                      <a:pt x="206" y="9553"/>
                      <a:pt x="206" y="21145"/>
                    </a:cubicBezTo>
                    <a:cubicBezTo>
                      <a:pt x="206" y="32738"/>
                      <a:pt x="9604" y="42136"/>
                      <a:pt x="21196" y="42136"/>
                    </a:cubicBezTo>
                    <a:cubicBezTo>
                      <a:pt x="32789" y="42136"/>
                      <a:pt x="42187" y="32738"/>
                      <a:pt x="42187" y="21145"/>
                    </a:cubicBezTo>
                    <a:lnTo>
                      <a:pt x="42187" y="21145"/>
                    </a:lnTo>
                    <a:cubicBezTo>
                      <a:pt x="42187" y="9553"/>
                      <a:pt x="32789" y="155"/>
                      <a:pt x="21196"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3" name="Freeform: Shape 4212">
                <a:extLst>
                  <a:ext uri="{FF2B5EF4-FFF2-40B4-BE49-F238E27FC236}">
                    <a16:creationId xmlns:a16="http://schemas.microsoft.com/office/drawing/2014/main" id="{324F0A41-0005-B186-3767-4F51EDCB8DF6}"/>
                  </a:ext>
                </a:extLst>
              </p:cNvPr>
              <p:cNvSpPr/>
              <p:nvPr/>
            </p:nvSpPr>
            <p:spPr>
              <a:xfrm>
                <a:off x="1679964" y="7933800"/>
                <a:ext cx="37180" cy="37180"/>
              </a:xfrm>
              <a:custGeom>
                <a:avLst/>
                <a:gdLst>
                  <a:gd name="connsiteX0" fmla="*/ 37427 w 37180"/>
                  <a:gd name="connsiteY0" fmla="*/ 18766 h 37180"/>
                  <a:gd name="connsiteX1" fmla="*/ 18836 w 37180"/>
                  <a:gd name="connsiteY1" fmla="*/ 37356 h 37180"/>
                  <a:gd name="connsiteX2" fmla="*/ 246 w 37180"/>
                  <a:gd name="connsiteY2" fmla="*/ 18766 h 37180"/>
                  <a:gd name="connsiteX3" fmla="*/ 18836 w 37180"/>
                  <a:gd name="connsiteY3" fmla="*/ 175 h 37180"/>
                  <a:gd name="connsiteX4" fmla="*/ 3742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6"/>
                    </a:moveTo>
                    <a:cubicBezTo>
                      <a:pt x="37427" y="29033"/>
                      <a:pt x="29103" y="37356"/>
                      <a:pt x="18836" y="37356"/>
                    </a:cubicBezTo>
                    <a:cubicBezTo>
                      <a:pt x="8569" y="37356"/>
                      <a:pt x="246" y="29033"/>
                      <a:pt x="246" y="18766"/>
                    </a:cubicBezTo>
                    <a:cubicBezTo>
                      <a:pt x="246" y="8499"/>
                      <a:pt x="8569" y="175"/>
                      <a:pt x="18836" y="175"/>
                    </a:cubicBezTo>
                    <a:cubicBezTo>
                      <a:pt x="29103" y="175"/>
                      <a:pt x="37427" y="8499"/>
                      <a:pt x="37427" y="18766"/>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4" name="Freeform: Shape 4213">
                <a:extLst>
                  <a:ext uri="{FF2B5EF4-FFF2-40B4-BE49-F238E27FC236}">
                    <a16:creationId xmlns:a16="http://schemas.microsoft.com/office/drawing/2014/main" id="{C9E4199D-756D-0533-FF2C-B6DAF74D2AC2}"/>
                  </a:ext>
                </a:extLst>
              </p:cNvPr>
              <p:cNvSpPr/>
              <p:nvPr/>
            </p:nvSpPr>
            <p:spPr>
              <a:xfrm>
                <a:off x="1677564" y="7931400"/>
                <a:ext cx="41981" cy="41981"/>
              </a:xfrm>
              <a:custGeom>
                <a:avLst/>
                <a:gdLst>
                  <a:gd name="connsiteX0" fmla="*/ 21236 w 41981"/>
                  <a:gd name="connsiteY0" fmla="*/ 4976 h 41981"/>
                  <a:gd name="connsiteX1" fmla="*/ 37427 w 41981"/>
                  <a:gd name="connsiteY1" fmla="*/ 21166 h 41981"/>
                  <a:gd name="connsiteX2" fmla="*/ 37427 w 41981"/>
                  <a:gd name="connsiteY2" fmla="*/ 21166 h 41981"/>
                  <a:gd name="connsiteX3" fmla="*/ 21236 w 41981"/>
                  <a:gd name="connsiteY3" fmla="*/ 37356 h 41981"/>
                  <a:gd name="connsiteX4" fmla="*/ 5046 w 41981"/>
                  <a:gd name="connsiteY4" fmla="*/ 21166 h 41981"/>
                  <a:gd name="connsiteX5" fmla="*/ 21236 w 41981"/>
                  <a:gd name="connsiteY5" fmla="*/ 4976 h 41981"/>
                  <a:gd name="connsiteX6" fmla="*/ 21236 w 41981"/>
                  <a:gd name="connsiteY6" fmla="*/ 175 h 41981"/>
                  <a:gd name="connsiteX7" fmla="*/ 246 w 41981"/>
                  <a:gd name="connsiteY7" fmla="*/ 21166 h 41981"/>
                  <a:gd name="connsiteX8" fmla="*/ 21236 w 41981"/>
                  <a:gd name="connsiteY8" fmla="*/ 42157 h 41981"/>
                  <a:gd name="connsiteX9" fmla="*/ 42227 w 41981"/>
                  <a:gd name="connsiteY9" fmla="*/ 21166 h 41981"/>
                  <a:gd name="connsiteX10" fmla="*/ 42227 w 41981"/>
                  <a:gd name="connsiteY10" fmla="*/ 21166 h 41981"/>
                  <a:gd name="connsiteX11" fmla="*/ 2123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6"/>
                    </a:moveTo>
                    <a:cubicBezTo>
                      <a:pt x="30178" y="4976"/>
                      <a:pt x="37427" y="12224"/>
                      <a:pt x="37427" y="21166"/>
                    </a:cubicBezTo>
                    <a:lnTo>
                      <a:pt x="37427" y="21166"/>
                    </a:lnTo>
                    <a:cubicBezTo>
                      <a:pt x="37427" y="30108"/>
                      <a:pt x="30178" y="37356"/>
                      <a:pt x="21236" y="37356"/>
                    </a:cubicBezTo>
                    <a:cubicBezTo>
                      <a:pt x="12295" y="37356"/>
                      <a:pt x="5046" y="30108"/>
                      <a:pt x="5046" y="21166"/>
                    </a:cubicBezTo>
                    <a:cubicBezTo>
                      <a:pt x="5046" y="12224"/>
                      <a:pt x="12295" y="4976"/>
                      <a:pt x="21236" y="4976"/>
                    </a:cubicBezTo>
                    <a:close/>
                    <a:moveTo>
                      <a:pt x="21236" y="175"/>
                    </a:moveTo>
                    <a:cubicBezTo>
                      <a:pt x="9644" y="175"/>
                      <a:pt x="246" y="9573"/>
                      <a:pt x="246" y="21166"/>
                    </a:cubicBezTo>
                    <a:cubicBezTo>
                      <a:pt x="246" y="32759"/>
                      <a:pt x="9644" y="42157"/>
                      <a:pt x="21236" y="42157"/>
                    </a:cubicBezTo>
                    <a:cubicBezTo>
                      <a:pt x="32829" y="42157"/>
                      <a:pt x="42227" y="32759"/>
                      <a:pt x="42227" y="21166"/>
                    </a:cubicBezTo>
                    <a:lnTo>
                      <a:pt x="42227" y="21166"/>
                    </a:lnTo>
                    <a:cubicBezTo>
                      <a:pt x="42227" y="9573"/>
                      <a:pt x="32829" y="175"/>
                      <a:pt x="21236"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5" name="Freeform: Shape 4214">
                <a:extLst>
                  <a:ext uri="{FF2B5EF4-FFF2-40B4-BE49-F238E27FC236}">
                    <a16:creationId xmlns:a16="http://schemas.microsoft.com/office/drawing/2014/main" id="{F56DD45A-3529-CAF1-8C76-69790BEAE5D0}"/>
                  </a:ext>
                </a:extLst>
              </p:cNvPr>
              <p:cNvSpPr/>
              <p:nvPr/>
            </p:nvSpPr>
            <p:spPr>
              <a:xfrm>
                <a:off x="1771761" y="7805352"/>
                <a:ext cx="37180" cy="37180"/>
              </a:xfrm>
              <a:custGeom>
                <a:avLst/>
                <a:gdLst>
                  <a:gd name="connsiteX0" fmla="*/ 37443 w 37180"/>
                  <a:gd name="connsiteY0" fmla="*/ 18743 h 37180"/>
                  <a:gd name="connsiteX1" fmla="*/ 18852 w 37180"/>
                  <a:gd name="connsiteY1" fmla="*/ 37334 h 37180"/>
                  <a:gd name="connsiteX2" fmla="*/ 262 w 37180"/>
                  <a:gd name="connsiteY2" fmla="*/ 18743 h 37180"/>
                  <a:gd name="connsiteX3" fmla="*/ 18852 w 37180"/>
                  <a:gd name="connsiteY3" fmla="*/ 153 h 37180"/>
                  <a:gd name="connsiteX4" fmla="*/ 37443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3"/>
                    </a:moveTo>
                    <a:cubicBezTo>
                      <a:pt x="37443" y="29011"/>
                      <a:pt x="29119" y="37334"/>
                      <a:pt x="18852" y="37334"/>
                    </a:cubicBezTo>
                    <a:cubicBezTo>
                      <a:pt x="8585" y="37334"/>
                      <a:pt x="262" y="29011"/>
                      <a:pt x="262" y="18743"/>
                    </a:cubicBezTo>
                    <a:cubicBezTo>
                      <a:pt x="262" y="8476"/>
                      <a:pt x="8585" y="153"/>
                      <a:pt x="18852" y="153"/>
                    </a:cubicBezTo>
                    <a:cubicBezTo>
                      <a:pt x="29119" y="153"/>
                      <a:pt x="37443" y="8476"/>
                      <a:pt x="37443" y="18743"/>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6" name="Freeform: Shape 4215">
                <a:extLst>
                  <a:ext uri="{FF2B5EF4-FFF2-40B4-BE49-F238E27FC236}">
                    <a16:creationId xmlns:a16="http://schemas.microsoft.com/office/drawing/2014/main" id="{356D806D-A854-3E52-A370-5B01B2884547}"/>
                  </a:ext>
                </a:extLst>
              </p:cNvPr>
              <p:cNvSpPr/>
              <p:nvPr/>
            </p:nvSpPr>
            <p:spPr>
              <a:xfrm>
                <a:off x="1769361" y="7802952"/>
                <a:ext cx="41981" cy="41981"/>
              </a:xfrm>
              <a:custGeom>
                <a:avLst/>
                <a:gdLst>
                  <a:gd name="connsiteX0" fmla="*/ 21252 w 41981"/>
                  <a:gd name="connsiteY0" fmla="*/ 4953 h 41981"/>
                  <a:gd name="connsiteX1" fmla="*/ 37443 w 41981"/>
                  <a:gd name="connsiteY1" fmla="*/ 21144 h 41981"/>
                  <a:gd name="connsiteX2" fmla="*/ 37443 w 41981"/>
                  <a:gd name="connsiteY2" fmla="*/ 21144 h 41981"/>
                  <a:gd name="connsiteX3" fmla="*/ 21252 w 41981"/>
                  <a:gd name="connsiteY3" fmla="*/ 37334 h 41981"/>
                  <a:gd name="connsiteX4" fmla="*/ 5062 w 41981"/>
                  <a:gd name="connsiteY4" fmla="*/ 21144 h 41981"/>
                  <a:gd name="connsiteX5" fmla="*/ 21252 w 41981"/>
                  <a:gd name="connsiteY5" fmla="*/ 4953 h 41981"/>
                  <a:gd name="connsiteX6" fmla="*/ 21252 w 41981"/>
                  <a:gd name="connsiteY6" fmla="*/ 153 h 41981"/>
                  <a:gd name="connsiteX7" fmla="*/ 262 w 41981"/>
                  <a:gd name="connsiteY7" fmla="*/ 21144 h 41981"/>
                  <a:gd name="connsiteX8" fmla="*/ 21252 w 41981"/>
                  <a:gd name="connsiteY8" fmla="*/ 42134 h 41981"/>
                  <a:gd name="connsiteX9" fmla="*/ 42243 w 41981"/>
                  <a:gd name="connsiteY9" fmla="*/ 21144 h 41981"/>
                  <a:gd name="connsiteX10" fmla="*/ 42243 w 41981"/>
                  <a:gd name="connsiteY10" fmla="*/ 21144 h 41981"/>
                  <a:gd name="connsiteX11" fmla="*/ 21252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53"/>
                    </a:moveTo>
                    <a:cubicBezTo>
                      <a:pt x="30194" y="4953"/>
                      <a:pt x="37443" y="12202"/>
                      <a:pt x="37443" y="21144"/>
                    </a:cubicBezTo>
                    <a:lnTo>
                      <a:pt x="37443" y="21144"/>
                    </a:lnTo>
                    <a:cubicBezTo>
                      <a:pt x="37443" y="30085"/>
                      <a:pt x="30194" y="37334"/>
                      <a:pt x="21252" y="37334"/>
                    </a:cubicBezTo>
                    <a:cubicBezTo>
                      <a:pt x="12311" y="37334"/>
                      <a:pt x="5062" y="30085"/>
                      <a:pt x="5062" y="21144"/>
                    </a:cubicBezTo>
                    <a:cubicBezTo>
                      <a:pt x="5062" y="12202"/>
                      <a:pt x="12311" y="4953"/>
                      <a:pt x="21252" y="4953"/>
                    </a:cubicBezTo>
                    <a:close/>
                    <a:moveTo>
                      <a:pt x="21252" y="153"/>
                    </a:moveTo>
                    <a:cubicBezTo>
                      <a:pt x="9660" y="153"/>
                      <a:pt x="262" y="9551"/>
                      <a:pt x="262" y="21144"/>
                    </a:cubicBezTo>
                    <a:cubicBezTo>
                      <a:pt x="262" y="32736"/>
                      <a:pt x="9660" y="42134"/>
                      <a:pt x="21252" y="42134"/>
                    </a:cubicBezTo>
                    <a:cubicBezTo>
                      <a:pt x="32845" y="42134"/>
                      <a:pt x="42243" y="32736"/>
                      <a:pt x="42243" y="21144"/>
                    </a:cubicBezTo>
                    <a:lnTo>
                      <a:pt x="42243" y="21144"/>
                    </a:lnTo>
                    <a:cubicBezTo>
                      <a:pt x="42243" y="9551"/>
                      <a:pt x="32845" y="153"/>
                      <a:pt x="21252"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7" name="Freeform: Shape 4216">
                <a:extLst>
                  <a:ext uri="{FF2B5EF4-FFF2-40B4-BE49-F238E27FC236}">
                    <a16:creationId xmlns:a16="http://schemas.microsoft.com/office/drawing/2014/main" id="{F3A90112-5116-3367-48C2-F59B1CB7BB5C}"/>
                  </a:ext>
                </a:extLst>
              </p:cNvPr>
              <p:cNvSpPr/>
              <p:nvPr/>
            </p:nvSpPr>
            <p:spPr>
              <a:xfrm>
                <a:off x="1856163" y="7973066"/>
                <a:ext cx="37180" cy="37180"/>
              </a:xfrm>
              <a:custGeom>
                <a:avLst/>
                <a:gdLst>
                  <a:gd name="connsiteX0" fmla="*/ 37457 w 37180"/>
                  <a:gd name="connsiteY0" fmla="*/ 18773 h 37180"/>
                  <a:gd name="connsiteX1" fmla="*/ 18867 w 37180"/>
                  <a:gd name="connsiteY1" fmla="*/ 37363 h 37180"/>
                  <a:gd name="connsiteX2" fmla="*/ 276 w 37180"/>
                  <a:gd name="connsiteY2" fmla="*/ 18773 h 37180"/>
                  <a:gd name="connsiteX3" fmla="*/ 18867 w 37180"/>
                  <a:gd name="connsiteY3" fmla="*/ 182 h 37180"/>
                  <a:gd name="connsiteX4" fmla="*/ 37457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73"/>
                    </a:moveTo>
                    <a:cubicBezTo>
                      <a:pt x="37457" y="29040"/>
                      <a:pt x="29134" y="37363"/>
                      <a:pt x="18867" y="37363"/>
                    </a:cubicBezTo>
                    <a:cubicBezTo>
                      <a:pt x="8600" y="37363"/>
                      <a:pt x="276" y="29040"/>
                      <a:pt x="276" y="18773"/>
                    </a:cubicBezTo>
                    <a:cubicBezTo>
                      <a:pt x="276" y="8505"/>
                      <a:pt x="8600" y="182"/>
                      <a:pt x="18867" y="182"/>
                    </a:cubicBezTo>
                    <a:cubicBezTo>
                      <a:pt x="29134" y="182"/>
                      <a:pt x="37457" y="8505"/>
                      <a:pt x="37457" y="18773"/>
                    </a:cubicBezTo>
                    <a:close/>
                  </a:path>
                </a:pathLst>
              </a:custGeom>
              <a:solidFill>
                <a:srgbClr val="F7C1C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8" name="Freeform: Shape 4217">
                <a:extLst>
                  <a:ext uri="{FF2B5EF4-FFF2-40B4-BE49-F238E27FC236}">
                    <a16:creationId xmlns:a16="http://schemas.microsoft.com/office/drawing/2014/main" id="{D1797D65-23A7-8E64-2A17-AE3DA84F7143}"/>
                  </a:ext>
                </a:extLst>
              </p:cNvPr>
              <p:cNvSpPr/>
              <p:nvPr/>
            </p:nvSpPr>
            <p:spPr>
              <a:xfrm>
                <a:off x="1853763" y="7970666"/>
                <a:ext cx="41981" cy="41981"/>
              </a:xfrm>
              <a:custGeom>
                <a:avLst/>
                <a:gdLst>
                  <a:gd name="connsiteX0" fmla="*/ 21267 w 41981"/>
                  <a:gd name="connsiteY0" fmla="*/ 4983 h 41981"/>
                  <a:gd name="connsiteX1" fmla="*/ 37457 w 41981"/>
                  <a:gd name="connsiteY1" fmla="*/ 21173 h 41981"/>
                  <a:gd name="connsiteX2" fmla="*/ 37457 w 41981"/>
                  <a:gd name="connsiteY2" fmla="*/ 21173 h 41981"/>
                  <a:gd name="connsiteX3" fmla="*/ 21267 w 41981"/>
                  <a:gd name="connsiteY3" fmla="*/ 37363 h 41981"/>
                  <a:gd name="connsiteX4" fmla="*/ 5077 w 41981"/>
                  <a:gd name="connsiteY4" fmla="*/ 21173 h 41981"/>
                  <a:gd name="connsiteX5" fmla="*/ 21267 w 41981"/>
                  <a:gd name="connsiteY5" fmla="*/ 4983 h 41981"/>
                  <a:gd name="connsiteX6" fmla="*/ 21267 w 41981"/>
                  <a:gd name="connsiteY6" fmla="*/ 182 h 41981"/>
                  <a:gd name="connsiteX7" fmla="*/ 276 w 41981"/>
                  <a:gd name="connsiteY7" fmla="*/ 21173 h 41981"/>
                  <a:gd name="connsiteX8" fmla="*/ 21267 w 41981"/>
                  <a:gd name="connsiteY8" fmla="*/ 42163 h 41981"/>
                  <a:gd name="connsiteX9" fmla="*/ 42258 w 41981"/>
                  <a:gd name="connsiteY9" fmla="*/ 21173 h 41981"/>
                  <a:gd name="connsiteX10" fmla="*/ 42258 w 41981"/>
                  <a:gd name="connsiteY10" fmla="*/ 21173 h 41981"/>
                  <a:gd name="connsiteX11" fmla="*/ 21267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83"/>
                    </a:moveTo>
                    <a:cubicBezTo>
                      <a:pt x="30209" y="4983"/>
                      <a:pt x="37457" y="12231"/>
                      <a:pt x="37457" y="21173"/>
                    </a:cubicBezTo>
                    <a:lnTo>
                      <a:pt x="37457" y="21173"/>
                    </a:lnTo>
                    <a:cubicBezTo>
                      <a:pt x="37457" y="30115"/>
                      <a:pt x="30209" y="37363"/>
                      <a:pt x="21267" y="37363"/>
                    </a:cubicBezTo>
                    <a:cubicBezTo>
                      <a:pt x="12325" y="37363"/>
                      <a:pt x="5077" y="30115"/>
                      <a:pt x="5077" y="21173"/>
                    </a:cubicBezTo>
                    <a:cubicBezTo>
                      <a:pt x="5077" y="12231"/>
                      <a:pt x="12325" y="4983"/>
                      <a:pt x="21267" y="4983"/>
                    </a:cubicBezTo>
                    <a:close/>
                    <a:moveTo>
                      <a:pt x="21267" y="182"/>
                    </a:moveTo>
                    <a:cubicBezTo>
                      <a:pt x="9674" y="182"/>
                      <a:pt x="276" y="9580"/>
                      <a:pt x="276" y="21173"/>
                    </a:cubicBezTo>
                    <a:cubicBezTo>
                      <a:pt x="276" y="32765"/>
                      <a:pt x="9674" y="42163"/>
                      <a:pt x="21267" y="42163"/>
                    </a:cubicBezTo>
                    <a:cubicBezTo>
                      <a:pt x="32860" y="42163"/>
                      <a:pt x="42258" y="32765"/>
                      <a:pt x="42258" y="21173"/>
                    </a:cubicBezTo>
                    <a:lnTo>
                      <a:pt x="42258" y="21173"/>
                    </a:lnTo>
                    <a:cubicBezTo>
                      <a:pt x="42258" y="9580"/>
                      <a:pt x="32860" y="182"/>
                      <a:pt x="21267"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19" name="Freeform: Shape 4218">
                <a:extLst>
                  <a:ext uri="{FF2B5EF4-FFF2-40B4-BE49-F238E27FC236}">
                    <a16:creationId xmlns:a16="http://schemas.microsoft.com/office/drawing/2014/main" id="{F8AF134C-925A-F331-36A5-E5C46B4A3907}"/>
                  </a:ext>
                </a:extLst>
              </p:cNvPr>
              <p:cNvSpPr/>
              <p:nvPr/>
            </p:nvSpPr>
            <p:spPr>
              <a:xfrm>
                <a:off x="1942142" y="8079764"/>
                <a:ext cx="37180" cy="37180"/>
              </a:xfrm>
              <a:custGeom>
                <a:avLst/>
                <a:gdLst>
                  <a:gd name="connsiteX0" fmla="*/ 37472 w 37180"/>
                  <a:gd name="connsiteY0" fmla="*/ 18791 h 37180"/>
                  <a:gd name="connsiteX1" fmla="*/ 18882 w 37180"/>
                  <a:gd name="connsiteY1" fmla="*/ 37382 h 37180"/>
                  <a:gd name="connsiteX2" fmla="*/ 291 w 37180"/>
                  <a:gd name="connsiteY2" fmla="*/ 18791 h 37180"/>
                  <a:gd name="connsiteX3" fmla="*/ 18882 w 37180"/>
                  <a:gd name="connsiteY3" fmla="*/ 201 h 37180"/>
                  <a:gd name="connsiteX4" fmla="*/ 37472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2" y="18791"/>
                    </a:moveTo>
                    <a:cubicBezTo>
                      <a:pt x="37472" y="29058"/>
                      <a:pt x="29149" y="37382"/>
                      <a:pt x="18882" y="37382"/>
                    </a:cubicBezTo>
                    <a:cubicBezTo>
                      <a:pt x="8615" y="37382"/>
                      <a:pt x="291" y="29058"/>
                      <a:pt x="291" y="18791"/>
                    </a:cubicBezTo>
                    <a:cubicBezTo>
                      <a:pt x="291" y="8524"/>
                      <a:pt x="8615" y="201"/>
                      <a:pt x="18882" y="201"/>
                    </a:cubicBezTo>
                    <a:cubicBezTo>
                      <a:pt x="29149" y="201"/>
                      <a:pt x="37472" y="8524"/>
                      <a:pt x="37472" y="18791"/>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0" name="Freeform: Shape 4219">
                <a:extLst>
                  <a:ext uri="{FF2B5EF4-FFF2-40B4-BE49-F238E27FC236}">
                    <a16:creationId xmlns:a16="http://schemas.microsoft.com/office/drawing/2014/main" id="{093775DE-B52E-E06D-EAF9-7E58F43D1550}"/>
                  </a:ext>
                </a:extLst>
              </p:cNvPr>
              <p:cNvSpPr/>
              <p:nvPr/>
            </p:nvSpPr>
            <p:spPr>
              <a:xfrm>
                <a:off x="1939742" y="8077364"/>
                <a:ext cx="41981" cy="41981"/>
              </a:xfrm>
              <a:custGeom>
                <a:avLst/>
                <a:gdLst>
                  <a:gd name="connsiteX0" fmla="*/ 21282 w 41981"/>
                  <a:gd name="connsiteY0" fmla="*/ 5001 h 41981"/>
                  <a:gd name="connsiteX1" fmla="*/ 37472 w 41981"/>
                  <a:gd name="connsiteY1" fmla="*/ 21191 h 41981"/>
                  <a:gd name="connsiteX2" fmla="*/ 37472 w 41981"/>
                  <a:gd name="connsiteY2" fmla="*/ 21191 h 41981"/>
                  <a:gd name="connsiteX3" fmla="*/ 21282 w 41981"/>
                  <a:gd name="connsiteY3" fmla="*/ 37382 h 41981"/>
                  <a:gd name="connsiteX4" fmla="*/ 5092 w 41981"/>
                  <a:gd name="connsiteY4" fmla="*/ 21191 h 41981"/>
                  <a:gd name="connsiteX5" fmla="*/ 21282 w 41981"/>
                  <a:gd name="connsiteY5" fmla="*/ 5001 h 41981"/>
                  <a:gd name="connsiteX6" fmla="*/ 21282 w 41981"/>
                  <a:gd name="connsiteY6" fmla="*/ 201 h 41981"/>
                  <a:gd name="connsiteX7" fmla="*/ 291 w 41981"/>
                  <a:gd name="connsiteY7" fmla="*/ 21191 h 41981"/>
                  <a:gd name="connsiteX8" fmla="*/ 21282 w 41981"/>
                  <a:gd name="connsiteY8" fmla="*/ 42182 h 41981"/>
                  <a:gd name="connsiteX9" fmla="*/ 42273 w 41981"/>
                  <a:gd name="connsiteY9" fmla="*/ 21191 h 41981"/>
                  <a:gd name="connsiteX10" fmla="*/ 42273 w 41981"/>
                  <a:gd name="connsiteY10" fmla="*/ 21191 h 41981"/>
                  <a:gd name="connsiteX11" fmla="*/ 21282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2" y="5001"/>
                    </a:moveTo>
                    <a:cubicBezTo>
                      <a:pt x="30224" y="5001"/>
                      <a:pt x="37472" y="12249"/>
                      <a:pt x="37472" y="21191"/>
                    </a:cubicBezTo>
                    <a:lnTo>
                      <a:pt x="37472" y="21191"/>
                    </a:lnTo>
                    <a:cubicBezTo>
                      <a:pt x="37472" y="30133"/>
                      <a:pt x="30224" y="37382"/>
                      <a:pt x="21282" y="37382"/>
                    </a:cubicBezTo>
                    <a:cubicBezTo>
                      <a:pt x="12340" y="37382"/>
                      <a:pt x="5092" y="30133"/>
                      <a:pt x="5092" y="21191"/>
                    </a:cubicBezTo>
                    <a:cubicBezTo>
                      <a:pt x="5092" y="12249"/>
                      <a:pt x="12340" y="5001"/>
                      <a:pt x="21282" y="5001"/>
                    </a:cubicBezTo>
                    <a:close/>
                    <a:moveTo>
                      <a:pt x="21282" y="201"/>
                    </a:moveTo>
                    <a:cubicBezTo>
                      <a:pt x="9689" y="201"/>
                      <a:pt x="291" y="9599"/>
                      <a:pt x="291" y="21191"/>
                    </a:cubicBezTo>
                    <a:cubicBezTo>
                      <a:pt x="291" y="32784"/>
                      <a:pt x="9689" y="42182"/>
                      <a:pt x="21282" y="42182"/>
                    </a:cubicBezTo>
                    <a:cubicBezTo>
                      <a:pt x="32875" y="42182"/>
                      <a:pt x="42273" y="32784"/>
                      <a:pt x="42273" y="21191"/>
                    </a:cubicBezTo>
                    <a:lnTo>
                      <a:pt x="42273" y="21191"/>
                    </a:lnTo>
                    <a:cubicBezTo>
                      <a:pt x="42273" y="9599"/>
                      <a:pt x="32875" y="201"/>
                      <a:pt x="21282"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1" name="Freeform: Shape 4220">
                <a:extLst>
                  <a:ext uri="{FF2B5EF4-FFF2-40B4-BE49-F238E27FC236}">
                    <a16:creationId xmlns:a16="http://schemas.microsoft.com/office/drawing/2014/main" id="{6BBECBA9-5729-BCA6-1F2E-7FA073191ED9}"/>
                  </a:ext>
                </a:extLst>
              </p:cNvPr>
              <p:cNvSpPr/>
              <p:nvPr/>
            </p:nvSpPr>
            <p:spPr>
              <a:xfrm>
                <a:off x="1900705" y="7897961"/>
                <a:ext cx="37180" cy="37180"/>
              </a:xfrm>
              <a:custGeom>
                <a:avLst/>
                <a:gdLst>
                  <a:gd name="connsiteX0" fmla="*/ 37465 w 37180"/>
                  <a:gd name="connsiteY0" fmla="*/ 18760 h 37180"/>
                  <a:gd name="connsiteX1" fmla="*/ 18875 w 37180"/>
                  <a:gd name="connsiteY1" fmla="*/ 37350 h 37180"/>
                  <a:gd name="connsiteX2" fmla="*/ 284 w 37180"/>
                  <a:gd name="connsiteY2" fmla="*/ 18760 h 37180"/>
                  <a:gd name="connsiteX3" fmla="*/ 18875 w 37180"/>
                  <a:gd name="connsiteY3" fmla="*/ 169 h 37180"/>
                  <a:gd name="connsiteX4" fmla="*/ 37465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60"/>
                    </a:moveTo>
                    <a:cubicBezTo>
                      <a:pt x="37465" y="29027"/>
                      <a:pt x="29142" y="37350"/>
                      <a:pt x="18875" y="37350"/>
                    </a:cubicBezTo>
                    <a:cubicBezTo>
                      <a:pt x="8607" y="37350"/>
                      <a:pt x="284" y="29027"/>
                      <a:pt x="284" y="18760"/>
                    </a:cubicBezTo>
                    <a:cubicBezTo>
                      <a:pt x="284" y="8492"/>
                      <a:pt x="8607" y="169"/>
                      <a:pt x="18875" y="169"/>
                    </a:cubicBezTo>
                    <a:cubicBezTo>
                      <a:pt x="29142" y="169"/>
                      <a:pt x="37465" y="8492"/>
                      <a:pt x="37465" y="18760"/>
                    </a:cubicBezTo>
                    <a:close/>
                  </a:path>
                </a:pathLst>
              </a:custGeom>
              <a:solidFill>
                <a:srgbClr val="E2F7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2" name="Freeform: Shape 4221">
                <a:extLst>
                  <a:ext uri="{FF2B5EF4-FFF2-40B4-BE49-F238E27FC236}">
                    <a16:creationId xmlns:a16="http://schemas.microsoft.com/office/drawing/2014/main" id="{5F129053-40B0-4B7D-EB32-DFD3C1DC3A5E}"/>
                  </a:ext>
                </a:extLst>
              </p:cNvPr>
              <p:cNvSpPr/>
              <p:nvPr/>
            </p:nvSpPr>
            <p:spPr>
              <a:xfrm>
                <a:off x="1898305" y="7895561"/>
                <a:ext cx="41981" cy="41981"/>
              </a:xfrm>
              <a:custGeom>
                <a:avLst/>
                <a:gdLst>
                  <a:gd name="connsiteX0" fmla="*/ 21275 w 41981"/>
                  <a:gd name="connsiteY0" fmla="*/ 4970 h 41981"/>
                  <a:gd name="connsiteX1" fmla="*/ 37465 w 41981"/>
                  <a:gd name="connsiteY1" fmla="*/ 21160 h 41981"/>
                  <a:gd name="connsiteX2" fmla="*/ 37465 w 41981"/>
                  <a:gd name="connsiteY2" fmla="*/ 21160 h 41981"/>
                  <a:gd name="connsiteX3" fmla="*/ 21275 w 41981"/>
                  <a:gd name="connsiteY3" fmla="*/ 37350 h 41981"/>
                  <a:gd name="connsiteX4" fmla="*/ 5085 w 41981"/>
                  <a:gd name="connsiteY4" fmla="*/ 21160 h 41981"/>
                  <a:gd name="connsiteX5" fmla="*/ 21275 w 41981"/>
                  <a:gd name="connsiteY5" fmla="*/ 4970 h 41981"/>
                  <a:gd name="connsiteX6" fmla="*/ 21275 w 41981"/>
                  <a:gd name="connsiteY6" fmla="*/ 169 h 41981"/>
                  <a:gd name="connsiteX7" fmla="*/ 284 w 41981"/>
                  <a:gd name="connsiteY7" fmla="*/ 21160 h 41981"/>
                  <a:gd name="connsiteX8" fmla="*/ 21275 w 41981"/>
                  <a:gd name="connsiteY8" fmla="*/ 42150 h 41981"/>
                  <a:gd name="connsiteX9" fmla="*/ 42265 w 41981"/>
                  <a:gd name="connsiteY9" fmla="*/ 21160 h 41981"/>
                  <a:gd name="connsiteX10" fmla="*/ 42265 w 41981"/>
                  <a:gd name="connsiteY10" fmla="*/ 21160 h 41981"/>
                  <a:gd name="connsiteX11" fmla="*/ 21275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70"/>
                    </a:moveTo>
                    <a:cubicBezTo>
                      <a:pt x="30217" y="4970"/>
                      <a:pt x="37465" y="12218"/>
                      <a:pt x="37465" y="21160"/>
                    </a:cubicBezTo>
                    <a:lnTo>
                      <a:pt x="37465" y="21160"/>
                    </a:lnTo>
                    <a:cubicBezTo>
                      <a:pt x="37465" y="30102"/>
                      <a:pt x="30217" y="37350"/>
                      <a:pt x="21275" y="37350"/>
                    </a:cubicBezTo>
                    <a:cubicBezTo>
                      <a:pt x="12333" y="37350"/>
                      <a:pt x="5085" y="30102"/>
                      <a:pt x="5085" y="21160"/>
                    </a:cubicBezTo>
                    <a:cubicBezTo>
                      <a:pt x="5085" y="12218"/>
                      <a:pt x="12333" y="4970"/>
                      <a:pt x="21275" y="4970"/>
                    </a:cubicBezTo>
                    <a:close/>
                    <a:moveTo>
                      <a:pt x="21275" y="169"/>
                    </a:moveTo>
                    <a:cubicBezTo>
                      <a:pt x="9682" y="169"/>
                      <a:pt x="284" y="9567"/>
                      <a:pt x="284" y="21160"/>
                    </a:cubicBezTo>
                    <a:cubicBezTo>
                      <a:pt x="284" y="32752"/>
                      <a:pt x="9682" y="42150"/>
                      <a:pt x="21275" y="42150"/>
                    </a:cubicBezTo>
                    <a:cubicBezTo>
                      <a:pt x="32867" y="42150"/>
                      <a:pt x="42265" y="32752"/>
                      <a:pt x="42265" y="21160"/>
                    </a:cubicBezTo>
                    <a:lnTo>
                      <a:pt x="42265" y="21160"/>
                    </a:lnTo>
                    <a:cubicBezTo>
                      <a:pt x="42265" y="9567"/>
                      <a:pt x="32867" y="169"/>
                      <a:pt x="21275"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3" name="Freeform: Shape 4222">
                <a:extLst>
                  <a:ext uri="{FF2B5EF4-FFF2-40B4-BE49-F238E27FC236}">
                    <a16:creationId xmlns:a16="http://schemas.microsoft.com/office/drawing/2014/main" id="{7EC84BE5-0B02-10B3-18D2-8AA8E5E9ABE7}"/>
                  </a:ext>
                </a:extLst>
              </p:cNvPr>
              <p:cNvSpPr/>
              <p:nvPr/>
            </p:nvSpPr>
            <p:spPr>
              <a:xfrm>
                <a:off x="1784963" y="7885882"/>
                <a:ext cx="37180" cy="37180"/>
              </a:xfrm>
              <a:custGeom>
                <a:avLst/>
                <a:gdLst>
                  <a:gd name="connsiteX0" fmla="*/ 37445 w 37180"/>
                  <a:gd name="connsiteY0" fmla="*/ 18757 h 37180"/>
                  <a:gd name="connsiteX1" fmla="*/ 18854 w 37180"/>
                  <a:gd name="connsiteY1" fmla="*/ 37348 h 37180"/>
                  <a:gd name="connsiteX2" fmla="*/ 264 w 37180"/>
                  <a:gd name="connsiteY2" fmla="*/ 18757 h 37180"/>
                  <a:gd name="connsiteX3" fmla="*/ 18854 w 37180"/>
                  <a:gd name="connsiteY3" fmla="*/ 167 h 37180"/>
                  <a:gd name="connsiteX4" fmla="*/ 3744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7"/>
                    </a:moveTo>
                    <a:cubicBezTo>
                      <a:pt x="37445" y="29025"/>
                      <a:pt x="29122" y="37348"/>
                      <a:pt x="18854" y="37348"/>
                    </a:cubicBezTo>
                    <a:cubicBezTo>
                      <a:pt x="8587" y="37348"/>
                      <a:pt x="264" y="29025"/>
                      <a:pt x="264" y="18757"/>
                    </a:cubicBezTo>
                    <a:cubicBezTo>
                      <a:pt x="264" y="8490"/>
                      <a:pt x="8587" y="167"/>
                      <a:pt x="18854" y="167"/>
                    </a:cubicBezTo>
                    <a:cubicBezTo>
                      <a:pt x="29122" y="167"/>
                      <a:pt x="37445" y="8490"/>
                      <a:pt x="37445" y="18757"/>
                    </a:cubicBezTo>
                    <a:close/>
                  </a:path>
                </a:pathLst>
              </a:custGeom>
              <a:solidFill>
                <a:srgbClr val="F1F7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4" name="Freeform: Shape 4223">
                <a:extLst>
                  <a:ext uri="{FF2B5EF4-FFF2-40B4-BE49-F238E27FC236}">
                    <a16:creationId xmlns:a16="http://schemas.microsoft.com/office/drawing/2014/main" id="{8508AC7B-5CD8-7302-A9D4-BA1992F317E0}"/>
                  </a:ext>
                </a:extLst>
              </p:cNvPr>
              <p:cNvSpPr/>
              <p:nvPr/>
            </p:nvSpPr>
            <p:spPr>
              <a:xfrm>
                <a:off x="1782563" y="7883482"/>
                <a:ext cx="41981" cy="41981"/>
              </a:xfrm>
              <a:custGeom>
                <a:avLst/>
                <a:gdLst>
                  <a:gd name="connsiteX0" fmla="*/ 21255 w 41981"/>
                  <a:gd name="connsiteY0" fmla="*/ 4967 h 41981"/>
                  <a:gd name="connsiteX1" fmla="*/ 37445 w 41981"/>
                  <a:gd name="connsiteY1" fmla="*/ 21158 h 41981"/>
                  <a:gd name="connsiteX2" fmla="*/ 37445 w 41981"/>
                  <a:gd name="connsiteY2" fmla="*/ 21158 h 41981"/>
                  <a:gd name="connsiteX3" fmla="*/ 21255 w 41981"/>
                  <a:gd name="connsiteY3" fmla="*/ 37348 h 41981"/>
                  <a:gd name="connsiteX4" fmla="*/ 5064 w 41981"/>
                  <a:gd name="connsiteY4" fmla="*/ 21158 h 41981"/>
                  <a:gd name="connsiteX5" fmla="*/ 21255 w 41981"/>
                  <a:gd name="connsiteY5" fmla="*/ 4967 h 41981"/>
                  <a:gd name="connsiteX6" fmla="*/ 21255 w 41981"/>
                  <a:gd name="connsiteY6" fmla="*/ 167 h 41981"/>
                  <a:gd name="connsiteX7" fmla="*/ 264 w 41981"/>
                  <a:gd name="connsiteY7" fmla="*/ 21158 h 41981"/>
                  <a:gd name="connsiteX8" fmla="*/ 21255 w 41981"/>
                  <a:gd name="connsiteY8" fmla="*/ 42148 h 41981"/>
                  <a:gd name="connsiteX9" fmla="*/ 42245 w 41981"/>
                  <a:gd name="connsiteY9" fmla="*/ 21158 h 41981"/>
                  <a:gd name="connsiteX10" fmla="*/ 42245 w 41981"/>
                  <a:gd name="connsiteY10" fmla="*/ 21158 h 41981"/>
                  <a:gd name="connsiteX11" fmla="*/ 21255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67"/>
                    </a:moveTo>
                    <a:cubicBezTo>
                      <a:pt x="30196" y="4967"/>
                      <a:pt x="37445" y="12216"/>
                      <a:pt x="37445" y="21158"/>
                    </a:cubicBezTo>
                    <a:lnTo>
                      <a:pt x="37445" y="21158"/>
                    </a:lnTo>
                    <a:cubicBezTo>
                      <a:pt x="37445" y="30099"/>
                      <a:pt x="30196" y="37348"/>
                      <a:pt x="21255" y="37348"/>
                    </a:cubicBezTo>
                    <a:cubicBezTo>
                      <a:pt x="12313" y="37348"/>
                      <a:pt x="5064" y="30099"/>
                      <a:pt x="5064" y="21158"/>
                    </a:cubicBezTo>
                    <a:cubicBezTo>
                      <a:pt x="5064" y="12216"/>
                      <a:pt x="12313" y="4967"/>
                      <a:pt x="21255" y="4967"/>
                    </a:cubicBezTo>
                    <a:close/>
                    <a:moveTo>
                      <a:pt x="21255" y="167"/>
                    </a:moveTo>
                    <a:cubicBezTo>
                      <a:pt x="9662" y="167"/>
                      <a:pt x="264" y="9565"/>
                      <a:pt x="264" y="21158"/>
                    </a:cubicBezTo>
                    <a:cubicBezTo>
                      <a:pt x="264" y="32750"/>
                      <a:pt x="9662" y="42148"/>
                      <a:pt x="21255" y="42148"/>
                    </a:cubicBezTo>
                    <a:cubicBezTo>
                      <a:pt x="32847" y="42148"/>
                      <a:pt x="42245" y="32750"/>
                      <a:pt x="42245" y="21158"/>
                    </a:cubicBezTo>
                    <a:lnTo>
                      <a:pt x="42245" y="21158"/>
                    </a:lnTo>
                    <a:cubicBezTo>
                      <a:pt x="42245" y="9565"/>
                      <a:pt x="32847" y="167"/>
                      <a:pt x="21255"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5" name="Freeform: Shape 4224">
                <a:extLst>
                  <a:ext uri="{FF2B5EF4-FFF2-40B4-BE49-F238E27FC236}">
                    <a16:creationId xmlns:a16="http://schemas.microsoft.com/office/drawing/2014/main" id="{13079C33-FF4E-4BCB-7B0E-876922FE218E}"/>
                  </a:ext>
                </a:extLst>
              </p:cNvPr>
              <p:cNvSpPr/>
              <p:nvPr/>
            </p:nvSpPr>
            <p:spPr>
              <a:xfrm>
                <a:off x="1667851" y="7727045"/>
                <a:ext cx="37180" cy="37180"/>
              </a:xfrm>
              <a:custGeom>
                <a:avLst/>
                <a:gdLst>
                  <a:gd name="connsiteX0" fmla="*/ 37425 w 37180"/>
                  <a:gd name="connsiteY0" fmla="*/ 18730 h 37180"/>
                  <a:gd name="connsiteX1" fmla="*/ 18834 w 37180"/>
                  <a:gd name="connsiteY1" fmla="*/ 37320 h 37180"/>
                  <a:gd name="connsiteX2" fmla="*/ 244 w 37180"/>
                  <a:gd name="connsiteY2" fmla="*/ 18730 h 37180"/>
                  <a:gd name="connsiteX3" fmla="*/ 18834 w 37180"/>
                  <a:gd name="connsiteY3" fmla="*/ 139 h 37180"/>
                  <a:gd name="connsiteX4" fmla="*/ 37425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30"/>
                    </a:moveTo>
                    <a:cubicBezTo>
                      <a:pt x="37425" y="28997"/>
                      <a:pt x="29101" y="37320"/>
                      <a:pt x="18834" y="37320"/>
                    </a:cubicBezTo>
                    <a:cubicBezTo>
                      <a:pt x="8567" y="37320"/>
                      <a:pt x="244" y="28997"/>
                      <a:pt x="244" y="18730"/>
                    </a:cubicBezTo>
                    <a:cubicBezTo>
                      <a:pt x="244" y="8463"/>
                      <a:pt x="8567" y="139"/>
                      <a:pt x="18834" y="139"/>
                    </a:cubicBezTo>
                    <a:cubicBezTo>
                      <a:pt x="29101" y="139"/>
                      <a:pt x="37425" y="8463"/>
                      <a:pt x="37425" y="18730"/>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6" name="Freeform: Shape 4225">
                <a:extLst>
                  <a:ext uri="{FF2B5EF4-FFF2-40B4-BE49-F238E27FC236}">
                    <a16:creationId xmlns:a16="http://schemas.microsoft.com/office/drawing/2014/main" id="{FE80598F-5568-888A-6101-6B49BC21CFDD}"/>
                  </a:ext>
                </a:extLst>
              </p:cNvPr>
              <p:cNvSpPr/>
              <p:nvPr/>
            </p:nvSpPr>
            <p:spPr>
              <a:xfrm>
                <a:off x="1665451" y="7724645"/>
                <a:ext cx="41981" cy="41981"/>
              </a:xfrm>
              <a:custGeom>
                <a:avLst/>
                <a:gdLst>
                  <a:gd name="connsiteX0" fmla="*/ 21234 w 41981"/>
                  <a:gd name="connsiteY0" fmla="*/ 4940 h 41981"/>
                  <a:gd name="connsiteX1" fmla="*/ 37425 w 41981"/>
                  <a:gd name="connsiteY1" fmla="*/ 21130 h 41981"/>
                  <a:gd name="connsiteX2" fmla="*/ 37425 w 41981"/>
                  <a:gd name="connsiteY2" fmla="*/ 21130 h 41981"/>
                  <a:gd name="connsiteX3" fmla="*/ 21234 w 41981"/>
                  <a:gd name="connsiteY3" fmla="*/ 37320 h 41981"/>
                  <a:gd name="connsiteX4" fmla="*/ 5044 w 41981"/>
                  <a:gd name="connsiteY4" fmla="*/ 21130 h 41981"/>
                  <a:gd name="connsiteX5" fmla="*/ 21234 w 41981"/>
                  <a:gd name="connsiteY5" fmla="*/ 4940 h 41981"/>
                  <a:gd name="connsiteX6" fmla="*/ 21234 w 41981"/>
                  <a:gd name="connsiteY6" fmla="*/ 139 h 41981"/>
                  <a:gd name="connsiteX7" fmla="*/ 244 w 41981"/>
                  <a:gd name="connsiteY7" fmla="*/ 21130 h 41981"/>
                  <a:gd name="connsiteX8" fmla="*/ 21234 w 41981"/>
                  <a:gd name="connsiteY8" fmla="*/ 42121 h 41981"/>
                  <a:gd name="connsiteX9" fmla="*/ 42225 w 41981"/>
                  <a:gd name="connsiteY9" fmla="*/ 21130 h 41981"/>
                  <a:gd name="connsiteX10" fmla="*/ 42225 w 41981"/>
                  <a:gd name="connsiteY10" fmla="*/ 21130 h 41981"/>
                  <a:gd name="connsiteX11" fmla="*/ 21234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40"/>
                    </a:moveTo>
                    <a:cubicBezTo>
                      <a:pt x="30176" y="4940"/>
                      <a:pt x="37425" y="12188"/>
                      <a:pt x="37425" y="21130"/>
                    </a:cubicBezTo>
                    <a:lnTo>
                      <a:pt x="37425" y="21130"/>
                    </a:lnTo>
                    <a:cubicBezTo>
                      <a:pt x="37425" y="30072"/>
                      <a:pt x="30176" y="37320"/>
                      <a:pt x="21234" y="37320"/>
                    </a:cubicBezTo>
                    <a:cubicBezTo>
                      <a:pt x="12293" y="37320"/>
                      <a:pt x="5044" y="30072"/>
                      <a:pt x="5044" y="21130"/>
                    </a:cubicBezTo>
                    <a:cubicBezTo>
                      <a:pt x="5044" y="12188"/>
                      <a:pt x="12293" y="4940"/>
                      <a:pt x="21234" y="4940"/>
                    </a:cubicBezTo>
                    <a:close/>
                    <a:moveTo>
                      <a:pt x="21234" y="139"/>
                    </a:moveTo>
                    <a:cubicBezTo>
                      <a:pt x="9642" y="139"/>
                      <a:pt x="244" y="9538"/>
                      <a:pt x="244" y="21130"/>
                    </a:cubicBezTo>
                    <a:cubicBezTo>
                      <a:pt x="244" y="32723"/>
                      <a:pt x="9642" y="42121"/>
                      <a:pt x="21234" y="42121"/>
                    </a:cubicBezTo>
                    <a:cubicBezTo>
                      <a:pt x="32827" y="42121"/>
                      <a:pt x="42225" y="32723"/>
                      <a:pt x="42225" y="21130"/>
                    </a:cubicBezTo>
                    <a:lnTo>
                      <a:pt x="42225" y="21130"/>
                    </a:lnTo>
                    <a:cubicBezTo>
                      <a:pt x="42225" y="9538"/>
                      <a:pt x="32827" y="139"/>
                      <a:pt x="21234" y="13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7" name="Freeform: Shape 4226">
                <a:extLst>
                  <a:ext uri="{FF2B5EF4-FFF2-40B4-BE49-F238E27FC236}">
                    <a16:creationId xmlns:a16="http://schemas.microsoft.com/office/drawing/2014/main" id="{B7C36769-15D9-0481-D6E4-C224F4DFBC75}"/>
                  </a:ext>
                </a:extLst>
              </p:cNvPr>
              <p:cNvSpPr/>
              <p:nvPr/>
            </p:nvSpPr>
            <p:spPr>
              <a:xfrm>
                <a:off x="1436178" y="7882507"/>
                <a:ext cx="37180" cy="37180"/>
              </a:xfrm>
              <a:custGeom>
                <a:avLst/>
                <a:gdLst>
                  <a:gd name="connsiteX0" fmla="*/ 37384 w 37180"/>
                  <a:gd name="connsiteY0" fmla="*/ 18757 h 37180"/>
                  <a:gd name="connsiteX1" fmla="*/ 18794 w 37180"/>
                  <a:gd name="connsiteY1" fmla="*/ 37347 h 37180"/>
                  <a:gd name="connsiteX2" fmla="*/ 204 w 37180"/>
                  <a:gd name="connsiteY2" fmla="*/ 18757 h 37180"/>
                  <a:gd name="connsiteX3" fmla="*/ 18794 w 37180"/>
                  <a:gd name="connsiteY3" fmla="*/ 166 h 37180"/>
                  <a:gd name="connsiteX4" fmla="*/ 37384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4" y="18757"/>
                    </a:moveTo>
                    <a:cubicBezTo>
                      <a:pt x="37384" y="29024"/>
                      <a:pt x="29061" y="37347"/>
                      <a:pt x="18794" y="37347"/>
                    </a:cubicBezTo>
                    <a:cubicBezTo>
                      <a:pt x="8527" y="37347"/>
                      <a:pt x="204" y="29024"/>
                      <a:pt x="204" y="18757"/>
                    </a:cubicBezTo>
                    <a:cubicBezTo>
                      <a:pt x="204" y="8490"/>
                      <a:pt x="8527" y="166"/>
                      <a:pt x="18794" y="166"/>
                    </a:cubicBezTo>
                    <a:cubicBezTo>
                      <a:pt x="29061" y="166"/>
                      <a:pt x="37384" y="8490"/>
                      <a:pt x="37384" y="18757"/>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8" name="Freeform: Shape 4227">
                <a:extLst>
                  <a:ext uri="{FF2B5EF4-FFF2-40B4-BE49-F238E27FC236}">
                    <a16:creationId xmlns:a16="http://schemas.microsoft.com/office/drawing/2014/main" id="{F3BC954E-BFFA-C0E9-F506-31BC46F54008}"/>
                  </a:ext>
                </a:extLst>
              </p:cNvPr>
              <p:cNvSpPr/>
              <p:nvPr/>
            </p:nvSpPr>
            <p:spPr>
              <a:xfrm>
                <a:off x="1433778" y="7880107"/>
                <a:ext cx="41981" cy="41981"/>
              </a:xfrm>
              <a:custGeom>
                <a:avLst/>
                <a:gdLst>
                  <a:gd name="connsiteX0" fmla="*/ 21194 w 41981"/>
                  <a:gd name="connsiteY0" fmla="*/ 4967 h 41981"/>
                  <a:gd name="connsiteX1" fmla="*/ 37384 w 41981"/>
                  <a:gd name="connsiteY1" fmla="*/ 21157 h 41981"/>
                  <a:gd name="connsiteX2" fmla="*/ 37384 w 41981"/>
                  <a:gd name="connsiteY2" fmla="*/ 21157 h 41981"/>
                  <a:gd name="connsiteX3" fmla="*/ 21194 w 41981"/>
                  <a:gd name="connsiteY3" fmla="*/ 37347 h 41981"/>
                  <a:gd name="connsiteX4" fmla="*/ 5004 w 41981"/>
                  <a:gd name="connsiteY4" fmla="*/ 21157 h 41981"/>
                  <a:gd name="connsiteX5" fmla="*/ 21194 w 41981"/>
                  <a:gd name="connsiteY5" fmla="*/ 4967 h 41981"/>
                  <a:gd name="connsiteX6" fmla="*/ 21194 w 41981"/>
                  <a:gd name="connsiteY6" fmla="*/ 166 h 41981"/>
                  <a:gd name="connsiteX7" fmla="*/ 204 w 41981"/>
                  <a:gd name="connsiteY7" fmla="*/ 21157 h 41981"/>
                  <a:gd name="connsiteX8" fmla="*/ 21194 w 41981"/>
                  <a:gd name="connsiteY8" fmla="*/ 42148 h 41981"/>
                  <a:gd name="connsiteX9" fmla="*/ 42185 w 41981"/>
                  <a:gd name="connsiteY9" fmla="*/ 21157 h 41981"/>
                  <a:gd name="connsiteX10" fmla="*/ 42185 w 41981"/>
                  <a:gd name="connsiteY10" fmla="*/ 21157 h 41981"/>
                  <a:gd name="connsiteX11" fmla="*/ 2119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4" y="4967"/>
                    </a:moveTo>
                    <a:cubicBezTo>
                      <a:pt x="30136" y="4967"/>
                      <a:pt x="37384" y="12215"/>
                      <a:pt x="37384" y="21157"/>
                    </a:cubicBezTo>
                    <a:lnTo>
                      <a:pt x="37384" y="21157"/>
                    </a:lnTo>
                    <a:cubicBezTo>
                      <a:pt x="37384" y="30099"/>
                      <a:pt x="30136" y="37347"/>
                      <a:pt x="21194" y="37347"/>
                    </a:cubicBezTo>
                    <a:cubicBezTo>
                      <a:pt x="12252" y="37347"/>
                      <a:pt x="5004" y="30099"/>
                      <a:pt x="5004" y="21157"/>
                    </a:cubicBezTo>
                    <a:cubicBezTo>
                      <a:pt x="5004" y="12215"/>
                      <a:pt x="12252" y="4967"/>
                      <a:pt x="21194" y="4967"/>
                    </a:cubicBezTo>
                    <a:close/>
                    <a:moveTo>
                      <a:pt x="21194" y="166"/>
                    </a:moveTo>
                    <a:cubicBezTo>
                      <a:pt x="9602" y="166"/>
                      <a:pt x="204" y="9564"/>
                      <a:pt x="204" y="21157"/>
                    </a:cubicBezTo>
                    <a:cubicBezTo>
                      <a:pt x="204" y="32750"/>
                      <a:pt x="9602" y="42148"/>
                      <a:pt x="21194" y="42148"/>
                    </a:cubicBezTo>
                    <a:cubicBezTo>
                      <a:pt x="32787" y="42148"/>
                      <a:pt x="42185" y="32750"/>
                      <a:pt x="42185" y="21157"/>
                    </a:cubicBezTo>
                    <a:lnTo>
                      <a:pt x="42185" y="21157"/>
                    </a:lnTo>
                    <a:cubicBezTo>
                      <a:pt x="42185" y="9564"/>
                      <a:pt x="32787" y="166"/>
                      <a:pt x="21194"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29" name="Freeform: Shape 4228">
                <a:extLst>
                  <a:ext uri="{FF2B5EF4-FFF2-40B4-BE49-F238E27FC236}">
                    <a16:creationId xmlns:a16="http://schemas.microsoft.com/office/drawing/2014/main" id="{5571AF51-88F6-1861-1A5B-40E23DA0CA84}"/>
                  </a:ext>
                </a:extLst>
              </p:cNvPr>
              <p:cNvSpPr/>
              <p:nvPr/>
            </p:nvSpPr>
            <p:spPr>
              <a:xfrm>
                <a:off x="1495017" y="7903116"/>
                <a:ext cx="37180" cy="37180"/>
              </a:xfrm>
              <a:custGeom>
                <a:avLst/>
                <a:gdLst>
                  <a:gd name="connsiteX0" fmla="*/ 37395 w 37180"/>
                  <a:gd name="connsiteY0" fmla="*/ 18760 h 37180"/>
                  <a:gd name="connsiteX1" fmla="*/ 18804 w 37180"/>
                  <a:gd name="connsiteY1" fmla="*/ 37351 h 37180"/>
                  <a:gd name="connsiteX2" fmla="*/ 214 w 37180"/>
                  <a:gd name="connsiteY2" fmla="*/ 18760 h 37180"/>
                  <a:gd name="connsiteX3" fmla="*/ 18804 w 37180"/>
                  <a:gd name="connsiteY3" fmla="*/ 170 h 37180"/>
                  <a:gd name="connsiteX4" fmla="*/ 37395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5" y="18760"/>
                    </a:moveTo>
                    <a:cubicBezTo>
                      <a:pt x="37395" y="29028"/>
                      <a:pt x="29071" y="37351"/>
                      <a:pt x="18804" y="37351"/>
                    </a:cubicBezTo>
                    <a:cubicBezTo>
                      <a:pt x="8537" y="37351"/>
                      <a:pt x="214" y="29028"/>
                      <a:pt x="214" y="18760"/>
                    </a:cubicBezTo>
                    <a:cubicBezTo>
                      <a:pt x="214" y="8493"/>
                      <a:pt x="8537" y="170"/>
                      <a:pt x="18804" y="170"/>
                    </a:cubicBezTo>
                    <a:cubicBezTo>
                      <a:pt x="29071" y="170"/>
                      <a:pt x="37395" y="8493"/>
                      <a:pt x="37395" y="18760"/>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0" name="Freeform: Shape 4229">
                <a:extLst>
                  <a:ext uri="{FF2B5EF4-FFF2-40B4-BE49-F238E27FC236}">
                    <a16:creationId xmlns:a16="http://schemas.microsoft.com/office/drawing/2014/main" id="{051F9943-F399-4D7C-F9B8-D347A8D84678}"/>
                  </a:ext>
                </a:extLst>
              </p:cNvPr>
              <p:cNvSpPr/>
              <p:nvPr/>
            </p:nvSpPr>
            <p:spPr>
              <a:xfrm>
                <a:off x="1492616" y="7900716"/>
                <a:ext cx="41981" cy="41981"/>
              </a:xfrm>
              <a:custGeom>
                <a:avLst/>
                <a:gdLst>
                  <a:gd name="connsiteX0" fmla="*/ 21204 w 41981"/>
                  <a:gd name="connsiteY0" fmla="*/ 4970 h 41981"/>
                  <a:gd name="connsiteX1" fmla="*/ 37395 w 41981"/>
                  <a:gd name="connsiteY1" fmla="*/ 21161 h 41981"/>
                  <a:gd name="connsiteX2" fmla="*/ 37395 w 41981"/>
                  <a:gd name="connsiteY2" fmla="*/ 21161 h 41981"/>
                  <a:gd name="connsiteX3" fmla="*/ 21204 w 41981"/>
                  <a:gd name="connsiteY3" fmla="*/ 37351 h 41981"/>
                  <a:gd name="connsiteX4" fmla="*/ 5014 w 41981"/>
                  <a:gd name="connsiteY4" fmla="*/ 21161 h 41981"/>
                  <a:gd name="connsiteX5" fmla="*/ 21204 w 41981"/>
                  <a:gd name="connsiteY5" fmla="*/ 4970 h 41981"/>
                  <a:gd name="connsiteX6" fmla="*/ 21204 w 41981"/>
                  <a:gd name="connsiteY6" fmla="*/ 170 h 41981"/>
                  <a:gd name="connsiteX7" fmla="*/ 214 w 41981"/>
                  <a:gd name="connsiteY7" fmla="*/ 21161 h 41981"/>
                  <a:gd name="connsiteX8" fmla="*/ 21204 w 41981"/>
                  <a:gd name="connsiteY8" fmla="*/ 42151 h 41981"/>
                  <a:gd name="connsiteX9" fmla="*/ 42195 w 41981"/>
                  <a:gd name="connsiteY9" fmla="*/ 21161 h 41981"/>
                  <a:gd name="connsiteX10" fmla="*/ 42195 w 41981"/>
                  <a:gd name="connsiteY10" fmla="*/ 21161 h 41981"/>
                  <a:gd name="connsiteX11" fmla="*/ 21204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4" y="4970"/>
                    </a:moveTo>
                    <a:cubicBezTo>
                      <a:pt x="30146" y="4970"/>
                      <a:pt x="37395" y="12219"/>
                      <a:pt x="37395" y="21161"/>
                    </a:cubicBezTo>
                    <a:lnTo>
                      <a:pt x="37395" y="21161"/>
                    </a:lnTo>
                    <a:cubicBezTo>
                      <a:pt x="37395" y="30102"/>
                      <a:pt x="30146" y="37351"/>
                      <a:pt x="21204" y="37351"/>
                    </a:cubicBezTo>
                    <a:cubicBezTo>
                      <a:pt x="12263" y="37351"/>
                      <a:pt x="5014" y="30102"/>
                      <a:pt x="5014" y="21161"/>
                    </a:cubicBezTo>
                    <a:cubicBezTo>
                      <a:pt x="5014" y="12219"/>
                      <a:pt x="12263" y="4970"/>
                      <a:pt x="21204" y="4970"/>
                    </a:cubicBezTo>
                    <a:close/>
                    <a:moveTo>
                      <a:pt x="21204" y="170"/>
                    </a:moveTo>
                    <a:cubicBezTo>
                      <a:pt x="9612" y="170"/>
                      <a:pt x="214" y="9568"/>
                      <a:pt x="214" y="21161"/>
                    </a:cubicBezTo>
                    <a:cubicBezTo>
                      <a:pt x="214" y="32753"/>
                      <a:pt x="9612" y="42151"/>
                      <a:pt x="21204" y="42151"/>
                    </a:cubicBezTo>
                    <a:cubicBezTo>
                      <a:pt x="32797" y="42151"/>
                      <a:pt x="42195" y="32753"/>
                      <a:pt x="42195" y="21161"/>
                    </a:cubicBezTo>
                    <a:lnTo>
                      <a:pt x="42195" y="21161"/>
                    </a:lnTo>
                    <a:cubicBezTo>
                      <a:pt x="42195" y="9568"/>
                      <a:pt x="32797" y="170"/>
                      <a:pt x="21204"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1" name="Freeform: Shape 4230">
                <a:extLst>
                  <a:ext uri="{FF2B5EF4-FFF2-40B4-BE49-F238E27FC236}">
                    <a16:creationId xmlns:a16="http://schemas.microsoft.com/office/drawing/2014/main" id="{E2A41540-C067-BD95-663B-957B12BFD0AA}"/>
                  </a:ext>
                </a:extLst>
              </p:cNvPr>
              <p:cNvSpPr/>
              <p:nvPr/>
            </p:nvSpPr>
            <p:spPr>
              <a:xfrm>
                <a:off x="1871761" y="8138833"/>
                <a:ext cx="37180" cy="37180"/>
              </a:xfrm>
              <a:custGeom>
                <a:avLst/>
                <a:gdLst>
                  <a:gd name="connsiteX0" fmla="*/ 37460 w 37180"/>
                  <a:gd name="connsiteY0" fmla="*/ 18801 h 37180"/>
                  <a:gd name="connsiteX1" fmla="*/ 18870 w 37180"/>
                  <a:gd name="connsiteY1" fmla="*/ 37392 h 37180"/>
                  <a:gd name="connsiteX2" fmla="*/ 279 w 37180"/>
                  <a:gd name="connsiteY2" fmla="*/ 18801 h 37180"/>
                  <a:gd name="connsiteX3" fmla="*/ 18870 w 37180"/>
                  <a:gd name="connsiteY3" fmla="*/ 211 h 37180"/>
                  <a:gd name="connsiteX4" fmla="*/ 37460 w 37180"/>
                  <a:gd name="connsiteY4" fmla="*/ 188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801"/>
                    </a:moveTo>
                    <a:cubicBezTo>
                      <a:pt x="37460" y="29069"/>
                      <a:pt x="29137" y="37392"/>
                      <a:pt x="18870" y="37392"/>
                    </a:cubicBezTo>
                    <a:cubicBezTo>
                      <a:pt x="8602" y="37392"/>
                      <a:pt x="279" y="29069"/>
                      <a:pt x="279" y="18801"/>
                    </a:cubicBezTo>
                    <a:cubicBezTo>
                      <a:pt x="279" y="8534"/>
                      <a:pt x="8602" y="211"/>
                      <a:pt x="18870" y="211"/>
                    </a:cubicBezTo>
                    <a:cubicBezTo>
                      <a:pt x="29137" y="211"/>
                      <a:pt x="37460" y="8534"/>
                      <a:pt x="37460" y="18801"/>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2" name="Freeform: Shape 4231">
                <a:extLst>
                  <a:ext uri="{FF2B5EF4-FFF2-40B4-BE49-F238E27FC236}">
                    <a16:creationId xmlns:a16="http://schemas.microsoft.com/office/drawing/2014/main" id="{12136A25-BAD1-1CF8-9016-2B8528862BD7}"/>
                  </a:ext>
                </a:extLst>
              </p:cNvPr>
              <p:cNvSpPr/>
              <p:nvPr/>
            </p:nvSpPr>
            <p:spPr>
              <a:xfrm>
                <a:off x="1869361" y="8136433"/>
                <a:ext cx="41981" cy="41981"/>
              </a:xfrm>
              <a:custGeom>
                <a:avLst/>
                <a:gdLst>
                  <a:gd name="connsiteX0" fmla="*/ 21270 w 41981"/>
                  <a:gd name="connsiteY0" fmla="*/ 5011 h 41981"/>
                  <a:gd name="connsiteX1" fmla="*/ 37460 w 41981"/>
                  <a:gd name="connsiteY1" fmla="*/ 21202 h 41981"/>
                  <a:gd name="connsiteX2" fmla="*/ 37460 w 41981"/>
                  <a:gd name="connsiteY2" fmla="*/ 21202 h 41981"/>
                  <a:gd name="connsiteX3" fmla="*/ 21270 w 41981"/>
                  <a:gd name="connsiteY3" fmla="*/ 37392 h 41981"/>
                  <a:gd name="connsiteX4" fmla="*/ 5080 w 41981"/>
                  <a:gd name="connsiteY4" fmla="*/ 21202 h 41981"/>
                  <a:gd name="connsiteX5" fmla="*/ 21270 w 41981"/>
                  <a:gd name="connsiteY5" fmla="*/ 5011 h 41981"/>
                  <a:gd name="connsiteX6" fmla="*/ 21270 w 41981"/>
                  <a:gd name="connsiteY6" fmla="*/ 211 h 41981"/>
                  <a:gd name="connsiteX7" fmla="*/ 279 w 41981"/>
                  <a:gd name="connsiteY7" fmla="*/ 21202 h 41981"/>
                  <a:gd name="connsiteX8" fmla="*/ 21270 w 41981"/>
                  <a:gd name="connsiteY8" fmla="*/ 42192 h 41981"/>
                  <a:gd name="connsiteX9" fmla="*/ 42260 w 41981"/>
                  <a:gd name="connsiteY9" fmla="*/ 21202 h 41981"/>
                  <a:gd name="connsiteX10" fmla="*/ 42260 w 41981"/>
                  <a:gd name="connsiteY10" fmla="*/ 21202 h 41981"/>
                  <a:gd name="connsiteX11" fmla="*/ 21270 w 41981"/>
                  <a:gd name="connsiteY11" fmla="*/ 2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5011"/>
                    </a:moveTo>
                    <a:cubicBezTo>
                      <a:pt x="30212" y="5011"/>
                      <a:pt x="37460" y="12260"/>
                      <a:pt x="37460" y="21202"/>
                    </a:cubicBezTo>
                    <a:lnTo>
                      <a:pt x="37460" y="21202"/>
                    </a:lnTo>
                    <a:cubicBezTo>
                      <a:pt x="37460" y="30143"/>
                      <a:pt x="30212" y="37392"/>
                      <a:pt x="21270" y="37392"/>
                    </a:cubicBezTo>
                    <a:cubicBezTo>
                      <a:pt x="12328" y="37392"/>
                      <a:pt x="5080" y="30143"/>
                      <a:pt x="5080" y="21202"/>
                    </a:cubicBezTo>
                    <a:cubicBezTo>
                      <a:pt x="5080" y="12260"/>
                      <a:pt x="12328" y="5011"/>
                      <a:pt x="21270" y="5011"/>
                    </a:cubicBezTo>
                    <a:close/>
                    <a:moveTo>
                      <a:pt x="21270" y="211"/>
                    </a:moveTo>
                    <a:cubicBezTo>
                      <a:pt x="9677" y="211"/>
                      <a:pt x="279" y="9609"/>
                      <a:pt x="279" y="21202"/>
                    </a:cubicBezTo>
                    <a:cubicBezTo>
                      <a:pt x="279" y="32794"/>
                      <a:pt x="9677" y="42192"/>
                      <a:pt x="21270" y="42192"/>
                    </a:cubicBezTo>
                    <a:cubicBezTo>
                      <a:pt x="32862" y="42192"/>
                      <a:pt x="42260" y="32794"/>
                      <a:pt x="42260" y="21202"/>
                    </a:cubicBezTo>
                    <a:lnTo>
                      <a:pt x="42260" y="21202"/>
                    </a:lnTo>
                    <a:cubicBezTo>
                      <a:pt x="42260" y="9609"/>
                      <a:pt x="32862" y="211"/>
                      <a:pt x="21270" y="2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3" name="Freeform: Shape 4232">
                <a:extLst>
                  <a:ext uri="{FF2B5EF4-FFF2-40B4-BE49-F238E27FC236}">
                    <a16:creationId xmlns:a16="http://schemas.microsoft.com/office/drawing/2014/main" id="{AACC2BB3-0210-BE3F-F001-B721E6FEC405}"/>
                  </a:ext>
                </a:extLst>
              </p:cNvPr>
              <p:cNvSpPr/>
              <p:nvPr/>
            </p:nvSpPr>
            <p:spPr>
              <a:xfrm>
                <a:off x="1802180" y="7996912"/>
                <a:ext cx="37180" cy="37180"/>
              </a:xfrm>
              <a:custGeom>
                <a:avLst/>
                <a:gdLst>
                  <a:gd name="connsiteX0" fmla="*/ 37448 w 37180"/>
                  <a:gd name="connsiteY0" fmla="*/ 18777 h 37180"/>
                  <a:gd name="connsiteX1" fmla="*/ 18857 w 37180"/>
                  <a:gd name="connsiteY1" fmla="*/ 37367 h 37180"/>
                  <a:gd name="connsiteX2" fmla="*/ 267 w 37180"/>
                  <a:gd name="connsiteY2" fmla="*/ 18777 h 37180"/>
                  <a:gd name="connsiteX3" fmla="*/ 18857 w 37180"/>
                  <a:gd name="connsiteY3" fmla="*/ 186 h 37180"/>
                  <a:gd name="connsiteX4" fmla="*/ 37448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7"/>
                    </a:moveTo>
                    <a:cubicBezTo>
                      <a:pt x="37448" y="29044"/>
                      <a:pt x="29125" y="37367"/>
                      <a:pt x="18857" y="37367"/>
                    </a:cubicBezTo>
                    <a:cubicBezTo>
                      <a:pt x="8590" y="37367"/>
                      <a:pt x="267" y="29044"/>
                      <a:pt x="267" y="18777"/>
                    </a:cubicBezTo>
                    <a:cubicBezTo>
                      <a:pt x="267" y="8510"/>
                      <a:pt x="8590" y="186"/>
                      <a:pt x="18857" y="186"/>
                    </a:cubicBezTo>
                    <a:cubicBezTo>
                      <a:pt x="29125" y="186"/>
                      <a:pt x="37448" y="8510"/>
                      <a:pt x="37448" y="18777"/>
                    </a:cubicBezTo>
                    <a:close/>
                  </a:path>
                </a:pathLst>
              </a:custGeom>
              <a:solidFill>
                <a:srgbClr val="A8F7A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4" name="Freeform: Shape 4233">
                <a:extLst>
                  <a:ext uri="{FF2B5EF4-FFF2-40B4-BE49-F238E27FC236}">
                    <a16:creationId xmlns:a16="http://schemas.microsoft.com/office/drawing/2014/main" id="{2410D842-57AF-EE34-B70C-18941B45384C}"/>
                  </a:ext>
                </a:extLst>
              </p:cNvPr>
              <p:cNvSpPr/>
              <p:nvPr/>
            </p:nvSpPr>
            <p:spPr>
              <a:xfrm>
                <a:off x="1799780" y="7994512"/>
                <a:ext cx="41981" cy="41981"/>
              </a:xfrm>
              <a:custGeom>
                <a:avLst/>
                <a:gdLst>
                  <a:gd name="connsiteX0" fmla="*/ 21258 w 41981"/>
                  <a:gd name="connsiteY0" fmla="*/ 4987 h 41981"/>
                  <a:gd name="connsiteX1" fmla="*/ 37448 w 41981"/>
                  <a:gd name="connsiteY1" fmla="*/ 21177 h 41981"/>
                  <a:gd name="connsiteX2" fmla="*/ 37448 w 41981"/>
                  <a:gd name="connsiteY2" fmla="*/ 21177 h 41981"/>
                  <a:gd name="connsiteX3" fmla="*/ 21258 w 41981"/>
                  <a:gd name="connsiteY3" fmla="*/ 37367 h 41981"/>
                  <a:gd name="connsiteX4" fmla="*/ 5067 w 41981"/>
                  <a:gd name="connsiteY4" fmla="*/ 21177 h 41981"/>
                  <a:gd name="connsiteX5" fmla="*/ 21258 w 41981"/>
                  <a:gd name="connsiteY5" fmla="*/ 4987 h 41981"/>
                  <a:gd name="connsiteX6" fmla="*/ 21258 w 41981"/>
                  <a:gd name="connsiteY6" fmla="*/ 186 h 41981"/>
                  <a:gd name="connsiteX7" fmla="*/ 267 w 41981"/>
                  <a:gd name="connsiteY7" fmla="*/ 21177 h 41981"/>
                  <a:gd name="connsiteX8" fmla="*/ 21258 w 41981"/>
                  <a:gd name="connsiteY8" fmla="*/ 42168 h 41981"/>
                  <a:gd name="connsiteX9" fmla="*/ 42248 w 41981"/>
                  <a:gd name="connsiteY9" fmla="*/ 21177 h 41981"/>
                  <a:gd name="connsiteX10" fmla="*/ 42248 w 41981"/>
                  <a:gd name="connsiteY10" fmla="*/ 21177 h 41981"/>
                  <a:gd name="connsiteX11" fmla="*/ 21258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7"/>
                    </a:moveTo>
                    <a:cubicBezTo>
                      <a:pt x="30199" y="4987"/>
                      <a:pt x="37448" y="12235"/>
                      <a:pt x="37448" y="21177"/>
                    </a:cubicBezTo>
                    <a:lnTo>
                      <a:pt x="37448" y="21177"/>
                    </a:lnTo>
                    <a:cubicBezTo>
                      <a:pt x="37448" y="30119"/>
                      <a:pt x="30199" y="37367"/>
                      <a:pt x="21258" y="37367"/>
                    </a:cubicBezTo>
                    <a:cubicBezTo>
                      <a:pt x="12316" y="37367"/>
                      <a:pt x="5067" y="30119"/>
                      <a:pt x="5067" y="21177"/>
                    </a:cubicBezTo>
                    <a:cubicBezTo>
                      <a:pt x="5067" y="12235"/>
                      <a:pt x="12316" y="4987"/>
                      <a:pt x="21258" y="4987"/>
                    </a:cubicBezTo>
                    <a:close/>
                    <a:moveTo>
                      <a:pt x="21258" y="186"/>
                    </a:moveTo>
                    <a:cubicBezTo>
                      <a:pt x="9665" y="186"/>
                      <a:pt x="267" y="9584"/>
                      <a:pt x="267" y="21177"/>
                    </a:cubicBezTo>
                    <a:cubicBezTo>
                      <a:pt x="267" y="32770"/>
                      <a:pt x="9665" y="42168"/>
                      <a:pt x="21258" y="42168"/>
                    </a:cubicBezTo>
                    <a:cubicBezTo>
                      <a:pt x="32850" y="42168"/>
                      <a:pt x="42248" y="32770"/>
                      <a:pt x="42248" y="21177"/>
                    </a:cubicBezTo>
                    <a:lnTo>
                      <a:pt x="42248" y="21177"/>
                    </a:lnTo>
                    <a:cubicBezTo>
                      <a:pt x="42248" y="9584"/>
                      <a:pt x="32850" y="186"/>
                      <a:pt x="21258"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5" name="Freeform: Shape 4234">
                <a:extLst>
                  <a:ext uri="{FF2B5EF4-FFF2-40B4-BE49-F238E27FC236}">
                    <a16:creationId xmlns:a16="http://schemas.microsoft.com/office/drawing/2014/main" id="{0D5A232E-D00B-2C88-A4A1-084FE924DB46}"/>
                  </a:ext>
                </a:extLst>
              </p:cNvPr>
              <p:cNvSpPr/>
              <p:nvPr/>
            </p:nvSpPr>
            <p:spPr>
              <a:xfrm>
                <a:off x="1870764" y="8101376"/>
                <a:ext cx="37180" cy="37180"/>
              </a:xfrm>
              <a:custGeom>
                <a:avLst/>
                <a:gdLst>
                  <a:gd name="connsiteX0" fmla="*/ 37460 w 37180"/>
                  <a:gd name="connsiteY0" fmla="*/ 18795 h 37180"/>
                  <a:gd name="connsiteX1" fmla="*/ 18869 w 37180"/>
                  <a:gd name="connsiteY1" fmla="*/ 37385 h 37180"/>
                  <a:gd name="connsiteX2" fmla="*/ 279 w 37180"/>
                  <a:gd name="connsiteY2" fmla="*/ 18795 h 37180"/>
                  <a:gd name="connsiteX3" fmla="*/ 18869 w 37180"/>
                  <a:gd name="connsiteY3" fmla="*/ 204 h 37180"/>
                  <a:gd name="connsiteX4" fmla="*/ 37460 w 37180"/>
                  <a:gd name="connsiteY4" fmla="*/ 1879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95"/>
                    </a:moveTo>
                    <a:cubicBezTo>
                      <a:pt x="37460" y="29062"/>
                      <a:pt x="29137" y="37385"/>
                      <a:pt x="18869" y="37385"/>
                    </a:cubicBezTo>
                    <a:cubicBezTo>
                      <a:pt x="8602" y="37385"/>
                      <a:pt x="279" y="29062"/>
                      <a:pt x="279" y="18795"/>
                    </a:cubicBezTo>
                    <a:cubicBezTo>
                      <a:pt x="279" y="8528"/>
                      <a:pt x="8602" y="204"/>
                      <a:pt x="18869" y="204"/>
                    </a:cubicBezTo>
                    <a:cubicBezTo>
                      <a:pt x="29137" y="204"/>
                      <a:pt x="37460" y="8528"/>
                      <a:pt x="37460" y="18795"/>
                    </a:cubicBezTo>
                    <a:close/>
                  </a:path>
                </a:pathLst>
              </a:custGeom>
              <a:solidFill>
                <a:srgbClr val="EBF7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6" name="Freeform: Shape 4235">
                <a:extLst>
                  <a:ext uri="{FF2B5EF4-FFF2-40B4-BE49-F238E27FC236}">
                    <a16:creationId xmlns:a16="http://schemas.microsoft.com/office/drawing/2014/main" id="{B71AAE7D-C9FC-C924-E876-CD64A9622A81}"/>
                  </a:ext>
                </a:extLst>
              </p:cNvPr>
              <p:cNvSpPr/>
              <p:nvPr/>
            </p:nvSpPr>
            <p:spPr>
              <a:xfrm>
                <a:off x="1868364" y="8098975"/>
                <a:ext cx="41981" cy="41981"/>
              </a:xfrm>
              <a:custGeom>
                <a:avLst/>
                <a:gdLst>
                  <a:gd name="connsiteX0" fmla="*/ 21270 w 41981"/>
                  <a:gd name="connsiteY0" fmla="*/ 5005 h 41981"/>
                  <a:gd name="connsiteX1" fmla="*/ 37460 w 41981"/>
                  <a:gd name="connsiteY1" fmla="*/ 21195 h 41981"/>
                  <a:gd name="connsiteX2" fmla="*/ 37460 w 41981"/>
                  <a:gd name="connsiteY2" fmla="*/ 21195 h 41981"/>
                  <a:gd name="connsiteX3" fmla="*/ 21270 w 41981"/>
                  <a:gd name="connsiteY3" fmla="*/ 37385 h 41981"/>
                  <a:gd name="connsiteX4" fmla="*/ 5079 w 41981"/>
                  <a:gd name="connsiteY4" fmla="*/ 21195 h 41981"/>
                  <a:gd name="connsiteX5" fmla="*/ 21270 w 41981"/>
                  <a:gd name="connsiteY5" fmla="*/ 5005 h 41981"/>
                  <a:gd name="connsiteX6" fmla="*/ 21270 w 41981"/>
                  <a:gd name="connsiteY6" fmla="*/ 204 h 41981"/>
                  <a:gd name="connsiteX7" fmla="*/ 279 w 41981"/>
                  <a:gd name="connsiteY7" fmla="*/ 21195 h 41981"/>
                  <a:gd name="connsiteX8" fmla="*/ 21270 w 41981"/>
                  <a:gd name="connsiteY8" fmla="*/ 42186 h 41981"/>
                  <a:gd name="connsiteX9" fmla="*/ 42260 w 41981"/>
                  <a:gd name="connsiteY9" fmla="*/ 21195 h 41981"/>
                  <a:gd name="connsiteX10" fmla="*/ 42260 w 41981"/>
                  <a:gd name="connsiteY10" fmla="*/ 21195 h 41981"/>
                  <a:gd name="connsiteX11" fmla="*/ 21270 w 41981"/>
                  <a:gd name="connsiteY11" fmla="*/ 20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5005"/>
                    </a:moveTo>
                    <a:cubicBezTo>
                      <a:pt x="30211" y="5005"/>
                      <a:pt x="37460" y="12253"/>
                      <a:pt x="37460" y="21195"/>
                    </a:cubicBezTo>
                    <a:lnTo>
                      <a:pt x="37460" y="21195"/>
                    </a:lnTo>
                    <a:cubicBezTo>
                      <a:pt x="37460" y="30137"/>
                      <a:pt x="30211" y="37385"/>
                      <a:pt x="21270" y="37385"/>
                    </a:cubicBezTo>
                    <a:cubicBezTo>
                      <a:pt x="12328" y="37385"/>
                      <a:pt x="5079" y="30137"/>
                      <a:pt x="5079" y="21195"/>
                    </a:cubicBezTo>
                    <a:cubicBezTo>
                      <a:pt x="5079" y="12253"/>
                      <a:pt x="12328" y="5005"/>
                      <a:pt x="21270" y="5005"/>
                    </a:cubicBezTo>
                    <a:close/>
                    <a:moveTo>
                      <a:pt x="21270" y="204"/>
                    </a:moveTo>
                    <a:cubicBezTo>
                      <a:pt x="9677" y="204"/>
                      <a:pt x="279" y="9602"/>
                      <a:pt x="279" y="21195"/>
                    </a:cubicBezTo>
                    <a:cubicBezTo>
                      <a:pt x="279" y="32788"/>
                      <a:pt x="9677" y="42186"/>
                      <a:pt x="21270" y="42186"/>
                    </a:cubicBezTo>
                    <a:cubicBezTo>
                      <a:pt x="32862" y="42186"/>
                      <a:pt x="42260" y="32788"/>
                      <a:pt x="42260" y="21195"/>
                    </a:cubicBezTo>
                    <a:lnTo>
                      <a:pt x="42260" y="21195"/>
                    </a:lnTo>
                    <a:cubicBezTo>
                      <a:pt x="42260" y="9602"/>
                      <a:pt x="32862" y="204"/>
                      <a:pt x="21270" y="20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7" name="Freeform: Shape 4236">
                <a:extLst>
                  <a:ext uri="{FF2B5EF4-FFF2-40B4-BE49-F238E27FC236}">
                    <a16:creationId xmlns:a16="http://schemas.microsoft.com/office/drawing/2014/main" id="{32EA7C3A-0E97-40F0-F629-540FA0794491}"/>
                  </a:ext>
                </a:extLst>
              </p:cNvPr>
              <p:cNvSpPr/>
              <p:nvPr/>
            </p:nvSpPr>
            <p:spPr>
              <a:xfrm>
                <a:off x="1841152" y="7862871"/>
                <a:ext cx="37180" cy="37180"/>
              </a:xfrm>
              <a:custGeom>
                <a:avLst/>
                <a:gdLst>
                  <a:gd name="connsiteX0" fmla="*/ 37455 w 37180"/>
                  <a:gd name="connsiteY0" fmla="*/ 18753 h 37180"/>
                  <a:gd name="connsiteX1" fmla="*/ 18864 w 37180"/>
                  <a:gd name="connsiteY1" fmla="*/ 37344 h 37180"/>
                  <a:gd name="connsiteX2" fmla="*/ 274 w 37180"/>
                  <a:gd name="connsiteY2" fmla="*/ 18753 h 37180"/>
                  <a:gd name="connsiteX3" fmla="*/ 18864 w 37180"/>
                  <a:gd name="connsiteY3" fmla="*/ 163 h 37180"/>
                  <a:gd name="connsiteX4" fmla="*/ 3745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3"/>
                    </a:moveTo>
                    <a:cubicBezTo>
                      <a:pt x="37455" y="29021"/>
                      <a:pt x="29131" y="37344"/>
                      <a:pt x="18864" y="37344"/>
                    </a:cubicBezTo>
                    <a:cubicBezTo>
                      <a:pt x="8597" y="37344"/>
                      <a:pt x="274" y="29021"/>
                      <a:pt x="274" y="18753"/>
                    </a:cubicBezTo>
                    <a:cubicBezTo>
                      <a:pt x="274" y="8486"/>
                      <a:pt x="8597" y="163"/>
                      <a:pt x="18864" y="163"/>
                    </a:cubicBezTo>
                    <a:cubicBezTo>
                      <a:pt x="29131" y="163"/>
                      <a:pt x="37455" y="8486"/>
                      <a:pt x="37455" y="18753"/>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8" name="Freeform: Shape 4237">
                <a:extLst>
                  <a:ext uri="{FF2B5EF4-FFF2-40B4-BE49-F238E27FC236}">
                    <a16:creationId xmlns:a16="http://schemas.microsoft.com/office/drawing/2014/main" id="{8BBA9A3F-4175-E2BB-AB2E-9CBA30CFFCC3}"/>
                  </a:ext>
                </a:extLst>
              </p:cNvPr>
              <p:cNvSpPr/>
              <p:nvPr/>
            </p:nvSpPr>
            <p:spPr>
              <a:xfrm>
                <a:off x="1838752" y="7860471"/>
                <a:ext cx="41981" cy="41981"/>
              </a:xfrm>
              <a:custGeom>
                <a:avLst/>
                <a:gdLst>
                  <a:gd name="connsiteX0" fmla="*/ 21264 w 41981"/>
                  <a:gd name="connsiteY0" fmla="*/ 4963 h 41981"/>
                  <a:gd name="connsiteX1" fmla="*/ 37455 w 41981"/>
                  <a:gd name="connsiteY1" fmla="*/ 21154 h 41981"/>
                  <a:gd name="connsiteX2" fmla="*/ 37455 w 41981"/>
                  <a:gd name="connsiteY2" fmla="*/ 21154 h 41981"/>
                  <a:gd name="connsiteX3" fmla="*/ 21264 w 41981"/>
                  <a:gd name="connsiteY3" fmla="*/ 37344 h 41981"/>
                  <a:gd name="connsiteX4" fmla="*/ 5074 w 41981"/>
                  <a:gd name="connsiteY4" fmla="*/ 21154 h 41981"/>
                  <a:gd name="connsiteX5" fmla="*/ 21264 w 41981"/>
                  <a:gd name="connsiteY5" fmla="*/ 4963 h 41981"/>
                  <a:gd name="connsiteX6" fmla="*/ 21264 w 41981"/>
                  <a:gd name="connsiteY6" fmla="*/ 163 h 41981"/>
                  <a:gd name="connsiteX7" fmla="*/ 274 w 41981"/>
                  <a:gd name="connsiteY7" fmla="*/ 21154 h 41981"/>
                  <a:gd name="connsiteX8" fmla="*/ 21264 w 41981"/>
                  <a:gd name="connsiteY8" fmla="*/ 42144 h 41981"/>
                  <a:gd name="connsiteX9" fmla="*/ 42255 w 41981"/>
                  <a:gd name="connsiteY9" fmla="*/ 21154 h 41981"/>
                  <a:gd name="connsiteX10" fmla="*/ 42255 w 41981"/>
                  <a:gd name="connsiteY10" fmla="*/ 21154 h 41981"/>
                  <a:gd name="connsiteX11" fmla="*/ 21264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3"/>
                    </a:moveTo>
                    <a:cubicBezTo>
                      <a:pt x="30206" y="4963"/>
                      <a:pt x="37455" y="12212"/>
                      <a:pt x="37455" y="21154"/>
                    </a:cubicBezTo>
                    <a:lnTo>
                      <a:pt x="37455" y="21154"/>
                    </a:lnTo>
                    <a:cubicBezTo>
                      <a:pt x="37455" y="30095"/>
                      <a:pt x="30206" y="37344"/>
                      <a:pt x="21264" y="37344"/>
                    </a:cubicBezTo>
                    <a:cubicBezTo>
                      <a:pt x="12323" y="37344"/>
                      <a:pt x="5074" y="30095"/>
                      <a:pt x="5074" y="21154"/>
                    </a:cubicBezTo>
                    <a:cubicBezTo>
                      <a:pt x="5074" y="12212"/>
                      <a:pt x="12323" y="4963"/>
                      <a:pt x="21264" y="4963"/>
                    </a:cubicBezTo>
                    <a:close/>
                    <a:moveTo>
                      <a:pt x="21264" y="163"/>
                    </a:moveTo>
                    <a:cubicBezTo>
                      <a:pt x="9672" y="163"/>
                      <a:pt x="274" y="9561"/>
                      <a:pt x="274" y="21154"/>
                    </a:cubicBezTo>
                    <a:cubicBezTo>
                      <a:pt x="274" y="32746"/>
                      <a:pt x="9672" y="42144"/>
                      <a:pt x="21264" y="42144"/>
                    </a:cubicBezTo>
                    <a:cubicBezTo>
                      <a:pt x="32857" y="42144"/>
                      <a:pt x="42255" y="32746"/>
                      <a:pt x="42255" y="21154"/>
                    </a:cubicBezTo>
                    <a:lnTo>
                      <a:pt x="42255" y="21154"/>
                    </a:lnTo>
                    <a:cubicBezTo>
                      <a:pt x="42255" y="9561"/>
                      <a:pt x="32857" y="163"/>
                      <a:pt x="21264"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39" name="Freeform: Shape 4238">
                <a:extLst>
                  <a:ext uri="{FF2B5EF4-FFF2-40B4-BE49-F238E27FC236}">
                    <a16:creationId xmlns:a16="http://schemas.microsoft.com/office/drawing/2014/main" id="{8215BF18-F447-E908-16D3-44A486F06DDE}"/>
                  </a:ext>
                </a:extLst>
              </p:cNvPr>
              <p:cNvSpPr/>
              <p:nvPr/>
            </p:nvSpPr>
            <p:spPr>
              <a:xfrm>
                <a:off x="1822714" y="7891072"/>
                <a:ext cx="37180" cy="37180"/>
              </a:xfrm>
              <a:custGeom>
                <a:avLst/>
                <a:gdLst>
                  <a:gd name="connsiteX0" fmla="*/ 37451 w 37180"/>
                  <a:gd name="connsiteY0" fmla="*/ 18758 h 37180"/>
                  <a:gd name="connsiteX1" fmla="*/ 18861 w 37180"/>
                  <a:gd name="connsiteY1" fmla="*/ 37349 h 37180"/>
                  <a:gd name="connsiteX2" fmla="*/ 271 w 37180"/>
                  <a:gd name="connsiteY2" fmla="*/ 18758 h 37180"/>
                  <a:gd name="connsiteX3" fmla="*/ 18861 w 37180"/>
                  <a:gd name="connsiteY3" fmla="*/ 168 h 37180"/>
                  <a:gd name="connsiteX4" fmla="*/ 37451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8"/>
                    </a:moveTo>
                    <a:cubicBezTo>
                      <a:pt x="37451" y="29026"/>
                      <a:pt x="29128" y="37349"/>
                      <a:pt x="18861" y="37349"/>
                    </a:cubicBezTo>
                    <a:cubicBezTo>
                      <a:pt x="8594" y="37349"/>
                      <a:pt x="271" y="29026"/>
                      <a:pt x="271" y="18758"/>
                    </a:cubicBezTo>
                    <a:cubicBezTo>
                      <a:pt x="271" y="8491"/>
                      <a:pt x="8594" y="168"/>
                      <a:pt x="18861" y="168"/>
                    </a:cubicBezTo>
                    <a:cubicBezTo>
                      <a:pt x="29128" y="168"/>
                      <a:pt x="37451" y="8491"/>
                      <a:pt x="37451" y="18758"/>
                    </a:cubicBezTo>
                    <a:close/>
                  </a:path>
                </a:pathLst>
              </a:custGeom>
              <a:solidFill>
                <a:srgbClr val="E3F7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0" name="Freeform: Shape 4239">
                <a:extLst>
                  <a:ext uri="{FF2B5EF4-FFF2-40B4-BE49-F238E27FC236}">
                    <a16:creationId xmlns:a16="http://schemas.microsoft.com/office/drawing/2014/main" id="{20CE8D3F-F5E1-F36F-1A39-AD5D7F4330D9}"/>
                  </a:ext>
                </a:extLst>
              </p:cNvPr>
              <p:cNvSpPr/>
              <p:nvPr/>
            </p:nvSpPr>
            <p:spPr>
              <a:xfrm>
                <a:off x="1820314" y="7888672"/>
                <a:ext cx="41981" cy="41981"/>
              </a:xfrm>
              <a:custGeom>
                <a:avLst/>
                <a:gdLst>
                  <a:gd name="connsiteX0" fmla="*/ 21261 w 41981"/>
                  <a:gd name="connsiteY0" fmla="*/ 4968 h 41981"/>
                  <a:gd name="connsiteX1" fmla="*/ 37451 w 41981"/>
                  <a:gd name="connsiteY1" fmla="*/ 21159 h 41981"/>
                  <a:gd name="connsiteX2" fmla="*/ 37451 w 41981"/>
                  <a:gd name="connsiteY2" fmla="*/ 21159 h 41981"/>
                  <a:gd name="connsiteX3" fmla="*/ 21261 w 41981"/>
                  <a:gd name="connsiteY3" fmla="*/ 37349 h 41981"/>
                  <a:gd name="connsiteX4" fmla="*/ 5071 w 41981"/>
                  <a:gd name="connsiteY4" fmla="*/ 21159 h 41981"/>
                  <a:gd name="connsiteX5" fmla="*/ 21261 w 41981"/>
                  <a:gd name="connsiteY5" fmla="*/ 4968 h 41981"/>
                  <a:gd name="connsiteX6" fmla="*/ 21261 w 41981"/>
                  <a:gd name="connsiteY6" fmla="*/ 168 h 41981"/>
                  <a:gd name="connsiteX7" fmla="*/ 271 w 41981"/>
                  <a:gd name="connsiteY7" fmla="*/ 21159 h 41981"/>
                  <a:gd name="connsiteX8" fmla="*/ 21261 w 41981"/>
                  <a:gd name="connsiteY8" fmla="*/ 42149 h 41981"/>
                  <a:gd name="connsiteX9" fmla="*/ 42252 w 41981"/>
                  <a:gd name="connsiteY9" fmla="*/ 21159 h 41981"/>
                  <a:gd name="connsiteX10" fmla="*/ 42252 w 41981"/>
                  <a:gd name="connsiteY10" fmla="*/ 21159 h 41981"/>
                  <a:gd name="connsiteX11" fmla="*/ 2126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8"/>
                    </a:moveTo>
                    <a:cubicBezTo>
                      <a:pt x="30203" y="4968"/>
                      <a:pt x="37451" y="12217"/>
                      <a:pt x="37451" y="21159"/>
                    </a:cubicBezTo>
                    <a:lnTo>
                      <a:pt x="37451" y="21159"/>
                    </a:lnTo>
                    <a:cubicBezTo>
                      <a:pt x="37451" y="30100"/>
                      <a:pt x="30203" y="37349"/>
                      <a:pt x="21261" y="37349"/>
                    </a:cubicBezTo>
                    <a:cubicBezTo>
                      <a:pt x="12319" y="37349"/>
                      <a:pt x="5071" y="30100"/>
                      <a:pt x="5071" y="21159"/>
                    </a:cubicBezTo>
                    <a:cubicBezTo>
                      <a:pt x="5071" y="12217"/>
                      <a:pt x="12319" y="4968"/>
                      <a:pt x="21261" y="4968"/>
                    </a:cubicBezTo>
                    <a:close/>
                    <a:moveTo>
                      <a:pt x="21261" y="168"/>
                    </a:moveTo>
                    <a:cubicBezTo>
                      <a:pt x="9669" y="168"/>
                      <a:pt x="271" y="9566"/>
                      <a:pt x="271" y="21159"/>
                    </a:cubicBezTo>
                    <a:cubicBezTo>
                      <a:pt x="271" y="32751"/>
                      <a:pt x="9669" y="42149"/>
                      <a:pt x="21261" y="42149"/>
                    </a:cubicBezTo>
                    <a:cubicBezTo>
                      <a:pt x="32854" y="42149"/>
                      <a:pt x="42252" y="32751"/>
                      <a:pt x="42252" y="21159"/>
                    </a:cubicBezTo>
                    <a:lnTo>
                      <a:pt x="42252" y="21159"/>
                    </a:lnTo>
                    <a:cubicBezTo>
                      <a:pt x="42252" y="9566"/>
                      <a:pt x="32854" y="168"/>
                      <a:pt x="21261"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1" name="Freeform: Shape 4240">
                <a:extLst>
                  <a:ext uri="{FF2B5EF4-FFF2-40B4-BE49-F238E27FC236}">
                    <a16:creationId xmlns:a16="http://schemas.microsoft.com/office/drawing/2014/main" id="{3631485D-4E4E-00AA-E2E4-2A3D592FC28D}"/>
                  </a:ext>
                </a:extLst>
              </p:cNvPr>
              <p:cNvSpPr/>
              <p:nvPr/>
            </p:nvSpPr>
            <p:spPr>
              <a:xfrm>
                <a:off x="1669441" y="7909573"/>
                <a:ext cx="37180" cy="37180"/>
              </a:xfrm>
              <a:custGeom>
                <a:avLst/>
                <a:gdLst>
                  <a:gd name="connsiteX0" fmla="*/ 37425 w 37180"/>
                  <a:gd name="connsiteY0" fmla="*/ 18762 h 37180"/>
                  <a:gd name="connsiteX1" fmla="*/ 18834 w 37180"/>
                  <a:gd name="connsiteY1" fmla="*/ 37352 h 37180"/>
                  <a:gd name="connsiteX2" fmla="*/ 244 w 37180"/>
                  <a:gd name="connsiteY2" fmla="*/ 18762 h 37180"/>
                  <a:gd name="connsiteX3" fmla="*/ 18834 w 37180"/>
                  <a:gd name="connsiteY3" fmla="*/ 171 h 37180"/>
                  <a:gd name="connsiteX4" fmla="*/ 37425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62"/>
                    </a:moveTo>
                    <a:cubicBezTo>
                      <a:pt x="37425" y="29029"/>
                      <a:pt x="29102" y="37352"/>
                      <a:pt x="18834" y="37352"/>
                    </a:cubicBezTo>
                    <a:cubicBezTo>
                      <a:pt x="8567" y="37352"/>
                      <a:pt x="244" y="29029"/>
                      <a:pt x="244" y="18762"/>
                    </a:cubicBezTo>
                    <a:cubicBezTo>
                      <a:pt x="244" y="8494"/>
                      <a:pt x="8567" y="171"/>
                      <a:pt x="18834" y="171"/>
                    </a:cubicBezTo>
                    <a:cubicBezTo>
                      <a:pt x="29102" y="171"/>
                      <a:pt x="37425" y="8494"/>
                      <a:pt x="37425" y="18762"/>
                    </a:cubicBezTo>
                    <a:close/>
                  </a:path>
                </a:pathLst>
              </a:custGeom>
              <a:solidFill>
                <a:srgbClr val="F7D0D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2" name="Freeform: Shape 4241">
                <a:extLst>
                  <a:ext uri="{FF2B5EF4-FFF2-40B4-BE49-F238E27FC236}">
                    <a16:creationId xmlns:a16="http://schemas.microsoft.com/office/drawing/2014/main" id="{D7592EBB-9DD4-9BC7-C754-F85F77463F92}"/>
                  </a:ext>
                </a:extLst>
              </p:cNvPr>
              <p:cNvSpPr/>
              <p:nvPr/>
            </p:nvSpPr>
            <p:spPr>
              <a:xfrm>
                <a:off x="1667041" y="7907173"/>
                <a:ext cx="41981" cy="41981"/>
              </a:xfrm>
              <a:custGeom>
                <a:avLst/>
                <a:gdLst>
                  <a:gd name="connsiteX0" fmla="*/ 21235 w 41981"/>
                  <a:gd name="connsiteY0" fmla="*/ 4972 h 41981"/>
                  <a:gd name="connsiteX1" fmla="*/ 37425 w 41981"/>
                  <a:gd name="connsiteY1" fmla="*/ 21162 h 41981"/>
                  <a:gd name="connsiteX2" fmla="*/ 37425 w 41981"/>
                  <a:gd name="connsiteY2" fmla="*/ 21162 h 41981"/>
                  <a:gd name="connsiteX3" fmla="*/ 21235 w 41981"/>
                  <a:gd name="connsiteY3" fmla="*/ 37352 h 41981"/>
                  <a:gd name="connsiteX4" fmla="*/ 5044 w 41981"/>
                  <a:gd name="connsiteY4" fmla="*/ 21162 h 41981"/>
                  <a:gd name="connsiteX5" fmla="*/ 21235 w 41981"/>
                  <a:gd name="connsiteY5" fmla="*/ 4972 h 41981"/>
                  <a:gd name="connsiteX6" fmla="*/ 21235 w 41981"/>
                  <a:gd name="connsiteY6" fmla="*/ 171 h 41981"/>
                  <a:gd name="connsiteX7" fmla="*/ 244 w 41981"/>
                  <a:gd name="connsiteY7" fmla="*/ 21162 h 41981"/>
                  <a:gd name="connsiteX8" fmla="*/ 21235 w 41981"/>
                  <a:gd name="connsiteY8" fmla="*/ 42152 h 41981"/>
                  <a:gd name="connsiteX9" fmla="*/ 42225 w 41981"/>
                  <a:gd name="connsiteY9" fmla="*/ 21162 h 41981"/>
                  <a:gd name="connsiteX10" fmla="*/ 42225 w 41981"/>
                  <a:gd name="connsiteY10" fmla="*/ 21162 h 41981"/>
                  <a:gd name="connsiteX11" fmla="*/ 21235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72"/>
                    </a:moveTo>
                    <a:cubicBezTo>
                      <a:pt x="30176" y="4972"/>
                      <a:pt x="37425" y="12220"/>
                      <a:pt x="37425" y="21162"/>
                    </a:cubicBezTo>
                    <a:lnTo>
                      <a:pt x="37425" y="21162"/>
                    </a:lnTo>
                    <a:cubicBezTo>
                      <a:pt x="37425" y="30104"/>
                      <a:pt x="30176" y="37352"/>
                      <a:pt x="21235" y="37352"/>
                    </a:cubicBezTo>
                    <a:cubicBezTo>
                      <a:pt x="12293" y="37352"/>
                      <a:pt x="5044" y="30104"/>
                      <a:pt x="5044" y="21162"/>
                    </a:cubicBezTo>
                    <a:cubicBezTo>
                      <a:pt x="5044" y="12220"/>
                      <a:pt x="12293" y="4972"/>
                      <a:pt x="21235" y="4972"/>
                    </a:cubicBezTo>
                    <a:close/>
                    <a:moveTo>
                      <a:pt x="21235" y="171"/>
                    </a:moveTo>
                    <a:cubicBezTo>
                      <a:pt x="9642" y="171"/>
                      <a:pt x="244" y="9569"/>
                      <a:pt x="244" y="21162"/>
                    </a:cubicBezTo>
                    <a:cubicBezTo>
                      <a:pt x="244" y="32754"/>
                      <a:pt x="9642" y="42152"/>
                      <a:pt x="21235" y="42152"/>
                    </a:cubicBezTo>
                    <a:cubicBezTo>
                      <a:pt x="32827" y="42152"/>
                      <a:pt x="42225" y="32754"/>
                      <a:pt x="42225" y="21162"/>
                    </a:cubicBezTo>
                    <a:lnTo>
                      <a:pt x="42225" y="21162"/>
                    </a:lnTo>
                    <a:cubicBezTo>
                      <a:pt x="42225" y="9569"/>
                      <a:pt x="32827" y="171"/>
                      <a:pt x="21235"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3" name="Freeform: Shape 4242">
                <a:extLst>
                  <a:ext uri="{FF2B5EF4-FFF2-40B4-BE49-F238E27FC236}">
                    <a16:creationId xmlns:a16="http://schemas.microsoft.com/office/drawing/2014/main" id="{FC92F7A0-0744-2A1F-5BEC-B925A46655F9}"/>
                  </a:ext>
                </a:extLst>
              </p:cNvPr>
              <p:cNvSpPr/>
              <p:nvPr/>
            </p:nvSpPr>
            <p:spPr>
              <a:xfrm>
                <a:off x="1740836" y="7937383"/>
                <a:ext cx="37180" cy="37180"/>
              </a:xfrm>
              <a:custGeom>
                <a:avLst/>
                <a:gdLst>
                  <a:gd name="connsiteX0" fmla="*/ 37437 w 37180"/>
                  <a:gd name="connsiteY0" fmla="*/ 18766 h 37180"/>
                  <a:gd name="connsiteX1" fmla="*/ 18847 w 37180"/>
                  <a:gd name="connsiteY1" fmla="*/ 37357 h 37180"/>
                  <a:gd name="connsiteX2" fmla="*/ 256 w 37180"/>
                  <a:gd name="connsiteY2" fmla="*/ 18766 h 37180"/>
                  <a:gd name="connsiteX3" fmla="*/ 18847 w 37180"/>
                  <a:gd name="connsiteY3" fmla="*/ 176 h 37180"/>
                  <a:gd name="connsiteX4" fmla="*/ 3743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6"/>
                    </a:moveTo>
                    <a:cubicBezTo>
                      <a:pt x="37437" y="29034"/>
                      <a:pt x="29114" y="37357"/>
                      <a:pt x="18847" y="37357"/>
                    </a:cubicBezTo>
                    <a:cubicBezTo>
                      <a:pt x="8580" y="37357"/>
                      <a:pt x="256" y="29034"/>
                      <a:pt x="256" y="18766"/>
                    </a:cubicBezTo>
                    <a:cubicBezTo>
                      <a:pt x="256" y="8499"/>
                      <a:pt x="8580" y="176"/>
                      <a:pt x="18847" y="176"/>
                    </a:cubicBezTo>
                    <a:cubicBezTo>
                      <a:pt x="29114" y="176"/>
                      <a:pt x="37437" y="8499"/>
                      <a:pt x="37437" y="18766"/>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4" name="Freeform: Shape 4243">
                <a:extLst>
                  <a:ext uri="{FF2B5EF4-FFF2-40B4-BE49-F238E27FC236}">
                    <a16:creationId xmlns:a16="http://schemas.microsoft.com/office/drawing/2014/main" id="{7E9F9813-390D-DD57-DCF0-FCEB655AF60D}"/>
                  </a:ext>
                </a:extLst>
              </p:cNvPr>
              <p:cNvSpPr/>
              <p:nvPr/>
            </p:nvSpPr>
            <p:spPr>
              <a:xfrm>
                <a:off x="1738436" y="7934982"/>
                <a:ext cx="41981" cy="41981"/>
              </a:xfrm>
              <a:custGeom>
                <a:avLst/>
                <a:gdLst>
                  <a:gd name="connsiteX0" fmla="*/ 21247 w 41981"/>
                  <a:gd name="connsiteY0" fmla="*/ 4976 h 41981"/>
                  <a:gd name="connsiteX1" fmla="*/ 37437 w 41981"/>
                  <a:gd name="connsiteY1" fmla="*/ 21167 h 41981"/>
                  <a:gd name="connsiteX2" fmla="*/ 37437 w 41981"/>
                  <a:gd name="connsiteY2" fmla="*/ 21167 h 41981"/>
                  <a:gd name="connsiteX3" fmla="*/ 21247 w 41981"/>
                  <a:gd name="connsiteY3" fmla="*/ 37357 h 41981"/>
                  <a:gd name="connsiteX4" fmla="*/ 5057 w 41981"/>
                  <a:gd name="connsiteY4" fmla="*/ 21167 h 41981"/>
                  <a:gd name="connsiteX5" fmla="*/ 21247 w 41981"/>
                  <a:gd name="connsiteY5" fmla="*/ 4976 h 41981"/>
                  <a:gd name="connsiteX6" fmla="*/ 21247 w 41981"/>
                  <a:gd name="connsiteY6" fmla="*/ 176 h 41981"/>
                  <a:gd name="connsiteX7" fmla="*/ 256 w 41981"/>
                  <a:gd name="connsiteY7" fmla="*/ 21167 h 41981"/>
                  <a:gd name="connsiteX8" fmla="*/ 21247 w 41981"/>
                  <a:gd name="connsiteY8" fmla="*/ 42157 h 41981"/>
                  <a:gd name="connsiteX9" fmla="*/ 42238 w 41981"/>
                  <a:gd name="connsiteY9" fmla="*/ 21167 h 41981"/>
                  <a:gd name="connsiteX10" fmla="*/ 42238 w 41981"/>
                  <a:gd name="connsiteY10" fmla="*/ 21167 h 41981"/>
                  <a:gd name="connsiteX11" fmla="*/ 2124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6"/>
                    </a:moveTo>
                    <a:cubicBezTo>
                      <a:pt x="30189" y="4976"/>
                      <a:pt x="37437" y="12225"/>
                      <a:pt x="37437" y="21167"/>
                    </a:cubicBezTo>
                    <a:lnTo>
                      <a:pt x="37437" y="21167"/>
                    </a:lnTo>
                    <a:cubicBezTo>
                      <a:pt x="37437" y="30108"/>
                      <a:pt x="30189" y="37357"/>
                      <a:pt x="21247" y="37357"/>
                    </a:cubicBezTo>
                    <a:cubicBezTo>
                      <a:pt x="12305" y="37357"/>
                      <a:pt x="5057" y="30108"/>
                      <a:pt x="5057" y="21167"/>
                    </a:cubicBezTo>
                    <a:cubicBezTo>
                      <a:pt x="5057" y="12225"/>
                      <a:pt x="12305" y="4976"/>
                      <a:pt x="21247" y="4976"/>
                    </a:cubicBezTo>
                    <a:close/>
                    <a:moveTo>
                      <a:pt x="21247" y="176"/>
                    </a:moveTo>
                    <a:cubicBezTo>
                      <a:pt x="9654" y="176"/>
                      <a:pt x="256" y="9574"/>
                      <a:pt x="256" y="21167"/>
                    </a:cubicBezTo>
                    <a:cubicBezTo>
                      <a:pt x="256" y="32759"/>
                      <a:pt x="9654" y="42157"/>
                      <a:pt x="21247" y="42157"/>
                    </a:cubicBezTo>
                    <a:cubicBezTo>
                      <a:pt x="32840" y="42157"/>
                      <a:pt x="42238" y="32759"/>
                      <a:pt x="42238" y="21167"/>
                    </a:cubicBezTo>
                    <a:lnTo>
                      <a:pt x="42238" y="21167"/>
                    </a:lnTo>
                    <a:cubicBezTo>
                      <a:pt x="42238" y="9574"/>
                      <a:pt x="32840" y="176"/>
                      <a:pt x="21247"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5" name="Freeform: Shape 4244">
                <a:extLst>
                  <a:ext uri="{FF2B5EF4-FFF2-40B4-BE49-F238E27FC236}">
                    <a16:creationId xmlns:a16="http://schemas.microsoft.com/office/drawing/2014/main" id="{134D22A9-AD4A-D16B-9EE2-8F0A0DE91C04}"/>
                  </a:ext>
                </a:extLst>
              </p:cNvPr>
              <p:cNvSpPr/>
              <p:nvPr/>
            </p:nvSpPr>
            <p:spPr>
              <a:xfrm>
                <a:off x="1776554" y="7928835"/>
                <a:ext cx="37180" cy="37180"/>
              </a:xfrm>
              <a:custGeom>
                <a:avLst/>
                <a:gdLst>
                  <a:gd name="connsiteX0" fmla="*/ 37443 w 37180"/>
                  <a:gd name="connsiteY0" fmla="*/ 18765 h 37180"/>
                  <a:gd name="connsiteX1" fmla="*/ 18853 w 37180"/>
                  <a:gd name="connsiteY1" fmla="*/ 37355 h 37180"/>
                  <a:gd name="connsiteX2" fmla="*/ 263 w 37180"/>
                  <a:gd name="connsiteY2" fmla="*/ 18765 h 37180"/>
                  <a:gd name="connsiteX3" fmla="*/ 18853 w 37180"/>
                  <a:gd name="connsiteY3" fmla="*/ 175 h 37180"/>
                  <a:gd name="connsiteX4" fmla="*/ 3744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5"/>
                    </a:moveTo>
                    <a:cubicBezTo>
                      <a:pt x="37443" y="29032"/>
                      <a:pt x="29120" y="37355"/>
                      <a:pt x="18853" y="37355"/>
                    </a:cubicBezTo>
                    <a:cubicBezTo>
                      <a:pt x="8586" y="37355"/>
                      <a:pt x="263" y="29032"/>
                      <a:pt x="263" y="18765"/>
                    </a:cubicBezTo>
                    <a:cubicBezTo>
                      <a:pt x="263" y="8498"/>
                      <a:pt x="8586" y="175"/>
                      <a:pt x="18853" y="175"/>
                    </a:cubicBezTo>
                    <a:cubicBezTo>
                      <a:pt x="29120" y="175"/>
                      <a:pt x="37443" y="8498"/>
                      <a:pt x="37443" y="18765"/>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6" name="Freeform: Shape 4245">
                <a:extLst>
                  <a:ext uri="{FF2B5EF4-FFF2-40B4-BE49-F238E27FC236}">
                    <a16:creationId xmlns:a16="http://schemas.microsoft.com/office/drawing/2014/main" id="{F1C1D9AA-5EA8-0E4E-E13C-60D98A1D6061}"/>
                  </a:ext>
                </a:extLst>
              </p:cNvPr>
              <p:cNvSpPr/>
              <p:nvPr/>
            </p:nvSpPr>
            <p:spPr>
              <a:xfrm>
                <a:off x="1774154" y="7926435"/>
                <a:ext cx="41981" cy="41981"/>
              </a:xfrm>
              <a:custGeom>
                <a:avLst/>
                <a:gdLst>
                  <a:gd name="connsiteX0" fmla="*/ 21253 w 41981"/>
                  <a:gd name="connsiteY0" fmla="*/ 4975 h 41981"/>
                  <a:gd name="connsiteX1" fmla="*/ 37443 w 41981"/>
                  <a:gd name="connsiteY1" fmla="*/ 21165 h 41981"/>
                  <a:gd name="connsiteX2" fmla="*/ 37443 w 41981"/>
                  <a:gd name="connsiteY2" fmla="*/ 21165 h 41981"/>
                  <a:gd name="connsiteX3" fmla="*/ 21253 w 41981"/>
                  <a:gd name="connsiteY3" fmla="*/ 37355 h 41981"/>
                  <a:gd name="connsiteX4" fmla="*/ 5063 w 41981"/>
                  <a:gd name="connsiteY4" fmla="*/ 21165 h 41981"/>
                  <a:gd name="connsiteX5" fmla="*/ 21253 w 41981"/>
                  <a:gd name="connsiteY5" fmla="*/ 4975 h 41981"/>
                  <a:gd name="connsiteX6" fmla="*/ 21253 w 41981"/>
                  <a:gd name="connsiteY6" fmla="*/ 175 h 41981"/>
                  <a:gd name="connsiteX7" fmla="*/ 263 w 41981"/>
                  <a:gd name="connsiteY7" fmla="*/ 21165 h 41981"/>
                  <a:gd name="connsiteX8" fmla="*/ 21253 w 41981"/>
                  <a:gd name="connsiteY8" fmla="*/ 42156 h 41981"/>
                  <a:gd name="connsiteX9" fmla="*/ 42244 w 41981"/>
                  <a:gd name="connsiteY9" fmla="*/ 21165 h 41981"/>
                  <a:gd name="connsiteX10" fmla="*/ 42244 w 41981"/>
                  <a:gd name="connsiteY10" fmla="*/ 21165 h 41981"/>
                  <a:gd name="connsiteX11" fmla="*/ 21253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5"/>
                    </a:moveTo>
                    <a:cubicBezTo>
                      <a:pt x="30195" y="4975"/>
                      <a:pt x="37443" y="12223"/>
                      <a:pt x="37443" y="21165"/>
                    </a:cubicBezTo>
                    <a:lnTo>
                      <a:pt x="37443" y="21165"/>
                    </a:lnTo>
                    <a:cubicBezTo>
                      <a:pt x="37443" y="30107"/>
                      <a:pt x="30195" y="37355"/>
                      <a:pt x="21253" y="37355"/>
                    </a:cubicBezTo>
                    <a:cubicBezTo>
                      <a:pt x="12311" y="37355"/>
                      <a:pt x="5063" y="30107"/>
                      <a:pt x="5063" y="21165"/>
                    </a:cubicBezTo>
                    <a:cubicBezTo>
                      <a:pt x="5063" y="12223"/>
                      <a:pt x="12311" y="4975"/>
                      <a:pt x="21253" y="4975"/>
                    </a:cubicBezTo>
                    <a:close/>
                    <a:moveTo>
                      <a:pt x="21253" y="175"/>
                    </a:moveTo>
                    <a:cubicBezTo>
                      <a:pt x="9661" y="175"/>
                      <a:pt x="263" y="9573"/>
                      <a:pt x="263" y="21165"/>
                    </a:cubicBezTo>
                    <a:cubicBezTo>
                      <a:pt x="263" y="32758"/>
                      <a:pt x="9661" y="42156"/>
                      <a:pt x="21253" y="42156"/>
                    </a:cubicBezTo>
                    <a:cubicBezTo>
                      <a:pt x="32846" y="42156"/>
                      <a:pt x="42244" y="32758"/>
                      <a:pt x="42244" y="21165"/>
                    </a:cubicBezTo>
                    <a:lnTo>
                      <a:pt x="42244" y="21165"/>
                    </a:lnTo>
                    <a:cubicBezTo>
                      <a:pt x="42244" y="9573"/>
                      <a:pt x="32846" y="175"/>
                      <a:pt x="21253"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7" name="Freeform: Shape 4246">
                <a:extLst>
                  <a:ext uri="{FF2B5EF4-FFF2-40B4-BE49-F238E27FC236}">
                    <a16:creationId xmlns:a16="http://schemas.microsoft.com/office/drawing/2014/main" id="{69ED03FD-2F1A-3BEA-165A-B6103D8E48C2}"/>
                  </a:ext>
                </a:extLst>
              </p:cNvPr>
              <p:cNvSpPr/>
              <p:nvPr/>
            </p:nvSpPr>
            <p:spPr>
              <a:xfrm>
                <a:off x="1743486" y="7899372"/>
                <a:ext cx="37180" cy="37180"/>
              </a:xfrm>
              <a:custGeom>
                <a:avLst/>
                <a:gdLst>
                  <a:gd name="connsiteX0" fmla="*/ 37438 w 37180"/>
                  <a:gd name="connsiteY0" fmla="*/ 18760 h 37180"/>
                  <a:gd name="connsiteX1" fmla="*/ 18847 w 37180"/>
                  <a:gd name="connsiteY1" fmla="*/ 37350 h 37180"/>
                  <a:gd name="connsiteX2" fmla="*/ 257 w 37180"/>
                  <a:gd name="connsiteY2" fmla="*/ 18760 h 37180"/>
                  <a:gd name="connsiteX3" fmla="*/ 18847 w 37180"/>
                  <a:gd name="connsiteY3" fmla="*/ 169 h 37180"/>
                  <a:gd name="connsiteX4" fmla="*/ 37438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0"/>
                    </a:moveTo>
                    <a:cubicBezTo>
                      <a:pt x="37438" y="29027"/>
                      <a:pt x="29114" y="37350"/>
                      <a:pt x="18847" y="37350"/>
                    </a:cubicBezTo>
                    <a:cubicBezTo>
                      <a:pt x="8580" y="37350"/>
                      <a:pt x="257" y="29027"/>
                      <a:pt x="257" y="18760"/>
                    </a:cubicBezTo>
                    <a:cubicBezTo>
                      <a:pt x="257" y="8493"/>
                      <a:pt x="8580" y="169"/>
                      <a:pt x="18847" y="169"/>
                    </a:cubicBezTo>
                    <a:cubicBezTo>
                      <a:pt x="29114" y="169"/>
                      <a:pt x="37438" y="8493"/>
                      <a:pt x="37438" y="18760"/>
                    </a:cubicBezTo>
                    <a:close/>
                  </a:path>
                </a:pathLst>
              </a:custGeom>
              <a:solidFill>
                <a:srgbClr val="EBF7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8" name="Freeform: Shape 4247">
                <a:extLst>
                  <a:ext uri="{FF2B5EF4-FFF2-40B4-BE49-F238E27FC236}">
                    <a16:creationId xmlns:a16="http://schemas.microsoft.com/office/drawing/2014/main" id="{3451F179-D9AD-10C4-D277-8AB2B0ACCBBE}"/>
                  </a:ext>
                </a:extLst>
              </p:cNvPr>
              <p:cNvSpPr/>
              <p:nvPr/>
            </p:nvSpPr>
            <p:spPr>
              <a:xfrm>
                <a:off x="1741085" y="7896972"/>
                <a:ext cx="41981" cy="41981"/>
              </a:xfrm>
              <a:custGeom>
                <a:avLst/>
                <a:gdLst>
                  <a:gd name="connsiteX0" fmla="*/ 21247 w 41981"/>
                  <a:gd name="connsiteY0" fmla="*/ 4970 h 41981"/>
                  <a:gd name="connsiteX1" fmla="*/ 37438 w 41981"/>
                  <a:gd name="connsiteY1" fmla="*/ 21160 h 41981"/>
                  <a:gd name="connsiteX2" fmla="*/ 37438 w 41981"/>
                  <a:gd name="connsiteY2" fmla="*/ 21160 h 41981"/>
                  <a:gd name="connsiteX3" fmla="*/ 21247 w 41981"/>
                  <a:gd name="connsiteY3" fmla="*/ 37350 h 41981"/>
                  <a:gd name="connsiteX4" fmla="*/ 5057 w 41981"/>
                  <a:gd name="connsiteY4" fmla="*/ 21160 h 41981"/>
                  <a:gd name="connsiteX5" fmla="*/ 21247 w 41981"/>
                  <a:gd name="connsiteY5" fmla="*/ 4970 h 41981"/>
                  <a:gd name="connsiteX6" fmla="*/ 21247 w 41981"/>
                  <a:gd name="connsiteY6" fmla="*/ 169 h 41981"/>
                  <a:gd name="connsiteX7" fmla="*/ 257 w 41981"/>
                  <a:gd name="connsiteY7" fmla="*/ 21160 h 41981"/>
                  <a:gd name="connsiteX8" fmla="*/ 21247 w 41981"/>
                  <a:gd name="connsiteY8" fmla="*/ 42151 h 41981"/>
                  <a:gd name="connsiteX9" fmla="*/ 42238 w 41981"/>
                  <a:gd name="connsiteY9" fmla="*/ 21160 h 41981"/>
                  <a:gd name="connsiteX10" fmla="*/ 42238 w 41981"/>
                  <a:gd name="connsiteY10" fmla="*/ 21160 h 41981"/>
                  <a:gd name="connsiteX11" fmla="*/ 21247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0"/>
                    </a:moveTo>
                    <a:cubicBezTo>
                      <a:pt x="30189" y="4970"/>
                      <a:pt x="37438" y="12218"/>
                      <a:pt x="37438" y="21160"/>
                    </a:cubicBezTo>
                    <a:lnTo>
                      <a:pt x="37438" y="21160"/>
                    </a:lnTo>
                    <a:cubicBezTo>
                      <a:pt x="37438" y="30102"/>
                      <a:pt x="30189" y="37350"/>
                      <a:pt x="21247" y="37350"/>
                    </a:cubicBezTo>
                    <a:cubicBezTo>
                      <a:pt x="12306" y="37350"/>
                      <a:pt x="5057" y="30102"/>
                      <a:pt x="5057" y="21160"/>
                    </a:cubicBezTo>
                    <a:cubicBezTo>
                      <a:pt x="5057" y="12218"/>
                      <a:pt x="12306" y="4970"/>
                      <a:pt x="21247" y="4970"/>
                    </a:cubicBezTo>
                    <a:close/>
                    <a:moveTo>
                      <a:pt x="21247" y="169"/>
                    </a:moveTo>
                    <a:cubicBezTo>
                      <a:pt x="9655" y="169"/>
                      <a:pt x="257" y="9567"/>
                      <a:pt x="257" y="21160"/>
                    </a:cubicBezTo>
                    <a:cubicBezTo>
                      <a:pt x="257" y="32753"/>
                      <a:pt x="9655" y="42151"/>
                      <a:pt x="21247" y="42151"/>
                    </a:cubicBezTo>
                    <a:cubicBezTo>
                      <a:pt x="32840" y="42151"/>
                      <a:pt x="42238" y="32753"/>
                      <a:pt x="42238" y="21160"/>
                    </a:cubicBezTo>
                    <a:lnTo>
                      <a:pt x="42238" y="21160"/>
                    </a:lnTo>
                    <a:cubicBezTo>
                      <a:pt x="42238" y="9567"/>
                      <a:pt x="32840" y="169"/>
                      <a:pt x="21247"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49" name="Freeform: Shape 4248">
                <a:extLst>
                  <a:ext uri="{FF2B5EF4-FFF2-40B4-BE49-F238E27FC236}">
                    <a16:creationId xmlns:a16="http://schemas.microsoft.com/office/drawing/2014/main" id="{2BF88175-0602-5772-B7D6-DE68DE014767}"/>
                  </a:ext>
                </a:extLst>
              </p:cNvPr>
              <p:cNvSpPr/>
              <p:nvPr/>
            </p:nvSpPr>
            <p:spPr>
              <a:xfrm>
                <a:off x="1776018" y="7729844"/>
                <a:ext cx="37180" cy="37180"/>
              </a:xfrm>
              <a:custGeom>
                <a:avLst/>
                <a:gdLst>
                  <a:gd name="connsiteX0" fmla="*/ 37443 w 37180"/>
                  <a:gd name="connsiteY0" fmla="*/ 18730 h 37180"/>
                  <a:gd name="connsiteX1" fmla="*/ 18853 w 37180"/>
                  <a:gd name="connsiteY1" fmla="*/ 37321 h 37180"/>
                  <a:gd name="connsiteX2" fmla="*/ 263 w 37180"/>
                  <a:gd name="connsiteY2" fmla="*/ 18730 h 37180"/>
                  <a:gd name="connsiteX3" fmla="*/ 18853 w 37180"/>
                  <a:gd name="connsiteY3" fmla="*/ 140 h 37180"/>
                  <a:gd name="connsiteX4" fmla="*/ 37443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30"/>
                    </a:moveTo>
                    <a:cubicBezTo>
                      <a:pt x="37443" y="28998"/>
                      <a:pt x="29120" y="37321"/>
                      <a:pt x="18853" y="37321"/>
                    </a:cubicBezTo>
                    <a:cubicBezTo>
                      <a:pt x="8586" y="37321"/>
                      <a:pt x="263" y="28998"/>
                      <a:pt x="263" y="18730"/>
                    </a:cubicBezTo>
                    <a:cubicBezTo>
                      <a:pt x="263" y="8463"/>
                      <a:pt x="8586" y="140"/>
                      <a:pt x="18853" y="140"/>
                    </a:cubicBezTo>
                    <a:cubicBezTo>
                      <a:pt x="29120" y="140"/>
                      <a:pt x="37443" y="8463"/>
                      <a:pt x="37443" y="18730"/>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0" name="Freeform: Shape 4249">
                <a:extLst>
                  <a:ext uri="{FF2B5EF4-FFF2-40B4-BE49-F238E27FC236}">
                    <a16:creationId xmlns:a16="http://schemas.microsoft.com/office/drawing/2014/main" id="{5C1F220A-4B6D-9166-86EE-828857E59E5C}"/>
                  </a:ext>
                </a:extLst>
              </p:cNvPr>
              <p:cNvSpPr/>
              <p:nvPr/>
            </p:nvSpPr>
            <p:spPr>
              <a:xfrm>
                <a:off x="1773618" y="7727444"/>
                <a:ext cx="41981" cy="41981"/>
              </a:xfrm>
              <a:custGeom>
                <a:avLst/>
                <a:gdLst>
                  <a:gd name="connsiteX0" fmla="*/ 21253 w 41981"/>
                  <a:gd name="connsiteY0" fmla="*/ 4940 h 41981"/>
                  <a:gd name="connsiteX1" fmla="*/ 37443 w 41981"/>
                  <a:gd name="connsiteY1" fmla="*/ 21131 h 41981"/>
                  <a:gd name="connsiteX2" fmla="*/ 37443 w 41981"/>
                  <a:gd name="connsiteY2" fmla="*/ 21131 h 41981"/>
                  <a:gd name="connsiteX3" fmla="*/ 21253 w 41981"/>
                  <a:gd name="connsiteY3" fmla="*/ 37321 h 41981"/>
                  <a:gd name="connsiteX4" fmla="*/ 5063 w 41981"/>
                  <a:gd name="connsiteY4" fmla="*/ 21131 h 41981"/>
                  <a:gd name="connsiteX5" fmla="*/ 21253 w 41981"/>
                  <a:gd name="connsiteY5" fmla="*/ 4940 h 41981"/>
                  <a:gd name="connsiteX6" fmla="*/ 21253 w 41981"/>
                  <a:gd name="connsiteY6" fmla="*/ 140 h 41981"/>
                  <a:gd name="connsiteX7" fmla="*/ 263 w 41981"/>
                  <a:gd name="connsiteY7" fmla="*/ 21131 h 41981"/>
                  <a:gd name="connsiteX8" fmla="*/ 21253 w 41981"/>
                  <a:gd name="connsiteY8" fmla="*/ 42121 h 41981"/>
                  <a:gd name="connsiteX9" fmla="*/ 42244 w 41981"/>
                  <a:gd name="connsiteY9" fmla="*/ 21131 h 41981"/>
                  <a:gd name="connsiteX10" fmla="*/ 42244 w 41981"/>
                  <a:gd name="connsiteY10" fmla="*/ 21131 h 41981"/>
                  <a:gd name="connsiteX11" fmla="*/ 21253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40"/>
                    </a:moveTo>
                    <a:cubicBezTo>
                      <a:pt x="30195" y="4940"/>
                      <a:pt x="37443" y="12189"/>
                      <a:pt x="37443" y="21131"/>
                    </a:cubicBezTo>
                    <a:lnTo>
                      <a:pt x="37443" y="21131"/>
                    </a:lnTo>
                    <a:cubicBezTo>
                      <a:pt x="37443" y="30072"/>
                      <a:pt x="30195" y="37321"/>
                      <a:pt x="21253" y="37321"/>
                    </a:cubicBezTo>
                    <a:cubicBezTo>
                      <a:pt x="12311" y="37321"/>
                      <a:pt x="5063" y="30072"/>
                      <a:pt x="5063" y="21131"/>
                    </a:cubicBezTo>
                    <a:cubicBezTo>
                      <a:pt x="5063" y="12189"/>
                      <a:pt x="12311" y="4940"/>
                      <a:pt x="21253" y="4940"/>
                    </a:cubicBezTo>
                    <a:close/>
                    <a:moveTo>
                      <a:pt x="21253" y="140"/>
                    </a:moveTo>
                    <a:cubicBezTo>
                      <a:pt x="9661" y="140"/>
                      <a:pt x="263" y="9538"/>
                      <a:pt x="263" y="21131"/>
                    </a:cubicBezTo>
                    <a:cubicBezTo>
                      <a:pt x="263" y="32723"/>
                      <a:pt x="9661" y="42121"/>
                      <a:pt x="21253" y="42121"/>
                    </a:cubicBezTo>
                    <a:cubicBezTo>
                      <a:pt x="32846" y="42121"/>
                      <a:pt x="42244" y="32723"/>
                      <a:pt x="42244" y="21131"/>
                    </a:cubicBezTo>
                    <a:lnTo>
                      <a:pt x="42244" y="21131"/>
                    </a:lnTo>
                    <a:cubicBezTo>
                      <a:pt x="42244" y="9538"/>
                      <a:pt x="32846" y="140"/>
                      <a:pt x="21253" y="14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1" name="Freeform: Shape 4250">
                <a:extLst>
                  <a:ext uri="{FF2B5EF4-FFF2-40B4-BE49-F238E27FC236}">
                    <a16:creationId xmlns:a16="http://schemas.microsoft.com/office/drawing/2014/main" id="{05D39318-0F8B-FEF9-D4B8-C3602BB2AB45}"/>
                  </a:ext>
                </a:extLst>
              </p:cNvPr>
              <p:cNvSpPr/>
              <p:nvPr/>
            </p:nvSpPr>
            <p:spPr>
              <a:xfrm>
                <a:off x="1758329" y="7864288"/>
                <a:ext cx="37180" cy="37180"/>
              </a:xfrm>
              <a:custGeom>
                <a:avLst/>
                <a:gdLst>
                  <a:gd name="connsiteX0" fmla="*/ 37440 w 37180"/>
                  <a:gd name="connsiteY0" fmla="*/ 18754 h 37180"/>
                  <a:gd name="connsiteX1" fmla="*/ 18850 w 37180"/>
                  <a:gd name="connsiteY1" fmla="*/ 37344 h 37180"/>
                  <a:gd name="connsiteX2" fmla="*/ 259 w 37180"/>
                  <a:gd name="connsiteY2" fmla="*/ 18754 h 37180"/>
                  <a:gd name="connsiteX3" fmla="*/ 18850 w 37180"/>
                  <a:gd name="connsiteY3" fmla="*/ 163 h 37180"/>
                  <a:gd name="connsiteX4" fmla="*/ 37440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4"/>
                    </a:moveTo>
                    <a:cubicBezTo>
                      <a:pt x="37440" y="29021"/>
                      <a:pt x="29117" y="37344"/>
                      <a:pt x="18850" y="37344"/>
                    </a:cubicBezTo>
                    <a:cubicBezTo>
                      <a:pt x="8583" y="37344"/>
                      <a:pt x="259" y="29021"/>
                      <a:pt x="259" y="18754"/>
                    </a:cubicBezTo>
                    <a:cubicBezTo>
                      <a:pt x="259" y="8487"/>
                      <a:pt x="8583" y="163"/>
                      <a:pt x="18850" y="163"/>
                    </a:cubicBezTo>
                    <a:cubicBezTo>
                      <a:pt x="29117" y="163"/>
                      <a:pt x="37440" y="8487"/>
                      <a:pt x="37440" y="18754"/>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2" name="Freeform: Shape 4251">
                <a:extLst>
                  <a:ext uri="{FF2B5EF4-FFF2-40B4-BE49-F238E27FC236}">
                    <a16:creationId xmlns:a16="http://schemas.microsoft.com/office/drawing/2014/main" id="{FBFC9DC1-9E86-FD52-EAFC-34A880FE8CC9}"/>
                  </a:ext>
                </a:extLst>
              </p:cNvPr>
              <p:cNvSpPr/>
              <p:nvPr/>
            </p:nvSpPr>
            <p:spPr>
              <a:xfrm>
                <a:off x="1755929" y="7861888"/>
                <a:ext cx="41981" cy="41981"/>
              </a:xfrm>
              <a:custGeom>
                <a:avLst/>
                <a:gdLst>
                  <a:gd name="connsiteX0" fmla="*/ 21250 w 41981"/>
                  <a:gd name="connsiteY0" fmla="*/ 4964 h 41981"/>
                  <a:gd name="connsiteX1" fmla="*/ 37440 w 41981"/>
                  <a:gd name="connsiteY1" fmla="*/ 21154 h 41981"/>
                  <a:gd name="connsiteX2" fmla="*/ 37440 w 41981"/>
                  <a:gd name="connsiteY2" fmla="*/ 21154 h 41981"/>
                  <a:gd name="connsiteX3" fmla="*/ 21250 w 41981"/>
                  <a:gd name="connsiteY3" fmla="*/ 37344 h 41981"/>
                  <a:gd name="connsiteX4" fmla="*/ 5060 w 41981"/>
                  <a:gd name="connsiteY4" fmla="*/ 21154 h 41981"/>
                  <a:gd name="connsiteX5" fmla="*/ 21250 w 41981"/>
                  <a:gd name="connsiteY5" fmla="*/ 4964 h 41981"/>
                  <a:gd name="connsiteX6" fmla="*/ 21250 w 41981"/>
                  <a:gd name="connsiteY6" fmla="*/ 163 h 41981"/>
                  <a:gd name="connsiteX7" fmla="*/ 259 w 41981"/>
                  <a:gd name="connsiteY7" fmla="*/ 21154 h 41981"/>
                  <a:gd name="connsiteX8" fmla="*/ 21250 w 41981"/>
                  <a:gd name="connsiteY8" fmla="*/ 42144 h 41981"/>
                  <a:gd name="connsiteX9" fmla="*/ 42241 w 41981"/>
                  <a:gd name="connsiteY9" fmla="*/ 21154 h 41981"/>
                  <a:gd name="connsiteX10" fmla="*/ 42241 w 41981"/>
                  <a:gd name="connsiteY10" fmla="*/ 21154 h 41981"/>
                  <a:gd name="connsiteX11" fmla="*/ 2125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4"/>
                    </a:moveTo>
                    <a:cubicBezTo>
                      <a:pt x="30192" y="4964"/>
                      <a:pt x="37440" y="12212"/>
                      <a:pt x="37440" y="21154"/>
                    </a:cubicBezTo>
                    <a:lnTo>
                      <a:pt x="37440" y="21154"/>
                    </a:lnTo>
                    <a:cubicBezTo>
                      <a:pt x="37440" y="30096"/>
                      <a:pt x="30192" y="37344"/>
                      <a:pt x="21250" y="37344"/>
                    </a:cubicBezTo>
                    <a:cubicBezTo>
                      <a:pt x="12308" y="37344"/>
                      <a:pt x="5060" y="30096"/>
                      <a:pt x="5060" y="21154"/>
                    </a:cubicBezTo>
                    <a:cubicBezTo>
                      <a:pt x="5060" y="12212"/>
                      <a:pt x="12308" y="4964"/>
                      <a:pt x="21250" y="4964"/>
                    </a:cubicBezTo>
                    <a:close/>
                    <a:moveTo>
                      <a:pt x="21250" y="163"/>
                    </a:moveTo>
                    <a:cubicBezTo>
                      <a:pt x="9657" y="163"/>
                      <a:pt x="259" y="9561"/>
                      <a:pt x="259" y="21154"/>
                    </a:cubicBezTo>
                    <a:cubicBezTo>
                      <a:pt x="259" y="32746"/>
                      <a:pt x="9657" y="42144"/>
                      <a:pt x="21250" y="42144"/>
                    </a:cubicBezTo>
                    <a:cubicBezTo>
                      <a:pt x="32843" y="42144"/>
                      <a:pt x="42241" y="32746"/>
                      <a:pt x="42241" y="21154"/>
                    </a:cubicBezTo>
                    <a:lnTo>
                      <a:pt x="42241" y="21154"/>
                    </a:lnTo>
                    <a:cubicBezTo>
                      <a:pt x="42241" y="9561"/>
                      <a:pt x="32843" y="163"/>
                      <a:pt x="21250"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3" name="Freeform: Shape 4252">
                <a:extLst>
                  <a:ext uri="{FF2B5EF4-FFF2-40B4-BE49-F238E27FC236}">
                    <a16:creationId xmlns:a16="http://schemas.microsoft.com/office/drawing/2014/main" id="{7B85F65B-E757-C123-4548-196435BC924A}"/>
                  </a:ext>
                </a:extLst>
              </p:cNvPr>
              <p:cNvSpPr/>
              <p:nvPr/>
            </p:nvSpPr>
            <p:spPr>
              <a:xfrm>
                <a:off x="1751711" y="7981619"/>
                <a:ext cx="37180" cy="37180"/>
              </a:xfrm>
              <a:custGeom>
                <a:avLst/>
                <a:gdLst>
                  <a:gd name="connsiteX0" fmla="*/ 37439 w 37180"/>
                  <a:gd name="connsiteY0" fmla="*/ 18774 h 37180"/>
                  <a:gd name="connsiteX1" fmla="*/ 18849 w 37180"/>
                  <a:gd name="connsiteY1" fmla="*/ 37364 h 37180"/>
                  <a:gd name="connsiteX2" fmla="*/ 258 w 37180"/>
                  <a:gd name="connsiteY2" fmla="*/ 18774 h 37180"/>
                  <a:gd name="connsiteX3" fmla="*/ 18849 w 37180"/>
                  <a:gd name="connsiteY3" fmla="*/ 184 h 37180"/>
                  <a:gd name="connsiteX4" fmla="*/ 37439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4"/>
                    </a:moveTo>
                    <a:cubicBezTo>
                      <a:pt x="37439" y="29041"/>
                      <a:pt x="29116" y="37364"/>
                      <a:pt x="18849" y="37364"/>
                    </a:cubicBezTo>
                    <a:cubicBezTo>
                      <a:pt x="8582" y="37364"/>
                      <a:pt x="258" y="29041"/>
                      <a:pt x="258" y="18774"/>
                    </a:cubicBezTo>
                    <a:cubicBezTo>
                      <a:pt x="258" y="8507"/>
                      <a:pt x="8582" y="184"/>
                      <a:pt x="18849" y="184"/>
                    </a:cubicBezTo>
                    <a:cubicBezTo>
                      <a:pt x="29116" y="184"/>
                      <a:pt x="37439" y="8507"/>
                      <a:pt x="37439" y="18774"/>
                    </a:cubicBezTo>
                    <a:close/>
                  </a:path>
                </a:pathLst>
              </a:custGeom>
              <a:solidFill>
                <a:srgbClr val="F7E2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4" name="Freeform: Shape 4253">
                <a:extLst>
                  <a:ext uri="{FF2B5EF4-FFF2-40B4-BE49-F238E27FC236}">
                    <a16:creationId xmlns:a16="http://schemas.microsoft.com/office/drawing/2014/main" id="{EE29C84B-9E4B-66B7-F259-85B9F5BD3297}"/>
                  </a:ext>
                </a:extLst>
              </p:cNvPr>
              <p:cNvSpPr/>
              <p:nvPr/>
            </p:nvSpPr>
            <p:spPr>
              <a:xfrm>
                <a:off x="1749311" y="7979219"/>
                <a:ext cx="41981" cy="41981"/>
              </a:xfrm>
              <a:custGeom>
                <a:avLst/>
                <a:gdLst>
                  <a:gd name="connsiteX0" fmla="*/ 21249 w 41981"/>
                  <a:gd name="connsiteY0" fmla="*/ 4984 h 41981"/>
                  <a:gd name="connsiteX1" fmla="*/ 37439 w 41981"/>
                  <a:gd name="connsiteY1" fmla="*/ 21174 h 41981"/>
                  <a:gd name="connsiteX2" fmla="*/ 37439 w 41981"/>
                  <a:gd name="connsiteY2" fmla="*/ 21174 h 41981"/>
                  <a:gd name="connsiteX3" fmla="*/ 21249 w 41981"/>
                  <a:gd name="connsiteY3" fmla="*/ 37364 h 41981"/>
                  <a:gd name="connsiteX4" fmla="*/ 5059 w 41981"/>
                  <a:gd name="connsiteY4" fmla="*/ 21174 h 41981"/>
                  <a:gd name="connsiteX5" fmla="*/ 21249 w 41981"/>
                  <a:gd name="connsiteY5" fmla="*/ 4984 h 41981"/>
                  <a:gd name="connsiteX6" fmla="*/ 21249 w 41981"/>
                  <a:gd name="connsiteY6" fmla="*/ 184 h 41981"/>
                  <a:gd name="connsiteX7" fmla="*/ 258 w 41981"/>
                  <a:gd name="connsiteY7" fmla="*/ 21174 h 41981"/>
                  <a:gd name="connsiteX8" fmla="*/ 21249 w 41981"/>
                  <a:gd name="connsiteY8" fmla="*/ 42165 h 41981"/>
                  <a:gd name="connsiteX9" fmla="*/ 42239 w 41981"/>
                  <a:gd name="connsiteY9" fmla="*/ 21174 h 41981"/>
                  <a:gd name="connsiteX10" fmla="*/ 42239 w 41981"/>
                  <a:gd name="connsiteY10" fmla="*/ 21174 h 41981"/>
                  <a:gd name="connsiteX11" fmla="*/ 21249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4"/>
                    </a:moveTo>
                    <a:cubicBezTo>
                      <a:pt x="30191" y="4984"/>
                      <a:pt x="37439" y="12232"/>
                      <a:pt x="37439" y="21174"/>
                    </a:cubicBezTo>
                    <a:lnTo>
                      <a:pt x="37439" y="21174"/>
                    </a:lnTo>
                    <a:cubicBezTo>
                      <a:pt x="37439" y="30116"/>
                      <a:pt x="30191" y="37364"/>
                      <a:pt x="21249" y="37364"/>
                    </a:cubicBezTo>
                    <a:cubicBezTo>
                      <a:pt x="12307" y="37364"/>
                      <a:pt x="5059" y="30116"/>
                      <a:pt x="5059" y="21174"/>
                    </a:cubicBezTo>
                    <a:cubicBezTo>
                      <a:pt x="5059" y="12232"/>
                      <a:pt x="12307" y="4984"/>
                      <a:pt x="21249" y="4984"/>
                    </a:cubicBezTo>
                    <a:close/>
                    <a:moveTo>
                      <a:pt x="21249" y="184"/>
                    </a:moveTo>
                    <a:cubicBezTo>
                      <a:pt x="9656" y="184"/>
                      <a:pt x="258" y="9582"/>
                      <a:pt x="258" y="21174"/>
                    </a:cubicBezTo>
                    <a:cubicBezTo>
                      <a:pt x="258" y="32767"/>
                      <a:pt x="9656" y="42165"/>
                      <a:pt x="21249" y="42165"/>
                    </a:cubicBezTo>
                    <a:cubicBezTo>
                      <a:pt x="32841" y="42165"/>
                      <a:pt x="42239" y="32767"/>
                      <a:pt x="42239" y="21174"/>
                    </a:cubicBezTo>
                    <a:lnTo>
                      <a:pt x="42239" y="21174"/>
                    </a:lnTo>
                    <a:cubicBezTo>
                      <a:pt x="42239" y="9582"/>
                      <a:pt x="32841" y="184"/>
                      <a:pt x="21249"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5" name="Freeform: Shape 4254">
                <a:extLst>
                  <a:ext uri="{FF2B5EF4-FFF2-40B4-BE49-F238E27FC236}">
                    <a16:creationId xmlns:a16="http://schemas.microsoft.com/office/drawing/2014/main" id="{24E24268-F310-514F-05C2-CFDB81FD3FBF}"/>
                  </a:ext>
                </a:extLst>
              </p:cNvPr>
              <p:cNvSpPr/>
              <p:nvPr/>
            </p:nvSpPr>
            <p:spPr>
              <a:xfrm>
                <a:off x="1880188" y="8016859"/>
                <a:ext cx="37180" cy="37180"/>
              </a:xfrm>
              <a:custGeom>
                <a:avLst/>
                <a:gdLst>
                  <a:gd name="connsiteX0" fmla="*/ 37461 w 37180"/>
                  <a:gd name="connsiteY0" fmla="*/ 18780 h 37180"/>
                  <a:gd name="connsiteX1" fmla="*/ 18871 w 37180"/>
                  <a:gd name="connsiteY1" fmla="*/ 37371 h 37180"/>
                  <a:gd name="connsiteX2" fmla="*/ 281 w 37180"/>
                  <a:gd name="connsiteY2" fmla="*/ 18780 h 37180"/>
                  <a:gd name="connsiteX3" fmla="*/ 18871 w 37180"/>
                  <a:gd name="connsiteY3" fmla="*/ 190 h 37180"/>
                  <a:gd name="connsiteX4" fmla="*/ 37461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80"/>
                    </a:moveTo>
                    <a:cubicBezTo>
                      <a:pt x="37461" y="29047"/>
                      <a:pt x="29138" y="37371"/>
                      <a:pt x="18871" y="37371"/>
                    </a:cubicBezTo>
                    <a:cubicBezTo>
                      <a:pt x="8604" y="37371"/>
                      <a:pt x="281" y="29047"/>
                      <a:pt x="281" y="18780"/>
                    </a:cubicBezTo>
                    <a:cubicBezTo>
                      <a:pt x="281" y="8513"/>
                      <a:pt x="8604" y="190"/>
                      <a:pt x="18871" y="190"/>
                    </a:cubicBezTo>
                    <a:cubicBezTo>
                      <a:pt x="29138" y="190"/>
                      <a:pt x="37461" y="8513"/>
                      <a:pt x="37461" y="18780"/>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6" name="Freeform: Shape 4255">
                <a:extLst>
                  <a:ext uri="{FF2B5EF4-FFF2-40B4-BE49-F238E27FC236}">
                    <a16:creationId xmlns:a16="http://schemas.microsoft.com/office/drawing/2014/main" id="{DE17FFA5-B597-5B36-1581-60C5DE508935}"/>
                  </a:ext>
                </a:extLst>
              </p:cNvPr>
              <p:cNvSpPr/>
              <p:nvPr/>
            </p:nvSpPr>
            <p:spPr>
              <a:xfrm>
                <a:off x="1877788" y="8014459"/>
                <a:ext cx="41981" cy="41981"/>
              </a:xfrm>
              <a:custGeom>
                <a:avLst/>
                <a:gdLst>
                  <a:gd name="connsiteX0" fmla="*/ 21271 w 41981"/>
                  <a:gd name="connsiteY0" fmla="*/ 4990 h 41981"/>
                  <a:gd name="connsiteX1" fmla="*/ 37461 w 41981"/>
                  <a:gd name="connsiteY1" fmla="*/ 21180 h 41981"/>
                  <a:gd name="connsiteX2" fmla="*/ 37461 w 41981"/>
                  <a:gd name="connsiteY2" fmla="*/ 21180 h 41981"/>
                  <a:gd name="connsiteX3" fmla="*/ 21271 w 41981"/>
                  <a:gd name="connsiteY3" fmla="*/ 37371 h 41981"/>
                  <a:gd name="connsiteX4" fmla="*/ 5081 w 41981"/>
                  <a:gd name="connsiteY4" fmla="*/ 21180 h 41981"/>
                  <a:gd name="connsiteX5" fmla="*/ 21271 w 41981"/>
                  <a:gd name="connsiteY5" fmla="*/ 4990 h 41981"/>
                  <a:gd name="connsiteX6" fmla="*/ 21271 w 41981"/>
                  <a:gd name="connsiteY6" fmla="*/ 190 h 41981"/>
                  <a:gd name="connsiteX7" fmla="*/ 281 w 41981"/>
                  <a:gd name="connsiteY7" fmla="*/ 21180 h 41981"/>
                  <a:gd name="connsiteX8" fmla="*/ 21271 w 41981"/>
                  <a:gd name="connsiteY8" fmla="*/ 42171 h 41981"/>
                  <a:gd name="connsiteX9" fmla="*/ 42262 w 41981"/>
                  <a:gd name="connsiteY9" fmla="*/ 21180 h 41981"/>
                  <a:gd name="connsiteX10" fmla="*/ 42262 w 41981"/>
                  <a:gd name="connsiteY10" fmla="*/ 21180 h 41981"/>
                  <a:gd name="connsiteX11" fmla="*/ 21271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90"/>
                    </a:moveTo>
                    <a:cubicBezTo>
                      <a:pt x="30213" y="4990"/>
                      <a:pt x="37461" y="12239"/>
                      <a:pt x="37461" y="21180"/>
                    </a:cubicBezTo>
                    <a:lnTo>
                      <a:pt x="37461" y="21180"/>
                    </a:lnTo>
                    <a:cubicBezTo>
                      <a:pt x="37461" y="30122"/>
                      <a:pt x="30213" y="37371"/>
                      <a:pt x="21271" y="37371"/>
                    </a:cubicBezTo>
                    <a:cubicBezTo>
                      <a:pt x="12329" y="37371"/>
                      <a:pt x="5081" y="30122"/>
                      <a:pt x="5081" y="21180"/>
                    </a:cubicBezTo>
                    <a:cubicBezTo>
                      <a:pt x="5081" y="12239"/>
                      <a:pt x="12329" y="4990"/>
                      <a:pt x="21271" y="4990"/>
                    </a:cubicBezTo>
                    <a:close/>
                    <a:moveTo>
                      <a:pt x="21271" y="190"/>
                    </a:moveTo>
                    <a:cubicBezTo>
                      <a:pt x="9679" y="190"/>
                      <a:pt x="281" y="9588"/>
                      <a:pt x="281" y="21180"/>
                    </a:cubicBezTo>
                    <a:cubicBezTo>
                      <a:pt x="281" y="32773"/>
                      <a:pt x="9679" y="42171"/>
                      <a:pt x="21271" y="42171"/>
                    </a:cubicBezTo>
                    <a:cubicBezTo>
                      <a:pt x="32864" y="42171"/>
                      <a:pt x="42262" y="32773"/>
                      <a:pt x="42262" y="21180"/>
                    </a:cubicBezTo>
                    <a:lnTo>
                      <a:pt x="42262" y="21180"/>
                    </a:lnTo>
                    <a:cubicBezTo>
                      <a:pt x="42262" y="9588"/>
                      <a:pt x="32864" y="190"/>
                      <a:pt x="21271" y="19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7" name="Freeform: Shape 4256">
                <a:extLst>
                  <a:ext uri="{FF2B5EF4-FFF2-40B4-BE49-F238E27FC236}">
                    <a16:creationId xmlns:a16="http://schemas.microsoft.com/office/drawing/2014/main" id="{39758DA6-7E72-8046-2E2F-233DF812612C}"/>
                  </a:ext>
                </a:extLst>
              </p:cNvPr>
              <p:cNvSpPr/>
              <p:nvPr/>
            </p:nvSpPr>
            <p:spPr>
              <a:xfrm>
                <a:off x="1806897" y="8014457"/>
                <a:ext cx="37180" cy="37180"/>
              </a:xfrm>
              <a:custGeom>
                <a:avLst/>
                <a:gdLst>
                  <a:gd name="connsiteX0" fmla="*/ 37449 w 37180"/>
                  <a:gd name="connsiteY0" fmla="*/ 18780 h 37180"/>
                  <a:gd name="connsiteX1" fmla="*/ 18858 w 37180"/>
                  <a:gd name="connsiteY1" fmla="*/ 37370 h 37180"/>
                  <a:gd name="connsiteX2" fmla="*/ 268 w 37180"/>
                  <a:gd name="connsiteY2" fmla="*/ 18780 h 37180"/>
                  <a:gd name="connsiteX3" fmla="*/ 18858 w 37180"/>
                  <a:gd name="connsiteY3" fmla="*/ 189 h 37180"/>
                  <a:gd name="connsiteX4" fmla="*/ 37449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80"/>
                    </a:moveTo>
                    <a:cubicBezTo>
                      <a:pt x="37449" y="29047"/>
                      <a:pt x="29125" y="37370"/>
                      <a:pt x="18858" y="37370"/>
                    </a:cubicBezTo>
                    <a:cubicBezTo>
                      <a:pt x="8591" y="37370"/>
                      <a:pt x="268" y="29047"/>
                      <a:pt x="268" y="18780"/>
                    </a:cubicBezTo>
                    <a:cubicBezTo>
                      <a:pt x="268" y="8513"/>
                      <a:pt x="8591" y="189"/>
                      <a:pt x="18858" y="189"/>
                    </a:cubicBezTo>
                    <a:cubicBezTo>
                      <a:pt x="29125" y="189"/>
                      <a:pt x="37449" y="8513"/>
                      <a:pt x="37449" y="18780"/>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8" name="Freeform: Shape 4257">
                <a:extLst>
                  <a:ext uri="{FF2B5EF4-FFF2-40B4-BE49-F238E27FC236}">
                    <a16:creationId xmlns:a16="http://schemas.microsoft.com/office/drawing/2014/main" id="{96EFBD87-E623-0B4A-D417-4377CED455F2}"/>
                  </a:ext>
                </a:extLst>
              </p:cNvPr>
              <p:cNvSpPr/>
              <p:nvPr/>
            </p:nvSpPr>
            <p:spPr>
              <a:xfrm>
                <a:off x="1804497" y="8012057"/>
                <a:ext cx="41981" cy="41981"/>
              </a:xfrm>
              <a:custGeom>
                <a:avLst/>
                <a:gdLst>
                  <a:gd name="connsiteX0" fmla="*/ 21258 w 41981"/>
                  <a:gd name="connsiteY0" fmla="*/ 4990 h 41981"/>
                  <a:gd name="connsiteX1" fmla="*/ 37449 w 41981"/>
                  <a:gd name="connsiteY1" fmla="*/ 21180 h 41981"/>
                  <a:gd name="connsiteX2" fmla="*/ 37449 w 41981"/>
                  <a:gd name="connsiteY2" fmla="*/ 21180 h 41981"/>
                  <a:gd name="connsiteX3" fmla="*/ 21258 w 41981"/>
                  <a:gd name="connsiteY3" fmla="*/ 37370 h 41981"/>
                  <a:gd name="connsiteX4" fmla="*/ 5068 w 41981"/>
                  <a:gd name="connsiteY4" fmla="*/ 21180 h 41981"/>
                  <a:gd name="connsiteX5" fmla="*/ 21258 w 41981"/>
                  <a:gd name="connsiteY5" fmla="*/ 4990 h 41981"/>
                  <a:gd name="connsiteX6" fmla="*/ 21258 w 41981"/>
                  <a:gd name="connsiteY6" fmla="*/ 189 h 41981"/>
                  <a:gd name="connsiteX7" fmla="*/ 268 w 41981"/>
                  <a:gd name="connsiteY7" fmla="*/ 21180 h 41981"/>
                  <a:gd name="connsiteX8" fmla="*/ 21258 w 41981"/>
                  <a:gd name="connsiteY8" fmla="*/ 42171 h 41981"/>
                  <a:gd name="connsiteX9" fmla="*/ 42249 w 41981"/>
                  <a:gd name="connsiteY9" fmla="*/ 21180 h 41981"/>
                  <a:gd name="connsiteX10" fmla="*/ 42249 w 41981"/>
                  <a:gd name="connsiteY10" fmla="*/ 21180 h 41981"/>
                  <a:gd name="connsiteX11" fmla="*/ 21258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90"/>
                    </a:moveTo>
                    <a:cubicBezTo>
                      <a:pt x="30200" y="4990"/>
                      <a:pt x="37449" y="12238"/>
                      <a:pt x="37449" y="21180"/>
                    </a:cubicBezTo>
                    <a:lnTo>
                      <a:pt x="37449" y="21180"/>
                    </a:lnTo>
                    <a:cubicBezTo>
                      <a:pt x="37449" y="30122"/>
                      <a:pt x="30200" y="37370"/>
                      <a:pt x="21258" y="37370"/>
                    </a:cubicBezTo>
                    <a:cubicBezTo>
                      <a:pt x="12317" y="37370"/>
                      <a:pt x="5068" y="30122"/>
                      <a:pt x="5068" y="21180"/>
                    </a:cubicBezTo>
                    <a:cubicBezTo>
                      <a:pt x="5068" y="12238"/>
                      <a:pt x="12317" y="4990"/>
                      <a:pt x="21258" y="4990"/>
                    </a:cubicBezTo>
                    <a:close/>
                    <a:moveTo>
                      <a:pt x="21258" y="189"/>
                    </a:moveTo>
                    <a:cubicBezTo>
                      <a:pt x="9666" y="189"/>
                      <a:pt x="268" y="9587"/>
                      <a:pt x="268" y="21180"/>
                    </a:cubicBezTo>
                    <a:cubicBezTo>
                      <a:pt x="268" y="32773"/>
                      <a:pt x="9666" y="42171"/>
                      <a:pt x="21258" y="42171"/>
                    </a:cubicBezTo>
                    <a:cubicBezTo>
                      <a:pt x="32851" y="42171"/>
                      <a:pt x="42249" y="32773"/>
                      <a:pt x="42249" y="21180"/>
                    </a:cubicBezTo>
                    <a:lnTo>
                      <a:pt x="42249" y="21180"/>
                    </a:lnTo>
                    <a:cubicBezTo>
                      <a:pt x="42249" y="9587"/>
                      <a:pt x="32851" y="189"/>
                      <a:pt x="21258"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59" name="Freeform: Shape 4258">
                <a:extLst>
                  <a:ext uri="{FF2B5EF4-FFF2-40B4-BE49-F238E27FC236}">
                    <a16:creationId xmlns:a16="http://schemas.microsoft.com/office/drawing/2014/main" id="{1B6A5887-22BF-80EE-B4C2-7DE67224D245}"/>
                  </a:ext>
                </a:extLst>
              </p:cNvPr>
              <p:cNvSpPr/>
              <p:nvPr/>
            </p:nvSpPr>
            <p:spPr>
              <a:xfrm>
                <a:off x="1808234" y="7983232"/>
                <a:ext cx="37180" cy="37180"/>
              </a:xfrm>
              <a:custGeom>
                <a:avLst/>
                <a:gdLst>
                  <a:gd name="connsiteX0" fmla="*/ 37449 w 37180"/>
                  <a:gd name="connsiteY0" fmla="*/ 18774 h 37180"/>
                  <a:gd name="connsiteX1" fmla="*/ 18859 w 37180"/>
                  <a:gd name="connsiteY1" fmla="*/ 37365 h 37180"/>
                  <a:gd name="connsiteX2" fmla="*/ 268 w 37180"/>
                  <a:gd name="connsiteY2" fmla="*/ 18774 h 37180"/>
                  <a:gd name="connsiteX3" fmla="*/ 18859 w 37180"/>
                  <a:gd name="connsiteY3" fmla="*/ 184 h 37180"/>
                  <a:gd name="connsiteX4" fmla="*/ 37449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4"/>
                    </a:moveTo>
                    <a:cubicBezTo>
                      <a:pt x="37449" y="29042"/>
                      <a:pt x="29126" y="37365"/>
                      <a:pt x="18859" y="37365"/>
                    </a:cubicBezTo>
                    <a:cubicBezTo>
                      <a:pt x="8591" y="37365"/>
                      <a:pt x="268" y="29042"/>
                      <a:pt x="268" y="18774"/>
                    </a:cubicBezTo>
                    <a:cubicBezTo>
                      <a:pt x="268" y="8507"/>
                      <a:pt x="8591" y="184"/>
                      <a:pt x="18859" y="184"/>
                    </a:cubicBezTo>
                    <a:cubicBezTo>
                      <a:pt x="29126" y="184"/>
                      <a:pt x="37449" y="8507"/>
                      <a:pt x="37449" y="18774"/>
                    </a:cubicBezTo>
                    <a:close/>
                  </a:path>
                </a:pathLst>
              </a:custGeom>
              <a:solidFill>
                <a:srgbClr val="F7E3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0" name="Freeform: Shape 4259">
                <a:extLst>
                  <a:ext uri="{FF2B5EF4-FFF2-40B4-BE49-F238E27FC236}">
                    <a16:creationId xmlns:a16="http://schemas.microsoft.com/office/drawing/2014/main" id="{35CEE18A-8728-E9A3-2F04-E71D40E5238F}"/>
                  </a:ext>
                </a:extLst>
              </p:cNvPr>
              <p:cNvSpPr/>
              <p:nvPr/>
            </p:nvSpPr>
            <p:spPr>
              <a:xfrm>
                <a:off x="1805834" y="7980832"/>
                <a:ext cx="41981" cy="41981"/>
              </a:xfrm>
              <a:custGeom>
                <a:avLst/>
                <a:gdLst>
                  <a:gd name="connsiteX0" fmla="*/ 21259 w 41981"/>
                  <a:gd name="connsiteY0" fmla="*/ 4984 h 41981"/>
                  <a:gd name="connsiteX1" fmla="*/ 37449 w 41981"/>
                  <a:gd name="connsiteY1" fmla="*/ 21175 h 41981"/>
                  <a:gd name="connsiteX2" fmla="*/ 37449 w 41981"/>
                  <a:gd name="connsiteY2" fmla="*/ 21175 h 41981"/>
                  <a:gd name="connsiteX3" fmla="*/ 21259 w 41981"/>
                  <a:gd name="connsiteY3" fmla="*/ 37365 h 41981"/>
                  <a:gd name="connsiteX4" fmla="*/ 5069 w 41981"/>
                  <a:gd name="connsiteY4" fmla="*/ 21175 h 41981"/>
                  <a:gd name="connsiteX5" fmla="*/ 21259 w 41981"/>
                  <a:gd name="connsiteY5" fmla="*/ 4984 h 41981"/>
                  <a:gd name="connsiteX6" fmla="*/ 21259 w 41981"/>
                  <a:gd name="connsiteY6" fmla="*/ 184 h 41981"/>
                  <a:gd name="connsiteX7" fmla="*/ 268 w 41981"/>
                  <a:gd name="connsiteY7" fmla="*/ 21175 h 41981"/>
                  <a:gd name="connsiteX8" fmla="*/ 21259 w 41981"/>
                  <a:gd name="connsiteY8" fmla="*/ 42165 h 41981"/>
                  <a:gd name="connsiteX9" fmla="*/ 42249 w 41981"/>
                  <a:gd name="connsiteY9" fmla="*/ 21175 h 41981"/>
                  <a:gd name="connsiteX10" fmla="*/ 42249 w 41981"/>
                  <a:gd name="connsiteY10" fmla="*/ 21175 h 41981"/>
                  <a:gd name="connsiteX11" fmla="*/ 21259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4"/>
                    </a:moveTo>
                    <a:cubicBezTo>
                      <a:pt x="30201" y="4984"/>
                      <a:pt x="37449" y="12233"/>
                      <a:pt x="37449" y="21175"/>
                    </a:cubicBezTo>
                    <a:lnTo>
                      <a:pt x="37449" y="21175"/>
                    </a:lnTo>
                    <a:cubicBezTo>
                      <a:pt x="37449" y="30116"/>
                      <a:pt x="30201" y="37365"/>
                      <a:pt x="21259" y="37365"/>
                    </a:cubicBezTo>
                    <a:cubicBezTo>
                      <a:pt x="12317" y="37365"/>
                      <a:pt x="5069" y="30116"/>
                      <a:pt x="5069" y="21175"/>
                    </a:cubicBezTo>
                    <a:cubicBezTo>
                      <a:pt x="5069" y="12233"/>
                      <a:pt x="12317" y="4984"/>
                      <a:pt x="21259" y="4984"/>
                    </a:cubicBezTo>
                    <a:close/>
                    <a:moveTo>
                      <a:pt x="21259" y="184"/>
                    </a:moveTo>
                    <a:cubicBezTo>
                      <a:pt x="9666" y="184"/>
                      <a:pt x="268" y="9582"/>
                      <a:pt x="268" y="21175"/>
                    </a:cubicBezTo>
                    <a:cubicBezTo>
                      <a:pt x="268" y="32767"/>
                      <a:pt x="9666" y="42165"/>
                      <a:pt x="21259" y="42165"/>
                    </a:cubicBezTo>
                    <a:cubicBezTo>
                      <a:pt x="32851" y="42165"/>
                      <a:pt x="42249" y="32767"/>
                      <a:pt x="42249" y="21175"/>
                    </a:cubicBezTo>
                    <a:lnTo>
                      <a:pt x="42249" y="21175"/>
                    </a:lnTo>
                    <a:cubicBezTo>
                      <a:pt x="42249" y="9582"/>
                      <a:pt x="32851" y="184"/>
                      <a:pt x="21259"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1" name="Freeform: Shape 4260">
                <a:extLst>
                  <a:ext uri="{FF2B5EF4-FFF2-40B4-BE49-F238E27FC236}">
                    <a16:creationId xmlns:a16="http://schemas.microsoft.com/office/drawing/2014/main" id="{62A983EA-25FF-73F6-B8DF-0C8BA299AA8C}"/>
                  </a:ext>
                </a:extLst>
              </p:cNvPr>
              <p:cNvSpPr/>
              <p:nvPr/>
            </p:nvSpPr>
            <p:spPr>
              <a:xfrm>
                <a:off x="1748923" y="7914602"/>
                <a:ext cx="37180" cy="37180"/>
              </a:xfrm>
              <a:custGeom>
                <a:avLst/>
                <a:gdLst>
                  <a:gd name="connsiteX0" fmla="*/ 37439 w 37180"/>
                  <a:gd name="connsiteY0" fmla="*/ 18762 h 37180"/>
                  <a:gd name="connsiteX1" fmla="*/ 18848 w 37180"/>
                  <a:gd name="connsiteY1" fmla="*/ 37353 h 37180"/>
                  <a:gd name="connsiteX2" fmla="*/ 258 w 37180"/>
                  <a:gd name="connsiteY2" fmla="*/ 18762 h 37180"/>
                  <a:gd name="connsiteX3" fmla="*/ 18848 w 37180"/>
                  <a:gd name="connsiteY3" fmla="*/ 172 h 37180"/>
                  <a:gd name="connsiteX4" fmla="*/ 37439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2"/>
                    </a:moveTo>
                    <a:cubicBezTo>
                      <a:pt x="37439" y="29030"/>
                      <a:pt x="29115" y="37353"/>
                      <a:pt x="18848" y="37353"/>
                    </a:cubicBezTo>
                    <a:cubicBezTo>
                      <a:pt x="8581" y="37353"/>
                      <a:pt x="258" y="29030"/>
                      <a:pt x="258" y="18762"/>
                    </a:cubicBezTo>
                    <a:cubicBezTo>
                      <a:pt x="258" y="8495"/>
                      <a:pt x="8581" y="172"/>
                      <a:pt x="18848" y="172"/>
                    </a:cubicBezTo>
                    <a:cubicBezTo>
                      <a:pt x="29115" y="172"/>
                      <a:pt x="37439" y="8495"/>
                      <a:pt x="37439" y="18762"/>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2" name="Freeform: Shape 4261">
                <a:extLst>
                  <a:ext uri="{FF2B5EF4-FFF2-40B4-BE49-F238E27FC236}">
                    <a16:creationId xmlns:a16="http://schemas.microsoft.com/office/drawing/2014/main" id="{EC678357-D929-EBB1-2B5F-1E56E0EB3983}"/>
                  </a:ext>
                </a:extLst>
              </p:cNvPr>
              <p:cNvSpPr/>
              <p:nvPr/>
            </p:nvSpPr>
            <p:spPr>
              <a:xfrm>
                <a:off x="1746523" y="7912202"/>
                <a:ext cx="41981" cy="41981"/>
              </a:xfrm>
              <a:custGeom>
                <a:avLst/>
                <a:gdLst>
                  <a:gd name="connsiteX0" fmla="*/ 21248 w 41981"/>
                  <a:gd name="connsiteY0" fmla="*/ 4972 h 41981"/>
                  <a:gd name="connsiteX1" fmla="*/ 37439 w 41981"/>
                  <a:gd name="connsiteY1" fmla="*/ 21163 h 41981"/>
                  <a:gd name="connsiteX2" fmla="*/ 37439 w 41981"/>
                  <a:gd name="connsiteY2" fmla="*/ 21163 h 41981"/>
                  <a:gd name="connsiteX3" fmla="*/ 21248 w 41981"/>
                  <a:gd name="connsiteY3" fmla="*/ 37353 h 41981"/>
                  <a:gd name="connsiteX4" fmla="*/ 5058 w 41981"/>
                  <a:gd name="connsiteY4" fmla="*/ 21163 h 41981"/>
                  <a:gd name="connsiteX5" fmla="*/ 21248 w 41981"/>
                  <a:gd name="connsiteY5" fmla="*/ 4972 h 41981"/>
                  <a:gd name="connsiteX6" fmla="*/ 21248 w 41981"/>
                  <a:gd name="connsiteY6" fmla="*/ 172 h 41981"/>
                  <a:gd name="connsiteX7" fmla="*/ 258 w 41981"/>
                  <a:gd name="connsiteY7" fmla="*/ 21163 h 41981"/>
                  <a:gd name="connsiteX8" fmla="*/ 21248 w 41981"/>
                  <a:gd name="connsiteY8" fmla="*/ 42153 h 41981"/>
                  <a:gd name="connsiteX9" fmla="*/ 42239 w 41981"/>
                  <a:gd name="connsiteY9" fmla="*/ 21163 h 41981"/>
                  <a:gd name="connsiteX10" fmla="*/ 42239 w 41981"/>
                  <a:gd name="connsiteY10" fmla="*/ 21163 h 41981"/>
                  <a:gd name="connsiteX11" fmla="*/ 2124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2"/>
                    </a:moveTo>
                    <a:cubicBezTo>
                      <a:pt x="30190" y="4972"/>
                      <a:pt x="37439" y="12221"/>
                      <a:pt x="37439" y="21163"/>
                    </a:cubicBezTo>
                    <a:lnTo>
                      <a:pt x="37439" y="21163"/>
                    </a:lnTo>
                    <a:cubicBezTo>
                      <a:pt x="37439" y="30104"/>
                      <a:pt x="30190" y="37353"/>
                      <a:pt x="21248" y="37353"/>
                    </a:cubicBezTo>
                    <a:cubicBezTo>
                      <a:pt x="12307" y="37353"/>
                      <a:pt x="5058" y="30104"/>
                      <a:pt x="5058" y="21163"/>
                    </a:cubicBezTo>
                    <a:cubicBezTo>
                      <a:pt x="5058" y="12221"/>
                      <a:pt x="12307" y="4972"/>
                      <a:pt x="21248" y="4972"/>
                    </a:cubicBezTo>
                    <a:close/>
                    <a:moveTo>
                      <a:pt x="21248" y="172"/>
                    </a:moveTo>
                    <a:cubicBezTo>
                      <a:pt x="9656" y="172"/>
                      <a:pt x="258" y="9570"/>
                      <a:pt x="258" y="21163"/>
                    </a:cubicBezTo>
                    <a:cubicBezTo>
                      <a:pt x="258" y="32755"/>
                      <a:pt x="9656" y="42153"/>
                      <a:pt x="21248" y="42153"/>
                    </a:cubicBezTo>
                    <a:cubicBezTo>
                      <a:pt x="32841" y="42153"/>
                      <a:pt x="42239" y="32755"/>
                      <a:pt x="42239" y="21163"/>
                    </a:cubicBezTo>
                    <a:lnTo>
                      <a:pt x="42239" y="21163"/>
                    </a:lnTo>
                    <a:cubicBezTo>
                      <a:pt x="42239" y="9570"/>
                      <a:pt x="32841" y="172"/>
                      <a:pt x="21248"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3" name="Freeform: Shape 4262">
                <a:extLst>
                  <a:ext uri="{FF2B5EF4-FFF2-40B4-BE49-F238E27FC236}">
                    <a16:creationId xmlns:a16="http://schemas.microsoft.com/office/drawing/2014/main" id="{7B21A6D7-66F8-F6C7-4914-73CA2E73A0BE}"/>
                  </a:ext>
                </a:extLst>
              </p:cNvPr>
              <p:cNvSpPr/>
              <p:nvPr/>
            </p:nvSpPr>
            <p:spPr>
              <a:xfrm>
                <a:off x="1787982" y="7994119"/>
                <a:ext cx="37180" cy="37180"/>
              </a:xfrm>
              <a:custGeom>
                <a:avLst/>
                <a:gdLst>
                  <a:gd name="connsiteX0" fmla="*/ 37445 w 37180"/>
                  <a:gd name="connsiteY0" fmla="*/ 18776 h 37180"/>
                  <a:gd name="connsiteX1" fmla="*/ 18855 w 37180"/>
                  <a:gd name="connsiteY1" fmla="*/ 37367 h 37180"/>
                  <a:gd name="connsiteX2" fmla="*/ 265 w 37180"/>
                  <a:gd name="connsiteY2" fmla="*/ 18776 h 37180"/>
                  <a:gd name="connsiteX3" fmla="*/ 18855 w 37180"/>
                  <a:gd name="connsiteY3" fmla="*/ 186 h 37180"/>
                  <a:gd name="connsiteX4" fmla="*/ 37445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6"/>
                    </a:moveTo>
                    <a:cubicBezTo>
                      <a:pt x="37445" y="29043"/>
                      <a:pt x="29122" y="37367"/>
                      <a:pt x="18855" y="37367"/>
                    </a:cubicBezTo>
                    <a:cubicBezTo>
                      <a:pt x="8588" y="37367"/>
                      <a:pt x="265" y="29043"/>
                      <a:pt x="265" y="18776"/>
                    </a:cubicBezTo>
                    <a:cubicBezTo>
                      <a:pt x="265" y="8509"/>
                      <a:pt x="8588" y="186"/>
                      <a:pt x="18855" y="186"/>
                    </a:cubicBezTo>
                    <a:cubicBezTo>
                      <a:pt x="29122" y="186"/>
                      <a:pt x="37445" y="8509"/>
                      <a:pt x="37445" y="18776"/>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4" name="Freeform: Shape 4263">
                <a:extLst>
                  <a:ext uri="{FF2B5EF4-FFF2-40B4-BE49-F238E27FC236}">
                    <a16:creationId xmlns:a16="http://schemas.microsoft.com/office/drawing/2014/main" id="{21375E1C-8294-D407-6273-F6F60907F388}"/>
                  </a:ext>
                </a:extLst>
              </p:cNvPr>
              <p:cNvSpPr/>
              <p:nvPr/>
            </p:nvSpPr>
            <p:spPr>
              <a:xfrm>
                <a:off x="1785581" y="7991718"/>
                <a:ext cx="41981" cy="41981"/>
              </a:xfrm>
              <a:custGeom>
                <a:avLst/>
                <a:gdLst>
                  <a:gd name="connsiteX0" fmla="*/ 21255 w 41981"/>
                  <a:gd name="connsiteY0" fmla="*/ 4986 h 41981"/>
                  <a:gd name="connsiteX1" fmla="*/ 37445 w 41981"/>
                  <a:gd name="connsiteY1" fmla="*/ 21176 h 41981"/>
                  <a:gd name="connsiteX2" fmla="*/ 37445 w 41981"/>
                  <a:gd name="connsiteY2" fmla="*/ 21176 h 41981"/>
                  <a:gd name="connsiteX3" fmla="*/ 21255 w 41981"/>
                  <a:gd name="connsiteY3" fmla="*/ 37367 h 41981"/>
                  <a:gd name="connsiteX4" fmla="*/ 5065 w 41981"/>
                  <a:gd name="connsiteY4" fmla="*/ 21176 h 41981"/>
                  <a:gd name="connsiteX5" fmla="*/ 21255 w 41981"/>
                  <a:gd name="connsiteY5" fmla="*/ 4986 h 41981"/>
                  <a:gd name="connsiteX6" fmla="*/ 21255 w 41981"/>
                  <a:gd name="connsiteY6" fmla="*/ 186 h 41981"/>
                  <a:gd name="connsiteX7" fmla="*/ 265 w 41981"/>
                  <a:gd name="connsiteY7" fmla="*/ 21176 h 41981"/>
                  <a:gd name="connsiteX8" fmla="*/ 21255 w 41981"/>
                  <a:gd name="connsiteY8" fmla="*/ 42167 h 41981"/>
                  <a:gd name="connsiteX9" fmla="*/ 42246 w 41981"/>
                  <a:gd name="connsiteY9" fmla="*/ 21176 h 41981"/>
                  <a:gd name="connsiteX10" fmla="*/ 42246 w 41981"/>
                  <a:gd name="connsiteY10" fmla="*/ 21176 h 41981"/>
                  <a:gd name="connsiteX11" fmla="*/ 21255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6"/>
                    </a:moveTo>
                    <a:cubicBezTo>
                      <a:pt x="30197" y="4986"/>
                      <a:pt x="37445" y="12235"/>
                      <a:pt x="37445" y="21176"/>
                    </a:cubicBezTo>
                    <a:lnTo>
                      <a:pt x="37445" y="21176"/>
                    </a:lnTo>
                    <a:cubicBezTo>
                      <a:pt x="37445" y="30118"/>
                      <a:pt x="30197" y="37367"/>
                      <a:pt x="21255" y="37367"/>
                    </a:cubicBezTo>
                    <a:cubicBezTo>
                      <a:pt x="12313" y="37367"/>
                      <a:pt x="5065" y="30118"/>
                      <a:pt x="5065" y="21176"/>
                    </a:cubicBezTo>
                    <a:cubicBezTo>
                      <a:pt x="5065" y="12235"/>
                      <a:pt x="12313" y="4986"/>
                      <a:pt x="21255" y="4986"/>
                    </a:cubicBezTo>
                    <a:close/>
                    <a:moveTo>
                      <a:pt x="21255" y="186"/>
                    </a:moveTo>
                    <a:cubicBezTo>
                      <a:pt x="9663" y="186"/>
                      <a:pt x="265" y="9584"/>
                      <a:pt x="265" y="21176"/>
                    </a:cubicBezTo>
                    <a:cubicBezTo>
                      <a:pt x="265" y="32769"/>
                      <a:pt x="9663" y="42167"/>
                      <a:pt x="21255" y="42167"/>
                    </a:cubicBezTo>
                    <a:cubicBezTo>
                      <a:pt x="32848" y="42167"/>
                      <a:pt x="42246" y="32769"/>
                      <a:pt x="42246" y="21176"/>
                    </a:cubicBezTo>
                    <a:lnTo>
                      <a:pt x="42246" y="21176"/>
                    </a:lnTo>
                    <a:cubicBezTo>
                      <a:pt x="42246" y="9584"/>
                      <a:pt x="32848" y="186"/>
                      <a:pt x="21255"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5" name="Freeform: Shape 4264">
                <a:extLst>
                  <a:ext uri="{FF2B5EF4-FFF2-40B4-BE49-F238E27FC236}">
                    <a16:creationId xmlns:a16="http://schemas.microsoft.com/office/drawing/2014/main" id="{41A4FA0E-89DC-87A2-B3BE-6350F8848C68}"/>
                  </a:ext>
                </a:extLst>
              </p:cNvPr>
              <p:cNvSpPr/>
              <p:nvPr/>
            </p:nvSpPr>
            <p:spPr>
              <a:xfrm>
                <a:off x="1805889" y="7910938"/>
                <a:ext cx="37180" cy="37180"/>
              </a:xfrm>
              <a:custGeom>
                <a:avLst/>
                <a:gdLst>
                  <a:gd name="connsiteX0" fmla="*/ 37449 w 37180"/>
                  <a:gd name="connsiteY0" fmla="*/ 18762 h 37180"/>
                  <a:gd name="connsiteX1" fmla="*/ 18858 w 37180"/>
                  <a:gd name="connsiteY1" fmla="*/ 37352 h 37180"/>
                  <a:gd name="connsiteX2" fmla="*/ 268 w 37180"/>
                  <a:gd name="connsiteY2" fmla="*/ 18762 h 37180"/>
                  <a:gd name="connsiteX3" fmla="*/ 18858 w 37180"/>
                  <a:gd name="connsiteY3" fmla="*/ 171 h 37180"/>
                  <a:gd name="connsiteX4" fmla="*/ 37449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2"/>
                    </a:moveTo>
                    <a:cubicBezTo>
                      <a:pt x="37449" y="29029"/>
                      <a:pt x="29125" y="37352"/>
                      <a:pt x="18858" y="37352"/>
                    </a:cubicBezTo>
                    <a:cubicBezTo>
                      <a:pt x="8591" y="37352"/>
                      <a:pt x="268" y="29029"/>
                      <a:pt x="268" y="18762"/>
                    </a:cubicBezTo>
                    <a:cubicBezTo>
                      <a:pt x="268" y="8495"/>
                      <a:pt x="8591" y="171"/>
                      <a:pt x="18858" y="171"/>
                    </a:cubicBezTo>
                    <a:cubicBezTo>
                      <a:pt x="29125" y="171"/>
                      <a:pt x="37449" y="8495"/>
                      <a:pt x="37449" y="18762"/>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6" name="Freeform: Shape 4265">
                <a:extLst>
                  <a:ext uri="{FF2B5EF4-FFF2-40B4-BE49-F238E27FC236}">
                    <a16:creationId xmlns:a16="http://schemas.microsoft.com/office/drawing/2014/main" id="{8E9A8589-E981-438B-4409-FDDE58CD9F3B}"/>
                  </a:ext>
                </a:extLst>
              </p:cNvPr>
              <p:cNvSpPr/>
              <p:nvPr/>
            </p:nvSpPr>
            <p:spPr>
              <a:xfrm>
                <a:off x="1803489" y="7908538"/>
                <a:ext cx="41981" cy="41981"/>
              </a:xfrm>
              <a:custGeom>
                <a:avLst/>
                <a:gdLst>
                  <a:gd name="connsiteX0" fmla="*/ 21258 w 41981"/>
                  <a:gd name="connsiteY0" fmla="*/ 4972 h 41981"/>
                  <a:gd name="connsiteX1" fmla="*/ 37449 w 41981"/>
                  <a:gd name="connsiteY1" fmla="*/ 21162 h 41981"/>
                  <a:gd name="connsiteX2" fmla="*/ 37449 w 41981"/>
                  <a:gd name="connsiteY2" fmla="*/ 21162 h 41981"/>
                  <a:gd name="connsiteX3" fmla="*/ 21258 w 41981"/>
                  <a:gd name="connsiteY3" fmla="*/ 37352 h 41981"/>
                  <a:gd name="connsiteX4" fmla="*/ 5068 w 41981"/>
                  <a:gd name="connsiteY4" fmla="*/ 21162 h 41981"/>
                  <a:gd name="connsiteX5" fmla="*/ 21258 w 41981"/>
                  <a:gd name="connsiteY5" fmla="*/ 4972 h 41981"/>
                  <a:gd name="connsiteX6" fmla="*/ 21258 w 41981"/>
                  <a:gd name="connsiteY6" fmla="*/ 171 h 41981"/>
                  <a:gd name="connsiteX7" fmla="*/ 268 w 41981"/>
                  <a:gd name="connsiteY7" fmla="*/ 21162 h 41981"/>
                  <a:gd name="connsiteX8" fmla="*/ 21258 w 41981"/>
                  <a:gd name="connsiteY8" fmla="*/ 42153 h 41981"/>
                  <a:gd name="connsiteX9" fmla="*/ 42249 w 41981"/>
                  <a:gd name="connsiteY9" fmla="*/ 21162 h 41981"/>
                  <a:gd name="connsiteX10" fmla="*/ 42249 w 41981"/>
                  <a:gd name="connsiteY10" fmla="*/ 21162 h 41981"/>
                  <a:gd name="connsiteX11" fmla="*/ 21258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2"/>
                    </a:moveTo>
                    <a:cubicBezTo>
                      <a:pt x="30200" y="4972"/>
                      <a:pt x="37449" y="12220"/>
                      <a:pt x="37449" y="21162"/>
                    </a:cubicBezTo>
                    <a:lnTo>
                      <a:pt x="37449" y="21162"/>
                    </a:lnTo>
                    <a:cubicBezTo>
                      <a:pt x="37449" y="30104"/>
                      <a:pt x="30200" y="37352"/>
                      <a:pt x="21258" y="37352"/>
                    </a:cubicBezTo>
                    <a:cubicBezTo>
                      <a:pt x="12316" y="37352"/>
                      <a:pt x="5068" y="30104"/>
                      <a:pt x="5068" y="21162"/>
                    </a:cubicBezTo>
                    <a:cubicBezTo>
                      <a:pt x="5068" y="12220"/>
                      <a:pt x="12316" y="4972"/>
                      <a:pt x="21258" y="4972"/>
                    </a:cubicBezTo>
                    <a:close/>
                    <a:moveTo>
                      <a:pt x="21258" y="171"/>
                    </a:moveTo>
                    <a:cubicBezTo>
                      <a:pt x="9666" y="171"/>
                      <a:pt x="268" y="9569"/>
                      <a:pt x="268" y="21162"/>
                    </a:cubicBezTo>
                    <a:cubicBezTo>
                      <a:pt x="268" y="32755"/>
                      <a:pt x="9666" y="42153"/>
                      <a:pt x="21258" y="42153"/>
                    </a:cubicBezTo>
                    <a:cubicBezTo>
                      <a:pt x="32851" y="42153"/>
                      <a:pt x="42249" y="32755"/>
                      <a:pt x="42249" y="21162"/>
                    </a:cubicBezTo>
                    <a:lnTo>
                      <a:pt x="42249" y="21162"/>
                    </a:lnTo>
                    <a:cubicBezTo>
                      <a:pt x="42249" y="9569"/>
                      <a:pt x="32851" y="171"/>
                      <a:pt x="21258"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7" name="Freeform: Shape 4266">
                <a:extLst>
                  <a:ext uri="{FF2B5EF4-FFF2-40B4-BE49-F238E27FC236}">
                    <a16:creationId xmlns:a16="http://schemas.microsoft.com/office/drawing/2014/main" id="{CC6D5F27-B112-9EC2-68A4-3C0C3F093457}"/>
                  </a:ext>
                </a:extLst>
              </p:cNvPr>
              <p:cNvSpPr/>
              <p:nvPr/>
            </p:nvSpPr>
            <p:spPr>
              <a:xfrm>
                <a:off x="1754199" y="7819285"/>
                <a:ext cx="37180" cy="37180"/>
              </a:xfrm>
              <a:custGeom>
                <a:avLst/>
                <a:gdLst>
                  <a:gd name="connsiteX0" fmla="*/ 37440 w 37180"/>
                  <a:gd name="connsiteY0" fmla="*/ 18746 h 37180"/>
                  <a:gd name="connsiteX1" fmla="*/ 18849 w 37180"/>
                  <a:gd name="connsiteY1" fmla="*/ 37336 h 37180"/>
                  <a:gd name="connsiteX2" fmla="*/ 259 w 37180"/>
                  <a:gd name="connsiteY2" fmla="*/ 18746 h 37180"/>
                  <a:gd name="connsiteX3" fmla="*/ 18849 w 37180"/>
                  <a:gd name="connsiteY3" fmla="*/ 155 h 37180"/>
                  <a:gd name="connsiteX4" fmla="*/ 37440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46"/>
                    </a:moveTo>
                    <a:cubicBezTo>
                      <a:pt x="37440" y="29013"/>
                      <a:pt x="29116" y="37336"/>
                      <a:pt x="18849" y="37336"/>
                    </a:cubicBezTo>
                    <a:cubicBezTo>
                      <a:pt x="8582" y="37336"/>
                      <a:pt x="259" y="29013"/>
                      <a:pt x="259" y="18746"/>
                    </a:cubicBezTo>
                    <a:cubicBezTo>
                      <a:pt x="259" y="8479"/>
                      <a:pt x="8582" y="155"/>
                      <a:pt x="18849" y="155"/>
                    </a:cubicBezTo>
                    <a:cubicBezTo>
                      <a:pt x="29116" y="155"/>
                      <a:pt x="37440" y="8479"/>
                      <a:pt x="37440" y="18746"/>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8" name="Freeform: Shape 4267">
                <a:extLst>
                  <a:ext uri="{FF2B5EF4-FFF2-40B4-BE49-F238E27FC236}">
                    <a16:creationId xmlns:a16="http://schemas.microsoft.com/office/drawing/2014/main" id="{AD54539C-6D73-11EB-7ECE-77ED248D864C}"/>
                  </a:ext>
                </a:extLst>
              </p:cNvPr>
              <p:cNvSpPr/>
              <p:nvPr/>
            </p:nvSpPr>
            <p:spPr>
              <a:xfrm>
                <a:off x="1751799" y="7816885"/>
                <a:ext cx="41981" cy="41981"/>
              </a:xfrm>
              <a:custGeom>
                <a:avLst/>
                <a:gdLst>
                  <a:gd name="connsiteX0" fmla="*/ 21249 w 41981"/>
                  <a:gd name="connsiteY0" fmla="*/ 4956 h 41981"/>
                  <a:gd name="connsiteX1" fmla="*/ 37440 w 41981"/>
                  <a:gd name="connsiteY1" fmla="*/ 21146 h 41981"/>
                  <a:gd name="connsiteX2" fmla="*/ 37440 w 41981"/>
                  <a:gd name="connsiteY2" fmla="*/ 21146 h 41981"/>
                  <a:gd name="connsiteX3" fmla="*/ 21249 w 41981"/>
                  <a:gd name="connsiteY3" fmla="*/ 37336 h 41981"/>
                  <a:gd name="connsiteX4" fmla="*/ 5059 w 41981"/>
                  <a:gd name="connsiteY4" fmla="*/ 21146 h 41981"/>
                  <a:gd name="connsiteX5" fmla="*/ 21249 w 41981"/>
                  <a:gd name="connsiteY5" fmla="*/ 4956 h 41981"/>
                  <a:gd name="connsiteX6" fmla="*/ 21249 w 41981"/>
                  <a:gd name="connsiteY6" fmla="*/ 155 h 41981"/>
                  <a:gd name="connsiteX7" fmla="*/ 259 w 41981"/>
                  <a:gd name="connsiteY7" fmla="*/ 21146 h 41981"/>
                  <a:gd name="connsiteX8" fmla="*/ 21249 w 41981"/>
                  <a:gd name="connsiteY8" fmla="*/ 42137 h 41981"/>
                  <a:gd name="connsiteX9" fmla="*/ 42240 w 41981"/>
                  <a:gd name="connsiteY9" fmla="*/ 21146 h 41981"/>
                  <a:gd name="connsiteX10" fmla="*/ 42240 w 41981"/>
                  <a:gd name="connsiteY10" fmla="*/ 21146 h 41981"/>
                  <a:gd name="connsiteX11" fmla="*/ 21249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56"/>
                    </a:moveTo>
                    <a:cubicBezTo>
                      <a:pt x="30191" y="4956"/>
                      <a:pt x="37440" y="12204"/>
                      <a:pt x="37440" y="21146"/>
                    </a:cubicBezTo>
                    <a:lnTo>
                      <a:pt x="37440" y="21146"/>
                    </a:lnTo>
                    <a:cubicBezTo>
                      <a:pt x="37440" y="30088"/>
                      <a:pt x="30191" y="37336"/>
                      <a:pt x="21249" y="37336"/>
                    </a:cubicBezTo>
                    <a:cubicBezTo>
                      <a:pt x="12308" y="37336"/>
                      <a:pt x="5059" y="30088"/>
                      <a:pt x="5059" y="21146"/>
                    </a:cubicBezTo>
                    <a:cubicBezTo>
                      <a:pt x="5059" y="12204"/>
                      <a:pt x="12308" y="4956"/>
                      <a:pt x="21249" y="4956"/>
                    </a:cubicBezTo>
                    <a:close/>
                    <a:moveTo>
                      <a:pt x="21249" y="155"/>
                    </a:moveTo>
                    <a:cubicBezTo>
                      <a:pt x="9657" y="155"/>
                      <a:pt x="259" y="9554"/>
                      <a:pt x="259" y="21146"/>
                    </a:cubicBezTo>
                    <a:cubicBezTo>
                      <a:pt x="259" y="32739"/>
                      <a:pt x="9657" y="42137"/>
                      <a:pt x="21249" y="42137"/>
                    </a:cubicBezTo>
                    <a:cubicBezTo>
                      <a:pt x="32842" y="42137"/>
                      <a:pt x="42240" y="32739"/>
                      <a:pt x="42240" y="21146"/>
                    </a:cubicBezTo>
                    <a:lnTo>
                      <a:pt x="42240" y="21146"/>
                    </a:lnTo>
                    <a:cubicBezTo>
                      <a:pt x="42240" y="9554"/>
                      <a:pt x="32842" y="155"/>
                      <a:pt x="21249" y="15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69" name="Freeform: Shape 4268">
                <a:extLst>
                  <a:ext uri="{FF2B5EF4-FFF2-40B4-BE49-F238E27FC236}">
                    <a16:creationId xmlns:a16="http://schemas.microsoft.com/office/drawing/2014/main" id="{7A743AF6-EEF7-0FBA-AFFD-80CD768FA42C}"/>
                  </a:ext>
                </a:extLst>
              </p:cNvPr>
              <p:cNvSpPr/>
              <p:nvPr/>
            </p:nvSpPr>
            <p:spPr>
              <a:xfrm>
                <a:off x="1752650" y="7922700"/>
                <a:ext cx="37180" cy="37180"/>
              </a:xfrm>
              <a:custGeom>
                <a:avLst/>
                <a:gdLst>
                  <a:gd name="connsiteX0" fmla="*/ 37439 w 37180"/>
                  <a:gd name="connsiteY0" fmla="*/ 18764 h 37180"/>
                  <a:gd name="connsiteX1" fmla="*/ 18849 w 37180"/>
                  <a:gd name="connsiteY1" fmla="*/ 37354 h 37180"/>
                  <a:gd name="connsiteX2" fmla="*/ 258 w 37180"/>
                  <a:gd name="connsiteY2" fmla="*/ 18764 h 37180"/>
                  <a:gd name="connsiteX3" fmla="*/ 18849 w 37180"/>
                  <a:gd name="connsiteY3" fmla="*/ 173 h 37180"/>
                  <a:gd name="connsiteX4" fmla="*/ 3743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4"/>
                    </a:moveTo>
                    <a:cubicBezTo>
                      <a:pt x="37439" y="29031"/>
                      <a:pt x="29116" y="37354"/>
                      <a:pt x="18849" y="37354"/>
                    </a:cubicBezTo>
                    <a:cubicBezTo>
                      <a:pt x="8582" y="37354"/>
                      <a:pt x="258" y="29031"/>
                      <a:pt x="258" y="18764"/>
                    </a:cubicBezTo>
                    <a:cubicBezTo>
                      <a:pt x="258" y="8497"/>
                      <a:pt x="8582" y="173"/>
                      <a:pt x="18849" y="173"/>
                    </a:cubicBezTo>
                    <a:cubicBezTo>
                      <a:pt x="29116" y="173"/>
                      <a:pt x="37439" y="8497"/>
                      <a:pt x="37439" y="18764"/>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0" name="Freeform: Shape 4269">
                <a:extLst>
                  <a:ext uri="{FF2B5EF4-FFF2-40B4-BE49-F238E27FC236}">
                    <a16:creationId xmlns:a16="http://schemas.microsoft.com/office/drawing/2014/main" id="{8F7344A6-08FC-D318-1668-23261212C3FE}"/>
                  </a:ext>
                </a:extLst>
              </p:cNvPr>
              <p:cNvSpPr/>
              <p:nvPr/>
            </p:nvSpPr>
            <p:spPr>
              <a:xfrm>
                <a:off x="1750250" y="7920300"/>
                <a:ext cx="41981" cy="41981"/>
              </a:xfrm>
              <a:custGeom>
                <a:avLst/>
                <a:gdLst>
                  <a:gd name="connsiteX0" fmla="*/ 21249 w 41981"/>
                  <a:gd name="connsiteY0" fmla="*/ 4974 h 41981"/>
                  <a:gd name="connsiteX1" fmla="*/ 37439 w 41981"/>
                  <a:gd name="connsiteY1" fmla="*/ 21164 h 41981"/>
                  <a:gd name="connsiteX2" fmla="*/ 37439 w 41981"/>
                  <a:gd name="connsiteY2" fmla="*/ 21164 h 41981"/>
                  <a:gd name="connsiteX3" fmla="*/ 21249 w 41981"/>
                  <a:gd name="connsiteY3" fmla="*/ 37354 h 41981"/>
                  <a:gd name="connsiteX4" fmla="*/ 5059 w 41981"/>
                  <a:gd name="connsiteY4" fmla="*/ 21164 h 41981"/>
                  <a:gd name="connsiteX5" fmla="*/ 21249 w 41981"/>
                  <a:gd name="connsiteY5" fmla="*/ 4974 h 41981"/>
                  <a:gd name="connsiteX6" fmla="*/ 21249 w 41981"/>
                  <a:gd name="connsiteY6" fmla="*/ 173 h 41981"/>
                  <a:gd name="connsiteX7" fmla="*/ 258 w 41981"/>
                  <a:gd name="connsiteY7" fmla="*/ 21164 h 41981"/>
                  <a:gd name="connsiteX8" fmla="*/ 21249 w 41981"/>
                  <a:gd name="connsiteY8" fmla="*/ 42155 h 41981"/>
                  <a:gd name="connsiteX9" fmla="*/ 42240 w 41981"/>
                  <a:gd name="connsiteY9" fmla="*/ 21164 h 41981"/>
                  <a:gd name="connsiteX10" fmla="*/ 42240 w 41981"/>
                  <a:gd name="connsiteY10" fmla="*/ 21164 h 41981"/>
                  <a:gd name="connsiteX11" fmla="*/ 21249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4"/>
                    </a:moveTo>
                    <a:cubicBezTo>
                      <a:pt x="30191" y="4974"/>
                      <a:pt x="37439" y="12222"/>
                      <a:pt x="37439" y="21164"/>
                    </a:cubicBezTo>
                    <a:lnTo>
                      <a:pt x="37439" y="21164"/>
                    </a:lnTo>
                    <a:cubicBezTo>
                      <a:pt x="37439" y="30106"/>
                      <a:pt x="30191" y="37354"/>
                      <a:pt x="21249" y="37354"/>
                    </a:cubicBezTo>
                    <a:cubicBezTo>
                      <a:pt x="12307" y="37354"/>
                      <a:pt x="5059" y="30106"/>
                      <a:pt x="5059" y="21164"/>
                    </a:cubicBezTo>
                    <a:cubicBezTo>
                      <a:pt x="5059" y="12222"/>
                      <a:pt x="12307" y="4974"/>
                      <a:pt x="21249" y="4974"/>
                    </a:cubicBezTo>
                    <a:close/>
                    <a:moveTo>
                      <a:pt x="21249" y="173"/>
                    </a:moveTo>
                    <a:cubicBezTo>
                      <a:pt x="9656" y="173"/>
                      <a:pt x="258" y="9571"/>
                      <a:pt x="258" y="21164"/>
                    </a:cubicBezTo>
                    <a:cubicBezTo>
                      <a:pt x="258" y="32757"/>
                      <a:pt x="9656" y="42155"/>
                      <a:pt x="21249" y="42155"/>
                    </a:cubicBezTo>
                    <a:cubicBezTo>
                      <a:pt x="32842" y="42155"/>
                      <a:pt x="42240" y="32757"/>
                      <a:pt x="42240" y="21164"/>
                    </a:cubicBezTo>
                    <a:lnTo>
                      <a:pt x="42240" y="21164"/>
                    </a:lnTo>
                    <a:cubicBezTo>
                      <a:pt x="42240" y="9571"/>
                      <a:pt x="32842" y="173"/>
                      <a:pt x="21249"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1" name="Freeform: Shape 4270">
                <a:extLst>
                  <a:ext uri="{FF2B5EF4-FFF2-40B4-BE49-F238E27FC236}">
                    <a16:creationId xmlns:a16="http://schemas.microsoft.com/office/drawing/2014/main" id="{F027B86C-9A3B-8104-DD1E-B7E72BDA2021}"/>
                  </a:ext>
                </a:extLst>
              </p:cNvPr>
              <p:cNvSpPr/>
              <p:nvPr/>
            </p:nvSpPr>
            <p:spPr>
              <a:xfrm>
                <a:off x="1805815" y="8058585"/>
                <a:ext cx="37180" cy="37180"/>
              </a:xfrm>
              <a:custGeom>
                <a:avLst/>
                <a:gdLst>
                  <a:gd name="connsiteX0" fmla="*/ 37448 w 37180"/>
                  <a:gd name="connsiteY0" fmla="*/ 18787 h 37180"/>
                  <a:gd name="connsiteX1" fmla="*/ 18858 w 37180"/>
                  <a:gd name="connsiteY1" fmla="*/ 37378 h 37180"/>
                  <a:gd name="connsiteX2" fmla="*/ 268 w 37180"/>
                  <a:gd name="connsiteY2" fmla="*/ 18787 h 37180"/>
                  <a:gd name="connsiteX3" fmla="*/ 18858 w 37180"/>
                  <a:gd name="connsiteY3" fmla="*/ 197 h 37180"/>
                  <a:gd name="connsiteX4" fmla="*/ 37448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87"/>
                    </a:moveTo>
                    <a:cubicBezTo>
                      <a:pt x="37448" y="29055"/>
                      <a:pt x="29125" y="37378"/>
                      <a:pt x="18858" y="37378"/>
                    </a:cubicBezTo>
                    <a:cubicBezTo>
                      <a:pt x="8591" y="37378"/>
                      <a:pt x="268" y="29055"/>
                      <a:pt x="268" y="18787"/>
                    </a:cubicBezTo>
                    <a:cubicBezTo>
                      <a:pt x="268" y="8520"/>
                      <a:pt x="8591" y="197"/>
                      <a:pt x="18858" y="197"/>
                    </a:cubicBezTo>
                    <a:cubicBezTo>
                      <a:pt x="29125" y="197"/>
                      <a:pt x="37448" y="8520"/>
                      <a:pt x="37448" y="18787"/>
                    </a:cubicBezTo>
                    <a:close/>
                  </a:path>
                </a:pathLst>
              </a:custGeom>
              <a:solidFill>
                <a:srgbClr val="F7D1D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2" name="Freeform: Shape 4271">
                <a:extLst>
                  <a:ext uri="{FF2B5EF4-FFF2-40B4-BE49-F238E27FC236}">
                    <a16:creationId xmlns:a16="http://schemas.microsoft.com/office/drawing/2014/main" id="{11B169E7-9C24-91E8-58BF-E20075B9BF44}"/>
                  </a:ext>
                </a:extLst>
              </p:cNvPr>
              <p:cNvSpPr/>
              <p:nvPr/>
            </p:nvSpPr>
            <p:spPr>
              <a:xfrm>
                <a:off x="1803414" y="8056184"/>
                <a:ext cx="41981" cy="41981"/>
              </a:xfrm>
              <a:custGeom>
                <a:avLst/>
                <a:gdLst>
                  <a:gd name="connsiteX0" fmla="*/ 21258 w 41981"/>
                  <a:gd name="connsiteY0" fmla="*/ 4997 h 41981"/>
                  <a:gd name="connsiteX1" fmla="*/ 37449 w 41981"/>
                  <a:gd name="connsiteY1" fmla="*/ 21188 h 41981"/>
                  <a:gd name="connsiteX2" fmla="*/ 37449 w 41981"/>
                  <a:gd name="connsiteY2" fmla="*/ 21188 h 41981"/>
                  <a:gd name="connsiteX3" fmla="*/ 21258 w 41981"/>
                  <a:gd name="connsiteY3" fmla="*/ 37378 h 41981"/>
                  <a:gd name="connsiteX4" fmla="*/ 5068 w 41981"/>
                  <a:gd name="connsiteY4" fmla="*/ 21188 h 41981"/>
                  <a:gd name="connsiteX5" fmla="*/ 21258 w 41981"/>
                  <a:gd name="connsiteY5" fmla="*/ 4997 h 41981"/>
                  <a:gd name="connsiteX6" fmla="*/ 21258 w 41981"/>
                  <a:gd name="connsiteY6" fmla="*/ 197 h 41981"/>
                  <a:gd name="connsiteX7" fmla="*/ 268 w 41981"/>
                  <a:gd name="connsiteY7" fmla="*/ 21188 h 41981"/>
                  <a:gd name="connsiteX8" fmla="*/ 21258 w 41981"/>
                  <a:gd name="connsiteY8" fmla="*/ 42178 h 41981"/>
                  <a:gd name="connsiteX9" fmla="*/ 42249 w 41981"/>
                  <a:gd name="connsiteY9" fmla="*/ 21188 h 41981"/>
                  <a:gd name="connsiteX10" fmla="*/ 42249 w 41981"/>
                  <a:gd name="connsiteY10" fmla="*/ 21188 h 41981"/>
                  <a:gd name="connsiteX11" fmla="*/ 21258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97"/>
                    </a:moveTo>
                    <a:cubicBezTo>
                      <a:pt x="30200" y="4997"/>
                      <a:pt x="37449" y="12246"/>
                      <a:pt x="37449" y="21188"/>
                    </a:cubicBezTo>
                    <a:lnTo>
                      <a:pt x="37449" y="21188"/>
                    </a:lnTo>
                    <a:cubicBezTo>
                      <a:pt x="37449" y="30129"/>
                      <a:pt x="30200" y="37378"/>
                      <a:pt x="21258" y="37378"/>
                    </a:cubicBezTo>
                    <a:cubicBezTo>
                      <a:pt x="12316" y="37378"/>
                      <a:pt x="5068" y="30129"/>
                      <a:pt x="5068" y="21188"/>
                    </a:cubicBezTo>
                    <a:cubicBezTo>
                      <a:pt x="5068" y="12246"/>
                      <a:pt x="12316" y="4997"/>
                      <a:pt x="21258" y="4997"/>
                    </a:cubicBezTo>
                    <a:close/>
                    <a:moveTo>
                      <a:pt x="21258" y="197"/>
                    </a:moveTo>
                    <a:cubicBezTo>
                      <a:pt x="9666" y="197"/>
                      <a:pt x="268" y="9595"/>
                      <a:pt x="268" y="21188"/>
                    </a:cubicBezTo>
                    <a:cubicBezTo>
                      <a:pt x="268" y="32780"/>
                      <a:pt x="9666" y="42178"/>
                      <a:pt x="21258" y="42178"/>
                    </a:cubicBezTo>
                    <a:cubicBezTo>
                      <a:pt x="32851" y="42178"/>
                      <a:pt x="42249" y="32780"/>
                      <a:pt x="42249" y="21188"/>
                    </a:cubicBezTo>
                    <a:lnTo>
                      <a:pt x="42249" y="21188"/>
                    </a:lnTo>
                    <a:cubicBezTo>
                      <a:pt x="42249" y="9595"/>
                      <a:pt x="32851" y="197"/>
                      <a:pt x="21258" y="19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3" name="Freeform: Shape 4272">
                <a:extLst>
                  <a:ext uri="{FF2B5EF4-FFF2-40B4-BE49-F238E27FC236}">
                    <a16:creationId xmlns:a16="http://schemas.microsoft.com/office/drawing/2014/main" id="{0496C801-4F5C-92CD-3459-C99E6D2ECCF8}"/>
                  </a:ext>
                </a:extLst>
              </p:cNvPr>
              <p:cNvSpPr/>
              <p:nvPr/>
            </p:nvSpPr>
            <p:spPr>
              <a:xfrm>
                <a:off x="1717479" y="7929929"/>
                <a:ext cx="37180" cy="37180"/>
              </a:xfrm>
              <a:custGeom>
                <a:avLst/>
                <a:gdLst>
                  <a:gd name="connsiteX0" fmla="*/ 37433 w 37180"/>
                  <a:gd name="connsiteY0" fmla="*/ 18765 h 37180"/>
                  <a:gd name="connsiteX1" fmla="*/ 18843 w 37180"/>
                  <a:gd name="connsiteY1" fmla="*/ 37356 h 37180"/>
                  <a:gd name="connsiteX2" fmla="*/ 252 w 37180"/>
                  <a:gd name="connsiteY2" fmla="*/ 18765 h 37180"/>
                  <a:gd name="connsiteX3" fmla="*/ 18843 w 37180"/>
                  <a:gd name="connsiteY3" fmla="*/ 175 h 37180"/>
                  <a:gd name="connsiteX4" fmla="*/ 3743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5"/>
                    </a:moveTo>
                    <a:cubicBezTo>
                      <a:pt x="37433" y="29032"/>
                      <a:pt x="29110" y="37356"/>
                      <a:pt x="18843" y="37356"/>
                    </a:cubicBezTo>
                    <a:cubicBezTo>
                      <a:pt x="8576" y="37356"/>
                      <a:pt x="252" y="29032"/>
                      <a:pt x="252" y="18765"/>
                    </a:cubicBezTo>
                    <a:cubicBezTo>
                      <a:pt x="252" y="8498"/>
                      <a:pt x="8576" y="175"/>
                      <a:pt x="18843" y="175"/>
                    </a:cubicBezTo>
                    <a:cubicBezTo>
                      <a:pt x="29110" y="175"/>
                      <a:pt x="37433" y="8498"/>
                      <a:pt x="37433" y="18765"/>
                    </a:cubicBezTo>
                    <a:close/>
                  </a:path>
                </a:pathLst>
              </a:custGeom>
              <a:solidFill>
                <a:srgbClr val="EEF7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4" name="Freeform: Shape 4273">
                <a:extLst>
                  <a:ext uri="{FF2B5EF4-FFF2-40B4-BE49-F238E27FC236}">
                    <a16:creationId xmlns:a16="http://schemas.microsoft.com/office/drawing/2014/main" id="{6AF1406E-F74E-16C3-6E32-875DFE0F638E}"/>
                  </a:ext>
                </a:extLst>
              </p:cNvPr>
              <p:cNvSpPr/>
              <p:nvPr/>
            </p:nvSpPr>
            <p:spPr>
              <a:xfrm>
                <a:off x="1715079" y="7927529"/>
                <a:ext cx="41981" cy="41981"/>
              </a:xfrm>
              <a:custGeom>
                <a:avLst/>
                <a:gdLst>
                  <a:gd name="connsiteX0" fmla="*/ 21243 w 41981"/>
                  <a:gd name="connsiteY0" fmla="*/ 4975 h 41981"/>
                  <a:gd name="connsiteX1" fmla="*/ 37433 w 41981"/>
                  <a:gd name="connsiteY1" fmla="*/ 21165 h 41981"/>
                  <a:gd name="connsiteX2" fmla="*/ 37433 w 41981"/>
                  <a:gd name="connsiteY2" fmla="*/ 21165 h 41981"/>
                  <a:gd name="connsiteX3" fmla="*/ 21243 w 41981"/>
                  <a:gd name="connsiteY3" fmla="*/ 37356 h 41981"/>
                  <a:gd name="connsiteX4" fmla="*/ 5053 w 41981"/>
                  <a:gd name="connsiteY4" fmla="*/ 21165 h 41981"/>
                  <a:gd name="connsiteX5" fmla="*/ 21243 w 41981"/>
                  <a:gd name="connsiteY5" fmla="*/ 4975 h 41981"/>
                  <a:gd name="connsiteX6" fmla="*/ 21243 w 41981"/>
                  <a:gd name="connsiteY6" fmla="*/ 175 h 41981"/>
                  <a:gd name="connsiteX7" fmla="*/ 252 w 41981"/>
                  <a:gd name="connsiteY7" fmla="*/ 21165 h 41981"/>
                  <a:gd name="connsiteX8" fmla="*/ 21243 w 41981"/>
                  <a:gd name="connsiteY8" fmla="*/ 42156 h 41981"/>
                  <a:gd name="connsiteX9" fmla="*/ 42234 w 41981"/>
                  <a:gd name="connsiteY9" fmla="*/ 21165 h 41981"/>
                  <a:gd name="connsiteX10" fmla="*/ 42234 w 41981"/>
                  <a:gd name="connsiteY10" fmla="*/ 21165 h 41981"/>
                  <a:gd name="connsiteX11" fmla="*/ 21243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5"/>
                    </a:moveTo>
                    <a:cubicBezTo>
                      <a:pt x="30185" y="4975"/>
                      <a:pt x="37433" y="12223"/>
                      <a:pt x="37433" y="21165"/>
                    </a:cubicBezTo>
                    <a:lnTo>
                      <a:pt x="37433" y="21165"/>
                    </a:lnTo>
                    <a:cubicBezTo>
                      <a:pt x="37433" y="30107"/>
                      <a:pt x="30185" y="37356"/>
                      <a:pt x="21243" y="37356"/>
                    </a:cubicBezTo>
                    <a:cubicBezTo>
                      <a:pt x="12301" y="37356"/>
                      <a:pt x="5053" y="30107"/>
                      <a:pt x="5053" y="21165"/>
                    </a:cubicBezTo>
                    <a:cubicBezTo>
                      <a:pt x="5053" y="12223"/>
                      <a:pt x="12301" y="4975"/>
                      <a:pt x="21243" y="4975"/>
                    </a:cubicBezTo>
                    <a:close/>
                    <a:moveTo>
                      <a:pt x="21243" y="175"/>
                    </a:moveTo>
                    <a:cubicBezTo>
                      <a:pt x="9650" y="175"/>
                      <a:pt x="252" y="9573"/>
                      <a:pt x="252" y="21165"/>
                    </a:cubicBezTo>
                    <a:cubicBezTo>
                      <a:pt x="252" y="32758"/>
                      <a:pt x="9650" y="42156"/>
                      <a:pt x="21243" y="42156"/>
                    </a:cubicBezTo>
                    <a:cubicBezTo>
                      <a:pt x="32836" y="42156"/>
                      <a:pt x="42234" y="32758"/>
                      <a:pt x="42234" y="21165"/>
                    </a:cubicBezTo>
                    <a:lnTo>
                      <a:pt x="42234" y="21165"/>
                    </a:lnTo>
                    <a:cubicBezTo>
                      <a:pt x="42234" y="9573"/>
                      <a:pt x="32836" y="175"/>
                      <a:pt x="21243"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5" name="Freeform: Shape 4274">
                <a:extLst>
                  <a:ext uri="{FF2B5EF4-FFF2-40B4-BE49-F238E27FC236}">
                    <a16:creationId xmlns:a16="http://schemas.microsoft.com/office/drawing/2014/main" id="{957F67EB-43BC-F42A-D8B1-7CF3F4AC510B}"/>
                  </a:ext>
                </a:extLst>
              </p:cNvPr>
              <p:cNvSpPr/>
              <p:nvPr/>
            </p:nvSpPr>
            <p:spPr>
              <a:xfrm>
                <a:off x="1777383" y="7976856"/>
                <a:ext cx="37180" cy="37180"/>
              </a:xfrm>
              <a:custGeom>
                <a:avLst/>
                <a:gdLst>
                  <a:gd name="connsiteX0" fmla="*/ 37444 w 37180"/>
                  <a:gd name="connsiteY0" fmla="*/ 18773 h 37180"/>
                  <a:gd name="connsiteX1" fmla="*/ 18853 w 37180"/>
                  <a:gd name="connsiteY1" fmla="*/ 37364 h 37180"/>
                  <a:gd name="connsiteX2" fmla="*/ 263 w 37180"/>
                  <a:gd name="connsiteY2" fmla="*/ 18773 h 37180"/>
                  <a:gd name="connsiteX3" fmla="*/ 18853 w 37180"/>
                  <a:gd name="connsiteY3" fmla="*/ 183 h 37180"/>
                  <a:gd name="connsiteX4" fmla="*/ 37444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3"/>
                    </a:moveTo>
                    <a:cubicBezTo>
                      <a:pt x="37444" y="29040"/>
                      <a:pt x="29120" y="37364"/>
                      <a:pt x="18853" y="37364"/>
                    </a:cubicBezTo>
                    <a:cubicBezTo>
                      <a:pt x="8586" y="37364"/>
                      <a:pt x="263" y="29040"/>
                      <a:pt x="263" y="18773"/>
                    </a:cubicBezTo>
                    <a:cubicBezTo>
                      <a:pt x="263" y="8506"/>
                      <a:pt x="8586" y="183"/>
                      <a:pt x="18853" y="183"/>
                    </a:cubicBezTo>
                    <a:cubicBezTo>
                      <a:pt x="29120" y="183"/>
                      <a:pt x="37444" y="8506"/>
                      <a:pt x="37444" y="18773"/>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6" name="Freeform: Shape 4275">
                <a:extLst>
                  <a:ext uri="{FF2B5EF4-FFF2-40B4-BE49-F238E27FC236}">
                    <a16:creationId xmlns:a16="http://schemas.microsoft.com/office/drawing/2014/main" id="{04644492-5273-BF9C-A69D-7308D0CAED6A}"/>
                  </a:ext>
                </a:extLst>
              </p:cNvPr>
              <p:cNvSpPr/>
              <p:nvPr/>
            </p:nvSpPr>
            <p:spPr>
              <a:xfrm>
                <a:off x="1774983" y="7974456"/>
                <a:ext cx="41981" cy="41981"/>
              </a:xfrm>
              <a:custGeom>
                <a:avLst/>
                <a:gdLst>
                  <a:gd name="connsiteX0" fmla="*/ 21253 w 41981"/>
                  <a:gd name="connsiteY0" fmla="*/ 4983 h 41981"/>
                  <a:gd name="connsiteX1" fmla="*/ 37444 w 41981"/>
                  <a:gd name="connsiteY1" fmla="*/ 21173 h 41981"/>
                  <a:gd name="connsiteX2" fmla="*/ 37444 w 41981"/>
                  <a:gd name="connsiteY2" fmla="*/ 21173 h 41981"/>
                  <a:gd name="connsiteX3" fmla="*/ 21253 w 41981"/>
                  <a:gd name="connsiteY3" fmla="*/ 37364 h 41981"/>
                  <a:gd name="connsiteX4" fmla="*/ 5063 w 41981"/>
                  <a:gd name="connsiteY4" fmla="*/ 21173 h 41981"/>
                  <a:gd name="connsiteX5" fmla="*/ 21253 w 41981"/>
                  <a:gd name="connsiteY5" fmla="*/ 4983 h 41981"/>
                  <a:gd name="connsiteX6" fmla="*/ 21253 w 41981"/>
                  <a:gd name="connsiteY6" fmla="*/ 183 h 41981"/>
                  <a:gd name="connsiteX7" fmla="*/ 263 w 41981"/>
                  <a:gd name="connsiteY7" fmla="*/ 21173 h 41981"/>
                  <a:gd name="connsiteX8" fmla="*/ 21253 w 41981"/>
                  <a:gd name="connsiteY8" fmla="*/ 42164 h 41981"/>
                  <a:gd name="connsiteX9" fmla="*/ 42244 w 41981"/>
                  <a:gd name="connsiteY9" fmla="*/ 21173 h 41981"/>
                  <a:gd name="connsiteX10" fmla="*/ 42244 w 41981"/>
                  <a:gd name="connsiteY10" fmla="*/ 21173 h 41981"/>
                  <a:gd name="connsiteX11" fmla="*/ 21253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3"/>
                    </a:moveTo>
                    <a:cubicBezTo>
                      <a:pt x="30195" y="4983"/>
                      <a:pt x="37444" y="12232"/>
                      <a:pt x="37444" y="21173"/>
                    </a:cubicBezTo>
                    <a:lnTo>
                      <a:pt x="37444" y="21173"/>
                    </a:lnTo>
                    <a:cubicBezTo>
                      <a:pt x="37444" y="30115"/>
                      <a:pt x="30195" y="37364"/>
                      <a:pt x="21253" y="37364"/>
                    </a:cubicBezTo>
                    <a:cubicBezTo>
                      <a:pt x="12312" y="37364"/>
                      <a:pt x="5063" y="30115"/>
                      <a:pt x="5063" y="21173"/>
                    </a:cubicBezTo>
                    <a:cubicBezTo>
                      <a:pt x="5063" y="12232"/>
                      <a:pt x="12312" y="4983"/>
                      <a:pt x="21253" y="4983"/>
                    </a:cubicBezTo>
                    <a:close/>
                    <a:moveTo>
                      <a:pt x="21253" y="183"/>
                    </a:moveTo>
                    <a:cubicBezTo>
                      <a:pt x="9661" y="183"/>
                      <a:pt x="263" y="9581"/>
                      <a:pt x="263" y="21173"/>
                    </a:cubicBezTo>
                    <a:cubicBezTo>
                      <a:pt x="263" y="32766"/>
                      <a:pt x="9661" y="42164"/>
                      <a:pt x="21253" y="42164"/>
                    </a:cubicBezTo>
                    <a:cubicBezTo>
                      <a:pt x="32846" y="42164"/>
                      <a:pt x="42244" y="32766"/>
                      <a:pt x="42244" y="21173"/>
                    </a:cubicBezTo>
                    <a:lnTo>
                      <a:pt x="42244" y="21173"/>
                    </a:lnTo>
                    <a:cubicBezTo>
                      <a:pt x="42244" y="9581"/>
                      <a:pt x="32846" y="183"/>
                      <a:pt x="21253"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7" name="Freeform: Shape 4276">
                <a:extLst>
                  <a:ext uri="{FF2B5EF4-FFF2-40B4-BE49-F238E27FC236}">
                    <a16:creationId xmlns:a16="http://schemas.microsoft.com/office/drawing/2014/main" id="{113EB969-E767-D004-2668-E5E41A43BF6C}"/>
                  </a:ext>
                </a:extLst>
              </p:cNvPr>
              <p:cNvSpPr/>
              <p:nvPr/>
            </p:nvSpPr>
            <p:spPr>
              <a:xfrm>
                <a:off x="1851601" y="8062853"/>
                <a:ext cx="37180" cy="37180"/>
              </a:xfrm>
              <a:custGeom>
                <a:avLst/>
                <a:gdLst>
                  <a:gd name="connsiteX0" fmla="*/ 37456 w 37180"/>
                  <a:gd name="connsiteY0" fmla="*/ 18788 h 37180"/>
                  <a:gd name="connsiteX1" fmla="*/ 18866 w 37180"/>
                  <a:gd name="connsiteY1" fmla="*/ 37379 h 37180"/>
                  <a:gd name="connsiteX2" fmla="*/ 276 w 37180"/>
                  <a:gd name="connsiteY2" fmla="*/ 18788 h 37180"/>
                  <a:gd name="connsiteX3" fmla="*/ 18866 w 37180"/>
                  <a:gd name="connsiteY3" fmla="*/ 198 h 37180"/>
                  <a:gd name="connsiteX4" fmla="*/ 37456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88"/>
                    </a:moveTo>
                    <a:cubicBezTo>
                      <a:pt x="37456" y="29055"/>
                      <a:pt x="29133" y="37379"/>
                      <a:pt x="18866" y="37379"/>
                    </a:cubicBezTo>
                    <a:cubicBezTo>
                      <a:pt x="8599" y="37379"/>
                      <a:pt x="276" y="29055"/>
                      <a:pt x="276" y="18788"/>
                    </a:cubicBezTo>
                    <a:cubicBezTo>
                      <a:pt x="276" y="8521"/>
                      <a:pt x="8599" y="198"/>
                      <a:pt x="18866" y="198"/>
                    </a:cubicBezTo>
                    <a:cubicBezTo>
                      <a:pt x="29133" y="198"/>
                      <a:pt x="37456" y="8521"/>
                      <a:pt x="37456" y="18788"/>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8" name="Freeform: Shape 4277">
                <a:extLst>
                  <a:ext uri="{FF2B5EF4-FFF2-40B4-BE49-F238E27FC236}">
                    <a16:creationId xmlns:a16="http://schemas.microsoft.com/office/drawing/2014/main" id="{DAA81FEA-2DF1-4959-1256-81452462A1E2}"/>
                  </a:ext>
                </a:extLst>
              </p:cNvPr>
              <p:cNvSpPr/>
              <p:nvPr/>
            </p:nvSpPr>
            <p:spPr>
              <a:xfrm>
                <a:off x="1849201" y="8060453"/>
                <a:ext cx="41981" cy="41981"/>
              </a:xfrm>
              <a:custGeom>
                <a:avLst/>
                <a:gdLst>
                  <a:gd name="connsiteX0" fmla="*/ 21266 w 41981"/>
                  <a:gd name="connsiteY0" fmla="*/ 4998 h 41981"/>
                  <a:gd name="connsiteX1" fmla="*/ 37456 w 41981"/>
                  <a:gd name="connsiteY1" fmla="*/ 21188 h 41981"/>
                  <a:gd name="connsiteX2" fmla="*/ 37456 w 41981"/>
                  <a:gd name="connsiteY2" fmla="*/ 21188 h 41981"/>
                  <a:gd name="connsiteX3" fmla="*/ 21266 w 41981"/>
                  <a:gd name="connsiteY3" fmla="*/ 37379 h 41981"/>
                  <a:gd name="connsiteX4" fmla="*/ 5076 w 41981"/>
                  <a:gd name="connsiteY4" fmla="*/ 21188 h 41981"/>
                  <a:gd name="connsiteX5" fmla="*/ 21266 w 41981"/>
                  <a:gd name="connsiteY5" fmla="*/ 4998 h 41981"/>
                  <a:gd name="connsiteX6" fmla="*/ 21266 w 41981"/>
                  <a:gd name="connsiteY6" fmla="*/ 198 h 41981"/>
                  <a:gd name="connsiteX7" fmla="*/ 276 w 41981"/>
                  <a:gd name="connsiteY7" fmla="*/ 21188 h 41981"/>
                  <a:gd name="connsiteX8" fmla="*/ 21266 w 41981"/>
                  <a:gd name="connsiteY8" fmla="*/ 42179 h 41981"/>
                  <a:gd name="connsiteX9" fmla="*/ 42257 w 41981"/>
                  <a:gd name="connsiteY9" fmla="*/ 21188 h 41981"/>
                  <a:gd name="connsiteX10" fmla="*/ 42257 w 41981"/>
                  <a:gd name="connsiteY10" fmla="*/ 21188 h 41981"/>
                  <a:gd name="connsiteX11" fmla="*/ 21266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98"/>
                    </a:moveTo>
                    <a:cubicBezTo>
                      <a:pt x="30208" y="4998"/>
                      <a:pt x="37456" y="12247"/>
                      <a:pt x="37456" y="21188"/>
                    </a:cubicBezTo>
                    <a:lnTo>
                      <a:pt x="37456" y="21188"/>
                    </a:lnTo>
                    <a:cubicBezTo>
                      <a:pt x="37456" y="30130"/>
                      <a:pt x="30208" y="37379"/>
                      <a:pt x="21266" y="37379"/>
                    </a:cubicBezTo>
                    <a:cubicBezTo>
                      <a:pt x="12324" y="37379"/>
                      <a:pt x="5076" y="30130"/>
                      <a:pt x="5076" y="21188"/>
                    </a:cubicBezTo>
                    <a:cubicBezTo>
                      <a:pt x="5076" y="12247"/>
                      <a:pt x="12324" y="4998"/>
                      <a:pt x="21266" y="4998"/>
                    </a:cubicBezTo>
                    <a:close/>
                    <a:moveTo>
                      <a:pt x="21266" y="198"/>
                    </a:moveTo>
                    <a:cubicBezTo>
                      <a:pt x="9674" y="198"/>
                      <a:pt x="276" y="9596"/>
                      <a:pt x="276" y="21188"/>
                    </a:cubicBezTo>
                    <a:cubicBezTo>
                      <a:pt x="276" y="32781"/>
                      <a:pt x="9674" y="42179"/>
                      <a:pt x="21266" y="42179"/>
                    </a:cubicBezTo>
                    <a:cubicBezTo>
                      <a:pt x="32859" y="42179"/>
                      <a:pt x="42257" y="32781"/>
                      <a:pt x="42257" y="21188"/>
                    </a:cubicBezTo>
                    <a:lnTo>
                      <a:pt x="42257" y="21188"/>
                    </a:lnTo>
                    <a:cubicBezTo>
                      <a:pt x="42257" y="9596"/>
                      <a:pt x="32859" y="198"/>
                      <a:pt x="21266"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79" name="Freeform: Shape 4278">
                <a:extLst>
                  <a:ext uri="{FF2B5EF4-FFF2-40B4-BE49-F238E27FC236}">
                    <a16:creationId xmlns:a16="http://schemas.microsoft.com/office/drawing/2014/main" id="{9A3E26B7-27BF-6208-AFFC-E7207EAE4D53}"/>
                  </a:ext>
                </a:extLst>
              </p:cNvPr>
              <p:cNvSpPr/>
              <p:nvPr/>
            </p:nvSpPr>
            <p:spPr>
              <a:xfrm>
                <a:off x="1750703" y="7902126"/>
                <a:ext cx="37180" cy="37180"/>
              </a:xfrm>
              <a:custGeom>
                <a:avLst/>
                <a:gdLst>
                  <a:gd name="connsiteX0" fmla="*/ 37439 w 37180"/>
                  <a:gd name="connsiteY0" fmla="*/ 18760 h 37180"/>
                  <a:gd name="connsiteX1" fmla="*/ 18849 w 37180"/>
                  <a:gd name="connsiteY1" fmla="*/ 37351 h 37180"/>
                  <a:gd name="connsiteX2" fmla="*/ 258 w 37180"/>
                  <a:gd name="connsiteY2" fmla="*/ 18760 h 37180"/>
                  <a:gd name="connsiteX3" fmla="*/ 18849 w 37180"/>
                  <a:gd name="connsiteY3" fmla="*/ 170 h 37180"/>
                  <a:gd name="connsiteX4" fmla="*/ 37439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0"/>
                    </a:moveTo>
                    <a:cubicBezTo>
                      <a:pt x="37439" y="29027"/>
                      <a:pt x="29116" y="37351"/>
                      <a:pt x="18849" y="37351"/>
                    </a:cubicBezTo>
                    <a:cubicBezTo>
                      <a:pt x="8581" y="37351"/>
                      <a:pt x="258" y="29027"/>
                      <a:pt x="258" y="18760"/>
                    </a:cubicBezTo>
                    <a:cubicBezTo>
                      <a:pt x="258" y="8493"/>
                      <a:pt x="8581" y="170"/>
                      <a:pt x="18849" y="170"/>
                    </a:cubicBezTo>
                    <a:cubicBezTo>
                      <a:pt x="29116" y="170"/>
                      <a:pt x="37439" y="8493"/>
                      <a:pt x="37439" y="18760"/>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0" name="Freeform: Shape 4279">
                <a:extLst>
                  <a:ext uri="{FF2B5EF4-FFF2-40B4-BE49-F238E27FC236}">
                    <a16:creationId xmlns:a16="http://schemas.microsoft.com/office/drawing/2014/main" id="{180B2D49-CD85-DF47-B91E-3A1AE129CB84}"/>
                  </a:ext>
                </a:extLst>
              </p:cNvPr>
              <p:cNvSpPr/>
              <p:nvPr/>
            </p:nvSpPr>
            <p:spPr>
              <a:xfrm>
                <a:off x="1748303" y="7899725"/>
                <a:ext cx="41981" cy="41981"/>
              </a:xfrm>
              <a:custGeom>
                <a:avLst/>
                <a:gdLst>
                  <a:gd name="connsiteX0" fmla="*/ 21249 w 41981"/>
                  <a:gd name="connsiteY0" fmla="*/ 4970 h 41981"/>
                  <a:gd name="connsiteX1" fmla="*/ 37439 w 41981"/>
                  <a:gd name="connsiteY1" fmla="*/ 21160 h 41981"/>
                  <a:gd name="connsiteX2" fmla="*/ 37439 w 41981"/>
                  <a:gd name="connsiteY2" fmla="*/ 21160 h 41981"/>
                  <a:gd name="connsiteX3" fmla="*/ 21249 w 41981"/>
                  <a:gd name="connsiteY3" fmla="*/ 37351 h 41981"/>
                  <a:gd name="connsiteX4" fmla="*/ 5059 w 41981"/>
                  <a:gd name="connsiteY4" fmla="*/ 21160 h 41981"/>
                  <a:gd name="connsiteX5" fmla="*/ 21249 w 41981"/>
                  <a:gd name="connsiteY5" fmla="*/ 4970 h 41981"/>
                  <a:gd name="connsiteX6" fmla="*/ 21249 w 41981"/>
                  <a:gd name="connsiteY6" fmla="*/ 170 h 41981"/>
                  <a:gd name="connsiteX7" fmla="*/ 258 w 41981"/>
                  <a:gd name="connsiteY7" fmla="*/ 21160 h 41981"/>
                  <a:gd name="connsiteX8" fmla="*/ 21249 w 41981"/>
                  <a:gd name="connsiteY8" fmla="*/ 42151 h 41981"/>
                  <a:gd name="connsiteX9" fmla="*/ 42239 w 41981"/>
                  <a:gd name="connsiteY9" fmla="*/ 21160 h 41981"/>
                  <a:gd name="connsiteX10" fmla="*/ 42239 w 41981"/>
                  <a:gd name="connsiteY10" fmla="*/ 21160 h 41981"/>
                  <a:gd name="connsiteX11" fmla="*/ 21249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0"/>
                    </a:moveTo>
                    <a:cubicBezTo>
                      <a:pt x="30191" y="4970"/>
                      <a:pt x="37439" y="12219"/>
                      <a:pt x="37439" y="21160"/>
                    </a:cubicBezTo>
                    <a:lnTo>
                      <a:pt x="37439" y="21160"/>
                    </a:lnTo>
                    <a:cubicBezTo>
                      <a:pt x="37439" y="30102"/>
                      <a:pt x="30191" y="37351"/>
                      <a:pt x="21249" y="37351"/>
                    </a:cubicBezTo>
                    <a:cubicBezTo>
                      <a:pt x="12307" y="37351"/>
                      <a:pt x="5059" y="30102"/>
                      <a:pt x="5059" y="21160"/>
                    </a:cubicBezTo>
                    <a:cubicBezTo>
                      <a:pt x="5059" y="12219"/>
                      <a:pt x="12307" y="4970"/>
                      <a:pt x="21249" y="4970"/>
                    </a:cubicBezTo>
                    <a:close/>
                    <a:moveTo>
                      <a:pt x="21249" y="170"/>
                    </a:moveTo>
                    <a:cubicBezTo>
                      <a:pt x="9656" y="170"/>
                      <a:pt x="258" y="9568"/>
                      <a:pt x="258" y="21160"/>
                    </a:cubicBezTo>
                    <a:cubicBezTo>
                      <a:pt x="258" y="32753"/>
                      <a:pt x="9656" y="42151"/>
                      <a:pt x="21249" y="42151"/>
                    </a:cubicBezTo>
                    <a:cubicBezTo>
                      <a:pt x="32841" y="42151"/>
                      <a:pt x="42239" y="32753"/>
                      <a:pt x="42239" y="21160"/>
                    </a:cubicBezTo>
                    <a:lnTo>
                      <a:pt x="42239" y="21160"/>
                    </a:lnTo>
                    <a:cubicBezTo>
                      <a:pt x="42239" y="9568"/>
                      <a:pt x="32841" y="170"/>
                      <a:pt x="21249"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1" name="Freeform: Shape 4280">
                <a:extLst>
                  <a:ext uri="{FF2B5EF4-FFF2-40B4-BE49-F238E27FC236}">
                    <a16:creationId xmlns:a16="http://schemas.microsoft.com/office/drawing/2014/main" id="{624014D8-47BA-62CD-62F6-340DC7A252A5}"/>
                  </a:ext>
                </a:extLst>
              </p:cNvPr>
              <p:cNvSpPr/>
              <p:nvPr/>
            </p:nvSpPr>
            <p:spPr>
              <a:xfrm>
                <a:off x="1803741" y="7951120"/>
                <a:ext cx="37180" cy="37180"/>
              </a:xfrm>
              <a:custGeom>
                <a:avLst/>
                <a:gdLst>
                  <a:gd name="connsiteX0" fmla="*/ 37448 w 37180"/>
                  <a:gd name="connsiteY0" fmla="*/ 18769 h 37180"/>
                  <a:gd name="connsiteX1" fmla="*/ 18858 w 37180"/>
                  <a:gd name="connsiteY1" fmla="*/ 37359 h 37180"/>
                  <a:gd name="connsiteX2" fmla="*/ 267 w 37180"/>
                  <a:gd name="connsiteY2" fmla="*/ 18769 h 37180"/>
                  <a:gd name="connsiteX3" fmla="*/ 18858 w 37180"/>
                  <a:gd name="connsiteY3" fmla="*/ 178 h 37180"/>
                  <a:gd name="connsiteX4" fmla="*/ 3744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9"/>
                    </a:moveTo>
                    <a:cubicBezTo>
                      <a:pt x="37448" y="29036"/>
                      <a:pt x="29125" y="37359"/>
                      <a:pt x="18858" y="37359"/>
                    </a:cubicBezTo>
                    <a:cubicBezTo>
                      <a:pt x="8591" y="37359"/>
                      <a:pt x="267" y="29036"/>
                      <a:pt x="267" y="18769"/>
                    </a:cubicBezTo>
                    <a:cubicBezTo>
                      <a:pt x="267" y="8502"/>
                      <a:pt x="8591" y="178"/>
                      <a:pt x="18858" y="178"/>
                    </a:cubicBezTo>
                    <a:cubicBezTo>
                      <a:pt x="29125" y="178"/>
                      <a:pt x="37448" y="8502"/>
                      <a:pt x="37448" y="18769"/>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2" name="Freeform: Shape 4281">
                <a:extLst>
                  <a:ext uri="{FF2B5EF4-FFF2-40B4-BE49-F238E27FC236}">
                    <a16:creationId xmlns:a16="http://schemas.microsoft.com/office/drawing/2014/main" id="{98097EC7-C555-C730-76A1-DA639D2BC3DF}"/>
                  </a:ext>
                </a:extLst>
              </p:cNvPr>
              <p:cNvSpPr/>
              <p:nvPr/>
            </p:nvSpPr>
            <p:spPr>
              <a:xfrm>
                <a:off x="1801341" y="7948720"/>
                <a:ext cx="41981" cy="41981"/>
              </a:xfrm>
              <a:custGeom>
                <a:avLst/>
                <a:gdLst>
                  <a:gd name="connsiteX0" fmla="*/ 21258 w 41981"/>
                  <a:gd name="connsiteY0" fmla="*/ 4979 h 41981"/>
                  <a:gd name="connsiteX1" fmla="*/ 37448 w 41981"/>
                  <a:gd name="connsiteY1" fmla="*/ 21169 h 41981"/>
                  <a:gd name="connsiteX2" fmla="*/ 37448 w 41981"/>
                  <a:gd name="connsiteY2" fmla="*/ 21169 h 41981"/>
                  <a:gd name="connsiteX3" fmla="*/ 21258 w 41981"/>
                  <a:gd name="connsiteY3" fmla="*/ 37359 h 41981"/>
                  <a:gd name="connsiteX4" fmla="*/ 5068 w 41981"/>
                  <a:gd name="connsiteY4" fmla="*/ 21169 h 41981"/>
                  <a:gd name="connsiteX5" fmla="*/ 21258 w 41981"/>
                  <a:gd name="connsiteY5" fmla="*/ 4979 h 41981"/>
                  <a:gd name="connsiteX6" fmla="*/ 21258 w 41981"/>
                  <a:gd name="connsiteY6" fmla="*/ 178 h 41981"/>
                  <a:gd name="connsiteX7" fmla="*/ 267 w 41981"/>
                  <a:gd name="connsiteY7" fmla="*/ 21169 h 41981"/>
                  <a:gd name="connsiteX8" fmla="*/ 21258 w 41981"/>
                  <a:gd name="connsiteY8" fmla="*/ 42160 h 41981"/>
                  <a:gd name="connsiteX9" fmla="*/ 42249 w 41981"/>
                  <a:gd name="connsiteY9" fmla="*/ 21169 h 41981"/>
                  <a:gd name="connsiteX10" fmla="*/ 42249 w 41981"/>
                  <a:gd name="connsiteY10" fmla="*/ 21169 h 41981"/>
                  <a:gd name="connsiteX11" fmla="*/ 2125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9"/>
                    </a:moveTo>
                    <a:cubicBezTo>
                      <a:pt x="30200" y="4979"/>
                      <a:pt x="37448" y="12227"/>
                      <a:pt x="37448" y="21169"/>
                    </a:cubicBezTo>
                    <a:lnTo>
                      <a:pt x="37448" y="21169"/>
                    </a:lnTo>
                    <a:cubicBezTo>
                      <a:pt x="37448" y="30111"/>
                      <a:pt x="30200" y="37359"/>
                      <a:pt x="21258" y="37359"/>
                    </a:cubicBezTo>
                    <a:cubicBezTo>
                      <a:pt x="12316" y="37359"/>
                      <a:pt x="5068" y="30111"/>
                      <a:pt x="5068" y="21169"/>
                    </a:cubicBezTo>
                    <a:cubicBezTo>
                      <a:pt x="5068" y="12227"/>
                      <a:pt x="12316" y="4979"/>
                      <a:pt x="21258" y="4979"/>
                    </a:cubicBezTo>
                    <a:close/>
                    <a:moveTo>
                      <a:pt x="21258" y="178"/>
                    </a:moveTo>
                    <a:cubicBezTo>
                      <a:pt x="9665" y="178"/>
                      <a:pt x="267" y="9576"/>
                      <a:pt x="267" y="21169"/>
                    </a:cubicBezTo>
                    <a:cubicBezTo>
                      <a:pt x="267" y="32762"/>
                      <a:pt x="9665" y="42160"/>
                      <a:pt x="21258" y="42160"/>
                    </a:cubicBezTo>
                    <a:cubicBezTo>
                      <a:pt x="32851" y="42160"/>
                      <a:pt x="42249" y="32762"/>
                      <a:pt x="42249" y="21169"/>
                    </a:cubicBezTo>
                    <a:lnTo>
                      <a:pt x="42249" y="21169"/>
                    </a:lnTo>
                    <a:cubicBezTo>
                      <a:pt x="42249" y="9576"/>
                      <a:pt x="32851" y="178"/>
                      <a:pt x="21258"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3" name="Freeform: Shape 4282">
                <a:extLst>
                  <a:ext uri="{FF2B5EF4-FFF2-40B4-BE49-F238E27FC236}">
                    <a16:creationId xmlns:a16="http://schemas.microsoft.com/office/drawing/2014/main" id="{521C9313-B132-60CC-A10E-597168155EDA}"/>
                  </a:ext>
                </a:extLst>
              </p:cNvPr>
              <p:cNvSpPr/>
              <p:nvPr/>
            </p:nvSpPr>
            <p:spPr>
              <a:xfrm>
                <a:off x="1785752" y="7985525"/>
                <a:ext cx="37180" cy="37180"/>
              </a:xfrm>
              <a:custGeom>
                <a:avLst/>
                <a:gdLst>
                  <a:gd name="connsiteX0" fmla="*/ 37445 w 37180"/>
                  <a:gd name="connsiteY0" fmla="*/ 18775 h 37180"/>
                  <a:gd name="connsiteX1" fmla="*/ 18855 w 37180"/>
                  <a:gd name="connsiteY1" fmla="*/ 37365 h 37180"/>
                  <a:gd name="connsiteX2" fmla="*/ 264 w 37180"/>
                  <a:gd name="connsiteY2" fmla="*/ 18775 h 37180"/>
                  <a:gd name="connsiteX3" fmla="*/ 18855 w 37180"/>
                  <a:gd name="connsiteY3" fmla="*/ 184 h 37180"/>
                  <a:gd name="connsiteX4" fmla="*/ 37445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5"/>
                    </a:moveTo>
                    <a:cubicBezTo>
                      <a:pt x="37445" y="29042"/>
                      <a:pt x="29122" y="37365"/>
                      <a:pt x="18855" y="37365"/>
                    </a:cubicBezTo>
                    <a:cubicBezTo>
                      <a:pt x="8587" y="37365"/>
                      <a:pt x="264" y="29042"/>
                      <a:pt x="264" y="18775"/>
                    </a:cubicBezTo>
                    <a:cubicBezTo>
                      <a:pt x="264" y="8508"/>
                      <a:pt x="8587" y="184"/>
                      <a:pt x="18855" y="184"/>
                    </a:cubicBezTo>
                    <a:cubicBezTo>
                      <a:pt x="29122" y="184"/>
                      <a:pt x="37445" y="8508"/>
                      <a:pt x="37445" y="18775"/>
                    </a:cubicBezTo>
                    <a:close/>
                  </a:path>
                </a:pathLst>
              </a:custGeom>
              <a:solidFill>
                <a:srgbClr val="F7CFC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4" name="Freeform: Shape 4283">
                <a:extLst>
                  <a:ext uri="{FF2B5EF4-FFF2-40B4-BE49-F238E27FC236}">
                    <a16:creationId xmlns:a16="http://schemas.microsoft.com/office/drawing/2014/main" id="{47798DAC-1680-BBB0-7D35-86A34EF90CD5}"/>
                  </a:ext>
                </a:extLst>
              </p:cNvPr>
              <p:cNvSpPr/>
              <p:nvPr/>
            </p:nvSpPr>
            <p:spPr>
              <a:xfrm>
                <a:off x="1783352" y="7983125"/>
                <a:ext cx="41981" cy="41981"/>
              </a:xfrm>
              <a:custGeom>
                <a:avLst/>
                <a:gdLst>
                  <a:gd name="connsiteX0" fmla="*/ 21255 w 41981"/>
                  <a:gd name="connsiteY0" fmla="*/ 4985 h 41981"/>
                  <a:gd name="connsiteX1" fmla="*/ 37445 w 41981"/>
                  <a:gd name="connsiteY1" fmla="*/ 21175 h 41981"/>
                  <a:gd name="connsiteX2" fmla="*/ 37445 w 41981"/>
                  <a:gd name="connsiteY2" fmla="*/ 21175 h 41981"/>
                  <a:gd name="connsiteX3" fmla="*/ 21255 w 41981"/>
                  <a:gd name="connsiteY3" fmla="*/ 37365 h 41981"/>
                  <a:gd name="connsiteX4" fmla="*/ 5065 w 41981"/>
                  <a:gd name="connsiteY4" fmla="*/ 21175 h 41981"/>
                  <a:gd name="connsiteX5" fmla="*/ 21255 w 41981"/>
                  <a:gd name="connsiteY5" fmla="*/ 4985 h 41981"/>
                  <a:gd name="connsiteX6" fmla="*/ 21255 w 41981"/>
                  <a:gd name="connsiteY6" fmla="*/ 184 h 41981"/>
                  <a:gd name="connsiteX7" fmla="*/ 264 w 41981"/>
                  <a:gd name="connsiteY7" fmla="*/ 21175 h 41981"/>
                  <a:gd name="connsiteX8" fmla="*/ 21255 w 41981"/>
                  <a:gd name="connsiteY8" fmla="*/ 42166 h 41981"/>
                  <a:gd name="connsiteX9" fmla="*/ 42245 w 41981"/>
                  <a:gd name="connsiteY9" fmla="*/ 21175 h 41981"/>
                  <a:gd name="connsiteX10" fmla="*/ 42245 w 41981"/>
                  <a:gd name="connsiteY10" fmla="*/ 21175 h 41981"/>
                  <a:gd name="connsiteX11" fmla="*/ 21255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5"/>
                    </a:moveTo>
                    <a:cubicBezTo>
                      <a:pt x="30197" y="4985"/>
                      <a:pt x="37445" y="12233"/>
                      <a:pt x="37445" y="21175"/>
                    </a:cubicBezTo>
                    <a:lnTo>
                      <a:pt x="37445" y="21175"/>
                    </a:lnTo>
                    <a:cubicBezTo>
                      <a:pt x="37445" y="30117"/>
                      <a:pt x="30197" y="37365"/>
                      <a:pt x="21255" y="37365"/>
                    </a:cubicBezTo>
                    <a:cubicBezTo>
                      <a:pt x="12313" y="37365"/>
                      <a:pt x="5065" y="30117"/>
                      <a:pt x="5065" y="21175"/>
                    </a:cubicBezTo>
                    <a:cubicBezTo>
                      <a:pt x="5065" y="12233"/>
                      <a:pt x="12313" y="4985"/>
                      <a:pt x="21255" y="4985"/>
                    </a:cubicBezTo>
                    <a:close/>
                    <a:moveTo>
                      <a:pt x="21255" y="184"/>
                    </a:moveTo>
                    <a:cubicBezTo>
                      <a:pt x="9662" y="184"/>
                      <a:pt x="264" y="9582"/>
                      <a:pt x="264" y="21175"/>
                    </a:cubicBezTo>
                    <a:cubicBezTo>
                      <a:pt x="264" y="32768"/>
                      <a:pt x="9662" y="42166"/>
                      <a:pt x="21255" y="42166"/>
                    </a:cubicBezTo>
                    <a:cubicBezTo>
                      <a:pt x="32847" y="42166"/>
                      <a:pt x="42245" y="32768"/>
                      <a:pt x="42245" y="21175"/>
                    </a:cubicBezTo>
                    <a:lnTo>
                      <a:pt x="42245" y="21175"/>
                    </a:lnTo>
                    <a:cubicBezTo>
                      <a:pt x="42245" y="9582"/>
                      <a:pt x="32847" y="184"/>
                      <a:pt x="21255"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5" name="Freeform: Shape 4284">
                <a:extLst>
                  <a:ext uri="{FF2B5EF4-FFF2-40B4-BE49-F238E27FC236}">
                    <a16:creationId xmlns:a16="http://schemas.microsoft.com/office/drawing/2014/main" id="{0D58BB5E-4A6C-FCE3-0E8E-CDA2902C247E}"/>
                  </a:ext>
                </a:extLst>
              </p:cNvPr>
              <p:cNvSpPr/>
              <p:nvPr/>
            </p:nvSpPr>
            <p:spPr>
              <a:xfrm>
                <a:off x="1803655" y="8006491"/>
                <a:ext cx="37180" cy="37180"/>
              </a:xfrm>
              <a:custGeom>
                <a:avLst/>
                <a:gdLst>
                  <a:gd name="connsiteX0" fmla="*/ 37448 w 37180"/>
                  <a:gd name="connsiteY0" fmla="*/ 18778 h 37180"/>
                  <a:gd name="connsiteX1" fmla="*/ 18858 w 37180"/>
                  <a:gd name="connsiteY1" fmla="*/ 37369 h 37180"/>
                  <a:gd name="connsiteX2" fmla="*/ 267 w 37180"/>
                  <a:gd name="connsiteY2" fmla="*/ 18778 h 37180"/>
                  <a:gd name="connsiteX3" fmla="*/ 18858 w 37180"/>
                  <a:gd name="connsiteY3" fmla="*/ 188 h 37180"/>
                  <a:gd name="connsiteX4" fmla="*/ 37448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8"/>
                    </a:moveTo>
                    <a:cubicBezTo>
                      <a:pt x="37448" y="29046"/>
                      <a:pt x="29125" y="37369"/>
                      <a:pt x="18858" y="37369"/>
                    </a:cubicBezTo>
                    <a:cubicBezTo>
                      <a:pt x="8591" y="37369"/>
                      <a:pt x="267" y="29046"/>
                      <a:pt x="267" y="18778"/>
                    </a:cubicBezTo>
                    <a:cubicBezTo>
                      <a:pt x="267" y="8511"/>
                      <a:pt x="8591" y="188"/>
                      <a:pt x="18858" y="188"/>
                    </a:cubicBezTo>
                    <a:cubicBezTo>
                      <a:pt x="29125" y="188"/>
                      <a:pt x="37448" y="8511"/>
                      <a:pt x="37448" y="18778"/>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6" name="Freeform: Shape 4285">
                <a:extLst>
                  <a:ext uri="{FF2B5EF4-FFF2-40B4-BE49-F238E27FC236}">
                    <a16:creationId xmlns:a16="http://schemas.microsoft.com/office/drawing/2014/main" id="{8FE37A3B-F685-17EC-07BA-8F47A28EDC20}"/>
                  </a:ext>
                </a:extLst>
              </p:cNvPr>
              <p:cNvSpPr/>
              <p:nvPr/>
            </p:nvSpPr>
            <p:spPr>
              <a:xfrm>
                <a:off x="1801254" y="8004091"/>
                <a:ext cx="41981" cy="41981"/>
              </a:xfrm>
              <a:custGeom>
                <a:avLst/>
                <a:gdLst>
                  <a:gd name="connsiteX0" fmla="*/ 21258 w 41981"/>
                  <a:gd name="connsiteY0" fmla="*/ 4988 h 41981"/>
                  <a:gd name="connsiteX1" fmla="*/ 37448 w 41981"/>
                  <a:gd name="connsiteY1" fmla="*/ 21179 h 41981"/>
                  <a:gd name="connsiteX2" fmla="*/ 37448 w 41981"/>
                  <a:gd name="connsiteY2" fmla="*/ 21179 h 41981"/>
                  <a:gd name="connsiteX3" fmla="*/ 21258 w 41981"/>
                  <a:gd name="connsiteY3" fmla="*/ 37369 h 41981"/>
                  <a:gd name="connsiteX4" fmla="*/ 5068 w 41981"/>
                  <a:gd name="connsiteY4" fmla="*/ 21179 h 41981"/>
                  <a:gd name="connsiteX5" fmla="*/ 21258 w 41981"/>
                  <a:gd name="connsiteY5" fmla="*/ 4988 h 41981"/>
                  <a:gd name="connsiteX6" fmla="*/ 21258 w 41981"/>
                  <a:gd name="connsiteY6" fmla="*/ 188 h 41981"/>
                  <a:gd name="connsiteX7" fmla="*/ 267 w 41981"/>
                  <a:gd name="connsiteY7" fmla="*/ 21179 h 41981"/>
                  <a:gd name="connsiteX8" fmla="*/ 21258 w 41981"/>
                  <a:gd name="connsiteY8" fmla="*/ 42169 h 41981"/>
                  <a:gd name="connsiteX9" fmla="*/ 42249 w 41981"/>
                  <a:gd name="connsiteY9" fmla="*/ 21179 h 41981"/>
                  <a:gd name="connsiteX10" fmla="*/ 42249 w 41981"/>
                  <a:gd name="connsiteY10" fmla="*/ 21179 h 41981"/>
                  <a:gd name="connsiteX11" fmla="*/ 21258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8"/>
                    </a:moveTo>
                    <a:cubicBezTo>
                      <a:pt x="30200" y="4988"/>
                      <a:pt x="37448" y="12237"/>
                      <a:pt x="37448" y="21179"/>
                    </a:cubicBezTo>
                    <a:lnTo>
                      <a:pt x="37448" y="21179"/>
                    </a:lnTo>
                    <a:cubicBezTo>
                      <a:pt x="37448" y="30120"/>
                      <a:pt x="30200" y="37369"/>
                      <a:pt x="21258" y="37369"/>
                    </a:cubicBezTo>
                    <a:cubicBezTo>
                      <a:pt x="12316" y="37369"/>
                      <a:pt x="5068" y="30120"/>
                      <a:pt x="5068" y="21179"/>
                    </a:cubicBezTo>
                    <a:cubicBezTo>
                      <a:pt x="5068" y="12237"/>
                      <a:pt x="12316" y="4988"/>
                      <a:pt x="21258" y="4988"/>
                    </a:cubicBezTo>
                    <a:close/>
                    <a:moveTo>
                      <a:pt x="21258" y="188"/>
                    </a:moveTo>
                    <a:cubicBezTo>
                      <a:pt x="9665" y="188"/>
                      <a:pt x="267" y="9586"/>
                      <a:pt x="267" y="21179"/>
                    </a:cubicBezTo>
                    <a:cubicBezTo>
                      <a:pt x="267" y="32771"/>
                      <a:pt x="9665" y="42169"/>
                      <a:pt x="21258" y="42169"/>
                    </a:cubicBezTo>
                    <a:cubicBezTo>
                      <a:pt x="32850" y="42169"/>
                      <a:pt x="42249" y="32771"/>
                      <a:pt x="42249" y="21179"/>
                    </a:cubicBezTo>
                    <a:lnTo>
                      <a:pt x="42249" y="21179"/>
                    </a:lnTo>
                    <a:cubicBezTo>
                      <a:pt x="42249" y="9586"/>
                      <a:pt x="32850" y="188"/>
                      <a:pt x="21258"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7" name="Freeform: Shape 4286">
                <a:extLst>
                  <a:ext uri="{FF2B5EF4-FFF2-40B4-BE49-F238E27FC236}">
                    <a16:creationId xmlns:a16="http://schemas.microsoft.com/office/drawing/2014/main" id="{3B274D07-CFC3-FAC8-BC8D-FFF2CE3A261F}"/>
                  </a:ext>
                </a:extLst>
              </p:cNvPr>
              <p:cNvSpPr/>
              <p:nvPr/>
            </p:nvSpPr>
            <p:spPr>
              <a:xfrm>
                <a:off x="1898222" y="8080012"/>
                <a:ext cx="37180" cy="37180"/>
              </a:xfrm>
              <a:custGeom>
                <a:avLst/>
                <a:gdLst>
                  <a:gd name="connsiteX0" fmla="*/ 37465 w 37180"/>
                  <a:gd name="connsiteY0" fmla="*/ 18791 h 37180"/>
                  <a:gd name="connsiteX1" fmla="*/ 18874 w 37180"/>
                  <a:gd name="connsiteY1" fmla="*/ 37382 h 37180"/>
                  <a:gd name="connsiteX2" fmla="*/ 284 w 37180"/>
                  <a:gd name="connsiteY2" fmla="*/ 18791 h 37180"/>
                  <a:gd name="connsiteX3" fmla="*/ 18874 w 37180"/>
                  <a:gd name="connsiteY3" fmla="*/ 201 h 37180"/>
                  <a:gd name="connsiteX4" fmla="*/ 37465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91"/>
                    </a:moveTo>
                    <a:cubicBezTo>
                      <a:pt x="37465" y="29058"/>
                      <a:pt x="29141" y="37382"/>
                      <a:pt x="18874" y="37382"/>
                    </a:cubicBezTo>
                    <a:cubicBezTo>
                      <a:pt x="8607" y="37382"/>
                      <a:pt x="284" y="29058"/>
                      <a:pt x="284" y="18791"/>
                    </a:cubicBezTo>
                    <a:cubicBezTo>
                      <a:pt x="284" y="8524"/>
                      <a:pt x="8607" y="201"/>
                      <a:pt x="18874" y="201"/>
                    </a:cubicBezTo>
                    <a:cubicBezTo>
                      <a:pt x="29141" y="201"/>
                      <a:pt x="37465" y="8524"/>
                      <a:pt x="37465" y="18791"/>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8" name="Freeform: Shape 4287">
                <a:extLst>
                  <a:ext uri="{FF2B5EF4-FFF2-40B4-BE49-F238E27FC236}">
                    <a16:creationId xmlns:a16="http://schemas.microsoft.com/office/drawing/2014/main" id="{7C665BDC-1ADD-303F-C42B-7874CD7AFC68}"/>
                  </a:ext>
                </a:extLst>
              </p:cNvPr>
              <p:cNvSpPr/>
              <p:nvPr/>
            </p:nvSpPr>
            <p:spPr>
              <a:xfrm>
                <a:off x="1895822" y="8077612"/>
                <a:ext cx="41981" cy="41981"/>
              </a:xfrm>
              <a:custGeom>
                <a:avLst/>
                <a:gdLst>
                  <a:gd name="connsiteX0" fmla="*/ 21274 w 41981"/>
                  <a:gd name="connsiteY0" fmla="*/ 5001 h 41981"/>
                  <a:gd name="connsiteX1" fmla="*/ 37465 w 41981"/>
                  <a:gd name="connsiteY1" fmla="*/ 21191 h 41981"/>
                  <a:gd name="connsiteX2" fmla="*/ 37465 w 41981"/>
                  <a:gd name="connsiteY2" fmla="*/ 21191 h 41981"/>
                  <a:gd name="connsiteX3" fmla="*/ 21274 w 41981"/>
                  <a:gd name="connsiteY3" fmla="*/ 37382 h 41981"/>
                  <a:gd name="connsiteX4" fmla="*/ 5084 w 41981"/>
                  <a:gd name="connsiteY4" fmla="*/ 21191 h 41981"/>
                  <a:gd name="connsiteX5" fmla="*/ 21274 w 41981"/>
                  <a:gd name="connsiteY5" fmla="*/ 5001 h 41981"/>
                  <a:gd name="connsiteX6" fmla="*/ 21274 w 41981"/>
                  <a:gd name="connsiteY6" fmla="*/ 201 h 41981"/>
                  <a:gd name="connsiteX7" fmla="*/ 284 w 41981"/>
                  <a:gd name="connsiteY7" fmla="*/ 21191 h 41981"/>
                  <a:gd name="connsiteX8" fmla="*/ 21274 w 41981"/>
                  <a:gd name="connsiteY8" fmla="*/ 42182 h 41981"/>
                  <a:gd name="connsiteX9" fmla="*/ 42265 w 41981"/>
                  <a:gd name="connsiteY9" fmla="*/ 21191 h 41981"/>
                  <a:gd name="connsiteX10" fmla="*/ 42265 w 41981"/>
                  <a:gd name="connsiteY10" fmla="*/ 21191 h 41981"/>
                  <a:gd name="connsiteX11" fmla="*/ 21274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5001"/>
                    </a:moveTo>
                    <a:cubicBezTo>
                      <a:pt x="30216" y="5001"/>
                      <a:pt x="37465" y="12250"/>
                      <a:pt x="37465" y="21191"/>
                    </a:cubicBezTo>
                    <a:lnTo>
                      <a:pt x="37465" y="21191"/>
                    </a:lnTo>
                    <a:cubicBezTo>
                      <a:pt x="37465" y="30133"/>
                      <a:pt x="30216" y="37382"/>
                      <a:pt x="21274" y="37382"/>
                    </a:cubicBezTo>
                    <a:cubicBezTo>
                      <a:pt x="12333" y="37382"/>
                      <a:pt x="5084" y="30133"/>
                      <a:pt x="5084" y="21191"/>
                    </a:cubicBezTo>
                    <a:cubicBezTo>
                      <a:pt x="5084" y="12250"/>
                      <a:pt x="12333" y="5001"/>
                      <a:pt x="21274" y="5001"/>
                    </a:cubicBezTo>
                    <a:close/>
                    <a:moveTo>
                      <a:pt x="21274" y="201"/>
                    </a:moveTo>
                    <a:cubicBezTo>
                      <a:pt x="9682" y="201"/>
                      <a:pt x="284" y="9599"/>
                      <a:pt x="284" y="21191"/>
                    </a:cubicBezTo>
                    <a:cubicBezTo>
                      <a:pt x="284" y="32784"/>
                      <a:pt x="9682" y="42182"/>
                      <a:pt x="21274" y="42182"/>
                    </a:cubicBezTo>
                    <a:cubicBezTo>
                      <a:pt x="32867" y="42182"/>
                      <a:pt x="42265" y="32784"/>
                      <a:pt x="42265" y="21191"/>
                    </a:cubicBezTo>
                    <a:lnTo>
                      <a:pt x="42265" y="21191"/>
                    </a:lnTo>
                    <a:cubicBezTo>
                      <a:pt x="42265" y="9599"/>
                      <a:pt x="32867" y="201"/>
                      <a:pt x="21274"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89" name="Freeform: Shape 4288">
                <a:extLst>
                  <a:ext uri="{FF2B5EF4-FFF2-40B4-BE49-F238E27FC236}">
                    <a16:creationId xmlns:a16="http://schemas.microsoft.com/office/drawing/2014/main" id="{B5BF25A7-44BC-F699-8C30-C13862432CA4}"/>
                  </a:ext>
                </a:extLst>
              </p:cNvPr>
              <p:cNvSpPr/>
              <p:nvPr/>
            </p:nvSpPr>
            <p:spPr>
              <a:xfrm>
                <a:off x="1776577" y="8065911"/>
                <a:ext cx="37180" cy="37180"/>
              </a:xfrm>
              <a:custGeom>
                <a:avLst/>
                <a:gdLst>
                  <a:gd name="connsiteX0" fmla="*/ 37443 w 37180"/>
                  <a:gd name="connsiteY0" fmla="*/ 18789 h 37180"/>
                  <a:gd name="connsiteX1" fmla="*/ 18853 w 37180"/>
                  <a:gd name="connsiteY1" fmla="*/ 37379 h 37180"/>
                  <a:gd name="connsiteX2" fmla="*/ 263 w 37180"/>
                  <a:gd name="connsiteY2" fmla="*/ 18789 h 37180"/>
                  <a:gd name="connsiteX3" fmla="*/ 18853 w 37180"/>
                  <a:gd name="connsiteY3" fmla="*/ 198 h 37180"/>
                  <a:gd name="connsiteX4" fmla="*/ 37443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89"/>
                    </a:moveTo>
                    <a:cubicBezTo>
                      <a:pt x="37443" y="29056"/>
                      <a:pt x="29120" y="37379"/>
                      <a:pt x="18853" y="37379"/>
                    </a:cubicBezTo>
                    <a:cubicBezTo>
                      <a:pt x="8586" y="37379"/>
                      <a:pt x="263" y="29056"/>
                      <a:pt x="263" y="18789"/>
                    </a:cubicBezTo>
                    <a:cubicBezTo>
                      <a:pt x="263" y="8522"/>
                      <a:pt x="8586" y="198"/>
                      <a:pt x="18853" y="198"/>
                    </a:cubicBezTo>
                    <a:cubicBezTo>
                      <a:pt x="29120" y="198"/>
                      <a:pt x="37443" y="8522"/>
                      <a:pt x="37443" y="18789"/>
                    </a:cubicBezTo>
                    <a:close/>
                  </a:path>
                </a:pathLst>
              </a:custGeom>
              <a:solidFill>
                <a:srgbClr val="F7DE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0" name="Freeform: Shape 4289">
                <a:extLst>
                  <a:ext uri="{FF2B5EF4-FFF2-40B4-BE49-F238E27FC236}">
                    <a16:creationId xmlns:a16="http://schemas.microsoft.com/office/drawing/2014/main" id="{3B52595C-6A74-A683-88A1-AD3B8D6C1360}"/>
                  </a:ext>
                </a:extLst>
              </p:cNvPr>
              <p:cNvSpPr/>
              <p:nvPr/>
            </p:nvSpPr>
            <p:spPr>
              <a:xfrm>
                <a:off x="1774177" y="8063511"/>
                <a:ext cx="41981" cy="41981"/>
              </a:xfrm>
              <a:custGeom>
                <a:avLst/>
                <a:gdLst>
                  <a:gd name="connsiteX0" fmla="*/ 21253 w 41981"/>
                  <a:gd name="connsiteY0" fmla="*/ 4999 h 41981"/>
                  <a:gd name="connsiteX1" fmla="*/ 37443 w 41981"/>
                  <a:gd name="connsiteY1" fmla="*/ 21189 h 41981"/>
                  <a:gd name="connsiteX2" fmla="*/ 37443 w 41981"/>
                  <a:gd name="connsiteY2" fmla="*/ 21189 h 41981"/>
                  <a:gd name="connsiteX3" fmla="*/ 21253 w 41981"/>
                  <a:gd name="connsiteY3" fmla="*/ 37379 h 41981"/>
                  <a:gd name="connsiteX4" fmla="*/ 5063 w 41981"/>
                  <a:gd name="connsiteY4" fmla="*/ 21189 h 41981"/>
                  <a:gd name="connsiteX5" fmla="*/ 21253 w 41981"/>
                  <a:gd name="connsiteY5" fmla="*/ 4999 h 41981"/>
                  <a:gd name="connsiteX6" fmla="*/ 21253 w 41981"/>
                  <a:gd name="connsiteY6" fmla="*/ 198 h 41981"/>
                  <a:gd name="connsiteX7" fmla="*/ 263 w 41981"/>
                  <a:gd name="connsiteY7" fmla="*/ 21189 h 41981"/>
                  <a:gd name="connsiteX8" fmla="*/ 21253 w 41981"/>
                  <a:gd name="connsiteY8" fmla="*/ 42180 h 41981"/>
                  <a:gd name="connsiteX9" fmla="*/ 42244 w 41981"/>
                  <a:gd name="connsiteY9" fmla="*/ 21189 h 41981"/>
                  <a:gd name="connsiteX10" fmla="*/ 42244 w 41981"/>
                  <a:gd name="connsiteY10" fmla="*/ 21189 h 41981"/>
                  <a:gd name="connsiteX11" fmla="*/ 21253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99"/>
                    </a:moveTo>
                    <a:cubicBezTo>
                      <a:pt x="30195" y="4999"/>
                      <a:pt x="37443" y="12247"/>
                      <a:pt x="37443" y="21189"/>
                    </a:cubicBezTo>
                    <a:lnTo>
                      <a:pt x="37443" y="21189"/>
                    </a:lnTo>
                    <a:cubicBezTo>
                      <a:pt x="37443" y="30131"/>
                      <a:pt x="30195" y="37379"/>
                      <a:pt x="21253" y="37379"/>
                    </a:cubicBezTo>
                    <a:cubicBezTo>
                      <a:pt x="12311" y="37379"/>
                      <a:pt x="5063" y="30131"/>
                      <a:pt x="5063" y="21189"/>
                    </a:cubicBezTo>
                    <a:cubicBezTo>
                      <a:pt x="5063" y="12247"/>
                      <a:pt x="12311" y="4999"/>
                      <a:pt x="21253" y="4999"/>
                    </a:cubicBezTo>
                    <a:close/>
                    <a:moveTo>
                      <a:pt x="21253" y="198"/>
                    </a:moveTo>
                    <a:cubicBezTo>
                      <a:pt x="9661" y="198"/>
                      <a:pt x="263" y="9596"/>
                      <a:pt x="263" y="21189"/>
                    </a:cubicBezTo>
                    <a:cubicBezTo>
                      <a:pt x="263" y="32781"/>
                      <a:pt x="9661" y="42180"/>
                      <a:pt x="21253" y="42180"/>
                    </a:cubicBezTo>
                    <a:cubicBezTo>
                      <a:pt x="32846" y="42180"/>
                      <a:pt x="42244" y="32781"/>
                      <a:pt x="42244" y="21189"/>
                    </a:cubicBezTo>
                    <a:lnTo>
                      <a:pt x="42244" y="21189"/>
                    </a:lnTo>
                    <a:cubicBezTo>
                      <a:pt x="42244" y="9596"/>
                      <a:pt x="32846" y="198"/>
                      <a:pt x="21253"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1" name="Freeform: Shape 4290">
                <a:extLst>
                  <a:ext uri="{FF2B5EF4-FFF2-40B4-BE49-F238E27FC236}">
                    <a16:creationId xmlns:a16="http://schemas.microsoft.com/office/drawing/2014/main" id="{A799C1E9-8245-48C6-4870-FE540B780916}"/>
                  </a:ext>
                </a:extLst>
              </p:cNvPr>
              <p:cNvSpPr/>
              <p:nvPr/>
            </p:nvSpPr>
            <p:spPr>
              <a:xfrm>
                <a:off x="1713021" y="7762319"/>
                <a:ext cx="37180" cy="37180"/>
              </a:xfrm>
              <a:custGeom>
                <a:avLst/>
                <a:gdLst>
                  <a:gd name="connsiteX0" fmla="*/ 37432 w 37180"/>
                  <a:gd name="connsiteY0" fmla="*/ 18736 h 37180"/>
                  <a:gd name="connsiteX1" fmla="*/ 18842 w 37180"/>
                  <a:gd name="connsiteY1" fmla="*/ 37326 h 37180"/>
                  <a:gd name="connsiteX2" fmla="*/ 252 w 37180"/>
                  <a:gd name="connsiteY2" fmla="*/ 18736 h 37180"/>
                  <a:gd name="connsiteX3" fmla="*/ 18842 w 37180"/>
                  <a:gd name="connsiteY3" fmla="*/ 146 h 37180"/>
                  <a:gd name="connsiteX4" fmla="*/ 37432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36"/>
                    </a:moveTo>
                    <a:cubicBezTo>
                      <a:pt x="37432" y="29003"/>
                      <a:pt x="29109" y="37326"/>
                      <a:pt x="18842" y="37326"/>
                    </a:cubicBezTo>
                    <a:cubicBezTo>
                      <a:pt x="8575" y="37326"/>
                      <a:pt x="252" y="29003"/>
                      <a:pt x="252" y="18736"/>
                    </a:cubicBezTo>
                    <a:cubicBezTo>
                      <a:pt x="252" y="8469"/>
                      <a:pt x="8575" y="146"/>
                      <a:pt x="18842" y="146"/>
                    </a:cubicBezTo>
                    <a:cubicBezTo>
                      <a:pt x="29109" y="146"/>
                      <a:pt x="37432" y="8469"/>
                      <a:pt x="37432" y="18736"/>
                    </a:cubicBezTo>
                    <a:close/>
                  </a:path>
                </a:pathLst>
              </a:custGeom>
              <a:solidFill>
                <a:srgbClr val="F7A58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2" name="Freeform: Shape 4291">
                <a:extLst>
                  <a:ext uri="{FF2B5EF4-FFF2-40B4-BE49-F238E27FC236}">
                    <a16:creationId xmlns:a16="http://schemas.microsoft.com/office/drawing/2014/main" id="{DC0BE7A5-55DC-649F-0E53-EAEAD7B4F727}"/>
                  </a:ext>
                </a:extLst>
              </p:cNvPr>
              <p:cNvSpPr/>
              <p:nvPr/>
            </p:nvSpPr>
            <p:spPr>
              <a:xfrm>
                <a:off x="1710621" y="7759919"/>
                <a:ext cx="41981" cy="41981"/>
              </a:xfrm>
              <a:custGeom>
                <a:avLst/>
                <a:gdLst>
                  <a:gd name="connsiteX0" fmla="*/ 21242 w 41981"/>
                  <a:gd name="connsiteY0" fmla="*/ 4946 h 41981"/>
                  <a:gd name="connsiteX1" fmla="*/ 37432 w 41981"/>
                  <a:gd name="connsiteY1" fmla="*/ 21136 h 41981"/>
                  <a:gd name="connsiteX2" fmla="*/ 37432 w 41981"/>
                  <a:gd name="connsiteY2" fmla="*/ 21136 h 41981"/>
                  <a:gd name="connsiteX3" fmla="*/ 21242 w 41981"/>
                  <a:gd name="connsiteY3" fmla="*/ 37326 h 41981"/>
                  <a:gd name="connsiteX4" fmla="*/ 5052 w 41981"/>
                  <a:gd name="connsiteY4" fmla="*/ 21136 h 41981"/>
                  <a:gd name="connsiteX5" fmla="*/ 21242 w 41981"/>
                  <a:gd name="connsiteY5" fmla="*/ 4946 h 41981"/>
                  <a:gd name="connsiteX6" fmla="*/ 21242 w 41981"/>
                  <a:gd name="connsiteY6" fmla="*/ 146 h 41981"/>
                  <a:gd name="connsiteX7" fmla="*/ 252 w 41981"/>
                  <a:gd name="connsiteY7" fmla="*/ 21136 h 41981"/>
                  <a:gd name="connsiteX8" fmla="*/ 21242 w 41981"/>
                  <a:gd name="connsiteY8" fmla="*/ 42127 h 41981"/>
                  <a:gd name="connsiteX9" fmla="*/ 42233 w 41981"/>
                  <a:gd name="connsiteY9" fmla="*/ 21136 h 41981"/>
                  <a:gd name="connsiteX10" fmla="*/ 42233 w 41981"/>
                  <a:gd name="connsiteY10" fmla="*/ 21136 h 41981"/>
                  <a:gd name="connsiteX11" fmla="*/ 21242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46"/>
                    </a:moveTo>
                    <a:cubicBezTo>
                      <a:pt x="30184" y="4946"/>
                      <a:pt x="37432" y="12194"/>
                      <a:pt x="37432" y="21136"/>
                    </a:cubicBezTo>
                    <a:lnTo>
                      <a:pt x="37432" y="21136"/>
                    </a:lnTo>
                    <a:cubicBezTo>
                      <a:pt x="37432" y="30078"/>
                      <a:pt x="30184" y="37326"/>
                      <a:pt x="21242" y="37326"/>
                    </a:cubicBezTo>
                    <a:cubicBezTo>
                      <a:pt x="12300" y="37326"/>
                      <a:pt x="5052" y="30078"/>
                      <a:pt x="5052" y="21136"/>
                    </a:cubicBezTo>
                    <a:cubicBezTo>
                      <a:pt x="5052" y="12194"/>
                      <a:pt x="12300" y="4946"/>
                      <a:pt x="21242" y="4946"/>
                    </a:cubicBezTo>
                    <a:close/>
                    <a:moveTo>
                      <a:pt x="21242" y="146"/>
                    </a:moveTo>
                    <a:cubicBezTo>
                      <a:pt x="9650" y="146"/>
                      <a:pt x="252" y="9544"/>
                      <a:pt x="252" y="21136"/>
                    </a:cubicBezTo>
                    <a:cubicBezTo>
                      <a:pt x="252" y="32729"/>
                      <a:pt x="9650" y="42127"/>
                      <a:pt x="21242" y="42127"/>
                    </a:cubicBezTo>
                    <a:cubicBezTo>
                      <a:pt x="32835" y="42127"/>
                      <a:pt x="42233" y="32729"/>
                      <a:pt x="42233" y="21136"/>
                    </a:cubicBezTo>
                    <a:lnTo>
                      <a:pt x="42233" y="21136"/>
                    </a:lnTo>
                    <a:cubicBezTo>
                      <a:pt x="42233" y="9544"/>
                      <a:pt x="32835" y="146"/>
                      <a:pt x="21242"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3" name="Freeform: Shape 4292">
                <a:extLst>
                  <a:ext uri="{FF2B5EF4-FFF2-40B4-BE49-F238E27FC236}">
                    <a16:creationId xmlns:a16="http://schemas.microsoft.com/office/drawing/2014/main" id="{1CCD20E9-0125-7C76-1DA9-47D7E9E60199}"/>
                  </a:ext>
                </a:extLst>
              </p:cNvPr>
              <p:cNvSpPr/>
              <p:nvPr/>
            </p:nvSpPr>
            <p:spPr>
              <a:xfrm>
                <a:off x="1820048" y="8066217"/>
                <a:ext cx="37180" cy="37180"/>
              </a:xfrm>
              <a:custGeom>
                <a:avLst/>
                <a:gdLst>
                  <a:gd name="connsiteX0" fmla="*/ 37451 w 37180"/>
                  <a:gd name="connsiteY0" fmla="*/ 18789 h 37180"/>
                  <a:gd name="connsiteX1" fmla="*/ 18861 w 37180"/>
                  <a:gd name="connsiteY1" fmla="*/ 37379 h 37180"/>
                  <a:gd name="connsiteX2" fmla="*/ 270 w 37180"/>
                  <a:gd name="connsiteY2" fmla="*/ 18789 h 37180"/>
                  <a:gd name="connsiteX3" fmla="*/ 18861 w 37180"/>
                  <a:gd name="connsiteY3" fmla="*/ 198 h 37180"/>
                  <a:gd name="connsiteX4" fmla="*/ 37451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89"/>
                    </a:moveTo>
                    <a:cubicBezTo>
                      <a:pt x="37451" y="29056"/>
                      <a:pt x="29128" y="37379"/>
                      <a:pt x="18861" y="37379"/>
                    </a:cubicBezTo>
                    <a:cubicBezTo>
                      <a:pt x="8593" y="37379"/>
                      <a:pt x="270" y="29056"/>
                      <a:pt x="270" y="18789"/>
                    </a:cubicBezTo>
                    <a:cubicBezTo>
                      <a:pt x="270" y="8522"/>
                      <a:pt x="8593" y="198"/>
                      <a:pt x="18861" y="198"/>
                    </a:cubicBezTo>
                    <a:cubicBezTo>
                      <a:pt x="29128" y="198"/>
                      <a:pt x="37451" y="8522"/>
                      <a:pt x="37451" y="18789"/>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4" name="Freeform: Shape 4293">
                <a:extLst>
                  <a:ext uri="{FF2B5EF4-FFF2-40B4-BE49-F238E27FC236}">
                    <a16:creationId xmlns:a16="http://schemas.microsoft.com/office/drawing/2014/main" id="{A3A8E99A-D968-F0F1-DDD5-00482B63EC35}"/>
                  </a:ext>
                </a:extLst>
              </p:cNvPr>
              <p:cNvSpPr/>
              <p:nvPr/>
            </p:nvSpPr>
            <p:spPr>
              <a:xfrm>
                <a:off x="1817647" y="8063816"/>
                <a:ext cx="41981" cy="41981"/>
              </a:xfrm>
              <a:custGeom>
                <a:avLst/>
                <a:gdLst>
                  <a:gd name="connsiteX0" fmla="*/ 21261 w 41981"/>
                  <a:gd name="connsiteY0" fmla="*/ 4999 h 41981"/>
                  <a:gd name="connsiteX1" fmla="*/ 37451 w 41981"/>
                  <a:gd name="connsiteY1" fmla="*/ 21189 h 41981"/>
                  <a:gd name="connsiteX2" fmla="*/ 37451 w 41981"/>
                  <a:gd name="connsiteY2" fmla="*/ 21189 h 41981"/>
                  <a:gd name="connsiteX3" fmla="*/ 21261 w 41981"/>
                  <a:gd name="connsiteY3" fmla="*/ 37379 h 41981"/>
                  <a:gd name="connsiteX4" fmla="*/ 5071 w 41981"/>
                  <a:gd name="connsiteY4" fmla="*/ 21189 h 41981"/>
                  <a:gd name="connsiteX5" fmla="*/ 21261 w 41981"/>
                  <a:gd name="connsiteY5" fmla="*/ 4999 h 41981"/>
                  <a:gd name="connsiteX6" fmla="*/ 21261 w 41981"/>
                  <a:gd name="connsiteY6" fmla="*/ 198 h 41981"/>
                  <a:gd name="connsiteX7" fmla="*/ 270 w 41981"/>
                  <a:gd name="connsiteY7" fmla="*/ 21189 h 41981"/>
                  <a:gd name="connsiteX8" fmla="*/ 21261 w 41981"/>
                  <a:gd name="connsiteY8" fmla="*/ 42180 h 41981"/>
                  <a:gd name="connsiteX9" fmla="*/ 42251 w 41981"/>
                  <a:gd name="connsiteY9" fmla="*/ 21189 h 41981"/>
                  <a:gd name="connsiteX10" fmla="*/ 42251 w 41981"/>
                  <a:gd name="connsiteY10" fmla="*/ 21189 h 41981"/>
                  <a:gd name="connsiteX11" fmla="*/ 21261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99"/>
                    </a:moveTo>
                    <a:cubicBezTo>
                      <a:pt x="30203" y="4999"/>
                      <a:pt x="37451" y="12247"/>
                      <a:pt x="37451" y="21189"/>
                    </a:cubicBezTo>
                    <a:lnTo>
                      <a:pt x="37451" y="21189"/>
                    </a:lnTo>
                    <a:cubicBezTo>
                      <a:pt x="37451" y="30131"/>
                      <a:pt x="30203" y="37379"/>
                      <a:pt x="21261" y="37379"/>
                    </a:cubicBezTo>
                    <a:cubicBezTo>
                      <a:pt x="12319" y="37379"/>
                      <a:pt x="5071" y="30131"/>
                      <a:pt x="5071" y="21189"/>
                    </a:cubicBezTo>
                    <a:cubicBezTo>
                      <a:pt x="5071" y="12247"/>
                      <a:pt x="12319" y="4999"/>
                      <a:pt x="21261" y="4999"/>
                    </a:cubicBezTo>
                    <a:close/>
                    <a:moveTo>
                      <a:pt x="21261" y="198"/>
                    </a:moveTo>
                    <a:cubicBezTo>
                      <a:pt x="9668" y="198"/>
                      <a:pt x="270" y="9596"/>
                      <a:pt x="270" y="21189"/>
                    </a:cubicBezTo>
                    <a:cubicBezTo>
                      <a:pt x="270" y="32782"/>
                      <a:pt x="9668" y="42180"/>
                      <a:pt x="21261" y="42180"/>
                    </a:cubicBezTo>
                    <a:cubicBezTo>
                      <a:pt x="32853" y="42180"/>
                      <a:pt x="42251" y="32782"/>
                      <a:pt x="42251" y="21189"/>
                    </a:cubicBezTo>
                    <a:lnTo>
                      <a:pt x="42251" y="21189"/>
                    </a:lnTo>
                    <a:cubicBezTo>
                      <a:pt x="42251" y="9596"/>
                      <a:pt x="32853" y="198"/>
                      <a:pt x="21261"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5" name="Freeform: Shape 4294">
                <a:extLst>
                  <a:ext uri="{FF2B5EF4-FFF2-40B4-BE49-F238E27FC236}">
                    <a16:creationId xmlns:a16="http://schemas.microsoft.com/office/drawing/2014/main" id="{0697BA0C-4682-919A-7ABF-B93F7F33195C}"/>
                  </a:ext>
                </a:extLst>
              </p:cNvPr>
              <p:cNvSpPr/>
              <p:nvPr/>
            </p:nvSpPr>
            <p:spPr>
              <a:xfrm>
                <a:off x="1876236" y="8142548"/>
                <a:ext cx="37180" cy="37180"/>
              </a:xfrm>
              <a:custGeom>
                <a:avLst/>
                <a:gdLst>
                  <a:gd name="connsiteX0" fmla="*/ 37461 w 37180"/>
                  <a:gd name="connsiteY0" fmla="*/ 18802 h 37180"/>
                  <a:gd name="connsiteX1" fmla="*/ 18870 w 37180"/>
                  <a:gd name="connsiteY1" fmla="*/ 37392 h 37180"/>
                  <a:gd name="connsiteX2" fmla="*/ 280 w 37180"/>
                  <a:gd name="connsiteY2" fmla="*/ 18802 h 37180"/>
                  <a:gd name="connsiteX3" fmla="*/ 18870 w 37180"/>
                  <a:gd name="connsiteY3" fmla="*/ 212 h 37180"/>
                  <a:gd name="connsiteX4" fmla="*/ 37461 w 37180"/>
                  <a:gd name="connsiteY4" fmla="*/ 188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802"/>
                    </a:moveTo>
                    <a:cubicBezTo>
                      <a:pt x="37461" y="29069"/>
                      <a:pt x="29138" y="37392"/>
                      <a:pt x="18870" y="37392"/>
                    </a:cubicBezTo>
                    <a:cubicBezTo>
                      <a:pt x="8603" y="37392"/>
                      <a:pt x="280" y="29069"/>
                      <a:pt x="280" y="18802"/>
                    </a:cubicBezTo>
                    <a:cubicBezTo>
                      <a:pt x="280" y="8535"/>
                      <a:pt x="8603" y="212"/>
                      <a:pt x="18870" y="212"/>
                    </a:cubicBezTo>
                    <a:cubicBezTo>
                      <a:pt x="29138" y="212"/>
                      <a:pt x="37461" y="8535"/>
                      <a:pt x="37461" y="18802"/>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6" name="Freeform: Shape 4295">
                <a:extLst>
                  <a:ext uri="{FF2B5EF4-FFF2-40B4-BE49-F238E27FC236}">
                    <a16:creationId xmlns:a16="http://schemas.microsoft.com/office/drawing/2014/main" id="{F43CE915-951D-AF1C-EBE4-C14BD516A74A}"/>
                  </a:ext>
                </a:extLst>
              </p:cNvPr>
              <p:cNvSpPr/>
              <p:nvPr/>
            </p:nvSpPr>
            <p:spPr>
              <a:xfrm>
                <a:off x="1873836" y="8140148"/>
                <a:ext cx="41981" cy="41981"/>
              </a:xfrm>
              <a:custGeom>
                <a:avLst/>
                <a:gdLst>
                  <a:gd name="connsiteX0" fmla="*/ 21271 w 41981"/>
                  <a:gd name="connsiteY0" fmla="*/ 5012 h 41981"/>
                  <a:gd name="connsiteX1" fmla="*/ 37461 w 41981"/>
                  <a:gd name="connsiteY1" fmla="*/ 21202 h 41981"/>
                  <a:gd name="connsiteX2" fmla="*/ 37461 w 41981"/>
                  <a:gd name="connsiteY2" fmla="*/ 21202 h 41981"/>
                  <a:gd name="connsiteX3" fmla="*/ 21271 w 41981"/>
                  <a:gd name="connsiteY3" fmla="*/ 37392 h 41981"/>
                  <a:gd name="connsiteX4" fmla="*/ 5080 w 41981"/>
                  <a:gd name="connsiteY4" fmla="*/ 21202 h 41981"/>
                  <a:gd name="connsiteX5" fmla="*/ 21271 w 41981"/>
                  <a:gd name="connsiteY5" fmla="*/ 5012 h 41981"/>
                  <a:gd name="connsiteX6" fmla="*/ 21271 w 41981"/>
                  <a:gd name="connsiteY6" fmla="*/ 212 h 41981"/>
                  <a:gd name="connsiteX7" fmla="*/ 280 w 41981"/>
                  <a:gd name="connsiteY7" fmla="*/ 21202 h 41981"/>
                  <a:gd name="connsiteX8" fmla="*/ 21271 w 41981"/>
                  <a:gd name="connsiteY8" fmla="*/ 42193 h 41981"/>
                  <a:gd name="connsiteX9" fmla="*/ 42261 w 41981"/>
                  <a:gd name="connsiteY9" fmla="*/ 21202 h 41981"/>
                  <a:gd name="connsiteX10" fmla="*/ 42261 w 41981"/>
                  <a:gd name="connsiteY10" fmla="*/ 21202 h 41981"/>
                  <a:gd name="connsiteX11" fmla="*/ 21271 w 41981"/>
                  <a:gd name="connsiteY11" fmla="*/ 2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5012"/>
                    </a:moveTo>
                    <a:cubicBezTo>
                      <a:pt x="30212" y="5012"/>
                      <a:pt x="37461" y="12260"/>
                      <a:pt x="37461" y="21202"/>
                    </a:cubicBezTo>
                    <a:lnTo>
                      <a:pt x="37461" y="21202"/>
                    </a:lnTo>
                    <a:cubicBezTo>
                      <a:pt x="37461" y="30144"/>
                      <a:pt x="30212" y="37392"/>
                      <a:pt x="21271" y="37392"/>
                    </a:cubicBezTo>
                    <a:cubicBezTo>
                      <a:pt x="12329" y="37392"/>
                      <a:pt x="5080" y="30144"/>
                      <a:pt x="5080" y="21202"/>
                    </a:cubicBezTo>
                    <a:cubicBezTo>
                      <a:pt x="5080" y="12260"/>
                      <a:pt x="12329" y="5012"/>
                      <a:pt x="21271" y="5012"/>
                    </a:cubicBezTo>
                    <a:close/>
                    <a:moveTo>
                      <a:pt x="21271" y="212"/>
                    </a:moveTo>
                    <a:cubicBezTo>
                      <a:pt x="9678" y="212"/>
                      <a:pt x="280" y="9610"/>
                      <a:pt x="280" y="21202"/>
                    </a:cubicBezTo>
                    <a:cubicBezTo>
                      <a:pt x="280" y="32795"/>
                      <a:pt x="9678" y="42193"/>
                      <a:pt x="21271" y="42193"/>
                    </a:cubicBezTo>
                    <a:cubicBezTo>
                      <a:pt x="32863" y="42193"/>
                      <a:pt x="42261" y="32795"/>
                      <a:pt x="42261" y="21202"/>
                    </a:cubicBezTo>
                    <a:lnTo>
                      <a:pt x="42261" y="21202"/>
                    </a:lnTo>
                    <a:cubicBezTo>
                      <a:pt x="42261" y="9610"/>
                      <a:pt x="32863" y="212"/>
                      <a:pt x="21271" y="21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7" name="Freeform: Shape 4296">
                <a:extLst>
                  <a:ext uri="{FF2B5EF4-FFF2-40B4-BE49-F238E27FC236}">
                    <a16:creationId xmlns:a16="http://schemas.microsoft.com/office/drawing/2014/main" id="{4C699840-A76F-1944-306E-A471FAFA3D1D}"/>
                  </a:ext>
                </a:extLst>
              </p:cNvPr>
              <p:cNvSpPr/>
              <p:nvPr/>
            </p:nvSpPr>
            <p:spPr>
              <a:xfrm>
                <a:off x="1823302" y="8112441"/>
                <a:ext cx="37180" cy="37180"/>
              </a:xfrm>
              <a:custGeom>
                <a:avLst/>
                <a:gdLst>
                  <a:gd name="connsiteX0" fmla="*/ 37452 w 37180"/>
                  <a:gd name="connsiteY0" fmla="*/ 18797 h 37180"/>
                  <a:gd name="connsiteX1" fmla="*/ 18861 w 37180"/>
                  <a:gd name="connsiteY1" fmla="*/ 37387 h 37180"/>
                  <a:gd name="connsiteX2" fmla="*/ 271 w 37180"/>
                  <a:gd name="connsiteY2" fmla="*/ 18797 h 37180"/>
                  <a:gd name="connsiteX3" fmla="*/ 18861 w 37180"/>
                  <a:gd name="connsiteY3" fmla="*/ 206 h 37180"/>
                  <a:gd name="connsiteX4" fmla="*/ 37452 w 37180"/>
                  <a:gd name="connsiteY4" fmla="*/ 1879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97"/>
                    </a:moveTo>
                    <a:cubicBezTo>
                      <a:pt x="37452" y="29064"/>
                      <a:pt x="29128" y="37387"/>
                      <a:pt x="18861" y="37387"/>
                    </a:cubicBezTo>
                    <a:cubicBezTo>
                      <a:pt x="8594" y="37387"/>
                      <a:pt x="271" y="29064"/>
                      <a:pt x="271" y="18797"/>
                    </a:cubicBezTo>
                    <a:cubicBezTo>
                      <a:pt x="271" y="8530"/>
                      <a:pt x="8594" y="206"/>
                      <a:pt x="18861" y="206"/>
                    </a:cubicBezTo>
                    <a:cubicBezTo>
                      <a:pt x="29128" y="206"/>
                      <a:pt x="37452" y="8530"/>
                      <a:pt x="37452" y="18797"/>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8" name="Freeform: Shape 4297">
                <a:extLst>
                  <a:ext uri="{FF2B5EF4-FFF2-40B4-BE49-F238E27FC236}">
                    <a16:creationId xmlns:a16="http://schemas.microsoft.com/office/drawing/2014/main" id="{D88EA468-D4EF-5FA5-1510-CB40FDA94C44}"/>
                  </a:ext>
                </a:extLst>
              </p:cNvPr>
              <p:cNvSpPr/>
              <p:nvPr/>
            </p:nvSpPr>
            <p:spPr>
              <a:xfrm>
                <a:off x="1820902" y="8110040"/>
                <a:ext cx="41981" cy="41981"/>
              </a:xfrm>
              <a:custGeom>
                <a:avLst/>
                <a:gdLst>
                  <a:gd name="connsiteX0" fmla="*/ 21261 w 41981"/>
                  <a:gd name="connsiteY0" fmla="*/ 5007 h 41981"/>
                  <a:gd name="connsiteX1" fmla="*/ 37452 w 41981"/>
                  <a:gd name="connsiteY1" fmla="*/ 21197 h 41981"/>
                  <a:gd name="connsiteX2" fmla="*/ 37452 w 41981"/>
                  <a:gd name="connsiteY2" fmla="*/ 21197 h 41981"/>
                  <a:gd name="connsiteX3" fmla="*/ 21261 w 41981"/>
                  <a:gd name="connsiteY3" fmla="*/ 37387 h 41981"/>
                  <a:gd name="connsiteX4" fmla="*/ 5071 w 41981"/>
                  <a:gd name="connsiteY4" fmla="*/ 21197 h 41981"/>
                  <a:gd name="connsiteX5" fmla="*/ 21261 w 41981"/>
                  <a:gd name="connsiteY5" fmla="*/ 5007 h 41981"/>
                  <a:gd name="connsiteX6" fmla="*/ 21261 w 41981"/>
                  <a:gd name="connsiteY6" fmla="*/ 206 h 41981"/>
                  <a:gd name="connsiteX7" fmla="*/ 271 w 41981"/>
                  <a:gd name="connsiteY7" fmla="*/ 21197 h 41981"/>
                  <a:gd name="connsiteX8" fmla="*/ 21261 w 41981"/>
                  <a:gd name="connsiteY8" fmla="*/ 42188 h 41981"/>
                  <a:gd name="connsiteX9" fmla="*/ 42252 w 41981"/>
                  <a:gd name="connsiteY9" fmla="*/ 21197 h 41981"/>
                  <a:gd name="connsiteX10" fmla="*/ 42252 w 41981"/>
                  <a:gd name="connsiteY10" fmla="*/ 21197 h 41981"/>
                  <a:gd name="connsiteX11" fmla="*/ 21261 w 41981"/>
                  <a:gd name="connsiteY11" fmla="*/ 20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5007"/>
                    </a:moveTo>
                    <a:cubicBezTo>
                      <a:pt x="30203" y="5007"/>
                      <a:pt x="37452" y="12255"/>
                      <a:pt x="37452" y="21197"/>
                    </a:cubicBezTo>
                    <a:lnTo>
                      <a:pt x="37452" y="21197"/>
                    </a:lnTo>
                    <a:cubicBezTo>
                      <a:pt x="37452" y="30139"/>
                      <a:pt x="30203" y="37387"/>
                      <a:pt x="21261" y="37387"/>
                    </a:cubicBezTo>
                    <a:cubicBezTo>
                      <a:pt x="12320" y="37387"/>
                      <a:pt x="5071" y="30139"/>
                      <a:pt x="5071" y="21197"/>
                    </a:cubicBezTo>
                    <a:cubicBezTo>
                      <a:pt x="5071" y="12255"/>
                      <a:pt x="12320" y="5007"/>
                      <a:pt x="21261" y="5007"/>
                    </a:cubicBezTo>
                    <a:close/>
                    <a:moveTo>
                      <a:pt x="21261" y="206"/>
                    </a:moveTo>
                    <a:cubicBezTo>
                      <a:pt x="9669" y="206"/>
                      <a:pt x="271" y="9604"/>
                      <a:pt x="271" y="21197"/>
                    </a:cubicBezTo>
                    <a:cubicBezTo>
                      <a:pt x="271" y="32790"/>
                      <a:pt x="9669" y="42188"/>
                      <a:pt x="21261" y="42188"/>
                    </a:cubicBezTo>
                    <a:cubicBezTo>
                      <a:pt x="32854" y="42188"/>
                      <a:pt x="42252" y="32790"/>
                      <a:pt x="42252" y="21197"/>
                    </a:cubicBezTo>
                    <a:lnTo>
                      <a:pt x="42252" y="21197"/>
                    </a:lnTo>
                    <a:cubicBezTo>
                      <a:pt x="42252" y="9604"/>
                      <a:pt x="32854" y="206"/>
                      <a:pt x="21261" y="20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299" name="Freeform: Shape 4298">
                <a:extLst>
                  <a:ext uri="{FF2B5EF4-FFF2-40B4-BE49-F238E27FC236}">
                    <a16:creationId xmlns:a16="http://schemas.microsoft.com/office/drawing/2014/main" id="{FCB27BB8-541B-1FD1-4C76-2D365FCD9AE9}"/>
                  </a:ext>
                </a:extLst>
              </p:cNvPr>
              <p:cNvSpPr/>
              <p:nvPr/>
            </p:nvSpPr>
            <p:spPr>
              <a:xfrm>
                <a:off x="1560358" y="7799517"/>
                <a:ext cx="37180" cy="37180"/>
              </a:xfrm>
              <a:custGeom>
                <a:avLst/>
                <a:gdLst>
                  <a:gd name="connsiteX0" fmla="*/ 37406 w 37180"/>
                  <a:gd name="connsiteY0" fmla="*/ 18742 h 37180"/>
                  <a:gd name="connsiteX1" fmla="*/ 18815 w 37180"/>
                  <a:gd name="connsiteY1" fmla="*/ 37333 h 37180"/>
                  <a:gd name="connsiteX2" fmla="*/ 225 w 37180"/>
                  <a:gd name="connsiteY2" fmla="*/ 18742 h 37180"/>
                  <a:gd name="connsiteX3" fmla="*/ 18815 w 37180"/>
                  <a:gd name="connsiteY3" fmla="*/ 152 h 37180"/>
                  <a:gd name="connsiteX4" fmla="*/ 37406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6" y="18742"/>
                    </a:moveTo>
                    <a:cubicBezTo>
                      <a:pt x="37406" y="29010"/>
                      <a:pt x="29083" y="37333"/>
                      <a:pt x="18815" y="37333"/>
                    </a:cubicBezTo>
                    <a:cubicBezTo>
                      <a:pt x="8548" y="37333"/>
                      <a:pt x="225" y="29010"/>
                      <a:pt x="225" y="18742"/>
                    </a:cubicBezTo>
                    <a:cubicBezTo>
                      <a:pt x="225" y="8475"/>
                      <a:pt x="8548" y="152"/>
                      <a:pt x="18815" y="152"/>
                    </a:cubicBezTo>
                    <a:cubicBezTo>
                      <a:pt x="29083" y="152"/>
                      <a:pt x="37406" y="8475"/>
                      <a:pt x="37406" y="18742"/>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0" name="Freeform: Shape 4299">
                <a:extLst>
                  <a:ext uri="{FF2B5EF4-FFF2-40B4-BE49-F238E27FC236}">
                    <a16:creationId xmlns:a16="http://schemas.microsoft.com/office/drawing/2014/main" id="{FB28AE44-A539-55BB-8BE4-D47BA7895853}"/>
                  </a:ext>
                </a:extLst>
              </p:cNvPr>
              <p:cNvSpPr/>
              <p:nvPr/>
            </p:nvSpPr>
            <p:spPr>
              <a:xfrm>
                <a:off x="1557958" y="7797117"/>
                <a:ext cx="41981" cy="41981"/>
              </a:xfrm>
              <a:custGeom>
                <a:avLst/>
                <a:gdLst>
                  <a:gd name="connsiteX0" fmla="*/ 21216 w 41981"/>
                  <a:gd name="connsiteY0" fmla="*/ 4952 h 41981"/>
                  <a:gd name="connsiteX1" fmla="*/ 37406 w 41981"/>
                  <a:gd name="connsiteY1" fmla="*/ 21143 h 41981"/>
                  <a:gd name="connsiteX2" fmla="*/ 37406 w 41981"/>
                  <a:gd name="connsiteY2" fmla="*/ 21143 h 41981"/>
                  <a:gd name="connsiteX3" fmla="*/ 21216 w 41981"/>
                  <a:gd name="connsiteY3" fmla="*/ 37333 h 41981"/>
                  <a:gd name="connsiteX4" fmla="*/ 5025 w 41981"/>
                  <a:gd name="connsiteY4" fmla="*/ 21143 h 41981"/>
                  <a:gd name="connsiteX5" fmla="*/ 21216 w 41981"/>
                  <a:gd name="connsiteY5" fmla="*/ 4952 h 41981"/>
                  <a:gd name="connsiteX6" fmla="*/ 21216 w 41981"/>
                  <a:gd name="connsiteY6" fmla="*/ 152 h 41981"/>
                  <a:gd name="connsiteX7" fmla="*/ 225 w 41981"/>
                  <a:gd name="connsiteY7" fmla="*/ 21143 h 41981"/>
                  <a:gd name="connsiteX8" fmla="*/ 21216 w 41981"/>
                  <a:gd name="connsiteY8" fmla="*/ 42133 h 41981"/>
                  <a:gd name="connsiteX9" fmla="*/ 42206 w 41981"/>
                  <a:gd name="connsiteY9" fmla="*/ 21143 h 41981"/>
                  <a:gd name="connsiteX10" fmla="*/ 42206 w 41981"/>
                  <a:gd name="connsiteY10" fmla="*/ 21143 h 41981"/>
                  <a:gd name="connsiteX11" fmla="*/ 21216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6" y="4952"/>
                    </a:moveTo>
                    <a:cubicBezTo>
                      <a:pt x="30158" y="4952"/>
                      <a:pt x="37406" y="12201"/>
                      <a:pt x="37406" y="21143"/>
                    </a:cubicBezTo>
                    <a:lnTo>
                      <a:pt x="37406" y="21143"/>
                    </a:lnTo>
                    <a:cubicBezTo>
                      <a:pt x="37406" y="30084"/>
                      <a:pt x="30158" y="37333"/>
                      <a:pt x="21216" y="37333"/>
                    </a:cubicBezTo>
                    <a:cubicBezTo>
                      <a:pt x="12274" y="37333"/>
                      <a:pt x="5025" y="30084"/>
                      <a:pt x="5025" y="21143"/>
                    </a:cubicBezTo>
                    <a:cubicBezTo>
                      <a:pt x="5025" y="12201"/>
                      <a:pt x="12274" y="4952"/>
                      <a:pt x="21216" y="4952"/>
                    </a:cubicBezTo>
                    <a:close/>
                    <a:moveTo>
                      <a:pt x="21216" y="152"/>
                    </a:moveTo>
                    <a:cubicBezTo>
                      <a:pt x="9623" y="152"/>
                      <a:pt x="225" y="9550"/>
                      <a:pt x="225" y="21143"/>
                    </a:cubicBezTo>
                    <a:cubicBezTo>
                      <a:pt x="225" y="32735"/>
                      <a:pt x="9623" y="42133"/>
                      <a:pt x="21216" y="42133"/>
                    </a:cubicBezTo>
                    <a:cubicBezTo>
                      <a:pt x="32808" y="42133"/>
                      <a:pt x="42206" y="32735"/>
                      <a:pt x="42206" y="21143"/>
                    </a:cubicBezTo>
                    <a:lnTo>
                      <a:pt x="42206" y="21143"/>
                    </a:lnTo>
                    <a:cubicBezTo>
                      <a:pt x="42206" y="9550"/>
                      <a:pt x="32808" y="152"/>
                      <a:pt x="21216" y="15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1" name="Freeform: Shape 4300">
                <a:extLst>
                  <a:ext uri="{FF2B5EF4-FFF2-40B4-BE49-F238E27FC236}">
                    <a16:creationId xmlns:a16="http://schemas.microsoft.com/office/drawing/2014/main" id="{7F90A36B-91BB-D0ED-11C3-3E91C436ACCD}"/>
                  </a:ext>
                </a:extLst>
              </p:cNvPr>
              <p:cNvSpPr/>
              <p:nvPr/>
            </p:nvSpPr>
            <p:spPr>
              <a:xfrm>
                <a:off x="1549863" y="7820126"/>
                <a:ext cx="37180" cy="37180"/>
              </a:xfrm>
              <a:custGeom>
                <a:avLst/>
                <a:gdLst>
                  <a:gd name="connsiteX0" fmla="*/ 37404 w 37180"/>
                  <a:gd name="connsiteY0" fmla="*/ 18746 h 37180"/>
                  <a:gd name="connsiteX1" fmla="*/ 18814 w 37180"/>
                  <a:gd name="connsiteY1" fmla="*/ 37336 h 37180"/>
                  <a:gd name="connsiteX2" fmla="*/ 223 w 37180"/>
                  <a:gd name="connsiteY2" fmla="*/ 18746 h 37180"/>
                  <a:gd name="connsiteX3" fmla="*/ 18814 w 37180"/>
                  <a:gd name="connsiteY3" fmla="*/ 156 h 37180"/>
                  <a:gd name="connsiteX4" fmla="*/ 37404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46"/>
                    </a:moveTo>
                    <a:cubicBezTo>
                      <a:pt x="37404" y="29013"/>
                      <a:pt x="29081" y="37336"/>
                      <a:pt x="18814" y="37336"/>
                    </a:cubicBezTo>
                    <a:cubicBezTo>
                      <a:pt x="8546" y="37336"/>
                      <a:pt x="223" y="29013"/>
                      <a:pt x="223" y="18746"/>
                    </a:cubicBezTo>
                    <a:cubicBezTo>
                      <a:pt x="223" y="8479"/>
                      <a:pt x="8546" y="156"/>
                      <a:pt x="18814" y="156"/>
                    </a:cubicBezTo>
                    <a:cubicBezTo>
                      <a:pt x="29081" y="156"/>
                      <a:pt x="37404" y="8479"/>
                      <a:pt x="37404" y="18746"/>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2" name="Freeform: Shape 4301">
                <a:extLst>
                  <a:ext uri="{FF2B5EF4-FFF2-40B4-BE49-F238E27FC236}">
                    <a16:creationId xmlns:a16="http://schemas.microsoft.com/office/drawing/2014/main" id="{B29570E9-9593-AA5C-9090-68E3523B5A66}"/>
                  </a:ext>
                </a:extLst>
              </p:cNvPr>
              <p:cNvSpPr/>
              <p:nvPr/>
            </p:nvSpPr>
            <p:spPr>
              <a:xfrm>
                <a:off x="1547463" y="7817726"/>
                <a:ext cx="41981" cy="41981"/>
              </a:xfrm>
              <a:custGeom>
                <a:avLst/>
                <a:gdLst>
                  <a:gd name="connsiteX0" fmla="*/ 21214 w 41981"/>
                  <a:gd name="connsiteY0" fmla="*/ 4956 h 41981"/>
                  <a:gd name="connsiteX1" fmla="*/ 37404 w 41981"/>
                  <a:gd name="connsiteY1" fmla="*/ 21146 h 41981"/>
                  <a:gd name="connsiteX2" fmla="*/ 37404 w 41981"/>
                  <a:gd name="connsiteY2" fmla="*/ 21146 h 41981"/>
                  <a:gd name="connsiteX3" fmla="*/ 21214 w 41981"/>
                  <a:gd name="connsiteY3" fmla="*/ 37336 h 41981"/>
                  <a:gd name="connsiteX4" fmla="*/ 5024 w 41981"/>
                  <a:gd name="connsiteY4" fmla="*/ 21146 h 41981"/>
                  <a:gd name="connsiteX5" fmla="*/ 21214 w 41981"/>
                  <a:gd name="connsiteY5" fmla="*/ 4956 h 41981"/>
                  <a:gd name="connsiteX6" fmla="*/ 21214 w 41981"/>
                  <a:gd name="connsiteY6" fmla="*/ 156 h 41981"/>
                  <a:gd name="connsiteX7" fmla="*/ 223 w 41981"/>
                  <a:gd name="connsiteY7" fmla="*/ 21146 h 41981"/>
                  <a:gd name="connsiteX8" fmla="*/ 21214 w 41981"/>
                  <a:gd name="connsiteY8" fmla="*/ 42137 h 41981"/>
                  <a:gd name="connsiteX9" fmla="*/ 42204 w 41981"/>
                  <a:gd name="connsiteY9" fmla="*/ 21146 h 41981"/>
                  <a:gd name="connsiteX10" fmla="*/ 42204 w 41981"/>
                  <a:gd name="connsiteY10" fmla="*/ 21146 h 41981"/>
                  <a:gd name="connsiteX11" fmla="*/ 21214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56"/>
                    </a:moveTo>
                    <a:cubicBezTo>
                      <a:pt x="30156" y="4956"/>
                      <a:pt x="37404" y="12204"/>
                      <a:pt x="37404" y="21146"/>
                    </a:cubicBezTo>
                    <a:lnTo>
                      <a:pt x="37404" y="21146"/>
                    </a:lnTo>
                    <a:cubicBezTo>
                      <a:pt x="37404" y="30088"/>
                      <a:pt x="30156" y="37336"/>
                      <a:pt x="21214" y="37336"/>
                    </a:cubicBezTo>
                    <a:cubicBezTo>
                      <a:pt x="12272" y="37336"/>
                      <a:pt x="5024" y="30088"/>
                      <a:pt x="5024" y="21146"/>
                    </a:cubicBezTo>
                    <a:cubicBezTo>
                      <a:pt x="5024" y="12204"/>
                      <a:pt x="12272" y="4956"/>
                      <a:pt x="21214" y="4956"/>
                    </a:cubicBezTo>
                    <a:close/>
                    <a:moveTo>
                      <a:pt x="21214" y="156"/>
                    </a:moveTo>
                    <a:cubicBezTo>
                      <a:pt x="9621" y="156"/>
                      <a:pt x="223" y="9554"/>
                      <a:pt x="223" y="21146"/>
                    </a:cubicBezTo>
                    <a:cubicBezTo>
                      <a:pt x="223" y="32739"/>
                      <a:pt x="9621" y="42137"/>
                      <a:pt x="21214" y="42137"/>
                    </a:cubicBezTo>
                    <a:cubicBezTo>
                      <a:pt x="32806" y="42137"/>
                      <a:pt x="42204" y="32739"/>
                      <a:pt x="42204" y="21146"/>
                    </a:cubicBezTo>
                    <a:lnTo>
                      <a:pt x="42204" y="21146"/>
                    </a:lnTo>
                    <a:cubicBezTo>
                      <a:pt x="42204" y="9554"/>
                      <a:pt x="32806" y="156"/>
                      <a:pt x="21214"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3" name="Freeform: Shape 4302">
                <a:extLst>
                  <a:ext uri="{FF2B5EF4-FFF2-40B4-BE49-F238E27FC236}">
                    <a16:creationId xmlns:a16="http://schemas.microsoft.com/office/drawing/2014/main" id="{1FF14EC7-71E5-0729-7CAF-0F6927483A2B}"/>
                  </a:ext>
                </a:extLst>
              </p:cNvPr>
              <p:cNvSpPr/>
              <p:nvPr/>
            </p:nvSpPr>
            <p:spPr>
              <a:xfrm>
                <a:off x="1790850" y="8064926"/>
                <a:ext cx="37180" cy="37180"/>
              </a:xfrm>
              <a:custGeom>
                <a:avLst/>
                <a:gdLst>
                  <a:gd name="connsiteX0" fmla="*/ 37446 w 37180"/>
                  <a:gd name="connsiteY0" fmla="*/ 18789 h 37180"/>
                  <a:gd name="connsiteX1" fmla="*/ 18856 w 37180"/>
                  <a:gd name="connsiteY1" fmla="*/ 37379 h 37180"/>
                  <a:gd name="connsiteX2" fmla="*/ 265 w 37180"/>
                  <a:gd name="connsiteY2" fmla="*/ 18789 h 37180"/>
                  <a:gd name="connsiteX3" fmla="*/ 18856 w 37180"/>
                  <a:gd name="connsiteY3" fmla="*/ 198 h 37180"/>
                  <a:gd name="connsiteX4" fmla="*/ 37446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89"/>
                    </a:moveTo>
                    <a:cubicBezTo>
                      <a:pt x="37446" y="29056"/>
                      <a:pt x="29123" y="37379"/>
                      <a:pt x="18856" y="37379"/>
                    </a:cubicBezTo>
                    <a:cubicBezTo>
                      <a:pt x="8588" y="37379"/>
                      <a:pt x="265" y="29056"/>
                      <a:pt x="265" y="18789"/>
                    </a:cubicBezTo>
                    <a:cubicBezTo>
                      <a:pt x="265" y="8521"/>
                      <a:pt x="8588" y="198"/>
                      <a:pt x="18856" y="198"/>
                    </a:cubicBezTo>
                    <a:cubicBezTo>
                      <a:pt x="29123" y="198"/>
                      <a:pt x="37446" y="8521"/>
                      <a:pt x="37446" y="18789"/>
                    </a:cubicBezTo>
                    <a:close/>
                  </a:path>
                </a:pathLst>
              </a:custGeom>
              <a:solidFill>
                <a:srgbClr val="F7C5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4" name="Freeform: Shape 4303">
                <a:extLst>
                  <a:ext uri="{FF2B5EF4-FFF2-40B4-BE49-F238E27FC236}">
                    <a16:creationId xmlns:a16="http://schemas.microsoft.com/office/drawing/2014/main" id="{CED1D213-44B6-7DD8-4109-A7CB495F41E6}"/>
                  </a:ext>
                </a:extLst>
              </p:cNvPr>
              <p:cNvSpPr/>
              <p:nvPr/>
            </p:nvSpPr>
            <p:spPr>
              <a:xfrm>
                <a:off x="1788450" y="8062526"/>
                <a:ext cx="41981" cy="41981"/>
              </a:xfrm>
              <a:custGeom>
                <a:avLst/>
                <a:gdLst>
                  <a:gd name="connsiteX0" fmla="*/ 21256 w 41981"/>
                  <a:gd name="connsiteY0" fmla="*/ 4999 h 41981"/>
                  <a:gd name="connsiteX1" fmla="*/ 37446 w 41981"/>
                  <a:gd name="connsiteY1" fmla="*/ 21189 h 41981"/>
                  <a:gd name="connsiteX2" fmla="*/ 37446 w 41981"/>
                  <a:gd name="connsiteY2" fmla="*/ 21189 h 41981"/>
                  <a:gd name="connsiteX3" fmla="*/ 21256 w 41981"/>
                  <a:gd name="connsiteY3" fmla="*/ 37379 h 41981"/>
                  <a:gd name="connsiteX4" fmla="*/ 5065 w 41981"/>
                  <a:gd name="connsiteY4" fmla="*/ 21189 h 41981"/>
                  <a:gd name="connsiteX5" fmla="*/ 21256 w 41981"/>
                  <a:gd name="connsiteY5" fmla="*/ 4999 h 41981"/>
                  <a:gd name="connsiteX6" fmla="*/ 21256 w 41981"/>
                  <a:gd name="connsiteY6" fmla="*/ 198 h 41981"/>
                  <a:gd name="connsiteX7" fmla="*/ 265 w 41981"/>
                  <a:gd name="connsiteY7" fmla="*/ 21189 h 41981"/>
                  <a:gd name="connsiteX8" fmla="*/ 21256 w 41981"/>
                  <a:gd name="connsiteY8" fmla="*/ 42179 h 41981"/>
                  <a:gd name="connsiteX9" fmla="*/ 42246 w 41981"/>
                  <a:gd name="connsiteY9" fmla="*/ 21189 h 41981"/>
                  <a:gd name="connsiteX10" fmla="*/ 42246 w 41981"/>
                  <a:gd name="connsiteY10" fmla="*/ 21189 h 41981"/>
                  <a:gd name="connsiteX11" fmla="*/ 21256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99"/>
                    </a:moveTo>
                    <a:cubicBezTo>
                      <a:pt x="30198" y="4999"/>
                      <a:pt x="37446" y="12247"/>
                      <a:pt x="37446" y="21189"/>
                    </a:cubicBezTo>
                    <a:lnTo>
                      <a:pt x="37446" y="21189"/>
                    </a:lnTo>
                    <a:cubicBezTo>
                      <a:pt x="37446" y="30131"/>
                      <a:pt x="30198" y="37379"/>
                      <a:pt x="21256" y="37379"/>
                    </a:cubicBezTo>
                    <a:cubicBezTo>
                      <a:pt x="12314" y="37379"/>
                      <a:pt x="5065" y="30131"/>
                      <a:pt x="5065" y="21189"/>
                    </a:cubicBezTo>
                    <a:cubicBezTo>
                      <a:pt x="5065" y="12247"/>
                      <a:pt x="12314" y="4999"/>
                      <a:pt x="21256" y="4999"/>
                    </a:cubicBezTo>
                    <a:close/>
                    <a:moveTo>
                      <a:pt x="21256" y="198"/>
                    </a:moveTo>
                    <a:cubicBezTo>
                      <a:pt x="9663" y="198"/>
                      <a:pt x="265" y="9596"/>
                      <a:pt x="265" y="21189"/>
                    </a:cubicBezTo>
                    <a:cubicBezTo>
                      <a:pt x="265" y="32781"/>
                      <a:pt x="9663" y="42179"/>
                      <a:pt x="21256" y="42179"/>
                    </a:cubicBezTo>
                    <a:cubicBezTo>
                      <a:pt x="32848" y="42179"/>
                      <a:pt x="42246" y="32781"/>
                      <a:pt x="42246" y="21189"/>
                    </a:cubicBezTo>
                    <a:lnTo>
                      <a:pt x="42246" y="21189"/>
                    </a:lnTo>
                    <a:cubicBezTo>
                      <a:pt x="42246" y="9596"/>
                      <a:pt x="32848" y="198"/>
                      <a:pt x="21256"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5" name="Freeform: Shape 4304">
                <a:extLst>
                  <a:ext uri="{FF2B5EF4-FFF2-40B4-BE49-F238E27FC236}">
                    <a16:creationId xmlns:a16="http://schemas.microsoft.com/office/drawing/2014/main" id="{4DCA7AC9-E69A-41DC-6A35-BC2141641327}"/>
                  </a:ext>
                </a:extLst>
              </p:cNvPr>
              <p:cNvSpPr/>
              <p:nvPr/>
            </p:nvSpPr>
            <p:spPr>
              <a:xfrm>
                <a:off x="1944700" y="8116720"/>
                <a:ext cx="37180" cy="37180"/>
              </a:xfrm>
              <a:custGeom>
                <a:avLst/>
                <a:gdLst>
                  <a:gd name="connsiteX0" fmla="*/ 37473 w 37180"/>
                  <a:gd name="connsiteY0" fmla="*/ 18798 h 37180"/>
                  <a:gd name="connsiteX1" fmla="*/ 18882 w 37180"/>
                  <a:gd name="connsiteY1" fmla="*/ 37388 h 37180"/>
                  <a:gd name="connsiteX2" fmla="*/ 292 w 37180"/>
                  <a:gd name="connsiteY2" fmla="*/ 18798 h 37180"/>
                  <a:gd name="connsiteX3" fmla="*/ 18882 w 37180"/>
                  <a:gd name="connsiteY3" fmla="*/ 207 h 37180"/>
                  <a:gd name="connsiteX4" fmla="*/ 37473 w 37180"/>
                  <a:gd name="connsiteY4" fmla="*/ 1879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3" y="18798"/>
                    </a:moveTo>
                    <a:cubicBezTo>
                      <a:pt x="37473" y="29065"/>
                      <a:pt x="29149" y="37388"/>
                      <a:pt x="18882" y="37388"/>
                    </a:cubicBezTo>
                    <a:cubicBezTo>
                      <a:pt x="8615" y="37388"/>
                      <a:pt x="292" y="29065"/>
                      <a:pt x="292" y="18798"/>
                    </a:cubicBezTo>
                    <a:cubicBezTo>
                      <a:pt x="292" y="8530"/>
                      <a:pt x="8615" y="207"/>
                      <a:pt x="18882" y="207"/>
                    </a:cubicBezTo>
                    <a:cubicBezTo>
                      <a:pt x="29149" y="207"/>
                      <a:pt x="37473" y="8530"/>
                      <a:pt x="37473" y="18798"/>
                    </a:cubicBezTo>
                    <a:close/>
                  </a:path>
                </a:pathLst>
              </a:custGeom>
              <a:solidFill>
                <a:srgbClr val="F7CDC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6" name="Freeform: Shape 4305">
                <a:extLst>
                  <a:ext uri="{FF2B5EF4-FFF2-40B4-BE49-F238E27FC236}">
                    <a16:creationId xmlns:a16="http://schemas.microsoft.com/office/drawing/2014/main" id="{D1821657-A645-A62E-8D69-5FBB2F84E8D0}"/>
                  </a:ext>
                </a:extLst>
              </p:cNvPr>
              <p:cNvSpPr/>
              <p:nvPr/>
            </p:nvSpPr>
            <p:spPr>
              <a:xfrm>
                <a:off x="1942300" y="8114320"/>
                <a:ext cx="41981" cy="41981"/>
              </a:xfrm>
              <a:custGeom>
                <a:avLst/>
                <a:gdLst>
                  <a:gd name="connsiteX0" fmla="*/ 21282 w 41981"/>
                  <a:gd name="connsiteY0" fmla="*/ 5008 h 41981"/>
                  <a:gd name="connsiteX1" fmla="*/ 37473 w 41981"/>
                  <a:gd name="connsiteY1" fmla="*/ 21198 h 41981"/>
                  <a:gd name="connsiteX2" fmla="*/ 37473 w 41981"/>
                  <a:gd name="connsiteY2" fmla="*/ 21198 h 41981"/>
                  <a:gd name="connsiteX3" fmla="*/ 21282 w 41981"/>
                  <a:gd name="connsiteY3" fmla="*/ 37388 h 41981"/>
                  <a:gd name="connsiteX4" fmla="*/ 5092 w 41981"/>
                  <a:gd name="connsiteY4" fmla="*/ 21198 h 41981"/>
                  <a:gd name="connsiteX5" fmla="*/ 21282 w 41981"/>
                  <a:gd name="connsiteY5" fmla="*/ 5008 h 41981"/>
                  <a:gd name="connsiteX6" fmla="*/ 21282 w 41981"/>
                  <a:gd name="connsiteY6" fmla="*/ 207 h 41981"/>
                  <a:gd name="connsiteX7" fmla="*/ 292 w 41981"/>
                  <a:gd name="connsiteY7" fmla="*/ 21198 h 41981"/>
                  <a:gd name="connsiteX8" fmla="*/ 21282 w 41981"/>
                  <a:gd name="connsiteY8" fmla="*/ 42188 h 41981"/>
                  <a:gd name="connsiteX9" fmla="*/ 42273 w 41981"/>
                  <a:gd name="connsiteY9" fmla="*/ 21198 h 41981"/>
                  <a:gd name="connsiteX10" fmla="*/ 42273 w 41981"/>
                  <a:gd name="connsiteY10" fmla="*/ 21198 h 41981"/>
                  <a:gd name="connsiteX11" fmla="*/ 21282 w 41981"/>
                  <a:gd name="connsiteY11" fmla="*/ 20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2" y="5008"/>
                    </a:moveTo>
                    <a:cubicBezTo>
                      <a:pt x="30224" y="5008"/>
                      <a:pt x="37473" y="12256"/>
                      <a:pt x="37473" y="21198"/>
                    </a:cubicBezTo>
                    <a:lnTo>
                      <a:pt x="37473" y="21198"/>
                    </a:lnTo>
                    <a:cubicBezTo>
                      <a:pt x="37473" y="30140"/>
                      <a:pt x="30224" y="37388"/>
                      <a:pt x="21282" y="37388"/>
                    </a:cubicBezTo>
                    <a:cubicBezTo>
                      <a:pt x="12341" y="37388"/>
                      <a:pt x="5092" y="30140"/>
                      <a:pt x="5092" y="21198"/>
                    </a:cubicBezTo>
                    <a:cubicBezTo>
                      <a:pt x="5092" y="12256"/>
                      <a:pt x="12341" y="5008"/>
                      <a:pt x="21282" y="5008"/>
                    </a:cubicBezTo>
                    <a:close/>
                    <a:moveTo>
                      <a:pt x="21282" y="207"/>
                    </a:moveTo>
                    <a:cubicBezTo>
                      <a:pt x="9690" y="207"/>
                      <a:pt x="292" y="9605"/>
                      <a:pt x="292" y="21198"/>
                    </a:cubicBezTo>
                    <a:cubicBezTo>
                      <a:pt x="292" y="32790"/>
                      <a:pt x="9690" y="42188"/>
                      <a:pt x="21282" y="42188"/>
                    </a:cubicBezTo>
                    <a:cubicBezTo>
                      <a:pt x="32875" y="42188"/>
                      <a:pt x="42273" y="32790"/>
                      <a:pt x="42273" y="21198"/>
                    </a:cubicBezTo>
                    <a:lnTo>
                      <a:pt x="42273" y="21198"/>
                    </a:lnTo>
                    <a:cubicBezTo>
                      <a:pt x="42273" y="9605"/>
                      <a:pt x="32875" y="207"/>
                      <a:pt x="21282" y="20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7" name="Freeform: Shape 4306">
                <a:extLst>
                  <a:ext uri="{FF2B5EF4-FFF2-40B4-BE49-F238E27FC236}">
                    <a16:creationId xmlns:a16="http://schemas.microsoft.com/office/drawing/2014/main" id="{478CFB6A-2AD6-B448-C609-FDBC64A7AF62}"/>
                  </a:ext>
                </a:extLst>
              </p:cNvPr>
              <p:cNvSpPr/>
              <p:nvPr/>
            </p:nvSpPr>
            <p:spPr>
              <a:xfrm>
                <a:off x="1943208" y="7833518"/>
                <a:ext cx="37180" cy="37180"/>
              </a:xfrm>
              <a:custGeom>
                <a:avLst/>
                <a:gdLst>
                  <a:gd name="connsiteX0" fmla="*/ 37472 w 37180"/>
                  <a:gd name="connsiteY0" fmla="*/ 18748 h 37180"/>
                  <a:gd name="connsiteX1" fmla="*/ 18882 w 37180"/>
                  <a:gd name="connsiteY1" fmla="*/ 37339 h 37180"/>
                  <a:gd name="connsiteX2" fmla="*/ 292 w 37180"/>
                  <a:gd name="connsiteY2" fmla="*/ 18748 h 37180"/>
                  <a:gd name="connsiteX3" fmla="*/ 18882 w 37180"/>
                  <a:gd name="connsiteY3" fmla="*/ 158 h 37180"/>
                  <a:gd name="connsiteX4" fmla="*/ 37472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2" y="18748"/>
                    </a:moveTo>
                    <a:cubicBezTo>
                      <a:pt x="37472" y="29016"/>
                      <a:pt x="29149" y="37339"/>
                      <a:pt x="18882" y="37339"/>
                    </a:cubicBezTo>
                    <a:cubicBezTo>
                      <a:pt x="8615" y="37339"/>
                      <a:pt x="292" y="29016"/>
                      <a:pt x="292" y="18748"/>
                    </a:cubicBezTo>
                    <a:cubicBezTo>
                      <a:pt x="292" y="8481"/>
                      <a:pt x="8615" y="158"/>
                      <a:pt x="18882" y="158"/>
                    </a:cubicBezTo>
                    <a:cubicBezTo>
                      <a:pt x="29149" y="158"/>
                      <a:pt x="37472" y="8481"/>
                      <a:pt x="37472" y="18748"/>
                    </a:cubicBezTo>
                    <a:close/>
                  </a:path>
                </a:pathLst>
              </a:custGeom>
              <a:solidFill>
                <a:srgbClr val="60F76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8" name="Freeform: Shape 4307">
                <a:extLst>
                  <a:ext uri="{FF2B5EF4-FFF2-40B4-BE49-F238E27FC236}">
                    <a16:creationId xmlns:a16="http://schemas.microsoft.com/office/drawing/2014/main" id="{520F80AD-AB6F-CABF-A233-910E2F8DC057}"/>
                  </a:ext>
                </a:extLst>
              </p:cNvPr>
              <p:cNvSpPr/>
              <p:nvPr/>
            </p:nvSpPr>
            <p:spPr>
              <a:xfrm>
                <a:off x="1940808" y="7831118"/>
                <a:ext cx="41981" cy="41981"/>
              </a:xfrm>
              <a:custGeom>
                <a:avLst/>
                <a:gdLst>
                  <a:gd name="connsiteX0" fmla="*/ 21282 w 41981"/>
                  <a:gd name="connsiteY0" fmla="*/ 4958 h 41981"/>
                  <a:gd name="connsiteX1" fmla="*/ 37472 w 41981"/>
                  <a:gd name="connsiteY1" fmla="*/ 21149 h 41981"/>
                  <a:gd name="connsiteX2" fmla="*/ 37472 w 41981"/>
                  <a:gd name="connsiteY2" fmla="*/ 21149 h 41981"/>
                  <a:gd name="connsiteX3" fmla="*/ 21282 w 41981"/>
                  <a:gd name="connsiteY3" fmla="*/ 37339 h 41981"/>
                  <a:gd name="connsiteX4" fmla="*/ 5092 w 41981"/>
                  <a:gd name="connsiteY4" fmla="*/ 21149 h 41981"/>
                  <a:gd name="connsiteX5" fmla="*/ 21282 w 41981"/>
                  <a:gd name="connsiteY5" fmla="*/ 4958 h 41981"/>
                  <a:gd name="connsiteX6" fmla="*/ 21282 w 41981"/>
                  <a:gd name="connsiteY6" fmla="*/ 158 h 41981"/>
                  <a:gd name="connsiteX7" fmla="*/ 292 w 41981"/>
                  <a:gd name="connsiteY7" fmla="*/ 21149 h 41981"/>
                  <a:gd name="connsiteX8" fmla="*/ 21282 w 41981"/>
                  <a:gd name="connsiteY8" fmla="*/ 42139 h 41981"/>
                  <a:gd name="connsiteX9" fmla="*/ 42273 w 41981"/>
                  <a:gd name="connsiteY9" fmla="*/ 21149 h 41981"/>
                  <a:gd name="connsiteX10" fmla="*/ 42273 w 41981"/>
                  <a:gd name="connsiteY10" fmla="*/ 21149 h 41981"/>
                  <a:gd name="connsiteX11" fmla="*/ 21282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2" y="4958"/>
                    </a:moveTo>
                    <a:cubicBezTo>
                      <a:pt x="30224" y="4958"/>
                      <a:pt x="37472" y="12207"/>
                      <a:pt x="37472" y="21149"/>
                    </a:cubicBezTo>
                    <a:lnTo>
                      <a:pt x="37472" y="21149"/>
                    </a:lnTo>
                    <a:cubicBezTo>
                      <a:pt x="37472" y="30090"/>
                      <a:pt x="30224" y="37339"/>
                      <a:pt x="21282" y="37339"/>
                    </a:cubicBezTo>
                    <a:cubicBezTo>
                      <a:pt x="12340" y="37339"/>
                      <a:pt x="5092" y="30090"/>
                      <a:pt x="5092" y="21149"/>
                    </a:cubicBezTo>
                    <a:cubicBezTo>
                      <a:pt x="5092" y="12207"/>
                      <a:pt x="12340" y="4958"/>
                      <a:pt x="21282" y="4958"/>
                    </a:cubicBezTo>
                    <a:close/>
                    <a:moveTo>
                      <a:pt x="21282" y="158"/>
                    </a:moveTo>
                    <a:cubicBezTo>
                      <a:pt x="9690" y="158"/>
                      <a:pt x="292" y="9556"/>
                      <a:pt x="292" y="21149"/>
                    </a:cubicBezTo>
                    <a:cubicBezTo>
                      <a:pt x="292" y="32741"/>
                      <a:pt x="9690" y="42139"/>
                      <a:pt x="21282" y="42139"/>
                    </a:cubicBezTo>
                    <a:cubicBezTo>
                      <a:pt x="32875" y="42139"/>
                      <a:pt x="42273" y="32741"/>
                      <a:pt x="42273" y="21149"/>
                    </a:cubicBezTo>
                    <a:lnTo>
                      <a:pt x="42273" y="21149"/>
                    </a:lnTo>
                    <a:cubicBezTo>
                      <a:pt x="42273" y="9556"/>
                      <a:pt x="32875" y="158"/>
                      <a:pt x="21282"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09" name="Freeform: Shape 4308">
                <a:extLst>
                  <a:ext uri="{FF2B5EF4-FFF2-40B4-BE49-F238E27FC236}">
                    <a16:creationId xmlns:a16="http://schemas.microsoft.com/office/drawing/2014/main" id="{9CEBC543-CF7C-A28D-D5BA-592A683945CA}"/>
                  </a:ext>
                </a:extLst>
              </p:cNvPr>
              <p:cNvSpPr/>
              <p:nvPr/>
            </p:nvSpPr>
            <p:spPr>
              <a:xfrm>
                <a:off x="1933514" y="7859623"/>
                <a:ext cx="37180" cy="37180"/>
              </a:xfrm>
              <a:custGeom>
                <a:avLst/>
                <a:gdLst>
                  <a:gd name="connsiteX0" fmla="*/ 37471 w 37180"/>
                  <a:gd name="connsiteY0" fmla="*/ 18753 h 37180"/>
                  <a:gd name="connsiteX1" fmla="*/ 18880 w 37180"/>
                  <a:gd name="connsiteY1" fmla="*/ 37343 h 37180"/>
                  <a:gd name="connsiteX2" fmla="*/ 290 w 37180"/>
                  <a:gd name="connsiteY2" fmla="*/ 18753 h 37180"/>
                  <a:gd name="connsiteX3" fmla="*/ 18880 w 37180"/>
                  <a:gd name="connsiteY3" fmla="*/ 163 h 37180"/>
                  <a:gd name="connsiteX4" fmla="*/ 37471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53"/>
                    </a:moveTo>
                    <a:cubicBezTo>
                      <a:pt x="37471" y="29020"/>
                      <a:pt x="29147" y="37343"/>
                      <a:pt x="18880" y="37343"/>
                    </a:cubicBezTo>
                    <a:cubicBezTo>
                      <a:pt x="8613" y="37343"/>
                      <a:pt x="290" y="29020"/>
                      <a:pt x="290" y="18753"/>
                    </a:cubicBezTo>
                    <a:cubicBezTo>
                      <a:pt x="290" y="8486"/>
                      <a:pt x="8613" y="163"/>
                      <a:pt x="18880" y="163"/>
                    </a:cubicBezTo>
                    <a:cubicBezTo>
                      <a:pt x="29147" y="163"/>
                      <a:pt x="37471" y="8486"/>
                      <a:pt x="37471" y="18753"/>
                    </a:cubicBezTo>
                    <a:close/>
                  </a:path>
                </a:pathLst>
              </a:custGeom>
              <a:solidFill>
                <a:srgbClr val="F7A57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0" name="Freeform: Shape 4309">
                <a:extLst>
                  <a:ext uri="{FF2B5EF4-FFF2-40B4-BE49-F238E27FC236}">
                    <a16:creationId xmlns:a16="http://schemas.microsoft.com/office/drawing/2014/main" id="{E887BB61-597F-0CD6-5400-690E591B4D3B}"/>
                  </a:ext>
                </a:extLst>
              </p:cNvPr>
              <p:cNvSpPr/>
              <p:nvPr/>
            </p:nvSpPr>
            <p:spPr>
              <a:xfrm>
                <a:off x="1931114" y="7857222"/>
                <a:ext cx="41981" cy="41981"/>
              </a:xfrm>
              <a:custGeom>
                <a:avLst/>
                <a:gdLst>
                  <a:gd name="connsiteX0" fmla="*/ 21280 w 41981"/>
                  <a:gd name="connsiteY0" fmla="*/ 4963 h 41981"/>
                  <a:gd name="connsiteX1" fmla="*/ 37471 w 41981"/>
                  <a:gd name="connsiteY1" fmla="*/ 21153 h 41981"/>
                  <a:gd name="connsiteX2" fmla="*/ 37471 w 41981"/>
                  <a:gd name="connsiteY2" fmla="*/ 21153 h 41981"/>
                  <a:gd name="connsiteX3" fmla="*/ 21280 w 41981"/>
                  <a:gd name="connsiteY3" fmla="*/ 37343 h 41981"/>
                  <a:gd name="connsiteX4" fmla="*/ 5090 w 41981"/>
                  <a:gd name="connsiteY4" fmla="*/ 21153 h 41981"/>
                  <a:gd name="connsiteX5" fmla="*/ 21280 w 41981"/>
                  <a:gd name="connsiteY5" fmla="*/ 4963 h 41981"/>
                  <a:gd name="connsiteX6" fmla="*/ 21280 w 41981"/>
                  <a:gd name="connsiteY6" fmla="*/ 163 h 41981"/>
                  <a:gd name="connsiteX7" fmla="*/ 290 w 41981"/>
                  <a:gd name="connsiteY7" fmla="*/ 21153 h 41981"/>
                  <a:gd name="connsiteX8" fmla="*/ 21280 w 41981"/>
                  <a:gd name="connsiteY8" fmla="*/ 42144 h 41981"/>
                  <a:gd name="connsiteX9" fmla="*/ 42271 w 41981"/>
                  <a:gd name="connsiteY9" fmla="*/ 21153 h 41981"/>
                  <a:gd name="connsiteX10" fmla="*/ 42271 w 41981"/>
                  <a:gd name="connsiteY10" fmla="*/ 21153 h 41981"/>
                  <a:gd name="connsiteX11" fmla="*/ 2128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63"/>
                    </a:moveTo>
                    <a:cubicBezTo>
                      <a:pt x="30222" y="4963"/>
                      <a:pt x="37471" y="12211"/>
                      <a:pt x="37471" y="21153"/>
                    </a:cubicBezTo>
                    <a:lnTo>
                      <a:pt x="37471" y="21153"/>
                    </a:lnTo>
                    <a:cubicBezTo>
                      <a:pt x="37471" y="30095"/>
                      <a:pt x="30222" y="37343"/>
                      <a:pt x="21280" y="37343"/>
                    </a:cubicBezTo>
                    <a:cubicBezTo>
                      <a:pt x="12339" y="37343"/>
                      <a:pt x="5090" y="30095"/>
                      <a:pt x="5090" y="21153"/>
                    </a:cubicBezTo>
                    <a:cubicBezTo>
                      <a:pt x="5090" y="12211"/>
                      <a:pt x="12339" y="4963"/>
                      <a:pt x="21280" y="4963"/>
                    </a:cubicBezTo>
                    <a:close/>
                    <a:moveTo>
                      <a:pt x="21280" y="163"/>
                    </a:moveTo>
                    <a:cubicBezTo>
                      <a:pt x="9688" y="163"/>
                      <a:pt x="290" y="9561"/>
                      <a:pt x="290" y="21153"/>
                    </a:cubicBezTo>
                    <a:cubicBezTo>
                      <a:pt x="290" y="32746"/>
                      <a:pt x="9688" y="42144"/>
                      <a:pt x="21280" y="42144"/>
                    </a:cubicBezTo>
                    <a:cubicBezTo>
                      <a:pt x="32873" y="42144"/>
                      <a:pt x="42271" y="32746"/>
                      <a:pt x="42271" y="21153"/>
                    </a:cubicBezTo>
                    <a:lnTo>
                      <a:pt x="42271" y="21153"/>
                    </a:lnTo>
                    <a:cubicBezTo>
                      <a:pt x="42271" y="9561"/>
                      <a:pt x="32873" y="163"/>
                      <a:pt x="21280"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1" name="Freeform: Shape 4310">
                <a:extLst>
                  <a:ext uri="{FF2B5EF4-FFF2-40B4-BE49-F238E27FC236}">
                    <a16:creationId xmlns:a16="http://schemas.microsoft.com/office/drawing/2014/main" id="{5EE90787-8CD0-B3A2-15BA-19D58E0CDD57}"/>
                  </a:ext>
                </a:extLst>
              </p:cNvPr>
              <p:cNvSpPr/>
              <p:nvPr/>
            </p:nvSpPr>
            <p:spPr>
              <a:xfrm>
                <a:off x="1879255" y="7917822"/>
                <a:ext cx="37180" cy="37180"/>
              </a:xfrm>
              <a:custGeom>
                <a:avLst/>
                <a:gdLst>
                  <a:gd name="connsiteX0" fmla="*/ 37461 w 37180"/>
                  <a:gd name="connsiteY0" fmla="*/ 18763 h 37180"/>
                  <a:gd name="connsiteX1" fmla="*/ 18871 w 37180"/>
                  <a:gd name="connsiteY1" fmla="*/ 37353 h 37180"/>
                  <a:gd name="connsiteX2" fmla="*/ 280 w 37180"/>
                  <a:gd name="connsiteY2" fmla="*/ 18763 h 37180"/>
                  <a:gd name="connsiteX3" fmla="*/ 18871 w 37180"/>
                  <a:gd name="connsiteY3" fmla="*/ 173 h 37180"/>
                  <a:gd name="connsiteX4" fmla="*/ 37461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63"/>
                    </a:moveTo>
                    <a:cubicBezTo>
                      <a:pt x="37461" y="29030"/>
                      <a:pt x="29138" y="37353"/>
                      <a:pt x="18871" y="37353"/>
                    </a:cubicBezTo>
                    <a:cubicBezTo>
                      <a:pt x="8604" y="37353"/>
                      <a:pt x="280" y="29030"/>
                      <a:pt x="280" y="18763"/>
                    </a:cubicBezTo>
                    <a:cubicBezTo>
                      <a:pt x="280" y="8496"/>
                      <a:pt x="8604" y="173"/>
                      <a:pt x="18871" y="173"/>
                    </a:cubicBezTo>
                    <a:cubicBezTo>
                      <a:pt x="29138" y="173"/>
                      <a:pt x="37461" y="8496"/>
                      <a:pt x="37461" y="18763"/>
                    </a:cubicBezTo>
                    <a:close/>
                  </a:path>
                </a:pathLst>
              </a:custGeom>
              <a:solidFill>
                <a:srgbClr val="B6F7B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2" name="Freeform: Shape 4311">
                <a:extLst>
                  <a:ext uri="{FF2B5EF4-FFF2-40B4-BE49-F238E27FC236}">
                    <a16:creationId xmlns:a16="http://schemas.microsoft.com/office/drawing/2014/main" id="{E72E0645-488D-CDB5-D9ED-279326611E62}"/>
                  </a:ext>
                </a:extLst>
              </p:cNvPr>
              <p:cNvSpPr/>
              <p:nvPr/>
            </p:nvSpPr>
            <p:spPr>
              <a:xfrm>
                <a:off x="1876854" y="7915421"/>
                <a:ext cx="41981" cy="41981"/>
              </a:xfrm>
              <a:custGeom>
                <a:avLst/>
                <a:gdLst>
                  <a:gd name="connsiteX0" fmla="*/ 21271 w 41981"/>
                  <a:gd name="connsiteY0" fmla="*/ 4973 h 41981"/>
                  <a:gd name="connsiteX1" fmla="*/ 37461 w 41981"/>
                  <a:gd name="connsiteY1" fmla="*/ 21163 h 41981"/>
                  <a:gd name="connsiteX2" fmla="*/ 37461 w 41981"/>
                  <a:gd name="connsiteY2" fmla="*/ 21163 h 41981"/>
                  <a:gd name="connsiteX3" fmla="*/ 21271 w 41981"/>
                  <a:gd name="connsiteY3" fmla="*/ 37353 h 41981"/>
                  <a:gd name="connsiteX4" fmla="*/ 5081 w 41981"/>
                  <a:gd name="connsiteY4" fmla="*/ 21163 h 41981"/>
                  <a:gd name="connsiteX5" fmla="*/ 21271 w 41981"/>
                  <a:gd name="connsiteY5" fmla="*/ 4973 h 41981"/>
                  <a:gd name="connsiteX6" fmla="*/ 21271 w 41981"/>
                  <a:gd name="connsiteY6" fmla="*/ 173 h 41981"/>
                  <a:gd name="connsiteX7" fmla="*/ 280 w 41981"/>
                  <a:gd name="connsiteY7" fmla="*/ 21163 h 41981"/>
                  <a:gd name="connsiteX8" fmla="*/ 21271 w 41981"/>
                  <a:gd name="connsiteY8" fmla="*/ 42154 h 41981"/>
                  <a:gd name="connsiteX9" fmla="*/ 42262 w 41981"/>
                  <a:gd name="connsiteY9" fmla="*/ 21163 h 41981"/>
                  <a:gd name="connsiteX10" fmla="*/ 42262 w 41981"/>
                  <a:gd name="connsiteY10" fmla="*/ 21163 h 41981"/>
                  <a:gd name="connsiteX11" fmla="*/ 2127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3"/>
                    </a:moveTo>
                    <a:cubicBezTo>
                      <a:pt x="30213" y="4973"/>
                      <a:pt x="37461" y="12221"/>
                      <a:pt x="37461" y="21163"/>
                    </a:cubicBezTo>
                    <a:lnTo>
                      <a:pt x="37461" y="21163"/>
                    </a:lnTo>
                    <a:cubicBezTo>
                      <a:pt x="37461" y="30105"/>
                      <a:pt x="30213" y="37353"/>
                      <a:pt x="21271" y="37353"/>
                    </a:cubicBezTo>
                    <a:cubicBezTo>
                      <a:pt x="12329" y="37353"/>
                      <a:pt x="5081" y="30105"/>
                      <a:pt x="5081" y="21163"/>
                    </a:cubicBezTo>
                    <a:cubicBezTo>
                      <a:pt x="5081" y="12221"/>
                      <a:pt x="12329" y="4973"/>
                      <a:pt x="21271" y="4973"/>
                    </a:cubicBezTo>
                    <a:close/>
                    <a:moveTo>
                      <a:pt x="21271" y="173"/>
                    </a:moveTo>
                    <a:cubicBezTo>
                      <a:pt x="9678" y="173"/>
                      <a:pt x="280" y="9571"/>
                      <a:pt x="280" y="21163"/>
                    </a:cubicBezTo>
                    <a:cubicBezTo>
                      <a:pt x="280" y="32756"/>
                      <a:pt x="9678" y="42154"/>
                      <a:pt x="21271" y="42154"/>
                    </a:cubicBezTo>
                    <a:cubicBezTo>
                      <a:pt x="32864" y="42154"/>
                      <a:pt x="42262" y="32756"/>
                      <a:pt x="42262" y="21163"/>
                    </a:cubicBezTo>
                    <a:lnTo>
                      <a:pt x="42262" y="21163"/>
                    </a:lnTo>
                    <a:cubicBezTo>
                      <a:pt x="42262" y="9571"/>
                      <a:pt x="32864" y="173"/>
                      <a:pt x="21271"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3" name="Freeform: Shape 4312">
                <a:extLst>
                  <a:ext uri="{FF2B5EF4-FFF2-40B4-BE49-F238E27FC236}">
                    <a16:creationId xmlns:a16="http://schemas.microsoft.com/office/drawing/2014/main" id="{D52ABB9A-3CC9-7888-4265-43B700199B1F}"/>
                  </a:ext>
                </a:extLst>
              </p:cNvPr>
              <p:cNvSpPr/>
              <p:nvPr/>
            </p:nvSpPr>
            <p:spPr>
              <a:xfrm>
                <a:off x="1703989" y="7945712"/>
                <a:ext cx="37180" cy="37180"/>
              </a:xfrm>
              <a:custGeom>
                <a:avLst/>
                <a:gdLst>
                  <a:gd name="connsiteX0" fmla="*/ 37431 w 37180"/>
                  <a:gd name="connsiteY0" fmla="*/ 18768 h 37180"/>
                  <a:gd name="connsiteX1" fmla="*/ 18840 w 37180"/>
                  <a:gd name="connsiteY1" fmla="*/ 37358 h 37180"/>
                  <a:gd name="connsiteX2" fmla="*/ 250 w 37180"/>
                  <a:gd name="connsiteY2" fmla="*/ 18768 h 37180"/>
                  <a:gd name="connsiteX3" fmla="*/ 18840 w 37180"/>
                  <a:gd name="connsiteY3" fmla="*/ 177 h 37180"/>
                  <a:gd name="connsiteX4" fmla="*/ 37431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8"/>
                    </a:moveTo>
                    <a:cubicBezTo>
                      <a:pt x="37431" y="29035"/>
                      <a:pt x="29108" y="37358"/>
                      <a:pt x="18840" y="37358"/>
                    </a:cubicBezTo>
                    <a:cubicBezTo>
                      <a:pt x="8573" y="37358"/>
                      <a:pt x="250" y="29035"/>
                      <a:pt x="250" y="18768"/>
                    </a:cubicBezTo>
                    <a:cubicBezTo>
                      <a:pt x="250" y="8501"/>
                      <a:pt x="8573" y="177"/>
                      <a:pt x="18840" y="177"/>
                    </a:cubicBezTo>
                    <a:cubicBezTo>
                      <a:pt x="29108" y="177"/>
                      <a:pt x="37431" y="8501"/>
                      <a:pt x="37431" y="18768"/>
                    </a:cubicBezTo>
                    <a:close/>
                  </a:path>
                </a:pathLst>
              </a:custGeom>
              <a:solidFill>
                <a:srgbClr val="F7D4D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4" name="Freeform: Shape 4313">
                <a:extLst>
                  <a:ext uri="{FF2B5EF4-FFF2-40B4-BE49-F238E27FC236}">
                    <a16:creationId xmlns:a16="http://schemas.microsoft.com/office/drawing/2014/main" id="{C2E71B87-96C0-18A7-B745-007D69B85D9B}"/>
                  </a:ext>
                </a:extLst>
              </p:cNvPr>
              <p:cNvSpPr/>
              <p:nvPr/>
            </p:nvSpPr>
            <p:spPr>
              <a:xfrm>
                <a:off x="1701589" y="7943311"/>
                <a:ext cx="41981" cy="41981"/>
              </a:xfrm>
              <a:custGeom>
                <a:avLst/>
                <a:gdLst>
                  <a:gd name="connsiteX0" fmla="*/ 21241 w 41981"/>
                  <a:gd name="connsiteY0" fmla="*/ 4978 h 41981"/>
                  <a:gd name="connsiteX1" fmla="*/ 37431 w 41981"/>
                  <a:gd name="connsiteY1" fmla="*/ 21168 h 41981"/>
                  <a:gd name="connsiteX2" fmla="*/ 37431 w 41981"/>
                  <a:gd name="connsiteY2" fmla="*/ 21168 h 41981"/>
                  <a:gd name="connsiteX3" fmla="*/ 21241 w 41981"/>
                  <a:gd name="connsiteY3" fmla="*/ 37358 h 41981"/>
                  <a:gd name="connsiteX4" fmla="*/ 5050 w 41981"/>
                  <a:gd name="connsiteY4" fmla="*/ 21168 h 41981"/>
                  <a:gd name="connsiteX5" fmla="*/ 21241 w 41981"/>
                  <a:gd name="connsiteY5" fmla="*/ 4978 h 41981"/>
                  <a:gd name="connsiteX6" fmla="*/ 21241 w 41981"/>
                  <a:gd name="connsiteY6" fmla="*/ 177 h 41981"/>
                  <a:gd name="connsiteX7" fmla="*/ 250 w 41981"/>
                  <a:gd name="connsiteY7" fmla="*/ 21168 h 41981"/>
                  <a:gd name="connsiteX8" fmla="*/ 21241 w 41981"/>
                  <a:gd name="connsiteY8" fmla="*/ 42159 h 41981"/>
                  <a:gd name="connsiteX9" fmla="*/ 42231 w 41981"/>
                  <a:gd name="connsiteY9" fmla="*/ 21168 h 41981"/>
                  <a:gd name="connsiteX10" fmla="*/ 42231 w 41981"/>
                  <a:gd name="connsiteY10" fmla="*/ 21168 h 41981"/>
                  <a:gd name="connsiteX11" fmla="*/ 21241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8"/>
                    </a:moveTo>
                    <a:cubicBezTo>
                      <a:pt x="30182" y="4978"/>
                      <a:pt x="37431" y="12226"/>
                      <a:pt x="37431" y="21168"/>
                    </a:cubicBezTo>
                    <a:lnTo>
                      <a:pt x="37431" y="21168"/>
                    </a:lnTo>
                    <a:cubicBezTo>
                      <a:pt x="37431" y="30110"/>
                      <a:pt x="30182" y="37358"/>
                      <a:pt x="21241" y="37358"/>
                    </a:cubicBezTo>
                    <a:cubicBezTo>
                      <a:pt x="12299" y="37358"/>
                      <a:pt x="5050" y="30110"/>
                      <a:pt x="5050" y="21168"/>
                    </a:cubicBezTo>
                    <a:cubicBezTo>
                      <a:pt x="5050" y="12226"/>
                      <a:pt x="12299" y="4978"/>
                      <a:pt x="21241" y="4978"/>
                    </a:cubicBezTo>
                    <a:close/>
                    <a:moveTo>
                      <a:pt x="21241" y="177"/>
                    </a:moveTo>
                    <a:cubicBezTo>
                      <a:pt x="9648" y="177"/>
                      <a:pt x="250" y="9575"/>
                      <a:pt x="250" y="21168"/>
                    </a:cubicBezTo>
                    <a:cubicBezTo>
                      <a:pt x="250" y="32761"/>
                      <a:pt x="9648" y="42159"/>
                      <a:pt x="21241" y="42159"/>
                    </a:cubicBezTo>
                    <a:cubicBezTo>
                      <a:pt x="32833" y="42159"/>
                      <a:pt x="42231" y="32761"/>
                      <a:pt x="42231" y="21168"/>
                    </a:cubicBezTo>
                    <a:lnTo>
                      <a:pt x="42231" y="21168"/>
                    </a:lnTo>
                    <a:cubicBezTo>
                      <a:pt x="42231" y="9575"/>
                      <a:pt x="32833" y="177"/>
                      <a:pt x="21241"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5" name="Freeform: Shape 4314">
                <a:extLst>
                  <a:ext uri="{FF2B5EF4-FFF2-40B4-BE49-F238E27FC236}">
                    <a16:creationId xmlns:a16="http://schemas.microsoft.com/office/drawing/2014/main" id="{87ABD715-FEE6-599D-220C-0B5BD0ED9887}"/>
                  </a:ext>
                </a:extLst>
              </p:cNvPr>
              <p:cNvSpPr/>
              <p:nvPr/>
            </p:nvSpPr>
            <p:spPr>
              <a:xfrm>
                <a:off x="1990008" y="7662377"/>
                <a:ext cx="37180" cy="37180"/>
              </a:xfrm>
              <a:custGeom>
                <a:avLst/>
                <a:gdLst>
                  <a:gd name="connsiteX0" fmla="*/ 37480 w 37180"/>
                  <a:gd name="connsiteY0" fmla="*/ 18719 h 37180"/>
                  <a:gd name="connsiteX1" fmla="*/ 18890 w 37180"/>
                  <a:gd name="connsiteY1" fmla="*/ 37309 h 37180"/>
                  <a:gd name="connsiteX2" fmla="*/ 300 w 37180"/>
                  <a:gd name="connsiteY2" fmla="*/ 18719 h 37180"/>
                  <a:gd name="connsiteX3" fmla="*/ 18890 w 37180"/>
                  <a:gd name="connsiteY3" fmla="*/ 128 h 37180"/>
                  <a:gd name="connsiteX4" fmla="*/ 37480 w 37180"/>
                  <a:gd name="connsiteY4" fmla="*/ 1871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0" y="18719"/>
                    </a:moveTo>
                    <a:cubicBezTo>
                      <a:pt x="37480" y="28986"/>
                      <a:pt x="29157" y="37309"/>
                      <a:pt x="18890" y="37309"/>
                    </a:cubicBezTo>
                    <a:cubicBezTo>
                      <a:pt x="8623" y="37309"/>
                      <a:pt x="300" y="28986"/>
                      <a:pt x="300" y="18719"/>
                    </a:cubicBezTo>
                    <a:cubicBezTo>
                      <a:pt x="300" y="8451"/>
                      <a:pt x="8623" y="128"/>
                      <a:pt x="18890" y="128"/>
                    </a:cubicBezTo>
                    <a:cubicBezTo>
                      <a:pt x="29157" y="128"/>
                      <a:pt x="37480" y="8451"/>
                      <a:pt x="37480" y="18719"/>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6" name="Freeform: Shape 4315">
                <a:extLst>
                  <a:ext uri="{FF2B5EF4-FFF2-40B4-BE49-F238E27FC236}">
                    <a16:creationId xmlns:a16="http://schemas.microsoft.com/office/drawing/2014/main" id="{A442315F-860E-F6C7-71A0-55F188243EE5}"/>
                  </a:ext>
                </a:extLst>
              </p:cNvPr>
              <p:cNvSpPr/>
              <p:nvPr/>
            </p:nvSpPr>
            <p:spPr>
              <a:xfrm>
                <a:off x="1987608" y="7659977"/>
                <a:ext cx="41981" cy="41981"/>
              </a:xfrm>
              <a:custGeom>
                <a:avLst/>
                <a:gdLst>
                  <a:gd name="connsiteX0" fmla="*/ 21290 w 41981"/>
                  <a:gd name="connsiteY0" fmla="*/ 4929 h 41981"/>
                  <a:gd name="connsiteX1" fmla="*/ 37480 w 41981"/>
                  <a:gd name="connsiteY1" fmla="*/ 21119 h 41981"/>
                  <a:gd name="connsiteX2" fmla="*/ 37480 w 41981"/>
                  <a:gd name="connsiteY2" fmla="*/ 21119 h 41981"/>
                  <a:gd name="connsiteX3" fmla="*/ 21290 w 41981"/>
                  <a:gd name="connsiteY3" fmla="*/ 37309 h 41981"/>
                  <a:gd name="connsiteX4" fmla="*/ 5100 w 41981"/>
                  <a:gd name="connsiteY4" fmla="*/ 21119 h 41981"/>
                  <a:gd name="connsiteX5" fmla="*/ 21290 w 41981"/>
                  <a:gd name="connsiteY5" fmla="*/ 4929 h 41981"/>
                  <a:gd name="connsiteX6" fmla="*/ 21290 w 41981"/>
                  <a:gd name="connsiteY6" fmla="*/ 128 h 41981"/>
                  <a:gd name="connsiteX7" fmla="*/ 300 w 41981"/>
                  <a:gd name="connsiteY7" fmla="*/ 21119 h 41981"/>
                  <a:gd name="connsiteX8" fmla="*/ 21290 w 41981"/>
                  <a:gd name="connsiteY8" fmla="*/ 42109 h 41981"/>
                  <a:gd name="connsiteX9" fmla="*/ 42281 w 41981"/>
                  <a:gd name="connsiteY9" fmla="*/ 21119 h 41981"/>
                  <a:gd name="connsiteX10" fmla="*/ 42281 w 41981"/>
                  <a:gd name="connsiteY10" fmla="*/ 21119 h 41981"/>
                  <a:gd name="connsiteX11" fmla="*/ 21290 w 41981"/>
                  <a:gd name="connsiteY11" fmla="*/ 12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0" y="4929"/>
                    </a:moveTo>
                    <a:cubicBezTo>
                      <a:pt x="30232" y="4929"/>
                      <a:pt x="37480" y="12177"/>
                      <a:pt x="37480" y="21119"/>
                    </a:cubicBezTo>
                    <a:lnTo>
                      <a:pt x="37480" y="21119"/>
                    </a:lnTo>
                    <a:cubicBezTo>
                      <a:pt x="37480" y="30061"/>
                      <a:pt x="30232" y="37309"/>
                      <a:pt x="21290" y="37309"/>
                    </a:cubicBezTo>
                    <a:cubicBezTo>
                      <a:pt x="12348" y="37309"/>
                      <a:pt x="5100" y="30061"/>
                      <a:pt x="5100" y="21119"/>
                    </a:cubicBezTo>
                    <a:cubicBezTo>
                      <a:pt x="5100" y="12177"/>
                      <a:pt x="12348" y="4929"/>
                      <a:pt x="21290" y="4929"/>
                    </a:cubicBezTo>
                    <a:close/>
                    <a:moveTo>
                      <a:pt x="21290" y="128"/>
                    </a:moveTo>
                    <a:cubicBezTo>
                      <a:pt x="9698" y="128"/>
                      <a:pt x="300" y="9526"/>
                      <a:pt x="300" y="21119"/>
                    </a:cubicBezTo>
                    <a:cubicBezTo>
                      <a:pt x="300" y="32711"/>
                      <a:pt x="9698" y="42109"/>
                      <a:pt x="21290" y="42109"/>
                    </a:cubicBezTo>
                    <a:cubicBezTo>
                      <a:pt x="32883" y="42109"/>
                      <a:pt x="42281" y="32711"/>
                      <a:pt x="42281" y="21119"/>
                    </a:cubicBezTo>
                    <a:lnTo>
                      <a:pt x="42281" y="21119"/>
                    </a:lnTo>
                    <a:cubicBezTo>
                      <a:pt x="42281" y="9526"/>
                      <a:pt x="32883" y="128"/>
                      <a:pt x="21290" y="12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7" name="Freeform: Shape 4316">
                <a:extLst>
                  <a:ext uri="{FF2B5EF4-FFF2-40B4-BE49-F238E27FC236}">
                    <a16:creationId xmlns:a16="http://schemas.microsoft.com/office/drawing/2014/main" id="{67E2CDD2-9C6D-5017-A6CD-FB77D92DB2E2}"/>
                  </a:ext>
                </a:extLst>
              </p:cNvPr>
              <p:cNvSpPr/>
              <p:nvPr/>
            </p:nvSpPr>
            <p:spPr>
              <a:xfrm>
                <a:off x="1495270" y="7858753"/>
                <a:ext cx="37180" cy="37180"/>
              </a:xfrm>
              <a:custGeom>
                <a:avLst/>
                <a:gdLst>
                  <a:gd name="connsiteX0" fmla="*/ 37395 w 37180"/>
                  <a:gd name="connsiteY0" fmla="*/ 18753 h 37180"/>
                  <a:gd name="connsiteX1" fmla="*/ 18804 w 37180"/>
                  <a:gd name="connsiteY1" fmla="*/ 37343 h 37180"/>
                  <a:gd name="connsiteX2" fmla="*/ 214 w 37180"/>
                  <a:gd name="connsiteY2" fmla="*/ 18753 h 37180"/>
                  <a:gd name="connsiteX3" fmla="*/ 18804 w 37180"/>
                  <a:gd name="connsiteY3" fmla="*/ 162 h 37180"/>
                  <a:gd name="connsiteX4" fmla="*/ 3739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5" y="18753"/>
                    </a:moveTo>
                    <a:cubicBezTo>
                      <a:pt x="37395" y="29020"/>
                      <a:pt x="29071" y="37343"/>
                      <a:pt x="18804" y="37343"/>
                    </a:cubicBezTo>
                    <a:cubicBezTo>
                      <a:pt x="8537" y="37343"/>
                      <a:pt x="214" y="29020"/>
                      <a:pt x="214" y="18753"/>
                    </a:cubicBezTo>
                    <a:cubicBezTo>
                      <a:pt x="214" y="8486"/>
                      <a:pt x="8537" y="162"/>
                      <a:pt x="18804" y="162"/>
                    </a:cubicBezTo>
                    <a:cubicBezTo>
                      <a:pt x="29071" y="162"/>
                      <a:pt x="37395" y="8486"/>
                      <a:pt x="37395" y="18753"/>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8" name="Freeform: Shape 4317">
                <a:extLst>
                  <a:ext uri="{FF2B5EF4-FFF2-40B4-BE49-F238E27FC236}">
                    <a16:creationId xmlns:a16="http://schemas.microsoft.com/office/drawing/2014/main" id="{7C9D719E-E97A-31B2-378F-244097F63DEA}"/>
                  </a:ext>
                </a:extLst>
              </p:cNvPr>
              <p:cNvSpPr/>
              <p:nvPr/>
            </p:nvSpPr>
            <p:spPr>
              <a:xfrm>
                <a:off x="1492870" y="7856353"/>
                <a:ext cx="41981" cy="41981"/>
              </a:xfrm>
              <a:custGeom>
                <a:avLst/>
                <a:gdLst>
                  <a:gd name="connsiteX0" fmla="*/ 21204 w 41981"/>
                  <a:gd name="connsiteY0" fmla="*/ 4963 h 41981"/>
                  <a:gd name="connsiteX1" fmla="*/ 37395 w 41981"/>
                  <a:gd name="connsiteY1" fmla="*/ 21153 h 41981"/>
                  <a:gd name="connsiteX2" fmla="*/ 37395 w 41981"/>
                  <a:gd name="connsiteY2" fmla="*/ 21153 h 41981"/>
                  <a:gd name="connsiteX3" fmla="*/ 21204 w 41981"/>
                  <a:gd name="connsiteY3" fmla="*/ 37343 h 41981"/>
                  <a:gd name="connsiteX4" fmla="*/ 5014 w 41981"/>
                  <a:gd name="connsiteY4" fmla="*/ 21153 h 41981"/>
                  <a:gd name="connsiteX5" fmla="*/ 21204 w 41981"/>
                  <a:gd name="connsiteY5" fmla="*/ 4963 h 41981"/>
                  <a:gd name="connsiteX6" fmla="*/ 21204 w 41981"/>
                  <a:gd name="connsiteY6" fmla="*/ 162 h 41981"/>
                  <a:gd name="connsiteX7" fmla="*/ 214 w 41981"/>
                  <a:gd name="connsiteY7" fmla="*/ 21153 h 41981"/>
                  <a:gd name="connsiteX8" fmla="*/ 21204 w 41981"/>
                  <a:gd name="connsiteY8" fmla="*/ 42144 h 41981"/>
                  <a:gd name="connsiteX9" fmla="*/ 42195 w 41981"/>
                  <a:gd name="connsiteY9" fmla="*/ 21153 h 41981"/>
                  <a:gd name="connsiteX10" fmla="*/ 42195 w 41981"/>
                  <a:gd name="connsiteY10" fmla="*/ 21153 h 41981"/>
                  <a:gd name="connsiteX11" fmla="*/ 2120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4" y="4963"/>
                    </a:moveTo>
                    <a:cubicBezTo>
                      <a:pt x="30146" y="4963"/>
                      <a:pt x="37395" y="12211"/>
                      <a:pt x="37395" y="21153"/>
                    </a:cubicBezTo>
                    <a:lnTo>
                      <a:pt x="37395" y="21153"/>
                    </a:lnTo>
                    <a:cubicBezTo>
                      <a:pt x="37395" y="30095"/>
                      <a:pt x="30146" y="37343"/>
                      <a:pt x="21204" y="37343"/>
                    </a:cubicBezTo>
                    <a:cubicBezTo>
                      <a:pt x="12263" y="37343"/>
                      <a:pt x="5014" y="30095"/>
                      <a:pt x="5014" y="21153"/>
                    </a:cubicBezTo>
                    <a:cubicBezTo>
                      <a:pt x="5014" y="12211"/>
                      <a:pt x="12263" y="4963"/>
                      <a:pt x="21204" y="4963"/>
                    </a:cubicBezTo>
                    <a:close/>
                    <a:moveTo>
                      <a:pt x="21204" y="162"/>
                    </a:moveTo>
                    <a:cubicBezTo>
                      <a:pt x="9612" y="162"/>
                      <a:pt x="214" y="9560"/>
                      <a:pt x="214" y="21153"/>
                    </a:cubicBezTo>
                    <a:cubicBezTo>
                      <a:pt x="214" y="32746"/>
                      <a:pt x="9612" y="42144"/>
                      <a:pt x="21204" y="42144"/>
                    </a:cubicBezTo>
                    <a:cubicBezTo>
                      <a:pt x="32797" y="42144"/>
                      <a:pt x="42195" y="32746"/>
                      <a:pt x="42195" y="21153"/>
                    </a:cubicBezTo>
                    <a:lnTo>
                      <a:pt x="42195" y="21153"/>
                    </a:lnTo>
                    <a:cubicBezTo>
                      <a:pt x="42195" y="9560"/>
                      <a:pt x="32797" y="162"/>
                      <a:pt x="21204"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19" name="Freeform: Shape 4318">
                <a:extLst>
                  <a:ext uri="{FF2B5EF4-FFF2-40B4-BE49-F238E27FC236}">
                    <a16:creationId xmlns:a16="http://schemas.microsoft.com/office/drawing/2014/main" id="{6E77B6D5-34DA-5FF0-9D37-5B158F6D97A4}"/>
                  </a:ext>
                </a:extLst>
              </p:cNvPr>
              <p:cNvSpPr/>
              <p:nvPr/>
            </p:nvSpPr>
            <p:spPr>
              <a:xfrm>
                <a:off x="1793690" y="8030516"/>
                <a:ext cx="37180" cy="37180"/>
              </a:xfrm>
              <a:custGeom>
                <a:avLst/>
                <a:gdLst>
                  <a:gd name="connsiteX0" fmla="*/ 37446 w 37180"/>
                  <a:gd name="connsiteY0" fmla="*/ 18783 h 37180"/>
                  <a:gd name="connsiteX1" fmla="*/ 18856 w 37180"/>
                  <a:gd name="connsiteY1" fmla="*/ 37373 h 37180"/>
                  <a:gd name="connsiteX2" fmla="*/ 266 w 37180"/>
                  <a:gd name="connsiteY2" fmla="*/ 18783 h 37180"/>
                  <a:gd name="connsiteX3" fmla="*/ 18856 w 37180"/>
                  <a:gd name="connsiteY3" fmla="*/ 192 h 37180"/>
                  <a:gd name="connsiteX4" fmla="*/ 37446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83"/>
                    </a:moveTo>
                    <a:cubicBezTo>
                      <a:pt x="37446" y="29050"/>
                      <a:pt x="29123" y="37373"/>
                      <a:pt x="18856" y="37373"/>
                    </a:cubicBezTo>
                    <a:cubicBezTo>
                      <a:pt x="8589" y="37373"/>
                      <a:pt x="266" y="29050"/>
                      <a:pt x="266" y="18783"/>
                    </a:cubicBezTo>
                    <a:cubicBezTo>
                      <a:pt x="266" y="8515"/>
                      <a:pt x="8589" y="192"/>
                      <a:pt x="18856" y="192"/>
                    </a:cubicBezTo>
                    <a:cubicBezTo>
                      <a:pt x="29123" y="192"/>
                      <a:pt x="37446" y="8515"/>
                      <a:pt x="37446" y="18783"/>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0" name="Freeform: Shape 4319">
                <a:extLst>
                  <a:ext uri="{FF2B5EF4-FFF2-40B4-BE49-F238E27FC236}">
                    <a16:creationId xmlns:a16="http://schemas.microsoft.com/office/drawing/2014/main" id="{1BC3C66F-38F0-515B-8D4D-77D1E5ED974D}"/>
                  </a:ext>
                </a:extLst>
              </p:cNvPr>
              <p:cNvSpPr/>
              <p:nvPr/>
            </p:nvSpPr>
            <p:spPr>
              <a:xfrm>
                <a:off x="1791290" y="8028116"/>
                <a:ext cx="41981" cy="41981"/>
              </a:xfrm>
              <a:custGeom>
                <a:avLst/>
                <a:gdLst>
                  <a:gd name="connsiteX0" fmla="*/ 21256 w 41981"/>
                  <a:gd name="connsiteY0" fmla="*/ 4993 h 41981"/>
                  <a:gd name="connsiteX1" fmla="*/ 37446 w 41981"/>
                  <a:gd name="connsiteY1" fmla="*/ 21183 h 41981"/>
                  <a:gd name="connsiteX2" fmla="*/ 37446 w 41981"/>
                  <a:gd name="connsiteY2" fmla="*/ 21183 h 41981"/>
                  <a:gd name="connsiteX3" fmla="*/ 21256 w 41981"/>
                  <a:gd name="connsiteY3" fmla="*/ 37373 h 41981"/>
                  <a:gd name="connsiteX4" fmla="*/ 5066 w 41981"/>
                  <a:gd name="connsiteY4" fmla="*/ 21183 h 41981"/>
                  <a:gd name="connsiteX5" fmla="*/ 21256 w 41981"/>
                  <a:gd name="connsiteY5" fmla="*/ 4993 h 41981"/>
                  <a:gd name="connsiteX6" fmla="*/ 21256 w 41981"/>
                  <a:gd name="connsiteY6" fmla="*/ 192 h 41981"/>
                  <a:gd name="connsiteX7" fmla="*/ 266 w 41981"/>
                  <a:gd name="connsiteY7" fmla="*/ 21183 h 41981"/>
                  <a:gd name="connsiteX8" fmla="*/ 21256 w 41981"/>
                  <a:gd name="connsiteY8" fmla="*/ 42173 h 41981"/>
                  <a:gd name="connsiteX9" fmla="*/ 42247 w 41981"/>
                  <a:gd name="connsiteY9" fmla="*/ 21183 h 41981"/>
                  <a:gd name="connsiteX10" fmla="*/ 42247 w 41981"/>
                  <a:gd name="connsiteY10" fmla="*/ 21183 h 41981"/>
                  <a:gd name="connsiteX11" fmla="*/ 21256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93"/>
                    </a:moveTo>
                    <a:cubicBezTo>
                      <a:pt x="30198" y="4993"/>
                      <a:pt x="37446" y="12241"/>
                      <a:pt x="37446" y="21183"/>
                    </a:cubicBezTo>
                    <a:lnTo>
                      <a:pt x="37446" y="21183"/>
                    </a:lnTo>
                    <a:cubicBezTo>
                      <a:pt x="37446" y="30125"/>
                      <a:pt x="30198" y="37373"/>
                      <a:pt x="21256" y="37373"/>
                    </a:cubicBezTo>
                    <a:cubicBezTo>
                      <a:pt x="12314" y="37373"/>
                      <a:pt x="5066" y="30125"/>
                      <a:pt x="5066" y="21183"/>
                    </a:cubicBezTo>
                    <a:cubicBezTo>
                      <a:pt x="5066" y="12241"/>
                      <a:pt x="12314" y="4993"/>
                      <a:pt x="21256" y="4993"/>
                    </a:cubicBezTo>
                    <a:close/>
                    <a:moveTo>
                      <a:pt x="21256" y="192"/>
                    </a:moveTo>
                    <a:cubicBezTo>
                      <a:pt x="9664" y="192"/>
                      <a:pt x="266" y="9590"/>
                      <a:pt x="266" y="21183"/>
                    </a:cubicBezTo>
                    <a:cubicBezTo>
                      <a:pt x="266" y="32775"/>
                      <a:pt x="9664" y="42173"/>
                      <a:pt x="21256" y="42173"/>
                    </a:cubicBezTo>
                    <a:cubicBezTo>
                      <a:pt x="32849" y="42173"/>
                      <a:pt x="42247" y="32775"/>
                      <a:pt x="42247" y="21183"/>
                    </a:cubicBezTo>
                    <a:lnTo>
                      <a:pt x="42247" y="21183"/>
                    </a:lnTo>
                    <a:cubicBezTo>
                      <a:pt x="42247" y="9590"/>
                      <a:pt x="32849" y="192"/>
                      <a:pt x="21256"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1" name="Freeform: Shape 4320">
                <a:extLst>
                  <a:ext uri="{FF2B5EF4-FFF2-40B4-BE49-F238E27FC236}">
                    <a16:creationId xmlns:a16="http://schemas.microsoft.com/office/drawing/2014/main" id="{18CF1C3E-4A18-AB71-C7A5-69423D617F79}"/>
                  </a:ext>
                </a:extLst>
              </p:cNvPr>
              <p:cNvSpPr/>
              <p:nvPr/>
            </p:nvSpPr>
            <p:spPr>
              <a:xfrm>
                <a:off x="1926049" y="7470994"/>
                <a:ext cx="37180" cy="37180"/>
              </a:xfrm>
              <a:custGeom>
                <a:avLst/>
                <a:gdLst>
                  <a:gd name="connsiteX0" fmla="*/ 37469 w 37180"/>
                  <a:gd name="connsiteY0" fmla="*/ 18685 h 37180"/>
                  <a:gd name="connsiteX1" fmla="*/ 18879 w 37180"/>
                  <a:gd name="connsiteY1" fmla="*/ 37276 h 37180"/>
                  <a:gd name="connsiteX2" fmla="*/ 289 w 37180"/>
                  <a:gd name="connsiteY2" fmla="*/ 18685 h 37180"/>
                  <a:gd name="connsiteX3" fmla="*/ 18879 w 37180"/>
                  <a:gd name="connsiteY3" fmla="*/ 95 h 37180"/>
                  <a:gd name="connsiteX4" fmla="*/ 37469 w 37180"/>
                  <a:gd name="connsiteY4" fmla="*/ 186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685"/>
                    </a:moveTo>
                    <a:cubicBezTo>
                      <a:pt x="37469" y="28953"/>
                      <a:pt x="29146" y="37276"/>
                      <a:pt x="18879" y="37276"/>
                    </a:cubicBezTo>
                    <a:cubicBezTo>
                      <a:pt x="8612" y="37276"/>
                      <a:pt x="289" y="28953"/>
                      <a:pt x="289" y="18685"/>
                    </a:cubicBezTo>
                    <a:cubicBezTo>
                      <a:pt x="289" y="8418"/>
                      <a:pt x="8612" y="95"/>
                      <a:pt x="18879" y="95"/>
                    </a:cubicBezTo>
                    <a:cubicBezTo>
                      <a:pt x="29146" y="95"/>
                      <a:pt x="37469" y="8418"/>
                      <a:pt x="37469" y="18685"/>
                    </a:cubicBezTo>
                    <a:close/>
                  </a:path>
                </a:pathLst>
              </a:custGeom>
              <a:solidFill>
                <a:srgbClr val="60F76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2" name="Freeform: Shape 4321">
                <a:extLst>
                  <a:ext uri="{FF2B5EF4-FFF2-40B4-BE49-F238E27FC236}">
                    <a16:creationId xmlns:a16="http://schemas.microsoft.com/office/drawing/2014/main" id="{04C53173-71D8-189B-802E-7EE9A64D5B04}"/>
                  </a:ext>
                </a:extLst>
              </p:cNvPr>
              <p:cNvSpPr/>
              <p:nvPr/>
            </p:nvSpPr>
            <p:spPr>
              <a:xfrm>
                <a:off x="1923649" y="7468594"/>
                <a:ext cx="41981" cy="41981"/>
              </a:xfrm>
              <a:custGeom>
                <a:avLst/>
                <a:gdLst>
                  <a:gd name="connsiteX0" fmla="*/ 21279 w 41981"/>
                  <a:gd name="connsiteY0" fmla="*/ 4895 h 41981"/>
                  <a:gd name="connsiteX1" fmla="*/ 37469 w 41981"/>
                  <a:gd name="connsiteY1" fmla="*/ 21086 h 41981"/>
                  <a:gd name="connsiteX2" fmla="*/ 37469 w 41981"/>
                  <a:gd name="connsiteY2" fmla="*/ 21086 h 41981"/>
                  <a:gd name="connsiteX3" fmla="*/ 21279 w 41981"/>
                  <a:gd name="connsiteY3" fmla="*/ 37276 h 41981"/>
                  <a:gd name="connsiteX4" fmla="*/ 5089 w 41981"/>
                  <a:gd name="connsiteY4" fmla="*/ 21086 h 41981"/>
                  <a:gd name="connsiteX5" fmla="*/ 21279 w 41981"/>
                  <a:gd name="connsiteY5" fmla="*/ 4895 h 41981"/>
                  <a:gd name="connsiteX6" fmla="*/ 21279 w 41981"/>
                  <a:gd name="connsiteY6" fmla="*/ 95 h 41981"/>
                  <a:gd name="connsiteX7" fmla="*/ 289 w 41981"/>
                  <a:gd name="connsiteY7" fmla="*/ 21086 h 41981"/>
                  <a:gd name="connsiteX8" fmla="*/ 21279 w 41981"/>
                  <a:gd name="connsiteY8" fmla="*/ 42076 h 41981"/>
                  <a:gd name="connsiteX9" fmla="*/ 42270 w 41981"/>
                  <a:gd name="connsiteY9" fmla="*/ 21086 h 41981"/>
                  <a:gd name="connsiteX10" fmla="*/ 42270 w 41981"/>
                  <a:gd name="connsiteY10" fmla="*/ 21086 h 41981"/>
                  <a:gd name="connsiteX11" fmla="*/ 21279 w 41981"/>
                  <a:gd name="connsiteY11" fmla="*/ 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895"/>
                    </a:moveTo>
                    <a:cubicBezTo>
                      <a:pt x="30221" y="4895"/>
                      <a:pt x="37469" y="12144"/>
                      <a:pt x="37469" y="21086"/>
                    </a:cubicBezTo>
                    <a:lnTo>
                      <a:pt x="37469" y="21086"/>
                    </a:lnTo>
                    <a:cubicBezTo>
                      <a:pt x="37469" y="30027"/>
                      <a:pt x="30221" y="37276"/>
                      <a:pt x="21279" y="37276"/>
                    </a:cubicBezTo>
                    <a:cubicBezTo>
                      <a:pt x="12337" y="37276"/>
                      <a:pt x="5089" y="30027"/>
                      <a:pt x="5089" y="21086"/>
                    </a:cubicBezTo>
                    <a:cubicBezTo>
                      <a:pt x="5089" y="12144"/>
                      <a:pt x="12337" y="4895"/>
                      <a:pt x="21279" y="4895"/>
                    </a:cubicBezTo>
                    <a:close/>
                    <a:moveTo>
                      <a:pt x="21279" y="95"/>
                    </a:moveTo>
                    <a:cubicBezTo>
                      <a:pt x="9687" y="95"/>
                      <a:pt x="289" y="9493"/>
                      <a:pt x="289" y="21086"/>
                    </a:cubicBezTo>
                    <a:cubicBezTo>
                      <a:pt x="289" y="32678"/>
                      <a:pt x="9687" y="42076"/>
                      <a:pt x="21279" y="42076"/>
                    </a:cubicBezTo>
                    <a:cubicBezTo>
                      <a:pt x="32872" y="42076"/>
                      <a:pt x="42270" y="32678"/>
                      <a:pt x="42270" y="21086"/>
                    </a:cubicBezTo>
                    <a:lnTo>
                      <a:pt x="42270" y="21086"/>
                    </a:lnTo>
                    <a:cubicBezTo>
                      <a:pt x="42270" y="9493"/>
                      <a:pt x="32872" y="95"/>
                      <a:pt x="21279" y="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3" name="Freeform: Shape 4322">
                <a:extLst>
                  <a:ext uri="{FF2B5EF4-FFF2-40B4-BE49-F238E27FC236}">
                    <a16:creationId xmlns:a16="http://schemas.microsoft.com/office/drawing/2014/main" id="{E2B1393E-B677-E8AC-5A01-3E8A9E293873}"/>
                  </a:ext>
                </a:extLst>
              </p:cNvPr>
              <p:cNvSpPr/>
              <p:nvPr/>
            </p:nvSpPr>
            <p:spPr>
              <a:xfrm>
                <a:off x="1662045" y="7849998"/>
                <a:ext cx="37180" cy="37180"/>
              </a:xfrm>
              <a:custGeom>
                <a:avLst/>
                <a:gdLst>
                  <a:gd name="connsiteX0" fmla="*/ 37424 w 37180"/>
                  <a:gd name="connsiteY0" fmla="*/ 18751 h 37180"/>
                  <a:gd name="connsiteX1" fmla="*/ 18833 w 37180"/>
                  <a:gd name="connsiteY1" fmla="*/ 37342 h 37180"/>
                  <a:gd name="connsiteX2" fmla="*/ 243 w 37180"/>
                  <a:gd name="connsiteY2" fmla="*/ 18751 h 37180"/>
                  <a:gd name="connsiteX3" fmla="*/ 18833 w 37180"/>
                  <a:gd name="connsiteY3" fmla="*/ 161 h 37180"/>
                  <a:gd name="connsiteX4" fmla="*/ 37424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51"/>
                    </a:moveTo>
                    <a:cubicBezTo>
                      <a:pt x="37424" y="29018"/>
                      <a:pt x="29100" y="37342"/>
                      <a:pt x="18833" y="37342"/>
                    </a:cubicBezTo>
                    <a:cubicBezTo>
                      <a:pt x="8566" y="37342"/>
                      <a:pt x="243" y="29018"/>
                      <a:pt x="243" y="18751"/>
                    </a:cubicBezTo>
                    <a:cubicBezTo>
                      <a:pt x="243" y="8484"/>
                      <a:pt x="8566" y="161"/>
                      <a:pt x="18833" y="161"/>
                    </a:cubicBezTo>
                    <a:cubicBezTo>
                      <a:pt x="29100" y="161"/>
                      <a:pt x="37424" y="8484"/>
                      <a:pt x="37424" y="18751"/>
                    </a:cubicBezTo>
                    <a:close/>
                  </a:path>
                </a:pathLst>
              </a:custGeom>
              <a:solidFill>
                <a:srgbClr val="F7A53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4" name="Freeform: Shape 4323">
                <a:extLst>
                  <a:ext uri="{FF2B5EF4-FFF2-40B4-BE49-F238E27FC236}">
                    <a16:creationId xmlns:a16="http://schemas.microsoft.com/office/drawing/2014/main" id="{8FBC414F-6E77-81E3-A3D3-667ED80D4268}"/>
                  </a:ext>
                </a:extLst>
              </p:cNvPr>
              <p:cNvSpPr/>
              <p:nvPr/>
            </p:nvSpPr>
            <p:spPr>
              <a:xfrm>
                <a:off x="1659645" y="7847597"/>
                <a:ext cx="41981" cy="41981"/>
              </a:xfrm>
              <a:custGeom>
                <a:avLst/>
                <a:gdLst>
                  <a:gd name="connsiteX0" fmla="*/ 21233 w 41981"/>
                  <a:gd name="connsiteY0" fmla="*/ 4961 h 41981"/>
                  <a:gd name="connsiteX1" fmla="*/ 37424 w 41981"/>
                  <a:gd name="connsiteY1" fmla="*/ 21151 h 41981"/>
                  <a:gd name="connsiteX2" fmla="*/ 37424 w 41981"/>
                  <a:gd name="connsiteY2" fmla="*/ 21151 h 41981"/>
                  <a:gd name="connsiteX3" fmla="*/ 21233 w 41981"/>
                  <a:gd name="connsiteY3" fmla="*/ 37342 h 41981"/>
                  <a:gd name="connsiteX4" fmla="*/ 5043 w 41981"/>
                  <a:gd name="connsiteY4" fmla="*/ 21151 h 41981"/>
                  <a:gd name="connsiteX5" fmla="*/ 21233 w 41981"/>
                  <a:gd name="connsiteY5" fmla="*/ 4961 h 41981"/>
                  <a:gd name="connsiteX6" fmla="*/ 21233 w 41981"/>
                  <a:gd name="connsiteY6" fmla="*/ 161 h 41981"/>
                  <a:gd name="connsiteX7" fmla="*/ 243 w 41981"/>
                  <a:gd name="connsiteY7" fmla="*/ 21151 h 41981"/>
                  <a:gd name="connsiteX8" fmla="*/ 21233 w 41981"/>
                  <a:gd name="connsiteY8" fmla="*/ 42142 h 41981"/>
                  <a:gd name="connsiteX9" fmla="*/ 42224 w 41981"/>
                  <a:gd name="connsiteY9" fmla="*/ 21151 h 41981"/>
                  <a:gd name="connsiteX10" fmla="*/ 42224 w 41981"/>
                  <a:gd name="connsiteY10" fmla="*/ 21151 h 41981"/>
                  <a:gd name="connsiteX11" fmla="*/ 21233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61"/>
                    </a:moveTo>
                    <a:cubicBezTo>
                      <a:pt x="30175" y="4961"/>
                      <a:pt x="37424" y="12210"/>
                      <a:pt x="37424" y="21151"/>
                    </a:cubicBezTo>
                    <a:lnTo>
                      <a:pt x="37424" y="21151"/>
                    </a:lnTo>
                    <a:cubicBezTo>
                      <a:pt x="37424" y="30093"/>
                      <a:pt x="30175" y="37342"/>
                      <a:pt x="21233" y="37342"/>
                    </a:cubicBezTo>
                    <a:cubicBezTo>
                      <a:pt x="12292" y="37342"/>
                      <a:pt x="5043" y="30093"/>
                      <a:pt x="5043" y="21151"/>
                    </a:cubicBezTo>
                    <a:cubicBezTo>
                      <a:pt x="5043" y="12210"/>
                      <a:pt x="12292" y="4961"/>
                      <a:pt x="21233" y="4961"/>
                    </a:cubicBezTo>
                    <a:close/>
                    <a:moveTo>
                      <a:pt x="21233" y="161"/>
                    </a:moveTo>
                    <a:cubicBezTo>
                      <a:pt x="9641" y="161"/>
                      <a:pt x="243" y="9559"/>
                      <a:pt x="243" y="21151"/>
                    </a:cubicBezTo>
                    <a:cubicBezTo>
                      <a:pt x="243" y="32744"/>
                      <a:pt x="9641" y="42142"/>
                      <a:pt x="21233" y="42142"/>
                    </a:cubicBezTo>
                    <a:cubicBezTo>
                      <a:pt x="32826" y="42142"/>
                      <a:pt x="42224" y="32744"/>
                      <a:pt x="42224" y="21151"/>
                    </a:cubicBezTo>
                    <a:lnTo>
                      <a:pt x="42224" y="21151"/>
                    </a:lnTo>
                    <a:cubicBezTo>
                      <a:pt x="42224" y="9559"/>
                      <a:pt x="32826" y="161"/>
                      <a:pt x="21233"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5" name="Freeform: Shape 4324">
                <a:extLst>
                  <a:ext uri="{FF2B5EF4-FFF2-40B4-BE49-F238E27FC236}">
                    <a16:creationId xmlns:a16="http://schemas.microsoft.com/office/drawing/2014/main" id="{684C737C-17E5-C4A1-EED7-2825F498D836}"/>
                  </a:ext>
                </a:extLst>
              </p:cNvPr>
              <p:cNvSpPr/>
              <p:nvPr/>
            </p:nvSpPr>
            <p:spPr>
              <a:xfrm>
                <a:off x="1410149" y="7784023"/>
                <a:ext cx="37180" cy="37180"/>
              </a:xfrm>
              <a:custGeom>
                <a:avLst/>
                <a:gdLst>
                  <a:gd name="connsiteX0" fmla="*/ 37380 w 37180"/>
                  <a:gd name="connsiteY0" fmla="*/ 18740 h 37180"/>
                  <a:gd name="connsiteX1" fmla="*/ 18789 w 37180"/>
                  <a:gd name="connsiteY1" fmla="*/ 37330 h 37180"/>
                  <a:gd name="connsiteX2" fmla="*/ 199 w 37180"/>
                  <a:gd name="connsiteY2" fmla="*/ 18740 h 37180"/>
                  <a:gd name="connsiteX3" fmla="*/ 18789 w 37180"/>
                  <a:gd name="connsiteY3" fmla="*/ 149 h 37180"/>
                  <a:gd name="connsiteX4" fmla="*/ 37380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0" y="18740"/>
                    </a:moveTo>
                    <a:cubicBezTo>
                      <a:pt x="37380" y="29007"/>
                      <a:pt x="29057" y="37330"/>
                      <a:pt x="18789" y="37330"/>
                    </a:cubicBezTo>
                    <a:cubicBezTo>
                      <a:pt x="8522" y="37330"/>
                      <a:pt x="199" y="29007"/>
                      <a:pt x="199" y="18740"/>
                    </a:cubicBezTo>
                    <a:cubicBezTo>
                      <a:pt x="199" y="8473"/>
                      <a:pt x="8522" y="149"/>
                      <a:pt x="18789" y="149"/>
                    </a:cubicBezTo>
                    <a:cubicBezTo>
                      <a:pt x="29057" y="149"/>
                      <a:pt x="37380" y="8473"/>
                      <a:pt x="37380" y="18740"/>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6" name="Freeform: Shape 4325">
                <a:extLst>
                  <a:ext uri="{FF2B5EF4-FFF2-40B4-BE49-F238E27FC236}">
                    <a16:creationId xmlns:a16="http://schemas.microsoft.com/office/drawing/2014/main" id="{E61F6499-CFC6-E8E8-BBFE-BF296302E599}"/>
                  </a:ext>
                </a:extLst>
              </p:cNvPr>
              <p:cNvSpPr/>
              <p:nvPr/>
            </p:nvSpPr>
            <p:spPr>
              <a:xfrm>
                <a:off x="1407748" y="7781622"/>
                <a:ext cx="41981" cy="41981"/>
              </a:xfrm>
              <a:custGeom>
                <a:avLst/>
                <a:gdLst>
                  <a:gd name="connsiteX0" fmla="*/ 21190 w 41981"/>
                  <a:gd name="connsiteY0" fmla="*/ 4950 h 41981"/>
                  <a:gd name="connsiteX1" fmla="*/ 37380 w 41981"/>
                  <a:gd name="connsiteY1" fmla="*/ 21140 h 41981"/>
                  <a:gd name="connsiteX2" fmla="*/ 37380 w 41981"/>
                  <a:gd name="connsiteY2" fmla="*/ 21140 h 41981"/>
                  <a:gd name="connsiteX3" fmla="*/ 21190 w 41981"/>
                  <a:gd name="connsiteY3" fmla="*/ 37330 h 41981"/>
                  <a:gd name="connsiteX4" fmla="*/ 4999 w 41981"/>
                  <a:gd name="connsiteY4" fmla="*/ 21140 h 41981"/>
                  <a:gd name="connsiteX5" fmla="*/ 21190 w 41981"/>
                  <a:gd name="connsiteY5" fmla="*/ 4950 h 41981"/>
                  <a:gd name="connsiteX6" fmla="*/ 21190 w 41981"/>
                  <a:gd name="connsiteY6" fmla="*/ 149 h 41981"/>
                  <a:gd name="connsiteX7" fmla="*/ 199 w 41981"/>
                  <a:gd name="connsiteY7" fmla="*/ 21140 h 41981"/>
                  <a:gd name="connsiteX8" fmla="*/ 21190 w 41981"/>
                  <a:gd name="connsiteY8" fmla="*/ 42131 h 41981"/>
                  <a:gd name="connsiteX9" fmla="*/ 42180 w 41981"/>
                  <a:gd name="connsiteY9" fmla="*/ 21140 h 41981"/>
                  <a:gd name="connsiteX10" fmla="*/ 42180 w 41981"/>
                  <a:gd name="connsiteY10" fmla="*/ 21140 h 41981"/>
                  <a:gd name="connsiteX11" fmla="*/ 21190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0" y="4950"/>
                    </a:moveTo>
                    <a:cubicBezTo>
                      <a:pt x="30131" y="4950"/>
                      <a:pt x="37380" y="12198"/>
                      <a:pt x="37380" y="21140"/>
                    </a:cubicBezTo>
                    <a:lnTo>
                      <a:pt x="37380" y="21140"/>
                    </a:lnTo>
                    <a:cubicBezTo>
                      <a:pt x="37380" y="30082"/>
                      <a:pt x="30131" y="37330"/>
                      <a:pt x="21190" y="37330"/>
                    </a:cubicBezTo>
                    <a:cubicBezTo>
                      <a:pt x="12248" y="37330"/>
                      <a:pt x="4999" y="30082"/>
                      <a:pt x="4999" y="21140"/>
                    </a:cubicBezTo>
                    <a:cubicBezTo>
                      <a:pt x="4999" y="12198"/>
                      <a:pt x="12248" y="4950"/>
                      <a:pt x="21190" y="4950"/>
                    </a:cubicBezTo>
                    <a:close/>
                    <a:moveTo>
                      <a:pt x="21190" y="149"/>
                    </a:moveTo>
                    <a:cubicBezTo>
                      <a:pt x="9597" y="149"/>
                      <a:pt x="199" y="9547"/>
                      <a:pt x="199" y="21140"/>
                    </a:cubicBezTo>
                    <a:cubicBezTo>
                      <a:pt x="199" y="32733"/>
                      <a:pt x="9597" y="42131"/>
                      <a:pt x="21190" y="42131"/>
                    </a:cubicBezTo>
                    <a:cubicBezTo>
                      <a:pt x="32782" y="42131"/>
                      <a:pt x="42180" y="32733"/>
                      <a:pt x="42180" y="21140"/>
                    </a:cubicBezTo>
                    <a:lnTo>
                      <a:pt x="42180" y="21140"/>
                    </a:lnTo>
                    <a:cubicBezTo>
                      <a:pt x="42180" y="9547"/>
                      <a:pt x="32782" y="149"/>
                      <a:pt x="21190"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7" name="Freeform: Shape 4326">
                <a:extLst>
                  <a:ext uri="{FF2B5EF4-FFF2-40B4-BE49-F238E27FC236}">
                    <a16:creationId xmlns:a16="http://schemas.microsoft.com/office/drawing/2014/main" id="{3F4B1F6A-B767-9A55-BD58-41A31FB43F50}"/>
                  </a:ext>
                </a:extLst>
              </p:cNvPr>
              <p:cNvSpPr/>
              <p:nvPr/>
            </p:nvSpPr>
            <p:spPr>
              <a:xfrm>
                <a:off x="1701426" y="8042025"/>
                <a:ext cx="37180" cy="37180"/>
              </a:xfrm>
              <a:custGeom>
                <a:avLst/>
                <a:gdLst>
                  <a:gd name="connsiteX0" fmla="*/ 37430 w 37180"/>
                  <a:gd name="connsiteY0" fmla="*/ 18785 h 37180"/>
                  <a:gd name="connsiteX1" fmla="*/ 18840 w 37180"/>
                  <a:gd name="connsiteY1" fmla="*/ 37375 h 37180"/>
                  <a:gd name="connsiteX2" fmla="*/ 250 w 37180"/>
                  <a:gd name="connsiteY2" fmla="*/ 18785 h 37180"/>
                  <a:gd name="connsiteX3" fmla="*/ 18840 w 37180"/>
                  <a:gd name="connsiteY3" fmla="*/ 194 h 37180"/>
                  <a:gd name="connsiteX4" fmla="*/ 37430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85"/>
                    </a:moveTo>
                    <a:cubicBezTo>
                      <a:pt x="37430" y="29052"/>
                      <a:pt x="29107" y="37375"/>
                      <a:pt x="18840" y="37375"/>
                    </a:cubicBezTo>
                    <a:cubicBezTo>
                      <a:pt x="8573" y="37375"/>
                      <a:pt x="250" y="29052"/>
                      <a:pt x="250" y="18785"/>
                    </a:cubicBezTo>
                    <a:cubicBezTo>
                      <a:pt x="250" y="8517"/>
                      <a:pt x="8573" y="194"/>
                      <a:pt x="18840" y="194"/>
                    </a:cubicBezTo>
                    <a:cubicBezTo>
                      <a:pt x="29107" y="194"/>
                      <a:pt x="37430" y="8517"/>
                      <a:pt x="37430" y="18785"/>
                    </a:cubicBezTo>
                    <a:close/>
                  </a:path>
                </a:pathLst>
              </a:custGeom>
              <a:solidFill>
                <a:srgbClr val="F7A59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8" name="Freeform: Shape 4327">
                <a:extLst>
                  <a:ext uri="{FF2B5EF4-FFF2-40B4-BE49-F238E27FC236}">
                    <a16:creationId xmlns:a16="http://schemas.microsoft.com/office/drawing/2014/main" id="{A8E01AE7-BA91-F043-2450-E8423DA8ED53}"/>
                  </a:ext>
                </a:extLst>
              </p:cNvPr>
              <p:cNvSpPr/>
              <p:nvPr/>
            </p:nvSpPr>
            <p:spPr>
              <a:xfrm>
                <a:off x="1699026" y="8039624"/>
                <a:ext cx="41981" cy="41981"/>
              </a:xfrm>
              <a:custGeom>
                <a:avLst/>
                <a:gdLst>
                  <a:gd name="connsiteX0" fmla="*/ 21240 w 41981"/>
                  <a:gd name="connsiteY0" fmla="*/ 4995 h 41981"/>
                  <a:gd name="connsiteX1" fmla="*/ 37430 w 41981"/>
                  <a:gd name="connsiteY1" fmla="*/ 21185 h 41981"/>
                  <a:gd name="connsiteX2" fmla="*/ 37430 w 41981"/>
                  <a:gd name="connsiteY2" fmla="*/ 21185 h 41981"/>
                  <a:gd name="connsiteX3" fmla="*/ 21240 w 41981"/>
                  <a:gd name="connsiteY3" fmla="*/ 37375 h 41981"/>
                  <a:gd name="connsiteX4" fmla="*/ 5050 w 41981"/>
                  <a:gd name="connsiteY4" fmla="*/ 21185 h 41981"/>
                  <a:gd name="connsiteX5" fmla="*/ 21240 w 41981"/>
                  <a:gd name="connsiteY5" fmla="*/ 4995 h 41981"/>
                  <a:gd name="connsiteX6" fmla="*/ 21240 w 41981"/>
                  <a:gd name="connsiteY6" fmla="*/ 194 h 41981"/>
                  <a:gd name="connsiteX7" fmla="*/ 250 w 41981"/>
                  <a:gd name="connsiteY7" fmla="*/ 21185 h 41981"/>
                  <a:gd name="connsiteX8" fmla="*/ 21240 w 41981"/>
                  <a:gd name="connsiteY8" fmla="*/ 42175 h 41981"/>
                  <a:gd name="connsiteX9" fmla="*/ 42231 w 41981"/>
                  <a:gd name="connsiteY9" fmla="*/ 21185 h 41981"/>
                  <a:gd name="connsiteX10" fmla="*/ 42231 w 41981"/>
                  <a:gd name="connsiteY10" fmla="*/ 21185 h 41981"/>
                  <a:gd name="connsiteX11" fmla="*/ 21240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95"/>
                    </a:moveTo>
                    <a:cubicBezTo>
                      <a:pt x="30182" y="4995"/>
                      <a:pt x="37430" y="12243"/>
                      <a:pt x="37430" y="21185"/>
                    </a:cubicBezTo>
                    <a:lnTo>
                      <a:pt x="37430" y="21185"/>
                    </a:lnTo>
                    <a:cubicBezTo>
                      <a:pt x="37430" y="30127"/>
                      <a:pt x="30182" y="37375"/>
                      <a:pt x="21240" y="37375"/>
                    </a:cubicBezTo>
                    <a:cubicBezTo>
                      <a:pt x="12298" y="37375"/>
                      <a:pt x="5050" y="30127"/>
                      <a:pt x="5050" y="21185"/>
                    </a:cubicBezTo>
                    <a:cubicBezTo>
                      <a:pt x="5050" y="12243"/>
                      <a:pt x="12298" y="4995"/>
                      <a:pt x="21240" y="4995"/>
                    </a:cubicBezTo>
                    <a:close/>
                    <a:moveTo>
                      <a:pt x="21240" y="194"/>
                    </a:moveTo>
                    <a:cubicBezTo>
                      <a:pt x="9648" y="194"/>
                      <a:pt x="250" y="9592"/>
                      <a:pt x="250" y="21185"/>
                    </a:cubicBezTo>
                    <a:cubicBezTo>
                      <a:pt x="250" y="32777"/>
                      <a:pt x="9648" y="42175"/>
                      <a:pt x="21240" y="42175"/>
                    </a:cubicBezTo>
                    <a:cubicBezTo>
                      <a:pt x="32833" y="42175"/>
                      <a:pt x="42231" y="32777"/>
                      <a:pt x="42231" y="21185"/>
                    </a:cubicBezTo>
                    <a:lnTo>
                      <a:pt x="42231" y="21185"/>
                    </a:lnTo>
                    <a:cubicBezTo>
                      <a:pt x="42231" y="9592"/>
                      <a:pt x="32833" y="194"/>
                      <a:pt x="21240" y="19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29" name="Freeform: Shape 4328">
                <a:extLst>
                  <a:ext uri="{FF2B5EF4-FFF2-40B4-BE49-F238E27FC236}">
                    <a16:creationId xmlns:a16="http://schemas.microsoft.com/office/drawing/2014/main" id="{B8A7BA7C-298B-944C-26DE-3A04AA48E640}"/>
                  </a:ext>
                </a:extLst>
              </p:cNvPr>
              <p:cNvSpPr/>
              <p:nvPr/>
            </p:nvSpPr>
            <p:spPr>
              <a:xfrm>
                <a:off x="1487863" y="7893169"/>
                <a:ext cx="37180" cy="37180"/>
              </a:xfrm>
              <a:custGeom>
                <a:avLst/>
                <a:gdLst>
                  <a:gd name="connsiteX0" fmla="*/ 37393 w 37180"/>
                  <a:gd name="connsiteY0" fmla="*/ 18759 h 37180"/>
                  <a:gd name="connsiteX1" fmla="*/ 18803 w 37180"/>
                  <a:gd name="connsiteY1" fmla="*/ 37349 h 37180"/>
                  <a:gd name="connsiteX2" fmla="*/ 212 w 37180"/>
                  <a:gd name="connsiteY2" fmla="*/ 18759 h 37180"/>
                  <a:gd name="connsiteX3" fmla="*/ 18803 w 37180"/>
                  <a:gd name="connsiteY3" fmla="*/ 168 h 37180"/>
                  <a:gd name="connsiteX4" fmla="*/ 3739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3" y="18759"/>
                    </a:moveTo>
                    <a:cubicBezTo>
                      <a:pt x="37393" y="29026"/>
                      <a:pt x="29070" y="37349"/>
                      <a:pt x="18803" y="37349"/>
                    </a:cubicBezTo>
                    <a:cubicBezTo>
                      <a:pt x="8536" y="37349"/>
                      <a:pt x="212" y="29026"/>
                      <a:pt x="212" y="18759"/>
                    </a:cubicBezTo>
                    <a:cubicBezTo>
                      <a:pt x="212" y="8492"/>
                      <a:pt x="8536" y="168"/>
                      <a:pt x="18803" y="168"/>
                    </a:cubicBezTo>
                    <a:cubicBezTo>
                      <a:pt x="29070" y="168"/>
                      <a:pt x="37393" y="8492"/>
                      <a:pt x="37393" y="18759"/>
                    </a:cubicBezTo>
                    <a:close/>
                  </a:path>
                </a:pathLst>
              </a:custGeom>
              <a:solidFill>
                <a:srgbClr val="F7A53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0" name="Freeform: Shape 4329">
                <a:extLst>
                  <a:ext uri="{FF2B5EF4-FFF2-40B4-BE49-F238E27FC236}">
                    <a16:creationId xmlns:a16="http://schemas.microsoft.com/office/drawing/2014/main" id="{466A9D1E-DA60-7C61-392C-A589A47A77C0}"/>
                  </a:ext>
                </a:extLst>
              </p:cNvPr>
              <p:cNvSpPr/>
              <p:nvPr/>
            </p:nvSpPr>
            <p:spPr>
              <a:xfrm>
                <a:off x="1485462" y="7890769"/>
                <a:ext cx="41981" cy="41981"/>
              </a:xfrm>
              <a:custGeom>
                <a:avLst/>
                <a:gdLst>
                  <a:gd name="connsiteX0" fmla="*/ 21203 w 41981"/>
                  <a:gd name="connsiteY0" fmla="*/ 4969 h 41981"/>
                  <a:gd name="connsiteX1" fmla="*/ 37393 w 41981"/>
                  <a:gd name="connsiteY1" fmla="*/ 21159 h 41981"/>
                  <a:gd name="connsiteX2" fmla="*/ 37393 w 41981"/>
                  <a:gd name="connsiteY2" fmla="*/ 21159 h 41981"/>
                  <a:gd name="connsiteX3" fmla="*/ 21203 w 41981"/>
                  <a:gd name="connsiteY3" fmla="*/ 37349 h 41981"/>
                  <a:gd name="connsiteX4" fmla="*/ 5013 w 41981"/>
                  <a:gd name="connsiteY4" fmla="*/ 21159 h 41981"/>
                  <a:gd name="connsiteX5" fmla="*/ 21203 w 41981"/>
                  <a:gd name="connsiteY5" fmla="*/ 4969 h 41981"/>
                  <a:gd name="connsiteX6" fmla="*/ 21203 w 41981"/>
                  <a:gd name="connsiteY6" fmla="*/ 168 h 41981"/>
                  <a:gd name="connsiteX7" fmla="*/ 212 w 41981"/>
                  <a:gd name="connsiteY7" fmla="*/ 21159 h 41981"/>
                  <a:gd name="connsiteX8" fmla="*/ 21203 w 41981"/>
                  <a:gd name="connsiteY8" fmla="*/ 42150 h 41981"/>
                  <a:gd name="connsiteX9" fmla="*/ 42194 w 41981"/>
                  <a:gd name="connsiteY9" fmla="*/ 21159 h 41981"/>
                  <a:gd name="connsiteX10" fmla="*/ 42194 w 41981"/>
                  <a:gd name="connsiteY10" fmla="*/ 21159 h 41981"/>
                  <a:gd name="connsiteX11" fmla="*/ 2120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3" y="4969"/>
                    </a:moveTo>
                    <a:cubicBezTo>
                      <a:pt x="30145" y="4969"/>
                      <a:pt x="37393" y="12217"/>
                      <a:pt x="37393" y="21159"/>
                    </a:cubicBezTo>
                    <a:lnTo>
                      <a:pt x="37393" y="21159"/>
                    </a:lnTo>
                    <a:cubicBezTo>
                      <a:pt x="37393" y="30101"/>
                      <a:pt x="30145" y="37349"/>
                      <a:pt x="21203" y="37349"/>
                    </a:cubicBezTo>
                    <a:cubicBezTo>
                      <a:pt x="12261" y="37349"/>
                      <a:pt x="5013" y="30101"/>
                      <a:pt x="5013" y="21159"/>
                    </a:cubicBezTo>
                    <a:cubicBezTo>
                      <a:pt x="5013" y="12217"/>
                      <a:pt x="12261" y="4969"/>
                      <a:pt x="21203" y="4969"/>
                    </a:cubicBezTo>
                    <a:close/>
                    <a:moveTo>
                      <a:pt x="21203" y="168"/>
                    </a:moveTo>
                    <a:cubicBezTo>
                      <a:pt x="9611" y="168"/>
                      <a:pt x="212" y="9566"/>
                      <a:pt x="212" y="21159"/>
                    </a:cubicBezTo>
                    <a:cubicBezTo>
                      <a:pt x="212" y="32751"/>
                      <a:pt x="9611" y="42150"/>
                      <a:pt x="21203" y="42150"/>
                    </a:cubicBezTo>
                    <a:cubicBezTo>
                      <a:pt x="32796" y="42150"/>
                      <a:pt x="42194" y="32751"/>
                      <a:pt x="42194" y="21159"/>
                    </a:cubicBezTo>
                    <a:lnTo>
                      <a:pt x="42194" y="21159"/>
                    </a:lnTo>
                    <a:cubicBezTo>
                      <a:pt x="42194" y="9566"/>
                      <a:pt x="32796" y="168"/>
                      <a:pt x="21203"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1" name="Freeform: Shape 4330">
                <a:extLst>
                  <a:ext uri="{FF2B5EF4-FFF2-40B4-BE49-F238E27FC236}">
                    <a16:creationId xmlns:a16="http://schemas.microsoft.com/office/drawing/2014/main" id="{DA14B4F2-160C-C3B2-6F0F-2F5B1E72EAB9}"/>
                  </a:ext>
                </a:extLst>
              </p:cNvPr>
              <p:cNvSpPr/>
              <p:nvPr/>
            </p:nvSpPr>
            <p:spPr>
              <a:xfrm>
                <a:off x="1827512" y="8070416"/>
                <a:ext cx="37180" cy="37180"/>
              </a:xfrm>
              <a:custGeom>
                <a:avLst/>
                <a:gdLst>
                  <a:gd name="connsiteX0" fmla="*/ 37452 w 37180"/>
                  <a:gd name="connsiteY0" fmla="*/ 18789 h 37180"/>
                  <a:gd name="connsiteX1" fmla="*/ 18862 w 37180"/>
                  <a:gd name="connsiteY1" fmla="*/ 37380 h 37180"/>
                  <a:gd name="connsiteX2" fmla="*/ 271 w 37180"/>
                  <a:gd name="connsiteY2" fmla="*/ 18789 h 37180"/>
                  <a:gd name="connsiteX3" fmla="*/ 18862 w 37180"/>
                  <a:gd name="connsiteY3" fmla="*/ 199 h 37180"/>
                  <a:gd name="connsiteX4" fmla="*/ 37452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89"/>
                    </a:moveTo>
                    <a:cubicBezTo>
                      <a:pt x="37452" y="29057"/>
                      <a:pt x="29129" y="37380"/>
                      <a:pt x="18862" y="37380"/>
                    </a:cubicBezTo>
                    <a:cubicBezTo>
                      <a:pt x="8595" y="37380"/>
                      <a:pt x="271" y="29057"/>
                      <a:pt x="271" y="18789"/>
                    </a:cubicBezTo>
                    <a:cubicBezTo>
                      <a:pt x="271" y="8522"/>
                      <a:pt x="8595" y="199"/>
                      <a:pt x="18862" y="199"/>
                    </a:cubicBezTo>
                    <a:cubicBezTo>
                      <a:pt x="29129" y="199"/>
                      <a:pt x="37452" y="8522"/>
                      <a:pt x="37452" y="18789"/>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2" name="Freeform: Shape 4331">
                <a:extLst>
                  <a:ext uri="{FF2B5EF4-FFF2-40B4-BE49-F238E27FC236}">
                    <a16:creationId xmlns:a16="http://schemas.microsoft.com/office/drawing/2014/main" id="{33A8B8A2-07D6-AE8E-5282-66E7C3F045F2}"/>
                  </a:ext>
                </a:extLst>
              </p:cNvPr>
              <p:cNvSpPr/>
              <p:nvPr/>
            </p:nvSpPr>
            <p:spPr>
              <a:xfrm>
                <a:off x="1825112" y="8068015"/>
                <a:ext cx="41981" cy="41981"/>
              </a:xfrm>
              <a:custGeom>
                <a:avLst/>
                <a:gdLst>
                  <a:gd name="connsiteX0" fmla="*/ 21262 w 41981"/>
                  <a:gd name="connsiteY0" fmla="*/ 4999 h 41981"/>
                  <a:gd name="connsiteX1" fmla="*/ 37452 w 41981"/>
                  <a:gd name="connsiteY1" fmla="*/ 21190 h 41981"/>
                  <a:gd name="connsiteX2" fmla="*/ 37452 w 41981"/>
                  <a:gd name="connsiteY2" fmla="*/ 21190 h 41981"/>
                  <a:gd name="connsiteX3" fmla="*/ 21262 w 41981"/>
                  <a:gd name="connsiteY3" fmla="*/ 37380 h 41981"/>
                  <a:gd name="connsiteX4" fmla="*/ 5072 w 41981"/>
                  <a:gd name="connsiteY4" fmla="*/ 21190 h 41981"/>
                  <a:gd name="connsiteX5" fmla="*/ 21262 w 41981"/>
                  <a:gd name="connsiteY5" fmla="*/ 4999 h 41981"/>
                  <a:gd name="connsiteX6" fmla="*/ 21262 w 41981"/>
                  <a:gd name="connsiteY6" fmla="*/ 199 h 41981"/>
                  <a:gd name="connsiteX7" fmla="*/ 271 w 41981"/>
                  <a:gd name="connsiteY7" fmla="*/ 21190 h 41981"/>
                  <a:gd name="connsiteX8" fmla="*/ 21262 w 41981"/>
                  <a:gd name="connsiteY8" fmla="*/ 42180 h 41981"/>
                  <a:gd name="connsiteX9" fmla="*/ 42253 w 41981"/>
                  <a:gd name="connsiteY9" fmla="*/ 21190 h 41981"/>
                  <a:gd name="connsiteX10" fmla="*/ 42253 w 41981"/>
                  <a:gd name="connsiteY10" fmla="*/ 21190 h 41981"/>
                  <a:gd name="connsiteX11" fmla="*/ 21262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99"/>
                    </a:moveTo>
                    <a:cubicBezTo>
                      <a:pt x="30204" y="4999"/>
                      <a:pt x="37452" y="12248"/>
                      <a:pt x="37452" y="21190"/>
                    </a:cubicBezTo>
                    <a:lnTo>
                      <a:pt x="37452" y="21190"/>
                    </a:lnTo>
                    <a:cubicBezTo>
                      <a:pt x="37452" y="30132"/>
                      <a:pt x="30204" y="37380"/>
                      <a:pt x="21262" y="37380"/>
                    </a:cubicBezTo>
                    <a:cubicBezTo>
                      <a:pt x="12320" y="37380"/>
                      <a:pt x="5072" y="30132"/>
                      <a:pt x="5072" y="21190"/>
                    </a:cubicBezTo>
                    <a:cubicBezTo>
                      <a:pt x="5072" y="12248"/>
                      <a:pt x="12320" y="4999"/>
                      <a:pt x="21262" y="4999"/>
                    </a:cubicBezTo>
                    <a:close/>
                    <a:moveTo>
                      <a:pt x="21262" y="199"/>
                    </a:moveTo>
                    <a:cubicBezTo>
                      <a:pt x="9669" y="199"/>
                      <a:pt x="271" y="9597"/>
                      <a:pt x="271" y="21190"/>
                    </a:cubicBezTo>
                    <a:cubicBezTo>
                      <a:pt x="271" y="32782"/>
                      <a:pt x="9669" y="42180"/>
                      <a:pt x="21262" y="42180"/>
                    </a:cubicBezTo>
                    <a:cubicBezTo>
                      <a:pt x="32855" y="42180"/>
                      <a:pt x="42253" y="32782"/>
                      <a:pt x="42253" y="21190"/>
                    </a:cubicBezTo>
                    <a:lnTo>
                      <a:pt x="42253" y="21190"/>
                    </a:lnTo>
                    <a:cubicBezTo>
                      <a:pt x="42253" y="9597"/>
                      <a:pt x="32855" y="199"/>
                      <a:pt x="21262" y="19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3" name="Freeform: Shape 4332">
                <a:extLst>
                  <a:ext uri="{FF2B5EF4-FFF2-40B4-BE49-F238E27FC236}">
                    <a16:creationId xmlns:a16="http://schemas.microsoft.com/office/drawing/2014/main" id="{0E9A2D64-620B-10B4-A9A6-1AA631F5081B}"/>
                  </a:ext>
                </a:extLst>
              </p:cNvPr>
              <p:cNvSpPr/>
              <p:nvPr/>
            </p:nvSpPr>
            <p:spPr>
              <a:xfrm>
                <a:off x="1798206" y="8065053"/>
                <a:ext cx="37180" cy="37180"/>
              </a:xfrm>
              <a:custGeom>
                <a:avLst/>
                <a:gdLst>
                  <a:gd name="connsiteX0" fmla="*/ 37447 w 37180"/>
                  <a:gd name="connsiteY0" fmla="*/ 18789 h 37180"/>
                  <a:gd name="connsiteX1" fmla="*/ 18857 w 37180"/>
                  <a:gd name="connsiteY1" fmla="*/ 37379 h 37180"/>
                  <a:gd name="connsiteX2" fmla="*/ 266 w 37180"/>
                  <a:gd name="connsiteY2" fmla="*/ 18789 h 37180"/>
                  <a:gd name="connsiteX3" fmla="*/ 18857 w 37180"/>
                  <a:gd name="connsiteY3" fmla="*/ 198 h 37180"/>
                  <a:gd name="connsiteX4" fmla="*/ 37447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89"/>
                    </a:moveTo>
                    <a:cubicBezTo>
                      <a:pt x="37447" y="29056"/>
                      <a:pt x="29124" y="37379"/>
                      <a:pt x="18857" y="37379"/>
                    </a:cubicBezTo>
                    <a:cubicBezTo>
                      <a:pt x="8590" y="37379"/>
                      <a:pt x="266" y="29056"/>
                      <a:pt x="266" y="18789"/>
                    </a:cubicBezTo>
                    <a:cubicBezTo>
                      <a:pt x="266" y="8521"/>
                      <a:pt x="8590" y="198"/>
                      <a:pt x="18857" y="198"/>
                    </a:cubicBezTo>
                    <a:cubicBezTo>
                      <a:pt x="29124" y="198"/>
                      <a:pt x="37447" y="8521"/>
                      <a:pt x="37447" y="18789"/>
                    </a:cubicBezTo>
                    <a:close/>
                  </a:path>
                </a:pathLst>
              </a:custGeom>
              <a:solidFill>
                <a:srgbClr val="F7E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4" name="Freeform: Shape 4333">
                <a:extLst>
                  <a:ext uri="{FF2B5EF4-FFF2-40B4-BE49-F238E27FC236}">
                    <a16:creationId xmlns:a16="http://schemas.microsoft.com/office/drawing/2014/main" id="{B99FF6D5-CF33-FEB2-5704-44211CFA229A}"/>
                  </a:ext>
                </a:extLst>
              </p:cNvPr>
              <p:cNvSpPr/>
              <p:nvPr/>
            </p:nvSpPr>
            <p:spPr>
              <a:xfrm>
                <a:off x="1795805" y="8062653"/>
                <a:ext cx="41981" cy="41981"/>
              </a:xfrm>
              <a:custGeom>
                <a:avLst/>
                <a:gdLst>
                  <a:gd name="connsiteX0" fmla="*/ 21257 w 41981"/>
                  <a:gd name="connsiteY0" fmla="*/ 4999 h 41981"/>
                  <a:gd name="connsiteX1" fmla="*/ 37447 w 41981"/>
                  <a:gd name="connsiteY1" fmla="*/ 21189 h 41981"/>
                  <a:gd name="connsiteX2" fmla="*/ 37447 w 41981"/>
                  <a:gd name="connsiteY2" fmla="*/ 21189 h 41981"/>
                  <a:gd name="connsiteX3" fmla="*/ 21257 w 41981"/>
                  <a:gd name="connsiteY3" fmla="*/ 37379 h 41981"/>
                  <a:gd name="connsiteX4" fmla="*/ 5067 w 41981"/>
                  <a:gd name="connsiteY4" fmla="*/ 21189 h 41981"/>
                  <a:gd name="connsiteX5" fmla="*/ 21257 w 41981"/>
                  <a:gd name="connsiteY5" fmla="*/ 4999 h 41981"/>
                  <a:gd name="connsiteX6" fmla="*/ 21257 w 41981"/>
                  <a:gd name="connsiteY6" fmla="*/ 198 h 41981"/>
                  <a:gd name="connsiteX7" fmla="*/ 266 w 41981"/>
                  <a:gd name="connsiteY7" fmla="*/ 21189 h 41981"/>
                  <a:gd name="connsiteX8" fmla="*/ 21257 w 41981"/>
                  <a:gd name="connsiteY8" fmla="*/ 42179 h 41981"/>
                  <a:gd name="connsiteX9" fmla="*/ 42248 w 41981"/>
                  <a:gd name="connsiteY9" fmla="*/ 21189 h 41981"/>
                  <a:gd name="connsiteX10" fmla="*/ 42248 w 41981"/>
                  <a:gd name="connsiteY10" fmla="*/ 21189 h 41981"/>
                  <a:gd name="connsiteX11" fmla="*/ 21257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99"/>
                    </a:moveTo>
                    <a:cubicBezTo>
                      <a:pt x="30199" y="4999"/>
                      <a:pt x="37447" y="12247"/>
                      <a:pt x="37447" y="21189"/>
                    </a:cubicBezTo>
                    <a:lnTo>
                      <a:pt x="37447" y="21189"/>
                    </a:lnTo>
                    <a:cubicBezTo>
                      <a:pt x="37447" y="30131"/>
                      <a:pt x="30199" y="37379"/>
                      <a:pt x="21257" y="37379"/>
                    </a:cubicBezTo>
                    <a:cubicBezTo>
                      <a:pt x="12315" y="37379"/>
                      <a:pt x="5067" y="30131"/>
                      <a:pt x="5067" y="21189"/>
                    </a:cubicBezTo>
                    <a:cubicBezTo>
                      <a:pt x="5067" y="12247"/>
                      <a:pt x="12315" y="4999"/>
                      <a:pt x="21257" y="4999"/>
                    </a:cubicBezTo>
                    <a:close/>
                    <a:moveTo>
                      <a:pt x="21257" y="198"/>
                    </a:moveTo>
                    <a:cubicBezTo>
                      <a:pt x="9664" y="198"/>
                      <a:pt x="266" y="9596"/>
                      <a:pt x="266" y="21189"/>
                    </a:cubicBezTo>
                    <a:cubicBezTo>
                      <a:pt x="266" y="32781"/>
                      <a:pt x="9664" y="42179"/>
                      <a:pt x="21257" y="42179"/>
                    </a:cubicBezTo>
                    <a:cubicBezTo>
                      <a:pt x="32850" y="42179"/>
                      <a:pt x="42248" y="32781"/>
                      <a:pt x="42248" y="21189"/>
                    </a:cubicBezTo>
                    <a:lnTo>
                      <a:pt x="42248" y="21189"/>
                    </a:lnTo>
                    <a:cubicBezTo>
                      <a:pt x="42248" y="9596"/>
                      <a:pt x="32850" y="198"/>
                      <a:pt x="21257"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5" name="Freeform: Shape 4334">
                <a:extLst>
                  <a:ext uri="{FF2B5EF4-FFF2-40B4-BE49-F238E27FC236}">
                    <a16:creationId xmlns:a16="http://schemas.microsoft.com/office/drawing/2014/main" id="{65116ECF-28A2-03B9-B51C-9AC6CAB825A1}"/>
                  </a:ext>
                </a:extLst>
              </p:cNvPr>
              <p:cNvSpPr/>
              <p:nvPr/>
            </p:nvSpPr>
            <p:spPr>
              <a:xfrm>
                <a:off x="1832345" y="7972467"/>
                <a:ext cx="37180" cy="37180"/>
              </a:xfrm>
              <a:custGeom>
                <a:avLst/>
                <a:gdLst>
                  <a:gd name="connsiteX0" fmla="*/ 37453 w 37180"/>
                  <a:gd name="connsiteY0" fmla="*/ 18772 h 37180"/>
                  <a:gd name="connsiteX1" fmla="*/ 18863 w 37180"/>
                  <a:gd name="connsiteY1" fmla="*/ 37363 h 37180"/>
                  <a:gd name="connsiteX2" fmla="*/ 272 w 37180"/>
                  <a:gd name="connsiteY2" fmla="*/ 18772 h 37180"/>
                  <a:gd name="connsiteX3" fmla="*/ 18863 w 37180"/>
                  <a:gd name="connsiteY3" fmla="*/ 182 h 37180"/>
                  <a:gd name="connsiteX4" fmla="*/ 37453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72"/>
                    </a:moveTo>
                    <a:cubicBezTo>
                      <a:pt x="37453" y="29040"/>
                      <a:pt x="29130" y="37363"/>
                      <a:pt x="18863" y="37363"/>
                    </a:cubicBezTo>
                    <a:cubicBezTo>
                      <a:pt x="8596" y="37363"/>
                      <a:pt x="272" y="29040"/>
                      <a:pt x="272" y="18772"/>
                    </a:cubicBezTo>
                    <a:cubicBezTo>
                      <a:pt x="272" y="8505"/>
                      <a:pt x="8596" y="182"/>
                      <a:pt x="18863" y="182"/>
                    </a:cubicBezTo>
                    <a:cubicBezTo>
                      <a:pt x="29130" y="182"/>
                      <a:pt x="37453" y="8505"/>
                      <a:pt x="37453" y="18772"/>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6" name="Freeform: Shape 4335">
                <a:extLst>
                  <a:ext uri="{FF2B5EF4-FFF2-40B4-BE49-F238E27FC236}">
                    <a16:creationId xmlns:a16="http://schemas.microsoft.com/office/drawing/2014/main" id="{4CD16958-C591-EC50-F374-33E164D53851}"/>
                  </a:ext>
                </a:extLst>
              </p:cNvPr>
              <p:cNvSpPr/>
              <p:nvPr/>
            </p:nvSpPr>
            <p:spPr>
              <a:xfrm>
                <a:off x="1829945" y="7970067"/>
                <a:ext cx="41981" cy="41981"/>
              </a:xfrm>
              <a:custGeom>
                <a:avLst/>
                <a:gdLst>
                  <a:gd name="connsiteX0" fmla="*/ 21263 w 41981"/>
                  <a:gd name="connsiteY0" fmla="*/ 4982 h 41981"/>
                  <a:gd name="connsiteX1" fmla="*/ 37453 w 41981"/>
                  <a:gd name="connsiteY1" fmla="*/ 21173 h 41981"/>
                  <a:gd name="connsiteX2" fmla="*/ 37453 w 41981"/>
                  <a:gd name="connsiteY2" fmla="*/ 21173 h 41981"/>
                  <a:gd name="connsiteX3" fmla="*/ 21263 w 41981"/>
                  <a:gd name="connsiteY3" fmla="*/ 37363 h 41981"/>
                  <a:gd name="connsiteX4" fmla="*/ 5073 w 41981"/>
                  <a:gd name="connsiteY4" fmla="*/ 21173 h 41981"/>
                  <a:gd name="connsiteX5" fmla="*/ 21263 w 41981"/>
                  <a:gd name="connsiteY5" fmla="*/ 4982 h 41981"/>
                  <a:gd name="connsiteX6" fmla="*/ 21263 w 41981"/>
                  <a:gd name="connsiteY6" fmla="*/ 182 h 41981"/>
                  <a:gd name="connsiteX7" fmla="*/ 272 w 41981"/>
                  <a:gd name="connsiteY7" fmla="*/ 21173 h 41981"/>
                  <a:gd name="connsiteX8" fmla="*/ 21263 w 41981"/>
                  <a:gd name="connsiteY8" fmla="*/ 42163 h 41981"/>
                  <a:gd name="connsiteX9" fmla="*/ 42253 w 41981"/>
                  <a:gd name="connsiteY9" fmla="*/ 21173 h 41981"/>
                  <a:gd name="connsiteX10" fmla="*/ 42253 w 41981"/>
                  <a:gd name="connsiteY10" fmla="*/ 21173 h 41981"/>
                  <a:gd name="connsiteX11" fmla="*/ 2126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2"/>
                    </a:moveTo>
                    <a:cubicBezTo>
                      <a:pt x="30205" y="4982"/>
                      <a:pt x="37453" y="12231"/>
                      <a:pt x="37453" y="21173"/>
                    </a:cubicBezTo>
                    <a:lnTo>
                      <a:pt x="37453" y="21173"/>
                    </a:lnTo>
                    <a:cubicBezTo>
                      <a:pt x="37453" y="30115"/>
                      <a:pt x="30205" y="37363"/>
                      <a:pt x="21263" y="37363"/>
                    </a:cubicBezTo>
                    <a:cubicBezTo>
                      <a:pt x="12321" y="37363"/>
                      <a:pt x="5073" y="30115"/>
                      <a:pt x="5073" y="21173"/>
                    </a:cubicBezTo>
                    <a:cubicBezTo>
                      <a:pt x="5073" y="12231"/>
                      <a:pt x="12321" y="4982"/>
                      <a:pt x="21263" y="4982"/>
                    </a:cubicBezTo>
                    <a:close/>
                    <a:moveTo>
                      <a:pt x="21263" y="182"/>
                    </a:moveTo>
                    <a:cubicBezTo>
                      <a:pt x="9670" y="182"/>
                      <a:pt x="272" y="9580"/>
                      <a:pt x="272" y="21173"/>
                    </a:cubicBezTo>
                    <a:cubicBezTo>
                      <a:pt x="272" y="32765"/>
                      <a:pt x="9670" y="42163"/>
                      <a:pt x="21263" y="42163"/>
                    </a:cubicBezTo>
                    <a:cubicBezTo>
                      <a:pt x="32855" y="42163"/>
                      <a:pt x="42253" y="32765"/>
                      <a:pt x="42253" y="21173"/>
                    </a:cubicBezTo>
                    <a:lnTo>
                      <a:pt x="42253" y="21173"/>
                    </a:lnTo>
                    <a:cubicBezTo>
                      <a:pt x="42253" y="9580"/>
                      <a:pt x="32855" y="182"/>
                      <a:pt x="21263"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7" name="Freeform: Shape 4336">
                <a:extLst>
                  <a:ext uri="{FF2B5EF4-FFF2-40B4-BE49-F238E27FC236}">
                    <a16:creationId xmlns:a16="http://schemas.microsoft.com/office/drawing/2014/main" id="{AC001FB0-D1E2-B208-08FA-EAFC4FA3FCF9}"/>
                  </a:ext>
                </a:extLst>
              </p:cNvPr>
              <p:cNvSpPr/>
              <p:nvPr/>
            </p:nvSpPr>
            <p:spPr>
              <a:xfrm>
                <a:off x="1505194" y="7884172"/>
                <a:ext cx="37180" cy="37180"/>
              </a:xfrm>
              <a:custGeom>
                <a:avLst/>
                <a:gdLst>
                  <a:gd name="connsiteX0" fmla="*/ 37396 w 37180"/>
                  <a:gd name="connsiteY0" fmla="*/ 18757 h 37180"/>
                  <a:gd name="connsiteX1" fmla="*/ 18806 w 37180"/>
                  <a:gd name="connsiteY1" fmla="*/ 37348 h 37180"/>
                  <a:gd name="connsiteX2" fmla="*/ 216 w 37180"/>
                  <a:gd name="connsiteY2" fmla="*/ 18757 h 37180"/>
                  <a:gd name="connsiteX3" fmla="*/ 18806 w 37180"/>
                  <a:gd name="connsiteY3" fmla="*/ 167 h 37180"/>
                  <a:gd name="connsiteX4" fmla="*/ 37396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6" y="18757"/>
                    </a:moveTo>
                    <a:cubicBezTo>
                      <a:pt x="37396" y="29024"/>
                      <a:pt x="29073" y="37348"/>
                      <a:pt x="18806" y="37348"/>
                    </a:cubicBezTo>
                    <a:cubicBezTo>
                      <a:pt x="8539" y="37348"/>
                      <a:pt x="216" y="29024"/>
                      <a:pt x="216" y="18757"/>
                    </a:cubicBezTo>
                    <a:cubicBezTo>
                      <a:pt x="216" y="8490"/>
                      <a:pt x="8539" y="167"/>
                      <a:pt x="18806" y="167"/>
                    </a:cubicBezTo>
                    <a:cubicBezTo>
                      <a:pt x="29073" y="167"/>
                      <a:pt x="37396" y="8490"/>
                      <a:pt x="37396" y="18757"/>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8" name="Freeform: Shape 4337">
                <a:extLst>
                  <a:ext uri="{FF2B5EF4-FFF2-40B4-BE49-F238E27FC236}">
                    <a16:creationId xmlns:a16="http://schemas.microsoft.com/office/drawing/2014/main" id="{C7BCBBF0-9024-C938-4597-146DD69434DB}"/>
                  </a:ext>
                </a:extLst>
              </p:cNvPr>
              <p:cNvSpPr/>
              <p:nvPr/>
            </p:nvSpPr>
            <p:spPr>
              <a:xfrm>
                <a:off x="1502794" y="7881772"/>
                <a:ext cx="41981" cy="41981"/>
              </a:xfrm>
              <a:custGeom>
                <a:avLst/>
                <a:gdLst>
                  <a:gd name="connsiteX0" fmla="*/ 21206 w 41981"/>
                  <a:gd name="connsiteY0" fmla="*/ 4967 h 41981"/>
                  <a:gd name="connsiteX1" fmla="*/ 37396 w 41981"/>
                  <a:gd name="connsiteY1" fmla="*/ 21157 h 41981"/>
                  <a:gd name="connsiteX2" fmla="*/ 37396 w 41981"/>
                  <a:gd name="connsiteY2" fmla="*/ 21157 h 41981"/>
                  <a:gd name="connsiteX3" fmla="*/ 21206 w 41981"/>
                  <a:gd name="connsiteY3" fmla="*/ 37348 h 41981"/>
                  <a:gd name="connsiteX4" fmla="*/ 5016 w 41981"/>
                  <a:gd name="connsiteY4" fmla="*/ 21157 h 41981"/>
                  <a:gd name="connsiteX5" fmla="*/ 21206 w 41981"/>
                  <a:gd name="connsiteY5" fmla="*/ 4967 h 41981"/>
                  <a:gd name="connsiteX6" fmla="*/ 21206 w 41981"/>
                  <a:gd name="connsiteY6" fmla="*/ 167 h 41981"/>
                  <a:gd name="connsiteX7" fmla="*/ 216 w 41981"/>
                  <a:gd name="connsiteY7" fmla="*/ 21157 h 41981"/>
                  <a:gd name="connsiteX8" fmla="*/ 21206 w 41981"/>
                  <a:gd name="connsiteY8" fmla="*/ 42148 h 41981"/>
                  <a:gd name="connsiteX9" fmla="*/ 42197 w 41981"/>
                  <a:gd name="connsiteY9" fmla="*/ 21157 h 41981"/>
                  <a:gd name="connsiteX10" fmla="*/ 42197 w 41981"/>
                  <a:gd name="connsiteY10" fmla="*/ 21157 h 41981"/>
                  <a:gd name="connsiteX11" fmla="*/ 21206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6" y="4967"/>
                    </a:moveTo>
                    <a:cubicBezTo>
                      <a:pt x="30148" y="4967"/>
                      <a:pt x="37396" y="12216"/>
                      <a:pt x="37396" y="21157"/>
                    </a:cubicBezTo>
                    <a:lnTo>
                      <a:pt x="37396" y="21157"/>
                    </a:lnTo>
                    <a:cubicBezTo>
                      <a:pt x="37396" y="30099"/>
                      <a:pt x="30148" y="37348"/>
                      <a:pt x="21206" y="37348"/>
                    </a:cubicBezTo>
                    <a:cubicBezTo>
                      <a:pt x="12264" y="37348"/>
                      <a:pt x="5016" y="30099"/>
                      <a:pt x="5016" y="21157"/>
                    </a:cubicBezTo>
                    <a:cubicBezTo>
                      <a:pt x="5016" y="12216"/>
                      <a:pt x="12264" y="4967"/>
                      <a:pt x="21206" y="4967"/>
                    </a:cubicBezTo>
                    <a:close/>
                    <a:moveTo>
                      <a:pt x="21206" y="167"/>
                    </a:moveTo>
                    <a:cubicBezTo>
                      <a:pt x="9614" y="167"/>
                      <a:pt x="216" y="9565"/>
                      <a:pt x="216" y="21157"/>
                    </a:cubicBezTo>
                    <a:cubicBezTo>
                      <a:pt x="216" y="32750"/>
                      <a:pt x="9614" y="42148"/>
                      <a:pt x="21206" y="42148"/>
                    </a:cubicBezTo>
                    <a:cubicBezTo>
                      <a:pt x="32799" y="42148"/>
                      <a:pt x="42197" y="32750"/>
                      <a:pt x="42197" y="21157"/>
                    </a:cubicBezTo>
                    <a:lnTo>
                      <a:pt x="42197" y="21157"/>
                    </a:lnTo>
                    <a:cubicBezTo>
                      <a:pt x="42197" y="9565"/>
                      <a:pt x="32799" y="167"/>
                      <a:pt x="21206"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39" name="Freeform: Shape 4338">
                <a:extLst>
                  <a:ext uri="{FF2B5EF4-FFF2-40B4-BE49-F238E27FC236}">
                    <a16:creationId xmlns:a16="http://schemas.microsoft.com/office/drawing/2014/main" id="{A2504FB8-3956-01CA-A1CC-3D98975DB572}"/>
                  </a:ext>
                </a:extLst>
              </p:cNvPr>
              <p:cNvSpPr/>
              <p:nvPr/>
            </p:nvSpPr>
            <p:spPr>
              <a:xfrm>
                <a:off x="1843669" y="8106191"/>
                <a:ext cx="37180" cy="37180"/>
              </a:xfrm>
              <a:custGeom>
                <a:avLst/>
                <a:gdLst>
                  <a:gd name="connsiteX0" fmla="*/ 37455 w 37180"/>
                  <a:gd name="connsiteY0" fmla="*/ 18796 h 37180"/>
                  <a:gd name="connsiteX1" fmla="*/ 18865 w 37180"/>
                  <a:gd name="connsiteY1" fmla="*/ 37386 h 37180"/>
                  <a:gd name="connsiteX2" fmla="*/ 274 w 37180"/>
                  <a:gd name="connsiteY2" fmla="*/ 18796 h 37180"/>
                  <a:gd name="connsiteX3" fmla="*/ 18865 w 37180"/>
                  <a:gd name="connsiteY3" fmla="*/ 205 h 37180"/>
                  <a:gd name="connsiteX4" fmla="*/ 37455 w 37180"/>
                  <a:gd name="connsiteY4" fmla="*/ 1879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96"/>
                    </a:moveTo>
                    <a:cubicBezTo>
                      <a:pt x="37455" y="29063"/>
                      <a:pt x="29132" y="37386"/>
                      <a:pt x="18865" y="37386"/>
                    </a:cubicBezTo>
                    <a:cubicBezTo>
                      <a:pt x="8597" y="37386"/>
                      <a:pt x="274" y="29063"/>
                      <a:pt x="274" y="18796"/>
                    </a:cubicBezTo>
                    <a:cubicBezTo>
                      <a:pt x="274" y="8529"/>
                      <a:pt x="8597" y="205"/>
                      <a:pt x="18865" y="205"/>
                    </a:cubicBezTo>
                    <a:cubicBezTo>
                      <a:pt x="29132" y="205"/>
                      <a:pt x="37455" y="8529"/>
                      <a:pt x="37455" y="18796"/>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0" name="Freeform: Shape 4339">
                <a:extLst>
                  <a:ext uri="{FF2B5EF4-FFF2-40B4-BE49-F238E27FC236}">
                    <a16:creationId xmlns:a16="http://schemas.microsoft.com/office/drawing/2014/main" id="{875B6AF5-FECB-5F21-5821-6D0B083585AB}"/>
                  </a:ext>
                </a:extLst>
              </p:cNvPr>
              <p:cNvSpPr/>
              <p:nvPr/>
            </p:nvSpPr>
            <p:spPr>
              <a:xfrm>
                <a:off x="1841269" y="8103791"/>
                <a:ext cx="41981" cy="41981"/>
              </a:xfrm>
              <a:custGeom>
                <a:avLst/>
                <a:gdLst>
                  <a:gd name="connsiteX0" fmla="*/ 21265 w 41981"/>
                  <a:gd name="connsiteY0" fmla="*/ 5006 h 41981"/>
                  <a:gd name="connsiteX1" fmla="*/ 37455 w 41981"/>
                  <a:gd name="connsiteY1" fmla="*/ 21196 h 41981"/>
                  <a:gd name="connsiteX2" fmla="*/ 37455 w 41981"/>
                  <a:gd name="connsiteY2" fmla="*/ 21196 h 41981"/>
                  <a:gd name="connsiteX3" fmla="*/ 21265 w 41981"/>
                  <a:gd name="connsiteY3" fmla="*/ 37386 h 41981"/>
                  <a:gd name="connsiteX4" fmla="*/ 5075 w 41981"/>
                  <a:gd name="connsiteY4" fmla="*/ 21196 h 41981"/>
                  <a:gd name="connsiteX5" fmla="*/ 21265 w 41981"/>
                  <a:gd name="connsiteY5" fmla="*/ 5006 h 41981"/>
                  <a:gd name="connsiteX6" fmla="*/ 21265 w 41981"/>
                  <a:gd name="connsiteY6" fmla="*/ 205 h 41981"/>
                  <a:gd name="connsiteX7" fmla="*/ 274 w 41981"/>
                  <a:gd name="connsiteY7" fmla="*/ 21196 h 41981"/>
                  <a:gd name="connsiteX8" fmla="*/ 21265 w 41981"/>
                  <a:gd name="connsiteY8" fmla="*/ 42186 h 41981"/>
                  <a:gd name="connsiteX9" fmla="*/ 42255 w 41981"/>
                  <a:gd name="connsiteY9" fmla="*/ 21196 h 41981"/>
                  <a:gd name="connsiteX10" fmla="*/ 42255 w 41981"/>
                  <a:gd name="connsiteY10" fmla="*/ 21196 h 41981"/>
                  <a:gd name="connsiteX11" fmla="*/ 21265 w 41981"/>
                  <a:gd name="connsiteY11" fmla="*/ 20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5006"/>
                    </a:moveTo>
                    <a:cubicBezTo>
                      <a:pt x="30207" y="5006"/>
                      <a:pt x="37455" y="12254"/>
                      <a:pt x="37455" y="21196"/>
                    </a:cubicBezTo>
                    <a:lnTo>
                      <a:pt x="37455" y="21196"/>
                    </a:lnTo>
                    <a:cubicBezTo>
                      <a:pt x="37455" y="30138"/>
                      <a:pt x="30207" y="37386"/>
                      <a:pt x="21265" y="37386"/>
                    </a:cubicBezTo>
                    <a:cubicBezTo>
                      <a:pt x="12323" y="37386"/>
                      <a:pt x="5075" y="30138"/>
                      <a:pt x="5075" y="21196"/>
                    </a:cubicBezTo>
                    <a:cubicBezTo>
                      <a:pt x="5075" y="12254"/>
                      <a:pt x="12323" y="5006"/>
                      <a:pt x="21265" y="5006"/>
                    </a:cubicBezTo>
                    <a:close/>
                    <a:moveTo>
                      <a:pt x="21265" y="205"/>
                    </a:moveTo>
                    <a:cubicBezTo>
                      <a:pt x="9672" y="205"/>
                      <a:pt x="274" y="9603"/>
                      <a:pt x="274" y="21196"/>
                    </a:cubicBezTo>
                    <a:cubicBezTo>
                      <a:pt x="274" y="32788"/>
                      <a:pt x="9672" y="42186"/>
                      <a:pt x="21265" y="42186"/>
                    </a:cubicBezTo>
                    <a:cubicBezTo>
                      <a:pt x="32857" y="42186"/>
                      <a:pt x="42255" y="32788"/>
                      <a:pt x="42255" y="21196"/>
                    </a:cubicBezTo>
                    <a:lnTo>
                      <a:pt x="42255" y="21196"/>
                    </a:lnTo>
                    <a:cubicBezTo>
                      <a:pt x="42255" y="9603"/>
                      <a:pt x="32857" y="205"/>
                      <a:pt x="21265" y="20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1" name="Freeform: Shape 4340">
                <a:extLst>
                  <a:ext uri="{FF2B5EF4-FFF2-40B4-BE49-F238E27FC236}">
                    <a16:creationId xmlns:a16="http://schemas.microsoft.com/office/drawing/2014/main" id="{F5A94074-B2B4-DBA8-D8FC-04A7596D0355}"/>
                  </a:ext>
                </a:extLst>
              </p:cNvPr>
              <p:cNvSpPr/>
              <p:nvPr/>
            </p:nvSpPr>
            <p:spPr>
              <a:xfrm>
                <a:off x="1802468" y="8081970"/>
                <a:ext cx="37180" cy="37180"/>
              </a:xfrm>
              <a:custGeom>
                <a:avLst/>
                <a:gdLst>
                  <a:gd name="connsiteX0" fmla="*/ 37448 w 37180"/>
                  <a:gd name="connsiteY0" fmla="*/ 18792 h 37180"/>
                  <a:gd name="connsiteX1" fmla="*/ 18858 w 37180"/>
                  <a:gd name="connsiteY1" fmla="*/ 37382 h 37180"/>
                  <a:gd name="connsiteX2" fmla="*/ 267 w 37180"/>
                  <a:gd name="connsiteY2" fmla="*/ 18792 h 37180"/>
                  <a:gd name="connsiteX3" fmla="*/ 18858 w 37180"/>
                  <a:gd name="connsiteY3" fmla="*/ 201 h 37180"/>
                  <a:gd name="connsiteX4" fmla="*/ 37448 w 37180"/>
                  <a:gd name="connsiteY4" fmla="*/ 187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92"/>
                    </a:moveTo>
                    <a:cubicBezTo>
                      <a:pt x="37448" y="29059"/>
                      <a:pt x="29125" y="37382"/>
                      <a:pt x="18858" y="37382"/>
                    </a:cubicBezTo>
                    <a:cubicBezTo>
                      <a:pt x="8590" y="37382"/>
                      <a:pt x="267" y="29059"/>
                      <a:pt x="267" y="18792"/>
                    </a:cubicBezTo>
                    <a:cubicBezTo>
                      <a:pt x="267" y="8524"/>
                      <a:pt x="8590" y="201"/>
                      <a:pt x="18858" y="201"/>
                    </a:cubicBezTo>
                    <a:cubicBezTo>
                      <a:pt x="29125" y="201"/>
                      <a:pt x="37448" y="8524"/>
                      <a:pt x="37448" y="18792"/>
                    </a:cubicBezTo>
                    <a:close/>
                  </a:path>
                </a:pathLst>
              </a:custGeom>
              <a:solidFill>
                <a:srgbClr val="F7D8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2" name="Freeform: Shape 4341">
                <a:extLst>
                  <a:ext uri="{FF2B5EF4-FFF2-40B4-BE49-F238E27FC236}">
                    <a16:creationId xmlns:a16="http://schemas.microsoft.com/office/drawing/2014/main" id="{546DB2C8-304E-DDA1-F14D-438C1E0FE6BB}"/>
                  </a:ext>
                </a:extLst>
              </p:cNvPr>
              <p:cNvSpPr/>
              <p:nvPr/>
            </p:nvSpPr>
            <p:spPr>
              <a:xfrm>
                <a:off x="1800068" y="8079570"/>
                <a:ext cx="41981" cy="41981"/>
              </a:xfrm>
              <a:custGeom>
                <a:avLst/>
                <a:gdLst>
                  <a:gd name="connsiteX0" fmla="*/ 21258 w 41981"/>
                  <a:gd name="connsiteY0" fmla="*/ 5001 h 41981"/>
                  <a:gd name="connsiteX1" fmla="*/ 37448 w 41981"/>
                  <a:gd name="connsiteY1" fmla="*/ 21192 h 41981"/>
                  <a:gd name="connsiteX2" fmla="*/ 37448 w 41981"/>
                  <a:gd name="connsiteY2" fmla="*/ 21192 h 41981"/>
                  <a:gd name="connsiteX3" fmla="*/ 21258 w 41981"/>
                  <a:gd name="connsiteY3" fmla="*/ 37382 h 41981"/>
                  <a:gd name="connsiteX4" fmla="*/ 5068 w 41981"/>
                  <a:gd name="connsiteY4" fmla="*/ 21192 h 41981"/>
                  <a:gd name="connsiteX5" fmla="*/ 21258 w 41981"/>
                  <a:gd name="connsiteY5" fmla="*/ 5001 h 41981"/>
                  <a:gd name="connsiteX6" fmla="*/ 21258 w 41981"/>
                  <a:gd name="connsiteY6" fmla="*/ 201 h 41981"/>
                  <a:gd name="connsiteX7" fmla="*/ 267 w 41981"/>
                  <a:gd name="connsiteY7" fmla="*/ 21192 h 41981"/>
                  <a:gd name="connsiteX8" fmla="*/ 21258 w 41981"/>
                  <a:gd name="connsiteY8" fmla="*/ 42182 h 41981"/>
                  <a:gd name="connsiteX9" fmla="*/ 42248 w 41981"/>
                  <a:gd name="connsiteY9" fmla="*/ 21192 h 41981"/>
                  <a:gd name="connsiteX10" fmla="*/ 42248 w 41981"/>
                  <a:gd name="connsiteY10" fmla="*/ 21192 h 41981"/>
                  <a:gd name="connsiteX11" fmla="*/ 21258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5001"/>
                    </a:moveTo>
                    <a:cubicBezTo>
                      <a:pt x="30200" y="5001"/>
                      <a:pt x="37448" y="12250"/>
                      <a:pt x="37448" y="21192"/>
                    </a:cubicBezTo>
                    <a:lnTo>
                      <a:pt x="37448" y="21192"/>
                    </a:lnTo>
                    <a:cubicBezTo>
                      <a:pt x="37448" y="30134"/>
                      <a:pt x="30200" y="37382"/>
                      <a:pt x="21258" y="37382"/>
                    </a:cubicBezTo>
                    <a:cubicBezTo>
                      <a:pt x="12316" y="37382"/>
                      <a:pt x="5068" y="30134"/>
                      <a:pt x="5068" y="21192"/>
                    </a:cubicBezTo>
                    <a:cubicBezTo>
                      <a:pt x="5068" y="12250"/>
                      <a:pt x="12316" y="5001"/>
                      <a:pt x="21258" y="5001"/>
                    </a:cubicBezTo>
                    <a:close/>
                    <a:moveTo>
                      <a:pt x="21258" y="201"/>
                    </a:moveTo>
                    <a:cubicBezTo>
                      <a:pt x="9665" y="201"/>
                      <a:pt x="267" y="9599"/>
                      <a:pt x="267" y="21192"/>
                    </a:cubicBezTo>
                    <a:cubicBezTo>
                      <a:pt x="267" y="32784"/>
                      <a:pt x="9665" y="42182"/>
                      <a:pt x="21258" y="42182"/>
                    </a:cubicBezTo>
                    <a:cubicBezTo>
                      <a:pt x="32850" y="42182"/>
                      <a:pt x="42248" y="32784"/>
                      <a:pt x="42248" y="21192"/>
                    </a:cubicBezTo>
                    <a:lnTo>
                      <a:pt x="42248" y="21192"/>
                    </a:lnTo>
                    <a:cubicBezTo>
                      <a:pt x="42248" y="9599"/>
                      <a:pt x="32850" y="201"/>
                      <a:pt x="21258"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3" name="Freeform: Shape 4342">
                <a:extLst>
                  <a:ext uri="{FF2B5EF4-FFF2-40B4-BE49-F238E27FC236}">
                    <a16:creationId xmlns:a16="http://schemas.microsoft.com/office/drawing/2014/main" id="{D480E220-F555-614E-CAE6-4139379FB07E}"/>
                  </a:ext>
                </a:extLst>
              </p:cNvPr>
              <p:cNvSpPr/>
              <p:nvPr/>
            </p:nvSpPr>
            <p:spPr>
              <a:xfrm>
                <a:off x="1801207" y="8028356"/>
                <a:ext cx="37180" cy="37180"/>
              </a:xfrm>
              <a:custGeom>
                <a:avLst/>
                <a:gdLst>
                  <a:gd name="connsiteX0" fmla="*/ 37448 w 37180"/>
                  <a:gd name="connsiteY0" fmla="*/ 18782 h 37180"/>
                  <a:gd name="connsiteX1" fmla="*/ 18857 w 37180"/>
                  <a:gd name="connsiteY1" fmla="*/ 37373 h 37180"/>
                  <a:gd name="connsiteX2" fmla="*/ 267 w 37180"/>
                  <a:gd name="connsiteY2" fmla="*/ 18782 h 37180"/>
                  <a:gd name="connsiteX3" fmla="*/ 18857 w 37180"/>
                  <a:gd name="connsiteY3" fmla="*/ 192 h 37180"/>
                  <a:gd name="connsiteX4" fmla="*/ 37448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82"/>
                    </a:moveTo>
                    <a:cubicBezTo>
                      <a:pt x="37448" y="29049"/>
                      <a:pt x="29124" y="37373"/>
                      <a:pt x="18857" y="37373"/>
                    </a:cubicBezTo>
                    <a:cubicBezTo>
                      <a:pt x="8590" y="37373"/>
                      <a:pt x="267" y="29049"/>
                      <a:pt x="267" y="18782"/>
                    </a:cubicBezTo>
                    <a:cubicBezTo>
                      <a:pt x="267" y="8515"/>
                      <a:pt x="8590" y="192"/>
                      <a:pt x="18857" y="192"/>
                    </a:cubicBezTo>
                    <a:cubicBezTo>
                      <a:pt x="29124" y="192"/>
                      <a:pt x="37448" y="8515"/>
                      <a:pt x="37448" y="18782"/>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4" name="Freeform: Shape 4343">
                <a:extLst>
                  <a:ext uri="{FF2B5EF4-FFF2-40B4-BE49-F238E27FC236}">
                    <a16:creationId xmlns:a16="http://schemas.microsoft.com/office/drawing/2014/main" id="{9BB3147B-BF35-029A-1E59-CE45A0F9B41F}"/>
                  </a:ext>
                </a:extLst>
              </p:cNvPr>
              <p:cNvSpPr/>
              <p:nvPr/>
            </p:nvSpPr>
            <p:spPr>
              <a:xfrm>
                <a:off x="1798806" y="8025956"/>
                <a:ext cx="41981" cy="41981"/>
              </a:xfrm>
              <a:custGeom>
                <a:avLst/>
                <a:gdLst>
                  <a:gd name="connsiteX0" fmla="*/ 21257 w 41981"/>
                  <a:gd name="connsiteY0" fmla="*/ 4992 h 41981"/>
                  <a:gd name="connsiteX1" fmla="*/ 37448 w 41981"/>
                  <a:gd name="connsiteY1" fmla="*/ 21182 h 41981"/>
                  <a:gd name="connsiteX2" fmla="*/ 37448 w 41981"/>
                  <a:gd name="connsiteY2" fmla="*/ 21182 h 41981"/>
                  <a:gd name="connsiteX3" fmla="*/ 21257 w 41981"/>
                  <a:gd name="connsiteY3" fmla="*/ 37373 h 41981"/>
                  <a:gd name="connsiteX4" fmla="*/ 5067 w 41981"/>
                  <a:gd name="connsiteY4" fmla="*/ 21182 h 41981"/>
                  <a:gd name="connsiteX5" fmla="*/ 21257 w 41981"/>
                  <a:gd name="connsiteY5" fmla="*/ 4992 h 41981"/>
                  <a:gd name="connsiteX6" fmla="*/ 21257 w 41981"/>
                  <a:gd name="connsiteY6" fmla="*/ 192 h 41981"/>
                  <a:gd name="connsiteX7" fmla="*/ 267 w 41981"/>
                  <a:gd name="connsiteY7" fmla="*/ 21182 h 41981"/>
                  <a:gd name="connsiteX8" fmla="*/ 21257 w 41981"/>
                  <a:gd name="connsiteY8" fmla="*/ 42173 h 41981"/>
                  <a:gd name="connsiteX9" fmla="*/ 42248 w 41981"/>
                  <a:gd name="connsiteY9" fmla="*/ 21182 h 41981"/>
                  <a:gd name="connsiteX10" fmla="*/ 42248 w 41981"/>
                  <a:gd name="connsiteY10" fmla="*/ 21182 h 41981"/>
                  <a:gd name="connsiteX11" fmla="*/ 21257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92"/>
                    </a:moveTo>
                    <a:cubicBezTo>
                      <a:pt x="30199" y="4992"/>
                      <a:pt x="37448" y="12241"/>
                      <a:pt x="37448" y="21182"/>
                    </a:cubicBezTo>
                    <a:lnTo>
                      <a:pt x="37448" y="21182"/>
                    </a:lnTo>
                    <a:cubicBezTo>
                      <a:pt x="37448" y="30124"/>
                      <a:pt x="30199" y="37373"/>
                      <a:pt x="21257" y="37373"/>
                    </a:cubicBezTo>
                    <a:cubicBezTo>
                      <a:pt x="12316" y="37373"/>
                      <a:pt x="5067" y="30124"/>
                      <a:pt x="5067" y="21182"/>
                    </a:cubicBezTo>
                    <a:cubicBezTo>
                      <a:pt x="5067" y="12241"/>
                      <a:pt x="12316" y="4992"/>
                      <a:pt x="21257" y="4992"/>
                    </a:cubicBezTo>
                    <a:close/>
                    <a:moveTo>
                      <a:pt x="21257" y="192"/>
                    </a:moveTo>
                    <a:cubicBezTo>
                      <a:pt x="9665" y="192"/>
                      <a:pt x="267" y="9590"/>
                      <a:pt x="267" y="21182"/>
                    </a:cubicBezTo>
                    <a:cubicBezTo>
                      <a:pt x="267" y="32775"/>
                      <a:pt x="9665" y="42173"/>
                      <a:pt x="21257" y="42173"/>
                    </a:cubicBezTo>
                    <a:cubicBezTo>
                      <a:pt x="32850" y="42173"/>
                      <a:pt x="42248" y="32775"/>
                      <a:pt x="42248" y="21182"/>
                    </a:cubicBezTo>
                    <a:lnTo>
                      <a:pt x="42248" y="21182"/>
                    </a:lnTo>
                    <a:cubicBezTo>
                      <a:pt x="42248" y="9590"/>
                      <a:pt x="32850" y="192"/>
                      <a:pt x="21257" y="19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5" name="Freeform: Shape 4344">
                <a:extLst>
                  <a:ext uri="{FF2B5EF4-FFF2-40B4-BE49-F238E27FC236}">
                    <a16:creationId xmlns:a16="http://schemas.microsoft.com/office/drawing/2014/main" id="{F8C94A3C-729E-CF2D-9DBC-ED3CD08CA990}"/>
                  </a:ext>
                </a:extLst>
              </p:cNvPr>
              <p:cNvSpPr/>
              <p:nvPr/>
            </p:nvSpPr>
            <p:spPr>
              <a:xfrm>
                <a:off x="1873639" y="7858338"/>
                <a:ext cx="37180" cy="37180"/>
              </a:xfrm>
              <a:custGeom>
                <a:avLst/>
                <a:gdLst>
                  <a:gd name="connsiteX0" fmla="*/ 37460 w 37180"/>
                  <a:gd name="connsiteY0" fmla="*/ 18753 h 37180"/>
                  <a:gd name="connsiteX1" fmla="*/ 18870 w 37180"/>
                  <a:gd name="connsiteY1" fmla="*/ 37343 h 37180"/>
                  <a:gd name="connsiteX2" fmla="*/ 279 w 37180"/>
                  <a:gd name="connsiteY2" fmla="*/ 18753 h 37180"/>
                  <a:gd name="connsiteX3" fmla="*/ 18870 w 37180"/>
                  <a:gd name="connsiteY3" fmla="*/ 162 h 37180"/>
                  <a:gd name="connsiteX4" fmla="*/ 37460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53"/>
                    </a:moveTo>
                    <a:cubicBezTo>
                      <a:pt x="37460" y="29020"/>
                      <a:pt x="29137" y="37343"/>
                      <a:pt x="18870" y="37343"/>
                    </a:cubicBezTo>
                    <a:cubicBezTo>
                      <a:pt x="8603" y="37343"/>
                      <a:pt x="279" y="29020"/>
                      <a:pt x="279" y="18753"/>
                    </a:cubicBezTo>
                    <a:cubicBezTo>
                      <a:pt x="279" y="8485"/>
                      <a:pt x="8603" y="162"/>
                      <a:pt x="18870" y="162"/>
                    </a:cubicBezTo>
                    <a:cubicBezTo>
                      <a:pt x="29137" y="162"/>
                      <a:pt x="37460" y="8485"/>
                      <a:pt x="37460" y="18753"/>
                    </a:cubicBezTo>
                    <a:close/>
                  </a:path>
                </a:pathLst>
              </a:custGeom>
              <a:solidFill>
                <a:srgbClr val="F7A57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6" name="Freeform: Shape 4345">
                <a:extLst>
                  <a:ext uri="{FF2B5EF4-FFF2-40B4-BE49-F238E27FC236}">
                    <a16:creationId xmlns:a16="http://schemas.microsoft.com/office/drawing/2014/main" id="{77C40AE1-B33F-BB82-AF33-52CCDCC18FD7}"/>
                  </a:ext>
                </a:extLst>
              </p:cNvPr>
              <p:cNvSpPr/>
              <p:nvPr/>
            </p:nvSpPr>
            <p:spPr>
              <a:xfrm>
                <a:off x="1871238" y="7855938"/>
                <a:ext cx="41981" cy="41981"/>
              </a:xfrm>
              <a:custGeom>
                <a:avLst/>
                <a:gdLst>
                  <a:gd name="connsiteX0" fmla="*/ 21270 w 41981"/>
                  <a:gd name="connsiteY0" fmla="*/ 4963 h 41981"/>
                  <a:gd name="connsiteX1" fmla="*/ 37460 w 41981"/>
                  <a:gd name="connsiteY1" fmla="*/ 21153 h 41981"/>
                  <a:gd name="connsiteX2" fmla="*/ 37460 w 41981"/>
                  <a:gd name="connsiteY2" fmla="*/ 21153 h 41981"/>
                  <a:gd name="connsiteX3" fmla="*/ 21270 w 41981"/>
                  <a:gd name="connsiteY3" fmla="*/ 37343 h 41981"/>
                  <a:gd name="connsiteX4" fmla="*/ 5080 w 41981"/>
                  <a:gd name="connsiteY4" fmla="*/ 21153 h 41981"/>
                  <a:gd name="connsiteX5" fmla="*/ 21270 w 41981"/>
                  <a:gd name="connsiteY5" fmla="*/ 4963 h 41981"/>
                  <a:gd name="connsiteX6" fmla="*/ 21270 w 41981"/>
                  <a:gd name="connsiteY6" fmla="*/ 162 h 41981"/>
                  <a:gd name="connsiteX7" fmla="*/ 279 w 41981"/>
                  <a:gd name="connsiteY7" fmla="*/ 21153 h 41981"/>
                  <a:gd name="connsiteX8" fmla="*/ 21270 w 41981"/>
                  <a:gd name="connsiteY8" fmla="*/ 42143 h 41981"/>
                  <a:gd name="connsiteX9" fmla="*/ 42261 w 41981"/>
                  <a:gd name="connsiteY9" fmla="*/ 21153 h 41981"/>
                  <a:gd name="connsiteX10" fmla="*/ 42261 w 41981"/>
                  <a:gd name="connsiteY10" fmla="*/ 21153 h 41981"/>
                  <a:gd name="connsiteX11" fmla="*/ 21270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63"/>
                    </a:moveTo>
                    <a:cubicBezTo>
                      <a:pt x="30212" y="4963"/>
                      <a:pt x="37460" y="12211"/>
                      <a:pt x="37460" y="21153"/>
                    </a:cubicBezTo>
                    <a:lnTo>
                      <a:pt x="37460" y="21153"/>
                    </a:lnTo>
                    <a:cubicBezTo>
                      <a:pt x="37460" y="30095"/>
                      <a:pt x="30212" y="37343"/>
                      <a:pt x="21270" y="37343"/>
                    </a:cubicBezTo>
                    <a:cubicBezTo>
                      <a:pt x="12328" y="37343"/>
                      <a:pt x="5080" y="30095"/>
                      <a:pt x="5080" y="21153"/>
                    </a:cubicBezTo>
                    <a:cubicBezTo>
                      <a:pt x="5080" y="12211"/>
                      <a:pt x="12328" y="4963"/>
                      <a:pt x="21270" y="4963"/>
                    </a:cubicBezTo>
                    <a:close/>
                    <a:moveTo>
                      <a:pt x="21270" y="162"/>
                    </a:moveTo>
                    <a:cubicBezTo>
                      <a:pt x="9677" y="162"/>
                      <a:pt x="279" y="9560"/>
                      <a:pt x="279" y="21153"/>
                    </a:cubicBezTo>
                    <a:cubicBezTo>
                      <a:pt x="279" y="32745"/>
                      <a:pt x="9677" y="42143"/>
                      <a:pt x="21270" y="42143"/>
                    </a:cubicBezTo>
                    <a:cubicBezTo>
                      <a:pt x="32863" y="42143"/>
                      <a:pt x="42261" y="32745"/>
                      <a:pt x="42261" y="21153"/>
                    </a:cubicBezTo>
                    <a:lnTo>
                      <a:pt x="42261" y="21153"/>
                    </a:lnTo>
                    <a:cubicBezTo>
                      <a:pt x="42261" y="9560"/>
                      <a:pt x="32863" y="162"/>
                      <a:pt x="21270"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7" name="Freeform: Shape 4346">
                <a:extLst>
                  <a:ext uri="{FF2B5EF4-FFF2-40B4-BE49-F238E27FC236}">
                    <a16:creationId xmlns:a16="http://schemas.microsoft.com/office/drawing/2014/main" id="{8E0CDF5F-C0BA-1186-D3AC-B0400E5DDCDF}"/>
                  </a:ext>
                </a:extLst>
              </p:cNvPr>
              <p:cNvSpPr/>
              <p:nvPr/>
            </p:nvSpPr>
            <p:spPr>
              <a:xfrm>
                <a:off x="1761059" y="7974638"/>
                <a:ext cx="37180" cy="37180"/>
              </a:xfrm>
              <a:custGeom>
                <a:avLst/>
                <a:gdLst>
                  <a:gd name="connsiteX0" fmla="*/ 37441 w 37180"/>
                  <a:gd name="connsiteY0" fmla="*/ 18773 h 37180"/>
                  <a:gd name="connsiteX1" fmla="*/ 18850 w 37180"/>
                  <a:gd name="connsiteY1" fmla="*/ 37363 h 37180"/>
                  <a:gd name="connsiteX2" fmla="*/ 260 w 37180"/>
                  <a:gd name="connsiteY2" fmla="*/ 18773 h 37180"/>
                  <a:gd name="connsiteX3" fmla="*/ 18850 w 37180"/>
                  <a:gd name="connsiteY3" fmla="*/ 182 h 37180"/>
                  <a:gd name="connsiteX4" fmla="*/ 3744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3"/>
                    </a:moveTo>
                    <a:cubicBezTo>
                      <a:pt x="37441" y="29040"/>
                      <a:pt x="29118" y="37363"/>
                      <a:pt x="18850" y="37363"/>
                    </a:cubicBezTo>
                    <a:cubicBezTo>
                      <a:pt x="8583" y="37363"/>
                      <a:pt x="260" y="29040"/>
                      <a:pt x="260" y="18773"/>
                    </a:cubicBezTo>
                    <a:cubicBezTo>
                      <a:pt x="260" y="8506"/>
                      <a:pt x="8583" y="182"/>
                      <a:pt x="18850" y="182"/>
                    </a:cubicBezTo>
                    <a:cubicBezTo>
                      <a:pt x="29118" y="182"/>
                      <a:pt x="37441" y="8506"/>
                      <a:pt x="37441" y="18773"/>
                    </a:cubicBezTo>
                    <a:close/>
                  </a:path>
                </a:pathLst>
              </a:custGeom>
              <a:solidFill>
                <a:srgbClr val="F7CBC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8" name="Freeform: Shape 4347">
                <a:extLst>
                  <a:ext uri="{FF2B5EF4-FFF2-40B4-BE49-F238E27FC236}">
                    <a16:creationId xmlns:a16="http://schemas.microsoft.com/office/drawing/2014/main" id="{820AE692-81A1-4991-CBAF-C53AAD98F920}"/>
                  </a:ext>
                </a:extLst>
              </p:cNvPr>
              <p:cNvSpPr/>
              <p:nvPr/>
            </p:nvSpPr>
            <p:spPr>
              <a:xfrm>
                <a:off x="1758659" y="7972238"/>
                <a:ext cx="41981" cy="41981"/>
              </a:xfrm>
              <a:custGeom>
                <a:avLst/>
                <a:gdLst>
                  <a:gd name="connsiteX0" fmla="*/ 21251 w 41981"/>
                  <a:gd name="connsiteY0" fmla="*/ 4983 h 41981"/>
                  <a:gd name="connsiteX1" fmla="*/ 37441 w 41981"/>
                  <a:gd name="connsiteY1" fmla="*/ 21173 h 41981"/>
                  <a:gd name="connsiteX2" fmla="*/ 37441 w 41981"/>
                  <a:gd name="connsiteY2" fmla="*/ 21173 h 41981"/>
                  <a:gd name="connsiteX3" fmla="*/ 21251 w 41981"/>
                  <a:gd name="connsiteY3" fmla="*/ 37363 h 41981"/>
                  <a:gd name="connsiteX4" fmla="*/ 5060 w 41981"/>
                  <a:gd name="connsiteY4" fmla="*/ 21173 h 41981"/>
                  <a:gd name="connsiteX5" fmla="*/ 21251 w 41981"/>
                  <a:gd name="connsiteY5" fmla="*/ 4983 h 41981"/>
                  <a:gd name="connsiteX6" fmla="*/ 21251 w 41981"/>
                  <a:gd name="connsiteY6" fmla="*/ 182 h 41981"/>
                  <a:gd name="connsiteX7" fmla="*/ 260 w 41981"/>
                  <a:gd name="connsiteY7" fmla="*/ 21173 h 41981"/>
                  <a:gd name="connsiteX8" fmla="*/ 21251 w 41981"/>
                  <a:gd name="connsiteY8" fmla="*/ 42164 h 41981"/>
                  <a:gd name="connsiteX9" fmla="*/ 42241 w 41981"/>
                  <a:gd name="connsiteY9" fmla="*/ 21173 h 41981"/>
                  <a:gd name="connsiteX10" fmla="*/ 42241 w 41981"/>
                  <a:gd name="connsiteY10" fmla="*/ 21173 h 41981"/>
                  <a:gd name="connsiteX11" fmla="*/ 21251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3"/>
                    </a:moveTo>
                    <a:cubicBezTo>
                      <a:pt x="30192" y="4983"/>
                      <a:pt x="37441" y="12231"/>
                      <a:pt x="37441" y="21173"/>
                    </a:cubicBezTo>
                    <a:lnTo>
                      <a:pt x="37441" y="21173"/>
                    </a:lnTo>
                    <a:cubicBezTo>
                      <a:pt x="37441" y="30115"/>
                      <a:pt x="30192" y="37363"/>
                      <a:pt x="21251" y="37363"/>
                    </a:cubicBezTo>
                    <a:cubicBezTo>
                      <a:pt x="12309" y="37363"/>
                      <a:pt x="5060" y="30115"/>
                      <a:pt x="5060" y="21173"/>
                    </a:cubicBezTo>
                    <a:cubicBezTo>
                      <a:pt x="5060" y="12231"/>
                      <a:pt x="12309" y="4983"/>
                      <a:pt x="21251" y="4983"/>
                    </a:cubicBezTo>
                    <a:close/>
                    <a:moveTo>
                      <a:pt x="21251" y="182"/>
                    </a:moveTo>
                    <a:cubicBezTo>
                      <a:pt x="9658" y="182"/>
                      <a:pt x="260" y="9580"/>
                      <a:pt x="260" y="21173"/>
                    </a:cubicBezTo>
                    <a:cubicBezTo>
                      <a:pt x="260" y="32766"/>
                      <a:pt x="9658" y="42164"/>
                      <a:pt x="21251" y="42164"/>
                    </a:cubicBezTo>
                    <a:cubicBezTo>
                      <a:pt x="32843" y="42164"/>
                      <a:pt x="42241" y="32766"/>
                      <a:pt x="42241" y="21173"/>
                    </a:cubicBezTo>
                    <a:lnTo>
                      <a:pt x="42241" y="21173"/>
                    </a:lnTo>
                    <a:cubicBezTo>
                      <a:pt x="42241" y="9580"/>
                      <a:pt x="32843" y="182"/>
                      <a:pt x="21251"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49" name="Freeform: Shape 4348">
                <a:extLst>
                  <a:ext uri="{FF2B5EF4-FFF2-40B4-BE49-F238E27FC236}">
                    <a16:creationId xmlns:a16="http://schemas.microsoft.com/office/drawing/2014/main" id="{07B79C68-8A90-9139-613B-1E83B9825CDF}"/>
                  </a:ext>
                </a:extLst>
              </p:cNvPr>
              <p:cNvSpPr/>
              <p:nvPr/>
            </p:nvSpPr>
            <p:spPr>
              <a:xfrm>
                <a:off x="1809806" y="7803739"/>
                <a:ext cx="37180" cy="37180"/>
              </a:xfrm>
              <a:custGeom>
                <a:avLst/>
                <a:gdLst>
                  <a:gd name="connsiteX0" fmla="*/ 37449 w 37180"/>
                  <a:gd name="connsiteY0" fmla="*/ 18743 h 37180"/>
                  <a:gd name="connsiteX1" fmla="*/ 18859 w 37180"/>
                  <a:gd name="connsiteY1" fmla="*/ 37334 h 37180"/>
                  <a:gd name="connsiteX2" fmla="*/ 268 w 37180"/>
                  <a:gd name="connsiteY2" fmla="*/ 18743 h 37180"/>
                  <a:gd name="connsiteX3" fmla="*/ 18859 w 37180"/>
                  <a:gd name="connsiteY3" fmla="*/ 153 h 37180"/>
                  <a:gd name="connsiteX4" fmla="*/ 37449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43"/>
                    </a:moveTo>
                    <a:cubicBezTo>
                      <a:pt x="37449" y="29010"/>
                      <a:pt x="29126" y="37334"/>
                      <a:pt x="18859" y="37334"/>
                    </a:cubicBezTo>
                    <a:cubicBezTo>
                      <a:pt x="8592" y="37334"/>
                      <a:pt x="268" y="29010"/>
                      <a:pt x="268" y="18743"/>
                    </a:cubicBezTo>
                    <a:cubicBezTo>
                      <a:pt x="268" y="8476"/>
                      <a:pt x="8592" y="153"/>
                      <a:pt x="18859" y="153"/>
                    </a:cubicBezTo>
                    <a:cubicBezTo>
                      <a:pt x="29126" y="153"/>
                      <a:pt x="37449" y="8476"/>
                      <a:pt x="37449" y="18743"/>
                    </a:cubicBezTo>
                    <a:close/>
                  </a:path>
                </a:pathLst>
              </a:custGeom>
              <a:solidFill>
                <a:srgbClr val="51F75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0" name="Freeform: Shape 4349">
                <a:extLst>
                  <a:ext uri="{FF2B5EF4-FFF2-40B4-BE49-F238E27FC236}">
                    <a16:creationId xmlns:a16="http://schemas.microsoft.com/office/drawing/2014/main" id="{901BD844-B6F6-4B62-9908-9DE12E933E36}"/>
                  </a:ext>
                </a:extLst>
              </p:cNvPr>
              <p:cNvSpPr/>
              <p:nvPr/>
            </p:nvSpPr>
            <p:spPr>
              <a:xfrm>
                <a:off x="1807406" y="7801339"/>
                <a:ext cx="41981" cy="41981"/>
              </a:xfrm>
              <a:custGeom>
                <a:avLst/>
                <a:gdLst>
                  <a:gd name="connsiteX0" fmla="*/ 21259 w 41981"/>
                  <a:gd name="connsiteY0" fmla="*/ 4953 h 41981"/>
                  <a:gd name="connsiteX1" fmla="*/ 37449 w 41981"/>
                  <a:gd name="connsiteY1" fmla="*/ 21143 h 41981"/>
                  <a:gd name="connsiteX2" fmla="*/ 37449 w 41981"/>
                  <a:gd name="connsiteY2" fmla="*/ 21143 h 41981"/>
                  <a:gd name="connsiteX3" fmla="*/ 21259 w 41981"/>
                  <a:gd name="connsiteY3" fmla="*/ 37334 h 41981"/>
                  <a:gd name="connsiteX4" fmla="*/ 5069 w 41981"/>
                  <a:gd name="connsiteY4" fmla="*/ 21143 h 41981"/>
                  <a:gd name="connsiteX5" fmla="*/ 21259 w 41981"/>
                  <a:gd name="connsiteY5" fmla="*/ 4953 h 41981"/>
                  <a:gd name="connsiteX6" fmla="*/ 21259 w 41981"/>
                  <a:gd name="connsiteY6" fmla="*/ 153 h 41981"/>
                  <a:gd name="connsiteX7" fmla="*/ 268 w 41981"/>
                  <a:gd name="connsiteY7" fmla="*/ 21143 h 41981"/>
                  <a:gd name="connsiteX8" fmla="*/ 21259 w 41981"/>
                  <a:gd name="connsiteY8" fmla="*/ 42134 h 41981"/>
                  <a:gd name="connsiteX9" fmla="*/ 42250 w 41981"/>
                  <a:gd name="connsiteY9" fmla="*/ 21143 h 41981"/>
                  <a:gd name="connsiteX10" fmla="*/ 42250 w 41981"/>
                  <a:gd name="connsiteY10" fmla="*/ 21143 h 41981"/>
                  <a:gd name="connsiteX11" fmla="*/ 21259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3"/>
                    </a:moveTo>
                    <a:cubicBezTo>
                      <a:pt x="30201" y="4953"/>
                      <a:pt x="37449" y="12202"/>
                      <a:pt x="37449" y="21143"/>
                    </a:cubicBezTo>
                    <a:lnTo>
                      <a:pt x="37449" y="21143"/>
                    </a:lnTo>
                    <a:cubicBezTo>
                      <a:pt x="37449" y="30085"/>
                      <a:pt x="30201" y="37334"/>
                      <a:pt x="21259" y="37334"/>
                    </a:cubicBezTo>
                    <a:cubicBezTo>
                      <a:pt x="12317" y="37334"/>
                      <a:pt x="5069" y="30085"/>
                      <a:pt x="5069" y="21143"/>
                    </a:cubicBezTo>
                    <a:cubicBezTo>
                      <a:pt x="5069" y="12202"/>
                      <a:pt x="12317" y="4953"/>
                      <a:pt x="21259" y="4953"/>
                    </a:cubicBezTo>
                    <a:close/>
                    <a:moveTo>
                      <a:pt x="21259" y="153"/>
                    </a:moveTo>
                    <a:cubicBezTo>
                      <a:pt x="9666" y="153"/>
                      <a:pt x="268" y="9551"/>
                      <a:pt x="268" y="21143"/>
                    </a:cubicBezTo>
                    <a:cubicBezTo>
                      <a:pt x="268" y="32736"/>
                      <a:pt x="9666" y="42134"/>
                      <a:pt x="21259" y="42134"/>
                    </a:cubicBezTo>
                    <a:cubicBezTo>
                      <a:pt x="32852" y="42134"/>
                      <a:pt x="42250" y="32736"/>
                      <a:pt x="42250" y="21143"/>
                    </a:cubicBezTo>
                    <a:lnTo>
                      <a:pt x="42250" y="21143"/>
                    </a:lnTo>
                    <a:cubicBezTo>
                      <a:pt x="42250" y="9551"/>
                      <a:pt x="32852" y="153"/>
                      <a:pt x="21259"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1" name="Freeform: Shape 4350">
                <a:extLst>
                  <a:ext uri="{FF2B5EF4-FFF2-40B4-BE49-F238E27FC236}">
                    <a16:creationId xmlns:a16="http://schemas.microsoft.com/office/drawing/2014/main" id="{83721C69-2C5F-42C1-84C4-7D2BF4F7121A}"/>
                  </a:ext>
                </a:extLst>
              </p:cNvPr>
              <p:cNvSpPr/>
              <p:nvPr/>
            </p:nvSpPr>
            <p:spPr>
              <a:xfrm>
                <a:off x="1857724" y="7966194"/>
                <a:ext cx="37180" cy="37180"/>
              </a:xfrm>
              <a:custGeom>
                <a:avLst/>
                <a:gdLst>
                  <a:gd name="connsiteX0" fmla="*/ 37458 w 37180"/>
                  <a:gd name="connsiteY0" fmla="*/ 18771 h 37180"/>
                  <a:gd name="connsiteX1" fmla="*/ 18867 w 37180"/>
                  <a:gd name="connsiteY1" fmla="*/ 37362 h 37180"/>
                  <a:gd name="connsiteX2" fmla="*/ 277 w 37180"/>
                  <a:gd name="connsiteY2" fmla="*/ 18771 h 37180"/>
                  <a:gd name="connsiteX3" fmla="*/ 18867 w 37180"/>
                  <a:gd name="connsiteY3" fmla="*/ 181 h 37180"/>
                  <a:gd name="connsiteX4" fmla="*/ 3745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71"/>
                    </a:moveTo>
                    <a:cubicBezTo>
                      <a:pt x="37458" y="29039"/>
                      <a:pt x="29134" y="37362"/>
                      <a:pt x="18867" y="37362"/>
                    </a:cubicBezTo>
                    <a:cubicBezTo>
                      <a:pt x="8600" y="37362"/>
                      <a:pt x="277" y="29039"/>
                      <a:pt x="277" y="18771"/>
                    </a:cubicBezTo>
                    <a:cubicBezTo>
                      <a:pt x="277" y="8504"/>
                      <a:pt x="8600" y="181"/>
                      <a:pt x="18867" y="181"/>
                    </a:cubicBezTo>
                    <a:cubicBezTo>
                      <a:pt x="29134" y="181"/>
                      <a:pt x="37458" y="8504"/>
                      <a:pt x="37458" y="18771"/>
                    </a:cubicBezTo>
                    <a:close/>
                  </a:path>
                </a:pathLst>
              </a:custGeom>
              <a:solidFill>
                <a:srgbClr val="F7B3B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2" name="Freeform: Shape 4351">
                <a:extLst>
                  <a:ext uri="{FF2B5EF4-FFF2-40B4-BE49-F238E27FC236}">
                    <a16:creationId xmlns:a16="http://schemas.microsoft.com/office/drawing/2014/main" id="{673B44FB-853A-697A-C975-451BC7C3A4AC}"/>
                  </a:ext>
                </a:extLst>
              </p:cNvPr>
              <p:cNvSpPr/>
              <p:nvPr/>
            </p:nvSpPr>
            <p:spPr>
              <a:xfrm>
                <a:off x="1855324" y="7963794"/>
                <a:ext cx="41981" cy="41981"/>
              </a:xfrm>
              <a:custGeom>
                <a:avLst/>
                <a:gdLst>
                  <a:gd name="connsiteX0" fmla="*/ 21267 w 41981"/>
                  <a:gd name="connsiteY0" fmla="*/ 4981 h 41981"/>
                  <a:gd name="connsiteX1" fmla="*/ 37458 w 41981"/>
                  <a:gd name="connsiteY1" fmla="*/ 21172 h 41981"/>
                  <a:gd name="connsiteX2" fmla="*/ 37458 w 41981"/>
                  <a:gd name="connsiteY2" fmla="*/ 21172 h 41981"/>
                  <a:gd name="connsiteX3" fmla="*/ 21267 w 41981"/>
                  <a:gd name="connsiteY3" fmla="*/ 37362 h 41981"/>
                  <a:gd name="connsiteX4" fmla="*/ 5077 w 41981"/>
                  <a:gd name="connsiteY4" fmla="*/ 21172 h 41981"/>
                  <a:gd name="connsiteX5" fmla="*/ 21267 w 41981"/>
                  <a:gd name="connsiteY5" fmla="*/ 4981 h 41981"/>
                  <a:gd name="connsiteX6" fmla="*/ 21267 w 41981"/>
                  <a:gd name="connsiteY6" fmla="*/ 181 h 41981"/>
                  <a:gd name="connsiteX7" fmla="*/ 277 w 41981"/>
                  <a:gd name="connsiteY7" fmla="*/ 21172 h 41981"/>
                  <a:gd name="connsiteX8" fmla="*/ 21267 w 41981"/>
                  <a:gd name="connsiteY8" fmla="*/ 42162 h 41981"/>
                  <a:gd name="connsiteX9" fmla="*/ 42258 w 41981"/>
                  <a:gd name="connsiteY9" fmla="*/ 21172 h 41981"/>
                  <a:gd name="connsiteX10" fmla="*/ 42258 w 41981"/>
                  <a:gd name="connsiteY10" fmla="*/ 21172 h 41981"/>
                  <a:gd name="connsiteX11" fmla="*/ 21267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81"/>
                    </a:moveTo>
                    <a:cubicBezTo>
                      <a:pt x="30209" y="4981"/>
                      <a:pt x="37458" y="12230"/>
                      <a:pt x="37458" y="21172"/>
                    </a:cubicBezTo>
                    <a:lnTo>
                      <a:pt x="37458" y="21172"/>
                    </a:lnTo>
                    <a:cubicBezTo>
                      <a:pt x="37458" y="30113"/>
                      <a:pt x="30209" y="37362"/>
                      <a:pt x="21267" y="37362"/>
                    </a:cubicBezTo>
                    <a:cubicBezTo>
                      <a:pt x="12325" y="37362"/>
                      <a:pt x="5077" y="30113"/>
                      <a:pt x="5077" y="21172"/>
                    </a:cubicBezTo>
                    <a:cubicBezTo>
                      <a:pt x="5077" y="12230"/>
                      <a:pt x="12325" y="4981"/>
                      <a:pt x="21267" y="4981"/>
                    </a:cubicBezTo>
                    <a:close/>
                    <a:moveTo>
                      <a:pt x="21267" y="181"/>
                    </a:moveTo>
                    <a:cubicBezTo>
                      <a:pt x="9675" y="181"/>
                      <a:pt x="277" y="9579"/>
                      <a:pt x="277" y="21172"/>
                    </a:cubicBezTo>
                    <a:cubicBezTo>
                      <a:pt x="277" y="32764"/>
                      <a:pt x="9675" y="42162"/>
                      <a:pt x="21267" y="42162"/>
                    </a:cubicBezTo>
                    <a:cubicBezTo>
                      <a:pt x="32860" y="42162"/>
                      <a:pt x="42258" y="32764"/>
                      <a:pt x="42258" y="21172"/>
                    </a:cubicBezTo>
                    <a:lnTo>
                      <a:pt x="42258" y="21172"/>
                    </a:lnTo>
                    <a:cubicBezTo>
                      <a:pt x="42258" y="9579"/>
                      <a:pt x="32860" y="181"/>
                      <a:pt x="21267"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3" name="Freeform: Shape 4352">
                <a:extLst>
                  <a:ext uri="{FF2B5EF4-FFF2-40B4-BE49-F238E27FC236}">
                    <a16:creationId xmlns:a16="http://schemas.microsoft.com/office/drawing/2014/main" id="{1E43CBD5-5ED0-B35C-2FD3-09265840DEE9}"/>
                  </a:ext>
                </a:extLst>
              </p:cNvPr>
              <p:cNvSpPr/>
              <p:nvPr/>
            </p:nvSpPr>
            <p:spPr>
              <a:xfrm>
                <a:off x="1719178" y="7935799"/>
                <a:ext cx="37180" cy="37180"/>
              </a:xfrm>
              <a:custGeom>
                <a:avLst/>
                <a:gdLst>
                  <a:gd name="connsiteX0" fmla="*/ 37433 w 37180"/>
                  <a:gd name="connsiteY0" fmla="*/ 18766 h 37180"/>
                  <a:gd name="connsiteX1" fmla="*/ 18843 w 37180"/>
                  <a:gd name="connsiteY1" fmla="*/ 37357 h 37180"/>
                  <a:gd name="connsiteX2" fmla="*/ 253 w 37180"/>
                  <a:gd name="connsiteY2" fmla="*/ 18766 h 37180"/>
                  <a:gd name="connsiteX3" fmla="*/ 18843 w 37180"/>
                  <a:gd name="connsiteY3" fmla="*/ 176 h 37180"/>
                  <a:gd name="connsiteX4" fmla="*/ 37433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6"/>
                    </a:moveTo>
                    <a:cubicBezTo>
                      <a:pt x="37433" y="29033"/>
                      <a:pt x="29110" y="37357"/>
                      <a:pt x="18843" y="37357"/>
                    </a:cubicBezTo>
                    <a:cubicBezTo>
                      <a:pt x="8576" y="37357"/>
                      <a:pt x="253" y="29033"/>
                      <a:pt x="253" y="18766"/>
                    </a:cubicBezTo>
                    <a:cubicBezTo>
                      <a:pt x="253" y="8499"/>
                      <a:pt x="8576" y="176"/>
                      <a:pt x="18843" y="176"/>
                    </a:cubicBezTo>
                    <a:cubicBezTo>
                      <a:pt x="29110" y="176"/>
                      <a:pt x="37433" y="8499"/>
                      <a:pt x="37433" y="18766"/>
                    </a:cubicBezTo>
                    <a:close/>
                  </a:path>
                </a:pathLst>
              </a:custGeom>
              <a:solidFill>
                <a:srgbClr val="F7E9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4" name="Freeform: Shape 4353">
                <a:extLst>
                  <a:ext uri="{FF2B5EF4-FFF2-40B4-BE49-F238E27FC236}">
                    <a16:creationId xmlns:a16="http://schemas.microsoft.com/office/drawing/2014/main" id="{2237542E-D9A5-A97C-3A67-570FE8024F11}"/>
                  </a:ext>
                </a:extLst>
              </p:cNvPr>
              <p:cNvSpPr/>
              <p:nvPr/>
            </p:nvSpPr>
            <p:spPr>
              <a:xfrm>
                <a:off x="1716778" y="7933398"/>
                <a:ext cx="41981" cy="41981"/>
              </a:xfrm>
              <a:custGeom>
                <a:avLst/>
                <a:gdLst>
                  <a:gd name="connsiteX0" fmla="*/ 21243 w 41981"/>
                  <a:gd name="connsiteY0" fmla="*/ 4976 h 41981"/>
                  <a:gd name="connsiteX1" fmla="*/ 37433 w 41981"/>
                  <a:gd name="connsiteY1" fmla="*/ 21166 h 41981"/>
                  <a:gd name="connsiteX2" fmla="*/ 37433 w 41981"/>
                  <a:gd name="connsiteY2" fmla="*/ 21166 h 41981"/>
                  <a:gd name="connsiteX3" fmla="*/ 21243 w 41981"/>
                  <a:gd name="connsiteY3" fmla="*/ 37357 h 41981"/>
                  <a:gd name="connsiteX4" fmla="*/ 5053 w 41981"/>
                  <a:gd name="connsiteY4" fmla="*/ 21166 h 41981"/>
                  <a:gd name="connsiteX5" fmla="*/ 21243 w 41981"/>
                  <a:gd name="connsiteY5" fmla="*/ 4976 h 41981"/>
                  <a:gd name="connsiteX6" fmla="*/ 21243 w 41981"/>
                  <a:gd name="connsiteY6" fmla="*/ 176 h 41981"/>
                  <a:gd name="connsiteX7" fmla="*/ 253 w 41981"/>
                  <a:gd name="connsiteY7" fmla="*/ 21166 h 41981"/>
                  <a:gd name="connsiteX8" fmla="*/ 21243 w 41981"/>
                  <a:gd name="connsiteY8" fmla="*/ 42157 h 41981"/>
                  <a:gd name="connsiteX9" fmla="*/ 42234 w 41981"/>
                  <a:gd name="connsiteY9" fmla="*/ 21166 h 41981"/>
                  <a:gd name="connsiteX10" fmla="*/ 42234 w 41981"/>
                  <a:gd name="connsiteY10" fmla="*/ 21166 h 41981"/>
                  <a:gd name="connsiteX11" fmla="*/ 21243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6"/>
                    </a:moveTo>
                    <a:cubicBezTo>
                      <a:pt x="30185" y="4976"/>
                      <a:pt x="37433" y="12224"/>
                      <a:pt x="37433" y="21166"/>
                    </a:cubicBezTo>
                    <a:lnTo>
                      <a:pt x="37433" y="21166"/>
                    </a:lnTo>
                    <a:cubicBezTo>
                      <a:pt x="37433" y="30108"/>
                      <a:pt x="30185" y="37357"/>
                      <a:pt x="21243" y="37357"/>
                    </a:cubicBezTo>
                    <a:cubicBezTo>
                      <a:pt x="12301" y="37357"/>
                      <a:pt x="5053" y="30108"/>
                      <a:pt x="5053" y="21166"/>
                    </a:cubicBezTo>
                    <a:cubicBezTo>
                      <a:pt x="5053" y="12224"/>
                      <a:pt x="12301" y="4976"/>
                      <a:pt x="21243" y="4976"/>
                    </a:cubicBezTo>
                    <a:close/>
                    <a:moveTo>
                      <a:pt x="21243" y="176"/>
                    </a:moveTo>
                    <a:cubicBezTo>
                      <a:pt x="9651" y="176"/>
                      <a:pt x="253" y="9574"/>
                      <a:pt x="253" y="21166"/>
                    </a:cubicBezTo>
                    <a:cubicBezTo>
                      <a:pt x="253" y="32759"/>
                      <a:pt x="9651" y="42157"/>
                      <a:pt x="21243" y="42157"/>
                    </a:cubicBezTo>
                    <a:cubicBezTo>
                      <a:pt x="32836" y="42157"/>
                      <a:pt x="42234" y="32759"/>
                      <a:pt x="42234" y="21166"/>
                    </a:cubicBezTo>
                    <a:lnTo>
                      <a:pt x="42234" y="21166"/>
                    </a:lnTo>
                    <a:cubicBezTo>
                      <a:pt x="42234" y="9574"/>
                      <a:pt x="32836" y="176"/>
                      <a:pt x="21243"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5" name="Freeform: Shape 4354">
                <a:extLst>
                  <a:ext uri="{FF2B5EF4-FFF2-40B4-BE49-F238E27FC236}">
                    <a16:creationId xmlns:a16="http://schemas.microsoft.com/office/drawing/2014/main" id="{CAAABFCC-0521-75E1-1B25-686C348EC3A6}"/>
                  </a:ext>
                </a:extLst>
              </p:cNvPr>
              <p:cNvSpPr/>
              <p:nvPr/>
            </p:nvSpPr>
            <p:spPr>
              <a:xfrm>
                <a:off x="1742489" y="7950567"/>
                <a:ext cx="37180" cy="37180"/>
              </a:xfrm>
              <a:custGeom>
                <a:avLst/>
                <a:gdLst>
                  <a:gd name="connsiteX0" fmla="*/ 37438 w 37180"/>
                  <a:gd name="connsiteY0" fmla="*/ 18769 h 37180"/>
                  <a:gd name="connsiteX1" fmla="*/ 18847 w 37180"/>
                  <a:gd name="connsiteY1" fmla="*/ 37359 h 37180"/>
                  <a:gd name="connsiteX2" fmla="*/ 257 w 37180"/>
                  <a:gd name="connsiteY2" fmla="*/ 18769 h 37180"/>
                  <a:gd name="connsiteX3" fmla="*/ 18847 w 37180"/>
                  <a:gd name="connsiteY3" fmla="*/ 178 h 37180"/>
                  <a:gd name="connsiteX4" fmla="*/ 3743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9"/>
                    </a:moveTo>
                    <a:cubicBezTo>
                      <a:pt x="37438" y="29036"/>
                      <a:pt x="29114" y="37359"/>
                      <a:pt x="18847" y="37359"/>
                    </a:cubicBezTo>
                    <a:cubicBezTo>
                      <a:pt x="8580" y="37359"/>
                      <a:pt x="257" y="29036"/>
                      <a:pt x="257" y="18769"/>
                    </a:cubicBezTo>
                    <a:cubicBezTo>
                      <a:pt x="257" y="8501"/>
                      <a:pt x="8580" y="178"/>
                      <a:pt x="18847" y="178"/>
                    </a:cubicBezTo>
                    <a:cubicBezTo>
                      <a:pt x="29114" y="178"/>
                      <a:pt x="37438" y="8501"/>
                      <a:pt x="37438" y="18769"/>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6" name="Freeform: Shape 4355">
                <a:extLst>
                  <a:ext uri="{FF2B5EF4-FFF2-40B4-BE49-F238E27FC236}">
                    <a16:creationId xmlns:a16="http://schemas.microsoft.com/office/drawing/2014/main" id="{4DB33772-D607-118F-F55E-63E8E296CE5D}"/>
                  </a:ext>
                </a:extLst>
              </p:cNvPr>
              <p:cNvSpPr/>
              <p:nvPr/>
            </p:nvSpPr>
            <p:spPr>
              <a:xfrm>
                <a:off x="1740089" y="7948167"/>
                <a:ext cx="41981" cy="41981"/>
              </a:xfrm>
              <a:custGeom>
                <a:avLst/>
                <a:gdLst>
                  <a:gd name="connsiteX0" fmla="*/ 21247 w 41981"/>
                  <a:gd name="connsiteY0" fmla="*/ 4979 h 41981"/>
                  <a:gd name="connsiteX1" fmla="*/ 37438 w 41981"/>
                  <a:gd name="connsiteY1" fmla="*/ 21169 h 41981"/>
                  <a:gd name="connsiteX2" fmla="*/ 37438 w 41981"/>
                  <a:gd name="connsiteY2" fmla="*/ 21169 h 41981"/>
                  <a:gd name="connsiteX3" fmla="*/ 21247 w 41981"/>
                  <a:gd name="connsiteY3" fmla="*/ 37359 h 41981"/>
                  <a:gd name="connsiteX4" fmla="*/ 5057 w 41981"/>
                  <a:gd name="connsiteY4" fmla="*/ 21169 h 41981"/>
                  <a:gd name="connsiteX5" fmla="*/ 21247 w 41981"/>
                  <a:gd name="connsiteY5" fmla="*/ 4979 h 41981"/>
                  <a:gd name="connsiteX6" fmla="*/ 21247 w 41981"/>
                  <a:gd name="connsiteY6" fmla="*/ 178 h 41981"/>
                  <a:gd name="connsiteX7" fmla="*/ 257 w 41981"/>
                  <a:gd name="connsiteY7" fmla="*/ 21169 h 41981"/>
                  <a:gd name="connsiteX8" fmla="*/ 21247 w 41981"/>
                  <a:gd name="connsiteY8" fmla="*/ 42159 h 41981"/>
                  <a:gd name="connsiteX9" fmla="*/ 42238 w 41981"/>
                  <a:gd name="connsiteY9" fmla="*/ 21169 h 41981"/>
                  <a:gd name="connsiteX10" fmla="*/ 42238 w 41981"/>
                  <a:gd name="connsiteY10" fmla="*/ 21169 h 41981"/>
                  <a:gd name="connsiteX11" fmla="*/ 21247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9"/>
                    </a:moveTo>
                    <a:cubicBezTo>
                      <a:pt x="30189" y="4979"/>
                      <a:pt x="37438" y="12227"/>
                      <a:pt x="37438" y="21169"/>
                    </a:cubicBezTo>
                    <a:lnTo>
                      <a:pt x="37438" y="21169"/>
                    </a:lnTo>
                    <a:cubicBezTo>
                      <a:pt x="37438" y="30111"/>
                      <a:pt x="30189" y="37359"/>
                      <a:pt x="21247" y="37359"/>
                    </a:cubicBezTo>
                    <a:cubicBezTo>
                      <a:pt x="12305" y="37359"/>
                      <a:pt x="5057" y="30111"/>
                      <a:pt x="5057" y="21169"/>
                    </a:cubicBezTo>
                    <a:cubicBezTo>
                      <a:pt x="5057" y="12227"/>
                      <a:pt x="12305" y="4979"/>
                      <a:pt x="21247" y="4979"/>
                    </a:cubicBezTo>
                    <a:close/>
                    <a:moveTo>
                      <a:pt x="21247" y="178"/>
                    </a:moveTo>
                    <a:cubicBezTo>
                      <a:pt x="9655" y="178"/>
                      <a:pt x="257" y="9576"/>
                      <a:pt x="257" y="21169"/>
                    </a:cubicBezTo>
                    <a:cubicBezTo>
                      <a:pt x="257" y="32761"/>
                      <a:pt x="9655" y="42159"/>
                      <a:pt x="21247" y="42159"/>
                    </a:cubicBezTo>
                    <a:cubicBezTo>
                      <a:pt x="32840" y="42159"/>
                      <a:pt x="42238" y="32761"/>
                      <a:pt x="42238" y="21169"/>
                    </a:cubicBezTo>
                    <a:lnTo>
                      <a:pt x="42238" y="21169"/>
                    </a:lnTo>
                    <a:cubicBezTo>
                      <a:pt x="42238" y="9576"/>
                      <a:pt x="32840" y="178"/>
                      <a:pt x="21247"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7" name="Freeform: Shape 4356">
                <a:extLst>
                  <a:ext uri="{FF2B5EF4-FFF2-40B4-BE49-F238E27FC236}">
                    <a16:creationId xmlns:a16="http://schemas.microsoft.com/office/drawing/2014/main" id="{30AFCF38-7413-3F28-A608-2890FC00945A}"/>
                  </a:ext>
                </a:extLst>
              </p:cNvPr>
              <p:cNvSpPr/>
              <p:nvPr/>
            </p:nvSpPr>
            <p:spPr>
              <a:xfrm>
                <a:off x="1721465" y="7893169"/>
                <a:ext cx="37180" cy="37180"/>
              </a:xfrm>
              <a:custGeom>
                <a:avLst/>
                <a:gdLst>
                  <a:gd name="connsiteX0" fmla="*/ 37434 w 37180"/>
                  <a:gd name="connsiteY0" fmla="*/ 18759 h 37180"/>
                  <a:gd name="connsiteX1" fmla="*/ 18843 w 37180"/>
                  <a:gd name="connsiteY1" fmla="*/ 37349 h 37180"/>
                  <a:gd name="connsiteX2" fmla="*/ 253 w 37180"/>
                  <a:gd name="connsiteY2" fmla="*/ 18759 h 37180"/>
                  <a:gd name="connsiteX3" fmla="*/ 18843 w 37180"/>
                  <a:gd name="connsiteY3" fmla="*/ 168 h 37180"/>
                  <a:gd name="connsiteX4" fmla="*/ 3743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9"/>
                    </a:moveTo>
                    <a:cubicBezTo>
                      <a:pt x="37434" y="29026"/>
                      <a:pt x="29111" y="37349"/>
                      <a:pt x="18843" y="37349"/>
                    </a:cubicBezTo>
                    <a:cubicBezTo>
                      <a:pt x="8576" y="37349"/>
                      <a:pt x="253" y="29026"/>
                      <a:pt x="253" y="18759"/>
                    </a:cubicBezTo>
                    <a:cubicBezTo>
                      <a:pt x="253" y="8492"/>
                      <a:pt x="8576" y="168"/>
                      <a:pt x="18843" y="168"/>
                    </a:cubicBezTo>
                    <a:cubicBezTo>
                      <a:pt x="29111" y="168"/>
                      <a:pt x="37434" y="8492"/>
                      <a:pt x="37434" y="18759"/>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8" name="Freeform: Shape 4357">
                <a:extLst>
                  <a:ext uri="{FF2B5EF4-FFF2-40B4-BE49-F238E27FC236}">
                    <a16:creationId xmlns:a16="http://schemas.microsoft.com/office/drawing/2014/main" id="{1AFBEAF8-270F-6E72-F5E9-AEA44F94B8E3}"/>
                  </a:ext>
                </a:extLst>
              </p:cNvPr>
              <p:cNvSpPr/>
              <p:nvPr/>
            </p:nvSpPr>
            <p:spPr>
              <a:xfrm>
                <a:off x="1719065" y="7890769"/>
                <a:ext cx="41981" cy="41981"/>
              </a:xfrm>
              <a:custGeom>
                <a:avLst/>
                <a:gdLst>
                  <a:gd name="connsiteX0" fmla="*/ 21244 w 41981"/>
                  <a:gd name="connsiteY0" fmla="*/ 4969 h 41981"/>
                  <a:gd name="connsiteX1" fmla="*/ 37434 w 41981"/>
                  <a:gd name="connsiteY1" fmla="*/ 21159 h 41981"/>
                  <a:gd name="connsiteX2" fmla="*/ 37434 w 41981"/>
                  <a:gd name="connsiteY2" fmla="*/ 21159 h 41981"/>
                  <a:gd name="connsiteX3" fmla="*/ 21244 w 41981"/>
                  <a:gd name="connsiteY3" fmla="*/ 37349 h 41981"/>
                  <a:gd name="connsiteX4" fmla="*/ 5053 w 41981"/>
                  <a:gd name="connsiteY4" fmla="*/ 21159 h 41981"/>
                  <a:gd name="connsiteX5" fmla="*/ 21244 w 41981"/>
                  <a:gd name="connsiteY5" fmla="*/ 4969 h 41981"/>
                  <a:gd name="connsiteX6" fmla="*/ 21244 w 41981"/>
                  <a:gd name="connsiteY6" fmla="*/ 168 h 41981"/>
                  <a:gd name="connsiteX7" fmla="*/ 253 w 41981"/>
                  <a:gd name="connsiteY7" fmla="*/ 21159 h 41981"/>
                  <a:gd name="connsiteX8" fmla="*/ 21244 w 41981"/>
                  <a:gd name="connsiteY8" fmla="*/ 42150 h 41981"/>
                  <a:gd name="connsiteX9" fmla="*/ 42234 w 41981"/>
                  <a:gd name="connsiteY9" fmla="*/ 21159 h 41981"/>
                  <a:gd name="connsiteX10" fmla="*/ 42234 w 41981"/>
                  <a:gd name="connsiteY10" fmla="*/ 21159 h 41981"/>
                  <a:gd name="connsiteX11" fmla="*/ 2124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9"/>
                    </a:moveTo>
                    <a:cubicBezTo>
                      <a:pt x="30185" y="4969"/>
                      <a:pt x="37434" y="12217"/>
                      <a:pt x="37434" y="21159"/>
                    </a:cubicBezTo>
                    <a:lnTo>
                      <a:pt x="37434" y="21159"/>
                    </a:lnTo>
                    <a:cubicBezTo>
                      <a:pt x="37434" y="30101"/>
                      <a:pt x="30185" y="37349"/>
                      <a:pt x="21244" y="37349"/>
                    </a:cubicBezTo>
                    <a:cubicBezTo>
                      <a:pt x="12302" y="37349"/>
                      <a:pt x="5053" y="30101"/>
                      <a:pt x="5053" y="21159"/>
                    </a:cubicBezTo>
                    <a:cubicBezTo>
                      <a:pt x="5053" y="12217"/>
                      <a:pt x="12302" y="4969"/>
                      <a:pt x="21244" y="4969"/>
                    </a:cubicBezTo>
                    <a:close/>
                    <a:moveTo>
                      <a:pt x="21244" y="168"/>
                    </a:moveTo>
                    <a:cubicBezTo>
                      <a:pt x="9651" y="168"/>
                      <a:pt x="253" y="9566"/>
                      <a:pt x="253" y="21159"/>
                    </a:cubicBezTo>
                    <a:cubicBezTo>
                      <a:pt x="253" y="32751"/>
                      <a:pt x="9651" y="42150"/>
                      <a:pt x="21244" y="42150"/>
                    </a:cubicBezTo>
                    <a:cubicBezTo>
                      <a:pt x="32836" y="42150"/>
                      <a:pt x="42234" y="32751"/>
                      <a:pt x="42234" y="21159"/>
                    </a:cubicBezTo>
                    <a:lnTo>
                      <a:pt x="42234" y="21159"/>
                    </a:lnTo>
                    <a:cubicBezTo>
                      <a:pt x="42234" y="9566"/>
                      <a:pt x="32836" y="168"/>
                      <a:pt x="21244"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59" name="Freeform: Shape 4358">
                <a:extLst>
                  <a:ext uri="{FF2B5EF4-FFF2-40B4-BE49-F238E27FC236}">
                    <a16:creationId xmlns:a16="http://schemas.microsoft.com/office/drawing/2014/main" id="{A5B350A3-27EE-6874-94E4-190944A30DFB}"/>
                  </a:ext>
                </a:extLst>
              </p:cNvPr>
              <p:cNvSpPr/>
              <p:nvPr/>
            </p:nvSpPr>
            <p:spPr>
              <a:xfrm>
                <a:off x="1665311" y="7928938"/>
                <a:ext cx="37180" cy="37180"/>
              </a:xfrm>
              <a:custGeom>
                <a:avLst/>
                <a:gdLst>
                  <a:gd name="connsiteX0" fmla="*/ 37424 w 37180"/>
                  <a:gd name="connsiteY0" fmla="*/ 18765 h 37180"/>
                  <a:gd name="connsiteX1" fmla="*/ 18834 w 37180"/>
                  <a:gd name="connsiteY1" fmla="*/ 37355 h 37180"/>
                  <a:gd name="connsiteX2" fmla="*/ 243 w 37180"/>
                  <a:gd name="connsiteY2" fmla="*/ 18765 h 37180"/>
                  <a:gd name="connsiteX3" fmla="*/ 18834 w 37180"/>
                  <a:gd name="connsiteY3" fmla="*/ 175 h 37180"/>
                  <a:gd name="connsiteX4" fmla="*/ 37424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65"/>
                    </a:moveTo>
                    <a:cubicBezTo>
                      <a:pt x="37424" y="29032"/>
                      <a:pt x="29101" y="37355"/>
                      <a:pt x="18834" y="37355"/>
                    </a:cubicBezTo>
                    <a:cubicBezTo>
                      <a:pt x="8567" y="37355"/>
                      <a:pt x="243" y="29032"/>
                      <a:pt x="243" y="18765"/>
                    </a:cubicBezTo>
                    <a:cubicBezTo>
                      <a:pt x="243" y="8498"/>
                      <a:pt x="8567" y="175"/>
                      <a:pt x="18834" y="175"/>
                    </a:cubicBezTo>
                    <a:cubicBezTo>
                      <a:pt x="29101" y="175"/>
                      <a:pt x="37424" y="8498"/>
                      <a:pt x="37424" y="18765"/>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0" name="Freeform: Shape 4359">
                <a:extLst>
                  <a:ext uri="{FF2B5EF4-FFF2-40B4-BE49-F238E27FC236}">
                    <a16:creationId xmlns:a16="http://schemas.microsoft.com/office/drawing/2014/main" id="{CBAFE010-D3B5-9738-294C-F83474875C61}"/>
                  </a:ext>
                </a:extLst>
              </p:cNvPr>
              <p:cNvSpPr/>
              <p:nvPr/>
            </p:nvSpPr>
            <p:spPr>
              <a:xfrm>
                <a:off x="1662911" y="7926538"/>
                <a:ext cx="41981" cy="41981"/>
              </a:xfrm>
              <a:custGeom>
                <a:avLst/>
                <a:gdLst>
                  <a:gd name="connsiteX0" fmla="*/ 21234 w 41981"/>
                  <a:gd name="connsiteY0" fmla="*/ 4975 h 41981"/>
                  <a:gd name="connsiteX1" fmla="*/ 37424 w 41981"/>
                  <a:gd name="connsiteY1" fmla="*/ 21165 h 41981"/>
                  <a:gd name="connsiteX2" fmla="*/ 37424 w 41981"/>
                  <a:gd name="connsiteY2" fmla="*/ 21165 h 41981"/>
                  <a:gd name="connsiteX3" fmla="*/ 21234 w 41981"/>
                  <a:gd name="connsiteY3" fmla="*/ 37355 h 41981"/>
                  <a:gd name="connsiteX4" fmla="*/ 5044 w 41981"/>
                  <a:gd name="connsiteY4" fmla="*/ 21165 h 41981"/>
                  <a:gd name="connsiteX5" fmla="*/ 21234 w 41981"/>
                  <a:gd name="connsiteY5" fmla="*/ 4975 h 41981"/>
                  <a:gd name="connsiteX6" fmla="*/ 21234 w 41981"/>
                  <a:gd name="connsiteY6" fmla="*/ 175 h 41981"/>
                  <a:gd name="connsiteX7" fmla="*/ 243 w 41981"/>
                  <a:gd name="connsiteY7" fmla="*/ 21165 h 41981"/>
                  <a:gd name="connsiteX8" fmla="*/ 21234 w 41981"/>
                  <a:gd name="connsiteY8" fmla="*/ 42156 h 41981"/>
                  <a:gd name="connsiteX9" fmla="*/ 42224 w 41981"/>
                  <a:gd name="connsiteY9" fmla="*/ 21165 h 41981"/>
                  <a:gd name="connsiteX10" fmla="*/ 42224 w 41981"/>
                  <a:gd name="connsiteY10" fmla="*/ 21165 h 41981"/>
                  <a:gd name="connsiteX11" fmla="*/ 21234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75"/>
                    </a:moveTo>
                    <a:cubicBezTo>
                      <a:pt x="30176" y="4975"/>
                      <a:pt x="37424" y="12223"/>
                      <a:pt x="37424" y="21165"/>
                    </a:cubicBezTo>
                    <a:lnTo>
                      <a:pt x="37424" y="21165"/>
                    </a:lnTo>
                    <a:cubicBezTo>
                      <a:pt x="37424" y="30107"/>
                      <a:pt x="30176" y="37355"/>
                      <a:pt x="21234" y="37355"/>
                    </a:cubicBezTo>
                    <a:cubicBezTo>
                      <a:pt x="12292" y="37355"/>
                      <a:pt x="5044" y="30107"/>
                      <a:pt x="5044" y="21165"/>
                    </a:cubicBezTo>
                    <a:cubicBezTo>
                      <a:pt x="5044" y="12223"/>
                      <a:pt x="12292" y="4975"/>
                      <a:pt x="21234" y="4975"/>
                    </a:cubicBezTo>
                    <a:close/>
                    <a:moveTo>
                      <a:pt x="21234" y="175"/>
                    </a:moveTo>
                    <a:cubicBezTo>
                      <a:pt x="9641" y="175"/>
                      <a:pt x="243" y="9573"/>
                      <a:pt x="243" y="21165"/>
                    </a:cubicBezTo>
                    <a:cubicBezTo>
                      <a:pt x="243" y="32758"/>
                      <a:pt x="9641" y="42156"/>
                      <a:pt x="21234" y="42156"/>
                    </a:cubicBezTo>
                    <a:cubicBezTo>
                      <a:pt x="32826" y="42156"/>
                      <a:pt x="42224" y="32758"/>
                      <a:pt x="42224" y="21165"/>
                    </a:cubicBezTo>
                    <a:lnTo>
                      <a:pt x="42224" y="21165"/>
                    </a:lnTo>
                    <a:cubicBezTo>
                      <a:pt x="42224" y="9573"/>
                      <a:pt x="32826" y="175"/>
                      <a:pt x="21234"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1" name="Freeform: Shape 4360">
                <a:extLst>
                  <a:ext uri="{FF2B5EF4-FFF2-40B4-BE49-F238E27FC236}">
                    <a16:creationId xmlns:a16="http://schemas.microsoft.com/office/drawing/2014/main" id="{7B4513C6-ADD3-71A4-239E-665CC5C3B429}"/>
                  </a:ext>
                </a:extLst>
              </p:cNvPr>
              <p:cNvSpPr/>
              <p:nvPr/>
            </p:nvSpPr>
            <p:spPr>
              <a:xfrm>
                <a:off x="1788108" y="7939894"/>
                <a:ext cx="37180" cy="37180"/>
              </a:xfrm>
              <a:custGeom>
                <a:avLst/>
                <a:gdLst>
                  <a:gd name="connsiteX0" fmla="*/ 37445 w 37180"/>
                  <a:gd name="connsiteY0" fmla="*/ 18767 h 37180"/>
                  <a:gd name="connsiteX1" fmla="*/ 18855 w 37180"/>
                  <a:gd name="connsiteY1" fmla="*/ 37357 h 37180"/>
                  <a:gd name="connsiteX2" fmla="*/ 265 w 37180"/>
                  <a:gd name="connsiteY2" fmla="*/ 18767 h 37180"/>
                  <a:gd name="connsiteX3" fmla="*/ 18855 w 37180"/>
                  <a:gd name="connsiteY3" fmla="*/ 176 h 37180"/>
                  <a:gd name="connsiteX4" fmla="*/ 37445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7"/>
                    </a:moveTo>
                    <a:cubicBezTo>
                      <a:pt x="37445" y="29034"/>
                      <a:pt x="29122" y="37357"/>
                      <a:pt x="18855" y="37357"/>
                    </a:cubicBezTo>
                    <a:cubicBezTo>
                      <a:pt x="8588" y="37357"/>
                      <a:pt x="265" y="29034"/>
                      <a:pt x="265" y="18767"/>
                    </a:cubicBezTo>
                    <a:cubicBezTo>
                      <a:pt x="265" y="8500"/>
                      <a:pt x="8588" y="176"/>
                      <a:pt x="18855" y="176"/>
                    </a:cubicBezTo>
                    <a:cubicBezTo>
                      <a:pt x="29122" y="176"/>
                      <a:pt x="37445" y="8500"/>
                      <a:pt x="37445" y="18767"/>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2" name="Freeform: Shape 4361">
                <a:extLst>
                  <a:ext uri="{FF2B5EF4-FFF2-40B4-BE49-F238E27FC236}">
                    <a16:creationId xmlns:a16="http://schemas.microsoft.com/office/drawing/2014/main" id="{1CCEC1DF-1A67-D18C-5C94-ABDDDC6A49F9}"/>
                  </a:ext>
                </a:extLst>
              </p:cNvPr>
              <p:cNvSpPr/>
              <p:nvPr/>
            </p:nvSpPr>
            <p:spPr>
              <a:xfrm>
                <a:off x="1785708" y="7937494"/>
                <a:ext cx="41981" cy="41981"/>
              </a:xfrm>
              <a:custGeom>
                <a:avLst/>
                <a:gdLst>
                  <a:gd name="connsiteX0" fmla="*/ 21255 w 41981"/>
                  <a:gd name="connsiteY0" fmla="*/ 4977 h 41981"/>
                  <a:gd name="connsiteX1" fmla="*/ 37445 w 41981"/>
                  <a:gd name="connsiteY1" fmla="*/ 21167 h 41981"/>
                  <a:gd name="connsiteX2" fmla="*/ 37445 w 41981"/>
                  <a:gd name="connsiteY2" fmla="*/ 21167 h 41981"/>
                  <a:gd name="connsiteX3" fmla="*/ 21255 w 41981"/>
                  <a:gd name="connsiteY3" fmla="*/ 37357 h 41981"/>
                  <a:gd name="connsiteX4" fmla="*/ 5065 w 41981"/>
                  <a:gd name="connsiteY4" fmla="*/ 21167 h 41981"/>
                  <a:gd name="connsiteX5" fmla="*/ 21255 w 41981"/>
                  <a:gd name="connsiteY5" fmla="*/ 4977 h 41981"/>
                  <a:gd name="connsiteX6" fmla="*/ 21255 w 41981"/>
                  <a:gd name="connsiteY6" fmla="*/ 176 h 41981"/>
                  <a:gd name="connsiteX7" fmla="*/ 265 w 41981"/>
                  <a:gd name="connsiteY7" fmla="*/ 21167 h 41981"/>
                  <a:gd name="connsiteX8" fmla="*/ 21255 w 41981"/>
                  <a:gd name="connsiteY8" fmla="*/ 42158 h 41981"/>
                  <a:gd name="connsiteX9" fmla="*/ 42246 w 41981"/>
                  <a:gd name="connsiteY9" fmla="*/ 21167 h 41981"/>
                  <a:gd name="connsiteX10" fmla="*/ 42246 w 41981"/>
                  <a:gd name="connsiteY10" fmla="*/ 21167 h 41981"/>
                  <a:gd name="connsiteX11" fmla="*/ 21255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7"/>
                    </a:moveTo>
                    <a:cubicBezTo>
                      <a:pt x="30197" y="4977"/>
                      <a:pt x="37445" y="12225"/>
                      <a:pt x="37445" y="21167"/>
                    </a:cubicBezTo>
                    <a:lnTo>
                      <a:pt x="37445" y="21167"/>
                    </a:lnTo>
                    <a:cubicBezTo>
                      <a:pt x="37445" y="30109"/>
                      <a:pt x="30197" y="37357"/>
                      <a:pt x="21255" y="37357"/>
                    </a:cubicBezTo>
                    <a:cubicBezTo>
                      <a:pt x="12313" y="37357"/>
                      <a:pt x="5065" y="30109"/>
                      <a:pt x="5065" y="21167"/>
                    </a:cubicBezTo>
                    <a:cubicBezTo>
                      <a:pt x="5065" y="12225"/>
                      <a:pt x="12313" y="4977"/>
                      <a:pt x="21255" y="4977"/>
                    </a:cubicBezTo>
                    <a:close/>
                    <a:moveTo>
                      <a:pt x="21255" y="176"/>
                    </a:moveTo>
                    <a:cubicBezTo>
                      <a:pt x="9663" y="176"/>
                      <a:pt x="265" y="9574"/>
                      <a:pt x="265" y="21167"/>
                    </a:cubicBezTo>
                    <a:cubicBezTo>
                      <a:pt x="265" y="32760"/>
                      <a:pt x="9663" y="42158"/>
                      <a:pt x="21255" y="42158"/>
                    </a:cubicBezTo>
                    <a:cubicBezTo>
                      <a:pt x="32848" y="42158"/>
                      <a:pt x="42246" y="32760"/>
                      <a:pt x="42246" y="21167"/>
                    </a:cubicBezTo>
                    <a:lnTo>
                      <a:pt x="42246" y="21167"/>
                    </a:lnTo>
                    <a:cubicBezTo>
                      <a:pt x="42246" y="9574"/>
                      <a:pt x="32848" y="176"/>
                      <a:pt x="21255"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3" name="Freeform: Shape 4362">
                <a:extLst>
                  <a:ext uri="{FF2B5EF4-FFF2-40B4-BE49-F238E27FC236}">
                    <a16:creationId xmlns:a16="http://schemas.microsoft.com/office/drawing/2014/main" id="{F93C076E-C2C9-6484-A361-A3363954B9C7}"/>
                  </a:ext>
                </a:extLst>
              </p:cNvPr>
              <p:cNvSpPr/>
              <p:nvPr/>
            </p:nvSpPr>
            <p:spPr>
              <a:xfrm>
                <a:off x="1753128" y="7943696"/>
                <a:ext cx="37180" cy="37180"/>
              </a:xfrm>
              <a:custGeom>
                <a:avLst/>
                <a:gdLst>
                  <a:gd name="connsiteX0" fmla="*/ 37439 w 37180"/>
                  <a:gd name="connsiteY0" fmla="*/ 18767 h 37180"/>
                  <a:gd name="connsiteX1" fmla="*/ 18849 w 37180"/>
                  <a:gd name="connsiteY1" fmla="*/ 37358 h 37180"/>
                  <a:gd name="connsiteX2" fmla="*/ 259 w 37180"/>
                  <a:gd name="connsiteY2" fmla="*/ 18767 h 37180"/>
                  <a:gd name="connsiteX3" fmla="*/ 18849 w 37180"/>
                  <a:gd name="connsiteY3" fmla="*/ 177 h 37180"/>
                  <a:gd name="connsiteX4" fmla="*/ 37439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7"/>
                    </a:moveTo>
                    <a:cubicBezTo>
                      <a:pt x="37439" y="29035"/>
                      <a:pt x="29116" y="37358"/>
                      <a:pt x="18849" y="37358"/>
                    </a:cubicBezTo>
                    <a:cubicBezTo>
                      <a:pt x="8582" y="37358"/>
                      <a:pt x="259" y="29035"/>
                      <a:pt x="259" y="18767"/>
                    </a:cubicBezTo>
                    <a:cubicBezTo>
                      <a:pt x="259" y="8500"/>
                      <a:pt x="8582" y="177"/>
                      <a:pt x="18849" y="177"/>
                    </a:cubicBezTo>
                    <a:cubicBezTo>
                      <a:pt x="29116" y="177"/>
                      <a:pt x="37439" y="8500"/>
                      <a:pt x="37439" y="18767"/>
                    </a:cubicBezTo>
                    <a:close/>
                  </a:path>
                </a:pathLst>
              </a:custGeom>
              <a:solidFill>
                <a:srgbClr val="F7DE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4" name="Freeform: Shape 4363">
                <a:extLst>
                  <a:ext uri="{FF2B5EF4-FFF2-40B4-BE49-F238E27FC236}">
                    <a16:creationId xmlns:a16="http://schemas.microsoft.com/office/drawing/2014/main" id="{66D20E02-AC5E-7550-9270-2C468A644839}"/>
                  </a:ext>
                </a:extLst>
              </p:cNvPr>
              <p:cNvSpPr/>
              <p:nvPr/>
            </p:nvSpPr>
            <p:spPr>
              <a:xfrm>
                <a:off x="1750728" y="7941295"/>
                <a:ext cx="41981" cy="41981"/>
              </a:xfrm>
              <a:custGeom>
                <a:avLst/>
                <a:gdLst>
                  <a:gd name="connsiteX0" fmla="*/ 21249 w 41981"/>
                  <a:gd name="connsiteY0" fmla="*/ 4977 h 41981"/>
                  <a:gd name="connsiteX1" fmla="*/ 37439 w 41981"/>
                  <a:gd name="connsiteY1" fmla="*/ 21168 h 41981"/>
                  <a:gd name="connsiteX2" fmla="*/ 37439 w 41981"/>
                  <a:gd name="connsiteY2" fmla="*/ 21168 h 41981"/>
                  <a:gd name="connsiteX3" fmla="*/ 21249 w 41981"/>
                  <a:gd name="connsiteY3" fmla="*/ 37358 h 41981"/>
                  <a:gd name="connsiteX4" fmla="*/ 5059 w 41981"/>
                  <a:gd name="connsiteY4" fmla="*/ 21168 h 41981"/>
                  <a:gd name="connsiteX5" fmla="*/ 21249 w 41981"/>
                  <a:gd name="connsiteY5" fmla="*/ 4977 h 41981"/>
                  <a:gd name="connsiteX6" fmla="*/ 21249 w 41981"/>
                  <a:gd name="connsiteY6" fmla="*/ 177 h 41981"/>
                  <a:gd name="connsiteX7" fmla="*/ 259 w 41981"/>
                  <a:gd name="connsiteY7" fmla="*/ 21168 h 41981"/>
                  <a:gd name="connsiteX8" fmla="*/ 21249 w 41981"/>
                  <a:gd name="connsiteY8" fmla="*/ 42158 h 41981"/>
                  <a:gd name="connsiteX9" fmla="*/ 42240 w 41981"/>
                  <a:gd name="connsiteY9" fmla="*/ 21168 h 41981"/>
                  <a:gd name="connsiteX10" fmla="*/ 42240 w 41981"/>
                  <a:gd name="connsiteY10" fmla="*/ 21168 h 41981"/>
                  <a:gd name="connsiteX11" fmla="*/ 21249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7"/>
                    </a:moveTo>
                    <a:cubicBezTo>
                      <a:pt x="30191" y="4977"/>
                      <a:pt x="37439" y="12226"/>
                      <a:pt x="37439" y="21168"/>
                    </a:cubicBezTo>
                    <a:lnTo>
                      <a:pt x="37439" y="21168"/>
                    </a:lnTo>
                    <a:cubicBezTo>
                      <a:pt x="37439" y="30110"/>
                      <a:pt x="30191" y="37358"/>
                      <a:pt x="21249" y="37358"/>
                    </a:cubicBezTo>
                    <a:cubicBezTo>
                      <a:pt x="12307" y="37358"/>
                      <a:pt x="5059" y="30110"/>
                      <a:pt x="5059" y="21168"/>
                    </a:cubicBezTo>
                    <a:cubicBezTo>
                      <a:pt x="5059" y="12226"/>
                      <a:pt x="12307" y="4977"/>
                      <a:pt x="21249" y="4977"/>
                    </a:cubicBezTo>
                    <a:close/>
                    <a:moveTo>
                      <a:pt x="21249" y="177"/>
                    </a:moveTo>
                    <a:cubicBezTo>
                      <a:pt x="9657" y="177"/>
                      <a:pt x="259" y="9575"/>
                      <a:pt x="259" y="21168"/>
                    </a:cubicBezTo>
                    <a:cubicBezTo>
                      <a:pt x="259" y="32760"/>
                      <a:pt x="9657" y="42158"/>
                      <a:pt x="21249" y="42158"/>
                    </a:cubicBezTo>
                    <a:cubicBezTo>
                      <a:pt x="32842" y="42158"/>
                      <a:pt x="42240" y="32760"/>
                      <a:pt x="42240" y="21168"/>
                    </a:cubicBezTo>
                    <a:lnTo>
                      <a:pt x="42240" y="21168"/>
                    </a:lnTo>
                    <a:cubicBezTo>
                      <a:pt x="42240" y="9575"/>
                      <a:pt x="32842" y="177"/>
                      <a:pt x="21249" y="17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5" name="Freeform: Shape 4364">
                <a:extLst>
                  <a:ext uri="{FF2B5EF4-FFF2-40B4-BE49-F238E27FC236}">
                    <a16:creationId xmlns:a16="http://schemas.microsoft.com/office/drawing/2014/main" id="{2D7A1E1A-5BA5-A3D5-EF4A-CFE6829A5143}"/>
                  </a:ext>
                </a:extLst>
              </p:cNvPr>
              <p:cNvSpPr/>
              <p:nvPr/>
            </p:nvSpPr>
            <p:spPr>
              <a:xfrm>
                <a:off x="1795988" y="7996094"/>
                <a:ext cx="37180" cy="37180"/>
              </a:xfrm>
              <a:custGeom>
                <a:avLst/>
                <a:gdLst>
                  <a:gd name="connsiteX0" fmla="*/ 37447 w 37180"/>
                  <a:gd name="connsiteY0" fmla="*/ 18777 h 37180"/>
                  <a:gd name="connsiteX1" fmla="*/ 18856 w 37180"/>
                  <a:gd name="connsiteY1" fmla="*/ 37367 h 37180"/>
                  <a:gd name="connsiteX2" fmla="*/ 266 w 37180"/>
                  <a:gd name="connsiteY2" fmla="*/ 18777 h 37180"/>
                  <a:gd name="connsiteX3" fmla="*/ 18856 w 37180"/>
                  <a:gd name="connsiteY3" fmla="*/ 186 h 37180"/>
                  <a:gd name="connsiteX4" fmla="*/ 37447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7"/>
                    </a:moveTo>
                    <a:cubicBezTo>
                      <a:pt x="37447" y="29044"/>
                      <a:pt x="29124" y="37367"/>
                      <a:pt x="18856" y="37367"/>
                    </a:cubicBezTo>
                    <a:cubicBezTo>
                      <a:pt x="8589" y="37367"/>
                      <a:pt x="266" y="29044"/>
                      <a:pt x="266" y="18777"/>
                    </a:cubicBezTo>
                    <a:cubicBezTo>
                      <a:pt x="266" y="8509"/>
                      <a:pt x="8589" y="186"/>
                      <a:pt x="18856" y="186"/>
                    </a:cubicBezTo>
                    <a:cubicBezTo>
                      <a:pt x="29124" y="186"/>
                      <a:pt x="37447" y="8509"/>
                      <a:pt x="37447" y="18777"/>
                    </a:cubicBezTo>
                    <a:close/>
                  </a:path>
                </a:pathLst>
              </a:custGeom>
              <a:solidFill>
                <a:srgbClr val="F7D8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6" name="Freeform: Shape 4365">
                <a:extLst>
                  <a:ext uri="{FF2B5EF4-FFF2-40B4-BE49-F238E27FC236}">
                    <a16:creationId xmlns:a16="http://schemas.microsoft.com/office/drawing/2014/main" id="{830274DD-82F0-D30D-6E15-B6B03F9A9945}"/>
                  </a:ext>
                </a:extLst>
              </p:cNvPr>
              <p:cNvSpPr/>
              <p:nvPr/>
            </p:nvSpPr>
            <p:spPr>
              <a:xfrm>
                <a:off x="1793588" y="7993694"/>
                <a:ext cx="41981" cy="41981"/>
              </a:xfrm>
              <a:custGeom>
                <a:avLst/>
                <a:gdLst>
                  <a:gd name="connsiteX0" fmla="*/ 21257 w 41981"/>
                  <a:gd name="connsiteY0" fmla="*/ 4987 h 41981"/>
                  <a:gd name="connsiteX1" fmla="*/ 37447 w 41981"/>
                  <a:gd name="connsiteY1" fmla="*/ 21177 h 41981"/>
                  <a:gd name="connsiteX2" fmla="*/ 37447 w 41981"/>
                  <a:gd name="connsiteY2" fmla="*/ 21177 h 41981"/>
                  <a:gd name="connsiteX3" fmla="*/ 21257 w 41981"/>
                  <a:gd name="connsiteY3" fmla="*/ 37367 h 41981"/>
                  <a:gd name="connsiteX4" fmla="*/ 5066 w 41981"/>
                  <a:gd name="connsiteY4" fmla="*/ 21177 h 41981"/>
                  <a:gd name="connsiteX5" fmla="*/ 21257 w 41981"/>
                  <a:gd name="connsiteY5" fmla="*/ 4987 h 41981"/>
                  <a:gd name="connsiteX6" fmla="*/ 21257 w 41981"/>
                  <a:gd name="connsiteY6" fmla="*/ 186 h 41981"/>
                  <a:gd name="connsiteX7" fmla="*/ 266 w 41981"/>
                  <a:gd name="connsiteY7" fmla="*/ 21177 h 41981"/>
                  <a:gd name="connsiteX8" fmla="*/ 21257 w 41981"/>
                  <a:gd name="connsiteY8" fmla="*/ 42167 h 41981"/>
                  <a:gd name="connsiteX9" fmla="*/ 42247 w 41981"/>
                  <a:gd name="connsiteY9" fmla="*/ 21177 h 41981"/>
                  <a:gd name="connsiteX10" fmla="*/ 42247 w 41981"/>
                  <a:gd name="connsiteY10" fmla="*/ 21177 h 41981"/>
                  <a:gd name="connsiteX11" fmla="*/ 21257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87"/>
                    </a:moveTo>
                    <a:cubicBezTo>
                      <a:pt x="30198" y="4987"/>
                      <a:pt x="37447" y="12235"/>
                      <a:pt x="37447" y="21177"/>
                    </a:cubicBezTo>
                    <a:lnTo>
                      <a:pt x="37447" y="21177"/>
                    </a:lnTo>
                    <a:cubicBezTo>
                      <a:pt x="37447" y="30119"/>
                      <a:pt x="30198" y="37367"/>
                      <a:pt x="21257" y="37367"/>
                    </a:cubicBezTo>
                    <a:cubicBezTo>
                      <a:pt x="12315" y="37367"/>
                      <a:pt x="5066" y="30119"/>
                      <a:pt x="5066" y="21177"/>
                    </a:cubicBezTo>
                    <a:cubicBezTo>
                      <a:pt x="5066" y="12235"/>
                      <a:pt x="12315" y="4987"/>
                      <a:pt x="21257" y="4987"/>
                    </a:cubicBezTo>
                    <a:close/>
                    <a:moveTo>
                      <a:pt x="21257" y="186"/>
                    </a:moveTo>
                    <a:cubicBezTo>
                      <a:pt x="9664" y="186"/>
                      <a:pt x="266" y="9584"/>
                      <a:pt x="266" y="21177"/>
                    </a:cubicBezTo>
                    <a:cubicBezTo>
                      <a:pt x="266" y="32769"/>
                      <a:pt x="9664" y="42167"/>
                      <a:pt x="21257" y="42167"/>
                    </a:cubicBezTo>
                    <a:cubicBezTo>
                      <a:pt x="32849" y="42167"/>
                      <a:pt x="42247" y="32769"/>
                      <a:pt x="42247" y="21177"/>
                    </a:cubicBezTo>
                    <a:lnTo>
                      <a:pt x="42247" y="21177"/>
                    </a:lnTo>
                    <a:cubicBezTo>
                      <a:pt x="42247" y="9584"/>
                      <a:pt x="32849" y="186"/>
                      <a:pt x="21257"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7" name="Freeform: Shape 4366">
                <a:extLst>
                  <a:ext uri="{FF2B5EF4-FFF2-40B4-BE49-F238E27FC236}">
                    <a16:creationId xmlns:a16="http://schemas.microsoft.com/office/drawing/2014/main" id="{B2F17323-C97B-EBDC-A1E7-BC4E819D06B0}"/>
                  </a:ext>
                </a:extLst>
              </p:cNvPr>
              <p:cNvSpPr/>
              <p:nvPr/>
            </p:nvSpPr>
            <p:spPr>
              <a:xfrm>
                <a:off x="1725681" y="7966574"/>
                <a:ext cx="37180" cy="37180"/>
              </a:xfrm>
              <a:custGeom>
                <a:avLst/>
                <a:gdLst>
                  <a:gd name="connsiteX0" fmla="*/ 37435 w 37180"/>
                  <a:gd name="connsiteY0" fmla="*/ 18771 h 37180"/>
                  <a:gd name="connsiteX1" fmla="*/ 18844 w 37180"/>
                  <a:gd name="connsiteY1" fmla="*/ 37362 h 37180"/>
                  <a:gd name="connsiteX2" fmla="*/ 254 w 37180"/>
                  <a:gd name="connsiteY2" fmla="*/ 18771 h 37180"/>
                  <a:gd name="connsiteX3" fmla="*/ 18844 w 37180"/>
                  <a:gd name="connsiteY3" fmla="*/ 181 h 37180"/>
                  <a:gd name="connsiteX4" fmla="*/ 37435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1"/>
                    </a:moveTo>
                    <a:cubicBezTo>
                      <a:pt x="37435" y="29039"/>
                      <a:pt x="29111" y="37362"/>
                      <a:pt x="18844" y="37362"/>
                    </a:cubicBezTo>
                    <a:cubicBezTo>
                      <a:pt x="8577" y="37362"/>
                      <a:pt x="254" y="29039"/>
                      <a:pt x="254" y="18771"/>
                    </a:cubicBezTo>
                    <a:cubicBezTo>
                      <a:pt x="254" y="8504"/>
                      <a:pt x="8577" y="181"/>
                      <a:pt x="18844" y="181"/>
                    </a:cubicBezTo>
                    <a:cubicBezTo>
                      <a:pt x="29111" y="181"/>
                      <a:pt x="37435" y="8504"/>
                      <a:pt x="37435" y="18771"/>
                    </a:cubicBezTo>
                    <a:close/>
                  </a:path>
                </a:pathLst>
              </a:custGeom>
              <a:solidFill>
                <a:srgbClr val="F7B8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8" name="Freeform: Shape 4367">
                <a:extLst>
                  <a:ext uri="{FF2B5EF4-FFF2-40B4-BE49-F238E27FC236}">
                    <a16:creationId xmlns:a16="http://schemas.microsoft.com/office/drawing/2014/main" id="{26E8BC19-B7FC-41CC-7E58-0215F291C7E9}"/>
                  </a:ext>
                </a:extLst>
              </p:cNvPr>
              <p:cNvSpPr/>
              <p:nvPr/>
            </p:nvSpPr>
            <p:spPr>
              <a:xfrm>
                <a:off x="1723281" y="7964174"/>
                <a:ext cx="41981" cy="41981"/>
              </a:xfrm>
              <a:custGeom>
                <a:avLst/>
                <a:gdLst>
                  <a:gd name="connsiteX0" fmla="*/ 21244 w 41981"/>
                  <a:gd name="connsiteY0" fmla="*/ 4981 h 41981"/>
                  <a:gd name="connsiteX1" fmla="*/ 37435 w 41981"/>
                  <a:gd name="connsiteY1" fmla="*/ 21172 h 41981"/>
                  <a:gd name="connsiteX2" fmla="*/ 37435 w 41981"/>
                  <a:gd name="connsiteY2" fmla="*/ 21172 h 41981"/>
                  <a:gd name="connsiteX3" fmla="*/ 21244 w 41981"/>
                  <a:gd name="connsiteY3" fmla="*/ 37362 h 41981"/>
                  <a:gd name="connsiteX4" fmla="*/ 5054 w 41981"/>
                  <a:gd name="connsiteY4" fmla="*/ 21172 h 41981"/>
                  <a:gd name="connsiteX5" fmla="*/ 21244 w 41981"/>
                  <a:gd name="connsiteY5" fmla="*/ 4981 h 41981"/>
                  <a:gd name="connsiteX6" fmla="*/ 21244 w 41981"/>
                  <a:gd name="connsiteY6" fmla="*/ 181 h 41981"/>
                  <a:gd name="connsiteX7" fmla="*/ 254 w 41981"/>
                  <a:gd name="connsiteY7" fmla="*/ 21172 h 41981"/>
                  <a:gd name="connsiteX8" fmla="*/ 21244 w 41981"/>
                  <a:gd name="connsiteY8" fmla="*/ 42162 h 41981"/>
                  <a:gd name="connsiteX9" fmla="*/ 42235 w 41981"/>
                  <a:gd name="connsiteY9" fmla="*/ 21172 h 41981"/>
                  <a:gd name="connsiteX10" fmla="*/ 42235 w 41981"/>
                  <a:gd name="connsiteY10" fmla="*/ 21172 h 41981"/>
                  <a:gd name="connsiteX11" fmla="*/ 2124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1"/>
                    </a:moveTo>
                    <a:cubicBezTo>
                      <a:pt x="30186" y="4981"/>
                      <a:pt x="37435" y="12230"/>
                      <a:pt x="37435" y="21172"/>
                    </a:cubicBezTo>
                    <a:lnTo>
                      <a:pt x="37435" y="21172"/>
                    </a:lnTo>
                    <a:cubicBezTo>
                      <a:pt x="37435" y="30113"/>
                      <a:pt x="30186" y="37362"/>
                      <a:pt x="21244" y="37362"/>
                    </a:cubicBezTo>
                    <a:cubicBezTo>
                      <a:pt x="12303" y="37362"/>
                      <a:pt x="5054" y="30113"/>
                      <a:pt x="5054" y="21172"/>
                    </a:cubicBezTo>
                    <a:cubicBezTo>
                      <a:pt x="5054" y="12230"/>
                      <a:pt x="12303" y="4981"/>
                      <a:pt x="21244" y="4981"/>
                    </a:cubicBezTo>
                    <a:close/>
                    <a:moveTo>
                      <a:pt x="21244" y="181"/>
                    </a:moveTo>
                    <a:cubicBezTo>
                      <a:pt x="9652" y="181"/>
                      <a:pt x="254" y="9579"/>
                      <a:pt x="254" y="21172"/>
                    </a:cubicBezTo>
                    <a:cubicBezTo>
                      <a:pt x="254" y="32764"/>
                      <a:pt x="9652" y="42162"/>
                      <a:pt x="21244" y="42162"/>
                    </a:cubicBezTo>
                    <a:cubicBezTo>
                      <a:pt x="32837" y="42162"/>
                      <a:pt x="42235" y="32764"/>
                      <a:pt x="42235" y="21172"/>
                    </a:cubicBezTo>
                    <a:lnTo>
                      <a:pt x="42235" y="21172"/>
                    </a:lnTo>
                    <a:cubicBezTo>
                      <a:pt x="42235" y="9579"/>
                      <a:pt x="32837" y="181"/>
                      <a:pt x="21244" y="18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69" name="Freeform: Shape 4368">
                <a:extLst>
                  <a:ext uri="{FF2B5EF4-FFF2-40B4-BE49-F238E27FC236}">
                    <a16:creationId xmlns:a16="http://schemas.microsoft.com/office/drawing/2014/main" id="{4AB67F6C-9861-BC6A-521F-6B3604B78660}"/>
                  </a:ext>
                </a:extLst>
              </p:cNvPr>
              <p:cNvSpPr/>
              <p:nvPr/>
            </p:nvSpPr>
            <p:spPr>
              <a:xfrm>
                <a:off x="1656377" y="7911607"/>
                <a:ext cx="37180" cy="37180"/>
              </a:xfrm>
              <a:custGeom>
                <a:avLst/>
                <a:gdLst>
                  <a:gd name="connsiteX0" fmla="*/ 37423 w 37180"/>
                  <a:gd name="connsiteY0" fmla="*/ 18762 h 37180"/>
                  <a:gd name="connsiteX1" fmla="*/ 18832 w 37180"/>
                  <a:gd name="connsiteY1" fmla="*/ 37352 h 37180"/>
                  <a:gd name="connsiteX2" fmla="*/ 242 w 37180"/>
                  <a:gd name="connsiteY2" fmla="*/ 18762 h 37180"/>
                  <a:gd name="connsiteX3" fmla="*/ 18832 w 37180"/>
                  <a:gd name="connsiteY3" fmla="*/ 172 h 37180"/>
                  <a:gd name="connsiteX4" fmla="*/ 3742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62"/>
                    </a:moveTo>
                    <a:cubicBezTo>
                      <a:pt x="37423" y="29029"/>
                      <a:pt x="29099" y="37352"/>
                      <a:pt x="18832" y="37352"/>
                    </a:cubicBezTo>
                    <a:cubicBezTo>
                      <a:pt x="8565" y="37352"/>
                      <a:pt x="242" y="29029"/>
                      <a:pt x="242" y="18762"/>
                    </a:cubicBezTo>
                    <a:cubicBezTo>
                      <a:pt x="242" y="8495"/>
                      <a:pt x="8565" y="172"/>
                      <a:pt x="18832" y="172"/>
                    </a:cubicBezTo>
                    <a:cubicBezTo>
                      <a:pt x="29099" y="172"/>
                      <a:pt x="37423" y="8495"/>
                      <a:pt x="37423" y="18762"/>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0" name="Freeform: Shape 4369">
                <a:extLst>
                  <a:ext uri="{FF2B5EF4-FFF2-40B4-BE49-F238E27FC236}">
                    <a16:creationId xmlns:a16="http://schemas.microsoft.com/office/drawing/2014/main" id="{C2B1C1C6-7B29-DE90-7F3F-032130E10C2E}"/>
                  </a:ext>
                </a:extLst>
              </p:cNvPr>
              <p:cNvSpPr/>
              <p:nvPr/>
            </p:nvSpPr>
            <p:spPr>
              <a:xfrm>
                <a:off x="1653977" y="7909206"/>
                <a:ext cx="41981" cy="41981"/>
              </a:xfrm>
              <a:custGeom>
                <a:avLst/>
                <a:gdLst>
                  <a:gd name="connsiteX0" fmla="*/ 21232 w 41981"/>
                  <a:gd name="connsiteY0" fmla="*/ 4972 h 41981"/>
                  <a:gd name="connsiteX1" fmla="*/ 37423 w 41981"/>
                  <a:gd name="connsiteY1" fmla="*/ 21162 h 41981"/>
                  <a:gd name="connsiteX2" fmla="*/ 37423 w 41981"/>
                  <a:gd name="connsiteY2" fmla="*/ 21162 h 41981"/>
                  <a:gd name="connsiteX3" fmla="*/ 21232 w 41981"/>
                  <a:gd name="connsiteY3" fmla="*/ 37352 h 41981"/>
                  <a:gd name="connsiteX4" fmla="*/ 5042 w 41981"/>
                  <a:gd name="connsiteY4" fmla="*/ 21162 h 41981"/>
                  <a:gd name="connsiteX5" fmla="*/ 21232 w 41981"/>
                  <a:gd name="connsiteY5" fmla="*/ 4972 h 41981"/>
                  <a:gd name="connsiteX6" fmla="*/ 21232 w 41981"/>
                  <a:gd name="connsiteY6" fmla="*/ 172 h 41981"/>
                  <a:gd name="connsiteX7" fmla="*/ 242 w 41981"/>
                  <a:gd name="connsiteY7" fmla="*/ 21162 h 41981"/>
                  <a:gd name="connsiteX8" fmla="*/ 21232 w 41981"/>
                  <a:gd name="connsiteY8" fmla="*/ 42153 h 41981"/>
                  <a:gd name="connsiteX9" fmla="*/ 42223 w 41981"/>
                  <a:gd name="connsiteY9" fmla="*/ 21162 h 41981"/>
                  <a:gd name="connsiteX10" fmla="*/ 42223 w 41981"/>
                  <a:gd name="connsiteY10" fmla="*/ 21162 h 41981"/>
                  <a:gd name="connsiteX11" fmla="*/ 21232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72"/>
                    </a:moveTo>
                    <a:cubicBezTo>
                      <a:pt x="30174" y="4972"/>
                      <a:pt x="37423" y="12220"/>
                      <a:pt x="37423" y="21162"/>
                    </a:cubicBezTo>
                    <a:lnTo>
                      <a:pt x="37423" y="21162"/>
                    </a:lnTo>
                    <a:cubicBezTo>
                      <a:pt x="37423" y="30104"/>
                      <a:pt x="30174" y="37352"/>
                      <a:pt x="21232" y="37352"/>
                    </a:cubicBezTo>
                    <a:cubicBezTo>
                      <a:pt x="12291" y="37352"/>
                      <a:pt x="5042" y="30104"/>
                      <a:pt x="5042" y="21162"/>
                    </a:cubicBezTo>
                    <a:cubicBezTo>
                      <a:pt x="5042" y="12220"/>
                      <a:pt x="12291" y="4972"/>
                      <a:pt x="21232" y="4972"/>
                    </a:cubicBezTo>
                    <a:close/>
                    <a:moveTo>
                      <a:pt x="21232" y="172"/>
                    </a:moveTo>
                    <a:cubicBezTo>
                      <a:pt x="9640" y="172"/>
                      <a:pt x="242" y="9570"/>
                      <a:pt x="242" y="21162"/>
                    </a:cubicBezTo>
                    <a:cubicBezTo>
                      <a:pt x="242" y="32755"/>
                      <a:pt x="9640" y="42153"/>
                      <a:pt x="21232" y="42153"/>
                    </a:cubicBezTo>
                    <a:cubicBezTo>
                      <a:pt x="32825" y="42153"/>
                      <a:pt x="42223" y="32755"/>
                      <a:pt x="42223" y="21162"/>
                    </a:cubicBezTo>
                    <a:lnTo>
                      <a:pt x="42223" y="21162"/>
                    </a:lnTo>
                    <a:cubicBezTo>
                      <a:pt x="42223" y="9570"/>
                      <a:pt x="32825" y="172"/>
                      <a:pt x="21232"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1" name="Freeform: Shape 4370">
                <a:extLst>
                  <a:ext uri="{FF2B5EF4-FFF2-40B4-BE49-F238E27FC236}">
                    <a16:creationId xmlns:a16="http://schemas.microsoft.com/office/drawing/2014/main" id="{DED39059-BEBD-BF8B-1317-43F2FB3C8D84}"/>
                  </a:ext>
                </a:extLst>
              </p:cNvPr>
              <p:cNvSpPr/>
              <p:nvPr/>
            </p:nvSpPr>
            <p:spPr>
              <a:xfrm>
                <a:off x="1761658" y="7925592"/>
                <a:ext cx="37180" cy="37180"/>
              </a:xfrm>
              <a:custGeom>
                <a:avLst/>
                <a:gdLst>
                  <a:gd name="connsiteX0" fmla="*/ 37441 w 37180"/>
                  <a:gd name="connsiteY0" fmla="*/ 18764 h 37180"/>
                  <a:gd name="connsiteX1" fmla="*/ 18850 w 37180"/>
                  <a:gd name="connsiteY1" fmla="*/ 37355 h 37180"/>
                  <a:gd name="connsiteX2" fmla="*/ 260 w 37180"/>
                  <a:gd name="connsiteY2" fmla="*/ 18764 h 37180"/>
                  <a:gd name="connsiteX3" fmla="*/ 18850 w 37180"/>
                  <a:gd name="connsiteY3" fmla="*/ 174 h 37180"/>
                  <a:gd name="connsiteX4" fmla="*/ 3744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4"/>
                    </a:moveTo>
                    <a:cubicBezTo>
                      <a:pt x="37441" y="29032"/>
                      <a:pt x="29118" y="37355"/>
                      <a:pt x="18850" y="37355"/>
                    </a:cubicBezTo>
                    <a:cubicBezTo>
                      <a:pt x="8583" y="37355"/>
                      <a:pt x="260" y="29032"/>
                      <a:pt x="260" y="18764"/>
                    </a:cubicBezTo>
                    <a:cubicBezTo>
                      <a:pt x="260" y="8497"/>
                      <a:pt x="8583" y="174"/>
                      <a:pt x="18850" y="174"/>
                    </a:cubicBezTo>
                    <a:cubicBezTo>
                      <a:pt x="29118" y="174"/>
                      <a:pt x="37441" y="8497"/>
                      <a:pt x="37441" y="18764"/>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2" name="Freeform: Shape 4371">
                <a:extLst>
                  <a:ext uri="{FF2B5EF4-FFF2-40B4-BE49-F238E27FC236}">
                    <a16:creationId xmlns:a16="http://schemas.microsoft.com/office/drawing/2014/main" id="{5AADF35E-768B-382C-E970-ADED989D21B0}"/>
                  </a:ext>
                </a:extLst>
              </p:cNvPr>
              <p:cNvSpPr/>
              <p:nvPr/>
            </p:nvSpPr>
            <p:spPr>
              <a:xfrm>
                <a:off x="1759258" y="7923192"/>
                <a:ext cx="41981" cy="41981"/>
              </a:xfrm>
              <a:custGeom>
                <a:avLst/>
                <a:gdLst>
                  <a:gd name="connsiteX0" fmla="*/ 21251 w 41981"/>
                  <a:gd name="connsiteY0" fmla="*/ 4974 h 41981"/>
                  <a:gd name="connsiteX1" fmla="*/ 37441 w 41981"/>
                  <a:gd name="connsiteY1" fmla="*/ 21165 h 41981"/>
                  <a:gd name="connsiteX2" fmla="*/ 37441 w 41981"/>
                  <a:gd name="connsiteY2" fmla="*/ 21165 h 41981"/>
                  <a:gd name="connsiteX3" fmla="*/ 21251 w 41981"/>
                  <a:gd name="connsiteY3" fmla="*/ 37355 h 41981"/>
                  <a:gd name="connsiteX4" fmla="*/ 5060 w 41981"/>
                  <a:gd name="connsiteY4" fmla="*/ 21165 h 41981"/>
                  <a:gd name="connsiteX5" fmla="*/ 21251 w 41981"/>
                  <a:gd name="connsiteY5" fmla="*/ 4974 h 41981"/>
                  <a:gd name="connsiteX6" fmla="*/ 21251 w 41981"/>
                  <a:gd name="connsiteY6" fmla="*/ 174 h 41981"/>
                  <a:gd name="connsiteX7" fmla="*/ 260 w 41981"/>
                  <a:gd name="connsiteY7" fmla="*/ 21165 h 41981"/>
                  <a:gd name="connsiteX8" fmla="*/ 21251 w 41981"/>
                  <a:gd name="connsiteY8" fmla="*/ 42155 h 41981"/>
                  <a:gd name="connsiteX9" fmla="*/ 42241 w 41981"/>
                  <a:gd name="connsiteY9" fmla="*/ 21165 h 41981"/>
                  <a:gd name="connsiteX10" fmla="*/ 42241 w 41981"/>
                  <a:gd name="connsiteY10" fmla="*/ 21165 h 41981"/>
                  <a:gd name="connsiteX11" fmla="*/ 2125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4"/>
                    </a:moveTo>
                    <a:cubicBezTo>
                      <a:pt x="30192" y="4974"/>
                      <a:pt x="37441" y="12223"/>
                      <a:pt x="37441" y="21165"/>
                    </a:cubicBezTo>
                    <a:lnTo>
                      <a:pt x="37441" y="21165"/>
                    </a:lnTo>
                    <a:cubicBezTo>
                      <a:pt x="37441" y="30106"/>
                      <a:pt x="30192" y="37355"/>
                      <a:pt x="21251" y="37355"/>
                    </a:cubicBezTo>
                    <a:cubicBezTo>
                      <a:pt x="12309" y="37355"/>
                      <a:pt x="5060" y="30106"/>
                      <a:pt x="5060" y="21165"/>
                    </a:cubicBezTo>
                    <a:cubicBezTo>
                      <a:pt x="5060" y="12223"/>
                      <a:pt x="12309" y="4974"/>
                      <a:pt x="21251" y="4974"/>
                    </a:cubicBezTo>
                    <a:close/>
                    <a:moveTo>
                      <a:pt x="21251" y="174"/>
                    </a:moveTo>
                    <a:cubicBezTo>
                      <a:pt x="9658" y="174"/>
                      <a:pt x="260" y="9572"/>
                      <a:pt x="260" y="21165"/>
                    </a:cubicBezTo>
                    <a:cubicBezTo>
                      <a:pt x="260" y="32757"/>
                      <a:pt x="9658" y="42155"/>
                      <a:pt x="21251" y="42155"/>
                    </a:cubicBezTo>
                    <a:cubicBezTo>
                      <a:pt x="32843" y="42155"/>
                      <a:pt x="42241" y="32757"/>
                      <a:pt x="42241" y="21165"/>
                    </a:cubicBezTo>
                    <a:lnTo>
                      <a:pt x="42241" y="21165"/>
                    </a:lnTo>
                    <a:cubicBezTo>
                      <a:pt x="42241" y="9572"/>
                      <a:pt x="32843" y="174"/>
                      <a:pt x="21251"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3" name="Freeform: Shape 4372">
                <a:extLst>
                  <a:ext uri="{FF2B5EF4-FFF2-40B4-BE49-F238E27FC236}">
                    <a16:creationId xmlns:a16="http://schemas.microsoft.com/office/drawing/2014/main" id="{14066995-E60B-7A0B-C7B4-A489EDA19FF4}"/>
                  </a:ext>
                </a:extLst>
              </p:cNvPr>
              <p:cNvSpPr/>
              <p:nvPr/>
            </p:nvSpPr>
            <p:spPr>
              <a:xfrm>
                <a:off x="1759153" y="7883452"/>
                <a:ext cx="37180" cy="37180"/>
              </a:xfrm>
              <a:custGeom>
                <a:avLst/>
                <a:gdLst>
                  <a:gd name="connsiteX0" fmla="*/ 37440 w 37180"/>
                  <a:gd name="connsiteY0" fmla="*/ 18757 h 37180"/>
                  <a:gd name="connsiteX1" fmla="*/ 18850 w 37180"/>
                  <a:gd name="connsiteY1" fmla="*/ 37347 h 37180"/>
                  <a:gd name="connsiteX2" fmla="*/ 260 w 37180"/>
                  <a:gd name="connsiteY2" fmla="*/ 18757 h 37180"/>
                  <a:gd name="connsiteX3" fmla="*/ 18850 w 37180"/>
                  <a:gd name="connsiteY3" fmla="*/ 167 h 37180"/>
                  <a:gd name="connsiteX4" fmla="*/ 37440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7"/>
                    </a:moveTo>
                    <a:cubicBezTo>
                      <a:pt x="37440" y="29024"/>
                      <a:pt x="29117" y="37347"/>
                      <a:pt x="18850" y="37347"/>
                    </a:cubicBezTo>
                    <a:cubicBezTo>
                      <a:pt x="8583" y="37347"/>
                      <a:pt x="260" y="29024"/>
                      <a:pt x="260" y="18757"/>
                    </a:cubicBezTo>
                    <a:cubicBezTo>
                      <a:pt x="260" y="8490"/>
                      <a:pt x="8583" y="167"/>
                      <a:pt x="18850" y="167"/>
                    </a:cubicBezTo>
                    <a:cubicBezTo>
                      <a:pt x="29117" y="167"/>
                      <a:pt x="37440" y="8490"/>
                      <a:pt x="37440" y="18757"/>
                    </a:cubicBezTo>
                    <a:close/>
                  </a:path>
                </a:pathLst>
              </a:custGeom>
              <a:solidFill>
                <a:srgbClr val="F7F6F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4" name="Freeform: Shape 4373">
                <a:extLst>
                  <a:ext uri="{FF2B5EF4-FFF2-40B4-BE49-F238E27FC236}">
                    <a16:creationId xmlns:a16="http://schemas.microsoft.com/office/drawing/2014/main" id="{51E7B3C0-DBBF-90F8-17D1-BAFCB2FADE00}"/>
                  </a:ext>
                </a:extLst>
              </p:cNvPr>
              <p:cNvSpPr/>
              <p:nvPr/>
            </p:nvSpPr>
            <p:spPr>
              <a:xfrm>
                <a:off x="1756753" y="7881052"/>
                <a:ext cx="41981" cy="41981"/>
              </a:xfrm>
              <a:custGeom>
                <a:avLst/>
                <a:gdLst>
                  <a:gd name="connsiteX0" fmla="*/ 21250 w 41981"/>
                  <a:gd name="connsiteY0" fmla="*/ 4967 h 41981"/>
                  <a:gd name="connsiteX1" fmla="*/ 37440 w 41981"/>
                  <a:gd name="connsiteY1" fmla="*/ 21157 h 41981"/>
                  <a:gd name="connsiteX2" fmla="*/ 37440 w 41981"/>
                  <a:gd name="connsiteY2" fmla="*/ 21157 h 41981"/>
                  <a:gd name="connsiteX3" fmla="*/ 21250 w 41981"/>
                  <a:gd name="connsiteY3" fmla="*/ 37347 h 41981"/>
                  <a:gd name="connsiteX4" fmla="*/ 5060 w 41981"/>
                  <a:gd name="connsiteY4" fmla="*/ 21157 h 41981"/>
                  <a:gd name="connsiteX5" fmla="*/ 21250 w 41981"/>
                  <a:gd name="connsiteY5" fmla="*/ 4967 h 41981"/>
                  <a:gd name="connsiteX6" fmla="*/ 21250 w 41981"/>
                  <a:gd name="connsiteY6" fmla="*/ 167 h 41981"/>
                  <a:gd name="connsiteX7" fmla="*/ 260 w 41981"/>
                  <a:gd name="connsiteY7" fmla="*/ 21157 h 41981"/>
                  <a:gd name="connsiteX8" fmla="*/ 21250 w 41981"/>
                  <a:gd name="connsiteY8" fmla="*/ 42148 h 41981"/>
                  <a:gd name="connsiteX9" fmla="*/ 42241 w 41981"/>
                  <a:gd name="connsiteY9" fmla="*/ 21157 h 41981"/>
                  <a:gd name="connsiteX10" fmla="*/ 42241 w 41981"/>
                  <a:gd name="connsiteY10" fmla="*/ 21157 h 41981"/>
                  <a:gd name="connsiteX11" fmla="*/ 21250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7"/>
                    </a:moveTo>
                    <a:cubicBezTo>
                      <a:pt x="30192" y="4967"/>
                      <a:pt x="37440" y="12215"/>
                      <a:pt x="37440" y="21157"/>
                    </a:cubicBezTo>
                    <a:lnTo>
                      <a:pt x="37440" y="21157"/>
                    </a:lnTo>
                    <a:cubicBezTo>
                      <a:pt x="37440" y="30099"/>
                      <a:pt x="30192" y="37347"/>
                      <a:pt x="21250" y="37347"/>
                    </a:cubicBezTo>
                    <a:cubicBezTo>
                      <a:pt x="12308" y="37347"/>
                      <a:pt x="5060" y="30099"/>
                      <a:pt x="5060" y="21157"/>
                    </a:cubicBezTo>
                    <a:cubicBezTo>
                      <a:pt x="5060" y="12215"/>
                      <a:pt x="12308" y="4967"/>
                      <a:pt x="21250" y="4967"/>
                    </a:cubicBezTo>
                    <a:close/>
                    <a:moveTo>
                      <a:pt x="21250" y="167"/>
                    </a:moveTo>
                    <a:cubicBezTo>
                      <a:pt x="9658" y="167"/>
                      <a:pt x="260" y="9565"/>
                      <a:pt x="260" y="21157"/>
                    </a:cubicBezTo>
                    <a:cubicBezTo>
                      <a:pt x="260" y="32750"/>
                      <a:pt x="9658" y="42148"/>
                      <a:pt x="21250" y="42148"/>
                    </a:cubicBezTo>
                    <a:cubicBezTo>
                      <a:pt x="32843" y="42148"/>
                      <a:pt x="42241" y="32750"/>
                      <a:pt x="42241" y="21157"/>
                    </a:cubicBezTo>
                    <a:lnTo>
                      <a:pt x="42241" y="21157"/>
                    </a:lnTo>
                    <a:cubicBezTo>
                      <a:pt x="42241" y="9565"/>
                      <a:pt x="32843" y="167"/>
                      <a:pt x="21250" y="1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5" name="Freeform: Shape 4374">
                <a:extLst>
                  <a:ext uri="{FF2B5EF4-FFF2-40B4-BE49-F238E27FC236}">
                    <a16:creationId xmlns:a16="http://schemas.microsoft.com/office/drawing/2014/main" id="{819A420D-F465-3F5F-B4E6-2209EE6CD830}"/>
                  </a:ext>
                </a:extLst>
              </p:cNvPr>
              <p:cNvSpPr/>
              <p:nvPr/>
            </p:nvSpPr>
            <p:spPr>
              <a:xfrm>
                <a:off x="1763928" y="8023322"/>
                <a:ext cx="37180" cy="37180"/>
              </a:xfrm>
              <a:custGeom>
                <a:avLst/>
                <a:gdLst>
                  <a:gd name="connsiteX0" fmla="*/ 37441 w 37180"/>
                  <a:gd name="connsiteY0" fmla="*/ 18781 h 37180"/>
                  <a:gd name="connsiteX1" fmla="*/ 18851 w 37180"/>
                  <a:gd name="connsiteY1" fmla="*/ 37372 h 37180"/>
                  <a:gd name="connsiteX2" fmla="*/ 260 w 37180"/>
                  <a:gd name="connsiteY2" fmla="*/ 18781 h 37180"/>
                  <a:gd name="connsiteX3" fmla="*/ 18851 w 37180"/>
                  <a:gd name="connsiteY3" fmla="*/ 191 h 37180"/>
                  <a:gd name="connsiteX4" fmla="*/ 37441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81"/>
                    </a:moveTo>
                    <a:cubicBezTo>
                      <a:pt x="37441" y="29049"/>
                      <a:pt x="29118" y="37372"/>
                      <a:pt x="18851" y="37372"/>
                    </a:cubicBezTo>
                    <a:cubicBezTo>
                      <a:pt x="8584" y="37372"/>
                      <a:pt x="260" y="29049"/>
                      <a:pt x="260" y="18781"/>
                    </a:cubicBezTo>
                    <a:cubicBezTo>
                      <a:pt x="260" y="8514"/>
                      <a:pt x="8584" y="191"/>
                      <a:pt x="18851" y="191"/>
                    </a:cubicBezTo>
                    <a:cubicBezTo>
                      <a:pt x="29118" y="191"/>
                      <a:pt x="37441" y="8514"/>
                      <a:pt x="37441" y="18781"/>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6" name="Freeform: Shape 4375">
                <a:extLst>
                  <a:ext uri="{FF2B5EF4-FFF2-40B4-BE49-F238E27FC236}">
                    <a16:creationId xmlns:a16="http://schemas.microsoft.com/office/drawing/2014/main" id="{1F76FCFA-F8D7-00BC-56CE-95B408501746}"/>
                  </a:ext>
                </a:extLst>
              </p:cNvPr>
              <p:cNvSpPr/>
              <p:nvPr/>
            </p:nvSpPr>
            <p:spPr>
              <a:xfrm>
                <a:off x="1761528" y="8020922"/>
                <a:ext cx="41981" cy="41981"/>
              </a:xfrm>
              <a:custGeom>
                <a:avLst/>
                <a:gdLst>
                  <a:gd name="connsiteX0" fmla="*/ 21251 w 41981"/>
                  <a:gd name="connsiteY0" fmla="*/ 4991 h 41981"/>
                  <a:gd name="connsiteX1" fmla="*/ 37441 w 41981"/>
                  <a:gd name="connsiteY1" fmla="*/ 21182 h 41981"/>
                  <a:gd name="connsiteX2" fmla="*/ 37441 w 41981"/>
                  <a:gd name="connsiteY2" fmla="*/ 21182 h 41981"/>
                  <a:gd name="connsiteX3" fmla="*/ 21251 w 41981"/>
                  <a:gd name="connsiteY3" fmla="*/ 37372 h 41981"/>
                  <a:gd name="connsiteX4" fmla="*/ 5061 w 41981"/>
                  <a:gd name="connsiteY4" fmla="*/ 21182 h 41981"/>
                  <a:gd name="connsiteX5" fmla="*/ 21251 w 41981"/>
                  <a:gd name="connsiteY5" fmla="*/ 4991 h 41981"/>
                  <a:gd name="connsiteX6" fmla="*/ 21251 w 41981"/>
                  <a:gd name="connsiteY6" fmla="*/ 191 h 41981"/>
                  <a:gd name="connsiteX7" fmla="*/ 260 w 41981"/>
                  <a:gd name="connsiteY7" fmla="*/ 21182 h 41981"/>
                  <a:gd name="connsiteX8" fmla="*/ 21251 w 41981"/>
                  <a:gd name="connsiteY8" fmla="*/ 42172 h 41981"/>
                  <a:gd name="connsiteX9" fmla="*/ 42242 w 41981"/>
                  <a:gd name="connsiteY9" fmla="*/ 21182 h 41981"/>
                  <a:gd name="connsiteX10" fmla="*/ 42242 w 41981"/>
                  <a:gd name="connsiteY10" fmla="*/ 21182 h 41981"/>
                  <a:gd name="connsiteX11" fmla="*/ 21251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91"/>
                    </a:moveTo>
                    <a:cubicBezTo>
                      <a:pt x="30193" y="4991"/>
                      <a:pt x="37441" y="12240"/>
                      <a:pt x="37441" y="21182"/>
                    </a:cubicBezTo>
                    <a:lnTo>
                      <a:pt x="37441" y="21182"/>
                    </a:lnTo>
                    <a:cubicBezTo>
                      <a:pt x="37441" y="30123"/>
                      <a:pt x="30193" y="37372"/>
                      <a:pt x="21251" y="37372"/>
                    </a:cubicBezTo>
                    <a:cubicBezTo>
                      <a:pt x="12309" y="37372"/>
                      <a:pt x="5061" y="30123"/>
                      <a:pt x="5061" y="21182"/>
                    </a:cubicBezTo>
                    <a:cubicBezTo>
                      <a:pt x="5061" y="12240"/>
                      <a:pt x="12309" y="4991"/>
                      <a:pt x="21251" y="4991"/>
                    </a:cubicBezTo>
                    <a:close/>
                    <a:moveTo>
                      <a:pt x="21251" y="191"/>
                    </a:moveTo>
                    <a:cubicBezTo>
                      <a:pt x="9658" y="191"/>
                      <a:pt x="260" y="9589"/>
                      <a:pt x="260" y="21182"/>
                    </a:cubicBezTo>
                    <a:cubicBezTo>
                      <a:pt x="260" y="32774"/>
                      <a:pt x="9658" y="42172"/>
                      <a:pt x="21251" y="42172"/>
                    </a:cubicBezTo>
                    <a:cubicBezTo>
                      <a:pt x="32844" y="42172"/>
                      <a:pt x="42242" y="32774"/>
                      <a:pt x="42242" y="21182"/>
                    </a:cubicBezTo>
                    <a:lnTo>
                      <a:pt x="42242" y="21182"/>
                    </a:lnTo>
                    <a:cubicBezTo>
                      <a:pt x="42242" y="9589"/>
                      <a:pt x="32844" y="191"/>
                      <a:pt x="21251"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7" name="Freeform: Shape 4376">
                <a:extLst>
                  <a:ext uri="{FF2B5EF4-FFF2-40B4-BE49-F238E27FC236}">
                    <a16:creationId xmlns:a16="http://schemas.microsoft.com/office/drawing/2014/main" id="{DC87AAD8-7F83-3F03-2360-4579AA785796}"/>
                  </a:ext>
                </a:extLst>
              </p:cNvPr>
              <p:cNvSpPr/>
              <p:nvPr/>
            </p:nvSpPr>
            <p:spPr>
              <a:xfrm>
                <a:off x="1805498" y="7929411"/>
                <a:ext cx="37180" cy="37180"/>
              </a:xfrm>
              <a:custGeom>
                <a:avLst/>
                <a:gdLst>
                  <a:gd name="connsiteX0" fmla="*/ 37448 w 37180"/>
                  <a:gd name="connsiteY0" fmla="*/ 18765 h 37180"/>
                  <a:gd name="connsiteX1" fmla="*/ 18858 w 37180"/>
                  <a:gd name="connsiteY1" fmla="*/ 37355 h 37180"/>
                  <a:gd name="connsiteX2" fmla="*/ 268 w 37180"/>
                  <a:gd name="connsiteY2" fmla="*/ 18765 h 37180"/>
                  <a:gd name="connsiteX3" fmla="*/ 18858 w 37180"/>
                  <a:gd name="connsiteY3" fmla="*/ 175 h 37180"/>
                  <a:gd name="connsiteX4" fmla="*/ 37448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5"/>
                    </a:moveTo>
                    <a:cubicBezTo>
                      <a:pt x="37448" y="29032"/>
                      <a:pt x="29125" y="37355"/>
                      <a:pt x="18858" y="37355"/>
                    </a:cubicBezTo>
                    <a:cubicBezTo>
                      <a:pt x="8591" y="37355"/>
                      <a:pt x="268" y="29032"/>
                      <a:pt x="268" y="18765"/>
                    </a:cubicBezTo>
                    <a:cubicBezTo>
                      <a:pt x="268" y="8498"/>
                      <a:pt x="8591" y="175"/>
                      <a:pt x="18858" y="175"/>
                    </a:cubicBezTo>
                    <a:cubicBezTo>
                      <a:pt x="29125" y="175"/>
                      <a:pt x="37448" y="8498"/>
                      <a:pt x="37448" y="18765"/>
                    </a:cubicBezTo>
                    <a:close/>
                  </a:path>
                </a:pathLst>
              </a:custGeom>
              <a:solidFill>
                <a:srgbClr val="F7F0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8" name="Freeform: Shape 4377">
                <a:extLst>
                  <a:ext uri="{FF2B5EF4-FFF2-40B4-BE49-F238E27FC236}">
                    <a16:creationId xmlns:a16="http://schemas.microsoft.com/office/drawing/2014/main" id="{94C3A59E-0C25-19AF-6657-DDD113410D4D}"/>
                  </a:ext>
                </a:extLst>
              </p:cNvPr>
              <p:cNvSpPr/>
              <p:nvPr/>
            </p:nvSpPr>
            <p:spPr>
              <a:xfrm>
                <a:off x="1803098" y="7927011"/>
                <a:ext cx="41981" cy="41981"/>
              </a:xfrm>
              <a:custGeom>
                <a:avLst/>
                <a:gdLst>
                  <a:gd name="connsiteX0" fmla="*/ 21258 w 41981"/>
                  <a:gd name="connsiteY0" fmla="*/ 4975 h 41981"/>
                  <a:gd name="connsiteX1" fmla="*/ 37448 w 41981"/>
                  <a:gd name="connsiteY1" fmla="*/ 21165 h 41981"/>
                  <a:gd name="connsiteX2" fmla="*/ 37448 w 41981"/>
                  <a:gd name="connsiteY2" fmla="*/ 21165 h 41981"/>
                  <a:gd name="connsiteX3" fmla="*/ 21258 w 41981"/>
                  <a:gd name="connsiteY3" fmla="*/ 37355 h 41981"/>
                  <a:gd name="connsiteX4" fmla="*/ 5068 w 41981"/>
                  <a:gd name="connsiteY4" fmla="*/ 21165 h 41981"/>
                  <a:gd name="connsiteX5" fmla="*/ 21258 w 41981"/>
                  <a:gd name="connsiteY5" fmla="*/ 4975 h 41981"/>
                  <a:gd name="connsiteX6" fmla="*/ 21258 w 41981"/>
                  <a:gd name="connsiteY6" fmla="*/ 175 h 41981"/>
                  <a:gd name="connsiteX7" fmla="*/ 268 w 41981"/>
                  <a:gd name="connsiteY7" fmla="*/ 21165 h 41981"/>
                  <a:gd name="connsiteX8" fmla="*/ 21258 w 41981"/>
                  <a:gd name="connsiteY8" fmla="*/ 42156 h 41981"/>
                  <a:gd name="connsiteX9" fmla="*/ 42249 w 41981"/>
                  <a:gd name="connsiteY9" fmla="*/ 21165 h 41981"/>
                  <a:gd name="connsiteX10" fmla="*/ 42249 w 41981"/>
                  <a:gd name="connsiteY10" fmla="*/ 21165 h 41981"/>
                  <a:gd name="connsiteX11" fmla="*/ 21258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5"/>
                    </a:moveTo>
                    <a:cubicBezTo>
                      <a:pt x="30200" y="4975"/>
                      <a:pt x="37448" y="12223"/>
                      <a:pt x="37448" y="21165"/>
                    </a:cubicBezTo>
                    <a:lnTo>
                      <a:pt x="37448" y="21165"/>
                    </a:lnTo>
                    <a:cubicBezTo>
                      <a:pt x="37448" y="30107"/>
                      <a:pt x="30200" y="37355"/>
                      <a:pt x="21258" y="37355"/>
                    </a:cubicBezTo>
                    <a:cubicBezTo>
                      <a:pt x="12316" y="37355"/>
                      <a:pt x="5068" y="30107"/>
                      <a:pt x="5068" y="21165"/>
                    </a:cubicBezTo>
                    <a:cubicBezTo>
                      <a:pt x="5068" y="12223"/>
                      <a:pt x="12316" y="4975"/>
                      <a:pt x="21258" y="4975"/>
                    </a:cubicBezTo>
                    <a:close/>
                    <a:moveTo>
                      <a:pt x="21258" y="175"/>
                    </a:moveTo>
                    <a:cubicBezTo>
                      <a:pt x="9666" y="175"/>
                      <a:pt x="268" y="9573"/>
                      <a:pt x="268" y="21165"/>
                    </a:cubicBezTo>
                    <a:cubicBezTo>
                      <a:pt x="268" y="32758"/>
                      <a:pt x="9666" y="42156"/>
                      <a:pt x="21258" y="42156"/>
                    </a:cubicBezTo>
                    <a:cubicBezTo>
                      <a:pt x="32851" y="42156"/>
                      <a:pt x="42249" y="32758"/>
                      <a:pt x="42249" y="21165"/>
                    </a:cubicBezTo>
                    <a:lnTo>
                      <a:pt x="42249" y="21165"/>
                    </a:lnTo>
                    <a:cubicBezTo>
                      <a:pt x="42249" y="9573"/>
                      <a:pt x="32851" y="175"/>
                      <a:pt x="21258"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79" name="Freeform: Shape 4378">
                <a:extLst>
                  <a:ext uri="{FF2B5EF4-FFF2-40B4-BE49-F238E27FC236}">
                    <a16:creationId xmlns:a16="http://schemas.microsoft.com/office/drawing/2014/main" id="{756EAF38-16C9-A511-C44C-8D8D2FEF85AE}"/>
                  </a:ext>
                </a:extLst>
              </p:cNvPr>
              <p:cNvSpPr/>
              <p:nvPr/>
            </p:nvSpPr>
            <p:spPr>
              <a:xfrm>
                <a:off x="1775863" y="7969489"/>
                <a:ext cx="37180" cy="37180"/>
              </a:xfrm>
              <a:custGeom>
                <a:avLst/>
                <a:gdLst>
                  <a:gd name="connsiteX0" fmla="*/ 37443 w 37180"/>
                  <a:gd name="connsiteY0" fmla="*/ 18772 h 37180"/>
                  <a:gd name="connsiteX1" fmla="*/ 18853 w 37180"/>
                  <a:gd name="connsiteY1" fmla="*/ 37362 h 37180"/>
                  <a:gd name="connsiteX2" fmla="*/ 262 w 37180"/>
                  <a:gd name="connsiteY2" fmla="*/ 18772 h 37180"/>
                  <a:gd name="connsiteX3" fmla="*/ 18853 w 37180"/>
                  <a:gd name="connsiteY3" fmla="*/ 182 h 37180"/>
                  <a:gd name="connsiteX4" fmla="*/ 37443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2"/>
                    </a:moveTo>
                    <a:cubicBezTo>
                      <a:pt x="37443" y="29039"/>
                      <a:pt x="29120" y="37362"/>
                      <a:pt x="18853" y="37362"/>
                    </a:cubicBezTo>
                    <a:cubicBezTo>
                      <a:pt x="8586" y="37362"/>
                      <a:pt x="262" y="29039"/>
                      <a:pt x="262" y="18772"/>
                    </a:cubicBezTo>
                    <a:cubicBezTo>
                      <a:pt x="262" y="8505"/>
                      <a:pt x="8586" y="182"/>
                      <a:pt x="18853" y="182"/>
                    </a:cubicBezTo>
                    <a:cubicBezTo>
                      <a:pt x="29120" y="182"/>
                      <a:pt x="37443" y="8505"/>
                      <a:pt x="37443" y="18772"/>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0" name="Freeform: Shape 4379">
                <a:extLst>
                  <a:ext uri="{FF2B5EF4-FFF2-40B4-BE49-F238E27FC236}">
                    <a16:creationId xmlns:a16="http://schemas.microsoft.com/office/drawing/2014/main" id="{4C316673-68E6-3239-7D19-FCA9C126BB56}"/>
                  </a:ext>
                </a:extLst>
              </p:cNvPr>
              <p:cNvSpPr/>
              <p:nvPr/>
            </p:nvSpPr>
            <p:spPr>
              <a:xfrm>
                <a:off x="1773462" y="7967089"/>
                <a:ext cx="41981" cy="41981"/>
              </a:xfrm>
              <a:custGeom>
                <a:avLst/>
                <a:gdLst>
                  <a:gd name="connsiteX0" fmla="*/ 21253 w 41981"/>
                  <a:gd name="connsiteY0" fmla="*/ 4982 h 41981"/>
                  <a:gd name="connsiteX1" fmla="*/ 37443 w 41981"/>
                  <a:gd name="connsiteY1" fmla="*/ 21172 h 41981"/>
                  <a:gd name="connsiteX2" fmla="*/ 37443 w 41981"/>
                  <a:gd name="connsiteY2" fmla="*/ 21172 h 41981"/>
                  <a:gd name="connsiteX3" fmla="*/ 21253 w 41981"/>
                  <a:gd name="connsiteY3" fmla="*/ 37362 h 41981"/>
                  <a:gd name="connsiteX4" fmla="*/ 5063 w 41981"/>
                  <a:gd name="connsiteY4" fmla="*/ 21172 h 41981"/>
                  <a:gd name="connsiteX5" fmla="*/ 21253 w 41981"/>
                  <a:gd name="connsiteY5" fmla="*/ 4982 h 41981"/>
                  <a:gd name="connsiteX6" fmla="*/ 21253 w 41981"/>
                  <a:gd name="connsiteY6" fmla="*/ 182 h 41981"/>
                  <a:gd name="connsiteX7" fmla="*/ 262 w 41981"/>
                  <a:gd name="connsiteY7" fmla="*/ 21172 h 41981"/>
                  <a:gd name="connsiteX8" fmla="*/ 21253 w 41981"/>
                  <a:gd name="connsiteY8" fmla="*/ 42163 h 41981"/>
                  <a:gd name="connsiteX9" fmla="*/ 42244 w 41981"/>
                  <a:gd name="connsiteY9" fmla="*/ 21172 h 41981"/>
                  <a:gd name="connsiteX10" fmla="*/ 42244 w 41981"/>
                  <a:gd name="connsiteY10" fmla="*/ 21172 h 41981"/>
                  <a:gd name="connsiteX11" fmla="*/ 2125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2"/>
                    </a:moveTo>
                    <a:cubicBezTo>
                      <a:pt x="30195" y="4982"/>
                      <a:pt x="37443" y="12230"/>
                      <a:pt x="37443" y="21172"/>
                    </a:cubicBezTo>
                    <a:lnTo>
                      <a:pt x="37443" y="21172"/>
                    </a:lnTo>
                    <a:cubicBezTo>
                      <a:pt x="37443" y="30114"/>
                      <a:pt x="30195" y="37362"/>
                      <a:pt x="21253" y="37362"/>
                    </a:cubicBezTo>
                    <a:cubicBezTo>
                      <a:pt x="12311" y="37362"/>
                      <a:pt x="5063" y="30114"/>
                      <a:pt x="5063" y="21172"/>
                    </a:cubicBezTo>
                    <a:cubicBezTo>
                      <a:pt x="5063" y="12230"/>
                      <a:pt x="12311" y="4982"/>
                      <a:pt x="21253" y="4982"/>
                    </a:cubicBezTo>
                    <a:close/>
                    <a:moveTo>
                      <a:pt x="21253" y="182"/>
                    </a:moveTo>
                    <a:cubicBezTo>
                      <a:pt x="9661" y="182"/>
                      <a:pt x="262" y="9580"/>
                      <a:pt x="262" y="21172"/>
                    </a:cubicBezTo>
                    <a:cubicBezTo>
                      <a:pt x="262" y="32765"/>
                      <a:pt x="9661" y="42163"/>
                      <a:pt x="21253" y="42163"/>
                    </a:cubicBezTo>
                    <a:cubicBezTo>
                      <a:pt x="32846" y="42163"/>
                      <a:pt x="42244" y="32765"/>
                      <a:pt x="42244" y="21172"/>
                    </a:cubicBezTo>
                    <a:lnTo>
                      <a:pt x="42244" y="21172"/>
                    </a:lnTo>
                    <a:cubicBezTo>
                      <a:pt x="42244" y="9580"/>
                      <a:pt x="32846" y="182"/>
                      <a:pt x="21253" y="18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1" name="Freeform: Shape 4380">
                <a:extLst>
                  <a:ext uri="{FF2B5EF4-FFF2-40B4-BE49-F238E27FC236}">
                    <a16:creationId xmlns:a16="http://schemas.microsoft.com/office/drawing/2014/main" id="{43A2BC78-9B6B-674C-FC8F-C6E723D5906D}"/>
                  </a:ext>
                </a:extLst>
              </p:cNvPr>
              <p:cNvSpPr/>
              <p:nvPr/>
            </p:nvSpPr>
            <p:spPr>
              <a:xfrm>
                <a:off x="1771554" y="7826347"/>
                <a:ext cx="37180" cy="37180"/>
              </a:xfrm>
              <a:custGeom>
                <a:avLst/>
                <a:gdLst>
                  <a:gd name="connsiteX0" fmla="*/ 37443 w 37180"/>
                  <a:gd name="connsiteY0" fmla="*/ 18747 h 37180"/>
                  <a:gd name="connsiteX1" fmla="*/ 18852 w 37180"/>
                  <a:gd name="connsiteY1" fmla="*/ 37338 h 37180"/>
                  <a:gd name="connsiteX2" fmla="*/ 262 w 37180"/>
                  <a:gd name="connsiteY2" fmla="*/ 18747 h 37180"/>
                  <a:gd name="connsiteX3" fmla="*/ 18852 w 37180"/>
                  <a:gd name="connsiteY3" fmla="*/ 157 h 37180"/>
                  <a:gd name="connsiteX4" fmla="*/ 37443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7"/>
                    </a:moveTo>
                    <a:cubicBezTo>
                      <a:pt x="37443" y="29014"/>
                      <a:pt x="29119" y="37338"/>
                      <a:pt x="18852" y="37338"/>
                    </a:cubicBezTo>
                    <a:cubicBezTo>
                      <a:pt x="8585" y="37338"/>
                      <a:pt x="262" y="29014"/>
                      <a:pt x="262" y="18747"/>
                    </a:cubicBezTo>
                    <a:cubicBezTo>
                      <a:pt x="262" y="8480"/>
                      <a:pt x="8585" y="157"/>
                      <a:pt x="18852" y="157"/>
                    </a:cubicBezTo>
                    <a:cubicBezTo>
                      <a:pt x="29119" y="157"/>
                      <a:pt x="37443" y="8480"/>
                      <a:pt x="37443" y="18747"/>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2" name="Freeform: Shape 4381">
                <a:extLst>
                  <a:ext uri="{FF2B5EF4-FFF2-40B4-BE49-F238E27FC236}">
                    <a16:creationId xmlns:a16="http://schemas.microsoft.com/office/drawing/2014/main" id="{6A0EED4C-E21D-6875-2DD8-DF1F56463055}"/>
                  </a:ext>
                </a:extLst>
              </p:cNvPr>
              <p:cNvSpPr/>
              <p:nvPr/>
            </p:nvSpPr>
            <p:spPr>
              <a:xfrm>
                <a:off x="1769154" y="7823947"/>
                <a:ext cx="41981" cy="41981"/>
              </a:xfrm>
              <a:custGeom>
                <a:avLst/>
                <a:gdLst>
                  <a:gd name="connsiteX0" fmla="*/ 21252 w 41981"/>
                  <a:gd name="connsiteY0" fmla="*/ 4957 h 41981"/>
                  <a:gd name="connsiteX1" fmla="*/ 37443 w 41981"/>
                  <a:gd name="connsiteY1" fmla="*/ 21147 h 41981"/>
                  <a:gd name="connsiteX2" fmla="*/ 37443 w 41981"/>
                  <a:gd name="connsiteY2" fmla="*/ 21147 h 41981"/>
                  <a:gd name="connsiteX3" fmla="*/ 21252 w 41981"/>
                  <a:gd name="connsiteY3" fmla="*/ 37338 h 41981"/>
                  <a:gd name="connsiteX4" fmla="*/ 5062 w 41981"/>
                  <a:gd name="connsiteY4" fmla="*/ 21147 h 41981"/>
                  <a:gd name="connsiteX5" fmla="*/ 21252 w 41981"/>
                  <a:gd name="connsiteY5" fmla="*/ 4957 h 41981"/>
                  <a:gd name="connsiteX6" fmla="*/ 21252 w 41981"/>
                  <a:gd name="connsiteY6" fmla="*/ 157 h 41981"/>
                  <a:gd name="connsiteX7" fmla="*/ 262 w 41981"/>
                  <a:gd name="connsiteY7" fmla="*/ 21147 h 41981"/>
                  <a:gd name="connsiteX8" fmla="*/ 21252 w 41981"/>
                  <a:gd name="connsiteY8" fmla="*/ 42138 h 41981"/>
                  <a:gd name="connsiteX9" fmla="*/ 42243 w 41981"/>
                  <a:gd name="connsiteY9" fmla="*/ 21147 h 41981"/>
                  <a:gd name="connsiteX10" fmla="*/ 42243 w 41981"/>
                  <a:gd name="connsiteY10" fmla="*/ 21147 h 41981"/>
                  <a:gd name="connsiteX11" fmla="*/ 21252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57"/>
                    </a:moveTo>
                    <a:cubicBezTo>
                      <a:pt x="30194" y="4957"/>
                      <a:pt x="37443" y="12205"/>
                      <a:pt x="37443" y="21147"/>
                    </a:cubicBezTo>
                    <a:lnTo>
                      <a:pt x="37443" y="21147"/>
                    </a:lnTo>
                    <a:cubicBezTo>
                      <a:pt x="37443" y="30089"/>
                      <a:pt x="30194" y="37338"/>
                      <a:pt x="21252" y="37338"/>
                    </a:cubicBezTo>
                    <a:cubicBezTo>
                      <a:pt x="12311" y="37338"/>
                      <a:pt x="5062" y="30089"/>
                      <a:pt x="5062" y="21147"/>
                    </a:cubicBezTo>
                    <a:cubicBezTo>
                      <a:pt x="5062" y="12205"/>
                      <a:pt x="12311" y="4957"/>
                      <a:pt x="21252" y="4957"/>
                    </a:cubicBezTo>
                    <a:close/>
                    <a:moveTo>
                      <a:pt x="21252" y="157"/>
                    </a:moveTo>
                    <a:cubicBezTo>
                      <a:pt x="9660" y="157"/>
                      <a:pt x="262" y="9555"/>
                      <a:pt x="262" y="21147"/>
                    </a:cubicBezTo>
                    <a:cubicBezTo>
                      <a:pt x="262" y="32740"/>
                      <a:pt x="9660" y="42138"/>
                      <a:pt x="21252" y="42138"/>
                    </a:cubicBezTo>
                    <a:cubicBezTo>
                      <a:pt x="32845" y="42138"/>
                      <a:pt x="42243" y="32740"/>
                      <a:pt x="42243" y="21147"/>
                    </a:cubicBezTo>
                    <a:lnTo>
                      <a:pt x="42243" y="21147"/>
                    </a:lnTo>
                    <a:cubicBezTo>
                      <a:pt x="42243" y="9555"/>
                      <a:pt x="32845" y="157"/>
                      <a:pt x="21252"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3" name="Freeform: Shape 4382">
                <a:extLst>
                  <a:ext uri="{FF2B5EF4-FFF2-40B4-BE49-F238E27FC236}">
                    <a16:creationId xmlns:a16="http://schemas.microsoft.com/office/drawing/2014/main" id="{E9331653-15CC-269B-58AB-3E8BB9D4367E}"/>
                  </a:ext>
                </a:extLst>
              </p:cNvPr>
              <p:cNvSpPr/>
              <p:nvPr/>
            </p:nvSpPr>
            <p:spPr>
              <a:xfrm>
                <a:off x="1769838" y="7680227"/>
                <a:ext cx="37180" cy="37180"/>
              </a:xfrm>
              <a:custGeom>
                <a:avLst/>
                <a:gdLst>
                  <a:gd name="connsiteX0" fmla="*/ 37442 w 37180"/>
                  <a:gd name="connsiteY0" fmla="*/ 18722 h 37180"/>
                  <a:gd name="connsiteX1" fmla="*/ 18852 w 37180"/>
                  <a:gd name="connsiteY1" fmla="*/ 37312 h 37180"/>
                  <a:gd name="connsiteX2" fmla="*/ 261 w 37180"/>
                  <a:gd name="connsiteY2" fmla="*/ 18722 h 37180"/>
                  <a:gd name="connsiteX3" fmla="*/ 18852 w 37180"/>
                  <a:gd name="connsiteY3" fmla="*/ 131 h 37180"/>
                  <a:gd name="connsiteX4" fmla="*/ 37442 w 37180"/>
                  <a:gd name="connsiteY4" fmla="*/ 1872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22"/>
                    </a:moveTo>
                    <a:cubicBezTo>
                      <a:pt x="37442" y="28989"/>
                      <a:pt x="29119" y="37312"/>
                      <a:pt x="18852" y="37312"/>
                    </a:cubicBezTo>
                    <a:cubicBezTo>
                      <a:pt x="8585" y="37312"/>
                      <a:pt x="261" y="28989"/>
                      <a:pt x="261" y="18722"/>
                    </a:cubicBezTo>
                    <a:cubicBezTo>
                      <a:pt x="261" y="8455"/>
                      <a:pt x="8585" y="131"/>
                      <a:pt x="18852" y="131"/>
                    </a:cubicBezTo>
                    <a:cubicBezTo>
                      <a:pt x="29119" y="131"/>
                      <a:pt x="37442" y="8455"/>
                      <a:pt x="37442" y="18722"/>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4" name="Freeform: Shape 4383">
                <a:extLst>
                  <a:ext uri="{FF2B5EF4-FFF2-40B4-BE49-F238E27FC236}">
                    <a16:creationId xmlns:a16="http://schemas.microsoft.com/office/drawing/2014/main" id="{5A64121C-3F61-5BA7-9801-3A7C8C02EACC}"/>
                  </a:ext>
                </a:extLst>
              </p:cNvPr>
              <p:cNvSpPr/>
              <p:nvPr/>
            </p:nvSpPr>
            <p:spPr>
              <a:xfrm>
                <a:off x="1767437" y="7677827"/>
                <a:ext cx="41981" cy="41981"/>
              </a:xfrm>
              <a:custGeom>
                <a:avLst/>
                <a:gdLst>
                  <a:gd name="connsiteX0" fmla="*/ 21252 w 41981"/>
                  <a:gd name="connsiteY0" fmla="*/ 4932 h 41981"/>
                  <a:gd name="connsiteX1" fmla="*/ 37442 w 41981"/>
                  <a:gd name="connsiteY1" fmla="*/ 21122 h 41981"/>
                  <a:gd name="connsiteX2" fmla="*/ 37442 w 41981"/>
                  <a:gd name="connsiteY2" fmla="*/ 21122 h 41981"/>
                  <a:gd name="connsiteX3" fmla="*/ 21252 w 41981"/>
                  <a:gd name="connsiteY3" fmla="*/ 37312 h 41981"/>
                  <a:gd name="connsiteX4" fmla="*/ 5062 w 41981"/>
                  <a:gd name="connsiteY4" fmla="*/ 21122 h 41981"/>
                  <a:gd name="connsiteX5" fmla="*/ 21252 w 41981"/>
                  <a:gd name="connsiteY5" fmla="*/ 4932 h 41981"/>
                  <a:gd name="connsiteX6" fmla="*/ 21252 w 41981"/>
                  <a:gd name="connsiteY6" fmla="*/ 131 h 41981"/>
                  <a:gd name="connsiteX7" fmla="*/ 261 w 41981"/>
                  <a:gd name="connsiteY7" fmla="*/ 21122 h 41981"/>
                  <a:gd name="connsiteX8" fmla="*/ 21252 w 41981"/>
                  <a:gd name="connsiteY8" fmla="*/ 42113 h 41981"/>
                  <a:gd name="connsiteX9" fmla="*/ 42243 w 41981"/>
                  <a:gd name="connsiteY9" fmla="*/ 21122 h 41981"/>
                  <a:gd name="connsiteX10" fmla="*/ 42243 w 41981"/>
                  <a:gd name="connsiteY10" fmla="*/ 21122 h 41981"/>
                  <a:gd name="connsiteX11" fmla="*/ 21252 w 41981"/>
                  <a:gd name="connsiteY11" fmla="*/ 13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32"/>
                    </a:moveTo>
                    <a:cubicBezTo>
                      <a:pt x="30194" y="4932"/>
                      <a:pt x="37442" y="12180"/>
                      <a:pt x="37442" y="21122"/>
                    </a:cubicBezTo>
                    <a:lnTo>
                      <a:pt x="37442" y="21122"/>
                    </a:lnTo>
                    <a:cubicBezTo>
                      <a:pt x="37442" y="30064"/>
                      <a:pt x="30194" y="37312"/>
                      <a:pt x="21252" y="37312"/>
                    </a:cubicBezTo>
                    <a:cubicBezTo>
                      <a:pt x="12310" y="37312"/>
                      <a:pt x="5062" y="30064"/>
                      <a:pt x="5062" y="21122"/>
                    </a:cubicBezTo>
                    <a:cubicBezTo>
                      <a:pt x="5062" y="12180"/>
                      <a:pt x="12310" y="4932"/>
                      <a:pt x="21252" y="4932"/>
                    </a:cubicBezTo>
                    <a:close/>
                    <a:moveTo>
                      <a:pt x="21252" y="131"/>
                    </a:moveTo>
                    <a:cubicBezTo>
                      <a:pt x="9659" y="131"/>
                      <a:pt x="261" y="9529"/>
                      <a:pt x="261" y="21122"/>
                    </a:cubicBezTo>
                    <a:cubicBezTo>
                      <a:pt x="261" y="32715"/>
                      <a:pt x="9659" y="42113"/>
                      <a:pt x="21252" y="42113"/>
                    </a:cubicBezTo>
                    <a:cubicBezTo>
                      <a:pt x="32845" y="42113"/>
                      <a:pt x="42243" y="32715"/>
                      <a:pt x="42243" y="21122"/>
                    </a:cubicBezTo>
                    <a:lnTo>
                      <a:pt x="42243" y="21122"/>
                    </a:lnTo>
                    <a:cubicBezTo>
                      <a:pt x="42243" y="9529"/>
                      <a:pt x="32845" y="131"/>
                      <a:pt x="21252" y="13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5" name="Freeform: Shape 4384">
                <a:extLst>
                  <a:ext uri="{FF2B5EF4-FFF2-40B4-BE49-F238E27FC236}">
                    <a16:creationId xmlns:a16="http://schemas.microsoft.com/office/drawing/2014/main" id="{FBB8E355-4DD2-E1F2-8B72-9D69B1C04629}"/>
                  </a:ext>
                </a:extLst>
              </p:cNvPr>
              <p:cNvSpPr/>
              <p:nvPr/>
            </p:nvSpPr>
            <p:spPr>
              <a:xfrm>
                <a:off x="1769838" y="7673592"/>
                <a:ext cx="37180" cy="37180"/>
              </a:xfrm>
              <a:custGeom>
                <a:avLst/>
                <a:gdLst>
                  <a:gd name="connsiteX0" fmla="*/ 37442 w 37180"/>
                  <a:gd name="connsiteY0" fmla="*/ 18721 h 37180"/>
                  <a:gd name="connsiteX1" fmla="*/ 18852 w 37180"/>
                  <a:gd name="connsiteY1" fmla="*/ 37311 h 37180"/>
                  <a:gd name="connsiteX2" fmla="*/ 261 w 37180"/>
                  <a:gd name="connsiteY2" fmla="*/ 18721 h 37180"/>
                  <a:gd name="connsiteX3" fmla="*/ 18852 w 37180"/>
                  <a:gd name="connsiteY3" fmla="*/ 130 h 37180"/>
                  <a:gd name="connsiteX4" fmla="*/ 37442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21"/>
                    </a:moveTo>
                    <a:cubicBezTo>
                      <a:pt x="37442" y="28988"/>
                      <a:pt x="29119" y="37311"/>
                      <a:pt x="18852" y="37311"/>
                    </a:cubicBezTo>
                    <a:cubicBezTo>
                      <a:pt x="8585" y="37311"/>
                      <a:pt x="261" y="28988"/>
                      <a:pt x="261" y="18721"/>
                    </a:cubicBezTo>
                    <a:cubicBezTo>
                      <a:pt x="261" y="8453"/>
                      <a:pt x="8585" y="130"/>
                      <a:pt x="18852" y="130"/>
                    </a:cubicBezTo>
                    <a:cubicBezTo>
                      <a:pt x="29119" y="130"/>
                      <a:pt x="37442" y="8453"/>
                      <a:pt x="37442" y="18721"/>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6" name="Freeform: Shape 4385">
                <a:extLst>
                  <a:ext uri="{FF2B5EF4-FFF2-40B4-BE49-F238E27FC236}">
                    <a16:creationId xmlns:a16="http://schemas.microsoft.com/office/drawing/2014/main" id="{97274947-F8EF-3C90-F8BF-5F50D02C0CF5}"/>
                  </a:ext>
                </a:extLst>
              </p:cNvPr>
              <p:cNvSpPr/>
              <p:nvPr/>
            </p:nvSpPr>
            <p:spPr>
              <a:xfrm>
                <a:off x="1767437" y="7671192"/>
                <a:ext cx="41981" cy="41981"/>
              </a:xfrm>
              <a:custGeom>
                <a:avLst/>
                <a:gdLst>
                  <a:gd name="connsiteX0" fmla="*/ 21252 w 41981"/>
                  <a:gd name="connsiteY0" fmla="*/ 4931 h 41981"/>
                  <a:gd name="connsiteX1" fmla="*/ 37442 w 41981"/>
                  <a:gd name="connsiteY1" fmla="*/ 21121 h 41981"/>
                  <a:gd name="connsiteX2" fmla="*/ 37442 w 41981"/>
                  <a:gd name="connsiteY2" fmla="*/ 21121 h 41981"/>
                  <a:gd name="connsiteX3" fmla="*/ 21252 w 41981"/>
                  <a:gd name="connsiteY3" fmla="*/ 37311 h 41981"/>
                  <a:gd name="connsiteX4" fmla="*/ 5062 w 41981"/>
                  <a:gd name="connsiteY4" fmla="*/ 21121 h 41981"/>
                  <a:gd name="connsiteX5" fmla="*/ 21252 w 41981"/>
                  <a:gd name="connsiteY5" fmla="*/ 4931 h 41981"/>
                  <a:gd name="connsiteX6" fmla="*/ 21252 w 41981"/>
                  <a:gd name="connsiteY6" fmla="*/ 130 h 41981"/>
                  <a:gd name="connsiteX7" fmla="*/ 261 w 41981"/>
                  <a:gd name="connsiteY7" fmla="*/ 21121 h 41981"/>
                  <a:gd name="connsiteX8" fmla="*/ 21252 w 41981"/>
                  <a:gd name="connsiteY8" fmla="*/ 42111 h 41981"/>
                  <a:gd name="connsiteX9" fmla="*/ 42243 w 41981"/>
                  <a:gd name="connsiteY9" fmla="*/ 21121 h 41981"/>
                  <a:gd name="connsiteX10" fmla="*/ 42243 w 41981"/>
                  <a:gd name="connsiteY10" fmla="*/ 21121 h 41981"/>
                  <a:gd name="connsiteX11" fmla="*/ 21252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31"/>
                    </a:moveTo>
                    <a:cubicBezTo>
                      <a:pt x="30194" y="4931"/>
                      <a:pt x="37442" y="12179"/>
                      <a:pt x="37442" y="21121"/>
                    </a:cubicBezTo>
                    <a:lnTo>
                      <a:pt x="37442" y="21121"/>
                    </a:lnTo>
                    <a:cubicBezTo>
                      <a:pt x="37442" y="30063"/>
                      <a:pt x="30194" y="37311"/>
                      <a:pt x="21252" y="37311"/>
                    </a:cubicBezTo>
                    <a:cubicBezTo>
                      <a:pt x="12310" y="37311"/>
                      <a:pt x="5062" y="30063"/>
                      <a:pt x="5062" y="21121"/>
                    </a:cubicBezTo>
                    <a:cubicBezTo>
                      <a:pt x="5062" y="12179"/>
                      <a:pt x="12310" y="4931"/>
                      <a:pt x="21252" y="4931"/>
                    </a:cubicBezTo>
                    <a:close/>
                    <a:moveTo>
                      <a:pt x="21252" y="130"/>
                    </a:moveTo>
                    <a:cubicBezTo>
                      <a:pt x="9659" y="130"/>
                      <a:pt x="261" y="9528"/>
                      <a:pt x="261" y="21121"/>
                    </a:cubicBezTo>
                    <a:cubicBezTo>
                      <a:pt x="261" y="32713"/>
                      <a:pt x="9659" y="42111"/>
                      <a:pt x="21252" y="42111"/>
                    </a:cubicBezTo>
                    <a:cubicBezTo>
                      <a:pt x="32845" y="42111"/>
                      <a:pt x="42243" y="32713"/>
                      <a:pt x="42243" y="21121"/>
                    </a:cubicBezTo>
                    <a:lnTo>
                      <a:pt x="42243" y="21121"/>
                    </a:lnTo>
                    <a:cubicBezTo>
                      <a:pt x="42243" y="9528"/>
                      <a:pt x="32845" y="130"/>
                      <a:pt x="21252" y="13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7" name="Freeform: Shape 4386">
                <a:extLst>
                  <a:ext uri="{FF2B5EF4-FFF2-40B4-BE49-F238E27FC236}">
                    <a16:creationId xmlns:a16="http://schemas.microsoft.com/office/drawing/2014/main" id="{BEDE45BC-F41E-9534-041F-89BC443A58A1}"/>
                  </a:ext>
                </a:extLst>
              </p:cNvPr>
              <p:cNvSpPr/>
              <p:nvPr/>
            </p:nvSpPr>
            <p:spPr>
              <a:xfrm>
                <a:off x="1707825" y="7907776"/>
                <a:ext cx="37180" cy="37180"/>
              </a:xfrm>
              <a:custGeom>
                <a:avLst/>
                <a:gdLst>
                  <a:gd name="connsiteX0" fmla="*/ 37431 w 37180"/>
                  <a:gd name="connsiteY0" fmla="*/ 18761 h 37180"/>
                  <a:gd name="connsiteX1" fmla="*/ 18841 w 37180"/>
                  <a:gd name="connsiteY1" fmla="*/ 37352 h 37180"/>
                  <a:gd name="connsiteX2" fmla="*/ 251 w 37180"/>
                  <a:gd name="connsiteY2" fmla="*/ 18761 h 37180"/>
                  <a:gd name="connsiteX3" fmla="*/ 18841 w 37180"/>
                  <a:gd name="connsiteY3" fmla="*/ 171 h 37180"/>
                  <a:gd name="connsiteX4" fmla="*/ 37431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1"/>
                    </a:moveTo>
                    <a:cubicBezTo>
                      <a:pt x="37431" y="29028"/>
                      <a:pt x="29108" y="37352"/>
                      <a:pt x="18841" y="37352"/>
                    </a:cubicBezTo>
                    <a:cubicBezTo>
                      <a:pt x="8574" y="37352"/>
                      <a:pt x="251" y="29028"/>
                      <a:pt x="251" y="18761"/>
                    </a:cubicBezTo>
                    <a:cubicBezTo>
                      <a:pt x="251" y="8494"/>
                      <a:pt x="8574" y="171"/>
                      <a:pt x="18841" y="171"/>
                    </a:cubicBezTo>
                    <a:cubicBezTo>
                      <a:pt x="29108" y="171"/>
                      <a:pt x="37431" y="8494"/>
                      <a:pt x="37431" y="18761"/>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8" name="Freeform: Shape 4387">
                <a:extLst>
                  <a:ext uri="{FF2B5EF4-FFF2-40B4-BE49-F238E27FC236}">
                    <a16:creationId xmlns:a16="http://schemas.microsoft.com/office/drawing/2014/main" id="{D567B9B2-7222-4086-DD60-C6BAFE87E705}"/>
                  </a:ext>
                </a:extLst>
              </p:cNvPr>
              <p:cNvSpPr/>
              <p:nvPr/>
            </p:nvSpPr>
            <p:spPr>
              <a:xfrm>
                <a:off x="1705425" y="7905376"/>
                <a:ext cx="41981" cy="41981"/>
              </a:xfrm>
              <a:custGeom>
                <a:avLst/>
                <a:gdLst>
                  <a:gd name="connsiteX0" fmla="*/ 21241 w 41981"/>
                  <a:gd name="connsiteY0" fmla="*/ 4971 h 41981"/>
                  <a:gd name="connsiteX1" fmla="*/ 37431 w 41981"/>
                  <a:gd name="connsiteY1" fmla="*/ 21161 h 41981"/>
                  <a:gd name="connsiteX2" fmla="*/ 37431 w 41981"/>
                  <a:gd name="connsiteY2" fmla="*/ 21161 h 41981"/>
                  <a:gd name="connsiteX3" fmla="*/ 21241 w 41981"/>
                  <a:gd name="connsiteY3" fmla="*/ 37352 h 41981"/>
                  <a:gd name="connsiteX4" fmla="*/ 5051 w 41981"/>
                  <a:gd name="connsiteY4" fmla="*/ 21161 h 41981"/>
                  <a:gd name="connsiteX5" fmla="*/ 21241 w 41981"/>
                  <a:gd name="connsiteY5" fmla="*/ 4971 h 41981"/>
                  <a:gd name="connsiteX6" fmla="*/ 21241 w 41981"/>
                  <a:gd name="connsiteY6" fmla="*/ 171 h 41981"/>
                  <a:gd name="connsiteX7" fmla="*/ 251 w 41981"/>
                  <a:gd name="connsiteY7" fmla="*/ 21161 h 41981"/>
                  <a:gd name="connsiteX8" fmla="*/ 21241 w 41981"/>
                  <a:gd name="connsiteY8" fmla="*/ 42152 h 41981"/>
                  <a:gd name="connsiteX9" fmla="*/ 42232 w 41981"/>
                  <a:gd name="connsiteY9" fmla="*/ 21161 h 41981"/>
                  <a:gd name="connsiteX10" fmla="*/ 42232 w 41981"/>
                  <a:gd name="connsiteY10" fmla="*/ 21161 h 41981"/>
                  <a:gd name="connsiteX11" fmla="*/ 2124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1"/>
                    </a:moveTo>
                    <a:cubicBezTo>
                      <a:pt x="30183" y="4971"/>
                      <a:pt x="37431" y="12220"/>
                      <a:pt x="37431" y="21161"/>
                    </a:cubicBezTo>
                    <a:lnTo>
                      <a:pt x="37431" y="21161"/>
                    </a:lnTo>
                    <a:cubicBezTo>
                      <a:pt x="37431" y="30103"/>
                      <a:pt x="30183" y="37352"/>
                      <a:pt x="21241" y="37352"/>
                    </a:cubicBezTo>
                    <a:cubicBezTo>
                      <a:pt x="12299" y="37352"/>
                      <a:pt x="5051" y="30103"/>
                      <a:pt x="5051" y="21161"/>
                    </a:cubicBezTo>
                    <a:cubicBezTo>
                      <a:pt x="5051" y="12220"/>
                      <a:pt x="12299" y="4971"/>
                      <a:pt x="21241" y="4971"/>
                    </a:cubicBezTo>
                    <a:close/>
                    <a:moveTo>
                      <a:pt x="21241" y="171"/>
                    </a:moveTo>
                    <a:cubicBezTo>
                      <a:pt x="9649" y="171"/>
                      <a:pt x="251" y="9569"/>
                      <a:pt x="251" y="21161"/>
                    </a:cubicBezTo>
                    <a:cubicBezTo>
                      <a:pt x="251" y="32754"/>
                      <a:pt x="9649" y="42152"/>
                      <a:pt x="21241" y="42152"/>
                    </a:cubicBezTo>
                    <a:cubicBezTo>
                      <a:pt x="32834" y="42152"/>
                      <a:pt x="42232" y="32754"/>
                      <a:pt x="42232" y="21161"/>
                    </a:cubicBezTo>
                    <a:lnTo>
                      <a:pt x="42232" y="21161"/>
                    </a:lnTo>
                    <a:cubicBezTo>
                      <a:pt x="42232" y="9569"/>
                      <a:pt x="32834" y="171"/>
                      <a:pt x="21241"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89" name="Freeform: Shape 4388">
                <a:extLst>
                  <a:ext uri="{FF2B5EF4-FFF2-40B4-BE49-F238E27FC236}">
                    <a16:creationId xmlns:a16="http://schemas.microsoft.com/office/drawing/2014/main" id="{2921F811-E0A3-FCFB-78BE-340F97D6B12E}"/>
                  </a:ext>
                </a:extLst>
              </p:cNvPr>
              <p:cNvSpPr/>
              <p:nvPr/>
            </p:nvSpPr>
            <p:spPr>
              <a:xfrm>
                <a:off x="1752172" y="7947762"/>
                <a:ext cx="37180" cy="37180"/>
              </a:xfrm>
              <a:custGeom>
                <a:avLst/>
                <a:gdLst>
                  <a:gd name="connsiteX0" fmla="*/ 37439 w 37180"/>
                  <a:gd name="connsiteY0" fmla="*/ 18768 h 37180"/>
                  <a:gd name="connsiteX1" fmla="*/ 18849 w 37180"/>
                  <a:gd name="connsiteY1" fmla="*/ 37359 h 37180"/>
                  <a:gd name="connsiteX2" fmla="*/ 258 w 37180"/>
                  <a:gd name="connsiteY2" fmla="*/ 18768 h 37180"/>
                  <a:gd name="connsiteX3" fmla="*/ 18849 w 37180"/>
                  <a:gd name="connsiteY3" fmla="*/ 178 h 37180"/>
                  <a:gd name="connsiteX4" fmla="*/ 37439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8"/>
                    </a:moveTo>
                    <a:cubicBezTo>
                      <a:pt x="37439" y="29035"/>
                      <a:pt x="29116" y="37359"/>
                      <a:pt x="18849" y="37359"/>
                    </a:cubicBezTo>
                    <a:cubicBezTo>
                      <a:pt x="8582" y="37359"/>
                      <a:pt x="258" y="29035"/>
                      <a:pt x="258" y="18768"/>
                    </a:cubicBezTo>
                    <a:cubicBezTo>
                      <a:pt x="258" y="8501"/>
                      <a:pt x="8582" y="178"/>
                      <a:pt x="18849" y="178"/>
                    </a:cubicBezTo>
                    <a:cubicBezTo>
                      <a:pt x="29116" y="178"/>
                      <a:pt x="37439" y="8501"/>
                      <a:pt x="37439" y="18768"/>
                    </a:cubicBezTo>
                    <a:close/>
                  </a:path>
                </a:pathLst>
              </a:custGeom>
              <a:solidFill>
                <a:srgbClr val="F7F4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0" name="Freeform: Shape 4389">
                <a:extLst>
                  <a:ext uri="{FF2B5EF4-FFF2-40B4-BE49-F238E27FC236}">
                    <a16:creationId xmlns:a16="http://schemas.microsoft.com/office/drawing/2014/main" id="{15D15FCA-1933-3947-9302-8752773D7D9B}"/>
                  </a:ext>
                </a:extLst>
              </p:cNvPr>
              <p:cNvSpPr/>
              <p:nvPr/>
            </p:nvSpPr>
            <p:spPr>
              <a:xfrm>
                <a:off x="1749772" y="7945362"/>
                <a:ext cx="41981" cy="41981"/>
              </a:xfrm>
              <a:custGeom>
                <a:avLst/>
                <a:gdLst>
                  <a:gd name="connsiteX0" fmla="*/ 21249 w 41981"/>
                  <a:gd name="connsiteY0" fmla="*/ 4978 h 41981"/>
                  <a:gd name="connsiteX1" fmla="*/ 37439 w 41981"/>
                  <a:gd name="connsiteY1" fmla="*/ 21168 h 41981"/>
                  <a:gd name="connsiteX2" fmla="*/ 37439 w 41981"/>
                  <a:gd name="connsiteY2" fmla="*/ 21168 h 41981"/>
                  <a:gd name="connsiteX3" fmla="*/ 21249 w 41981"/>
                  <a:gd name="connsiteY3" fmla="*/ 37359 h 41981"/>
                  <a:gd name="connsiteX4" fmla="*/ 5059 w 41981"/>
                  <a:gd name="connsiteY4" fmla="*/ 21168 h 41981"/>
                  <a:gd name="connsiteX5" fmla="*/ 21249 w 41981"/>
                  <a:gd name="connsiteY5" fmla="*/ 4978 h 41981"/>
                  <a:gd name="connsiteX6" fmla="*/ 21249 w 41981"/>
                  <a:gd name="connsiteY6" fmla="*/ 178 h 41981"/>
                  <a:gd name="connsiteX7" fmla="*/ 258 w 41981"/>
                  <a:gd name="connsiteY7" fmla="*/ 21168 h 41981"/>
                  <a:gd name="connsiteX8" fmla="*/ 21249 w 41981"/>
                  <a:gd name="connsiteY8" fmla="*/ 42159 h 41981"/>
                  <a:gd name="connsiteX9" fmla="*/ 42240 w 41981"/>
                  <a:gd name="connsiteY9" fmla="*/ 21168 h 41981"/>
                  <a:gd name="connsiteX10" fmla="*/ 42240 w 41981"/>
                  <a:gd name="connsiteY10" fmla="*/ 21168 h 41981"/>
                  <a:gd name="connsiteX11" fmla="*/ 21249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8"/>
                    </a:moveTo>
                    <a:cubicBezTo>
                      <a:pt x="30191" y="4978"/>
                      <a:pt x="37439" y="12227"/>
                      <a:pt x="37439" y="21168"/>
                    </a:cubicBezTo>
                    <a:lnTo>
                      <a:pt x="37439" y="21168"/>
                    </a:lnTo>
                    <a:cubicBezTo>
                      <a:pt x="37439" y="30110"/>
                      <a:pt x="30191" y="37359"/>
                      <a:pt x="21249" y="37359"/>
                    </a:cubicBezTo>
                    <a:cubicBezTo>
                      <a:pt x="12307" y="37359"/>
                      <a:pt x="5059" y="30110"/>
                      <a:pt x="5059" y="21168"/>
                    </a:cubicBezTo>
                    <a:cubicBezTo>
                      <a:pt x="5059" y="12227"/>
                      <a:pt x="12307" y="4978"/>
                      <a:pt x="21249" y="4978"/>
                    </a:cubicBezTo>
                    <a:close/>
                    <a:moveTo>
                      <a:pt x="21249" y="178"/>
                    </a:moveTo>
                    <a:cubicBezTo>
                      <a:pt x="9656" y="178"/>
                      <a:pt x="258" y="9576"/>
                      <a:pt x="258" y="21168"/>
                    </a:cubicBezTo>
                    <a:cubicBezTo>
                      <a:pt x="258" y="32761"/>
                      <a:pt x="9656" y="42159"/>
                      <a:pt x="21249" y="42159"/>
                    </a:cubicBezTo>
                    <a:cubicBezTo>
                      <a:pt x="32842" y="42159"/>
                      <a:pt x="42240" y="32761"/>
                      <a:pt x="42240" y="21168"/>
                    </a:cubicBezTo>
                    <a:lnTo>
                      <a:pt x="42240" y="21168"/>
                    </a:lnTo>
                    <a:cubicBezTo>
                      <a:pt x="42240" y="9576"/>
                      <a:pt x="32842" y="178"/>
                      <a:pt x="21249"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1" name="Freeform: Shape 4390">
                <a:extLst>
                  <a:ext uri="{FF2B5EF4-FFF2-40B4-BE49-F238E27FC236}">
                    <a16:creationId xmlns:a16="http://schemas.microsoft.com/office/drawing/2014/main" id="{107F7161-342F-F81E-92EC-447BFAE94FD0}"/>
                  </a:ext>
                </a:extLst>
              </p:cNvPr>
              <p:cNvSpPr/>
              <p:nvPr/>
            </p:nvSpPr>
            <p:spPr>
              <a:xfrm>
                <a:off x="1751481" y="7975243"/>
                <a:ext cx="37180" cy="37180"/>
              </a:xfrm>
              <a:custGeom>
                <a:avLst/>
                <a:gdLst>
                  <a:gd name="connsiteX0" fmla="*/ 37439 w 37180"/>
                  <a:gd name="connsiteY0" fmla="*/ 18773 h 37180"/>
                  <a:gd name="connsiteX1" fmla="*/ 18849 w 37180"/>
                  <a:gd name="connsiteY1" fmla="*/ 37363 h 37180"/>
                  <a:gd name="connsiteX2" fmla="*/ 258 w 37180"/>
                  <a:gd name="connsiteY2" fmla="*/ 18773 h 37180"/>
                  <a:gd name="connsiteX3" fmla="*/ 18849 w 37180"/>
                  <a:gd name="connsiteY3" fmla="*/ 183 h 37180"/>
                  <a:gd name="connsiteX4" fmla="*/ 37439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3"/>
                    </a:moveTo>
                    <a:cubicBezTo>
                      <a:pt x="37439" y="29040"/>
                      <a:pt x="29116" y="37363"/>
                      <a:pt x="18849" y="37363"/>
                    </a:cubicBezTo>
                    <a:cubicBezTo>
                      <a:pt x="8581" y="37363"/>
                      <a:pt x="258" y="29040"/>
                      <a:pt x="258" y="18773"/>
                    </a:cubicBezTo>
                    <a:cubicBezTo>
                      <a:pt x="258" y="8506"/>
                      <a:pt x="8581" y="183"/>
                      <a:pt x="18849" y="183"/>
                    </a:cubicBezTo>
                    <a:cubicBezTo>
                      <a:pt x="29116" y="183"/>
                      <a:pt x="37439" y="8506"/>
                      <a:pt x="37439" y="18773"/>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2" name="Freeform: Shape 4391">
                <a:extLst>
                  <a:ext uri="{FF2B5EF4-FFF2-40B4-BE49-F238E27FC236}">
                    <a16:creationId xmlns:a16="http://schemas.microsoft.com/office/drawing/2014/main" id="{7D7A73C4-1A9F-880F-2D11-389EE547A9EC}"/>
                  </a:ext>
                </a:extLst>
              </p:cNvPr>
              <p:cNvSpPr/>
              <p:nvPr/>
            </p:nvSpPr>
            <p:spPr>
              <a:xfrm>
                <a:off x="1749080" y="7972843"/>
                <a:ext cx="41981" cy="41981"/>
              </a:xfrm>
              <a:custGeom>
                <a:avLst/>
                <a:gdLst>
                  <a:gd name="connsiteX0" fmla="*/ 21249 w 41981"/>
                  <a:gd name="connsiteY0" fmla="*/ 4983 h 41981"/>
                  <a:gd name="connsiteX1" fmla="*/ 37439 w 41981"/>
                  <a:gd name="connsiteY1" fmla="*/ 21173 h 41981"/>
                  <a:gd name="connsiteX2" fmla="*/ 37439 w 41981"/>
                  <a:gd name="connsiteY2" fmla="*/ 21173 h 41981"/>
                  <a:gd name="connsiteX3" fmla="*/ 21249 w 41981"/>
                  <a:gd name="connsiteY3" fmla="*/ 37363 h 41981"/>
                  <a:gd name="connsiteX4" fmla="*/ 5059 w 41981"/>
                  <a:gd name="connsiteY4" fmla="*/ 21173 h 41981"/>
                  <a:gd name="connsiteX5" fmla="*/ 21249 w 41981"/>
                  <a:gd name="connsiteY5" fmla="*/ 4983 h 41981"/>
                  <a:gd name="connsiteX6" fmla="*/ 21249 w 41981"/>
                  <a:gd name="connsiteY6" fmla="*/ 183 h 41981"/>
                  <a:gd name="connsiteX7" fmla="*/ 258 w 41981"/>
                  <a:gd name="connsiteY7" fmla="*/ 21173 h 41981"/>
                  <a:gd name="connsiteX8" fmla="*/ 21249 w 41981"/>
                  <a:gd name="connsiteY8" fmla="*/ 42164 h 41981"/>
                  <a:gd name="connsiteX9" fmla="*/ 42239 w 41981"/>
                  <a:gd name="connsiteY9" fmla="*/ 21173 h 41981"/>
                  <a:gd name="connsiteX10" fmla="*/ 42239 w 41981"/>
                  <a:gd name="connsiteY10" fmla="*/ 21173 h 41981"/>
                  <a:gd name="connsiteX11" fmla="*/ 21249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3"/>
                    </a:moveTo>
                    <a:cubicBezTo>
                      <a:pt x="30191" y="4983"/>
                      <a:pt x="37439" y="12231"/>
                      <a:pt x="37439" y="21173"/>
                    </a:cubicBezTo>
                    <a:lnTo>
                      <a:pt x="37439" y="21173"/>
                    </a:lnTo>
                    <a:cubicBezTo>
                      <a:pt x="37439" y="30115"/>
                      <a:pt x="30191" y="37363"/>
                      <a:pt x="21249" y="37363"/>
                    </a:cubicBezTo>
                    <a:cubicBezTo>
                      <a:pt x="12307" y="37363"/>
                      <a:pt x="5059" y="30115"/>
                      <a:pt x="5059" y="21173"/>
                    </a:cubicBezTo>
                    <a:cubicBezTo>
                      <a:pt x="5059" y="12231"/>
                      <a:pt x="12307" y="4983"/>
                      <a:pt x="21249" y="4983"/>
                    </a:cubicBezTo>
                    <a:close/>
                    <a:moveTo>
                      <a:pt x="21249" y="183"/>
                    </a:moveTo>
                    <a:cubicBezTo>
                      <a:pt x="9656" y="183"/>
                      <a:pt x="258" y="9581"/>
                      <a:pt x="258" y="21173"/>
                    </a:cubicBezTo>
                    <a:cubicBezTo>
                      <a:pt x="258" y="32766"/>
                      <a:pt x="9656" y="42164"/>
                      <a:pt x="21249" y="42164"/>
                    </a:cubicBezTo>
                    <a:cubicBezTo>
                      <a:pt x="32841" y="42164"/>
                      <a:pt x="42239" y="32766"/>
                      <a:pt x="42239" y="21173"/>
                    </a:cubicBezTo>
                    <a:lnTo>
                      <a:pt x="42239" y="21173"/>
                    </a:lnTo>
                    <a:cubicBezTo>
                      <a:pt x="42239" y="9581"/>
                      <a:pt x="32841" y="183"/>
                      <a:pt x="21249"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3" name="Freeform: Shape 4392">
                <a:extLst>
                  <a:ext uri="{FF2B5EF4-FFF2-40B4-BE49-F238E27FC236}">
                    <a16:creationId xmlns:a16="http://schemas.microsoft.com/office/drawing/2014/main" id="{B0F54455-6F52-C910-A356-553E1ED5345D}"/>
                  </a:ext>
                </a:extLst>
              </p:cNvPr>
              <p:cNvSpPr/>
              <p:nvPr/>
            </p:nvSpPr>
            <p:spPr>
              <a:xfrm>
                <a:off x="1744551" y="7936242"/>
                <a:ext cx="37180" cy="37180"/>
              </a:xfrm>
              <a:custGeom>
                <a:avLst/>
                <a:gdLst>
                  <a:gd name="connsiteX0" fmla="*/ 37438 w 37180"/>
                  <a:gd name="connsiteY0" fmla="*/ 18766 h 37180"/>
                  <a:gd name="connsiteX1" fmla="*/ 18847 w 37180"/>
                  <a:gd name="connsiteY1" fmla="*/ 37357 h 37180"/>
                  <a:gd name="connsiteX2" fmla="*/ 257 w 37180"/>
                  <a:gd name="connsiteY2" fmla="*/ 18766 h 37180"/>
                  <a:gd name="connsiteX3" fmla="*/ 18847 w 37180"/>
                  <a:gd name="connsiteY3" fmla="*/ 176 h 37180"/>
                  <a:gd name="connsiteX4" fmla="*/ 37438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6"/>
                    </a:moveTo>
                    <a:cubicBezTo>
                      <a:pt x="37438" y="29033"/>
                      <a:pt x="29115" y="37357"/>
                      <a:pt x="18847" y="37357"/>
                    </a:cubicBezTo>
                    <a:cubicBezTo>
                      <a:pt x="8580" y="37357"/>
                      <a:pt x="257" y="29033"/>
                      <a:pt x="257" y="18766"/>
                    </a:cubicBezTo>
                    <a:cubicBezTo>
                      <a:pt x="257" y="8499"/>
                      <a:pt x="8580" y="176"/>
                      <a:pt x="18847" y="176"/>
                    </a:cubicBezTo>
                    <a:cubicBezTo>
                      <a:pt x="29115" y="176"/>
                      <a:pt x="37438" y="8499"/>
                      <a:pt x="37438" y="18766"/>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4" name="Freeform: Shape 4393">
                <a:extLst>
                  <a:ext uri="{FF2B5EF4-FFF2-40B4-BE49-F238E27FC236}">
                    <a16:creationId xmlns:a16="http://schemas.microsoft.com/office/drawing/2014/main" id="{9D90F5F7-5C29-2F58-BF39-9FDFBD8274DB}"/>
                  </a:ext>
                </a:extLst>
              </p:cNvPr>
              <p:cNvSpPr/>
              <p:nvPr/>
            </p:nvSpPr>
            <p:spPr>
              <a:xfrm>
                <a:off x="1742151" y="7933842"/>
                <a:ext cx="41981" cy="41981"/>
              </a:xfrm>
              <a:custGeom>
                <a:avLst/>
                <a:gdLst>
                  <a:gd name="connsiteX0" fmla="*/ 21248 w 41981"/>
                  <a:gd name="connsiteY0" fmla="*/ 4976 h 41981"/>
                  <a:gd name="connsiteX1" fmla="*/ 37438 w 41981"/>
                  <a:gd name="connsiteY1" fmla="*/ 21166 h 41981"/>
                  <a:gd name="connsiteX2" fmla="*/ 37438 w 41981"/>
                  <a:gd name="connsiteY2" fmla="*/ 21166 h 41981"/>
                  <a:gd name="connsiteX3" fmla="*/ 21248 w 41981"/>
                  <a:gd name="connsiteY3" fmla="*/ 37357 h 41981"/>
                  <a:gd name="connsiteX4" fmla="*/ 5057 w 41981"/>
                  <a:gd name="connsiteY4" fmla="*/ 21166 h 41981"/>
                  <a:gd name="connsiteX5" fmla="*/ 21248 w 41981"/>
                  <a:gd name="connsiteY5" fmla="*/ 4976 h 41981"/>
                  <a:gd name="connsiteX6" fmla="*/ 21248 w 41981"/>
                  <a:gd name="connsiteY6" fmla="*/ 176 h 41981"/>
                  <a:gd name="connsiteX7" fmla="*/ 257 w 41981"/>
                  <a:gd name="connsiteY7" fmla="*/ 21166 h 41981"/>
                  <a:gd name="connsiteX8" fmla="*/ 21248 w 41981"/>
                  <a:gd name="connsiteY8" fmla="*/ 42157 h 41981"/>
                  <a:gd name="connsiteX9" fmla="*/ 42238 w 41981"/>
                  <a:gd name="connsiteY9" fmla="*/ 21166 h 41981"/>
                  <a:gd name="connsiteX10" fmla="*/ 42238 w 41981"/>
                  <a:gd name="connsiteY10" fmla="*/ 21166 h 41981"/>
                  <a:gd name="connsiteX11" fmla="*/ 21248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6"/>
                    </a:moveTo>
                    <a:cubicBezTo>
                      <a:pt x="30189" y="4976"/>
                      <a:pt x="37438" y="12225"/>
                      <a:pt x="37438" y="21166"/>
                    </a:cubicBezTo>
                    <a:lnTo>
                      <a:pt x="37438" y="21166"/>
                    </a:lnTo>
                    <a:cubicBezTo>
                      <a:pt x="37438" y="30108"/>
                      <a:pt x="30189" y="37357"/>
                      <a:pt x="21248" y="37357"/>
                    </a:cubicBezTo>
                    <a:cubicBezTo>
                      <a:pt x="12306" y="37357"/>
                      <a:pt x="5057" y="30108"/>
                      <a:pt x="5057" y="21166"/>
                    </a:cubicBezTo>
                    <a:cubicBezTo>
                      <a:pt x="5057" y="12225"/>
                      <a:pt x="12306" y="4976"/>
                      <a:pt x="21248" y="4976"/>
                    </a:cubicBezTo>
                    <a:close/>
                    <a:moveTo>
                      <a:pt x="21248" y="176"/>
                    </a:moveTo>
                    <a:cubicBezTo>
                      <a:pt x="9655" y="176"/>
                      <a:pt x="257" y="9574"/>
                      <a:pt x="257" y="21166"/>
                    </a:cubicBezTo>
                    <a:cubicBezTo>
                      <a:pt x="257" y="32759"/>
                      <a:pt x="9655" y="42157"/>
                      <a:pt x="21248" y="42157"/>
                    </a:cubicBezTo>
                    <a:cubicBezTo>
                      <a:pt x="32840" y="42157"/>
                      <a:pt x="42238" y="32759"/>
                      <a:pt x="42238" y="21166"/>
                    </a:cubicBezTo>
                    <a:lnTo>
                      <a:pt x="42238" y="21166"/>
                    </a:lnTo>
                    <a:cubicBezTo>
                      <a:pt x="42238" y="9574"/>
                      <a:pt x="32840" y="176"/>
                      <a:pt x="21248"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5" name="Freeform: Shape 4394">
                <a:extLst>
                  <a:ext uri="{FF2B5EF4-FFF2-40B4-BE49-F238E27FC236}">
                    <a16:creationId xmlns:a16="http://schemas.microsoft.com/office/drawing/2014/main" id="{7B011CB7-9303-7CE1-C6AA-83542FAAED95}"/>
                  </a:ext>
                </a:extLst>
              </p:cNvPr>
              <p:cNvSpPr/>
              <p:nvPr/>
            </p:nvSpPr>
            <p:spPr>
              <a:xfrm>
                <a:off x="1743641" y="7936697"/>
                <a:ext cx="37180" cy="37180"/>
              </a:xfrm>
              <a:custGeom>
                <a:avLst/>
                <a:gdLst>
                  <a:gd name="connsiteX0" fmla="*/ 37438 w 37180"/>
                  <a:gd name="connsiteY0" fmla="*/ 18766 h 37180"/>
                  <a:gd name="connsiteX1" fmla="*/ 18847 w 37180"/>
                  <a:gd name="connsiteY1" fmla="*/ 37357 h 37180"/>
                  <a:gd name="connsiteX2" fmla="*/ 257 w 37180"/>
                  <a:gd name="connsiteY2" fmla="*/ 18766 h 37180"/>
                  <a:gd name="connsiteX3" fmla="*/ 18847 w 37180"/>
                  <a:gd name="connsiteY3" fmla="*/ 176 h 37180"/>
                  <a:gd name="connsiteX4" fmla="*/ 37438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6"/>
                    </a:moveTo>
                    <a:cubicBezTo>
                      <a:pt x="37438" y="29033"/>
                      <a:pt x="29114" y="37357"/>
                      <a:pt x="18847" y="37357"/>
                    </a:cubicBezTo>
                    <a:cubicBezTo>
                      <a:pt x="8580" y="37357"/>
                      <a:pt x="257" y="29033"/>
                      <a:pt x="257" y="18766"/>
                    </a:cubicBezTo>
                    <a:cubicBezTo>
                      <a:pt x="257" y="8499"/>
                      <a:pt x="8580" y="176"/>
                      <a:pt x="18847" y="176"/>
                    </a:cubicBezTo>
                    <a:cubicBezTo>
                      <a:pt x="29114" y="176"/>
                      <a:pt x="37438" y="8499"/>
                      <a:pt x="37438" y="18766"/>
                    </a:cubicBezTo>
                    <a:close/>
                  </a:path>
                </a:pathLst>
              </a:custGeom>
              <a:solidFill>
                <a:srgbClr val="F7E5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6" name="Freeform: Shape 4395">
                <a:extLst>
                  <a:ext uri="{FF2B5EF4-FFF2-40B4-BE49-F238E27FC236}">
                    <a16:creationId xmlns:a16="http://schemas.microsoft.com/office/drawing/2014/main" id="{D422C47F-DF8E-D1EA-8EC9-F7EAFD5C62D4}"/>
                  </a:ext>
                </a:extLst>
              </p:cNvPr>
              <p:cNvSpPr/>
              <p:nvPr/>
            </p:nvSpPr>
            <p:spPr>
              <a:xfrm>
                <a:off x="1741241" y="7934297"/>
                <a:ext cx="41981" cy="41981"/>
              </a:xfrm>
              <a:custGeom>
                <a:avLst/>
                <a:gdLst>
                  <a:gd name="connsiteX0" fmla="*/ 21247 w 41981"/>
                  <a:gd name="connsiteY0" fmla="*/ 4976 h 41981"/>
                  <a:gd name="connsiteX1" fmla="*/ 37438 w 41981"/>
                  <a:gd name="connsiteY1" fmla="*/ 21166 h 41981"/>
                  <a:gd name="connsiteX2" fmla="*/ 37438 w 41981"/>
                  <a:gd name="connsiteY2" fmla="*/ 21166 h 41981"/>
                  <a:gd name="connsiteX3" fmla="*/ 21247 w 41981"/>
                  <a:gd name="connsiteY3" fmla="*/ 37357 h 41981"/>
                  <a:gd name="connsiteX4" fmla="*/ 5057 w 41981"/>
                  <a:gd name="connsiteY4" fmla="*/ 21166 h 41981"/>
                  <a:gd name="connsiteX5" fmla="*/ 21247 w 41981"/>
                  <a:gd name="connsiteY5" fmla="*/ 4976 h 41981"/>
                  <a:gd name="connsiteX6" fmla="*/ 21247 w 41981"/>
                  <a:gd name="connsiteY6" fmla="*/ 176 h 41981"/>
                  <a:gd name="connsiteX7" fmla="*/ 257 w 41981"/>
                  <a:gd name="connsiteY7" fmla="*/ 21166 h 41981"/>
                  <a:gd name="connsiteX8" fmla="*/ 21247 w 41981"/>
                  <a:gd name="connsiteY8" fmla="*/ 42157 h 41981"/>
                  <a:gd name="connsiteX9" fmla="*/ 42238 w 41981"/>
                  <a:gd name="connsiteY9" fmla="*/ 21166 h 41981"/>
                  <a:gd name="connsiteX10" fmla="*/ 42238 w 41981"/>
                  <a:gd name="connsiteY10" fmla="*/ 21166 h 41981"/>
                  <a:gd name="connsiteX11" fmla="*/ 2124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6"/>
                    </a:moveTo>
                    <a:cubicBezTo>
                      <a:pt x="30189" y="4976"/>
                      <a:pt x="37438" y="12225"/>
                      <a:pt x="37438" y="21166"/>
                    </a:cubicBezTo>
                    <a:lnTo>
                      <a:pt x="37438" y="21166"/>
                    </a:lnTo>
                    <a:cubicBezTo>
                      <a:pt x="37438" y="30108"/>
                      <a:pt x="30189" y="37357"/>
                      <a:pt x="21247" y="37357"/>
                    </a:cubicBezTo>
                    <a:cubicBezTo>
                      <a:pt x="12306" y="37357"/>
                      <a:pt x="5057" y="30108"/>
                      <a:pt x="5057" y="21166"/>
                    </a:cubicBezTo>
                    <a:cubicBezTo>
                      <a:pt x="5057" y="12225"/>
                      <a:pt x="12306" y="4976"/>
                      <a:pt x="21247" y="4976"/>
                    </a:cubicBezTo>
                    <a:close/>
                    <a:moveTo>
                      <a:pt x="21247" y="176"/>
                    </a:moveTo>
                    <a:cubicBezTo>
                      <a:pt x="9655" y="176"/>
                      <a:pt x="257" y="9574"/>
                      <a:pt x="257" y="21166"/>
                    </a:cubicBezTo>
                    <a:cubicBezTo>
                      <a:pt x="257" y="32759"/>
                      <a:pt x="9655" y="42157"/>
                      <a:pt x="21247" y="42157"/>
                    </a:cubicBezTo>
                    <a:cubicBezTo>
                      <a:pt x="32840" y="42157"/>
                      <a:pt x="42238" y="32759"/>
                      <a:pt x="42238" y="21166"/>
                    </a:cubicBezTo>
                    <a:lnTo>
                      <a:pt x="42238" y="21166"/>
                    </a:lnTo>
                    <a:cubicBezTo>
                      <a:pt x="42238" y="9574"/>
                      <a:pt x="32840" y="176"/>
                      <a:pt x="21247"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7" name="Freeform: Shape 4396">
                <a:extLst>
                  <a:ext uri="{FF2B5EF4-FFF2-40B4-BE49-F238E27FC236}">
                    <a16:creationId xmlns:a16="http://schemas.microsoft.com/office/drawing/2014/main" id="{2A30329B-4DB3-2411-7947-CE338A5F5D9F}"/>
                  </a:ext>
                </a:extLst>
              </p:cNvPr>
              <p:cNvSpPr/>
              <p:nvPr/>
            </p:nvSpPr>
            <p:spPr>
              <a:xfrm>
                <a:off x="1793989" y="8065669"/>
                <a:ext cx="37180" cy="37180"/>
              </a:xfrm>
              <a:custGeom>
                <a:avLst/>
                <a:gdLst>
                  <a:gd name="connsiteX0" fmla="*/ 37446 w 37180"/>
                  <a:gd name="connsiteY0" fmla="*/ 18789 h 37180"/>
                  <a:gd name="connsiteX1" fmla="*/ 18856 w 37180"/>
                  <a:gd name="connsiteY1" fmla="*/ 37379 h 37180"/>
                  <a:gd name="connsiteX2" fmla="*/ 266 w 37180"/>
                  <a:gd name="connsiteY2" fmla="*/ 18789 h 37180"/>
                  <a:gd name="connsiteX3" fmla="*/ 18856 w 37180"/>
                  <a:gd name="connsiteY3" fmla="*/ 198 h 37180"/>
                  <a:gd name="connsiteX4" fmla="*/ 37446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89"/>
                    </a:moveTo>
                    <a:cubicBezTo>
                      <a:pt x="37446" y="29056"/>
                      <a:pt x="29123" y="37379"/>
                      <a:pt x="18856" y="37379"/>
                    </a:cubicBezTo>
                    <a:cubicBezTo>
                      <a:pt x="8589" y="37379"/>
                      <a:pt x="266" y="29056"/>
                      <a:pt x="266" y="18789"/>
                    </a:cubicBezTo>
                    <a:cubicBezTo>
                      <a:pt x="266" y="8521"/>
                      <a:pt x="8589" y="198"/>
                      <a:pt x="18856" y="198"/>
                    </a:cubicBezTo>
                    <a:cubicBezTo>
                      <a:pt x="29123" y="198"/>
                      <a:pt x="37446" y="8521"/>
                      <a:pt x="37446" y="18789"/>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8" name="Freeform: Shape 4397">
                <a:extLst>
                  <a:ext uri="{FF2B5EF4-FFF2-40B4-BE49-F238E27FC236}">
                    <a16:creationId xmlns:a16="http://schemas.microsoft.com/office/drawing/2014/main" id="{160B425C-C78A-8E30-A80B-5F00799BD085}"/>
                  </a:ext>
                </a:extLst>
              </p:cNvPr>
              <p:cNvSpPr/>
              <p:nvPr/>
            </p:nvSpPr>
            <p:spPr>
              <a:xfrm>
                <a:off x="1791589" y="8063269"/>
                <a:ext cx="41981" cy="41981"/>
              </a:xfrm>
              <a:custGeom>
                <a:avLst/>
                <a:gdLst>
                  <a:gd name="connsiteX0" fmla="*/ 21256 w 41981"/>
                  <a:gd name="connsiteY0" fmla="*/ 4999 h 41981"/>
                  <a:gd name="connsiteX1" fmla="*/ 37446 w 41981"/>
                  <a:gd name="connsiteY1" fmla="*/ 21189 h 41981"/>
                  <a:gd name="connsiteX2" fmla="*/ 37446 w 41981"/>
                  <a:gd name="connsiteY2" fmla="*/ 21189 h 41981"/>
                  <a:gd name="connsiteX3" fmla="*/ 21256 w 41981"/>
                  <a:gd name="connsiteY3" fmla="*/ 37379 h 41981"/>
                  <a:gd name="connsiteX4" fmla="*/ 5066 w 41981"/>
                  <a:gd name="connsiteY4" fmla="*/ 21189 h 41981"/>
                  <a:gd name="connsiteX5" fmla="*/ 21256 w 41981"/>
                  <a:gd name="connsiteY5" fmla="*/ 4999 h 41981"/>
                  <a:gd name="connsiteX6" fmla="*/ 21256 w 41981"/>
                  <a:gd name="connsiteY6" fmla="*/ 198 h 41981"/>
                  <a:gd name="connsiteX7" fmla="*/ 266 w 41981"/>
                  <a:gd name="connsiteY7" fmla="*/ 21189 h 41981"/>
                  <a:gd name="connsiteX8" fmla="*/ 21256 w 41981"/>
                  <a:gd name="connsiteY8" fmla="*/ 42179 h 41981"/>
                  <a:gd name="connsiteX9" fmla="*/ 42247 w 41981"/>
                  <a:gd name="connsiteY9" fmla="*/ 21189 h 41981"/>
                  <a:gd name="connsiteX10" fmla="*/ 42247 w 41981"/>
                  <a:gd name="connsiteY10" fmla="*/ 21189 h 41981"/>
                  <a:gd name="connsiteX11" fmla="*/ 21256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99"/>
                    </a:moveTo>
                    <a:cubicBezTo>
                      <a:pt x="30198" y="4999"/>
                      <a:pt x="37446" y="12247"/>
                      <a:pt x="37446" y="21189"/>
                    </a:cubicBezTo>
                    <a:lnTo>
                      <a:pt x="37446" y="21189"/>
                    </a:lnTo>
                    <a:cubicBezTo>
                      <a:pt x="37446" y="30131"/>
                      <a:pt x="30198" y="37379"/>
                      <a:pt x="21256" y="37379"/>
                    </a:cubicBezTo>
                    <a:cubicBezTo>
                      <a:pt x="12314" y="37379"/>
                      <a:pt x="5066" y="30131"/>
                      <a:pt x="5066" y="21189"/>
                    </a:cubicBezTo>
                    <a:cubicBezTo>
                      <a:pt x="5066" y="12247"/>
                      <a:pt x="12314" y="4999"/>
                      <a:pt x="21256" y="4999"/>
                    </a:cubicBezTo>
                    <a:close/>
                    <a:moveTo>
                      <a:pt x="21256" y="198"/>
                    </a:moveTo>
                    <a:cubicBezTo>
                      <a:pt x="9664" y="198"/>
                      <a:pt x="266" y="9596"/>
                      <a:pt x="266" y="21189"/>
                    </a:cubicBezTo>
                    <a:cubicBezTo>
                      <a:pt x="266" y="32781"/>
                      <a:pt x="9664" y="42179"/>
                      <a:pt x="21256" y="42179"/>
                    </a:cubicBezTo>
                    <a:cubicBezTo>
                      <a:pt x="32849" y="42179"/>
                      <a:pt x="42247" y="32781"/>
                      <a:pt x="42247" y="21189"/>
                    </a:cubicBezTo>
                    <a:lnTo>
                      <a:pt x="42247" y="21189"/>
                    </a:lnTo>
                    <a:cubicBezTo>
                      <a:pt x="42247" y="9596"/>
                      <a:pt x="32849" y="198"/>
                      <a:pt x="21256" y="1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399" name="Freeform: Shape 4398">
                <a:extLst>
                  <a:ext uri="{FF2B5EF4-FFF2-40B4-BE49-F238E27FC236}">
                    <a16:creationId xmlns:a16="http://schemas.microsoft.com/office/drawing/2014/main" id="{3DE98A5A-48F5-4DB5-E152-88D1C2B06FAC}"/>
                  </a:ext>
                </a:extLst>
              </p:cNvPr>
              <p:cNvSpPr/>
              <p:nvPr/>
            </p:nvSpPr>
            <p:spPr>
              <a:xfrm>
                <a:off x="1794790" y="8082874"/>
                <a:ext cx="37180" cy="37180"/>
              </a:xfrm>
              <a:custGeom>
                <a:avLst/>
                <a:gdLst>
                  <a:gd name="connsiteX0" fmla="*/ 37447 w 37180"/>
                  <a:gd name="connsiteY0" fmla="*/ 18792 h 37180"/>
                  <a:gd name="connsiteX1" fmla="*/ 18856 w 37180"/>
                  <a:gd name="connsiteY1" fmla="*/ 37382 h 37180"/>
                  <a:gd name="connsiteX2" fmla="*/ 266 w 37180"/>
                  <a:gd name="connsiteY2" fmla="*/ 18792 h 37180"/>
                  <a:gd name="connsiteX3" fmla="*/ 18856 w 37180"/>
                  <a:gd name="connsiteY3" fmla="*/ 201 h 37180"/>
                  <a:gd name="connsiteX4" fmla="*/ 37447 w 37180"/>
                  <a:gd name="connsiteY4" fmla="*/ 187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92"/>
                    </a:moveTo>
                    <a:cubicBezTo>
                      <a:pt x="37447" y="29059"/>
                      <a:pt x="29123" y="37382"/>
                      <a:pt x="18856" y="37382"/>
                    </a:cubicBezTo>
                    <a:cubicBezTo>
                      <a:pt x="8589" y="37382"/>
                      <a:pt x="266" y="29059"/>
                      <a:pt x="266" y="18792"/>
                    </a:cubicBezTo>
                    <a:cubicBezTo>
                      <a:pt x="266" y="8524"/>
                      <a:pt x="8589" y="201"/>
                      <a:pt x="18856" y="201"/>
                    </a:cubicBezTo>
                    <a:cubicBezTo>
                      <a:pt x="29123" y="201"/>
                      <a:pt x="37447" y="8524"/>
                      <a:pt x="37447" y="18792"/>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0" name="Freeform: Shape 4399">
                <a:extLst>
                  <a:ext uri="{FF2B5EF4-FFF2-40B4-BE49-F238E27FC236}">
                    <a16:creationId xmlns:a16="http://schemas.microsoft.com/office/drawing/2014/main" id="{5AECB9B7-2C82-716C-40F8-8EDB7BC497D4}"/>
                  </a:ext>
                </a:extLst>
              </p:cNvPr>
              <p:cNvSpPr/>
              <p:nvPr/>
            </p:nvSpPr>
            <p:spPr>
              <a:xfrm>
                <a:off x="1792390" y="8080474"/>
                <a:ext cx="41981" cy="41981"/>
              </a:xfrm>
              <a:custGeom>
                <a:avLst/>
                <a:gdLst>
                  <a:gd name="connsiteX0" fmla="*/ 21256 w 41981"/>
                  <a:gd name="connsiteY0" fmla="*/ 5002 h 41981"/>
                  <a:gd name="connsiteX1" fmla="*/ 37447 w 41981"/>
                  <a:gd name="connsiteY1" fmla="*/ 21192 h 41981"/>
                  <a:gd name="connsiteX2" fmla="*/ 37447 w 41981"/>
                  <a:gd name="connsiteY2" fmla="*/ 21192 h 41981"/>
                  <a:gd name="connsiteX3" fmla="*/ 21256 w 41981"/>
                  <a:gd name="connsiteY3" fmla="*/ 37382 h 41981"/>
                  <a:gd name="connsiteX4" fmla="*/ 5066 w 41981"/>
                  <a:gd name="connsiteY4" fmla="*/ 21192 h 41981"/>
                  <a:gd name="connsiteX5" fmla="*/ 21256 w 41981"/>
                  <a:gd name="connsiteY5" fmla="*/ 5002 h 41981"/>
                  <a:gd name="connsiteX6" fmla="*/ 21256 w 41981"/>
                  <a:gd name="connsiteY6" fmla="*/ 201 h 41981"/>
                  <a:gd name="connsiteX7" fmla="*/ 266 w 41981"/>
                  <a:gd name="connsiteY7" fmla="*/ 21192 h 41981"/>
                  <a:gd name="connsiteX8" fmla="*/ 21256 w 41981"/>
                  <a:gd name="connsiteY8" fmla="*/ 42182 h 41981"/>
                  <a:gd name="connsiteX9" fmla="*/ 42247 w 41981"/>
                  <a:gd name="connsiteY9" fmla="*/ 21192 h 41981"/>
                  <a:gd name="connsiteX10" fmla="*/ 42247 w 41981"/>
                  <a:gd name="connsiteY10" fmla="*/ 21192 h 41981"/>
                  <a:gd name="connsiteX11" fmla="*/ 21256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5002"/>
                    </a:moveTo>
                    <a:cubicBezTo>
                      <a:pt x="30198" y="5002"/>
                      <a:pt x="37447" y="12250"/>
                      <a:pt x="37447" y="21192"/>
                    </a:cubicBezTo>
                    <a:lnTo>
                      <a:pt x="37447" y="21192"/>
                    </a:lnTo>
                    <a:cubicBezTo>
                      <a:pt x="37447" y="30134"/>
                      <a:pt x="30198" y="37382"/>
                      <a:pt x="21256" y="37382"/>
                    </a:cubicBezTo>
                    <a:cubicBezTo>
                      <a:pt x="12315" y="37382"/>
                      <a:pt x="5066" y="30134"/>
                      <a:pt x="5066" y="21192"/>
                    </a:cubicBezTo>
                    <a:cubicBezTo>
                      <a:pt x="5066" y="12250"/>
                      <a:pt x="12315" y="5002"/>
                      <a:pt x="21256" y="5002"/>
                    </a:cubicBezTo>
                    <a:close/>
                    <a:moveTo>
                      <a:pt x="21256" y="201"/>
                    </a:moveTo>
                    <a:cubicBezTo>
                      <a:pt x="9664" y="201"/>
                      <a:pt x="266" y="9599"/>
                      <a:pt x="266" y="21192"/>
                    </a:cubicBezTo>
                    <a:cubicBezTo>
                      <a:pt x="266" y="32784"/>
                      <a:pt x="9664" y="42182"/>
                      <a:pt x="21256" y="42182"/>
                    </a:cubicBezTo>
                    <a:cubicBezTo>
                      <a:pt x="32849" y="42182"/>
                      <a:pt x="42247" y="32784"/>
                      <a:pt x="42247" y="21192"/>
                    </a:cubicBezTo>
                    <a:lnTo>
                      <a:pt x="42247" y="21192"/>
                    </a:lnTo>
                    <a:cubicBezTo>
                      <a:pt x="42247" y="9599"/>
                      <a:pt x="32849" y="201"/>
                      <a:pt x="21256" y="2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1" name="Freeform: Shape 4400">
                <a:extLst>
                  <a:ext uri="{FF2B5EF4-FFF2-40B4-BE49-F238E27FC236}">
                    <a16:creationId xmlns:a16="http://schemas.microsoft.com/office/drawing/2014/main" id="{4D4E9C29-C767-6F6D-E716-D22038E94EC2}"/>
                  </a:ext>
                </a:extLst>
              </p:cNvPr>
              <p:cNvSpPr/>
              <p:nvPr/>
            </p:nvSpPr>
            <p:spPr>
              <a:xfrm>
                <a:off x="1595356" y="7939220"/>
                <a:ext cx="37180" cy="37180"/>
              </a:xfrm>
              <a:custGeom>
                <a:avLst/>
                <a:gdLst>
                  <a:gd name="connsiteX0" fmla="*/ 37412 w 37180"/>
                  <a:gd name="connsiteY0" fmla="*/ 18767 h 37180"/>
                  <a:gd name="connsiteX1" fmla="*/ 18822 w 37180"/>
                  <a:gd name="connsiteY1" fmla="*/ 37357 h 37180"/>
                  <a:gd name="connsiteX2" fmla="*/ 231 w 37180"/>
                  <a:gd name="connsiteY2" fmla="*/ 18767 h 37180"/>
                  <a:gd name="connsiteX3" fmla="*/ 18822 w 37180"/>
                  <a:gd name="connsiteY3" fmla="*/ 176 h 37180"/>
                  <a:gd name="connsiteX4" fmla="*/ 37412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67"/>
                    </a:moveTo>
                    <a:cubicBezTo>
                      <a:pt x="37412" y="29034"/>
                      <a:pt x="29089" y="37357"/>
                      <a:pt x="18822" y="37357"/>
                    </a:cubicBezTo>
                    <a:cubicBezTo>
                      <a:pt x="8554" y="37357"/>
                      <a:pt x="231" y="29034"/>
                      <a:pt x="231" y="18767"/>
                    </a:cubicBezTo>
                    <a:cubicBezTo>
                      <a:pt x="231" y="8500"/>
                      <a:pt x="8554" y="176"/>
                      <a:pt x="18822" y="176"/>
                    </a:cubicBezTo>
                    <a:cubicBezTo>
                      <a:pt x="29089" y="176"/>
                      <a:pt x="37412" y="8500"/>
                      <a:pt x="37412" y="18767"/>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2" name="Freeform: Shape 4401">
                <a:extLst>
                  <a:ext uri="{FF2B5EF4-FFF2-40B4-BE49-F238E27FC236}">
                    <a16:creationId xmlns:a16="http://schemas.microsoft.com/office/drawing/2014/main" id="{48B40DE1-8A65-2675-F20D-F7FD88CA039C}"/>
                  </a:ext>
                </a:extLst>
              </p:cNvPr>
              <p:cNvSpPr/>
              <p:nvPr/>
            </p:nvSpPr>
            <p:spPr>
              <a:xfrm>
                <a:off x="1592956" y="7936820"/>
                <a:ext cx="41981" cy="41981"/>
              </a:xfrm>
              <a:custGeom>
                <a:avLst/>
                <a:gdLst>
                  <a:gd name="connsiteX0" fmla="*/ 21222 w 41981"/>
                  <a:gd name="connsiteY0" fmla="*/ 4977 h 41981"/>
                  <a:gd name="connsiteX1" fmla="*/ 37412 w 41981"/>
                  <a:gd name="connsiteY1" fmla="*/ 21167 h 41981"/>
                  <a:gd name="connsiteX2" fmla="*/ 37412 w 41981"/>
                  <a:gd name="connsiteY2" fmla="*/ 21167 h 41981"/>
                  <a:gd name="connsiteX3" fmla="*/ 21222 w 41981"/>
                  <a:gd name="connsiteY3" fmla="*/ 37357 h 41981"/>
                  <a:gd name="connsiteX4" fmla="*/ 5032 w 41981"/>
                  <a:gd name="connsiteY4" fmla="*/ 21167 h 41981"/>
                  <a:gd name="connsiteX5" fmla="*/ 21222 w 41981"/>
                  <a:gd name="connsiteY5" fmla="*/ 4977 h 41981"/>
                  <a:gd name="connsiteX6" fmla="*/ 21222 w 41981"/>
                  <a:gd name="connsiteY6" fmla="*/ 176 h 41981"/>
                  <a:gd name="connsiteX7" fmla="*/ 231 w 41981"/>
                  <a:gd name="connsiteY7" fmla="*/ 21167 h 41981"/>
                  <a:gd name="connsiteX8" fmla="*/ 21222 w 41981"/>
                  <a:gd name="connsiteY8" fmla="*/ 42158 h 41981"/>
                  <a:gd name="connsiteX9" fmla="*/ 42212 w 41981"/>
                  <a:gd name="connsiteY9" fmla="*/ 21167 h 41981"/>
                  <a:gd name="connsiteX10" fmla="*/ 42212 w 41981"/>
                  <a:gd name="connsiteY10" fmla="*/ 21167 h 41981"/>
                  <a:gd name="connsiteX11" fmla="*/ 21222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77"/>
                    </a:moveTo>
                    <a:cubicBezTo>
                      <a:pt x="30164" y="4977"/>
                      <a:pt x="37412" y="12225"/>
                      <a:pt x="37412" y="21167"/>
                    </a:cubicBezTo>
                    <a:lnTo>
                      <a:pt x="37412" y="21167"/>
                    </a:lnTo>
                    <a:cubicBezTo>
                      <a:pt x="37412" y="30109"/>
                      <a:pt x="30164" y="37357"/>
                      <a:pt x="21222" y="37357"/>
                    </a:cubicBezTo>
                    <a:cubicBezTo>
                      <a:pt x="12280" y="37357"/>
                      <a:pt x="5032" y="30109"/>
                      <a:pt x="5032" y="21167"/>
                    </a:cubicBezTo>
                    <a:cubicBezTo>
                      <a:pt x="5032" y="12225"/>
                      <a:pt x="12280" y="4977"/>
                      <a:pt x="21222" y="4977"/>
                    </a:cubicBezTo>
                    <a:close/>
                    <a:moveTo>
                      <a:pt x="21222" y="176"/>
                    </a:moveTo>
                    <a:cubicBezTo>
                      <a:pt x="9629" y="176"/>
                      <a:pt x="231" y="9574"/>
                      <a:pt x="231" y="21167"/>
                    </a:cubicBezTo>
                    <a:cubicBezTo>
                      <a:pt x="231" y="32759"/>
                      <a:pt x="9629" y="42158"/>
                      <a:pt x="21222" y="42158"/>
                    </a:cubicBezTo>
                    <a:cubicBezTo>
                      <a:pt x="32814" y="42158"/>
                      <a:pt x="42212" y="32759"/>
                      <a:pt x="42212" y="21167"/>
                    </a:cubicBezTo>
                    <a:lnTo>
                      <a:pt x="42212" y="21167"/>
                    </a:lnTo>
                    <a:cubicBezTo>
                      <a:pt x="42212" y="9574"/>
                      <a:pt x="32814" y="176"/>
                      <a:pt x="21222"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3" name="Freeform: Shape 4402">
                <a:extLst>
                  <a:ext uri="{FF2B5EF4-FFF2-40B4-BE49-F238E27FC236}">
                    <a16:creationId xmlns:a16="http://schemas.microsoft.com/office/drawing/2014/main" id="{2F6E4014-7020-6208-48F5-8566227C21B0}"/>
                  </a:ext>
                </a:extLst>
              </p:cNvPr>
              <p:cNvSpPr/>
              <p:nvPr/>
            </p:nvSpPr>
            <p:spPr>
              <a:xfrm>
                <a:off x="1879531" y="7879472"/>
                <a:ext cx="37180" cy="37180"/>
              </a:xfrm>
              <a:custGeom>
                <a:avLst/>
                <a:gdLst>
                  <a:gd name="connsiteX0" fmla="*/ 37461 w 37180"/>
                  <a:gd name="connsiteY0" fmla="*/ 18756 h 37180"/>
                  <a:gd name="connsiteX1" fmla="*/ 18871 w 37180"/>
                  <a:gd name="connsiteY1" fmla="*/ 37347 h 37180"/>
                  <a:gd name="connsiteX2" fmla="*/ 280 w 37180"/>
                  <a:gd name="connsiteY2" fmla="*/ 18756 h 37180"/>
                  <a:gd name="connsiteX3" fmla="*/ 18871 w 37180"/>
                  <a:gd name="connsiteY3" fmla="*/ 166 h 37180"/>
                  <a:gd name="connsiteX4" fmla="*/ 37461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56"/>
                    </a:moveTo>
                    <a:cubicBezTo>
                      <a:pt x="37461" y="29024"/>
                      <a:pt x="29138" y="37347"/>
                      <a:pt x="18871" y="37347"/>
                    </a:cubicBezTo>
                    <a:cubicBezTo>
                      <a:pt x="8604" y="37347"/>
                      <a:pt x="280" y="29024"/>
                      <a:pt x="280" y="18756"/>
                    </a:cubicBezTo>
                    <a:cubicBezTo>
                      <a:pt x="280" y="8489"/>
                      <a:pt x="8604" y="166"/>
                      <a:pt x="18871" y="166"/>
                    </a:cubicBezTo>
                    <a:cubicBezTo>
                      <a:pt x="29138" y="166"/>
                      <a:pt x="37461" y="8489"/>
                      <a:pt x="37461" y="18756"/>
                    </a:cubicBezTo>
                    <a:close/>
                  </a:path>
                </a:pathLst>
              </a:custGeom>
              <a:solidFill>
                <a:srgbClr val="F7B1B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4" name="Freeform: Shape 4403">
                <a:extLst>
                  <a:ext uri="{FF2B5EF4-FFF2-40B4-BE49-F238E27FC236}">
                    <a16:creationId xmlns:a16="http://schemas.microsoft.com/office/drawing/2014/main" id="{CA9406CE-BDF0-3E40-849F-62A77EE2CBE3}"/>
                  </a:ext>
                </a:extLst>
              </p:cNvPr>
              <p:cNvSpPr/>
              <p:nvPr/>
            </p:nvSpPr>
            <p:spPr>
              <a:xfrm>
                <a:off x="1877131" y="7877071"/>
                <a:ext cx="41981" cy="41981"/>
              </a:xfrm>
              <a:custGeom>
                <a:avLst/>
                <a:gdLst>
                  <a:gd name="connsiteX0" fmla="*/ 21271 w 41981"/>
                  <a:gd name="connsiteY0" fmla="*/ 4966 h 41981"/>
                  <a:gd name="connsiteX1" fmla="*/ 37461 w 41981"/>
                  <a:gd name="connsiteY1" fmla="*/ 21157 h 41981"/>
                  <a:gd name="connsiteX2" fmla="*/ 37461 w 41981"/>
                  <a:gd name="connsiteY2" fmla="*/ 21157 h 41981"/>
                  <a:gd name="connsiteX3" fmla="*/ 21271 w 41981"/>
                  <a:gd name="connsiteY3" fmla="*/ 37347 h 41981"/>
                  <a:gd name="connsiteX4" fmla="*/ 5081 w 41981"/>
                  <a:gd name="connsiteY4" fmla="*/ 21157 h 41981"/>
                  <a:gd name="connsiteX5" fmla="*/ 21271 w 41981"/>
                  <a:gd name="connsiteY5" fmla="*/ 4966 h 41981"/>
                  <a:gd name="connsiteX6" fmla="*/ 21271 w 41981"/>
                  <a:gd name="connsiteY6" fmla="*/ 166 h 41981"/>
                  <a:gd name="connsiteX7" fmla="*/ 280 w 41981"/>
                  <a:gd name="connsiteY7" fmla="*/ 21157 h 41981"/>
                  <a:gd name="connsiteX8" fmla="*/ 21271 w 41981"/>
                  <a:gd name="connsiteY8" fmla="*/ 42147 h 41981"/>
                  <a:gd name="connsiteX9" fmla="*/ 42262 w 41981"/>
                  <a:gd name="connsiteY9" fmla="*/ 21157 h 41981"/>
                  <a:gd name="connsiteX10" fmla="*/ 42262 w 41981"/>
                  <a:gd name="connsiteY10" fmla="*/ 21157 h 41981"/>
                  <a:gd name="connsiteX11" fmla="*/ 21271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66"/>
                    </a:moveTo>
                    <a:cubicBezTo>
                      <a:pt x="30213" y="4966"/>
                      <a:pt x="37461" y="12215"/>
                      <a:pt x="37461" y="21157"/>
                    </a:cubicBezTo>
                    <a:lnTo>
                      <a:pt x="37461" y="21157"/>
                    </a:lnTo>
                    <a:cubicBezTo>
                      <a:pt x="37461" y="30098"/>
                      <a:pt x="30213" y="37347"/>
                      <a:pt x="21271" y="37347"/>
                    </a:cubicBezTo>
                    <a:cubicBezTo>
                      <a:pt x="12329" y="37347"/>
                      <a:pt x="5081" y="30098"/>
                      <a:pt x="5081" y="21157"/>
                    </a:cubicBezTo>
                    <a:cubicBezTo>
                      <a:pt x="5081" y="12215"/>
                      <a:pt x="12329" y="4966"/>
                      <a:pt x="21271" y="4966"/>
                    </a:cubicBezTo>
                    <a:close/>
                    <a:moveTo>
                      <a:pt x="21271" y="166"/>
                    </a:moveTo>
                    <a:cubicBezTo>
                      <a:pt x="9679" y="166"/>
                      <a:pt x="280" y="9564"/>
                      <a:pt x="280" y="21157"/>
                    </a:cubicBezTo>
                    <a:cubicBezTo>
                      <a:pt x="280" y="32749"/>
                      <a:pt x="9679" y="42147"/>
                      <a:pt x="21271" y="42147"/>
                    </a:cubicBezTo>
                    <a:cubicBezTo>
                      <a:pt x="32864" y="42147"/>
                      <a:pt x="42262" y="32749"/>
                      <a:pt x="42262" y="21157"/>
                    </a:cubicBezTo>
                    <a:lnTo>
                      <a:pt x="42262" y="21157"/>
                    </a:lnTo>
                    <a:cubicBezTo>
                      <a:pt x="42262" y="9564"/>
                      <a:pt x="32864" y="166"/>
                      <a:pt x="21271" y="1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5" name="Freeform: Shape 4404">
                <a:extLst>
                  <a:ext uri="{FF2B5EF4-FFF2-40B4-BE49-F238E27FC236}">
                    <a16:creationId xmlns:a16="http://schemas.microsoft.com/office/drawing/2014/main" id="{79844B71-A465-AB26-1B72-F3AC88D15E11}"/>
                  </a:ext>
                </a:extLst>
              </p:cNvPr>
              <p:cNvSpPr/>
              <p:nvPr/>
            </p:nvSpPr>
            <p:spPr>
              <a:xfrm>
                <a:off x="1704727" y="7929186"/>
                <a:ext cx="37180" cy="37180"/>
              </a:xfrm>
              <a:custGeom>
                <a:avLst/>
                <a:gdLst>
                  <a:gd name="connsiteX0" fmla="*/ 37431 w 37180"/>
                  <a:gd name="connsiteY0" fmla="*/ 18765 h 37180"/>
                  <a:gd name="connsiteX1" fmla="*/ 18841 w 37180"/>
                  <a:gd name="connsiteY1" fmla="*/ 37355 h 37180"/>
                  <a:gd name="connsiteX2" fmla="*/ 250 w 37180"/>
                  <a:gd name="connsiteY2" fmla="*/ 18765 h 37180"/>
                  <a:gd name="connsiteX3" fmla="*/ 18841 w 37180"/>
                  <a:gd name="connsiteY3" fmla="*/ 175 h 37180"/>
                  <a:gd name="connsiteX4" fmla="*/ 3743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5"/>
                    </a:moveTo>
                    <a:cubicBezTo>
                      <a:pt x="37431" y="29032"/>
                      <a:pt x="29108" y="37355"/>
                      <a:pt x="18841" y="37355"/>
                    </a:cubicBezTo>
                    <a:cubicBezTo>
                      <a:pt x="8573" y="37355"/>
                      <a:pt x="250" y="29032"/>
                      <a:pt x="250" y="18765"/>
                    </a:cubicBezTo>
                    <a:cubicBezTo>
                      <a:pt x="250" y="8498"/>
                      <a:pt x="8573" y="175"/>
                      <a:pt x="18841" y="175"/>
                    </a:cubicBezTo>
                    <a:cubicBezTo>
                      <a:pt x="29108" y="175"/>
                      <a:pt x="37431" y="8498"/>
                      <a:pt x="37431" y="18765"/>
                    </a:cubicBezTo>
                    <a:close/>
                  </a:path>
                </a:pathLst>
              </a:custGeom>
              <a:solidFill>
                <a:srgbClr val="F7C3C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6" name="Freeform: Shape 4405">
                <a:extLst>
                  <a:ext uri="{FF2B5EF4-FFF2-40B4-BE49-F238E27FC236}">
                    <a16:creationId xmlns:a16="http://schemas.microsoft.com/office/drawing/2014/main" id="{C8949EBA-F788-7089-A23E-F01B3CAF08FA}"/>
                  </a:ext>
                </a:extLst>
              </p:cNvPr>
              <p:cNvSpPr/>
              <p:nvPr/>
            </p:nvSpPr>
            <p:spPr>
              <a:xfrm>
                <a:off x="1702326" y="7926786"/>
                <a:ext cx="41981" cy="41981"/>
              </a:xfrm>
              <a:custGeom>
                <a:avLst/>
                <a:gdLst>
                  <a:gd name="connsiteX0" fmla="*/ 21241 w 41981"/>
                  <a:gd name="connsiteY0" fmla="*/ 4975 h 41981"/>
                  <a:gd name="connsiteX1" fmla="*/ 37431 w 41981"/>
                  <a:gd name="connsiteY1" fmla="*/ 21165 h 41981"/>
                  <a:gd name="connsiteX2" fmla="*/ 37431 w 41981"/>
                  <a:gd name="connsiteY2" fmla="*/ 21165 h 41981"/>
                  <a:gd name="connsiteX3" fmla="*/ 21241 w 41981"/>
                  <a:gd name="connsiteY3" fmla="*/ 37355 h 41981"/>
                  <a:gd name="connsiteX4" fmla="*/ 5051 w 41981"/>
                  <a:gd name="connsiteY4" fmla="*/ 21165 h 41981"/>
                  <a:gd name="connsiteX5" fmla="*/ 21241 w 41981"/>
                  <a:gd name="connsiteY5" fmla="*/ 4975 h 41981"/>
                  <a:gd name="connsiteX6" fmla="*/ 21241 w 41981"/>
                  <a:gd name="connsiteY6" fmla="*/ 175 h 41981"/>
                  <a:gd name="connsiteX7" fmla="*/ 250 w 41981"/>
                  <a:gd name="connsiteY7" fmla="*/ 21165 h 41981"/>
                  <a:gd name="connsiteX8" fmla="*/ 21241 w 41981"/>
                  <a:gd name="connsiteY8" fmla="*/ 42156 h 41981"/>
                  <a:gd name="connsiteX9" fmla="*/ 42231 w 41981"/>
                  <a:gd name="connsiteY9" fmla="*/ 21165 h 41981"/>
                  <a:gd name="connsiteX10" fmla="*/ 42231 w 41981"/>
                  <a:gd name="connsiteY10" fmla="*/ 21165 h 41981"/>
                  <a:gd name="connsiteX11" fmla="*/ 21241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5"/>
                    </a:moveTo>
                    <a:cubicBezTo>
                      <a:pt x="30183" y="4975"/>
                      <a:pt x="37431" y="12223"/>
                      <a:pt x="37431" y="21165"/>
                    </a:cubicBezTo>
                    <a:lnTo>
                      <a:pt x="37431" y="21165"/>
                    </a:lnTo>
                    <a:cubicBezTo>
                      <a:pt x="37431" y="30107"/>
                      <a:pt x="30183" y="37355"/>
                      <a:pt x="21241" y="37355"/>
                    </a:cubicBezTo>
                    <a:cubicBezTo>
                      <a:pt x="12299" y="37355"/>
                      <a:pt x="5051" y="30107"/>
                      <a:pt x="5051" y="21165"/>
                    </a:cubicBezTo>
                    <a:cubicBezTo>
                      <a:pt x="5051" y="12223"/>
                      <a:pt x="12299" y="4975"/>
                      <a:pt x="21241" y="4975"/>
                    </a:cubicBezTo>
                    <a:close/>
                    <a:moveTo>
                      <a:pt x="21241" y="175"/>
                    </a:moveTo>
                    <a:cubicBezTo>
                      <a:pt x="9648" y="175"/>
                      <a:pt x="250" y="9573"/>
                      <a:pt x="250" y="21165"/>
                    </a:cubicBezTo>
                    <a:cubicBezTo>
                      <a:pt x="250" y="32758"/>
                      <a:pt x="9648" y="42156"/>
                      <a:pt x="21241" y="42156"/>
                    </a:cubicBezTo>
                    <a:cubicBezTo>
                      <a:pt x="32833" y="42156"/>
                      <a:pt x="42231" y="32758"/>
                      <a:pt x="42231" y="21165"/>
                    </a:cubicBezTo>
                    <a:lnTo>
                      <a:pt x="42231" y="21165"/>
                    </a:lnTo>
                    <a:cubicBezTo>
                      <a:pt x="42231" y="9573"/>
                      <a:pt x="32833" y="175"/>
                      <a:pt x="21241"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7" name="Freeform: Shape 4406">
                <a:extLst>
                  <a:ext uri="{FF2B5EF4-FFF2-40B4-BE49-F238E27FC236}">
                    <a16:creationId xmlns:a16="http://schemas.microsoft.com/office/drawing/2014/main" id="{39A5F092-5DEC-81CB-5591-8293EB2951D1}"/>
                  </a:ext>
                </a:extLst>
              </p:cNvPr>
              <p:cNvSpPr/>
              <p:nvPr/>
            </p:nvSpPr>
            <p:spPr>
              <a:xfrm>
                <a:off x="1876507" y="8069315"/>
                <a:ext cx="37180" cy="37180"/>
              </a:xfrm>
              <a:custGeom>
                <a:avLst/>
                <a:gdLst>
                  <a:gd name="connsiteX0" fmla="*/ 37461 w 37180"/>
                  <a:gd name="connsiteY0" fmla="*/ 18789 h 37180"/>
                  <a:gd name="connsiteX1" fmla="*/ 18870 w 37180"/>
                  <a:gd name="connsiteY1" fmla="*/ 37380 h 37180"/>
                  <a:gd name="connsiteX2" fmla="*/ 280 w 37180"/>
                  <a:gd name="connsiteY2" fmla="*/ 18789 h 37180"/>
                  <a:gd name="connsiteX3" fmla="*/ 18870 w 37180"/>
                  <a:gd name="connsiteY3" fmla="*/ 199 h 37180"/>
                  <a:gd name="connsiteX4" fmla="*/ 37461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89"/>
                    </a:moveTo>
                    <a:cubicBezTo>
                      <a:pt x="37461" y="29057"/>
                      <a:pt x="29138" y="37380"/>
                      <a:pt x="18870" y="37380"/>
                    </a:cubicBezTo>
                    <a:cubicBezTo>
                      <a:pt x="8603" y="37380"/>
                      <a:pt x="280" y="29057"/>
                      <a:pt x="280" y="18789"/>
                    </a:cubicBezTo>
                    <a:cubicBezTo>
                      <a:pt x="280" y="8522"/>
                      <a:pt x="8603" y="199"/>
                      <a:pt x="18870" y="199"/>
                    </a:cubicBezTo>
                    <a:cubicBezTo>
                      <a:pt x="29138" y="199"/>
                      <a:pt x="37461" y="8522"/>
                      <a:pt x="37461" y="18789"/>
                    </a:cubicBezTo>
                    <a:close/>
                  </a:path>
                </a:pathLst>
              </a:custGeom>
              <a:solidFill>
                <a:srgbClr val="F7E1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8" name="Freeform: Shape 4407">
                <a:extLst>
                  <a:ext uri="{FF2B5EF4-FFF2-40B4-BE49-F238E27FC236}">
                    <a16:creationId xmlns:a16="http://schemas.microsoft.com/office/drawing/2014/main" id="{94F05D84-2223-5A42-0B13-BA26B165534F}"/>
                  </a:ext>
                </a:extLst>
              </p:cNvPr>
              <p:cNvSpPr/>
              <p:nvPr/>
            </p:nvSpPr>
            <p:spPr>
              <a:xfrm>
                <a:off x="1874107" y="8066915"/>
                <a:ext cx="41981" cy="41981"/>
              </a:xfrm>
              <a:custGeom>
                <a:avLst/>
                <a:gdLst>
                  <a:gd name="connsiteX0" fmla="*/ 21271 w 41981"/>
                  <a:gd name="connsiteY0" fmla="*/ 4999 h 41981"/>
                  <a:gd name="connsiteX1" fmla="*/ 37461 w 41981"/>
                  <a:gd name="connsiteY1" fmla="*/ 21190 h 41981"/>
                  <a:gd name="connsiteX2" fmla="*/ 37461 w 41981"/>
                  <a:gd name="connsiteY2" fmla="*/ 21190 h 41981"/>
                  <a:gd name="connsiteX3" fmla="*/ 21271 w 41981"/>
                  <a:gd name="connsiteY3" fmla="*/ 37380 h 41981"/>
                  <a:gd name="connsiteX4" fmla="*/ 5080 w 41981"/>
                  <a:gd name="connsiteY4" fmla="*/ 21190 h 41981"/>
                  <a:gd name="connsiteX5" fmla="*/ 21271 w 41981"/>
                  <a:gd name="connsiteY5" fmla="*/ 4999 h 41981"/>
                  <a:gd name="connsiteX6" fmla="*/ 21271 w 41981"/>
                  <a:gd name="connsiteY6" fmla="*/ 199 h 41981"/>
                  <a:gd name="connsiteX7" fmla="*/ 280 w 41981"/>
                  <a:gd name="connsiteY7" fmla="*/ 21190 h 41981"/>
                  <a:gd name="connsiteX8" fmla="*/ 21271 w 41981"/>
                  <a:gd name="connsiteY8" fmla="*/ 42180 h 41981"/>
                  <a:gd name="connsiteX9" fmla="*/ 42261 w 41981"/>
                  <a:gd name="connsiteY9" fmla="*/ 21190 h 41981"/>
                  <a:gd name="connsiteX10" fmla="*/ 42261 w 41981"/>
                  <a:gd name="connsiteY10" fmla="*/ 21190 h 41981"/>
                  <a:gd name="connsiteX11" fmla="*/ 21271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99"/>
                    </a:moveTo>
                    <a:cubicBezTo>
                      <a:pt x="30212" y="4999"/>
                      <a:pt x="37461" y="12248"/>
                      <a:pt x="37461" y="21190"/>
                    </a:cubicBezTo>
                    <a:lnTo>
                      <a:pt x="37461" y="21190"/>
                    </a:lnTo>
                    <a:cubicBezTo>
                      <a:pt x="37461" y="30131"/>
                      <a:pt x="30212" y="37380"/>
                      <a:pt x="21271" y="37380"/>
                    </a:cubicBezTo>
                    <a:cubicBezTo>
                      <a:pt x="12329" y="37380"/>
                      <a:pt x="5080" y="30131"/>
                      <a:pt x="5080" y="21190"/>
                    </a:cubicBezTo>
                    <a:cubicBezTo>
                      <a:pt x="5080" y="12248"/>
                      <a:pt x="12329" y="4999"/>
                      <a:pt x="21271" y="4999"/>
                    </a:cubicBezTo>
                    <a:close/>
                    <a:moveTo>
                      <a:pt x="21271" y="199"/>
                    </a:moveTo>
                    <a:cubicBezTo>
                      <a:pt x="9678" y="199"/>
                      <a:pt x="280" y="9597"/>
                      <a:pt x="280" y="21190"/>
                    </a:cubicBezTo>
                    <a:cubicBezTo>
                      <a:pt x="280" y="32782"/>
                      <a:pt x="9678" y="42180"/>
                      <a:pt x="21271" y="42180"/>
                    </a:cubicBezTo>
                    <a:cubicBezTo>
                      <a:pt x="32863" y="42180"/>
                      <a:pt x="42261" y="32782"/>
                      <a:pt x="42261" y="21190"/>
                    </a:cubicBezTo>
                    <a:lnTo>
                      <a:pt x="42261" y="21190"/>
                    </a:lnTo>
                    <a:cubicBezTo>
                      <a:pt x="42261" y="9597"/>
                      <a:pt x="32863" y="199"/>
                      <a:pt x="21271" y="19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09" name="Freeform: Shape 4408">
                <a:extLst>
                  <a:ext uri="{FF2B5EF4-FFF2-40B4-BE49-F238E27FC236}">
                    <a16:creationId xmlns:a16="http://schemas.microsoft.com/office/drawing/2014/main" id="{AB40AC01-BBC0-8205-68ED-945DAC5B44FD}"/>
                  </a:ext>
                </a:extLst>
              </p:cNvPr>
              <p:cNvSpPr/>
              <p:nvPr/>
            </p:nvSpPr>
            <p:spPr>
              <a:xfrm>
                <a:off x="1844931" y="8058204"/>
                <a:ext cx="37180" cy="37180"/>
              </a:xfrm>
              <a:custGeom>
                <a:avLst/>
                <a:gdLst>
                  <a:gd name="connsiteX0" fmla="*/ 37455 w 37180"/>
                  <a:gd name="connsiteY0" fmla="*/ 18787 h 37180"/>
                  <a:gd name="connsiteX1" fmla="*/ 18865 w 37180"/>
                  <a:gd name="connsiteY1" fmla="*/ 37378 h 37180"/>
                  <a:gd name="connsiteX2" fmla="*/ 274 w 37180"/>
                  <a:gd name="connsiteY2" fmla="*/ 18787 h 37180"/>
                  <a:gd name="connsiteX3" fmla="*/ 18865 w 37180"/>
                  <a:gd name="connsiteY3" fmla="*/ 197 h 37180"/>
                  <a:gd name="connsiteX4" fmla="*/ 37455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87"/>
                    </a:moveTo>
                    <a:cubicBezTo>
                      <a:pt x="37455" y="29055"/>
                      <a:pt x="29132" y="37378"/>
                      <a:pt x="18865" y="37378"/>
                    </a:cubicBezTo>
                    <a:cubicBezTo>
                      <a:pt x="8598" y="37378"/>
                      <a:pt x="274" y="29055"/>
                      <a:pt x="274" y="18787"/>
                    </a:cubicBezTo>
                    <a:cubicBezTo>
                      <a:pt x="274" y="8520"/>
                      <a:pt x="8598" y="197"/>
                      <a:pt x="18865" y="197"/>
                    </a:cubicBezTo>
                    <a:cubicBezTo>
                      <a:pt x="29132" y="197"/>
                      <a:pt x="37455" y="8520"/>
                      <a:pt x="37455" y="18787"/>
                    </a:cubicBezTo>
                    <a:close/>
                  </a:path>
                </a:pathLst>
              </a:custGeom>
              <a:solidFill>
                <a:srgbClr val="F7E0E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0" name="Freeform: Shape 4409">
                <a:extLst>
                  <a:ext uri="{FF2B5EF4-FFF2-40B4-BE49-F238E27FC236}">
                    <a16:creationId xmlns:a16="http://schemas.microsoft.com/office/drawing/2014/main" id="{B38957B3-5EA9-E5AA-B727-0663E5FD9EEE}"/>
                  </a:ext>
                </a:extLst>
              </p:cNvPr>
              <p:cNvSpPr/>
              <p:nvPr/>
            </p:nvSpPr>
            <p:spPr>
              <a:xfrm>
                <a:off x="1842531" y="8055804"/>
                <a:ext cx="41981" cy="41981"/>
              </a:xfrm>
              <a:custGeom>
                <a:avLst/>
                <a:gdLst>
                  <a:gd name="connsiteX0" fmla="*/ 21265 w 41981"/>
                  <a:gd name="connsiteY0" fmla="*/ 4997 h 41981"/>
                  <a:gd name="connsiteX1" fmla="*/ 37455 w 41981"/>
                  <a:gd name="connsiteY1" fmla="*/ 21188 h 41981"/>
                  <a:gd name="connsiteX2" fmla="*/ 37455 w 41981"/>
                  <a:gd name="connsiteY2" fmla="*/ 21188 h 41981"/>
                  <a:gd name="connsiteX3" fmla="*/ 21265 w 41981"/>
                  <a:gd name="connsiteY3" fmla="*/ 37378 h 41981"/>
                  <a:gd name="connsiteX4" fmla="*/ 5075 w 41981"/>
                  <a:gd name="connsiteY4" fmla="*/ 21188 h 41981"/>
                  <a:gd name="connsiteX5" fmla="*/ 21265 w 41981"/>
                  <a:gd name="connsiteY5" fmla="*/ 4997 h 41981"/>
                  <a:gd name="connsiteX6" fmla="*/ 21265 w 41981"/>
                  <a:gd name="connsiteY6" fmla="*/ 197 h 41981"/>
                  <a:gd name="connsiteX7" fmla="*/ 274 w 41981"/>
                  <a:gd name="connsiteY7" fmla="*/ 21188 h 41981"/>
                  <a:gd name="connsiteX8" fmla="*/ 21265 w 41981"/>
                  <a:gd name="connsiteY8" fmla="*/ 42178 h 41981"/>
                  <a:gd name="connsiteX9" fmla="*/ 42256 w 41981"/>
                  <a:gd name="connsiteY9" fmla="*/ 21188 h 41981"/>
                  <a:gd name="connsiteX10" fmla="*/ 42256 w 41981"/>
                  <a:gd name="connsiteY10" fmla="*/ 21188 h 41981"/>
                  <a:gd name="connsiteX11" fmla="*/ 21265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97"/>
                    </a:moveTo>
                    <a:cubicBezTo>
                      <a:pt x="30207" y="4997"/>
                      <a:pt x="37455" y="12246"/>
                      <a:pt x="37455" y="21188"/>
                    </a:cubicBezTo>
                    <a:lnTo>
                      <a:pt x="37455" y="21188"/>
                    </a:lnTo>
                    <a:cubicBezTo>
                      <a:pt x="37455" y="30129"/>
                      <a:pt x="30207" y="37378"/>
                      <a:pt x="21265" y="37378"/>
                    </a:cubicBezTo>
                    <a:cubicBezTo>
                      <a:pt x="12323" y="37378"/>
                      <a:pt x="5075" y="30129"/>
                      <a:pt x="5075" y="21188"/>
                    </a:cubicBezTo>
                    <a:cubicBezTo>
                      <a:pt x="5075" y="12246"/>
                      <a:pt x="12323" y="4997"/>
                      <a:pt x="21265" y="4997"/>
                    </a:cubicBezTo>
                    <a:close/>
                    <a:moveTo>
                      <a:pt x="21265" y="197"/>
                    </a:moveTo>
                    <a:cubicBezTo>
                      <a:pt x="9673" y="197"/>
                      <a:pt x="274" y="9595"/>
                      <a:pt x="274" y="21188"/>
                    </a:cubicBezTo>
                    <a:cubicBezTo>
                      <a:pt x="274" y="32780"/>
                      <a:pt x="9673" y="42178"/>
                      <a:pt x="21265" y="42178"/>
                    </a:cubicBezTo>
                    <a:cubicBezTo>
                      <a:pt x="32858" y="42178"/>
                      <a:pt x="42256" y="32780"/>
                      <a:pt x="42256" y="21188"/>
                    </a:cubicBezTo>
                    <a:lnTo>
                      <a:pt x="42256" y="21188"/>
                    </a:lnTo>
                    <a:cubicBezTo>
                      <a:pt x="42256" y="9595"/>
                      <a:pt x="32858" y="197"/>
                      <a:pt x="21265" y="19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1" name="Freeform: Shape 4410">
                <a:extLst>
                  <a:ext uri="{FF2B5EF4-FFF2-40B4-BE49-F238E27FC236}">
                    <a16:creationId xmlns:a16="http://schemas.microsoft.com/office/drawing/2014/main" id="{C47EA2C9-5DF4-44DF-BE80-E35059431351}"/>
                  </a:ext>
                </a:extLst>
              </p:cNvPr>
              <p:cNvSpPr/>
              <p:nvPr/>
            </p:nvSpPr>
            <p:spPr>
              <a:xfrm>
                <a:off x="1803424" y="7929693"/>
                <a:ext cx="37180" cy="37180"/>
              </a:xfrm>
              <a:custGeom>
                <a:avLst/>
                <a:gdLst>
                  <a:gd name="connsiteX0" fmla="*/ 37448 w 37180"/>
                  <a:gd name="connsiteY0" fmla="*/ 18765 h 37180"/>
                  <a:gd name="connsiteX1" fmla="*/ 18858 w 37180"/>
                  <a:gd name="connsiteY1" fmla="*/ 37355 h 37180"/>
                  <a:gd name="connsiteX2" fmla="*/ 267 w 37180"/>
                  <a:gd name="connsiteY2" fmla="*/ 18765 h 37180"/>
                  <a:gd name="connsiteX3" fmla="*/ 18858 w 37180"/>
                  <a:gd name="connsiteY3" fmla="*/ 175 h 37180"/>
                  <a:gd name="connsiteX4" fmla="*/ 37448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5"/>
                    </a:moveTo>
                    <a:cubicBezTo>
                      <a:pt x="37448" y="29032"/>
                      <a:pt x="29125" y="37355"/>
                      <a:pt x="18858" y="37355"/>
                    </a:cubicBezTo>
                    <a:cubicBezTo>
                      <a:pt x="8590" y="37355"/>
                      <a:pt x="267" y="29032"/>
                      <a:pt x="267" y="18765"/>
                    </a:cubicBezTo>
                    <a:cubicBezTo>
                      <a:pt x="267" y="8498"/>
                      <a:pt x="8590" y="175"/>
                      <a:pt x="18858" y="175"/>
                    </a:cubicBezTo>
                    <a:cubicBezTo>
                      <a:pt x="29125" y="175"/>
                      <a:pt x="37448" y="8498"/>
                      <a:pt x="37448" y="18765"/>
                    </a:cubicBezTo>
                    <a:close/>
                  </a:path>
                </a:pathLst>
              </a:custGeom>
              <a:solidFill>
                <a:srgbClr val="F1F7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2" name="Freeform: Shape 4411">
                <a:extLst>
                  <a:ext uri="{FF2B5EF4-FFF2-40B4-BE49-F238E27FC236}">
                    <a16:creationId xmlns:a16="http://schemas.microsoft.com/office/drawing/2014/main" id="{8700C9CF-4B2C-B5F0-9C9A-2EE8DF9E4B22}"/>
                  </a:ext>
                </a:extLst>
              </p:cNvPr>
              <p:cNvSpPr/>
              <p:nvPr/>
            </p:nvSpPr>
            <p:spPr>
              <a:xfrm>
                <a:off x="1801024" y="7927293"/>
                <a:ext cx="41981" cy="41981"/>
              </a:xfrm>
              <a:custGeom>
                <a:avLst/>
                <a:gdLst>
                  <a:gd name="connsiteX0" fmla="*/ 21258 w 41981"/>
                  <a:gd name="connsiteY0" fmla="*/ 4975 h 41981"/>
                  <a:gd name="connsiteX1" fmla="*/ 37448 w 41981"/>
                  <a:gd name="connsiteY1" fmla="*/ 21165 h 41981"/>
                  <a:gd name="connsiteX2" fmla="*/ 37448 w 41981"/>
                  <a:gd name="connsiteY2" fmla="*/ 21165 h 41981"/>
                  <a:gd name="connsiteX3" fmla="*/ 21258 w 41981"/>
                  <a:gd name="connsiteY3" fmla="*/ 37355 h 41981"/>
                  <a:gd name="connsiteX4" fmla="*/ 5068 w 41981"/>
                  <a:gd name="connsiteY4" fmla="*/ 21165 h 41981"/>
                  <a:gd name="connsiteX5" fmla="*/ 21258 w 41981"/>
                  <a:gd name="connsiteY5" fmla="*/ 4975 h 41981"/>
                  <a:gd name="connsiteX6" fmla="*/ 21258 w 41981"/>
                  <a:gd name="connsiteY6" fmla="*/ 175 h 41981"/>
                  <a:gd name="connsiteX7" fmla="*/ 267 w 41981"/>
                  <a:gd name="connsiteY7" fmla="*/ 21165 h 41981"/>
                  <a:gd name="connsiteX8" fmla="*/ 21258 w 41981"/>
                  <a:gd name="connsiteY8" fmla="*/ 42156 h 41981"/>
                  <a:gd name="connsiteX9" fmla="*/ 42248 w 41981"/>
                  <a:gd name="connsiteY9" fmla="*/ 21165 h 41981"/>
                  <a:gd name="connsiteX10" fmla="*/ 42248 w 41981"/>
                  <a:gd name="connsiteY10" fmla="*/ 21165 h 41981"/>
                  <a:gd name="connsiteX11" fmla="*/ 21258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5"/>
                    </a:moveTo>
                    <a:cubicBezTo>
                      <a:pt x="30200" y="4975"/>
                      <a:pt x="37448" y="12223"/>
                      <a:pt x="37448" y="21165"/>
                    </a:cubicBezTo>
                    <a:lnTo>
                      <a:pt x="37448" y="21165"/>
                    </a:lnTo>
                    <a:cubicBezTo>
                      <a:pt x="37448" y="30107"/>
                      <a:pt x="30200" y="37355"/>
                      <a:pt x="21258" y="37355"/>
                    </a:cubicBezTo>
                    <a:cubicBezTo>
                      <a:pt x="12316" y="37355"/>
                      <a:pt x="5068" y="30107"/>
                      <a:pt x="5068" y="21165"/>
                    </a:cubicBezTo>
                    <a:cubicBezTo>
                      <a:pt x="5068" y="12223"/>
                      <a:pt x="12316" y="4975"/>
                      <a:pt x="21258" y="4975"/>
                    </a:cubicBezTo>
                    <a:close/>
                    <a:moveTo>
                      <a:pt x="21258" y="175"/>
                    </a:moveTo>
                    <a:cubicBezTo>
                      <a:pt x="9665" y="175"/>
                      <a:pt x="267" y="9573"/>
                      <a:pt x="267" y="21165"/>
                    </a:cubicBezTo>
                    <a:cubicBezTo>
                      <a:pt x="267" y="32758"/>
                      <a:pt x="9665" y="42156"/>
                      <a:pt x="21258" y="42156"/>
                    </a:cubicBezTo>
                    <a:cubicBezTo>
                      <a:pt x="32850" y="42156"/>
                      <a:pt x="42248" y="32758"/>
                      <a:pt x="42248" y="21165"/>
                    </a:cubicBezTo>
                    <a:lnTo>
                      <a:pt x="42248" y="21165"/>
                    </a:lnTo>
                    <a:cubicBezTo>
                      <a:pt x="42248" y="9573"/>
                      <a:pt x="32850" y="175"/>
                      <a:pt x="21258"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3" name="Freeform: Shape 4412">
                <a:extLst>
                  <a:ext uri="{FF2B5EF4-FFF2-40B4-BE49-F238E27FC236}">
                    <a16:creationId xmlns:a16="http://schemas.microsoft.com/office/drawing/2014/main" id="{772B0DBF-10BB-247D-0F3E-C00A7180CAA5}"/>
                  </a:ext>
                </a:extLst>
              </p:cNvPr>
              <p:cNvSpPr/>
              <p:nvPr/>
            </p:nvSpPr>
            <p:spPr>
              <a:xfrm>
                <a:off x="1881524" y="8035498"/>
                <a:ext cx="37180" cy="37180"/>
              </a:xfrm>
              <a:custGeom>
                <a:avLst/>
                <a:gdLst>
                  <a:gd name="connsiteX0" fmla="*/ 37462 w 37180"/>
                  <a:gd name="connsiteY0" fmla="*/ 18783 h 37180"/>
                  <a:gd name="connsiteX1" fmla="*/ 18871 w 37180"/>
                  <a:gd name="connsiteY1" fmla="*/ 37374 h 37180"/>
                  <a:gd name="connsiteX2" fmla="*/ 281 w 37180"/>
                  <a:gd name="connsiteY2" fmla="*/ 18783 h 37180"/>
                  <a:gd name="connsiteX3" fmla="*/ 18871 w 37180"/>
                  <a:gd name="connsiteY3" fmla="*/ 193 h 37180"/>
                  <a:gd name="connsiteX4" fmla="*/ 37462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83"/>
                    </a:moveTo>
                    <a:cubicBezTo>
                      <a:pt x="37462" y="29051"/>
                      <a:pt x="29138" y="37374"/>
                      <a:pt x="18871" y="37374"/>
                    </a:cubicBezTo>
                    <a:cubicBezTo>
                      <a:pt x="8604" y="37374"/>
                      <a:pt x="281" y="29051"/>
                      <a:pt x="281" y="18783"/>
                    </a:cubicBezTo>
                    <a:cubicBezTo>
                      <a:pt x="281" y="8516"/>
                      <a:pt x="8604" y="193"/>
                      <a:pt x="18871" y="193"/>
                    </a:cubicBezTo>
                    <a:cubicBezTo>
                      <a:pt x="29138" y="193"/>
                      <a:pt x="37462" y="8516"/>
                      <a:pt x="37462" y="18783"/>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4" name="Freeform: Shape 4413">
                <a:extLst>
                  <a:ext uri="{FF2B5EF4-FFF2-40B4-BE49-F238E27FC236}">
                    <a16:creationId xmlns:a16="http://schemas.microsoft.com/office/drawing/2014/main" id="{03149780-0682-944C-2AB0-00E8077643A4}"/>
                  </a:ext>
                </a:extLst>
              </p:cNvPr>
              <p:cNvSpPr/>
              <p:nvPr/>
            </p:nvSpPr>
            <p:spPr>
              <a:xfrm>
                <a:off x="1879124" y="8033098"/>
                <a:ext cx="41981" cy="41981"/>
              </a:xfrm>
              <a:custGeom>
                <a:avLst/>
                <a:gdLst>
                  <a:gd name="connsiteX0" fmla="*/ 21271 w 41981"/>
                  <a:gd name="connsiteY0" fmla="*/ 4993 h 41981"/>
                  <a:gd name="connsiteX1" fmla="*/ 37462 w 41981"/>
                  <a:gd name="connsiteY1" fmla="*/ 21184 h 41981"/>
                  <a:gd name="connsiteX2" fmla="*/ 37462 w 41981"/>
                  <a:gd name="connsiteY2" fmla="*/ 21184 h 41981"/>
                  <a:gd name="connsiteX3" fmla="*/ 21271 w 41981"/>
                  <a:gd name="connsiteY3" fmla="*/ 37374 h 41981"/>
                  <a:gd name="connsiteX4" fmla="*/ 5081 w 41981"/>
                  <a:gd name="connsiteY4" fmla="*/ 21184 h 41981"/>
                  <a:gd name="connsiteX5" fmla="*/ 21271 w 41981"/>
                  <a:gd name="connsiteY5" fmla="*/ 4993 h 41981"/>
                  <a:gd name="connsiteX6" fmla="*/ 21271 w 41981"/>
                  <a:gd name="connsiteY6" fmla="*/ 193 h 41981"/>
                  <a:gd name="connsiteX7" fmla="*/ 281 w 41981"/>
                  <a:gd name="connsiteY7" fmla="*/ 21184 h 41981"/>
                  <a:gd name="connsiteX8" fmla="*/ 21271 w 41981"/>
                  <a:gd name="connsiteY8" fmla="*/ 42174 h 41981"/>
                  <a:gd name="connsiteX9" fmla="*/ 42262 w 41981"/>
                  <a:gd name="connsiteY9" fmla="*/ 21184 h 41981"/>
                  <a:gd name="connsiteX10" fmla="*/ 42262 w 41981"/>
                  <a:gd name="connsiteY10" fmla="*/ 21184 h 41981"/>
                  <a:gd name="connsiteX11" fmla="*/ 21271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93"/>
                    </a:moveTo>
                    <a:cubicBezTo>
                      <a:pt x="30213" y="4993"/>
                      <a:pt x="37462" y="12242"/>
                      <a:pt x="37462" y="21184"/>
                    </a:cubicBezTo>
                    <a:lnTo>
                      <a:pt x="37462" y="21184"/>
                    </a:lnTo>
                    <a:cubicBezTo>
                      <a:pt x="37462" y="30125"/>
                      <a:pt x="30213" y="37374"/>
                      <a:pt x="21271" y="37374"/>
                    </a:cubicBezTo>
                    <a:cubicBezTo>
                      <a:pt x="12330" y="37374"/>
                      <a:pt x="5081" y="30125"/>
                      <a:pt x="5081" y="21184"/>
                    </a:cubicBezTo>
                    <a:cubicBezTo>
                      <a:pt x="5081" y="12242"/>
                      <a:pt x="12330" y="4993"/>
                      <a:pt x="21271" y="4993"/>
                    </a:cubicBezTo>
                    <a:close/>
                    <a:moveTo>
                      <a:pt x="21271" y="193"/>
                    </a:moveTo>
                    <a:cubicBezTo>
                      <a:pt x="9679" y="193"/>
                      <a:pt x="281" y="9591"/>
                      <a:pt x="281" y="21184"/>
                    </a:cubicBezTo>
                    <a:cubicBezTo>
                      <a:pt x="281" y="32776"/>
                      <a:pt x="9679" y="42174"/>
                      <a:pt x="21271" y="42174"/>
                    </a:cubicBezTo>
                    <a:cubicBezTo>
                      <a:pt x="32864" y="42174"/>
                      <a:pt x="42262" y="32776"/>
                      <a:pt x="42262" y="21184"/>
                    </a:cubicBezTo>
                    <a:lnTo>
                      <a:pt x="42262" y="21184"/>
                    </a:lnTo>
                    <a:cubicBezTo>
                      <a:pt x="42262" y="9591"/>
                      <a:pt x="32864" y="193"/>
                      <a:pt x="21271" y="19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5" name="Freeform: Shape 4414">
                <a:extLst>
                  <a:ext uri="{FF2B5EF4-FFF2-40B4-BE49-F238E27FC236}">
                    <a16:creationId xmlns:a16="http://schemas.microsoft.com/office/drawing/2014/main" id="{6D0938D9-C5AF-B6A2-C2FB-2B311A46F446}"/>
                  </a:ext>
                </a:extLst>
              </p:cNvPr>
              <p:cNvSpPr/>
              <p:nvPr/>
            </p:nvSpPr>
            <p:spPr>
              <a:xfrm>
                <a:off x="1755386" y="8032786"/>
                <a:ext cx="37180" cy="37180"/>
              </a:xfrm>
              <a:custGeom>
                <a:avLst/>
                <a:gdLst>
                  <a:gd name="connsiteX0" fmla="*/ 37440 w 37180"/>
                  <a:gd name="connsiteY0" fmla="*/ 18783 h 37180"/>
                  <a:gd name="connsiteX1" fmla="*/ 18849 w 37180"/>
                  <a:gd name="connsiteY1" fmla="*/ 37373 h 37180"/>
                  <a:gd name="connsiteX2" fmla="*/ 259 w 37180"/>
                  <a:gd name="connsiteY2" fmla="*/ 18783 h 37180"/>
                  <a:gd name="connsiteX3" fmla="*/ 18849 w 37180"/>
                  <a:gd name="connsiteY3" fmla="*/ 193 h 37180"/>
                  <a:gd name="connsiteX4" fmla="*/ 37440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83"/>
                    </a:moveTo>
                    <a:cubicBezTo>
                      <a:pt x="37440" y="29050"/>
                      <a:pt x="29117" y="37373"/>
                      <a:pt x="18849" y="37373"/>
                    </a:cubicBezTo>
                    <a:cubicBezTo>
                      <a:pt x="8582" y="37373"/>
                      <a:pt x="259" y="29050"/>
                      <a:pt x="259" y="18783"/>
                    </a:cubicBezTo>
                    <a:cubicBezTo>
                      <a:pt x="259" y="8516"/>
                      <a:pt x="8582" y="193"/>
                      <a:pt x="18849" y="193"/>
                    </a:cubicBezTo>
                    <a:cubicBezTo>
                      <a:pt x="29117" y="193"/>
                      <a:pt x="37440" y="8516"/>
                      <a:pt x="37440" y="18783"/>
                    </a:cubicBezTo>
                    <a:close/>
                  </a:path>
                </a:pathLst>
              </a:custGeom>
              <a:solidFill>
                <a:srgbClr val="F7DC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6" name="Freeform: Shape 4415">
                <a:extLst>
                  <a:ext uri="{FF2B5EF4-FFF2-40B4-BE49-F238E27FC236}">
                    <a16:creationId xmlns:a16="http://schemas.microsoft.com/office/drawing/2014/main" id="{1D491104-FA93-11EC-4B47-53A5621AF8DB}"/>
                  </a:ext>
                </a:extLst>
              </p:cNvPr>
              <p:cNvSpPr/>
              <p:nvPr/>
            </p:nvSpPr>
            <p:spPr>
              <a:xfrm>
                <a:off x="1752986" y="8030385"/>
                <a:ext cx="41981" cy="41981"/>
              </a:xfrm>
              <a:custGeom>
                <a:avLst/>
                <a:gdLst>
                  <a:gd name="connsiteX0" fmla="*/ 21250 w 41981"/>
                  <a:gd name="connsiteY0" fmla="*/ 4993 h 41981"/>
                  <a:gd name="connsiteX1" fmla="*/ 37440 w 41981"/>
                  <a:gd name="connsiteY1" fmla="*/ 21183 h 41981"/>
                  <a:gd name="connsiteX2" fmla="*/ 37440 w 41981"/>
                  <a:gd name="connsiteY2" fmla="*/ 21183 h 41981"/>
                  <a:gd name="connsiteX3" fmla="*/ 21250 w 41981"/>
                  <a:gd name="connsiteY3" fmla="*/ 37373 h 41981"/>
                  <a:gd name="connsiteX4" fmla="*/ 5059 w 41981"/>
                  <a:gd name="connsiteY4" fmla="*/ 21183 h 41981"/>
                  <a:gd name="connsiteX5" fmla="*/ 21250 w 41981"/>
                  <a:gd name="connsiteY5" fmla="*/ 4993 h 41981"/>
                  <a:gd name="connsiteX6" fmla="*/ 21250 w 41981"/>
                  <a:gd name="connsiteY6" fmla="*/ 193 h 41981"/>
                  <a:gd name="connsiteX7" fmla="*/ 259 w 41981"/>
                  <a:gd name="connsiteY7" fmla="*/ 21183 h 41981"/>
                  <a:gd name="connsiteX8" fmla="*/ 21250 w 41981"/>
                  <a:gd name="connsiteY8" fmla="*/ 42174 h 41981"/>
                  <a:gd name="connsiteX9" fmla="*/ 42240 w 41981"/>
                  <a:gd name="connsiteY9" fmla="*/ 21183 h 41981"/>
                  <a:gd name="connsiteX10" fmla="*/ 42240 w 41981"/>
                  <a:gd name="connsiteY10" fmla="*/ 21183 h 41981"/>
                  <a:gd name="connsiteX11" fmla="*/ 21250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93"/>
                    </a:moveTo>
                    <a:cubicBezTo>
                      <a:pt x="30191" y="4993"/>
                      <a:pt x="37440" y="12241"/>
                      <a:pt x="37440" y="21183"/>
                    </a:cubicBezTo>
                    <a:lnTo>
                      <a:pt x="37440" y="21183"/>
                    </a:lnTo>
                    <a:cubicBezTo>
                      <a:pt x="37440" y="30125"/>
                      <a:pt x="30191" y="37373"/>
                      <a:pt x="21250" y="37373"/>
                    </a:cubicBezTo>
                    <a:cubicBezTo>
                      <a:pt x="12308" y="37373"/>
                      <a:pt x="5059" y="30125"/>
                      <a:pt x="5059" y="21183"/>
                    </a:cubicBezTo>
                    <a:cubicBezTo>
                      <a:pt x="5059" y="12241"/>
                      <a:pt x="12308" y="4993"/>
                      <a:pt x="21250" y="4993"/>
                    </a:cubicBezTo>
                    <a:close/>
                    <a:moveTo>
                      <a:pt x="21250" y="193"/>
                    </a:moveTo>
                    <a:cubicBezTo>
                      <a:pt x="9657" y="193"/>
                      <a:pt x="259" y="9591"/>
                      <a:pt x="259" y="21183"/>
                    </a:cubicBezTo>
                    <a:cubicBezTo>
                      <a:pt x="259" y="32776"/>
                      <a:pt x="9657" y="42174"/>
                      <a:pt x="21250" y="42174"/>
                    </a:cubicBezTo>
                    <a:cubicBezTo>
                      <a:pt x="32842" y="42174"/>
                      <a:pt x="42240" y="32776"/>
                      <a:pt x="42240" y="21183"/>
                    </a:cubicBezTo>
                    <a:lnTo>
                      <a:pt x="42240" y="21183"/>
                    </a:lnTo>
                    <a:cubicBezTo>
                      <a:pt x="42240" y="9591"/>
                      <a:pt x="32842" y="193"/>
                      <a:pt x="21250" y="19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7" name="Freeform: Shape 4416">
                <a:extLst>
                  <a:ext uri="{FF2B5EF4-FFF2-40B4-BE49-F238E27FC236}">
                    <a16:creationId xmlns:a16="http://schemas.microsoft.com/office/drawing/2014/main" id="{3BA7F00F-FC5D-962B-E89D-254D9B4B1D05}"/>
                  </a:ext>
                </a:extLst>
              </p:cNvPr>
              <p:cNvSpPr/>
              <p:nvPr/>
            </p:nvSpPr>
            <p:spPr>
              <a:xfrm>
                <a:off x="1840478" y="8122417"/>
                <a:ext cx="37180" cy="37180"/>
              </a:xfrm>
              <a:custGeom>
                <a:avLst/>
                <a:gdLst>
                  <a:gd name="connsiteX0" fmla="*/ 37455 w 37180"/>
                  <a:gd name="connsiteY0" fmla="*/ 18799 h 37180"/>
                  <a:gd name="connsiteX1" fmla="*/ 18864 w 37180"/>
                  <a:gd name="connsiteY1" fmla="*/ 37389 h 37180"/>
                  <a:gd name="connsiteX2" fmla="*/ 274 w 37180"/>
                  <a:gd name="connsiteY2" fmla="*/ 18799 h 37180"/>
                  <a:gd name="connsiteX3" fmla="*/ 18864 w 37180"/>
                  <a:gd name="connsiteY3" fmla="*/ 208 h 37180"/>
                  <a:gd name="connsiteX4" fmla="*/ 37455 w 37180"/>
                  <a:gd name="connsiteY4" fmla="*/ 187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99"/>
                    </a:moveTo>
                    <a:cubicBezTo>
                      <a:pt x="37455" y="29066"/>
                      <a:pt x="29131" y="37389"/>
                      <a:pt x="18864" y="37389"/>
                    </a:cubicBezTo>
                    <a:cubicBezTo>
                      <a:pt x="8597" y="37389"/>
                      <a:pt x="274" y="29066"/>
                      <a:pt x="274" y="18799"/>
                    </a:cubicBezTo>
                    <a:cubicBezTo>
                      <a:pt x="274" y="8531"/>
                      <a:pt x="8597" y="208"/>
                      <a:pt x="18864" y="208"/>
                    </a:cubicBezTo>
                    <a:cubicBezTo>
                      <a:pt x="29131" y="208"/>
                      <a:pt x="37455" y="8531"/>
                      <a:pt x="37455" y="18799"/>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8" name="Freeform: Shape 4417">
                <a:extLst>
                  <a:ext uri="{FF2B5EF4-FFF2-40B4-BE49-F238E27FC236}">
                    <a16:creationId xmlns:a16="http://schemas.microsoft.com/office/drawing/2014/main" id="{C680BD51-1603-C4C9-FE7D-D3DDBF25E6BF}"/>
                  </a:ext>
                </a:extLst>
              </p:cNvPr>
              <p:cNvSpPr/>
              <p:nvPr/>
            </p:nvSpPr>
            <p:spPr>
              <a:xfrm>
                <a:off x="1838078" y="8120017"/>
                <a:ext cx="41981" cy="41981"/>
              </a:xfrm>
              <a:custGeom>
                <a:avLst/>
                <a:gdLst>
                  <a:gd name="connsiteX0" fmla="*/ 21264 w 41981"/>
                  <a:gd name="connsiteY0" fmla="*/ 5009 h 41981"/>
                  <a:gd name="connsiteX1" fmla="*/ 37455 w 41981"/>
                  <a:gd name="connsiteY1" fmla="*/ 21199 h 41981"/>
                  <a:gd name="connsiteX2" fmla="*/ 37455 w 41981"/>
                  <a:gd name="connsiteY2" fmla="*/ 21199 h 41981"/>
                  <a:gd name="connsiteX3" fmla="*/ 21264 w 41981"/>
                  <a:gd name="connsiteY3" fmla="*/ 37389 h 41981"/>
                  <a:gd name="connsiteX4" fmla="*/ 5074 w 41981"/>
                  <a:gd name="connsiteY4" fmla="*/ 21199 h 41981"/>
                  <a:gd name="connsiteX5" fmla="*/ 21264 w 41981"/>
                  <a:gd name="connsiteY5" fmla="*/ 5009 h 41981"/>
                  <a:gd name="connsiteX6" fmla="*/ 21264 w 41981"/>
                  <a:gd name="connsiteY6" fmla="*/ 208 h 41981"/>
                  <a:gd name="connsiteX7" fmla="*/ 274 w 41981"/>
                  <a:gd name="connsiteY7" fmla="*/ 21199 h 41981"/>
                  <a:gd name="connsiteX8" fmla="*/ 21264 w 41981"/>
                  <a:gd name="connsiteY8" fmla="*/ 42189 h 41981"/>
                  <a:gd name="connsiteX9" fmla="*/ 42255 w 41981"/>
                  <a:gd name="connsiteY9" fmla="*/ 21199 h 41981"/>
                  <a:gd name="connsiteX10" fmla="*/ 42255 w 41981"/>
                  <a:gd name="connsiteY10" fmla="*/ 21199 h 41981"/>
                  <a:gd name="connsiteX11" fmla="*/ 21264 w 41981"/>
                  <a:gd name="connsiteY11" fmla="*/ 20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5009"/>
                    </a:moveTo>
                    <a:cubicBezTo>
                      <a:pt x="30206" y="5009"/>
                      <a:pt x="37455" y="12257"/>
                      <a:pt x="37455" y="21199"/>
                    </a:cubicBezTo>
                    <a:lnTo>
                      <a:pt x="37455" y="21199"/>
                    </a:lnTo>
                    <a:cubicBezTo>
                      <a:pt x="37455" y="30141"/>
                      <a:pt x="30206" y="37389"/>
                      <a:pt x="21264" y="37389"/>
                    </a:cubicBezTo>
                    <a:cubicBezTo>
                      <a:pt x="12322" y="37389"/>
                      <a:pt x="5074" y="30141"/>
                      <a:pt x="5074" y="21199"/>
                    </a:cubicBezTo>
                    <a:cubicBezTo>
                      <a:pt x="5074" y="12257"/>
                      <a:pt x="12322" y="5009"/>
                      <a:pt x="21264" y="5009"/>
                    </a:cubicBezTo>
                    <a:close/>
                    <a:moveTo>
                      <a:pt x="21264" y="208"/>
                    </a:moveTo>
                    <a:cubicBezTo>
                      <a:pt x="9672" y="208"/>
                      <a:pt x="274" y="9606"/>
                      <a:pt x="274" y="21199"/>
                    </a:cubicBezTo>
                    <a:cubicBezTo>
                      <a:pt x="274" y="32791"/>
                      <a:pt x="9672" y="42189"/>
                      <a:pt x="21264" y="42189"/>
                    </a:cubicBezTo>
                    <a:cubicBezTo>
                      <a:pt x="32857" y="42189"/>
                      <a:pt x="42255" y="32791"/>
                      <a:pt x="42255" y="21199"/>
                    </a:cubicBezTo>
                    <a:lnTo>
                      <a:pt x="42255" y="21199"/>
                    </a:lnTo>
                    <a:cubicBezTo>
                      <a:pt x="42255" y="9606"/>
                      <a:pt x="32857" y="208"/>
                      <a:pt x="21264" y="20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19" name="Freeform: Shape 4418">
                <a:extLst>
                  <a:ext uri="{FF2B5EF4-FFF2-40B4-BE49-F238E27FC236}">
                    <a16:creationId xmlns:a16="http://schemas.microsoft.com/office/drawing/2014/main" id="{48668E84-DD1D-80B1-BC03-3F7E3E01552A}"/>
                  </a:ext>
                </a:extLst>
              </p:cNvPr>
              <p:cNvSpPr/>
              <p:nvPr/>
            </p:nvSpPr>
            <p:spPr>
              <a:xfrm>
                <a:off x="1845219" y="7440584"/>
                <a:ext cx="37180" cy="37180"/>
              </a:xfrm>
              <a:custGeom>
                <a:avLst/>
                <a:gdLst>
                  <a:gd name="connsiteX0" fmla="*/ 37455 w 37180"/>
                  <a:gd name="connsiteY0" fmla="*/ 18680 h 37180"/>
                  <a:gd name="connsiteX1" fmla="*/ 18865 w 37180"/>
                  <a:gd name="connsiteY1" fmla="*/ 37271 h 37180"/>
                  <a:gd name="connsiteX2" fmla="*/ 275 w 37180"/>
                  <a:gd name="connsiteY2" fmla="*/ 18680 h 37180"/>
                  <a:gd name="connsiteX3" fmla="*/ 18865 w 37180"/>
                  <a:gd name="connsiteY3" fmla="*/ 90 h 37180"/>
                  <a:gd name="connsiteX4" fmla="*/ 37455 w 37180"/>
                  <a:gd name="connsiteY4" fmla="*/ 186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680"/>
                    </a:moveTo>
                    <a:cubicBezTo>
                      <a:pt x="37455" y="28947"/>
                      <a:pt x="29132" y="37271"/>
                      <a:pt x="18865" y="37271"/>
                    </a:cubicBezTo>
                    <a:cubicBezTo>
                      <a:pt x="8598" y="37271"/>
                      <a:pt x="275" y="28947"/>
                      <a:pt x="275" y="18680"/>
                    </a:cubicBezTo>
                    <a:cubicBezTo>
                      <a:pt x="275" y="8413"/>
                      <a:pt x="8598" y="90"/>
                      <a:pt x="18865" y="90"/>
                    </a:cubicBezTo>
                    <a:cubicBezTo>
                      <a:pt x="29132" y="90"/>
                      <a:pt x="37455" y="8413"/>
                      <a:pt x="37455" y="18680"/>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0" name="Freeform: Shape 4419">
                <a:extLst>
                  <a:ext uri="{FF2B5EF4-FFF2-40B4-BE49-F238E27FC236}">
                    <a16:creationId xmlns:a16="http://schemas.microsoft.com/office/drawing/2014/main" id="{CCCCF8BF-E4EB-B879-9DF7-09B5210B7685}"/>
                  </a:ext>
                </a:extLst>
              </p:cNvPr>
              <p:cNvSpPr/>
              <p:nvPr/>
            </p:nvSpPr>
            <p:spPr>
              <a:xfrm>
                <a:off x="1842819" y="7438184"/>
                <a:ext cx="41981" cy="41981"/>
              </a:xfrm>
              <a:custGeom>
                <a:avLst/>
                <a:gdLst>
                  <a:gd name="connsiteX0" fmla="*/ 21265 w 41981"/>
                  <a:gd name="connsiteY0" fmla="*/ 4890 h 41981"/>
                  <a:gd name="connsiteX1" fmla="*/ 37455 w 41981"/>
                  <a:gd name="connsiteY1" fmla="*/ 21080 h 41981"/>
                  <a:gd name="connsiteX2" fmla="*/ 37455 w 41981"/>
                  <a:gd name="connsiteY2" fmla="*/ 21080 h 41981"/>
                  <a:gd name="connsiteX3" fmla="*/ 21265 w 41981"/>
                  <a:gd name="connsiteY3" fmla="*/ 37271 h 41981"/>
                  <a:gd name="connsiteX4" fmla="*/ 5075 w 41981"/>
                  <a:gd name="connsiteY4" fmla="*/ 21080 h 41981"/>
                  <a:gd name="connsiteX5" fmla="*/ 21265 w 41981"/>
                  <a:gd name="connsiteY5" fmla="*/ 4890 h 41981"/>
                  <a:gd name="connsiteX6" fmla="*/ 21265 w 41981"/>
                  <a:gd name="connsiteY6" fmla="*/ 90 h 41981"/>
                  <a:gd name="connsiteX7" fmla="*/ 275 w 41981"/>
                  <a:gd name="connsiteY7" fmla="*/ 21080 h 41981"/>
                  <a:gd name="connsiteX8" fmla="*/ 21265 w 41981"/>
                  <a:gd name="connsiteY8" fmla="*/ 42071 h 41981"/>
                  <a:gd name="connsiteX9" fmla="*/ 42256 w 41981"/>
                  <a:gd name="connsiteY9" fmla="*/ 21080 h 41981"/>
                  <a:gd name="connsiteX10" fmla="*/ 42256 w 41981"/>
                  <a:gd name="connsiteY10" fmla="*/ 21080 h 41981"/>
                  <a:gd name="connsiteX11" fmla="*/ 21265 w 41981"/>
                  <a:gd name="connsiteY11" fmla="*/ 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890"/>
                    </a:moveTo>
                    <a:cubicBezTo>
                      <a:pt x="30207" y="4890"/>
                      <a:pt x="37455" y="12139"/>
                      <a:pt x="37455" y="21080"/>
                    </a:cubicBezTo>
                    <a:lnTo>
                      <a:pt x="37455" y="21080"/>
                    </a:lnTo>
                    <a:cubicBezTo>
                      <a:pt x="37455" y="30022"/>
                      <a:pt x="30207" y="37271"/>
                      <a:pt x="21265" y="37271"/>
                    </a:cubicBezTo>
                    <a:cubicBezTo>
                      <a:pt x="12323" y="37271"/>
                      <a:pt x="5075" y="30022"/>
                      <a:pt x="5075" y="21080"/>
                    </a:cubicBezTo>
                    <a:cubicBezTo>
                      <a:pt x="5075" y="12139"/>
                      <a:pt x="12323" y="4890"/>
                      <a:pt x="21265" y="4890"/>
                    </a:cubicBezTo>
                    <a:close/>
                    <a:moveTo>
                      <a:pt x="21265" y="90"/>
                    </a:moveTo>
                    <a:cubicBezTo>
                      <a:pt x="9673" y="90"/>
                      <a:pt x="275" y="9488"/>
                      <a:pt x="275" y="21080"/>
                    </a:cubicBezTo>
                    <a:cubicBezTo>
                      <a:pt x="275" y="32673"/>
                      <a:pt x="9673" y="42071"/>
                      <a:pt x="21265" y="42071"/>
                    </a:cubicBezTo>
                    <a:cubicBezTo>
                      <a:pt x="32858" y="42071"/>
                      <a:pt x="42256" y="32673"/>
                      <a:pt x="42256" y="21080"/>
                    </a:cubicBezTo>
                    <a:lnTo>
                      <a:pt x="42256" y="21080"/>
                    </a:lnTo>
                    <a:cubicBezTo>
                      <a:pt x="42256" y="9488"/>
                      <a:pt x="32858" y="90"/>
                      <a:pt x="21265" y="9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1" name="Freeform: Shape 4420">
                <a:extLst>
                  <a:ext uri="{FF2B5EF4-FFF2-40B4-BE49-F238E27FC236}">
                    <a16:creationId xmlns:a16="http://schemas.microsoft.com/office/drawing/2014/main" id="{04EEAB01-AB93-EC23-AA53-CD3E3A65D3CA}"/>
                  </a:ext>
                </a:extLst>
              </p:cNvPr>
              <p:cNvSpPr/>
              <p:nvPr/>
            </p:nvSpPr>
            <p:spPr>
              <a:xfrm>
                <a:off x="1428201" y="8189648"/>
                <a:ext cx="37180" cy="37180"/>
              </a:xfrm>
              <a:custGeom>
                <a:avLst/>
                <a:gdLst>
                  <a:gd name="connsiteX0" fmla="*/ 37383 w 37180"/>
                  <a:gd name="connsiteY0" fmla="*/ 18810 h 37180"/>
                  <a:gd name="connsiteX1" fmla="*/ 18793 w 37180"/>
                  <a:gd name="connsiteY1" fmla="*/ 37401 h 37180"/>
                  <a:gd name="connsiteX2" fmla="*/ 202 w 37180"/>
                  <a:gd name="connsiteY2" fmla="*/ 18810 h 37180"/>
                  <a:gd name="connsiteX3" fmla="*/ 18793 w 37180"/>
                  <a:gd name="connsiteY3" fmla="*/ 220 h 37180"/>
                  <a:gd name="connsiteX4" fmla="*/ 37383 w 37180"/>
                  <a:gd name="connsiteY4" fmla="*/ 188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3" y="18810"/>
                    </a:moveTo>
                    <a:cubicBezTo>
                      <a:pt x="37383" y="29077"/>
                      <a:pt x="29060" y="37401"/>
                      <a:pt x="18793" y="37401"/>
                    </a:cubicBezTo>
                    <a:cubicBezTo>
                      <a:pt x="8525" y="37401"/>
                      <a:pt x="202" y="29077"/>
                      <a:pt x="202" y="18810"/>
                    </a:cubicBezTo>
                    <a:cubicBezTo>
                      <a:pt x="202" y="8543"/>
                      <a:pt x="8525" y="220"/>
                      <a:pt x="18793" y="220"/>
                    </a:cubicBezTo>
                    <a:cubicBezTo>
                      <a:pt x="29060" y="220"/>
                      <a:pt x="37383" y="8543"/>
                      <a:pt x="37383" y="18810"/>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2" name="Freeform: Shape 4421">
                <a:extLst>
                  <a:ext uri="{FF2B5EF4-FFF2-40B4-BE49-F238E27FC236}">
                    <a16:creationId xmlns:a16="http://schemas.microsoft.com/office/drawing/2014/main" id="{08C292BB-7B3A-B635-ADED-B632AEE577B9}"/>
                  </a:ext>
                </a:extLst>
              </p:cNvPr>
              <p:cNvSpPr/>
              <p:nvPr/>
            </p:nvSpPr>
            <p:spPr>
              <a:xfrm>
                <a:off x="1425800" y="8187247"/>
                <a:ext cx="41981" cy="41981"/>
              </a:xfrm>
              <a:custGeom>
                <a:avLst/>
                <a:gdLst>
                  <a:gd name="connsiteX0" fmla="*/ 21193 w 41981"/>
                  <a:gd name="connsiteY0" fmla="*/ 5020 h 41981"/>
                  <a:gd name="connsiteX1" fmla="*/ 37383 w 41981"/>
                  <a:gd name="connsiteY1" fmla="*/ 21210 h 41981"/>
                  <a:gd name="connsiteX2" fmla="*/ 37383 w 41981"/>
                  <a:gd name="connsiteY2" fmla="*/ 21210 h 41981"/>
                  <a:gd name="connsiteX3" fmla="*/ 21193 w 41981"/>
                  <a:gd name="connsiteY3" fmla="*/ 37401 h 41981"/>
                  <a:gd name="connsiteX4" fmla="*/ 5003 w 41981"/>
                  <a:gd name="connsiteY4" fmla="*/ 21210 h 41981"/>
                  <a:gd name="connsiteX5" fmla="*/ 21193 w 41981"/>
                  <a:gd name="connsiteY5" fmla="*/ 5020 h 41981"/>
                  <a:gd name="connsiteX6" fmla="*/ 21193 w 41981"/>
                  <a:gd name="connsiteY6" fmla="*/ 220 h 41981"/>
                  <a:gd name="connsiteX7" fmla="*/ 202 w 41981"/>
                  <a:gd name="connsiteY7" fmla="*/ 21210 h 41981"/>
                  <a:gd name="connsiteX8" fmla="*/ 21193 w 41981"/>
                  <a:gd name="connsiteY8" fmla="*/ 42201 h 41981"/>
                  <a:gd name="connsiteX9" fmla="*/ 42183 w 41981"/>
                  <a:gd name="connsiteY9" fmla="*/ 21210 h 41981"/>
                  <a:gd name="connsiteX10" fmla="*/ 42183 w 41981"/>
                  <a:gd name="connsiteY10" fmla="*/ 21210 h 41981"/>
                  <a:gd name="connsiteX11" fmla="*/ 21193 w 41981"/>
                  <a:gd name="connsiteY11" fmla="*/ 2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3" y="5020"/>
                    </a:moveTo>
                    <a:cubicBezTo>
                      <a:pt x="30135" y="5020"/>
                      <a:pt x="37383" y="12269"/>
                      <a:pt x="37383" y="21210"/>
                    </a:cubicBezTo>
                    <a:lnTo>
                      <a:pt x="37383" y="21210"/>
                    </a:lnTo>
                    <a:cubicBezTo>
                      <a:pt x="37383" y="30152"/>
                      <a:pt x="30135" y="37401"/>
                      <a:pt x="21193" y="37401"/>
                    </a:cubicBezTo>
                    <a:cubicBezTo>
                      <a:pt x="12251" y="37401"/>
                      <a:pt x="5003" y="30152"/>
                      <a:pt x="5003" y="21210"/>
                    </a:cubicBezTo>
                    <a:cubicBezTo>
                      <a:pt x="5003" y="12269"/>
                      <a:pt x="12251" y="5020"/>
                      <a:pt x="21193" y="5020"/>
                    </a:cubicBezTo>
                    <a:close/>
                    <a:moveTo>
                      <a:pt x="21193" y="220"/>
                    </a:moveTo>
                    <a:cubicBezTo>
                      <a:pt x="9600" y="220"/>
                      <a:pt x="202" y="9618"/>
                      <a:pt x="202" y="21210"/>
                    </a:cubicBezTo>
                    <a:cubicBezTo>
                      <a:pt x="202" y="32803"/>
                      <a:pt x="9600" y="42201"/>
                      <a:pt x="21193" y="42201"/>
                    </a:cubicBezTo>
                    <a:cubicBezTo>
                      <a:pt x="32785" y="42201"/>
                      <a:pt x="42183" y="32803"/>
                      <a:pt x="42183" y="21210"/>
                    </a:cubicBezTo>
                    <a:lnTo>
                      <a:pt x="42183" y="21210"/>
                    </a:lnTo>
                    <a:cubicBezTo>
                      <a:pt x="42183" y="9618"/>
                      <a:pt x="32785" y="220"/>
                      <a:pt x="21193" y="2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3" name="Freeform: Shape 4422">
                <a:extLst>
                  <a:ext uri="{FF2B5EF4-FFF2-40B4-BE49-F238E27FC236}">
                    <a16:creationId xmlns:a16="http://schemas.microsoft.com/office/drawing/2014/main" id="{38B9457E-C998-413D-88EF-ED24EDD8529E}"/>
                  </a:ext>
                </a:extLst>
              </p:cNvPr>
              <p:cNvSpPr/>
              <p:nvPr/>
            </p:nvSpPr>
            <p:spPr>
              <a:xfrm>
                <a:off x="1506692" y="8141050"/>
                <a:ext cx="37180" cy="37180"/>
              </a:xfrm>
              <a:custGeom>
                <a:avLst/>
                <a:gdLst>
                  <a:gd name="connsiteX0" fmla="*/ 37397 w 37180"/>
                  <a:gd name="connsiteY0" fmla="*/ 18802 h 37180"/>
                  <a:gd name="connsiteX1" fmla="*/ 18806 w 37180"/>
                  <a:gd name="connsiteY1" fmla="*/ 37392 h 37180"/>
                  <a:gd name="connsiteX2" fmla="*/ 216 w 37180"/>
                  <a:gd name="connsiteY2" fmla="*/ 18802 h 37180"/>
                  <a:gd name="connsiteX3" fmla="*/ 18806 w 37180"/>
                  <a:gd name="connsiteY3" fmla="*/ 211 h 37180"/>
                  <a:gd name="connsiteX4" fmla="*/ 37397 w 37180"/>
                  <a:gd name="connsiteY4" fmla="*/ 188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7" y="18802"/>
                    </a:moveTo>
                    <a:cubicBezTo>
                      <a:pt x="37397" y="29069"/>
                      <a:pt x="29073" y="37392"/>
                      <a:pt x="18806" y="37392"/>
                    </a:cubicBezTo>
                    <a:cubicBezTo>
                      <a:pt x="8539" y="37392"/>
                      <a:pt x="216" y="29069"/>
                      <a:pt x="216" y="18802"/>
                    </a:cubicBezTo>
                    <a:cubicBezTo>
                      <a:pt x="216" y="8535"/>
                      <a:pt x="8539" y="211"/>
                      <a:pt x="18806" y="211"/>
                    </a:cubicBezTo>
                    <a:cubicBezTo>
                      <a:pt x="29073" y="211"/>
                      <a:pt x="37397" y="8535"/>
                      <a:pt x="37397" y="18802"/>
                    </a:cubicBezTo>
                    <a:close/>
                  </a:path>
                </a:pathLst>
              </a:custGeom>
              <a:solidFill>
                <a:srgbClr val="85F78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4" name="Freeform: Shape 4423">
                <a:extLst>
                  <a:ext uri="{FF2B5EF4-FFF2-40B4-BE49-F238E27FC236}">
                    <a16:creationId xmlns:a16="http://schemas.microsoft.com/office/drawing/2014/main" id="{CAC3DCF8-E1CC-BD2F-0D8F-93C2066976D8}"/>
                  </a:ext>
                </a:extLst>
              </p:cNvPr>
              <p:cNvSpPr/>
              <p:nvPr/>
            </p:nvSpPr>
            <p:spPr>
              <a:xfrm>
                <a:off x="1504292" y="8138650"/>
                <a:ext cx="41981" cy="41981"/>
              </a:xfrm>
              <a:custGeom>
                <a:avLst/>
                <a:gdLst>
                  <a:gd name="connsiteX0" fmla="*/ 21206 w 41981"/>
                  <a:gd name="connsiteY0" fmla="*/ 5012 h 41981"/>
                  <a:gd name="connsiteX1" fmla="*/ 37397 w 41981"/>
                  <a:gd name="connsiteY1" fmla="*/ 21202 h 41981"/>
                  <a:gd name="connsiteX2" fmla="*/ 37397 w 41981"/>
                  <a:gd name="connsiteY2" fmla="*/ 21202 h 41981"/>
                  <a:gd name="connsiteX3" fmla="*/ 21206 w 41981"/>
                  <a:gd name="connsiteY3" fmla="*/ 37392 h 41981"/>
                  <a:gd name="connsiteX4" fmla="*/ 5016 w 41981"/>
                  <a:gd name="connsiteY4" fmla="*/ 21202 h 41981"/>
                  <a:gd name="connsiteX5" fmla="*/ 21206 w 41981"/>
                  <a:gd name="connsiteY5" fmla="*/ 5012 h 41981"/>
                  <a:gd name="connsiteX6" fmla="*/ 21206 w 41981"/>
                  <a:gd name="connsiteY6" fmla="*/ 211 h 41981"/>
                  <a:gd name="connsiteX7" fmla="*/ 216 w 41981"/>
                  <a:gd name="connsiteY7" fmla="*/ 21202 h 41981"/>
                  <a:gd name="connsiteX8" fmla="*/ 21206 w 41981"/>
                  <a:gd name="connsiteY8" fmla="*/ 42193 h 41981"/>
                  <a:gd name="connsiteX9" fmla="*/ 42197 w 41981"/>
                  <a:gd name="connsiteY9" fmla="*/ 21202 h 41981"/>
                  <a:gd name="connsiteX10" fmla="*/ 42197 w 41981"/>
                  <a:gd name="connsiteY10" fmla="*/ 21202 h 41981"/>
                  <a:gd name="connsiteX11" fmla="*/ 21206 w 41981"/>
                  <a:gd name="connsiteY11" fmla="*/ 2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6" y="5012"/>
                    </a:moveTo>
                    <a:cubicBezTo>
                      <a:pt x="30148" y="5012"/>
                      <a:pt x="37397" y="12260"/>
                      <a:pt x="37397" y="21202"/>
                    </a:cubicBezTo>
                    <a:lnTo>
                      <a:pt x="37397" y="21202"/>
                    </a:lnTo>
                    <a:cubicBezTo>
                      <a:pt x="37397" y="30144"/>
                      <a:pt x="30148" y="37392"/>
                      <a:pt x="21206" y="37392"/>
                    </a:cubicBezTo>
                    <a:cubicBezTo>
                      <a:pt x="12265" y="37392"/>
                      <a:pt x="5016" y="30144"/>
                      <a:pt x="5016" y="21202"/>
                    </a:cubicBezTo>
                    <a:cubicBezTo>
                      <a:pt x="5016" y="12260"/>
                      <a:pt x="12265" y="5012"/>
                      <a:pt x="21206" y="5012"/>
                    </a:cubicBezTo>
                    <a:close/>
                    <a:moveTo>
                      <a:pt x="21206" y="211"/>
                    </a:moveTo>
                    <a:cubicBezTo>
                      <a:pt x="9614" y="211"/>
                      <a:pt x="216" y="9609"/>
                      <a:pt x="216" y="21202"/>
                    </a:cubicBezTo>
                    <a:cubicBezTo>
                      <a:pt x="216" y="32795"/>
                      <a:pt x="9614" y="42193"/>
                      <a:pt x="21206" y="42193"/>
                    </a:cubicBezTo>
                    <a:cubicBezTo>
                      <a:pt x="32799" y="42193"/>
                      <a:pt x="42197" y="32795"/>
                      <a:pt x="42197" y="21202"/>
                    </a:cubicBezTo>
                    <a:lnTo>
                      <a:pt x="42197" y="21202"/>
                    </a:lnTo>
                    <a:cubicBezTo>
                      <a:pt x="42197" y="9609"/>
                      <a:pt x="32799" y="211"/>
                      <a:pt x="21206" y="21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5" name="Freeform: Shape 4424">
                <a:extLst>
                  <a:ext uri="{FF2B5EF4-FFF2-40B4-BE49-F238E27FC236}">
                    <a16:creationId xmlns:a16="http://schemas.microsoft.com/office/drawing/2014/main" id="{87334F3B-EAAB-3248-DD6E-3C3A1133B38E}"/>
                  </a:ext>
                </a:extLst>
              </p:cNvPr>
              <p:cNvSpPr/>
              <p:nvPr/>
            </p:nvSpPr>
            <p:spPr>
              <a:xfrm>
                <a:off x="1653244" y="8021231"/>
                <a:ext cx="37180" cy="37180"/>
              </a:xfrm>
              <a:custGeom>
                <a:avLst/>
                <a:gdLst>
                  <a:gd name="connsiteX0" fmla="*/ 37422 w 37180"/>
                  <a:gd name="connsiteY0" fmla="*/ 18781 h 37180"/>
                  <a:gd name="connsiteX1" fmla="*/ 18832 w 37180"/>
                  <a:gd name="connsiteY1" fmla="*/ 37371 h 37180"/>
                  <a:gd name="connsiteX2" fmla="*/ 241 w 37180"/>
                  <a:gd name="connsiteY2" fmla="*/ 18781 h 37180"/>
                  <a:gd name="connsiteX3" fmla="*/ 18832 w 37180"/>
                  <a:gd name="connsiteY3" fmla="*/ 191 h 37180"/>
                  <a:gd name="connsiteX4" fmla="*/ 37422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81"/>
                    </a:moveTo>
                    <a:cubicBezTo>
                      <a:pt x="37422" y="29048"/>
                      <a:pt x="29099" y="37371"/>
                      <a:pt x="18832" y="37371"/>
                    </a:cubicBezTo>
                    <a:cubicBezTo>
                      <a:pt x="8564" y="37371"/>
                      <a:pt x="241" y="29048"/>
                      <a:pt x="241" y="18781"/>
                    </a:cubicBezTo>
                    <a:cubicBezTo>
                      <a:pt x="241" y="8514"/>
                      <a:pt x="8564" y="191"/>
                      <a:pt x="18832" y="191"/>
                    </a:cubicBezTo>
                    <a:cubicBezTo>
                      <a:pt x="29099" y="191"/>
                      <a:pt x="37422" y="8514"/>
                      <a:pt x="37422" y="18781"/>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6" name="Freeform: Shape 4425">
                <a:extLst>
                  <a:ext uri="{FF2B5EF4-FFF2-40B4-BE49-F238E27FC236}">
                    <a16:creationId xmlns:a16="http://schemas.microsoft.com/office/drawing/2014/main" id="{614DAA0A-A298-732E-BAB7-BAC891AA5C3C}"/>
                  </a:ext>
                </a:extLst>
              </p:cNvPr>
              <p:cNvSpPr/>
              <p:nvPr/>
            </p:nvSpPr>
            <p:spPr>
              <a:xfrm>
                <a:off x="1650844" y="8018831"/>
                <a:ext cx="41981" cy="41981"/>
              </a:xfrm>
              <a:custGeom>
                <a:avLst/>
                <a:gdLst>
                  <a:gd name="connsiteX0" fmla="*/ 21232 w 41981"/>
                  <a:gd name="connsiteY0" fmla="*/ 4991 h 41981"/>
                  <a:gd name="connsiteX1" fmla="*/ 37422 w 41981"/>
                  <a:gd name="connsiteY1" fmla="*/ 21181 h 41981"/>
                  <a:gd name="connsiteX2" fmla="*/ 37422 w 41981"/>
                  <a:gd name="connsiteY2" fmla="*/ 21181 h 41981"/>
                  <a:gd name="connsiteX3" fmla="*/ 21232 w 41981"/>
                  <a:gd name="connsiteY3" fmla="*/ 37371 h 41981"/>
                  <a:gd name="connsiteX4" fmla="*/ 5042 w 41981"/>
                  <a:gd name="connsiteY4" fmla="*/ 21181 h 41981"/>
                  <a:gd name="connsiteX5" fmla="*/ 21232 w 41981"/>
                  <a:gd name="connsiteY5" fmla="*/ 4991 h 41981"/>
                  <a:gd name="connsiteX6" fmla="*/ 21232 w 41981"/>
                  <a:gd name="connsiteY6" fmla="*/ 191 h 41981"/>
                  <a:gd name="connsiteX7" fmla="*/ 241 w 41981"/>
                  <a:gd name="connsiteY7" fmla="*/ 21181 h 41981"/>
                  <a:gd name="connsiteX8" fmla="*/ 21232 w 41981"/>
                  <a:gd name="connsiteY8" fmla="*/ 42172 h 41981"/>
                  <a:gd name="connsiteX9" fmla="*/ 42222 w 41981"/>
                  <a:gd name="connsiteY9" fmla="*/ 21181 h 41981"/>
                  <a:gd name="connsiteX10" fmla="*/ 42222 w 41981"/>
                  <a:gd name="connsiteY10" fmla="*/ 21181 h 41981"/>
                  <a:gd name="connsiteX11" fmla="*/ 21232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91"/>
                    </a:moveTo>
                    <a:cubicBezTo>
                      <a:pt x="30174" y="4991"/>
                      <a:pt x="37422" y="12239"/>
                      <a:pt x="37422" y="21181"/>
                    </a:cubicBezTo>
                    <a:lnTo>
                      <a:pt x="37422" y="21181"/>
                    </a:lnTo>
                    <a:cubicBezTo>
                      <a:pt x="37422" y="30123"/>
                      <a:pt x="30174" y="37371"/>
                      <a:pt x="21232" y="37371"/>
                    </a:cubicBezTo>
                    <a:cubicBezTo>
                      <a:pt x="12290" y="37371"/>
                      <a:pt x="5042" y="30123"/>
                      <a:pt x="5042" y="21181"/>
                    </a:cubicBezTo>
                    <a:cubicBezTo>
                      <a:pt x="5042" y="12239"/>
                      <a:pt x="12290" y="4991"/>
                      <a:pt x="21232" y="4991"/>
                    </a:cubicBezTo>
                    <a:close/>
                    <a:moveTo>
                      <a:pt x="21232" y="191"/>
                    </a:moveTo>
                    <a:cubicBezTo>
                      <a:pt x="9639" y="191"/>
                      <a:pt x="241" y="9589"/>
                      <a:pt x="241" y="21181"/>
                    </a:cubicBezTo>
                    <a:cubicBezTo>
                      <a:pt x="241" y="32774"/>
                      <a:pt x="9639" y="42172"/>
                      <a:pt x="21232" y="42172"/>
                    </a:cubicBezTo>
                    <a:cubicBezTo>
                      <a:pt x="32824" y="42172"/>
                      <a:pt x="42222" y="32774"/>
                      <a:pt x="42222" y="21181"/>
                    </a:cubicBezTo>
                    <a:lnTo>
                      <a:pt x="42222" y="21181"/>
                    </a:lnTo>
                    <a:cubicBezTo>
                      <a:pt x="42222" y="9589"/>
                      <a:pt x="32824" y="191"/>
                      <a:pt x="21232"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7" name="Freeform: Shape 4426">
                <a:extLst>
                  <a:ext uri="{FF2B5EF4-FFF2-40B4-BE49-F238E27FC236}">
                    <a16:creationId xmlns:a16="http://schemas.microsoft.com/office/drawing/2014/main" id="{4AACF682-32F6-8F4B-07ED-9C5A881847D6}"/>
                  </a:ext>
                </a:extLst>
              </p:cNvPr>
              <p:cNvSpPr/>
              <p:nvPr/>
            </p:nvSpPr>
            <p:spPr>
              <a:xfrm>
                <a:off x="1737921" y="7937901"/>
                <a:ext cx="37180" cy="37180"/>
              </a:xfrm>
              <a:custGeom>
                <a:avLst/>
                <a:gdLst>
                  <a:gd name="connsiteX0" fmla="*/ 37437 w 37180"/>
                  <a:gd name="connsiteY0" fmla="*/ 18766 h 37180"/>
                  <a:gd name="connsiteX1" fmla="*/ 18846 w 37180"/>
                  <a:gd name="connsiteY1" fmla="*/ 37357 h 37180"/>
                  <a:gd name="connsiteX2" fmla="*/ 256 w 37180"/>
                  <a:gd name="connsiteY2" fmla="*/ 18766 h 37180"/>
                  <a:gd name="connsiteX3" fmla="*/ 18846 w 37180"/>
                  <a:gd name="connsiteY3" fmla="*/ 176 h 37180"/>
                  <a:gd name="connsiteX4" fmla="*/ 3743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6"/>
                    </a:moveTo>
                    <a:cubicBezTo>
                      <a:pt x="37437" y="29034"/>
                      <a:pt x="29114" y="37357"/>
                      <a:pt x="18846" y="37357"/>
                    </a:cubicBezTo>
                    <a:cubicBezTo>
                      <a:pt x="8579" y="37357"/>
                      <a:pt x="256" y="29034"/>
                      <a:pt x="256" y="18766"/>
                    </a:cubicBezTo>
                    <a:cubicBezTo>
                      <a:pt x="256" y="8499"/>
                      <a:pt x="8579" y="176"/>
                      <a:pt x="18846" y="176"/>
                    </a:cubicBezTo>
                    <a:cubicBezTo>
                      <a:pt x="29114" y="176"/>
                      <a:pt x="37437" y="8499"/>
                      <a:pt x="37437" y="18766"/>
                    </a:cubicBezTo>
                    <a:close/>
                  </a:path>
                </a:pathLst>
              </a:custGeom>
              <a:solidFill>
                <a:srgbClr val="F7CEC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8" name="Freeform: Shape 4427">
                <a:extLst>
                  <a:ext uri="{FF2B5EF4-FFF2-40B4-BE49-F238E27FC236}">
                    <a16:creationId xmlns:a16="http://schemas.microsoft.com/office/drawing/2014/main" id="{FFE82C83-16FB-3B0D-6D7E-998EA1580B19}"/>
                  </a:ext>
                </a:extLst>
              </p:cNvPr>
              <p:cNvSpPr/>
              <p:nvPr/>
            </p:nvSpPr>
            <p:spPr>
              <a:xfrm>
                <a:off x="1735521" y="7935501"/>
                <a:ext cx="41981" cy="41981"/>
              </a:xfrm>
              <a:custGeom>
                <a:avLst/>
                <a:gdLst>
                  <a:gd name="connsiteX0" fmla="*/ 21247 w 41981"/>
                  <a:gd name="connsiteY0" fmla="*/ 4976 h 41981"/>
                  <a:gd name="connsiteX1" fmla="*/ 37437 w 41981"/>
                  <a:gd name="connsiteY1" fmla="*/ 21167 h 41981"/>
                  <a:gd name="connsiteX2" fmla="*/ 37437 w 41981"/>
                  <a:gd name="connsiteY2" fmla="*/ 21167 h 41981"/>
                  <a:gd name="connsiteX3" fmla="*/ 21247 w 41981"/>
                  <a:gd name="connsiteY3" fmla="*/ 37357 h 41981"/>
                  <a:gd name="connsiteX4" fmla="*/ 5056 w 41981"/>
                  <a:gd name="connsiteY4" fmla="*/ 21167 h 41981"/>
                  <a:gd name="connsiteX5" fmla="*/ 21247 w 41981"/>
                  <a:gd name="connsiteY5" fmla="*/ 4976 h 41981"/>
                  <a:gd name="connsiteX6" fmla="*/ 21247 w 41981"/>
                  <a:gd name="connsiteY6" fmla="*/ 176 h 41981"/>
                  <a:gd name="connsiteX7" fmla="*/ 256 w 41981"/>
                  <a:gd name="connsiteY7" fmla="*/ 21167 h 41981"/>
                  <a:gd name="connsiteX8" fmla="*/ 21247 w 41981"/>
                  <a:gd name="connsiteY8" fmla="*/ 42157 h 41981"/>
                  <a:gd name="connsiteX9" fmla="*/ 42237 w 41981"/>
                  <a:gd name="connsiteY9" fmla="*/ 21167 h 41981"/>
                  <a:gd name="connsiteX10" fmla="*/ 42237 w 41981"/>
                  <a:gd name="connsiteY10" fmla="*/ 21167 h 41981"/>
                  <a:gd name="connsiteX11" fmla="*/ 2124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6"/>
                    </a:moveTo>
                    <a:cubicBezTo>
                      <a:pt x="30188" y="4976"/>
                      <a:pt x="37437" y="12225"/>
                      <a:pt x="37437" y="21167"/>
                    </a:cubicBezTo>
                    <a:lnTo>
                      <a:pt x="37437" y="21167"/>
                    </a:lnTo>
                    <a:cubicBezTo>
                      <a:pt x="37437" y="30109"/>
                      <a:pt x="30188" y="37357"/>
                      <a:pt x="21247" y="37357"/>
                    </a:cubicBezTo>
                    <a:cubicBezTo>
                      <a:pt x="12305" y="37357"/>
                      <a:pt x="5056" y="30109"/>
                      <a:pt x="5056" y="21167"/>
                    </a:cubicBezTo>
                    <a:cubicBezTo>
                      <a:pt x="5056" y="12225"/>
                      <a:pt x="12305" y="4976"/>
                      <a:pt x="21247" y="4976"/>
                    </a:cubicBezTo>
                    <a:close/>
                    <a:moveTo>
                      <a:pt x="21247" y="176"/>
                    </a:moveTo>
                    <a:cubicBezTo>
                      <a:pt x="9654" y="176"/>
                      <a:pt x="256" y="9574"/>
                      <a:pt x="256" y="21167"/>
                    </a:cubicBezTo>
                    <a:cubicBezTo>
                      <a:pt x="256" y="32759"/>
                      <a:pt x="9654" y="42157"/>
                      <a:pt x="21247" y="42157"/>
                    </a:cubicBezTo>
                    <a:cubicBezTo>
                      <a:pt x="32839" y="42157"/>
                      <a:pt x="42237" y="32759"/>
                      <a:pt x="42237" y="21167"/>
                    </a:cubicBezTo>
                    <a:lnTo>
                      <a:pt x="42237" y="21167"/>
                    </a:lnTo>
                    <a:cubicBezTo>
                      <a:pt x="42237" y="9574"/>
                      <a:pt x="32839" y="176"/>
                      <a:pt x="21247"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29" name="Freeform: Shape 4428">
                <a:extLst>
                  <a:ext uri="{FF2B5EF4-FFF2-40B4-BE49-F238E27FC236}">
                    <a16:creationId xmlns:a16="http://schemas.microsoft.com/office/drawing/2014/main" id="{5A68E132-A7F8-2EBA-15B5-15D428E2F61E}"/>
                  </a:ext>
                </a:extLst>
              </p:cNvPr>
              <p:cNvSpPr/>
              <p:nvPr/>
            </p:nvSpPr>
            <p:spPr>
              <a:xfrm>
                <a:off x="1724927" y="7960953"/>
                <a:ext cx="37180" cy="37180"/>
              </a:xfrm>
              <a:custGeom>
                <a:avLst/>
                <a:gdLst>
                  <a:gd name="connsiteX0" fmla="*/ 37434 w 37180"/>
                  <a:gd name="connsiteY0" fmla="*/ 18770 h 37180"/>
                  <a:gd name="connsiteX1" fmla="*/ 18844 w 37180"/>
                  <a:gd name="connsiteY1" fmla="*/ 37361 h 37180"/>
                  <a:gd name="connsiteX2" fmla="*/ 254 w 37180"/>
                  <a:gd name="connsiteY2" fmla="*/ 18770 h 37180"/>
                  <a:gd name="connsiteX3" fmla="*/ 18844 w 37180"/>
                  <a:gd name="connsiteY3" fmla="*/ 180 h 37180"/>
                  <a:gd name="connsiteX4" fmla="*/ 37434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0"/>
                    </a:moveTo>
                    <a:cubicBezTo>
                      <a:pt x="37434" y="29038"/>
                      <a:pt x="29111" y="37361"/>
                      <a:pt x="18844" y="37361"/>
                    </a:cubicBezTo>
                    <a:cubicBezTo>
                      <a:pt x="8577" y="37361"/>
                      <a:pt x="254" y="29038"/>
                      <a:pt x="254" y="18770"/>
                    </a:cubicBezTo>
                    <a:cubicBezTo>
                      <a:pt x="254" y="8503"/>
                      <a:pt x="8577" y="180"/>
                      <a:pt x="18844" y="180"/>
                    </a:cubicBezTo>
                    <a:cubicBezTo>
                      <a:pt x="29111" y="180"/>
                      <a:pt x="37434" y="8503"/>
                      <a:pt x="37434" y="18770"/>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0" name="Freeform: Shape 4429">
                <a:extLst>
                  <a:ext uri="{FF2B5EF4-FFF2-40B4-BE49-F238E27FC236}">
                    <a16:creationId xmlns:a16="http://schemas.microsoft.com/office/drawing/2014/main" id="{01B19FCC-4435-5820-6BE6-C0409E2664BB}"/>
                  </a:ext>
                </a:extLst>
              </p:cNvPr>
              <p:cNvSpPr/>
              <p:nvPr/>
            </p:nvSpPr>
            <p:spPr>
              <a:xfrm>
                <a:off x="1722527" y="7958552"/>
                <a:ext cx="41981" cy="41981"/>
              </a:xfrm>
              <a:custGeom>
                <a:avLst/>
                <a:gdLst>
                  <a:gd name="connsiteX0" fmla="*/ 21244 w 41981"/>
                  <a:gd name="connsiteY0" fmla="*/ 4980 h 41981"/>
                  <a:gd name="connsiteX1" fmla="*/ 37434 w 41981"/>
                  <a:gd name="connsiteY1" fmla="*/ 21171 h 41981"/>
                  <a:gd name="connsiteX2" fmla="*/ 37434 w 41981"/>
                  <a:gd name="connsiteY2" fmla="*/ 21171 h 41981"/>
                  <a:gd name="connsiteX3" fmla="*/ 21244 w 41981"/>
                  <a:gd name="connsiteY3" fmla="*/ 37361 h 41981"/>
                  <a:gd name="connsiteX4" fmla="*/ 5054 w 41981"/>
                  <a:gd name="connsiteY4" fmla="*/ 21171 h 41981"/>
                  <a:gd name="connsiteX5" fmla="*/ 21244 w 41981"/>
                  <a:gd name="connsiteY5" fmla="*/ 4980 h 41981"/>
                  <a:gd name="connsiteX6" fmla="*/ 21244 w 41981"/>
                  <a:gd name="connsiteY6" fmla="*/ 180 h 41981"/>
                  <a:gd name="connsiteX7" fmla="*/ 254 w 41981"/>
                  <a:gd name="connsiteY7" fmla="*/ 21171 h 41981"/>
                  <a:gd name="connsiteX8" fmla="*/ 21244 w 41981"/>
                  <a:gd name="connsiteY8" fmla="*/ 42161 h 41981"/>
                  <a:gd name="connsiteX9" fmla="*/ 42235 w 41981"/>
                  <a:gd name="connsiteY9" fmla="*/ 21171 h 41981"/>
                  <a:gd name="connsiteX10" fmla="*/ 42235 w 41981"/>
                  <a:gd name="connsiteY10" fmla="*/ 21171 h 41981"/>
                  <a:gd name="connsiteX11" fmla="*/ 21244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0"/>
                    </a:moveTo>
                    <a:cubicBezTo>
                      <a:pt x="30186" y="4980"/>
                      <a:pt x="37434" y="12229"/>
                      <a:pt x="37434" y="21171"/>
                    </a:cubicBezTo>
                    <a:lnTo>
                      <a:pt x="37434" y="21171"/>
                    </a:lnTo>
                    <a:cubicBezTo>
                      <a:pt x="37434" y="30113"/>
                      <a:pt x="30186" y="37361"/>
                      <a:pt x="21244" y="37361"/>
                    </a:cubicBezTo>
                    <a:cubicBezTo>
                      <a:pt x="12302" y="37361"/>
                      <a:pt x="5054" y="30113"/>
                      <a:pt x="5054" y="21171"/>
                    </a:cubicBezTo>
                    <a:cubicBezTo>
                      <a:pt x="5054" y="12229"/>
                      <a:pt x="12302" y="4980"/>
                      <a:pt x="21244" y="4980"/>
                    </a:cubicBezTo>
                    <a:close/>
                    <a:moveTo>
                      <a:pt x="21244" y="180"/>
                    </a:moveTo>
                    <a:cubicBezTo>
                      <a:pt x="9652" y="180"/>
                      <a:pt x="254" y="9578"/>
                      <a:pt x="254" y="21171"/>
                    </a:cubicBezTo>
                    <a:cubicBezTo>
                      <a:pt x="254" y="32763"/>
                      <a:pt x="9652" y="42161"/>
                      <a:pt x="21244" y="42161"/>
                    </a:cubicBezTo>
                    <a:cubicBezTo>
                      <a:pt x="32837" y="42161"/>
                      <a:pt x="42235" y="32763"/>
                      <a:pt x="42235" y="21171"/>
                    </a:cubicBezTo>
                    <a:lnTo>
                      <a:pt x="42235" y="21171"/>
                    </a:lnTo>
                    <a:cubicBezTo>
                      <a:pt x="42235" y="9578"/>
                      <a:pt x="32837" y="180"/>
                      <a:pt x="21244"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1" name="Freeform: Shape 4430">
                <a:extLst>
                  <a:ext uri="{FF2B5EF4-FFF2-40B4-BE49-F238E27FC236}">
                    <a16:creationId xmlns:a16="http://schemas.microsoft.com/office/drawing/2014/main" id="{54866902-772C-66A4-31E0-F13903E3086C}"/>
                  </a:ext>
                </a:extLst>
              </p:cNvPr>
              <p:cNvSpPr/>
              <p:nvPr/>
            </p:nvSpPr>
            <p:spPr>
              <a:xfrm>
                <a:off x="2059888" y="8005852"/>
                <a:ext cx="37180" cy="37180"/>
              </a:xfrm>
              <a:custGeom>
                <a:avLst/>
                <a:gdLst>
                  <a:gd name="connsiteX0" fmla="*/ 37493 w 37180"/>
                  <a:gd name="connsiteY0" fmla="*/ 18778 h 37180"/>
                  <a:gd name="connsiteX1" fmla="*/ 18902 w 37180"/>
                  <a:gd name="connsiteY1" fmla="*/ 37369 h 37180"/>
                  <a:gd name="connsiteX2" fmla="*/ 312 w 37180"/>
                  <a:gd name="connsiteY2" fmla="*/ 18778 h 37180"/>
                  <a:gd name="connsiteX3" fmla="*/ 18902 w 37180"/>
                  <a:gd name="connsiteY3" fmla="*/ 188 h 37180"/>
                  <a:gd name="connsiteX4" fmla="*/ 37493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3" y="18778"/>
                    </a:moveTo>
                    <a:cubicBezTo>
                      <a:pt x="37493" y="29045"/>
                      <a:pt x="29169" y="37369"/>
                      <a:pt x="18902" y="37369"/>
                    </a:cubicBezTo>
                    <a:cubicBezTo>
                      <a:pt x="8635" y="37369"/>
                      <a:pt x="312" y="29045"/>
                      <a:pt x="312" y="18778"/>
                    </a:cubicBezTo>
                    <a:cubicBezTo>
                      <a:pt x="312" y="8511"/>
                      <a:pt x="8635" y="188"/>
                      <a:pt x="18902" y="188"/>
                    </a:cubicBezTo>
                    <a:cubicBezTo>
                      <a:pt x="29169" y="188"/>
                      <a:pt x="37493" y="8511"/>
                      <a:pt x="37493" y="18778"/>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2" name="Freeform: Shape 4431">
                <a:extLst>
                  <a:ext uri="{FF2B5EF4-FFF2-40B4-BE49-F238E27FC236}">
                    <a16:creationId xmlns:a16="http://schemas.microsoft.com/office/drawing/2014/main" id="{3FE67A56-4192-91CA-C17A-FE14D649C8F4}"/>
                  </a:ext>
                </a:extLst>
              </p:cNvPr>
              <p:cNvSpPr/>
              <p:nvPr/>
            </p:nvSpPr>
            <p:spPr>
              <a:xfrm>
                <a:off x="2057488" y="8003452"/>
                <a:ext cx="41981" cy="41981"/>
              </a:xfrm>
              <a:custGeom>
                <a:avLst/>
                <a:gdLst>
                  <a:gd name="connsiteX0" fmla="*/ 21302 w 41981"/>
                  <a:gd name="connsiteY0" fmla="*/ 4988 h 41981"/>
                  <a:gd name="connsiteX1" fmla="*/ 37493 w 41981"/>
                  <a:gd name="connsiteY1" fmla="*/ 21178 h 41981"/>
                  <a:gd name="connsiteX2" fmla="*/ 37493 w 41981"/>
                  <a:gd name="connsiteY2" fmla="*/ 21178 h 41981"/>
                  <a:gd name="connsiteX3" fmla="*/ 21302 w 41981"/>
                  <a:gd name="connsiteY3" fmla="*/ 37369 h 41981"/>
                  <a:gd name="connsiteX4" fmla="*/ 5112 w 41981"/>
                  <a:gd name="connsiteY4" fmla="*/ 21178 h 41981"/>
                  <a:gd name="connsiteX5" fmla="*/ 21302 w 41981"/>
                  <a:gd name="connsiteY5" fmla="*/ 4988 h 41981"/>
                  <a:gd name="connsiteX6" fmla="*/ 21302 w 41981"/>
                  <a:gd name="connsiteY6" fmla="*/ 188 h 41981"/>
                  <a:gd name="connsiteX7" fmla="*/ 312 w 41981"/>
                  <a:gd name="connsiteY7" fmla="*/ 21178 h 41981"/>
                  <a:gd name="connsiteX8" fmla="*/ 21302 w 41981"/>
                  <a:gd name="connsiteY8" fmla="*/ 42169 h 41981"/>
                  <a:gd name="connsiteX9" fmla="*/ 42293 w 41981"/>
                  <a:gd name="connsiteY9" fmla="*/ 21178 h 41981"/>
                  <a:gd name="connsiteX10" fmla="*/ 42293 w 41981"/>
                  <a:gd name="connsiteY10" fmla="*/ 21178 h 41981"/>
                  <a:gd name="connsiteX11" fmla="*/ 21302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2" y="4988"/>
                    </a:moveTo>
                    <a:cubicBezTo>
                      <a:pt x="30244" y="4988"/>
                      <a:pt x="37493" y="12237"/>
                      <a:pt x="37493" y="21178"/>
                    </a:cubicBezTo>
                    <a:lnTo>
                      <a:pt x="37493" y="21178"/>
                    </a:lnTo>
                    <a:cubicBezTo>
                      <a:pt x="37493" y="30120"/>
                      <a:pt x="30244" y="37369"/>
                      <a:pt x="21302" y="37369"/>
                    </a:cubicBezTo>
                    <a:cubicBezTo>
                      <a:pt x="12361" y="37369"/>
                      <a:pt x="5112" y="30120"/>
                      <a:pt x="5112" y="21178"/>
                    </a:cubicBezTo>
                    <a:cubicBezTo>
                      <a:pt x="5112" y="12237"/>
                      <a:pt x="12361" y="4988"/>
                      <a:pt x="21302" y="4988"/>
                    </a:cubicBezTo>
                    <a:close/>
                    <a:moveTo>
                      <a:pt x="21302" y="188"/>
                    </a:moveTo>
                    <a:cubicBezTo>
                      <a:pt x="9710" y="188"/>
                      <a:pt x="312" y="9586"/>
                      <a:pt x="312" y="21178"/>
                    </a:cubicBezTo>
                    <a:cubicBezTo>
                      <a:pt x="312" y="32771"/>
                      <a:pt x="9710" y="42169"/>
                      <a:pt x="21302" y="42169"/>
                    </a:cubicBezTo>
                    <a:cubicBezTo>
                      <a:pt x="32895" y="42169"/>
                      <a:pt x="42293" y="32771"/>
                      <a:pt x="42293" y="21178"/>
                    </a:cubicBezTo>
                    <a:lnTo>
                      <a:pt x="42293" y="21178"/>
                    </a:lnTo>
                    <a:cubicBezTo>
                      <a:pt x="42293" y="9586"/>
                      <a:pt x="32895" y="188"/>
                      <a:pt x="21302" y="18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3" name="Freeform: Shape 4432">
                <a:extLst>
                  <a:ext uri="{FF2B5EF4-FFF2-40B4-BE49-F238E27FC236}">
                    <a16:creationId xmlns:a16="http://schemas.microsoft.com/office/drawing/2014/main" id="{D04BCC88-62E3-DE5B-502E-2A4F17D1B3C8}"/>
                  </a:ext>
                </a:extLst>
              </p:cNvPr>
              <p:cNvSpPr/>
              <p:nvPr/>
            </p:nvSpPr>
            <p:spPr>
              <a:xfrm>
                <a:off x="1720469" y="7993174"/>
                <a:ext cx="37180" cy="37180"/>
              </a:xfrm>
              <a:custGeom>
                <a:avLst/>
                <a:gdLst>
                  <a:gd name="connsiteX0" fmla="*/ 37434 w 37180"/>
                  <a:gd name="connsiteY0" fmla="*/ 18776 h 37180"/>
                  <a:gd name="connsiteX1" fmla="*/ 18843 w 37180"/>
                  <a:gd name="connsiteY1" fmla="*/ 37366 h 37180"/>
                  <a:gd name="connsiteX2" fmla="*/ 253 w 37180"/>
                  <a:gd name="connsiteY2" fmla="*/ 18776 h 37180"/>
                  <a:gd name="connsiteX3" fmla="*/ 18843 w 37180"/>
                  <a:gd name="connsiteY3" fmla="*/ 186 h 37180"/>
                  <a:gd name="connsiteX4" fmla="*/ 37434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6"/>
                    </a:moveTo>
                    <a:cubicBezTo>
                      <a:pt x="37434" y="29043"/>
                      <a:pt x="29110" y="37366"/>
                      <a:pt x="18843" y="37366"/>
                    </a:cubicBezTo>
                    <a:cubicBezTo>
                      <a:pt x="8576" y="37366"/>
                      <a:pt x="253" y="29043"/>
                      <a:pt x="253" y="18776"/>
                    </a:cubicBezTo>
                    <a:cubicBezTo>
                      <a:pt x="253" y="8509"/>
                      <a:pt x="8576" y="186"/>
                      <a:pt x="18843" y="186"/>
                    </a:cubicBezTo>
                    <a:cubicBezTo>
                      <a:pt x="29110" y="186"/>
                      <a:pt x="37434" y="8509"/>
                      <a:pt x="37434" y="18776"/>
                    </a:cubicBezTo>
                    <a:close/>
                  </a:path>
                </a:pathLst>
              </a:custGeom>
              <a:solidFill>
                <a:srgbClr val="DCF7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4" name="Freeform: Shape 4433">
                <a:extLst>
                  <a:ext uri="{FF2B5EF4-FFF2-40B4-BE49-F238E27FC236}">
                    <a16:creationId xmlns:a16="http://schemas.microsoft.com/office/drawing/2014/main" id="{963CE049-7B76-1988-6017-86A223C87C45}"/>
                  </a:ext>
                </a:extLst>
              </p:cNvPr>
              <p:cNvSpPr/>
              <p:nvPr/>
            </p:nvSpPr>
            <p:spPr>
              <a:xfrm>
                <a:off x="1718068" y="7990774"/>
                <a:ext cx="41981" cy="41981"/>
              </a:xfrm>
              <a:custGeom>
                <a:avLst/>
                <a:gdLst>
                  <a:gd name="connsiteX0" fmla="*/ 21243 w 41981"/>
                  <a:gd name="connsiteY0" fmla="*/ 4986 h 41981"/>
                  <a:gd name="connsiteX1" fmla="*/ 37434 w 41981"/>
                  <a:gd name="connsiteY1" fmla="*/ 21176 h 41981"/>
                  <a:gd name="connsiteX2" fmla="*/ 37434 w 41981"/>
                  <a:gd name="connsiteY2" fmla="*/ 21176 h 41981"/>
                  <a:gd name="connsiteX3" fmla="*/ 21243 w 41981"/>
                  <a:gd name="connsiteY3" fmla="*/ 37366 h 41981"/>
                  <a:gd name="connsiteX4" fmla="*/ 5053 w 41981"/>
                  <a:gd name="connsiteY4" fmla="*/ 21176 h 41981"/>
                  <a:gd name="connsiteX5" fmla="*/ 21243 w 41981"/>
                  <a:gd name="connsiteY5" fmla="*/ 4986 h 41981"/>
                  <a:gd name="connsiteX6" fmla="*/ 21243 w 41981"/>
                  <a:gd name="connsiteY6" fmla="*/ 186 h 41981"/>
                  <a:gd name="connsiteX7" fmla="*/ 253 w 41981"/>
                  <a:gd name="connsiteY7" fmla="*/ 21176 h 41981"/>
                  <a:gd name="connsiteX8" fmla="*/ 21243 w 41981"/>
                  <a:gd name="connsiteY8" fmla="*/ 42167 h 41981"/>
                  <a:gd name="connsiteX9" fmla="*/ 42234 w 41981"/>
                  <a:gd name="connsiteY9" fmla="*/ 21176 h 41981"/>
                  <a:gd name="connsiteX10" fmla="*/ 42234 w 41981"/>
                  <a:gd name="connsiteY10" fmla="*/ 21176 h 41981"/>
                  <a:gd name="connsiteX11" fmla="*/ 21243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6"/>
                    </a:moveTo>
                    <a:cubicBezTo>
                      <a:pt x="30185" y="4986"/>
                      <a:pt x="37434" y="12234"/>
                      <a:pt x="37434" y="21176"/>
                    </a:cubicBezTo>
                    <a:lnTo>
                      <a:pt x="37434" y="21176"/>
                    </a:lnTo>
                    <a:cubicBezTo>
                      <a:pt x="37434" y="30118"/>
                      <a:pt x="30185" y="37366"/>
                      <a:pt x="21243" y="37366"/>
                    </a:cubicBezTo>
                    <a:cubicBezTo>
                      <a:pt x="12302" y="37366"/>
                      <a:pt x="5053" y="30118"/>
                      <a:pt x="5053" y="21176"/>
                    </a:cubicBezTo>
                    <a:cubicBezTo>
                      <a:pt x="5053" y="12234"/>
                      <a:pt x="12302" y="4986"/>
                      <a:pt x="21243" y="4986"/>
                    </a:cubicBezTo>
                    <a:close/>
                    <a:moveTo>
                      <a:pt x="21243" y="186"/>
                    </a:moveTo>
                    <a:cubicBezTo>
                      <a:pt x="9651" y="186"/>
                      <a:pt x="253" y="9584"/>
                      <a:pt x="253" y="21176"/>
                    </a:cubicBezTo>
                    <a:cubicBezTo>
                      <a:pt x="253" y="32769"/>
                      <a:pt x="9651" y="42167"/>
                      <a:pt x="21243" y="42167"/>
                    </a:cubicBezTo>
                    <a:cubicBezTo>
                      <a:pt x="32836" y="42167"/>
                      <a:pt x="42234" y="32769"/>
                      <a:pt x="42234" y="21176"/>
                    </a:cubicBezTo>
                    <a:lnTo>
                      <a:pt x="42234" y="21176"/>
                    </a:lnTo>
                    <a:cubicBezTo>
                      <a:pt x="42234" y="9584"/>
                      <a:pt x="32836" y="186"/>
                      <a:pt x="21243"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5" name="Freeform: Shape 4434">
                <a:extLst>
                  <a:ext uri="{FF2B5EF4-FFF2-40B4-BE49-F238E27FC236}">
                    <a16:creationId xmlns:a16="http://schemas.microsoft.com/office/drawing/2014/main" id="{7680B15C-3315-5631-42DD-A6C4E0FB7457}"/>
                  </a:ext>
                </a:extLst>
              </p:cNvPr>
              <p:cNvSpPr/>
              <p:nvPr/>
            </p:nvSpPr>
            <p:spPr>
              <a:xfrm>
                <a:off x="1798862" y="7661536"/>
                <a:ext cx="37180" cy="37180"/>
              </a:xfrm>
              <a:custGeom>
                <a:avLst/>
                <a:gdLst>
                  <a:gd name="connsiteX0" fmla="*/ 37447 w 37180"/>
                  <a:gd name="connsiteY0" fmla="*/ 18719 h 37180"/>
                  <a:gd name="connsiteX1" fmla="*/ 18857 w 37180"/>
                  <a:gd name="connsiteY1" fmla="*/ 37309 h 37180"/>
                  <a:gd name="connsiteX2" fmla="*/ 266 w 37180"/>
                  <a:gd name="connsiteY2" fmla="*/ 18719 h 37180"/>
                  <a:gd name="connsiteX3" fmla="*/ 18857 w 37180"/>
                  <a:gd name="connsiteY3" fmla="*/ 128 h 37180"/>
                  <a:gd name="connsiteX4" fmla="*/ 37447 w 37180"/>
                  <a:gd name="connsiteY4" fmla="*/ 1871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19"/>
                    </a:moveTo>
                    <a:cubicBezTo>
                      <a:pt x="37447" y="28986"/>
                      <a:pt x="29124" y="37309"/>
                      <a:pt x="18857" y="37309"/>
                    </a:cubicBezTo>
                    <a:cubicBezTo>
                      <a:pt x="8590" y="37309"/>
                      <a:pt x="266" y="28986"/>
                      <a:pt x="266" y="18719"/>
                    </a:cubicBezTo>
                    <a:cubicBezTo>
                      <a:pt x="266" y="8451"/>
                      <a:pt x="8590" y="128"/>
                      <a:pt x="18857" y="128"/>
                    </a:cubicBezTo>
                    <a:cubicBezTo>
                      <a:pt x="29124" y="128"/>
                      <a:pt x="37447" y="8451"/>
                      <a:pt x="37447" y="18719"/>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6" name="Freeform: Shape 4435">
                <a:extLst>
                  <a:ext uri="{FF2B5EF4-FFF2-40B4-BE49-F238E27FC236}">
                    <a16:creationId xmlns:a16="http://schemas.microsoft.com/office/drawing/2014/main" id="{21AB1457-A316-6FF5-C10C-88E1158B7591}"/>
                  </a:ext>
                </a:extLst>
              </p:cNvPr>
              <p:cNvSpPr/>
              <p:nvPr/>
            </p:nvSpPr>
            <p:spPr>
              <a:xfrm>
                <a:off x="1796462" y="7659136"/>
                <a:ext cx="41981" cy="41981"/>
              </a:xfrm>
              <a:custGeom>
                <a:avLst/>
                <a:gdLst>
                  <a:gd name="connsiteX0" fmla="*/ 21257 w 41981"/>
                  <a:gd name="connsiteY0" fmla="*/ 4928 h 41981"/>
                  <a:gd name="connsiteX1" fmla="*/ 37447 w 41981"/>
                  <a:gd name="connsiteY1" fmla="*/ 21119 h 41981"/>
                  <a:gd name="connsiteX2" fmla="*/ 37447 w 41981"/>
                  <a:gd name="connsiteY2" fmla="*/ 21119 h 41981"/>
                  <a:gd name="connsiteX3" fmla="*/ 21257 w 41981"/>
                  <a:gd name="connsiteY3" fmla="*/ 37309 h 41981"/>
                  <a:gd name="connsiteX4" fmla="*/ 5067 w 41981"/>
                  <a:gd name="connsiteY4" fmla="*/ 21119 h 41981"/>
                  <a:gd name="connsiteX5" fmla="*/ 21257 w 41981"/>
                  <a:gd name="connsiteY5" fmla="*/ 4928 h 41981"/>
                  <a:gd name="connsiteX6" fmla="*/ 21257 w 41981"/>
                  <a:gd name="connsiteY6" fmla="*/ 128 h 41981"/>
                  <a:gd name="connsiteX7" fmla="*/ 266 w 41981"/>
                  <a:gd name="connsiteY7" fmla="*/ 21119 h 41981"/>
                  <a:gd name="connsiteX8" fmla="*/ 21257 w 41981"/>
                  <a:gd name="connsiteY8" fmla="*/ 42109 h 41981"/>
                  <a:gd name="connsiteX9" fmla="*/ 42248 w 41981"/>
                  <a:gd name="connsiteY9" fmla="*/ 21119 h 41981"/>
                  <a:gd name="connsiteX10" fmla="*/ 42248 w 41981"/>
                  <a:gd name="connsiteY10" fmla="*/ 21119 h 41981"/>
                  <a:gd name="connsiteX11" fmla="*/ 21257 w 41981"/>
                  <a:gd name="connsiteY11" fmla="*/ 12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28"/>
                    </a:moveTo>
                    <a:cubicBezTo>
                      <a:pt x="30199" y="4928"/>
                      <a:pt x="37447" y="12177"/>
                      <a:pt x="37447" y="21119"/>
                    </a:cubicBezTo>
                    <a:lnTo>
                      <a:pt x="37447" y="21119"/>
                    </a:lnTo>
                    <a:cubicBezTo>
                      <a:pt x="37447" y="30061"/>
                      <a:pt x="30199" y="37309"/>
                      <a:pt x="21257" y="37309"/>
                    </a:cubicBezTo>
                    <a:cubicBezTo>
                      <a:pt x="12315" y="37309"/>
                      <a:pt x="5067" y="30061"/>
                      <a:pt x="5067" y="21119"/>
                    </a:cubicBezTo>
                    <a:cubicBezTo>
                      <a:pt x="5067" y="12177"/>
                      <a:pt x="12315" y="4928"/>
                      <a:pt x="21257" y="4928"/>
                    </a:cubicBezTo>
                    <a:close/>
                    <a:moveTo>
                      <a:pt x="21257" y="128"/>
                    </a:moveTo>
                    <a:cubicBezTo>
                      <a:pt x="9665" y="128"/>
                      <a:pt x="266" y="9526"/>
                      <a:pt x="266" y="21119"/>
                    </a:cubicBezTo>
                    <a:cubicBezTo>
                      <a:pt x="266" y="32711"/>
                      <a:pt x="9665" y="42109"/>
                      <a:pt x="21257" y="42109"/>
                    </a:cubicBezTo>
                    <a:cubicBezTo>
                      <a:pt x="32850" y="42109"/>
                      <a:pt x="42248" y="32711"/>
                      <a:pt x="42248" y="21119"/>
                    </a:cubicBezTo>
                    <a:lnTo>
                      <a:pt x="42248" y="21119"/>
                    </a:lnTo>
                    <a:cubicBezTo>
                      <a:pt x="42248" y="9526"/>
                      <a:pt x="32850" y="128"/>
                      <a:pt x="21257" y="12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7" name="Freeform: Shape 4436">
                <a:extLst>
                  <a:ext uri="{FF2B5EF4-FFF2-40B4-BE49-F238E27FC236}">
                    <a16:creationId xmlns:a16="http://schemas.microsoft.com/office/drawing/2014/main" id="{E18AD73F-7D74-D680-104C-0543F4F9A887}"/>
                  </a:ext>
                </a:extLst>
              </p:cNvPr>
              <p:cNvSpPr/>
              <p:nvPr/>
            </p:nvSpPr>
            <p:spPr>
              <a:xfrm>
                <a:off x="1891132" y="7802674"/>
                <a:ext cx="37180" cy="37180"/>
              </a:xfrm>
              <a:custGeom>
                <a:avLst/>
                <a:gdLst>
                  <a:gd name="connsiteX0" fmla="*/ 37463 w 37180"/>
                  <a:gd name="connsiteY0" fmla="*/ 18743 h 37180"/>
                  <a:gd name="connsiteX1" fmla="*/ 18873 w 37180"/>
                  <a:gd name="connsiteY1" fmla="*/ 37333 h 37180"/>
                  <a:gd name="connsiteX2" fmla="*/ 283 w 37180"/>
                  <a:gd name="connsiteY2" fmla="*/ 18743 h 37180"/>
                  <a:gd name="connsiteX3" fmla="*/ 18873 w 37180"/>
                  <a:gd name="connsiteY3" fmla="*/ 153 h 37180"/>
                  <a:gd name="connsiteX4" fmla="*/ 37463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43"/>
                    </a:moveTo>
                    <a:cubicBezTo>
                      <a:pt x="37463" y="29010"/>
                      <a:pt x="29140" y="37333"/>
                      <a:pt x="18873" y="37333"/>
                    </a:cubicBezTo>
                    <a:cubicBezTo>
                      <a:pt x="8606" y="37333"/>
                      <a:pt x="283" y="29010"/>
                      <a:pt x="283" y="18743"/>
                    </a:cubicBezTo>
                    <a:cubicBezTo>
                      <a:pt x="283" y="8476"/>
                      <a:pt x="8606" y="153"/>
                      <a:pt x="18873" y="153"/>
                    </a:cubicBezTo>
                    <a:cubicBezTo>
                      <a:pt x="29140" y="153"/>
                      <a:pt x="37463" y="8476"/>
                      <a:pt x="37463" y="18743"/>
                    </a:cubicBezTo>
                    <a:close/>
                  </a:path>
                </a:pathLst>
              </a:custGeom>
              <a:solidFill>
                <a:srgbClr val="E7F7E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8" name="Freeform: Shape 4437">
                <a:extLst>
                  <a:ext uri="{FF2B5EF4-FFF2-40B4-BE49-F238E27FC236}">
                    <a16:creationId xmlns:a16="http://schemas.microsoft.com/office/drawing/2014/main" id="{D0086699-66FF-03F4-977A-BBD84D866756}"/>
                  </a:ext>
                </a:extLst>
              </p:cNvPr>
              <p:cNvSpPr/>
              <p:nvPr/>
            </p:nvSpPr>
            <p:spPr>
              <a:xfrm>
                <a:off x="1888732" y="7800273"/>
                <a:ext cx="41981" cy="41981"/>
              </a:xfrm>
              <a:custGeom>
                <a:avLst/>
                <a:gdLst>
                  <a:gd name="connsiteX0" fmla="*/ 21273 w 41981"/>
                  <a:gd name="connsiteY0" fmla="*/ 4953 h 41981"/>
                  <a:gd name="connsiteX1" fmla="*/ 37463 w 41981"/>
                  <a:gd name="connsiteY1" fmla="*/ 21143 h 41981"/>
                  <a:gd name="connsiteX2" fmla="*/ 37463 w 41981"/>
                  <a:gd name="connsiteY2" fmla="*/ 21143 h 41981"/>
                  <a:gd name="connsiteX3" fmla="*/ 21273 w 41981"/>
                  <a:gd name="connsiteY3" fmla="*/ 37333 h 41981"/>
                  <a:gd name="connsiteX4" fmla="*/ 5083 w 41981"/>
                  <a:gd name="connsiteY4" fmla="*/ 21143 h 41981"/>
                  <a:gd name="connsiteX5" fmla="*/ 21273 w 41981"/>
                  <a:gd name="connsiteY5" fmla="*/ 4953 h 41981"/>
                  <a:gd name="connsiteX6" fmla="*/ 21273 w 41981"/>
                  <a:gd name="connsiteY6" fmla="*/ 153 h 41981"/>
                  <a:gd name="connsiteX7" fmla="*/ 283 w 41981"/>
                  <a:gd name="connsiteY7" fmla="*/ 21143 h 41981"/>
                  <a:gd name="connsiteX8" fmla="*/ 21273 w 41981"/>
                  <a:gd name="connsiteY8" fmla="*/ 42134 h 41981"/>
                  <a:gd name="connsiteX9" fmla="*/ 42264 w 41981"/>
                  <a:gd name="connsiteY9" fmla="*/ 21143 h 41981"/>
                  <a:gd name="connsiteX10" fmla="*/ 42264 w 41981"/>
                  <a:gd name="connsiteY10" fmla="*/ 21143 h 41981"/>
                  <a:gd name="connsiteX11" fmla="*/ 21273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53"/>
                    </a:moveTo>
                    <a:cubicBezTo>
                      <a:pt x="30215" y="4953"/>
                      <a:pt x="37463" y="12201"/>
                      <a:pt x="37463" y="21143"/>
                    </a:cubicBezTo>
                    <a:lnTo>
                      <a:pt x="37463" y="21143"/>
                    </a:lnTo>
                    <a:cubicBezTo>
                      <a:pt x="37463" y="30085"/>
                      <a:pt x="30215" y="37333"/>
                      <a:pt x="21273" y="37333"/>
                    </a:cubicBezTo>
                    <a:cubicBezTo>
                      <a:pt x="12331" y="37333"/>
                      <a:pt x="5083" y="30085"/>
                      <a:pt x="5083" y="21143"/>
                    </a:cubicBezTo>
                    <a:cubicBezTo>
                      <a:pt x="5083" y="12201"/>
                      <a:pt x="12331" y="4953"/>
                      <a:pt x="21273" y="4953"/>
                    </a:cubicBezTo>
                    <a:close/>
                    <a:moveTo>
                      <a:pt x="21273" y="153"/>
                    </a:moveTo>
                    <a:cubicBezTo>
                      <a:pt x="9681" y="153"/>
                      <a:pt x="283" y="9551"/>
                      <a:pt x="283" y="21143"/>
                    </a:cubicBezTo>
                    <a:cubicBezTo>
                      <a:pt x="283" y="32736"/>
                      <a:pt x="9681" y="42134"/>
                      <a:pt x="21273" y="42134"/>
                    </a:cubicBezTo>
                    <a:cubicBezTo>
                      <a:pt x="32866" y="42134"/>
                      <a:pt x="42264" y="32736"/>
                      <a:pt x="42264" y="21143"/>
                    </a:cubicBezTo>
                    <a:lnTo>
                      <a:pt x="42264" y="21143"/>
                    </a:lnTo>
                    <a:cubicBezTo>
                      <a:pt x="42264" y="9551"/>
                      <a:pt x="32866" y="153"/>
                      <a:pt x="21273" y="15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39" name="Freeform: Shape 4438">
                <a:extLst>
                  <a:ext uri="{FF2B5EF4-FFF2-40B4-BE49-F238E27FC236}">
                    <a16:creationId xmlns:a16="http://schemas.microsoft.com/office/drawing/2014/main" id="{917DDD90-2C2E-AA49-6C77-C12556AC3439}"/>
                  </a:ext>
                </a:extLst>
              </p:cNvPr>
              <p:cNvSpPr/>
              <p:nvPr/>
            </p:nvSpPr>
            <p:spPr>
              <a:xfrm>
                <a:off x="1815411" y="7826359"/>
                <a:ext cx="37180" cy="37180"/>
              </a:xfrm>
              <a:custGeom>
                <a:avLst/>
                <a:gdLst>
                  <a:gd name="connsiteX0" fmla="*/ 37450 w 37180"/>
                  <a:gd name="connsiteY0" fmla="*/ 18747 h 37180"/>
                  <a:gd name="connsiteX1" fmla="*/ 18860 w 37180"/>
                  <a:gd name="connsiteY1" fmla="*/ 37338 h 37180"/>
                  <a:gd name="connsiteX2" fmla="*/ 269 w 37180"/>
                  <a:gd name="connsiteY2" fmla="*/ 18747 h 37180"/>
                  <a:gd name="connsiteX3" fmla="*/ 18860 w 37180"/>
                  <a:gd name="connsiteY3" fmla="*/ 157 h 37180"/>
                  <a:gd name="connsiteX4" fmla="*/ 37450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47"/>
                    </a:moveTo>
                    <a:cubicBezTo>
                      <a:pt x="37450" y="29014"/>
                      <a:pt x="29127" y="37338"/>
                      <a:pt x="18860" y="37338"/>
                    </a:cubicBezTo>
                    <a:cubicBezTo>
                      <a:pt x="8593" y="37338"/>
                      <a:pt x="269" y="29014"/>
                      <a:pt x="269" y="18747"/>
                    </a:cubicBezTo>
                    <a:cubicBezTo>
                      <a:pt x="269" y="8480"/>
                      <a:pt x="8593" y="157"/>
                      <a:pt x="18860" y="157"/>
                    </a:cubicBezTo>
                    <a:cubicBezTo>
                      <a:pt x="29127" y="157"/>
                      <a:pt x="37450" y="8480"/>
                      <a:pt x="37450" y="18747"/>
                    </a:cubicBezTo>
                    <a:close/>
                  </a:path>
                </a:pathLst>
              </a:custGeom>
              <a:solidFill>
                <a:srgbClr val="DCF7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0" name="Freeform: Shape 4439">
                <a:extLst>
                  <a:ext uri="{FF2B5EF4-FFF2-40B4-BE49-F238E27FC236}">
                    <a16:creationId xmlns:a16="http://schemas.microsoft.com/office/drawing/2014/main" id="{CBBA6013-4662-FAFD-6549-1C6B58578EFA}"/>
                  </a:ext>
                </a:extLst>
              </p:cNvPr>
              <p:cNvSpPr/>
              <p:nvPr/>
            </p:nvSpPr>
            <p:spPr>
              <a:xfrm>
                <a:off x="1813011" y="7823958"/>
                <a:ext cx="41981" cy="41981"/>
              </a:xfrm>
              <a:custGeom>
                <a:avLst/>
                <a:gdLst>
                  <a:gd name="connsiteX0" fmla="*/ 21260 w 41981"/>
                  <a:gd name="connsiteY0" fmla="*/ 4957 h 41981"/>
                  <a:gd name="connsiteX1" fmla="*/ 37450 w 41981"/>
                  <a:gd name="connsiteY1" fmla="*/ 21147 h 41981"/>
                  <a:gd name="connsiteX2" fmla="*/ 37450 w 41981"/>
                  <a:gd name="connsiteY2" fmla="*/ 21147 h 41981"/>
                  <a:gd name="connsiteX3" fmla="*/ 21260 w 41981"/>
                  <a:gd name="connsiteY3" fmla="*/ 37338 h 41981"/>
                  <a:gd name="connsiteX4" fmla="*/ 5070 w 41981"/>
                  <a:gd name="connsiteY4" fmla="*/ 21147 h 41981"/>
                  <a:gd name="connsiteX5" fmla="*/ 21260 w 41981"/>
                  <a:gd name="connsiteY5" fmla="*/ 4957 h 41981"/>
                  <a:gd name="connsiteX6" fmla="*/ 21260 w 41981"/>
                  <a:gd name="connsiteY6" fmla="*/ 157 h 41981"/>
                  <a:gd name="connsiteX7" fmla="*/ 269 w 41981"/>
                  <a:gd name="connsiteY7" fmla="*/ 21147 h 41981"/>
                  <a:gd name="connsiteX8" fmla="*/ 21260 w 41981"/>
                  <a:gd name="connsiteY8" fmla="*/ 42138 h 41981"/>
                  <a:gd name="connsiteX9" fmla="*/ 42251 w 41981"/>
                  <a:gd name="connsiteY9" fmla="*/ 21147 h 41981"/>
                  <a:gd name="connsiteX10" fmla="*/ 42251 w 41981"/>
                  <a:gd name="connsiteY10" fmla="*/ 21147 h 41981"/>
                  <a:gd name="connsiteX11" fmla="*/ 21260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57"/>
                    </a:moveTo>
                    <a:cubicBezTo>
                      <a:pt x="30202" y="4957"/>
                      <a:pt x="37450" y="12205"/>
                      <a:pt x="37450" y="21147"/>
                    </a:cubicBezTo>
                    <a:lnTo>
                      <a:pt x="37450" y="21147"/>
                    </a:lnTo>
                    <a:cubicBezTo>
                      <a:pt x="37450" y="30089"/>
                      <a:pt x="30202" y="37338"/>
                      <a:pt x="21260" y="37338"/>
                    </a:cubicBezTo>
                    <a:cubicBezTo>
                      <a:pt x="12318" y="37338"/>
                      <a:pt x="5070" y="30089"/>
                      <a:pt x="5070" y="21147"/>
                    </a:cubicBezTo>
                    <a:cubicBezTo>
                      <a:pt x="5070" y="12205"/>
                      <a:pt x="12318" y="4957"/>
                      <a:pt x="21260" y="4957"/>
                    </a:cubicBezTo>
                    <a:close/>
                    <a:moveTo>
                      <a:pt x="21260" y="157"/>
                    </a:moveTo>
                    <a:cubicBezTo>
                      <a:pt x="9667" y="157"/>
                      <a:pt x="269" y="9555"/>
                      <a:pt x="269" y="21147"/>
                    </a:cubicBezTo>
                    <a:cubicBezTo>
                      <a:pt x="269" y="32740"/>
                      <a:pt x="9667" y="42138"/>
                      <a:pt x="21260" y="42138"/>
                    </a:cubicBezTo>
                    <a:cubicBezTo>
                      <a:pt x="32853" y="42138"/>
                      <a:pt x="42251" y="32740"/>
                      <a:pt x="42251" y="21147"/>
                    </a:cubicBezTo>
                    <a:lnTo>
                      <a:pt x="42251" y="21147"/>
                    </a:lnTo>
                    <a:cubicBezTo>
                      <a:pt x="42251" y="9555"/>
                      <a:pt x="32853" y="157"/>
                      <a:pt x="21260"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1" name="Freeform: Shape 4440">
                <a:extLst>
                  <a:ext uri="{FF2B5EF4-FFF2-40B4-BE49-F238E27FC236}">
                    <a16:creationId xmlns:a16="http://schemas.microsoft.com/office/drawing/2014/main" id="{1810A2D2-5ACD-10C1-9E31-445842798C55}"/>
                  </a:ext>
                </a:extLst>
              </p:cNvPr>
              <p:cNvSpPr/>
              <p:nvPr/>
            </p:nvSpPr>
            <p:spPr>
              <a:xfrm>
                <a:off x="1816787" y="7705986"/>
                <a:ext cx="37180" cy="37180"/>
              </a:xfrm>
              <a:custGeom>
                <a:avLst/>
                <a:gdLst>
                  <a:gd name="connsiteX0" fmla="*/ 37450 w 37180"/>
                  <a:gd name="connsiteY0" fmla="*/ 18726 h 37180"/>
                  <a:gd name="connsiteX1" fmla="*/ 18860 w 37180"/>
                  <a:gd name="connsiteY1" fmla="*/ 37317 h 37180"/>
                  <a:gd name="connsiteX2" fmla="*/ 270 w 37180"/>
                  <a:gd name="connsiteY2" fmla="*/ 18726 h 37180"/>
                  <a:gd name="connsiteX3" fmla="*/ 18860 w 37180"/>
                  <a:gd name="connsiteY3" fmla="*/ 136 h 37180"/>
                  <a:gd name="connsiteX4" fmla="*/ 37450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26"/>
                    </a:moveTo>
                    <a:cubicBezTo>
                      <a:pt x="37450" y="28993"/>
                      <a:pt x="29127" y="37317"/>
                      <a:pt x="18860" y="37317"/>
                    </a:cubicBezTo>
                    <a:cubicBezTo>
                      <a:pt x="8593" y="37317"/>
                      <a:pt x="270" y="28993"/>
                      <a:pt x="270" y="18726"/>
                    </a:cubicBezTo>
                    <a:cubicBezTo>
                      <a:pt x="270" y="8459"/>
                      <a:pt x="8593" y="136"/>
                      <a:pt x="18860" y="136"/>
                    </a:cubicBezTo>
                    <a:cubicBezTo>
                      <a:pt x="29127" y="136"/>
                      <a:pt x="37450" y="8459"/>
                      <a:pt x="37450" y="18726"/>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2" name="Freeform: Shape 4441">
                <a:extLst>
                  <a:ext uri="{FF2B5EF4-FFF2-40B4-BE49-F238E27FC236}">
                    <a16:creationId xmlns:a16="http://schemas.microsoft.com/office/drawing/2014/main" id="{4AB226D2-E4F1-7B41-F832-CCE177D82FDF}"/>
                  </a:ext>
                </a:extLst>
              </p:cNvPr>
              <p:cNvSpPr/>
              <p:nvPr/>
            </p:nvSpPr>
            <p:spPr>
              <a:xfrm>
                <a:off x="1814387" y="7703586"/>
                <a:ext cx="41981" cy="41981"/>
              </a:xfrm>
              <a:custGeom>
                <a:avLst/>
                <a:gdLst>
                  <a:gd name="connsiteX0" fmla="*/ 21260 w 41981"/>
                  <a:gd name="connsiteY0" fmla="*/ 4936 h 41981"/>
                  <a:gd name="connsiteX1" fmla="*/ 37450 w 41981"/>
                  <a:gd name="connsiteY1" fmla="*/ 21126 h 41981"/>
                  <a:gd name="connsiteX2" fmla="*/ 37450 w 41981"/>
                  <a:gd name="connsiteY2" fmla="*/ 21126 h 41981"/>
                  <a:gd name="connsiteX3" fmla="*/ 21260 w 41981"/>
                  <a:gd name="connsiteY3" fmla="*/ 37317 h 41981"/>
                  <a:gd name="connsiteX4" fmla="*/ 5070 w 41981"/>
                  <a:gd name="connsiteY4" fmla="*/ 21126 h 41981"/>
                  <a:gd name="connsiteX5" fmla="*/ 21260 w 41981"/>
                  <a:gd name="connsiteY5" fmla="*/ 4936 h 41981"/>
                  <a:gd name="connsiteX6" fmla="*/ 21260 w 41981"/>
                  <a:gd name="connsiteY6" fmla="*/ 136 h 41981"/>
                  <a:gd name="connsiteX7" fmla="*/ 270 w 41981"/>
                  <a:gd name="connsiteY7" fmla="*/ 21126 h 41981"/>
                  <a:gd name="connsiteX8" fmla="*/ 21260 w 41981"/>
                  <a:gd name="connsiteY8" fmla="*/ 42117 h 41981"/>
                  <a:gd name="connsiteX9" fmla="*/ 42251 w 41981"/>
                  <a:gd name="connsiteY9" fmla="*/ 21126 h 41981"/>
                  <a:gd name="connsiteX10" fmla="*/ 42251 w 41981"/>
                  <a:gd name="connsiteY10" fmla="*/ 21126 h 41981"/>
                  <a:gd name="connsiteX11" fmla="*/ 21260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36"/>
                    </a:moveTo>
                    <a:cubicBezTo>
                      <a:pt x="30202" y="4936"/>
                      <a:pt x="37450" y="12185"/>
                      <a:pt x="37450" y="21126"/>
                    </a:cubicBezTo>
                    <a:lnTo>
                      <a:pt x="37450" y="21126"/>
                    </a:lnTo>
                    <a:cubicBezTo>
                      <a:pt x="37450" y="30068"/>
                      <a:pt x="30202" y="37317"/>
                      <a:pt x="21260" y="37317"/>
                    </a:cubicBezTo>
                    <a:cubicBezTo>
                      <a:pt x="12318" y="37317"/>
                      <a:pt x="5070" y="30068"/>
                      <a:pt x="5070" y="21126"/>
                    </a:cubicBezTo>
                    <a:cubicBezTo>
                      <a:pt x="5070" y="12185"/>
                      <a:pt x="12318" y="4936"/>
                      <a:pt x="21260" y="4936"/>
                    </a:cubicBezTo>
                    <a:close/>
                    <a:moveTo>
                      <a:pt x="21260" y="136"/>
                    </a:moveTo>
                    <a:cubicBezTo>
                      <a:pt x="9668" y="136"/>
                      <a:pt x="270" y="9534"/>
                      <a:pt x="270" y="21126"/>
                    </a:cubicBezTo>
                    <a:cubicBezTo>
                      <a:pt x="270" y="32719"/>
                      <a:pt x="9668" y="42117"/>
                      <a:pt x="21260" y="42117"/>
                    </a:cubicBezTo>
                    <a:cubicBezTo>
                      <a:pt x="32853" y="42117"/>
                      <a:pt x="42251" y="32719"/>
                      <a:pt x="42251" y="21126"/>
                    </a:cubicBezTo>
                    <a:lnTo>
                      <a:pt x="42251" y="21126"/>
                    </a:lnTo>
                    <a:cubicBezTo>
                      <a:pt x="42251" y="9534"/>
                      <a:pt x="32853" y="136"/>
                      <a:pt x="21260" y="1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3" name="Freeform: Shape 4442">
                <a:extLst>
                  <a:ext uri="{FF2B5EF4-FFF2-40B4-BE49-F238E27FC236}">
                    <a16:creationId xmlns:a16="http://schemas.microsoft.com/office/drawing/2014/main" id="{7B19E914-F9D8-C57F-629C-6ED5C52B0A7C}"/>
                  </a:ext>
                </a:extLst>
              </p:cNvPr>
              <p:cNvSpPr/>
              <p:nvPr/>
            </p:nvSpPr>
            <p:spPr>
              <a:xfrm>
                <a:off x="1732017" y="7834227"/>
                <a:ext cx="37180" cy="37180"/>
              </a:xfrm>
              <a:custGeom>
                <a:avLst/>
                <a:gdLst>
                  <a:gd name="connsiteX0" fmla="*/ 37436 w 37180"/>
                  <a:gd name="connsiteY0" fmla="*/ 18748 h 37180"/>
                  <a:gd name="connsiteX1" fmla="*/ 18845 w 37180"/>
                  <a:gd name="connsiteY1" fmla="*/ 37339 h 37180"/>
                  <a:gd name="connsiteX2" fmla="*/ 255 w 37180"/>
                  <a:gd name="connsiteY2" fmla="*/ 18748 h 37180"/>
                  <a:gd name="connsiteX3" fmla="*/ 18845 w 37180"/>
                  <a:gd name="connsiteY3" fmla="*/ 158 h 37180"/>
                  <a:gd name="connsiteX4" fmla="*/ 37436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48"/>
                    </a:moveTo>
                    <a:cubicBezTo>
                      <a:pt x="37436" y="29016"/>
                      <a:pt x="29112" y="37339"/>
                      <a:pt x="18845" y="37339"/>
                    </a:cubicBezTo>
                    <a:cubicBezTo>
                      <a:pt x="8578" y="37339"/>
                      <a:pt x="255" y="29016"/>
                      <a:pt x="255" y="18748"/>
                    </a:cubicBezTo>
                    <a:cubicBezTo>
                      <a:pt x="255" y="8481"/>
                      <a:pt x="8578" y="158"/>
                      <a:pt x="18845" y="158"/>
                    </a:cubicBezTo>
                    <a:cubicBezTo>
                      <a:pt x="29112" y="158"/>
                      <a:pt x="37436" y="8481"/>
                      <a:pt x="37436" y="18748"/>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4" name="Freeform: Shape 4443">
                <a:extLst>
                  <a:ext uri="{FF2B5EF4-FFF2-40B4-BE49-F238E27FC236}">
                    <a16:creationId xmlns:a16="http://schemas.microsoft.com/office/drawing/2014/main" id="{C1656E2D-2E41-227A-0789-EA828DC45B9E}"/>
                  </a:ext>
                </a:extLst>
              </p:cNvPr>
              <p:cNvSpPr/>
              <p:nvPr/>
            </p:nvSpPr>
            <p:spPr>
              <a:xfrm>
                <a:off x="1729617" y="7831827"/>
                <a:ext cx="41981" cy="41981"/>
              </a:xfrm>
              <a:custGeom>
                <a:avLst/>
                <a:gdLst>
                  <a:gd name="connsiteX0" fmla="*/ 21245 w 41981"/>
                  <a:gd name="connsiteY0" fmla="*/ 4958 h 41981"/>
                  <a:gd name="connsiteX1" fmla="*/ 37436 w 41981"/>
                  <a:gd name="connsiteY1" fmla="*/ 21149 h 41981"/>
                  <a:gd name="connsiteX2" fmla="*/ 37436 w 41981"/>
                  <a:gd name="connsiteY2" fmla="*/ 21149 h 41981"/>
                  <a:gd name="connsiteX3" fmla="*/ 21245 w 41981"/>
                  <a:gd name="connsiteY3" fmla="*/ 37339 h 41981"/>
                  <a:gd name="connsiteX4" fmla="*/ 5055 w 41981"/>
                  <a:gd name="connsiteY4" fmla="*/ 21149 h 41981"/>
                  <a:gd name="connsiteX5" fmla="*/ 21245 w 41981"/>
                  <a:gd name="connsiteY5" fmla="*/ 4958 h 41981"/>
                  <a:gd name="connsiteX6" fmla="*/ 21245 w 41981"/>
                  <a:gd name="connsiteY6" fmla="*/ 158 h 41981"/>
                  <a:gd name="connsiteX7" fmla="*/ 255 w 41981"/>
                  <a:gd name="connsiteY7" fmla="*/ 21149 h 41981"/>
                  <a:gd name="connsiteX8" fmla="*/ 21245 w 41981"/>
                  <a:gd name="connsiteY8" fmla="*/ 42139 h 41981"/>
                  <a:gd name="connsiteX9" fmla="*/ 42236 w 41981"/>
                  <a:gd name="connsiteY9" fmla="*/ 21149 h 41981"/>
                  <a:gd name="connsiteX10" fmla="*/ 42236 w 41981"/>
                  <a:gd name="connsiteY10" fmla="*/ 21149 h 41981"/>
                  <a:gd name="connsiteX11" fmla="*/ 21245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58"/>
                    </a:moveTo>
                    <a:cubicBezTo>
                      <a:pt x="30187" y="4958"/>
                      <a:pt x="37436" y="12207"/>
                      <a:pt x="37436" y="21149"/>
                    </a:cubicBezTo>
                    <a:lnTo>
                      <a:pt x="37436" y="21149"/>
                    </a:lnTo>
                    <a:cubicBezTo>
                      <a:pt x="37436" y="30091"/>
                      <a:pt x="30187" y="37339"/>
                      <a:pt x="21245" y="37339"/>
                    </a:cubicBezTo>
                    <a:cubicBezTo>
                      <a:pt x="12304" y="37339"/>
                      <a:pt x="5055" y="30091"/>
                      <a:pt x="5055" y="21149"/>
                    </a:cubicBezTo>
                    <a:cubicBezTo>
                      <a:pt x="5055" y="12207"/>
                      <a:pt x="12304" y="4958"/>
                      <a:pt x="21245" y="4958"/>
                    </a:cubicBezTo>
                    <a:close/>
                    <a:moveTo>
                      <a:pt x="21245" y="158"/>
                    </a:moveTo>
                    <a:cubicBezTo>
                      <a:pt x="9653" y="158"/>
                      <a:pt x="255" y="9556"/>
                      <a:pt x="255" y="21149"/>
                    </a:cubicBezTo>
                    <a:cubicBezTo>
                      <a:pt x="255" y="32741"/>
                      <a:pt x="9653" y="42139"/>
                      <a:pt x="21245" y="42139"/>
                    </a:cubicBezTo>
                    <a:cubicBezTo>
                      <a:pt x="32838" y="42139"/>
                      <a:pt x="42236" y="32741"/>
                      <a:pt x="42236" y="21149"/>
                    </a:cubicBezTo>
                    <a:lnTo>
                      <a:pt x="42236" y="21149"/>
                    </a:lnTo>
                    <a:cubicBezTo>
                      <a:pt x="42236" y="9556"/>
                      <a:pt x="32838" y="158"/>
                      <a:pt x="21245" y="15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5" name="Freeform: Shape 4444">
                <a:extLst>
                  <a:ext uri="{FF2B5EF4-FFF2-40B4-BE49-F238E27FC236}">
                    <a16:creationId xmlns:a16="http://schemas.microsoft.com/office/drawing/2014/main" id="{C368A554-EDD9-24B0-D920-29FA364C5C1B}"/>
                  </a:ext>
                </a:extLst>
              </p:cNvPr>
              <p:cNvSpPr/>
              <p:nvPr/>
            </p:nvSpPr>
            <p:spPr>
              <a:xfrm>
                <a:off x="1770782" y="7939410"/>
                <a:ext cx="37180" cy="37180"/>
              </a:xfrm>
              <a:custGeom>
                <a:avLst/>
                <a:gdLst>
                  <a:gd name="connsiteX0" fmla="*/ 37442 w 37180"/>
                  <a:gd name="connsiteY0" fmla="*/ 18767 h 37180"/>
                  <a:gd name="connsiteX1" fmla="*/ 18852 w 37180"/>
                  <a:gd name="connsiteY1" fmla="*/ 37357 h 37180"/>
                  <a:gd name="connsiteX2" fmla="*/ 262 w 37180"/>
                  <a:gd name="connsiteY2" fmla="*/ 18767 h 37180"/>
                  <a:gd name="connsiteX3" fmla="*/ 18852 w 37180"/>
                  <a:gd name="connsiteY3" fmla="*/ 176 h 37180"/>
                  <a:gd name="connsiteX4" fmla="*/ 37442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7"/>
                    </a:moveTo>
                    <a:cubicBezTo>
                      <a:pt x="37442" y="29034"/>
                      <a:pt x="29119" y="37357"/>
                      <a:pt x="18852" y="37357"/>
                    </a:cubicBezTo>
                    <a:cubicBezTo>
                      <a:pt x="8585" y="37357"/>
                      <a:pt x="262" y="29034"/>
                      <a:pt x="262" y="18767"/>
                    </a:cubicBezTo>
                    <a:cubicBezTo>
                      <a:pt x="262" y="8500"/>
                      <a:pt x="8585" y="176"/>
                      <a:pt x="18852" y="176"/>
                    </a:cubicBezTo>
                    <a:cubicBezTo>
                      <a:pt x="29119" y="176"/>
                      <a:pt x="37442" y="8500"/>
                      <a:pt x="37442" y="18767"/>
                    </a:cubicBezTo>
                    <a:close/>
                  </a:path>
                </a:pathLst>
              </a:custGeom>
              <a:solidFill>
                <a:srgbClr val="D7F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6" name="Freeform: Shape 4445">
                <a:extLst>
                  <a:ext uri="{FF2B5EF4-FFF2-40B4-BE49-F238E27FC236}">
                    <a16:creationId xmlns:a16="http://schemas.microsoft.com/office/drawing/2014/main" id="{474343F1-1F87-90FD-1EC7-2ED2CF078CD0}"/>
                  </a:ext>
                </a:extLst>
              </p:cNvPr>
              <p:cNvSpPr/>
              <p:nvPr/>
            </p:nvSpPr>
            <p:spPr>
              <a:xfrm>
                <a:off x="1768382" y="7937010"/>
                <a:ext cx="41981" cy="41981"/>
              </a:xfrm>
              <a:custGeom>
                <a:avLst/>
                <a:gdLst>
                  <a:gd name="connsiteX0" fmla="*/ 21252 w 41981"/>
                  <a:gd name="connsiteY0" fmla="*/ 4977 h 41981"/>
                  <a:gd name="connsiteX1" fmla="*/ 37442 w 41981"/>
                  <a:gd name="connsiteY1" fmla="*/ 21167 h 41981"/>
                  <a:gd name="connsiteX2" fmla="*/ 37442 w 41981"/>
                  <a:gd name="connsiteY2" fmla="*/ 21167 h 41981"/>
                  <a:gd name="connsiteX3" fmla="*/ 21252 w 41981"/>
                  <a:gd name="connsiteY3" fmla="*/ 37357 h 41981"/>
                  <a:gd name="connsiteX4" fmla="*/ 5062 w 41981"/>
                  <a:gd name="connsiteY4" fmla="*/ 21167 h 41981"/>
                  <a:gd name="connsiteX5" fmla="*/ 21252 w 41981"/>
                  <a:gd name="connsiteY5" fmla="*/ 4977 h 41981"/>
                  <a:gd name="connsiteX6" fmla="*/ 21252 w 41981"/>
                  <a:gd name="connsiteY6" fmla="*/ 176 h 41981"/>
                  <a:gd name="connsiteX7" fmla="*/ 262 w 41981"/>
                  <a:gd name="connsiteY7" fmla="*/ 21167 h 41981"/>
                  <a:gd name="connsiteX8" fmla="*/ 21252 w 41981"/>
                  <a:gd name="connsiteY8" fmla="*/ 42158 h 41981"/>
                  <a:gd name="connsiteX9" fmla="*/ 42243 w 41981"/>
                  <a:gd name="connsiteY9" fmla="*/ 21167 h 41981"/>
                  <a:gd name="connsiteX10" fmla="*/ 42243 w 41981"/>
                  <a:gd name="connsiteY10" fmla="*/ 21167 h 41981"/>
                  <a:gd name="connsiteX11" fmla="*/ 21252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7"/>
                    </a:moveTo>
                    <a:cubicBezTo>
                      <a:pt x="30194" y="4977"/>
                      <a:pt x="37442" y="12225"/>
                      <a:pt x="37442" y="21167"/>
                    </a:cubicBezTo>
                    <a:lnTo>
                      <a:pt x="37442" y="21167"/>
                    </a:lnTo>
                    <a:cubicBezTo>
                      <a:pt x="37442" y="30109"/>
                      <a:pt x="30194" y="37357"/>
                      <a:pt x="21252" y="37357"/>
                    </a:cubicBezTo>
                    <a:cubicBezTo>
                      <a:pt x="12310" y="37357"/>
                      <a:pt x="5062" y="30109"/>
                      <a:pt x="5062" y="21167"/>
                    </a:cubicBezTo>
                    <a:cubicBezTo>
                      <a:pt x="5062" y="12225"/>
                      <a:pt x="12310" y="4977"/>
                      <a:pt x="21252" y="4977"/>
                    </a:cubicBezTo>
                    <a:close/>
                    <a:moveTo>
                      <a:pt x="21252" y="176"/>
                    </a:moveTo>
                    <a:cubicBezTo>
                      <a:pt x="9660" y="176"/>
                      <a:pt x="262" y="9574"/>
                      <a:pt x="262" y="21167"/>
                    </a:cubicBezTo>
                    <a:cubicBezTo>
                      <a:pt x="262" y="32760"/>
                      <a:pt x="9660" y="42158"/>
                      <a:pt x="21252" y="42158"/>
                    </a:cubicBezTo>
                    <a:cubicBezTo>
                      <a:pt x="32845" y="42158"/>
                      <a:pt x="42243" y="32760"/>
                      <a:pt x="42243" y="21167"/>
                    </a:cubicBezTo>
                    <a:lnTo>
                      <a:pt x="42243" y="21167"/>
                    </a:lnTo>
                    <a:cubicBezTo>
                      <a:pt x="42243" y="9574"/>
                      <a:pt x="32845" y="176"/>
                      <a:pt x="21252"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7" name="Freeform: Shape 4446">
                <a:extLst>
                  <a:ext uri="{FF2B5EF4-FFF2-40B4-BE49-F238E27FC236}">
                    <a16:creationId xmlns:a16="http://schemas.microsoft.com/office/drawing/2014/main" id="{96AD69AD-8A25-D1FD-898C-063FFBC3906B}"/>
                  </a:ext>
                </a:extLst>
              </p:cNvPr>
              <p:cNvSpPr/>
              <p:nvPr/>
            </p:nvSpPr>
            <p:spPr>
              <a:xfrm>
                <a:off x="1713395" y="7963101"/>
                <a:ext cx="37180" cy="37180"/>
              </a:xfrm>
              <a:custGeom>
                <a:avLst/>
                <a:gdLst>
                  <a:gd name="connsiteX0" fmla="*/ 37432 w 37180"/>
                  <a:gd name="connsiteY0" fmla="*/ 18771 h 37180"/>
                  <a:gd name="connsiteX1" fmla="*/ 18842 w 37180"/>
                  <a:gd name="connsiteY1" fmla="*/ 37361 h 37180"/>
                  <a:gd name="connsiteX2" fmla="*/ 252 w 37180"/>
                  <a:gd name="connsiteY2" fmla="*/ 18771 h 37180"/>
                  <a:gd name="connsiteX3" fmla="*/ 18842 w 37180"/>
                  <a:gd name="connsiteY3" fmla="*/ 180 h 37180"/>
                  <a:gd name="connsiteX4" fmla="*/ 37432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1"/>
                    </a:moveTo>
                    <a:cubicBezTo>
                      <a:pt x="37432" y="29038"/>
                      <a:pt x="29109" y="37361"/>
                      <a:pt x="18842" y="37361"/>
                    </a:cubicBezTo>
                    <a:cubicBezTo>
                      <a:pt x="8575" y="37361"/>
                      <a:pt x="252" y="29038"/>
                      <a:pt x="252" y="18771"/>
                    </a:cubicBezTo>
                    <a:cubicBezTo>
                      <a:pt x="252" y="8504"/>
                      <a:pt x="8575" y="180"/>
                      <a:pt x="18842" y="180"/>
                    </a:cubicBezTo>
                    <a:cubicBezTo>
                      <a:pt x="29109" y="180"/>
                      <a:pt x="37432" y="8504"/>
                      <a:pt x="37432" y="18771"/>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8" name="Freeform: Shape 4447">
                <a:extLst>
                  <a:ext uri="{FF2B5EF4-FFF2-40B4-BE49-F238E27FC236}">
                    <a16:creationId xmlns:a16="http://schemas.microsoft.com/office/drawing/2014/main" id="{B6361E82-3156-0F16-9CBD-6E050D248660}"/>
                  </a:ext>
                </a:extLst>
              </p:cNvPr>
              <p:cNvSpPr/>
              <p:nvPr/>
            </p:nvSpPr>
            <p:spPr>
              <a:xfrm>
                <a:off x="1710995" y="7960701"/>
                <a:ext cx="41981" cy="41981"/>
              </a:xfrm>
              <a:custGeom>
                <a:avLst/>
                <a:gdLst>
                  <a:gd name="connsiteX0" fmla="*/ 21242 w 41981"/>
                  <a:gd name="connsiteY0" fmla="*/ 4981 h 41981"/>
                  <a:gd name="connsiteX1" fmla="*/ 37432 w 41981"/>
                  <a:gd name="connsiteY1" fmla="*/ 21171 h 41981"/>
                  <a:gd name="connsiteX2" fmla="*/ 37432 w 41981"/>
                  <a:gd name="connsiteY2" fmla="*/ 21171 h 41981"/>
                  <a:gd name="connsiteX3" fmla="*/ 21242 w 41981"/>
                  <a:gd name="connsiteY3" fmla="*/ 37361 h 41981"/>
                  <a:gd name="connsiteX4" fmla="*/ 5052 w 41981"/>
                  <a:gd name="connsiteY4" fmla="*/ 21171 h 41981"/>
                  <a:gd name="connsiteX5" fmla="*/ 21242 w 41981"/>
                  <a:gd name="connsiteY5" fmla="*/ 4981 h 41981"/>
                  <a:gd name="connsiteX6" fmla="*/ 21242 w 41981"/>
                  <a:gd name="connsiteY6" fmla="*/ 180 h 41981"/>
                  <a:gd name="connsiteX7" fmla="*/ 252 w 41981"/>
                  <a:gd name="connsiteY7" fmla="*/ 21171 h 41981"/>
                  <a:gd name="connsiteX8" fmla="*/ 21242 w 41981"/>
                  <a:gd name="connsiteY8" fmla="*/ 42162 h 41981"/>
                  <a:gd name="connsiteX9" fmla="*/ 42233 w 41981"/>
                  <a:gd name="connsiteY9" fmla="*/ 21171 h 41981"/>
                  <a:gd name="connsiteX10" fmla="*/ 42233 w 41981"/>
                  <a:gd name="connsiteY10" fmla="*/ 21171 h 41981"/>
                  <a:gd name="connsiteX11" fmla="*/ 21242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1"/>
                    </a:moveTo>
                    <a:cubicBezTo>
                      <a:pt x="30184" y="4981"/>
                      <a:pt x="37432" y="12229"/>
                      <a:pt x="37432" y="21171"/>
                    </a:cubicBezTo>
                    <a:lnTo>
                      <a:pt x="37432" y="21171"/>
                    </a:lnTo>
                    <a:cubicBezTo>
                      <a:pt x="37432" y="30113"/>
                      <a:pt x="30184" y="37361"/>
                      <a:pt x="21242" y="37361"/>
                    </a:cubicBezTo>
                    <a:cubicBezTo>
                      <a:pt x="12300" y="37361"/>
                      <a:pt x="5052" y="30113"/>
                      <a:pt x="5052" y="21171"/>
                    </a:cubicBezTo>
                    <a:cubicBezTo>
                      <a:pt x="5052" y="12229"/>
                      <a:pt x="12300" y="4981"/>
                      <a:pt x="21242" y="4981"/>
                    </a:cubicBezTo>
                    <a:close/>
                    <a:moveTo>
                      <a:pt x="21242" y="180"/>
                    </a:moveTo>
                    <a:cubicBezTo>
                      <a:pt x="9650" y="180"/>
                      <a:pt x="252" y="9578"/>
                      <a:pt x="252" y="21171"/>
                    </a:cubicBezTo>
                    <a:cubicBezTo>
                      <a:pt x="252" y="32764"/>
                      <a:pt x="9650" y="42162"/>
                      <a:pt x="21242" y="42162"/>
                    </a:cubicBezTo>
                    <a:cubicBezTo>
                      <a:pt x="32835" y="42162"/>
                      <a:pt x="42233" y="32764"/>
                      <a:pt x="42233" y="21171"/>
                    </a:cubicBezTo>
                    <a:lnTo>
                      <a:pt x="42233" y="21171"/>
                    </a:lnTo>
                    <a:cubicBezTo>
                      <a:pt x="42233" y="9578"/>
                      <a:pt x="32835" y="180"/>
                      <a:pt x="21242"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49" name="Freeform: Shape 4448">
                <a:extLst>
                  <a:ext uri="{FF2B5EF4-FFF2-40B4-BE49-F238E27FC236}">
                    <a16:creationId xmlns:a16="http://schemas.microsoft.com/office/drawing/2014/main" id="{E75963B3-1DB9-F623-5F3D-16F915486E4E}"/>
                  </a:ext>
                </a:extLst>
              </p:cNvPr>
              <p:cNvSpPr/>
              <p:nvPr/>
            </p:nvSpPr>
            <p:spPr>
              <a:xfrm>
                <a:off x="1853502" y="7850885"/>
                <a:ext cx="37180" cy="37180"/>
              </a:xfrm>
              <a:custGeom>
                <a:avLst/>
                <a:gdLst>
                  <a:gd name="connsiteX0" fmla="*/ 37457 w 37180"/>
                  <a:gd name="connsiteY0" fmla="*/ 18751 h 37180"/>
                  <a:gd name="connsiteX1" fmla="*/ 18866 w 37180"/>
                  <a:gd name="connsiteY1" fmla="*/ 37342 h 37180"/>
                  <a:gd name="connsiteX2" fmla="*/ 276 w 37180"/>
                  <a:gd name="connsiteY2" fmla="*/ 18751 h 37180"/>
                  <a:gd name="connsiteX3" fmla="*/ 18866 w 37180"/>
                  <a:gd name="connsiteY3" fmla="*/ 161 h 37180"/>
                  <a:gd name="connsiteX4" fmla="*/ 37457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1"/>
                    </a:moveTo>
                    <a:cubicBezTo>
                      <a:pt x="37457" y="29019"/>
                      <a:pt x="29134" y="37342"/>
                      <a:pt x="18866" y="37342"/>
                    </a:cubicBezTo>
                    <a:cubicBezTo>
                      <a:pt x="8599" y="37342"/>
                      <a:pt x="276" y="29019"/>
                      <a:pt x="276" y="18751"/>
                    </a:cubicBezTo>
                    <a:cubicBezTo>
                      <a:pt x="276" y="8484"/>
                      <a:pt x="8599" y="161"/>
                      <a:pt x="18866" y="161"/>
                    </a:cubicBezTo>
                    <a:cubicBezTo>
                      <a:pt x="29134" y="161"/>
                      <a:pt x="37457" y="8484"/>
                      <a:pt x="37457" y="18751"/>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0" name="Freeform: Shape 4449">
                <a:extLst>
                  <a:ext uri="{FF2B5EF4-FFF2-40B4-BE49-F238E27FC236}">
                    <a16:creationId xmlns:a16="http://schemas.microsoft.com/office/drawing/2014/main" id="{948682E1-A28A-5A64-397A-3248E23EBEA4}"/>
                  </a:ext>
                </a:extLst>
              </p:cNvPr>
              <p:cNvSpPr/>
              <p:nvPr/>
            </p:nvSpPr>
            <p:spPr>
              <a:xfrm>
                <a:off x="1851101" y="7848485"/>
                <a:ext cx="41981" cy="41981"/>
              </a:xfrm>
              <a:custGeom>
                <a:avLst/>
                <a:gdLst>
                  <a:gd name="connsiteX0" fmla="*/ 21267 w 41981"/>
                  <a:gd name="connsiteY0" fmla="*/ 4961 h 41981"/>
                  <a:gd name="connsiteX1" fmla="*/ 37457 w 41981"/>
                  <a:gd name="connsiteY1" fmla="*/ 21152 h 41981"/>
                  <a:gd name="connsiteX2" fmla="*/ 37457 w 41981"/>
                  <a:gd name="connsiteY2" fmla="*/ 21152 h 41981"/>
                  <a:gd name="connsiteX3" fmla="*/ 21267 w 41981"/>
                  <a:gd name="connsiteY3" fmla="*/ 37342 h 41981"/>
                  <a:gd name="connsiteX4" fmla="*/ 5076 w 41981"/>
                  <a:gd name="connsiteY4" fmla="*/ 21152 h 41981"/>
                  <a:gd name="connsiteX5" fmla="*/ 21267 w 41981"/>
                  <a:gd name="connsiteY5" fmla="*/ 4961 h 41981"/>
                  <a:gd name="connsiteX6" fmla="*/ 21267 w 41981"/>
                  <a:gd name="connsiteY6" fmla="*/ 161 h 41981"/>
                  <a:gd name="connsiteX7" fmla="*/ 276 w 41981"/>
                  <a:gd name="connsiteY7" fmla="*/ 21152 h 41981"/>
                  <a:gd name="connsiteX8" fmla="*/ 21267 w 41981"/>
                  <a:gd name="connsiteY8" fmla="*/ 42142 h 41981"/>
                  <a:gd name="connsiteX9" fmla="*/ 42257 w 41981"/>
                  <a:gd name="connsiteY9" fmla="*/ 21152 h 41981"/>
                  <a:gd name="connsiteX10" fmla="*/ 42257 w 41981"/>
                  <a:gd name="connsiteY10" fmla="*/ 21152 h 41981"/>
                  <a:gd name="connsiteX11" fmla="*/ 21267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1"/>
                    </a:moveTo>
                    <a:cubicBezTo>
                      <a:pt x="30208" y="4961"/>
                      <a:pt x="37457" y="12210"/>
                      <a:pt x="37457" y="21152"/>
                    </a:cubicBezTo>
                    <a:lnTo>
                      <a:pt x="37457" y="21152"/>
                    </a:lnTo>
                    <a:cubicBezTo>
                      <a:pt x="37457" y="30093"/>
                      <a:pt x="30208" y="37342"/>
                      <a:pt x="21267" y="37342"/>
                    </a:cubicBezTo>
                    <a:cubicBezTo>
                      <a:pt x="12325" y="37342"/>
                      <a:pt x="5076" y="30093"/>
                      <a:pt x="5076" y="21152"/>
                    </a:cubicBezTo>
                    <a:cubicBezTo>
                      <a:pt x="5076" y="12210"/>
                      <a:pt x="12325" y="4961"/>
                      <a:pt x="21267" y="4961"/>
                    </a:cubicBezTo>
                    <a:close/>
                    <a:moveTo>
                      <a:pt x="21267" y="161"/>
                    </a:moveTo>
                    <a:cubicBezTo>
                      <a:pt x="9674" y="161"/>
                      <a:pt x="276" y="9559"/>
                      <a:pt x="276" y="21152"/>
                    </a:cubicBezTo>
                    <a:cubicBezTo>
                      <a:pt x="276" y="32744"/>
                      <a:pt x="9674" y="42142"/>
                      <a:pt x="21267" y="42142"/>
                    </a:cubicBezTo>
                    <a:cubicBezTo>
                      <a:pt x="32859" y="42142"/>
                      <a:pt x="42257" y="32744"/>
                      <a:pt x="42257" y="21152"/>
                    </a:cubicBezTo>
                    <a:lnTo>
                      <a:pt x="42257" y="21152"/>
                    </a:lnTo>
                    <a:cubicBezTo>
                      <a:pt x="42257" y="9559"/>
                      <a:pt x="32859" y="161"/>
                      <a:pt x="21267" y="16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1" name="Freeform: Shape 4450">
                <a:extLst>
                  <a:ext uri="{FF2B5EF4-FFF2-40B4-BE49-F238E27FC236}">
                    <a16:creationId xmlns:a16="http://schemas.microsoft.com/office/drawing/2014/main" id="{43AFC7EE-5AD6-9CD2-7E8C-FFAE84D96633}"/>
                  </a:ext>
                </a:extLst>
              </p:cNvPr>
              <p:cNvSpPr/>
              <p:nvPr/>
            </p:nvSpPr>
            <p:spPr>
              <a:xfrm>
                <a:off x="1645266" y="7926421"/>
                <a:ext cx="37180" cy="37180"/>
              </a:xfrm>
              <a:custGeom>
                <a:avLst/>
                <a:gdLst>
                  <a:gd name="connsiteX0" fmla="*/ 37421 w 37180"/>
                  <a:gd name="connsiteY0" fmla="*/ 18764 h 37180"/>
                  <a:gd name="connsiteX1" fmla="*/ 18830 w 37180"/>
                  <a:gd name="connsiteY1" fmla="*/ 37355 h 37180"/>
                  <a:gd name="connsiteX2" fmla="*/ 240 w 37180"/>
                  <a:gd name="connsiteY2" fmla="*/ 18764 h 37180"/>
                  <a:gd name="connsiteX3" fmla="*/ 18830 w 37180"/>
                  <a:gd name="connsiteY3" fmla="*/ 174 h 37180"/>
                  <a:gd name="connsiteX4" fmla="*/ 3742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64"/>
                    </a:moveTo>
                    <a:cubicBezTo>
                      <a:pt x="37421" y="29032"/>
                      <a:pt x="29097" y="37355"/>
                      <a:pt x="18830" y="37355"/>
                    </a:cubicBezTo>
                    <a:cubicBezTo>
                      <a:pt x="8563" y="37355"/>
                      <a:pt x="240" y="29032"/>
                      <a:pt x="240" y="18764"/>
                    </a:cubicBezTo>
                    <a:cubicBezTo>
                      <a:pt x="240" y="8497"/>
                      <a:pt x="8563" y="174"/>
                      <a:pt x="18830" y="174"/>
                    </a:cubicBezTo>
                    <a:cubicBezTo>
                      <a:pt x="29097" y="174"/>
                      <a:pt x="37421" y="8497"/>
                      <a:pt x="37421" y="18764"/>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2" name="Freeform: Shape 4451">
                <a:extLst>
                  <a:ext uri="{FF2B5EF4-FFF2-40B4-BE49-F238E27FC236}">
                    <a16:creationId xmlns:a16="http://schemas.microsoft.com/office/drawing/2014/main" id="{F9C8991B-1931-D72D-D671-DF98E25C3E86}"/>
                  </a:ext>
                </a:extLst>
              </p:cNvPr>
              <p:cNvSpPr/>
              <p:nvPr/>
            </p:nvSpPr>
            <p:spPr>
              <a:xfrm>
                <a:off x="1642866" y="7924021"/>
                <a:ext cx="41981" cy="41981"/>
              </a:xfrm>
              <a:custGeom>
                <a:avLst/>
                <a:gdLst>
                  <a:gd name="connsiteX0" fmla="*/ 21230 w 41981"/>
                  <a:gd name="connsiteY0" fmla="*/ 4974 h 41981"/>
                  <a:gd name="connsiteX1" fmla="*/ 37421 w 41981"/>
                  <a:gd name="connsiteY1" fmla="*/ 21165 h 41981"/>
                  <a:gd name="connsiteX2" fmla="*/ 37421 w 41981"/>
                  <a:gd name="connsiteY2" fmla="*/ 21165 h 41981"/>
                  <a:gd name="connsiteX3" fmla="*/ 21230 w 41981"/>
                  <a:gd name="connsiteY3" fmla="*/ 37355 h 41981"/>
                  <a:gd name="connsiteX4" fmla="*/ 5040 w 41981"/>
                  <a:gd name="connsiteY4" fmla="*/ 21165 h 41981"/>
                  <a:gd name="connsiteX5" fmla="*/ 21230 w 41981"/>
                  <a:gd name="connsiteY5" fmla="*/ 4974 h 41981"/>
                  <a:gd name="connsiteX6" fmla="*/ 21230 w 41981"/>
                  <a:gd name="connsiteY6" fmla="*/ 174 h 41981"/>
                  <a:gd name="connsiteX7" fmla="*/ 240 w 41981"/>
                  <a:gd name="connsiteY7" fmla="*/ 21165 h 41981"/>
                  <a:gd name="connsiteX8" fmla="*/ 21230 w 41981"/>
                  <a:gd name="connsiteY8" fmla="*/ 42155 h 41981"/>
                  <a:gd name="connsiteX9" fmla="*/ 42221 w 41981"/>
                  <a:gd name="connsiteY9" fmla="*/ 21165 h 41981"/>
                  <a:gd name="connsiteX10" fmla="*/ 42221 w 41981"/>
                  <a:gd name="connsiteY10" fmla="*/ 21165 h 41981"/>
                  <a:gd name="connsiteX11" fmla="*/ 21230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74"/>
                    </a:moveTo>
                    <a:cubicBezTo>
                      <a:pt x="30172" y="4974"/>
                      <a:pt x="37421" y="12223"/>
                      <a:pt x="37421" y="21165"/>
                    </a:cubicBezTo>
                    <a:lnTo>
                      <a:pt x="37421" y="21165"/>
                    </a:lnTo>
                    <a:cubicBezTo>
                      <a:pt x="37421" y="30107"/>
                      <a:pt x="30172" y="37355"/>
                      <a:pt x="21230" y="37355"/>
                    </a:cubicBezTo>
                    <a:cubicBezTo>
                      <a:pt x="12289" y="37355"/>
                      <a:pt x="5040" y="30107"/>
                      <a:pt x="5040" y="21165"/>
                    </a:cubicBezTo>
                    <a:cubicBezTo>
                      <a:pt x="5040" y="12223"/>
                      <a:pt x="12289" y="4974"/>
                      <a:pt x="21230" y="4974"/>
                    </a:cubicBezTo>
                    <a:close/>
                    <a:moveTo>
                      <a:pt x="21230" y="174"/>
                    </a:moveTo>
                    <a:cubicBezTo>
                      <a:pt x="9638" y="174"/>
                      <a:pt x="240" y="9572"/>
                      <a:pt x="240" y="21165"/>
                    </a:cubicBezTo>
                    <a:cubicBezTo>
                      <a:pt x="240" y="32757"/>
                      <a:pt x="9638" y="42155"/>
                      <a:pt x="21230" y="42155"/>
                    </a:cubicBezTo>
                    <a:cubicBezTo>
                      <a:pt x="32823" y="42155"/>
                      <a:pt x="42221" y="32757"/>
                      <a:pt x="42221" y="21165"/>
                    </a:cubicBezTo>
                    <a:lnTo>
                      <a:pt x="42221" y="21165"/>
                    </a:lnTo>
                    <a:cubicBezTo>
                      <a:pt x="42221" y="9572"/>
                      <a:pt x="32823" y="174"/>
                      <a:pt x="21230" y="1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3" name="Freeform: Shape 4452">
                <a:extLst>
                  <a:ext uri="{FF2B5EF4-FFF2-40B4-BE49-F238E27FC236}">
                    <a16:creationId xmlns:a16="http://schemas.microsoft.com/office/drawing/2014/main" id="{0E6B2109-FB64-0088-402E-8D55C39C075F}"/>
                  </a:ext>
                </a:extLst>
              </p:cNvPr>
              <p:cNvSpPr/>
              <p:nvPr/>
            </p:nvSpPr>
            <p:spPr>
              <a:xfrm>
                <a:off x="1731620" y="7842659"/>
                <a:ext cx="37180" cy="37180"/>
              </a:xfrm>
              <a:custGeom>
                <a:avLst/>
                <a:gdLst>
                  <a:gd name="connsiteX0" fmla="*/ 37436 w 37180"/>
                  <a:gd name="connsiteY0" fmla="*/ 18750 h 37180"/>
                  <a:gd name="connsiteX1" fmla="*/ 18845 w 37180"/>
                  <a:gd name="connsiteY1" fmla="*/ 37340 h 37180"/>
                  <a:gd name="connsiteX2" fmla="*/ 255 w 37180"/>
                  <a:gd name="connsiteY2" fmla="*/ 18750 h 37180"/>
                  <a:gd name="connsiteX3" fmla="*/ 18845 w 37180"/>
                  <a:gd name="connsiteY3" fmla="*/ 160 h 37180"/>
                  <a:gd name="connsiteX4" fmla="*/ 37436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0"/>
                    </a:moveTo>
                    <a:cubicBezTo>
                      <a:pt x="37436" y="29017"/>
                      <a:pt x="29112" y="37340"/>
                      <a:pt x="18845" y="37340"/>
                    </a:cubicBezTo>
                    <a:cubicBezTo>
                      <a:pt x="8578" y="37340"/>
                      <a:pt x="255" y="29017"/>
                      <a:pt x="255" y="18750"/>
                    </a:cubicBezTo>
                    <a:cubicBezTo>
                      <a:pt x="255" y="8483"/>
                      <a:pt x="8578" y="160"/>
                      <a:pt x="18845" y="160"/>
                    </a:cubicBezTo>
                    <a:cubicBezTo>
                      <a:pt x="29112" y="160"/>
                      <a:pt x="37436" y="8483"/>
                      <a:pt x="37436" y="18750"/>
                    </a:cubicBezTo>
                    <a:close/>
                  </a:path>
                </a:pathLst>
              </a:custGeom>
              <a:solidFill>
                <a:srgbClr val="6FF76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4" name="Freeform: Shape 4453">
                <a:extLst>
                  <a:ext uri="{FF2B5EF4-FFF2-40B4-BE49-F238E27FC236}">
                    <a16:creationId xmlns:a16="http://schemas.microsoft.com/office/drawing/2014/main" id="{725DA6BC-2B8C-4883-7CFD-CE6391860E76}"/>
                  </a:ext>
                </a:extLst>
              </p:cNvPr>
              <p:cNvSpPr/>
              <p:nvPr/>
            </p:nvSpPr>
            <p:spPr>
              <a:xfrm>
                <a:off x="1729220" y="7840259"/>
                <a:ext cx="41981" cy="41981"/>
              </a:xfrm>
              <a:custGeom>
                <a:avLst/>
                <a:gdLst>
                  <a:gd name="connsiteX0" fmla="*/ 21245 w 41981"/>
                  <a:gd name="connsiteY0" fmla="*/ 4960 h 41981"/>
                  <a:gd name="connsiteX1" fmla="*/ 37436 w 41981"/>
                  <a:gd name="connsiteY1" fmla="*/ 21150 h 41981"/>
                  <a:gd name="connsiteX2" fmla="*/ 37436 w 41981"/>
                  <a:gd name="connsiteY2" fmla="*/ 21150 h 41981"/>
                  <a:gd name="connsiteX3" fmla="*/ 21245 w 41981"/>
                  <a:gd name="connsiteY3" fmla="*/ 37340 h 41981"/>
                  <a:gd name="connsiteX4" fmla="*/ 5055 w 41981"/>
                  <a:gd name="connsiteY4" fmla="*/ 21150 h 41981"/>
                  <a:gd name="connsiteX5" fmla="*/ 21245 w 41981"/>
                  <a:gd name="connsiteY5" fmla="*/ 4960 h 41981"/>
                  <a:gd name="connsiteX6" fmla="*/ 21245 w 41981"/>
                  <a:gd name="connsiteY6" fmla="*/ 160 h 41981"/>
                  <a:gd name="connsiteX7" fmla="*/ 255 w 41981"/>
                  <a:gd name="connsiteY7" fmla="*/ 21150 h 41981"/>
                  <a:gd name="connsiteX8" fmla="*/ 21245 w 41981"/>
                  <a:gd name="connsiteY8" fmla="*/ 42141 h 41981"/>
                  <a:gd name="connsiteX9" fmla="*/ 42236 w 41981"/>
                  <a:gd name="connsiteY9" fmla="*/ 21150 h 41981"/>
                  <a:gd name="connsiteX10" fmla="*/ 42236 w 41981"/>
                  <a:gd name="connsiteY10" fmla="*/ 21150 h 41981"/>
                  <a:gd name="connsiteX11" fmla="*/ 21245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0"/>
                    </a:moveTo>
                    <a:cubicBezTo>
                      <a:pt x="30187" y="4960"/>
                      <a:pt x="37436" y="12208"/>
                      <a:pt x="37436" y="21150"/>
                    </a:cubicBezTo>
                    <a:lnTo>
                      <a:pt x="37436" y="21150"/>
                    </a:lnTo>
                    <a:cubicBezTo>
                      <a:pt x="37436" y="30092"/>
                      <a:pt x="30187" y="37340"/>
                      <a:pt x="21245" y="37340"/>
                    </a:cubicBezTo>
                    <a:cubicBezTo>
                      <a:pt x="12304" y="37340"/>
                      <a:pt x="5055" y="30092"/>
                      <a:pt x="5055" y="21150"/>
                    </a:cubicBezTo>
                    <a:cubicBezTo>
                      <a:pt x="5055" y="12208"/>
                      <a:pt x="12304" y="4960"/>
                      <a:pt x="21245" y="4960"/>
                    </a:cubicBezTo>
                    <a:close/>
                    <a:moveTo>
                      <a:pt x="21245" y="160"/>
                    </a:moveTo>
                    <a:cubicBezTo>
                      <a:pt x="9653" y="160"/>
                      <a:pt x="255" y="9558"/>
                      <a:pt x="255" y="21150"/>
                    </a:cubicBezTo>
                    <a:cubicBezTo>
                      <a:pt x="255" y="32743"/>
                      <a:pt x="9653" y="42141"/>
                      <a:pt x="21245" y="42141"/>
                    </a:cubicBezTo>
                    <a:cubicBezTo>
                      <a:pt x="32838" y="42141"/>
                      <a:pt x="42236" y="32743"/>
                      <a:pt x="42236" y="21150"/>
                    </a:cubicBezTo>
                    <a:lnTo>
                      <a:pt x="42236" y="21150"/>
                    </a:lnTo>
                    <a:cubicBezTo>
                      <a:pt x="42236" y="9558"/>
                      <a:pt x="32838" y="160"/>
                      <a:pt x="21245"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5" name="Freeform: Shape 4454">
                <a:extLst>
                  <a:ext uri="{FF2B5EF4-FFF2-40B4-BE49-F238E27FC236}">
                    <a16:creationId xmlns:a16="http://schemas.microsoft.com/office/drawing/2014/main" id="{8E492D69-C65D-90AA-F4F1-85C0CD825433}"/>
                  </a:ext>
                </a:extLst>
              </p:cNvPr>
              <p:cNvSpPr/>
              <p:nvPr/>
            </p:nvSpPr>
            <p:spPr>
              <a:xfrm>
                <a:off x="2138950" y="7691143"/>
                <a:ext cx="37180" cy="37180"/>
              </a:xfrm>
              <a:custGeom>
                <a:avLst/>
                <a:gdLst>
                  <a:gd name="connsiteX0" fmla="*/ 37506 w 37180"/>
                  <a:gd name="connsiteY0" fmla="*/ 18724 h 37180"/>
                  <a:gd name="connsiteX1" fmla="*/ 18916 w 37180"/>
                  <a:gd name="connsiteY1" fmla="*/ 37314 h 37180"/>
                  <a:gd name="connsiteX2" fmla="*/ 326 w 37180"/>
                  <a:gd name="connsiteY2" fmla="*/ 18724 h 37180"/>
                  <a:gd name="connsiteX3" fmla="*/ 18916 w 37180"/>
                  <a:gd name="connsiteY3" fmla="*/ 133 h 37180"/>
                  <a:gd name="connsiteX4" fmla="*/ 37506 w 37180"/>
                  <a:gd name="connsiteY4" fmla="*/ 1872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6" y="18724"/>
                    </a:moveTo>
                    <a:cubicBezTo>
                      <a:pt x="37506" y="28991"/>
                      <a:pt x="29183" y="37314"/>
                      <a:pt x="18916" y="37314"/>
                    </a:cubicBezTo>
                    <a:cubicBezTo>
                      <a:pt x="8649" y="37314"/>
                      <a:pt x="326" y="28991"/>
                      <a:pt x="326" y="18724"/>
                    </a:cubicBezTo>
                    <a:cubicBezTo>
                      <a:pt x="326" y="8456"/>
                      <a:pt x="8649" y="133"/>
                      <a:pt x="18916" y="133"/>
                    </a:cubicBezTo>
                    <a:cubicBezTo>
                      <a:pt x="29183" y="133"/>
                      <a:pt x="37506" y="8456"/>
                      <a:pt x="37506" y="18724"/>
                    </a:cubicBezTo>
                    <a:close/>
                  </a:path>
                </a:pathLst>
              </a:custGeom>
              <a:solidFill>
                <a:srgbClr val="F7E8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6" name="Freeform: Shape 4455">
                <a:extLst>
                  <a:ext uri="{FF2B5EF4-FFF2-40B4-BE49-F238E27FC236}">
                    <a16:creationId xmlns:a16="http://schemas.microsoft.com/office/drawing/2014/main" id="{D37C3270-6C29-C008-F182-8A3AE287FC5C}"/>
                  </a:ext>
                </a:extLst>
              </p:cNvPr>
              <p:cNvSpPr/>
              <p:nvPr/>
            </p:nvSpPr>
            <p:spPr>
              <a:xfrm>
                <a:off x="2136550" y="7688742"/>
                <a:ext cx="41981" cy="41981"/>
              </a:xfrm>
              <a:custGeom>
                <a:avLst/>
                <a:gdLst>
                  <a:gd name="connsiteX0" fmla="*/ 21316 w 41981"/>
                  <a:gd name="connsiteY0" fmla="*/ 4934 h 41981"/>
                  <a:gd name="connsiteX1" fmla="*/ 37506 w 41981"/>
                  <a:gd name="connsiteY1" fmla="*/ 21124 h 41981"/>
                  <a:gd name="connsiteX2" fmla="*/ 37506 w 41981"/>
                  <a:gd name="connsiteY2" fmla="*/ 21124 h 41981"/>
                  <a:gd name="connsiteX3" fmla="*/ 21316 w 41981"/>
                  <a:gd name="connsiteY3" fmla="*/ 37314 h 41981"/>
                  <a:gd name="connsiteX4" fmla="*/ 5126 w 41981"/>
                  <a:gd name="connsiteY4" fmla="*/ 21124 h 41981"/>
                  <a:gd name="connsiteX5" fmla="*/ 21316 w 41981"/>
                  <a:gd name="connsiteY5" fmla="*/ 4934 h 41981"/>
                  <a:gd name="connsiteX6" fmla="*/ 21316 w 41981"/>
                  <a:gd name="connsiteY6" fmla="*/ 133 h 41981"/>
                  <a:gd name="connsiteX7" fmla="*/ 326 w 41981"/>
                  <a:gd name="connsiteY7" fmla="*/ 21124 h 41981"/>
                  <a:gd name="connsiteX8" fmla="*/ 21316 w 41981"/>
                  <a:gd name="connsiteY8" fmla="*/ 42114 h 41981"/>
                  <a:gd name="connsiteX9" fmla="*/ 42307 w 41981"/>
                  <a:gd name="connsiteY9" fmla="*/ 21124 h 41981"/>
                  <a:gd name="connsiteX10" fmla="*/ 42307 w 41981"/>
                  <a:gd name="connsiteY10" fmla="*/ 21124 h 41981"/>
                  <a:gd name="connsiteX11" fmla="*/ 21316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6" y="4934"/>
                    </a:moveTo>
                    <a:cubicBezTo>
                      <a:pt x="30258" y="4934"/>
                      <a:pt x="37506" y="12182"/>
                      <a:pt x="37506" y="21124"/>
                    </a:cubicBezTo>
                    <a:lnTo>
                      <a:pt x="37506" y="21124"/>
                    </a:lnTo>
                    <a:cubicBezTo>
                      <a:pt x="37506" y="30066"/>
                      <a:pt x="30258" y="37314"/>
                      <a:pt x="21316" y="37314"/>
                    </a:cubicBezTo>
                    <a:cubicBezTo>
                      <a:pt x="12374" y="37314"/>
                      <a:pt x="5126" y="30066"/>
                      <a:pt x="5126" y="21124"/>
                    </a:cubicBezTo>
                    <a:cubicBezTo>
                      <a:pt x="5126" y="12182"/>
                      <a:pt x="12374" y="4934"/>
                      <a:pt x="21316" y="4934"/>
                    </a:cubicBezTo>
                    <a:close/>
                    <a:moveTo>
                      <a:pt x="21316" y="133"/>
                    </a:moveTo>
                    <a:cubicBezTo>
                      <a:pt x="9724" y="133"/>
                      <a:pt x="326" y="9531"/>
                      <a:pt x="326" y="21124"/>
                    </a:cubicBezTo>
                    <a:cubicBezTo>
                      <a:pt x="326" y="32716"/>
                      <a:pt x="9724" y="42114"/>
                      <a:pt x="21316" y="42114"/>
                    </a:cubicBezTo>
                    <a:cubicBezTo>
                      <a:pt x="32909" y="42114"/>
                      <a:pt x="42307" y="32716"/>
                      <a:pt x="42307" y="21124"/>
                    </a:cubicBezTo>
                    <a:lnTo>
                      <a:pt x="42307" y="21124"/>
                    </a:lnTo>
                    <a:cubicBezTo>
                      <a:pt x="42307" y="9531"/>
                      <a:pt x="32909" y="133"/>
                      <a:pt x="21316" y="13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7" name="Freeform: Shape 4456">
                <a:extLst>
                  <a:ext uri="{FF2B5EF4-FFF2-40B4-BE49-F238E27FC236}">
                    <a16:creationId xmlns:a16="http://schemas.microsoft.com/office/drawing/2014/main" id="{65FDFE01-F992-F108-9B9B-5453D543FA45}"/>
                  </a:ext>
                </a:extLst>
              </p:cNvPr>
              <p:cNvSpPr/>
              <p:nvPr/>
            </p:nvSpPr>
            <p:spPr>
              <a:xfrm>
                <a:off x="2032171" y="7129687"/>
                <a:ext cx="37180" cy="37180"/>
              </a:xfrm>
              <a:custGeom>
                <a:avLst/>
                <a:gdLst>
                  <a:gd name="connsiteX0" fmla="*/ 37488 w 37180"/>
                  <a:gd name="connsiteY0" fmla="*/ 18626 h 37180"/>
                  <a:gd name="connsiteX1" fmla="*/ 18897 w 37180"/>
                  <a:gd name="connsiteY1" fmla="*/ 37217 h 37180"/>
                  <a:gd name="connsiteX2" fmla="*/ 307 w 37180"/>
                  <a:gd name="connsiteY2" fmla="*/ 18626 h 37180"/>
                  <a:gd name="connsiteX3" fmla="*/ 18897 w 37180"/>
                  <a:gd name="connsiteY3" fmla="*/ 36 h 37180"/>
                  <a:gd name="connsiteX4" fmla="*/ 37488 w 37180"/>
                  <a:gd name="connsiteY4" fmla="*/ 186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8" y="18626"/>
                    </a:moveTo>
                    <a:cubicBezTo>
                      <a:pt x="37488" y="28893"/>
                      <a:pt x="29165" y="37217"/>
                      <a:pt x="18897" y="37217"/>
                    </a:cubicBezTo>
                    <a:cubicBezTo>
                      <a:pt x="8630" y="37217"/>
                      <a:pt x="307" y="28893"/>
                      <a:pt x="307" y="18626"/>
                    </a:cubicBezTo>
                    <a:cubicBezTo>
                      <a:pt x="307" y="8359"/>
                      <a:pt x="8630" y="36"/>
                      <a:pt x="18897" y="36"/>
                    </a:cubicBezTo>
                    <a:cubicBezTo>
                      <a:pt x="29165" y="36"/>
                      <a:pt x="37488" y="8359"/>
                      <a:pt x="37488" y="18626"/>
                    </a:cubicBezTo>
                    <a:close/>
                  </a:path>
                </a:pathLst>
              </a:custGeom>
              <a:solidFill>
                <a:srgbClr val="0FF70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8" name="Freeform: Shape 4457">
                <a:extLst>
                  <a:ext uri="{FF2B5EF4-FFF2-40B4-BE49-F238E27FC236}">
                    <a16:creationId xmlns:a16="http://schemas.microsoft.com/office/drawing/2014/main" id="{0B8E11F0-5A3C-2EA5-1FEA-F815B03939C5}"/>
                  </a:ext>
                </a:extLst>
              </p:cNvPr>
              <p:cNvSpPr/>
              <p:nvPr/>
            </p:nvSpPr>
            <p:spPr>
              <a:xfrm>
                <a:off x="2029771" y="7127287"/>
                <a:ext cx="41981" cy="41981"/>
              </a:xfrm>
              <a:custGeom>
                <a:avLst/>
                <a:gdLst>
                  <a:gd name="connsiteX0" fmla="*/ 21298 w 41981"/>
                  <a:gd name="connsiteY0" fmla="*/ 4836 h 41981"/>
                  <a:gd name="connsiteX1" fmla="*/ 37488 w 41981"/>
                  <a:gd name="connsiteY1" fmla="*/ 21026 h 41981"/>
                  <a:gd name="connsiteX2" fmla="*/ 37488 w 41981"/>
                  <a:gd name="connsiteY2" fmla="*/ 21026 h 41981"/>
                  <a:gd name="connsiteX3" fmla="*/ 21298 w 41981"/>
                  <a:gd name="connsiteY3" fmla="*/ 37217 h 41981"/>
                  <a:gd name="connsiteX4" fmla="*/ 5107 w 41981"/>
                  <a:gd name="connsiteY4" fmla="*/ 21026 h 41981"/>
                  <a:gd name="connsiteX5" fmla="*/ 21298 w 41981"/>
                  <a:gd name="connsiteY5" fmla="*/ 4836 h 41981"/>
                  <a:gd name="connsiteX6" fmla="*/ 21298 w 41981"/>
                  <a:gd name="connsiteY6" fmla="*/ 36 h 41981"/>
                  <a:gd name="connsiteX7" fmla="*/ 307 w 41981"/>
                  <a:gd name="connsiteY7" fmla="*/ 21026 h 41981"/>
                  <a:gd name="connsiteX8" fmla="*/ 21298 w 41981"/>
                  <a:gd name="connsiteY8" fmla="*/ 42017 h 41981"/>
                  <a:gd name="connsiteX9" fmla="*/ 42288 w 41981"/>
                  <a:gd name="connsiteY9" fmla="*/ 21026 h 41981"/>
                  <a:gd name="connsiteX10" fmla="*/ 42288 w 41981"/>
                  <a:gd name="connsiteY10" fmla="*/ 21026 h 41981"/>
                  <a:gd name="connsiteX11" fmla="*/ 21298 w 41981"/>
                  <a:gd name="connsiteY11" fmla="*/ 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8" y="4836"/>
                    </a:moveTo>
                    <a:cubicBezTo>
                      <a:pt x="30239" y="4836"/>
                      <a:pt x="37488" y="12085"/>
                      <a:pt x="37488" y="21026"/>
                    </a:cubicBezTo>
                    <a:lnTo>
                      <a:pt x="37488" y="21026"/>
                    </a:lnTo>
                    <a:cubicBezTo>
                      <a:pt x="37488" y="29968"/>
                      <a:pt x="30239" y="37217"/>
                      <a:pt x="21298" y="37217"/>
                    </a:cubicBezTo>
                    <a:cubicBezTo>
                      <a:pt x="12356" y="37217"/>
                      <a:pt x="5107" y="29968"/>
                      <a:pt x="5107" y="21026"/>
                    </a:cubicBezTo>
                    <a:cubicBezTo>
                      <a:pt x="5107" y="12085"/>
                      <a:pt x="12356" y="4836"/>
                      <a:pt x="21298" y="4836"/>
                    </a:cubicBezTo>
                    <a:close/>
                    <a:moveTo>
                      <a:pt x="21298" y="36"/>
                    </a:moveTo>
                    <a:cubicBezTo>
                      <a:pt x="9705" y="36"/>
                      <a:pt x="307" y="9434"/>
                      <a:pt x="307" y="21026"/>
                    </a:cubicBezTo>
                    <a:cubicBezTo>
                      <a:pt x="307" y="32619"/>
                      <a:pt x="9705" y="42017"/>
                      <a:pt x="21298" y="42017"/>
                    </a:cubicBezTo>
                    <a:cubicBezTo>
                      <a:pt x="32890" y="42017"/>
                      <a:pt x="42288" y="32619"/>
                      <a:pt x="42288" y="21026"/>
                    </a:cubicBezTo>
                    <a:lnTo>
                      <a:pt x="42288" y="21026"/>
                    </a:lnTo>
                    <a:cubicBezTo>
                      <a:pt x="42288" y="9434"/>
                      <a:pt x="32890" y="36"/>
                      <a:pt x="21298" y="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59" name="Freeform: Shape 4458">
                <a:extLst>
                  <a:ext uri="{FF2B5EF4-FFF2-40B4-BE49-F238E27FC236}">
                    <a16:creationId xmlns:a16="http://schemas.microsoft.com/office/drawing/2014/main" id="{31B17853-11F4-6406-5AE9-F9CBCE294EBA}"/>
                  </a:ext>
                </a:extLst>
              </p:cNvPr>
              <p:cNvSpPr/>
              <p:nvPr/>
            </p:nvSpPr>
            <p:spPr>
              <a:xfrm>
                <a:off x="2130310" y="7625709"/>
                <a:ext cx="37180" cy="37180"/>
              </a:xfrm>
              <a:custGeom>
                <a:avLst/>
                <a:gdLst>
                  <a:gd name="connsiteX0" fmla="*/ 37505 w 37180"/>
                  <a:gd name="connsiteY0" fmla="*/ 18712 h 37180"/>
                  <a:gd name="connsiteX1" fmla="*/ 18914 w 37180"/>
                  <a:gd name="connsiteY1" fmla="*/ 37303 h 37180"/>
                  <a:gd name="connsiteX2" fmla="*/ 324 w 37180"/>
                  <a:gd name="connsiteY2" fmla="*/ 18712 h 37180"/>
                  <a:gd name="connsiteX3" fmla="*/ 18914 w 37180"/>
                  <a:gd name="connsiteY3" fmla="*/ 122 h 37180"/>
                  <a:gd name="connsiteX4" fmla="*/ 37505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5" y="18712"/>
                    </a:moveTo>
                    <a:cubicBezTo>
                      <a:pt x="37505" y="28979"/>
                      <a:pt x="29182" y="37303"/>
                      <a:pt x="18914" y="37303"/>
                    </a:cubicBezTo>
                    <a:cubicBezTo>
                      <a:pt x="8647" y="37303"/>
                      <a:pt x="324" y="28979"/>
                      <a:pt x="324" y="18712"/>
                    </a:cubicBezTo>
                    <a:cubicBezTo>
                      <a:pt x="324" y="8445"/>
                      <a:pt x="8647" y="122"/>
                      <a:pt x="18914" y="122"/>
                    </a:cubicBezTo>
                    <a:cubicBezTo>
                      <a:pt x="29182" y="122"/>
                      <a:pt x="37505" y="8445"/>
                      <a:pt x="37505" y="18712"/>
                    </a:cubicBezTo>
                    <a:close/>
                  </a:path>
                </a:pathLst>
              </a:custGeom>
              <a:solidFill>
                <a:srgbClr val="F7CA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0" name="Freeform: Shape 4459">
                <a:extLst>
                  <a:ext uri="{FF2B5EF4-FFF2-40B4-BE49-F238E27FC236}">
                    <a16:creationId xmlns:a16="http://schemas.microsoft.com/office/drawing/2014/main" id="{C6C87953-CE92-BDFC-7653-53530863A481}"/>
                  </a:ext>
                </a:extLst>
              </p:cNvPr>
              <p:cNvSpPr/>
              <p:nvPr/>
            </p:nvSpPr>
            <p:spPr>
              <a:xfrm>
                <a:off x="2127910" y="7623309"/>
                <a:ext cx="41981" cy="41981"/>
              </a:xfrm>
              <a:custGeom>
                <a:avLst/>
                <a:gdLst>
                  <a:gd name="connsiteX0" fmla="*/ 21315 w 41981"/>
                  <a:gd name="connsiteY0" fmla="*/ 4922 h 41981"/>
                  <a:gd name="connsiteX1" fmla="*/ 37505 w 41981"/>
                  <a:gd name="connsiteY1" fmla="*/ 21112 h 41981"/>
                  <a:gd name="connsiteX2" fmla="*/ 37505 w 41981"/>
                  <a:gd name="connsiteY2" fmla="*/ 21112 h 41981"/>
                  <a:gd name="connsiteX3" fmla="*/ 21315 w 41981"/>
                  <a:gd name="connsiteY3" fmla="*/ 37303 h 41981"/>
                  <a:gd name="connsiteX4" fmla="*/ 5124 w 41981"/>
                  <a:gd name="connsiteY4" fmla="*/ 21112 h 41981"/>
                  <a:gd name="connsiteX5" fmla="*/ 21315 w 41981"/>
                  <a:gd name="connsiteY5" fmla="*/ 4922 h 41981"/>
                  <a:gd name="connsiteX6" fmla="*/ 21315 w 41981"/>
                  <a:gd name="connsiteY6" fmla="*/ 122 h 41981"/>
                  <a:gd name="connsiteX7" fmla="*/ 324 w 41981"/>
                  <a:gd name="connsiteY7" fmla="*/ 21112 h 41981"/>
                  <a:gd name="connsiteX8" fmla="*/ 21315 w 41981"/>
                  <a:gd name="connsiteY8" fmla="*/ 42103 h 41981"/>
                  <a:gd name="connsiteX9" fmla="*/ 42305 w 41981"/>
                  <a:gd name="connsiteY9" fmla="*/ 21112 h 41981"/>
                  <a:gd name="connsiteX10" fmla="*/ 42305 w 41981"/>
                  <a:gd name="connsiteY10" fmla="*/ 21112 h 41981"/>
                  <a:gd name="connsiteX11" fmla="*/ 21315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5" y="4922"/>
                    </a:moveTo>
                    <a:cubicBezTo>
                      <a:pt x="30256" y="4922"/>
                      <a:pt x="37505" y="12171"/>
                      <a:pt x="37505" y="21112"/>
                    </a:cubicBezTo>
                    <a:lnTo>
                      <a:pt x="37505" y="21112"/>
                    </a:lnTo>
                    <a:cubicBezTo>
                      <a:pt x="37505" y="30054"/>
                      <a:pt x="30256" y="37303"/>
                      <a:pt x="21315" y="37303"/>
                    </a:cubicBezTo>
                    <a:cubicBezTo>
                      <a:pt x="12373" y="37303"/>
                      <a:pt x="5124" y="30054"/>
                      <a:pt x="5124" y="21112"/>
                    </a:cubicBezTo>
                    <a:cubicBezTo>
                      <a:pt x="5124" y="12171"/>
                      <a:pt x="12373" y="4922"/>
                      <a:pt x="21315" y="4922"/>
                    </a:cubicBezTo>
                    <a:close/>
                    <a:moveTo>
                      <a:pt x="21315" y="122"/>
                    </a:moveTo>
                    <a:cubicBezTo>
                      <a:pt x="9722" y="122"/>
                      <a:pt x="324" y="9520"/>
                      <a:pt x="324" y="21112"/>
                    </a:cubicBezTo>
                    <a:cubicBezTo>
                      <a:pt x="324" y="32705"/>
                      <a:pt x="9722" y="42103"/>
                      <a:pt x="21315" y="42103"/>
                    </a:cubicBezTo>
                    <a:cubicBezTo>
                      <a:pt x="32907" y="42103"/>
                      <a:pt x="42305" y="32705"/>
                      <a:pt x="42305" y="21112"/>
                    </a:cubicBezTo>
                    <a:lnTo>
                      <a:pt x="42305" y="21112"/>
                    </a:lnTo>
                    <a:cubicBezTo>
                      <a:pt x="42305" y="9520"/>
                      <a:pt x="32907" y="122"/>
                      <a:pt x="21315" y="12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1" name="Freeform: Shape 4460">
                <a:extLst>
                  <a:ext uri="{FF2B5EF4-FFF2-40B4-BE49-F238E27FC236}">
                    <a16:creationId xmlns:a16="http://schemas.microsoft.com/office/drawing/2014/main" id="{349327B8-1EE1-AA96-0EF3-7853BCFB313F}"/>
                  </a:ext>
                </a:extLst>
              </p:cNvPr>
              <p:cNvSpPr/>
              <p:nvPr/>
            </p:nvSpPr>
            <p:spPr>
              <a:xfrm>
                <a:off x="1755311" y="7866512"/>
                <a:ext cx="37180" cy="37180"/>
              </a:xfrm>
              <a:custGeom>
                <a:avLst/>
                <a:gdLst>
                  <a:gd name="connsiteX0" fmla="*/ 37440 w 37180"/>
                  <a:gd name="connsiteY0" fmla="*/ 18754 h 37180"/>
                  <a:gd name="connsiteX1" fmla="*/ 18849 w 37180"/>
                  <a:gd name="connsiteY1" fmla="*/ 37344 h 37180"/>
                  <a:gd name="connsiteX2" fmla="*/ 259 w 37180"/>
                  <a:gd name="connsiteY2" fmla="*/ 18754 h 37180"/>
                  <a:gd name="connsiteX3" fmla="*/ 18849 w 37180"/>
                  <a:gd name="connsiteY3" fmla="*/ 164 h 37180"/>
                  <a:gd name="connsiteX4" fmla="*/ 37440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4"/>
                    </a:moveTo>
                    <a:cubicBezTo>
                      <a:pt x="37440" y="29021"/>
                      <a:pt x="29117" y="37344"/>
                      <a:pt x="18849" y="37344"/>
                    </a:cubicBezTo>
                    <a:cubicBezTo>
                      <a:pt x="8582" y="37344"/>
                      <a:pt x="259" y="29021"/>
                      <a:pt x="259" y="18754"/>
                    </a:cubicBezTo>
                    <a:cubicBezTo>
                      <a:pt x="259" y="8487"/>
                      <a:pt x="8582" y="164"/>
                      <a:pt x="18849" y="164"/>
                    </a:cubicBezTo>
                    <a:cubicBezTo>
                      <a:pt x="29117" y="164"/>
                      <a:pt x="37440" y="8487"/>
                      <a:pt x="37440" y="18754"/>
                    </a:cubicBezTo>
                    <a:close/>
                  </a:path>
                </a:pathLst>
              </a:custGeom>
              <a:solidFill>
                <a:srgbClr val="F0F7F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2" name="Freeform: Shape 4461">
                <a:extLst>
                  <a:ext uri="{FF2B5EF4-FFF2-40B4-BE49-F238E27FC236}">
                    <a16:creationId xmlns:a16="http://schemas.microsoft.com/office/drawing/2014/main" id="{FC4F257B-0CA7-8FFB-706A-19EA46BAAEBE}"/>
                  </a:ext>
                </a:extLst>
              </p:cNvPr>
              <p:cNvSpPr/>
              <p:nvPr/>
            </p:nvSpPr>
            <p:spPr>
              <a:xfrm>
                <a:off x="1752911" y="7864111"/>
                <a:ext cx="41981" cy="41981"/>
              </a:xfrm>
              <a:custGeom>
                <a:avLst/>
                <a:gdLst>
                  <a:gd name="connsiteX0" fmla="*/ 21250 w 41981"/>
                  <a:gd name="connsiteY0" fmla="*/ 4964 h 41981"/>
                  <a:gd name="connsiteX1" fmla="*/ 37440 w 41981"/>
                  <a:gd name="connsiteY1" fmla="*/ 21154 h 41981"/>
                  <a:gd name="connsiteX2" fmla="*/ 37440 w 41981"/>
                  <a:gd name="connsiteY2" fmla="*/ 21154 h 41981"/>
                  <a:gd name="connsiteX3" fmla="*/ 21250 w 41981"/>
                  <a:gd name="connsiteY3" fmla="*/ 37345 h 41981"/>
                  <a:gd name="connsiteX4" fmla="*/ 5059 w 41981"/>
                  <a:gd name="connsiteY4" fmla="*/ 21154 h 41981"/>
                  <a:gd name="connsiteX5" fmla="*/ 21250 w 41981"/>
                  <a:gd name="connsiteY5" fmla="*/ 4964 h 41981"/>
                  <a:gd name="connsiteX6" fmla="*/ 21250 w 41981"/>
                  <a:gd name="connsiteY6" fmla="*/ 164 h 41981"/>
                  <a:gd name="connsiteX7" fmla="*/ 259 w 41981"/>
                  <a:gd name="connsiteY7" fmla="*/ 21154 h 41981"/>
                  <a:gd name="connsiteX8" fmla="*/ 21250 w 41981"/>
                  <a:gd name="connsiteY8" fmla="*/ 42145 h 41981"/>
                  <a:gd name="connsiteX9" fmla="*/ 42240 w 41981"/>
                  <a:gd name="connsiteY9" fmla="*/ 21154 h 41981"/>
                  <a:gd name="connsiteX10" fmla="*/ 42240 w 41981"/>
                  <a:gd name="connsiteY10" fmla="*/ 21154 h 41981"/>
                  <a:gd name="connsiteX11" fmla="*/ 21250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4"/>
                    </a:moveTo>
                    <a:cubicBezTo>
                      <a:pt x="30191" y="4964"/>
                      <a:pt x="37440" y="12212"/>
                      <a:pt x="37440" y="21154"/>
                    </a:cubicBezTo>
                    <a:lnTo>
                      <a:pt x="37440" y="21154"/>
                    </a:lnTo>
                    <a:cubicBezTo>
                      <a:pt x="37440" y="30096"/>
                      <a:pt x="30191" y="37345"/>
                      <a:pt x="21250" y="37345"/>
                    </a:cubicBezTo>
                    <a:cubicBezTo>
                      <a:pt x="12308" y="37345"/>
                      <a:pt x="5059" y="30096"/>
                      <a:pt x="5059" y="21154"/>
                    </a:cubicBezTo>
                    <a:cubicBezTo>
                      <a:pt x="5059" y="12212"/>
                      <a:pt x="12308" y="4964"/>
                      <a:pt x="21250" y="4964"/>
                    </a:cubicBezTo>
                    <a:close/>
                    <a:moveTo>
                      <a:pt x="21250" y="164"/>
                    </a:moveTo>
                    <a:cubicBezTo>
                      <a:pt x="9657" y="164"/>
                      <a:pt x="259" y="9562"/>
                      <a:pt x="259" y="21154"/>
                    </a:cubicBezTo>
                    <a:cubicBezTo>
                      <a:pt x="259" y="32747"/>
                      <a:pt x="9657" y="42145"/>
                      <a:pt x="21250" y="42145"/>
                    </a:cubicBezTo>
                    <a:cubicBezTo>
                      <a:pt x="32842" y="42145"/>
                      <a:pt x="42240" y="32747"/>
                      <a:pt x="42240" y="21154"/>
                    </a:cubicBezTo>
                    <a:lnTo>
                      <a:pt x="42240" y="21154"/>
                    </a:lnTo>
                    <a:cubicBezTo>
                      <a:pt x="42240" y="9562"/>
                      <a:pt x="32842" y="164"/>
                      <a:pt x="21250"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3" name="Freeform: Shape 4462">
                <a:extLst>
                  <a:ext uri="{FF2B5EF4-FFF2-40B4-BE49-F238E27FC236}">
                    <a16:creationId xmlns:a16="http://schemas.microsoft.com/office/drawing/2014/main" id="{63D8DD67-18EE-D616-4A70-B08E9D940AB1}"/>
                  </a:ext>
                </a:extLst>
              </p:cNvPr>
              <p:cNvSpPr/>
              <p:nvPr/>
            </p:nvSpPr>
            <p:spPr>
              <a:xfrm>
                <a:off x="1902709" y="7580729"/>
                <a:ext cx="37180" cy="37180"/>
              </a:xfrm>
              <a:custGeom>
                <a:avLst/>
                <a:gdLst>
                  <a:gd name="connsiteX0" fmla="*/ 37465 w 37180"/>
                  <a:gd name="connsiteY0" fmla="*/ 18704 h 37180"/>
                  <a:gd name="connsiteX1" fmla="*/ 18875 w 37180"/>
                  <a:gd name="connsiteY1" fmla="*/ 37295 h 37180"/>
                  <a:gd name="connsiteX2" fmla="*/ 285 w 37180"/>
                  <a:gd name="connsiteY2" fmla="*/ 18704 h 37180"/>
                  <a:gd name="connsiteX3" fmla="*/ 18875 w 37180"/>
                  <a:gd name="connsiteY3" fmla="*/ 114 h 37180"/>
                  <a:gd name="connsiteX4" fmla="*/ 37465 w 37180"/>
                  <a:gd name="connsiteY4" fmla="*/ 187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04"/>
                    </a:moveTo>
                    <a:cubicBezTo>
                      <a:pt x="37465" y="28972"/>
                      <a:pt x="29142" y="37295"/>
                      <a:pt x="18875" y="37295"/>
                    </a:cubicBezTo>
                    <a:cubicBezTo>
                      <a:pt x="8608" y="37295"/>
                      <a:pt x="285" y="28972"/>
                      <a:pt x="285" y="18704"/>
                    </a:cubicBezTo>
                    <a:cubicBezTo>
                      <a:pt x="285" y="8437"/>
                      <a:pt x="8608" y="114"/>
                      <a:pt x="18875" y="114"/>
                    </a:cubicBezTo>
                    <a:cubicBezTo>
                      <a:pt x="29142" y="114"/>
                      <a:pt x="37465" y="8437"/>
                      <a:pt x="37465" y="18704"/>
                    </a:cubicBezTo>
                    <a:close/>
                  </a:path>
                </a:pathLst>
              </a:custGeom>
              <a:solidFill>
                <a:srgbClr val="DBF7D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4" name="Freeform: Shape 4463">
                <a:extLst>
                  <a:ext uri="{FF2B5EF4-FFF2-40B4-BE49-F238E27FC236}">
                    <a16:creationId xmlns:a16="http://schemas.microsoft.com/office/drawing/2014/main" id="{ED468912-7A2E-7B95-535F-07C8E7850387}"/>
                  </a:ext>
                </a:extLst>
              </p:cNvPr>
              <p:cNvSpPr/>
              <p:nvPr/>
            </p:nvSpPr>
            <p:spPr>
              <a:xfrm>
                <a:off x="1900309" y="7578329"/>
                <a:ext cx="41981" cy="41981"/>
              </a:xfrm>
              <a:custGeom>
                <a:avLst/>
                <a:gdLst>
                  <a:gd name="connsiteX0" fmla="*/ 21275 w 41981"/>
                  <a:gd name="connsiteY0" fmla="*/ 4914 h 41981"/>
                  <a:gd name="connsiteX1" fmla="*/ 37465 w 41981"/>
                  <a:gd name="connsiteY1" fmla="*/ 21105 h 41981"/>
                  <a:gd name="connsiteX2" fmla="*/ 37465 w 41981"/>
                  <a:gd name="connsiteY2" fmla="*/ 21105 h 41981"/>
                  <a:gd name="connsiteX3" fmla="*/ 21275 w 41981"/>
                  <a:gd name="connsiteY3" fmla="*/ 37295 h 41981"/>
                  <a:gd name="connsiteX4" fmla="*/ 5085 w 41981"/>
                  <a:gd name="connsiteY4" fmla="*/ 21105 h 41981"/>
                  <a:gd name="connsiteX5" fmla="*/ 21275 w 41981"/>
                  <a:gd name="connsiteY5" fmla="*/ 4914 h 41981"/>
                  <a:gd name="connsiteX6" fmla="*/ 21275 w 41981"/>
                  <a:gd name="connsiteY6" fmla="*/ 114 h 41981"/>
                  <a:gd name="connsiteX7" fmla="*/ 285 w 41981"/>
                  <a:gd name="connsiteY7" fmla="*/ 21105 h 41981"/>
                  <a:gd name="connsiteX8" fmla="*/ 21275 w 41981"/>
                  <a:gd name="connsiteY8" fmla="*/ 42095 h 41981"/>
                  <a:gd name="connsiteX9" fmla="*/ 42266 w 41981"/>
                  <a:gd name="connsiteY9" fmla="*/ 21105 h 41981"/>
                  <a:gd name="connsiteX10" fmla="*/ 42266 w 41981"/>
                  <a:gd name="connsiteY10" fmla="*/ 21105 h 41981"/>
                  <a:gd name="connsiteX11" fmla="*/ 21275 w 41981"/>
                  <a:gd name="connsiteY11" fmla="*/ 1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14"/>
                    </a:moveTo>
                    <a:cubicBezTo>
                      <a:pt x="30217" y="4914"/>
                      <a:pt x="37465" y="12163"/>
                      <a:pt x="37465" y="21105"/>
                    </a:cubicBezTo>
                    <a:lnTo>
                      <a:pt x="37465" y="21105"/>
                    </a:lnTo>
                    <a:cubicBezTo>
                      <a:pt x="37465" y="30047"/>
                      <a:pt x="30217" y="37295"/>
                      <a:pt x="21275" y="37295"/>
                    </a:cubicBezTo>
                    <a:cubicBezTo>
                      <a:pt x="12333" y="37295"/>
                      <a:pt x="5085" y="30047"/>
                      <a:pt x="5085" y="21105"/>
                    </a:cubicBezTo>
                    <a:cubicBezTo>
                      <a:pt x="5085" y="12163"/>
                      <a:pt x="12333" y="4914"/>
                      <a:pt x="21275" y="4914"/>
                    </a:cubicBezTo>
                    <a:close/>
                    <a:moveTo>
                      <a:pt x="21275" y="114"/>
                    </a:moveTo>
                    <a:cubicBezTo>
                      <a:pt x="9683" y="114"/>
                      <a:pt x="285" y="9512"/>
                      <a:pt x="285" y="21105"/>
                    </a:cubicBezTo>
                    <a:cubicBezTo>
                      <a:pt x="285" y="32697"/>
                      <a:pt x="9683" y="42095"/>
                      <a:pt x="21275" y="42095"/>
                    </a:cubicBezTo>
                    <a:cubicBezTo>
                      <a:pt x="32868" y="42095"/>
                      <a:pt x="42266" y="32697"/>
                      <a:pt x="42266" y="21105"/>
                    </a:cubicBezTo>
                    <a:lnTo>
                      <a:pt x="42266" y="21105"/>
                    </a:lnTo>
                    <a:cubicBezTo>
                      <a:pt x="42266" y="9512"/>
                      <a:pt x="32868" y="114"/>
                      <a:pt x="21275" y="11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5" name="Freeform: Shape 4464">
                <a:extLst>
                  <a:ext uri="{FF2B5EF4-FFF2-40B4-BE49-F238E27FC236}">
                    <a16:creationId xmlns:a16="http://schemas.microsoft.com/office/drawing/2014/main" id="{B7898A3F-43B7-59D0-6BBC-3E1C47290789}"/>
                  </a:ext>
                </a:extLst>
              </p:cNvPr>
              <p:cNvSpPr/>
              <p:nvPr/>
            </p:nvSpPr>
            <p:spPr>
              <a:xfrm>
                <a:off x="1983096" y="7489550"/>
                <a:ext cx="37180" cy="37180"/>
              </a:xfrm>
              <a:custGeom>
                <a:avLst/>
                <a:gdLst>
                  <a:gd name="connsiteX0" fmla="*/ 37479 w 37180"/>
                  <a:gd name="connsiteY0" fmla="*/ 18689 h 37180"/>
                  <a:gd name="connsiteX1" fmla="*/ 18889 w 37180"/>
                  <a:gd name="connsiteY1" fmla="*/ 37279 h 37180"/>
                  <a:gd name="connsiteX2" fmla="*/ 298 w 37180"/>
                  <a:gd name="connsiteY2" fmla="*/ 18689 h 37180"/>
                  <a:gd name="connsiteX3" fmla="*/ 18889 w 37180"/>
                  <a:gd name="connsiteY3" fmla="*/ 98 h 37180"/>
                  <a:gd name="connsiteX4" fmla="*/ 37479 w 37180"/>
                  <a:gd name="connsiteY4" fmla="*/ 186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9" y="18689"/>
                    </a:moveTo>
                    <a:cubicBezTo>
                      <a:pt x="37479" y="28956"/>
                      <a:pt x="29156" y="37279"/>
                      <a:pt x="18889" y="37279"/>
                    </a:cubicBezTo>
                    <a:cubicBezTo>
                      <a:pt x="8622" y="37279"/>
                      <a:pt x="298" y="28956"/>
                      <a:pt x="298" y="18689"/>
                    </a:cubicBezTo>
                    <a:cubicBezTo>
                      <a:pt x="298" y="8421"/>
                      <a:pt x="8622" y="98"/>
                      <a:pt x="18889" y="98"/>
                    </a:cubicBezTo>
                    <a:cubicBezTo>
                      <a:pt x="29156" y="98"/>
                      <a:pt x="37479" y="8421"/>
                      <a:pt x="37479" y="18689"/>
                    </a:cubicBezTo>
                    <a:close/>
                  </a:path>
                </a:pathLst>
              </a:custGeom>
              <a:solidFill>
                <a:srgbClr val="D8F7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6" name="Freeform: Shape 4465">
                <a:extLst>
                  <a:ext uri="{FF2B5EF4-FFF2-40B4-BE49-F238E27FC236}">
                    <a16:creationId xmlns:a16="http://schemas.microsoft.com/office/drawing/2014/main" id="{D4A49F2F-DD8C-DADE-0A67-12608F322308}"/>
                  </a:ext>
                </a:extLst>
              </p:cNvPr>
              <p:cNvSpPr/>
              <p:nvPr/>
            </p:nvSpPr>
            <p:spPr>
              <a:xfrm>
                <a:off x="1980696" y="7487149"/>
                <a:ext cx="41981" cy="41981"/>
              </a:xfrm>
              <a:custGeom>
                <a:avLst/>
                <a:gdLst>
                  <a:gd name="connsiteX0" fmla="*/ 21289 w 41981"/>
                  <a:gd name="connsiteY0" fmla="*/ 4899 h 41981"/>
                  <a:gd name="connsiteX1" fmla="*/ 37479 w 41981"/>
                  <a:gd name="connsiteY1" fmla="*/ 21089 h 41981"/>
                  <a:gd name="connsiteX2" fmla="*/ 37479 w 41981"/>
                  <a:gd name="connsiteY2" fmla="*/ 21089 h 41981"/>
                  <a:gd name="connsiteX3" fmla="*/ 21289 w 41981"/>
                  <a:gd name="connsiteY3" fmla="*/ 37279 h 41981"/>
                  <a:gd name="connsiteX4" fmla="*/ 5099 w 41981"/>
                  <a:gd name="connsiteY4" fmla="*/ 21089 h 41981"/>
                  <a:gd name="connsiteX5" fmla="*/ 21289 w 41981"/>
                  <a:gd name="connsiteY5" fmla="*/ 4899 h 41981"/>
                  <a:gd name="connsiteX6" fmla="*/ 21289 w 41981"/>
                  <a:gd name="connsiteY6" fmla="*/ 98 h 41981"/>
                  <a:gd name="connsiteX7" fmla="*/ 298 w 41981"/>
                  <a:gd name="connsiteY7" fmla="*/ 21089 h 41981"/>
                  <a:gd name="connsiteX8" fmla="*/ 21289 w 41981"/>
                  <a:gd name="connsiteY8" fmla="*/ 42079 h 41981"/>
                  <a:gd name="connsiteX9" fmla="*/ 42280 w 41981"/>
                  <a:gd name="connsiteY9" fmla="*/ 21089 h 41981"/>
                  <a:gd name="connsiteX10" fmla="*/ 42280 w 41981"/>
                  <a:gd name="connsiteY10" fmla="*/ 21089 h 41981"/>
                  <a:gd name="connsiteX11" fmla="*/ 21289 w 41981"/>
                  <a:gd name="connsiteY11" fmla="*/ 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9" y="4899"/>
                    </a:moveTo>
                    <a:cubicBezTo>
                      <a:pt x="30231" y="4899"/>
                      <a:pt x="37479" y="12147"/>
                      <a:pt x="37479" y="21089"/>
                    </a:cubicBezTo>
                    <a:lnTo>
                      <a:pt x="37479" y="21089"/>
                    </a:lnTo>
                    <a:cubicBezTo>
                      <a:pt x="37479" y="30031"/>
                      <a:pt x="30231" y="37279"/>
                      <a:pt x="21289" y="37279"/>
                    </a:cubicBezTo>
                    <a:cubicBezTo>
                      <a:pt x="12347" y="37279"/>
                      <a:pt x="5099" y="30031"/>
                      <a:pt x="5099" y="21089"/>
                    </a:cubicBezTo>
                    <a:cubicBezTo>
                      <a:pt x="5099" y="12147"/>
                      <a:pt x="12347" y="4899"/>
                      <a:pt x="21289" y="4899"/>
                    </a:cubicBezTo>
                    <a:close/>
                    <a:moveTo>
                      <a:pt x="21289" y="98"/>
                    </a:moveTo>
                    <a:cubicBezTo>
                      <a:pt x="9696" y="98"/>
                      <a:pt x="298" y="9496"/>
                      <a:pt x="298" y="21089"/>
                    </a:cubicBezTo>
                    <a:cubicBezTo>
                      <a:pt x="298" y="32681"/>
                      <a:pt x="9696" y="42079"/>
                      <a:pt x="21289" y="42079"/>
                    </a:cubicBezTo>
                    <a:cubicBezTo>
                      <a:pt x="32882" y="42079"/>
                      <a:pt x="42280" y="32681"/>
                      <a:pt x="42280" y="21089"/>
                    </a:cubicBezTo>
                    <a:lnTo>
                      <a:pt x="42280" y="21089"/>
                    </a:lnTo>
                    <a:cubicBezTo>
                      <a:pt x="42280" y="9496"/>
                      <a:pt x="32882" y="98"/>
                      <a:pt x="21289" y="9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7" name="Freeform: Shape 4466">
                <a:extLst>
                  <a:ext uri="{FF2B5EF4-FFF2-40B4-BE49-F238E27FC236}">
                    <a16:creationId xmlns:a16="http://schemas.microsoft.com/office/drawing/2014/main" id="{8C370595-ECE9-57EE-8047-043E857C2D16}"/>
                  </a:ext>
                </a:extLst>
              </p:cNvPr>
              <p:cNvSpPr/>
              <p:nvPr/>
            </p:nvSpPr>
            <p:spPr>
              <a:xfrm>
                <a:off x="1857424" y="7760090"/>
                <a:ext cx="37180" cy="37180"/>
              </a:xfrm>
              <a:custGeom>
                <a:avLst/>
                <a:gdLst>
                  <a:gd name="connsiteX0" fmla="*/ 37457 w 37180"/>
                  <a:gd name="connsiteY0" fmla="*/ 18736 h 37180"/>
                  <a:gd name="connsiteX1" fmla="*/ 18867 w 37180"/>
                  <a:gd name="connsiteY1" fmla="*/ 37326 h 37180"/>
                  <a:gd name="connsiteX2" fmla="*/ 277 w 37180"/>
                  <a:gd name="connsiteY2" fmla="*/ 18736 h 37180"/>
                  <a:gd name="connsiteX3" fmla="*/ 18867 w 37180"/>
                  <a:gd name="connsiteY3" fmla="*/ 145 h 37180"/>
                  <a:gd name="connsiteX4" fmla="*/ 37457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36"/>
                    </a:moveTo>
                    <a:cubicBezTo>
                      <a:pt x="37457" y="29003"/>
                      <a:pt x="29134" y="37326"/>
                      <a:pt x="18867" y="37326"/>
                    </a:cubicBezTo>
                    <a:cubicBezTo>
                      <a:pt x="8600" y="37326"/>
                      <a:pt x="277" y="29003"/>
                      <a:pt x="277" y="18736"/>
                    </a:cubicBezTo>
                    <a:cubicBezTo>
                      <a:pt x="277" y="8468"/>
                      <a:pt x="8600" y="145"/>
                      <a:pt x="18867" y="145"/>
                    </a:cubicBezTo>
                    <a:cubicBezTo>
                      <a:pt x="29134" y="145"/>
                      <a:pt x="37457" y="8468"/>
                      <a:pt x="37457" y="18736"/>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8" name="Freeform: Shape 4467">
                <a:extLst>
                  <a:ext uri="{FF2B5EF4-FFF2-40B4-BE49-F238E27FC236}">
                    <a16:creationId xmlns:a16="http://schemas.microsoft.com/office/drawing/2014/main" id="{04CA8937-1AAA-DC0A-1840-EF0C2636F526}"/>
                  </a:ext>
                </a:extLst>
              </p:cNvPr>
              <p:cNvSpPr/>
              <p:nvPr/>
            </p:nvSpPr>
            <p:spPr>
              <a:xfrm>
                <a:off x="1855024" y="7757690"/>
                <a:ext cx="41981" cy="41981"/>
              </a:xfrm>
              <a:custGeom>
                <a:avLst/>
                <a:gdLst>
                  <a:gd name="connsiteX0" fmla="*/ 21267 w 41981"/>
                  <a:gd name="connsiteY0" fmla="*/ 4946 h 41981"/>
                  <a:gd name="connsiteX1" fmla="*/ 37457 w 41981"/>
                  <a:gd name="connsiteY1" fmla="*/ 21136 h 41981"/>
                  <a:gd name="connsiteX2" fmla="*/ 37457 w 41981"/>
                  <a:gd name="connsiteY2" fmla="*/ 21136 h 41981"/>
                  <a:gd name="connsiteX3" fmla="*/ 21267 w 41981"/>
                  <a:gd name="connsiteY3" fmla="*/ 37326 h 41981"/>
                  <a:gd name="connsiteX4" fmla="*/ 5077 w 41981"/>
                  <a:gd name="connsiteY4" fmla="*/ 21136 h 41981"/>
                  <a:gd name="connsiteX5" fmla="*/ 21267 w 41981"/>
                  <a:gd name="connsiteY5" fmla="*/ 4946 h 41981"/>
                  <a:gd name="connsiteX6" fmla="*/ 21267 w 41981"/>
                  <a:gd name="connsiteY6" fmla="*/ 145 h 41981"/>
                  <a:gd name="connsiteX7" fmla="*/ 277 w 41981"/>
                  <a:gd name="connsiteY7" fmla="*/ 21136 h 41981"/>
                  <a:gd name="connsiteX8" fmla="*/ 21267 w 41981"/>
                  <a:gd name="connsiteY8" fmla="*/ 42126 h 41981"/>
                  <a:gd name="connsiteX9" fmla="*/ 42258 w 41981"/>
                  <a:gd name="connsiteY9" fmla="*/ 21136 h 41981"/>
                  <a:gd name="connsiteX10" fmla="*/ 42258 w 41981"/>
                  <a:gd name="connsiteY10" fmla="*/ 21136 h 41981"/>
                  <a:gd name="connsiteX11" fmla="*/ 21267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46"/>
                    </a:moveTo>
                    <a:cubicBezTo>
                      <a:pt x="30209" y="4946"/>
                      <a:pt x="37457" y="12194"/>
                      <a:pt x="37457" y="21136"/>
                    </a:cubicBezTo>
                    <a:lnTo>
                      <a:pt x="37457" y="21136"/>
                    </a:lnTo>
                    <a:cubicBezTo>
                      <a:pt x="37457" y="30078"/>
                      <a:pt x="30209" y="37326"/>
                      <a:pt x="21267" y="37326"/>
                    </a:cubicBezTo>
                    <a:cubicBezTo>
                      <a:pt x="12325" y="37326"/>
                      <a:pt x="5077" y="30078"/>
                      <a:pt x="5077" y="21136"/>
                    </a:cubicBezTo>
                    <a:cubicBezTo>
                      <a:pt x="5077" y="12194"/>
                      <a:pt x="12325" y="4946"/>
                      <a:pt x="21267" y="4946"/>
                    </a:cubicBezTo>
                    <a:close/>
                    <a:moveTo>
                      <a:pt x="21267" y="145"/>
                    </a:moveTo>
                    <a:cubicBezTo>
                      <a:pt x="9675" y="145"/>
                      <a:pt x="277" y="9543"/>
                      <a:pt x="277" y="21136"/>
                    </a:cubicBezTo>
                    <a:cubicBezTo>
                      <a:pt x="277" y="32728"/>
                      <a:pt x="9675" y="42126"/>
                      <a:pt x="21267" y="42126"/>
                    </a:cubicBezTo>
                    <a:cubicBezTo>
                      <a:pt x="32860" y="42126"/>
                      <a:pt x="42258" y="32728"/>
                      <a:pt x="42258" y="21136"/>
                    </a:cubicBezTo>
                    <a:lnTo>
                      <a:pt x="42258" y="21136"/>
                    </a:lnTo>
                    <a:cubicBezTo>
                      <a:pt x="42258" y="9543"/>
                      <a:pt x="32860" y="145"/>
                      <a:pt x="21267"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69" name="Freeform: Shape 4468">
                <a:extLst>
                  <a:ext uri="{FF2B5EF4-FFF2-40B4-BE49-F238E27FC236}">
                    <a16:creationId xmlns:a16="http://schemas.microsoft.com/office/drawing/2014/main" id="{B9162BD0-1E9F-E01D-F2B1-45E5B9EE7716}"/>
                  </a:ext>
                </a:extLst>
              </p:cNvPr>
              <p:cNvSpPr/>
              <p:nvPr/>
            </p:nvSpPr>
            <p:spPr>
              <a:xfrm>
                <a:off x="1830329" y="7779150"/>
                <a:ext cx="37180" cy="37180"/>
              </a:xfrm>
              <a:custGeom>
                <a:avLst/>
                <a:gdLst>
                  <a:gd name="connsiteX0" fmla="*/ 37453 w 37180"/>
                  <a:gd name="connsiteY0" fmla="*/ 18739 h 37180"/>
                  <a:gd name="connsiteX1" fmla="*/ 18862 w 37180"/>
                  <a:gd name="connsiteY1" fmla="*/ 37329 h 37180"/>
                  <a:gd name="connsiteX2" fmla="*/ 272 w 37180"/>
                  <a:gd name="connsiteY2" fmla="*/ 18739 h 37180"/>
                  <a:gd name="connsiteX3" fmla="*/ 18862 w 37180"/>
                  <a:gd name="connsiteY3" fmla="*/ 149 h 37180"/>
                  <a:gd name="connsiteX4" fmla="*/ 37453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39"/>
                    </a:moveTo>
                    <a:cubicBezTo>
                      <a:pt x="37453" y="29006"/>
                      <a:pt x="29130" y="37329"/>
                      <a:pt x="18862" y="37329"/>
                    </a:cubicBezTo>
                    <a:cubicBezTo>
                      <a:pt x="8595" y="37329"/>
                      <a:pt x="272" y="29006"/>
                      <a:pt x="272" y="18739"/>
                    </a:cubicBezTo>
                    <a:cubicBezTo>
                      <a:pt x="272" y="8472"/>
                      <a:pt x="8595" y="149"/>
                      <a:pt x="18862" y="149"/>
                    </a:cubicBezTo>
                    <a:cubicBezTo>
                      <a:pt x="29130" y="149"/>
                      <a:pt x="37453" y="8472"/>
                      <a:pt x="37453" y="18739"/>
                    </a:cubicBezTo>
                    <a:close/>
                  </a:path>
                </a:pathLst>
              </a:custGeom>
              <a:solidFill>
                <a:srgbClr val="E5F7E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0" name="Freeform: Shape 4469">
                <a:extLst>
                  <a:ext uri="{FF2B5EF4-FFF2-40B4-BE49-F238E27FC236}">
                    <a16:creationId xmlns:a16="http://schemas.microsoft.com/office/drawing/2014/main" id="{83FE4341-8933-6F10-0212-C8B96D5CED0B}"/>
                  </a:ext>
                </a:extLst>
              </p:cNvPr>
              <p:cNvSpPr/>
              <p:nvPr/>
            </p:nvSpPr>
            <p:spPr>
              <a:xfrm>
                <a:off x="1827929" y="7776749"/>
                <a:ext cx="41981" cy="41981"/>
              </a:xfrm>
              <a:custGeom>
                <a:avLst/>
                <a:gdLst>
                  <a:gd name="connsiteX0" fmla="*/ 21263 w 41981"/>
                  <a:gd name="connsiteY0" fmla="*/ 4949 h 41981"/>
                  <a:gd name="connsiteX1" fmla="*/ 37453 w 41981"/>
                  <a:gd name="connsiteY1" fmla="*/ 21139 h 41981"/>
                  <a:gd name="connsiteX2" fmla="*/ 37453 w 41981"/>
                  <a:gd name="connsiteY2" fmla="*/ 21139 h 41981"/>
                  <a:gd name="connsiteX3" fmla="*/ 21263 w 41981"/>
                  <a:gd name="connsiteY3" fmla="*/ 37329 h 41981"/>
                  <a:gd name="connsiteX4" fmla="*/ 5072 w 41981"/>
                  <a:gd name="connsiteY4" fmla="*/ 21139 h 41981"/>
                  <a:gd name="connsiteX5" fmla="*/ 21263 w 41981"/>
                  <a:gd name="connsiteY5" fmla="*/ 4949 h 41981"/>
                  <a:gd name="connsiteX6" fmla="*/ 21263 w 41981"/>
                  <a:gd name="connsiteY6" fmla="*/ 149 h 41981"/>
                  <a:gd name="connsiteX7" fmla="*/ 272 w 41981"/>
                  <a:gd name="connsiteY7" fmla="*/ 21139 h 41981"/>
                  <a:gd name="connsiteX8" fmla="*/ 21263 w 41981"/>
                  <a:gd name="connsiteY8" fmla="*/ 42130 h 41981"/>
                  <a:gd name="connsiteX9" fmla="*/ 42253 w 41981"/>
                  <a:gd name="connsiteY9" fmla="*/ 21139 h 41981"/>
                  <a:gd name="connsiteX10" fmla="*/ 42253 w 41981"/>
                  <a:gd name="connsiteY10" fmla="*/ 21139 h 41981"/>
                  <a:gd name="connsiteX11" fmla="*/ 21263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49"/>
                    </a:moveTo>
                    <a:cubicBezTo>
                      <a:pt x="30204" y="4949"/>
                      <a:pt x="37453" y="12197"/>
                      <a:pt x="37453" y="21139"/>
                    </a:cubicBezTo>
                    <a:lnTo>
                      <a:pt x="37453" y="21139"/>
                    </a:lnTo>
                    <a:cubicBezTo>
                      <a:pt x="37453" y="30081"/>
                      <a:pt x="30204" y="37329"/>
                      <a:pt x="21263" y="37329"/>
                    </a:cubicBezTo>
                    <a:cubicBezTo>
                      <a:pt x="12321" y="37329"/>
                      <a:pt x="5072" y="30081"/>
                      <a:pt x="5072" y="21139"/>
                    </a:cubicBezTo>
                    <a:cubicBezTo>
                      <a:pt x="5072" y="12197"/>
                      <a:pt x="12321" y="4949"/>
                      <a:pt x="21263" y="4949"/>
                    </a:cubicBezTo>
                    <a:close/>
                    <a:moveTo>
                      <a:pt x="21263" y="149"/>
                    </a:moveTo>
                    <a:cubicBezTo>
                      <a:pt x="9670" y="149"/>
                      <a:pt x="272" y="9547"/>
                      <a:pt x="272" y="21139"/>
                    </a:cubicBezTo>
                    <a:cubicBezTo>
                      <a:pt x="272" y="32732"/>
                      <a:pt x="9670" y="42130"/>
                      <a:pt x="21263" y="42130"/>
                    </a:cubicBezTo>
                    <a:cubicBezTo>
                      <a:pt x="32855" y="42130"/>
                      <a:pt x="42253" y="32732"/>
                      <a:pt x="42253" y="21139"/>
                    </a:cubicBezTo>
                    <a:lnTo>
                      <a:pt x="42253" y="21139"/>
                    </a:lnTo>
                    <a:cubicBezTo>
                      <a:pt x="42253" y="9547"/>
                      <a:pt x="32855" y="149"/>
                      <a:pt x="21263" y="14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1" name="Freeform: Shape 4470">
                <a:extLst>
                  <a:ext uri="{FF2B5EF4-FFF2-40B4-BE49-F238E27FC236}">
                    <a16:creationId xmlns:a16="http://schemas.microsoft.com/office/drawing/2014/main" id="{AB1B767D-E53C-7B38-EB56-D38D866C84C3}"/>
                  </a:ext>
                </a:extLst>
              </p:cNvPr>
              <p:cNvSpPr/>
              <p:nvPr/>
            </p:nvSpPr>
            <p:spPr>
              <a:xfrm>
                <a:off x="1837091" y="7504732"/>
                <a:ext cx="37180" cy="37180"/>
              </a:xfrm>
              <a:custGeom>
                <a:avLst/>
                <a:gdLst>
                  <a:gd name="connsiteX0" fmla="*/ 37454 w 37180"/>
                  <a:gd name="connsiteY0" fmla="*/ 18691 h 37180"/>
                  <a:gd name="connsiteX1" fmla="*/ 18864 w 37180"/>
                  <a:gd name="connsiteY1" fmla="*/ 37282 h 37180"/>
                  <a:gd name="connsiteX2" fmla="*/ 273 w 37180"/>
                  <a:gd name="connsiteY2" fmla="*/ 18691 h 37180"/>
                  <a:gd name="connsiteX3" fmla="*/ 18864 w 37180"/>
                  <a:gd name="connsiteY3" fmla="*/ 101 h 37180"/>
                  <a:gd name="connsiteX4" fmla="*/ 37454 w 37180"/>
                  <a:gd name="connsiteY4" fmla="*/ 186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691"/>
                    </a:moveTo>
                    <a:cubicBezTo>
                      <a:pt x="37454" y="28958"/>
                      <a:pt x="29131" y="37282"/>
                      <a:pt x="18864" y="37282"/>
                    </a:cubicBezTo>
                    <a:cubicBezTo>
                      <a:pt x="8596" y="37282"/>
                      <a:pt x="273" y="28958"/>
                      <a:pt x="273" y="18691"/>
                    </a:cubicBezTo>
                    <a:cubicBezTo>
                      <a:pt x="273" y="8424"/>
                      <a:pt x="8596" y="101"/>
                      <a:pt x="18864" y="101"/>
                    </a:cubicBezTo>
                    <a:cubicBezTo>
                      <a:pt x="29131" y="101"/>
                      <a:pt x="37454" y="8424"/>
                      <a:pt x="37454" y="18691"/>
                    </a:cubicBezTo>
                    <a:close/>
                  </a:path>
                </a:pathLst>
              </a:custGeom>
              <a:solidFill>
                <a:srgbClr val="F7DF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2" name="Freeform: Shape 4471">
                <a:extLst>
                  <a:ext uri="{FF2B5EF4-FFF2-40B4-BE49-F238E27FC236}">
                    <a16:creationId xmlns:a16="http://schemas.microsoft.com/office/drawing/2014/main" id="{BDD2ED6D-2BED-AAFC-7950-E5B50D0D5719}"/>
                  </a:ext>
                </a:extLst>
              </p:cNvPr>
              <p:cNvSpPr/>
              <p:nvPr/>
            </p:nvSpPr>
            <p:spPr>
              <a:xfrm>
                <a:off x="1834691" y="7502332"/>
                <a:ext cx="41981" cy="41981"/>
              </a:xfrm>
              <a:custGeom>
                <a:avLst/>
                <a:gdLst>
                  <a:gd name="connsiteX0" fmla="*/ 21264 w 41981"/>
                  <a:gd name="connsiteY0" fmla="*/ 4901 h 41981"/>
                  <a:gd name="connsiteX1" fmla="*/ 37454 w 41981"/>
                  <a:gd name="connsiteY1" fmla="*/ 21091 h 41981"/>
                  <a:gd name="connsiteX2" fmla="*/ 37454 w 41981"/>
                  <a:gd name="connsiteY2" fmla="*/ 21091 h 41981"/>
                  <a:gd name="connsiteX3" fmla="*/ 21264 w 41981"/>
                  <a:gd name="connsiteY3" fmla="*/ 37282 h 41981"/>
                  <a:gd name="connsiteX4" fmla="*/ 5074 w 41981"/>
                  <a:gd name="connsiteY4" fmla="*/ 21091 h 41981"/>
                  <a:gd name="connsiteX5" fmla="*/ 21264 w 41981"/>
                  <a:gd name="connsiteY5" fmla="*/ 4901 h 41981"/>
                  <a:gd name="connsiteX6" fmla="*/ 21264 w 41981"/>
                  <a:gd name="connsiteY6" fmla="*/ 101 h 41981"/>
                  <a:gd name="connsiteX7" fmla="*/ 273 w 41981"/>
                  <a:gd name="connsiteY7" fmla="*/ 21091 h 41981"/>
                  <a:gd name="connsiteX8" fmla="*/ 21264 w 41981"/>
                  <a:gd name="connsiteY8" fmla="*/ 42082 h 41981"/>
                  <a:gd name="connsiteX9" fmla="*/ 42254 w 41981"/>
                  <a:gd name="connsiteY9" fmla="*/ 21091 h 41981"/>
                  <a:gd name="connsiteX10" fmla="*/ 42254 w 41981"/>
                  <a:gd name="connsiteY10" fmla="*/ 21091 h 41981"/>
                  <a:gd name="connsiteX11" fmla="*/ 21264 w 41981"/>
                  <a:gd name="connsiteY11" fmla="*/ 1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01"/>
                    </a:moveTo>
                    <a:cubicBezTo>
                      <a:pt x="30206" y="4901"/>
                      <a:pt x="37454" y="12150"/>
                      <a:pt x="37454" y="21091"/>
                    </a:cubicBezTo>
                    <a:lnTo>
                      <a:pt x="37454" y="21091"/>
                    </a:lnTo>
                    <a:cubicBezTo>
                      <a:pt x="37454" y="30033"/>
                      <a:pt x="30206" y="37282"/>
                      <a:pt x="21264" y="37282"/>
                    </a:cubicBezTo>
                    <a:cubicBezTo>
                      <a:pt x="12322" y="37282"/>
                      <a:pt x="5074" y="30033"/>
                      <a:pt x="5074" y="21091"/>
                    </a:cubicBezTo>
                    <a:cubicBezTo>
                      <a:pt x="5074" y="12150"/>
                      <a:pt x="12322" y="4901"/>
                      <a:pt x="21264" y="4901"/>
                    </a:cubicBezTo>
                    <a:close/>
                    <a:moveTo>
                      <a:pt x="21264" y="101"/>
                    </a:moveTo>
                    <a:cubicBezTo>
                      <a:pt x="9671" y="101"/>
                      <a:pt x="273" y="9499"/>
                      <a:pt x="273" y="21091"/>
                    </a:cubicBezTo>
                    <a:cubicBezTo>
                      <a:pt x="273" y="32684"/>
                      <a:pt x="9671" y="42082"/>
                      <a:pt x="21264" y="42082"/>
                    </a:cubicBezTo>
                    <a:cubicBezTo>
                      <a:pt x="32856" y="42082"/>
                      <a:pt x="42254" y="32684"/>
                      <a:pt x="42254" y="21091"/>
                    </a:cubicBezTo>
                    <a:lnTo>
                      <a:pt x="42254" y="21091"/>
                    </a:lnTo>
                    <a:cubicBezTo>
                      <a:pt x="42254" y="9499"/>
                      <a:pt x="32856" y="101"/>
                      <a:pt x="21264" y="1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3" name="Freeform: Shape 4472">
                <a:extLst>
                  <a:ext uri="{FF2B5EF4-FFF2-40B4-BE49-F238E27FC236}">
                    <a16:creationId xmlns:a16="http://schemas.microsoft.com/office/drawing/2014/main" id="{194C8C0D-70D5-D57D-283B-25D287308BCE}"/>
                  </a:ext>
                </a:extLst>
              </p:cNvPr>
              <p:cNvSpPr/>
              <p:nvPr/>
            </p:nvSpPr>
            <p:spPr>
              <a:xfrm>
                <a:off x="2263948" y="7318641"/>
                <a:ext cx="37180" cy="37180"/>
              </a:xfrm>
              <a:custGeom>
                <a:avLst/>
                <a:gdLst>
                  <a:gd name="connsiteX0" fmla="*/ 37528 w 37180"/>
                  <a:gd name="connsiteY0" fmla="*/ 18659 h 37180"/>
                  <a:gd name="connsiteX1" fmla="*/ 18938 w 37180"/>
                  <a:gd name="connsiteY1" fmla="*/ 37249 h 37180"/>
                  <a:gd name="connsiteX2" fmla="*/ 347 w 37180"/>
                  <a:gd name="connsiteY2" fmla="*/ 18659 h 37180"/>
                  <a:gd name="connsiteX3" fmla="*/ 18938 w 37180"/>
                  <a:gd name="connsiteY3" fmla="*/ 69 h 37180"/>
                  <a:gd name="connsiteX4" fmla="*/ 37528 w 37180"/>
                  <a:gd name="connsiteY4" fmla="*/ 186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8" y="18659"/>
                    </a:moveTo>
                    <a:cubicBezTo>
                      <a:pt x="37528" y="28926"/>
                      <a:pt x="29205" y="37249"/>
                      <a:pt x="18938" y="37249"/>
                    </a:cubicBezTo>
                    <a:cubicBezTo>
                      <a:pt x="8670" y="37249"/>
                      <a:pt x="347" y="28926"/>
                      <a:pt x="347" y="18659"/>
                    </a:cubicBezTo>
                    <a:cubicBezTo>
                      <a:pt x="347" y="8392"/>
                      <a:pt x="8670" y="69"/>
                      <a:pt x="18938" y="69"/>
                    </a:cubicBezTo>
                    <a:cubicBezTo>
                      <a:pt x="29205" y="69"/>
                      <a:pt x="37528" y="8392"/>
                      <a:pt x="37528" y="18659"/>
                    </a:cubicBezTo>
                    <a:close/>
                  </a:path>
                </a:pathLst>
              </a:custGeom>
              <a:solidFill>
                <a:srgbClr val="7AF77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4" name="Freeform: Shape 4473">
                <a:extLst>
                  <a:ext uri="{FF2B5EF4-FFF2-40B4-BE49-F238E27FC236}">
                    <a16:creationId xmlns:a16="http://schemas.microsoft.com/office/drawing/2014/main" id="{C37577A9-F396-9DD5-D3DA-D87839690525}"/>
                  </a:ext>
                </a:extLst>
              </p:cNvPr>
              <p:cNvSpPr/>
              <p:nvPr/>
            </p:nvSpPr>
            <p:spPr>
              <a:xfrm>
                <a:off x="2261548" y="7316241"/>
                <a:ext cx="41981" cy="41981"/>
              </a:xfrm>
              <a:custGeom>
                <a:avLst/>
                <a:gdLst>
                  <a:gd name="connsiteX0" fmla="*/ 21338 w 41981"/>
                  <a:gd name="connsiteY0" fmla="*/ 4869 h 41981"/>
                  <a:gd name="connsiteX1" fmla="*/ 37528 w 41981"/>
                  <a:gd name="connsiteY1" fmla="*/ 21059 h 41981"/>
                  <a:gd name="connsiteX2" fmla="*/ 37528 w 41981"/>
                  <a:gd name="connsiteY2" fmla="*/ 21059 h 41981"/>
                  <a:gd name="connsiteX3" fmla="*/ 21338 w 41981"/>
                  <a:gd name="connsiteY3" fmla="*/ 37249 h 41981"/>
                  <a:gd name="connsiteX4" fmla="*/ 5148 w 41981"/>
                  <a:gd name="connsiteY4" fmla="*/ 21059 h 41981"/>
                  <a:gd name="connsiteX5" fmla="*/ 21338 w 41981"/>
                  <a:gd name="connsiteY5" fmla="*/ 4869 h 41981"/>
                  <a:gd name="connsiteX6" fmla="*/ 21338 w 41981"/>
                  <a:gd name="connsiteY6" fmla="*/ 69 h 41981"/>
                  <a:gd name="connsiteX7" fmla="*/ 347 w 41981"/>
                  <a:gd name="connsiteY7" fmla="*/ 21059 h 41981"/>
                  <a:gd name="connsiteX8" fmla="*/ 21338 w 41981"/>
                  <a:gd name="connsiteY8" fmla="*/ 42050 h 41981"/>
                  <a:gd name="connsiteX9" fmla="*/ 42328 w 41981"/>
                  <a:gd name="connsiteY9" fmla="*/ 21059 h 41981"/>
                  <a:gd name="connsiteX10" fmla="*/ 42328 w 41981"/>
                  <a:gd name="connsiteY10" fmla="*/ 21059 h 41981"/>
                  <a:gd name="connsiteX11" fmla="*/ 21338 w 41981"/>
                  <a:gd name="connsiteY11" fmla="*/ 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38" y="4869"/>
                    </a:moveTo>
                    <a:cubicBezTo>
                      <a:pt x="30280" y="4869"/>
                      <a:pt x="37528" y="12117"/>
                      <a:pt x="37528" y="21059"/>
                    </a:cubicBezTo>
                    <a:lnTo>
                      <a:pt x="37528" y="21059"/>
                    </a:lnTo>
                    <a:cubicBezTo>
                      <a:pt x="37528" y="30001"/>
                      <a:pt x="30280" y="37249"/>
                      <a:pt x="21338" y="37249"/>
                    </a:cubicBezTo>
                    <a:cubicBezTo>
                      <a:pt x="12396" y="37249"/>
                      <a:pt x="5148" y="30001"/>
                      <a:pt x="5148" y="21059"/>
                    </a:cubicBezTo>
                    <a:cubicBezTo>
                      <a:pt x="5148" y="12117"/>
                      <a:pt x="12396" y="4869"/>
                      <a:pt x="21338" y="4869"/>
                    </a:cubicBezTo>
                    <a:close/>
                    <a:moveTo>
                      <a:pt x="21338" y="69"/>
                    </a:moveTo>
                    <a:cubicBezTo>
                      <a:pt x="9745" y="69"/>
                      <a:pt x="347" y="9467"/>
                      <a:pt x="347" y="21059"/>
                    </a:cubicBezTo>
                    <a:cubicBezTo>
                      <a:pt x="347" y="32652"/>
                      <a:pt x="9745" y="42050"/>
                      <a:pt x="21338" y="42050"/>
                    </a:cubicBezTo>
                    <a:cubicBezTo>
                      <a:pt x="32930" y="42050"/>
                      <a:pt x="42328" y="32652"/>
                      <a:pt x="42328" y="21059"/>
                    </a:cubicBezTo>
                    <a:lnTo>
                      <a:pt x="42328" y="21059"/>
                    </a:lnTo>
                    <a:cubicBezTo>
                      <a:pt x="42328" y="9467"/>
                      <a:pt x="32930" y="69"/>
                      <a:pt x="21338" y="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5" name="Freeform: Shape 4474">
                <a:extLst>
                  <a:ext uri="{FF2B5EF4-FFF2-40B4-BE49-F238E27FC236}">
                    <a16:creationId xmlns:a16="http://schemas.microsoft.com/office/drawing/2014/main" id="{D30A3155-E368-77E2-AA0F-DC1D63F08E6E}"/>
                  </a:ext>
                </a:extLst>
              </p:cNvPr>
              <p:cNvSpPr/>
              <p:nvPr/>
            </p:nvSpPr>
            <p:spPr>
              <a:xfrm>
                <a:off x="1693477" y="7581985"/>
                <a:ext cx="37180" cy="37180"/>
              </a:xfrm>
              <a:custGeom>
                <a:avLst/>
                <a:gdLst>
                  <a:gd name="connsiteX0" fmla="*/ 37429 w 37180"/>
                  <a:gd name="connsiteY0" fmla="*/ 18705 h 37180"/>
                  <a:gd name="connsiteX1" fmla="*/ 18839 w 37180"/>
                  <a:gd name="connsiteY1" fmla="*/ 37295 h 37180"/>
                  <a:gd name="connsiteX2" fmla="*/ 248 w 37180"/>
                  <a:gd name="connsiteY2" fmla="*/ 18705 h 37180"/>
                  <a:gd name="connsiteX3" fmla="*/ 18839 w 37180"/>
                  <a:gd name="connsiteY3" fmla="*/ 114 h 37180"/>
                  <a:gd name="connsiteX4" fmla="*/ 37429 w 37180"/>
                  <a:gd name="connsiteY4" fmla="*/ 1870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05"/>
                    </a:moveTo>
                    <a:cubicBezTo>
                      <a:pt x="37429" y="28972"/>
                      <a:pt x="29106" y="37295"/>
                      <a:pt x="18839" y="37295"/>
                    </a:cubicBezTo>
                    <a:cubicBezTo>
                      <a:pt x="8571" y="37295"/>
                      <a:pt x="248" y="28972"/>
                      <a:pt x="248" y="18705"/>
                    </a:cubicBezTo>
                    <a:cubicBezTo>
                      <a:pt x="248" y="8438"/>
                      <a:pt x="8571" y="114"/>
                      <a:pt x="18839" y="114"/>
                    </a:cubicBezTo>
                    <a:cubicBezTo>
                      <a:pt x="29106" y="114"/>
                      <a:pt x="37429" y="8438"/>
                      <a:pt x="37429" y="18705"/>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6" name="Freeform: Shape 4475">
                <a:extLst>
                  <a:ext uri="{FF2B5EF4-FFF2-40B4-BE49-F238E27FC236}">
                    <a16:creationId xmlns:a16="http://schemas.microsoft.com/office/drawing/2014/main" id="{51A4D8E2-3E7C-ECFB-3F3B-9684377F61E1}"/>
                  </a:ext>
                </a:extLst>
              </p:cNvPr>
              <p:cNvSpPr/>
              <p:nvPr/>
            </p:nvSpPr>
            <p:spPr>
              <a:xfrm>
                <a:off x="1691077" y="7579585"/>
                <a:ext cx="41981" cy="41981"/>
              </a:xfrm>
              <a:custGeom>
                <a:avLst/>
                <a:gdLst>
                  <a:gd name="connsiteX0" fmla="*/ 21239 w 41981"/>
                  <a:gd name="connsiteY0" fmla="*/ 4915 h 41981"/>
                  <a:gd name="connsiteX1" fmla="*/ 37429 w 41981"/>
                  <a:gd name="connsiteY1" fmla="*/ 21105 h 41981"/>
                  <a:gd name="connsiteX2" fmla="*/ 37429 w 41981"/>
                  <a:gd name="connsiteY2" fmla="*/ 21105 h 41981"/>
                  <a:gd name="connsiteX3" fmla="*/ 21239 w 41981"/>
                  <a:gd name="connsiteY3" fmla="*/ 37295 h 41981"/>
                  <a:gd name="connsiteX4" fmla="*/ 5049 w 41981"/>
                  <a:gd name="connsiteY4" fmla="*/ 21105 h 41981"/>
                  <a:gd name="connsiteX5" fmla="*/ 21239 w 41981"/>
                  <a:gd name="connsiteY5" fmla="*/ 4915 h 41981"/>
                  <a:gd name="connsiteX6" fmla="*/ 21239 w 41981"/>
                  <a:gd name="connsiteY6" fmla="*/ 114 h 41981"/>
                  <a:gd name="connsiteX7" fmla="*/ 248 w 41981"/>
                  <a:gd name="connsiteY7" fmla="*/ 21105 h 41981"/>
                  <a:gd name="connsiteX8" fmla="*/ 21239 w 41981"/>
                  <a:gd name="connsiteY8" fmla="*/ 42095 h 41981"/>
                  <a:gd name="connsiteX9" fmla="*/ 42229 w 41981"/>
                  <a:gd name="connsiteY9" fmla="*/ 21105 h 41981"/>
                  <a:gd name="connsiteX10" fmla="*/ 42229 w 41981"/>
                  <a:gd name="connsiteY10" fmla="*/ 21105 h 41981"/>
                  <a:gd name="connsiteX11" fmla="*/ 21239 w 41981"/>
                  <a:gd name="connsiteY11" fmla="*/ 1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15"/>
                    </a:moveTo>
                    <a:cubicBezTo>
                      <a:pt x="30181" y="4915"/>
                      <a:pt x="37429" y="12163"/>
                      <a:pt x="37429" y="21105"/>
                    </a:cubicBezTo>
                    <a:lnTo>
                      <a:pt x="37429" y="21105"/>
                    </a:lnTo>
                    <a:cubicBezTo>
                      <a:pt x="37429" y="30047"/>
                      <a:pt x="30181" y="37295"/>
                      <a:pt x="21239" y="37295"/>
                    </a:cubicBezTo>
                    <a:cubicBezTo>
                      <a:pt x="12297" y="37295"/>
                      <a:pt x="5049" y="30047"/>
                      <a:pt x="5049" y="21105"/>
                    </a:cubicBezTo>
                    <a:cubicBezTo>
                      <a:pt x="5049" y="12163"/>
                      <a:pt x="12297" y="4915"/>
                      <a:pt x="21239" y="4915"/>
                    </a:cubicBezTo>
                    <a:close/>
                    <a:moveTo>
                      <a:pt x="21239" y="114"/>
                    </a:moveTo>
                    <a:cubicBezTo>
                      <a:pt x="9646" y="114"/>
                      <a:pt x="248" y="9512"/>
                      <a:pt x="248" y="21105"/>
                    </a:cubicBezTo>
                    <a:cubicBezTo>
                      <a:pt x="248" y="32697"/>
                      <a:pt x="9646" y="42095"/>
                      <a:pt x="21239" y="42095"/>
                    </a:cubicBezTo>
                    <a:cubicBezTo>
                      <a:pt x="32831" y="42095"/>
                      <a:pt x="42229" y="32697"/>
                      <a:pt x="42229" y="21105"/>
                    </a:cubicBezTo>
                    <a:lnTo>
                      <a:pt x="42229" y="21105"/>
                    </a:lnTo>
                    <a:cubicBezTo>
                      <a:pt x="42229" y="9512"/>
                      <a:pt x="32831" y="114"/>
                      <a:pt x="21239" y="11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7" name="Freeform: Shape 4476">
                <a:extLst>
                  <a:ext uri="{FF2B5EF4-FFF2-40B4-BE49-F238E27FC236}">
                    <a16:creationId xmlns:a16="http://schemas.microsoft.com/office/drawing/2014/main" id="{DEE38D3A-A724-4985-7AA5-4D229558F5BD}"/>
                  </a:ext>
                </a:extLst>
              </p:cNvPr>
              <p:cNvSpPr/>
              <p:nvPr/>
            </p:nvSpPr>
            <p:spPr>
              <a:xfrm>
                <a:off x="1777464" y="7891522"/>
                <a:ext cx="37180" cy="37180"/>
              </a:xfrm>
              <a:custGeom>
                <a:avLst/>
                <a:gdLst>
                  <a:gd name="connsiteX0" fmla="*/ 37444 w 37180"/>
                  <a:gd name="connsiteY0" fmla="*/ 18758 h 37180"/>
                  <a:gd name="connsiteX1" fmla="*/ 18853 w 37180"/>
                  <a:gd name="connsiteY1" fmla="*/ 37349 h 37180"/>
                  <a:gd name="connsiteX2" fmla="*/ 263 w 37180"/>
                  <a:gd name="connsiteY2" fmla="*/ 18758 h 37180"/>
                  <a:gd name="connsiteX3" fmla="*/ 18853 w 37180"/>
                  <a:gd name="connsiteY3" fmla="*/ 168 h 37180"/>
                  <a:gd name="connsiteX4" fmla="*/ 37444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8"/>
                    </a:moveTo>
                    <a:cubicBezTo>
                      <a:pt x="37444" y="29026"/>
                      <a:pt x="29120" y="37349"/>
                      <a:pt x="18853" y="37349"/>
                    </a:cubicBezTo>
                    <a:cubicBezTo>
                      <a:pt x="8586" y="37349"/>
                      <a:pt x="263" y="29026"/>
                      <a:pt x="263" y="18758"/>
                    </a:cubicBezTo>
                    <a:cubicBezTo>
                      <a:pt x="263" y="8491"/>
                      <a:pt x="8586" y="168"/>
                      <a:pt x="18853" y="168"/>
                    </a:cubicBezTo>
                    <a:cubicBezTo>
                      <a:pt x="29120" y="168"/>
                      <a:pt x="37444" y="8491"/>
                      <a:pt x="37444" y="18758"/>
                    </a:cubicBezTo>
                    <a:close/>
                  </a:path>
                </a:pathLst>
              </a:custGeom>
              <a:solidFill>
                <a:srgbClr val="DAF7D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8" name="Freeform: Shape 4477">
                <a:extLst>
                  <a:ext uri="{FF2B5EF4-FFF2-40B4-BE49-F238E27FC236}">
                    <a16:creationId xmlns:a16="http://schemas.microsoft.com/office/drawing/2014/main" id="{4F153CB2-228C-65F6-2CCA-CDC9099CF2DA}"/>
                  </a:ext>
                </a:extLst>
              </p:cNvPr>
              <p:cNvSpPr/>
              <p:nvPr/>
            </p:nvSpPr>
            <p:spPr>
              <a:xfrm>
                <a:off x="1775064" y="7889121"/>
                <a:ext cx="41981" cy="41981"/>
              </a:xfrm>
              <a:custGeom>
                <a:avLst/>
                <a:gdLst>
                  <a:gd name="connsiteX0" fmla="*/ 21253 w 41981"/>
                  <a:gd name="connsiteY0" fmla="*/ 4968 h 41981"/>
                  <a:gd name="connsiteX1" fmla="*/ 37444 w 41981"/>
                  <a:gd name="connsiteY1" fmla="*/ 21159 h 41981"/>
                  <a:gd name="connsiteX2" fmla="*/ 37444 w 41981"/>
                  <a:gd name="connsiteY2" fmla="*/ 21159 h 41981"/>
                  <a:gd name="connsiteX3" fmla="*/ 21253 w 41981"/>
                  <a:gd name="connsiteY3" fmla="*/ 37349 h 41981"/>
                  <a:gd name="connsiteX4" fmla="*/ 5063 w 41981"/>
                  <a:gd name="connsiteY4" fmla="*/ 21159 h 41981"/>
                  <a:gd name="connsiteX5" fmla="*/ 21253 w 41981"/>
                  <a:gd name="connsiteY5" fmla="*/ 4968 h 41981"/>
                  <a:gd name="connsiteX6" fmla="*/ 21253 w 41981"/>
                  <a:gd name="connsiteY6" fmla="*/ 168 h 41981"/>
                  <a:gd name="connsiteX7" fmla="*/ 263 w 41981"/>
                  <a:gd name="connsiteY7" fmla="*/ 21159 h 41981"/>
                  <a:gd name="connsiteX8" fmla="*/ 21253 w 41981"/>
                  <a:gd name="connsiteY8" fmla="*/ 42149 h 41981"/>
                  <a:gd name="connsiteX9" fmla="*/ 42244 w 41981"/>
                  <a:gd name="connsiteY9" fmla="*/ 21159 h 41981"/>
                  <a:gd name="connsiteX10" fmla="*/ 42244 w 41981"/>
                  <a:gd name="connsiteY10" fmla="*/ 21159 h 41981"/>
                  <a:gd name="connsiteX11" fmla="*/ 2125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8"/>
                    </a:moveTo>
                    <a:cubicBezTo>
                      <a:pt x="30195" y="4968"/>
                      <a:pt x="37444" y="12217"/>
                      <a:pt x="37444" y="21159"/>
                    </a:cubicBezTo>
                    <a:lnTo>
                      <a:pt x="37444" y="21159"/>
                    </a:lnTo>
                    <a:cubicBezTo>
                      <a:pt x="37444" y="30100"/>
                      <a:pt x="30195" y="37349"/>
                      <a:pt x="21253" y="37349"/>
                    </a:cubicBezTo>
                    <a:cubicBezTo>
                      <a:pt x="12312" y="37349"/>
                      <a:pt x="5063" y="30100"/>
                      <a:pt x="5063" y="21159"/>
                    </a:cubicBezTo>
                    <a:cubicBezTo>
                      <a:pt x="5063" y="12217"/>
                      <a:pt x="12312" y="4968"/>
                      <a:pt x="21253" y="4968"/>
                    </a:cubicBezTo>
                    <a:close/>
                    <a:moveTo>
                      <a:pt x="21253" y="168"/>
                    </a:moveTo>
                    <a:cubicBezTo>
                      <a:pt x="9661" y="168"/>
                      <a:pt x="263" y="9566"/>
                      <a:pt x="263" y="21159"/>
                    </a:cubicBezTo>
                    <a:cubicBezTo>
                      <a:pt x="263" y="32751"/>
                      <a:pt x="9661" y="42149"/>
                      <a:pt x="21253" y="42149"/>
                    </a:cubicBezTo>
                    <a:cubicBezTo>
                      <a:pt x="32846" y="42149"/>
                      <a:pt x="42244" y="32751"/>
                      <a:pt x="42244" y="21159"/>
                    </a:cubicBezTo>
                    <a:lnTo>
                      <a:pt x="42244" y="21159"/>
                    </a:lnTo>
                    <a:cubicBezTo>
                      <a:pt x="42244" y="9566"/>
                      <a:pt x="32846" y="168"/>
                      <a:pt x="21253"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79" name="Freeform: Shape 4478">
                <a:extLst>
                  <a:ext uri="{FF2B5EF4-FFF2-40B4-BE49-F238E27FC236}">
                    <a16:creationId xmlns:a16="http://schemas.microsoft.com/office/drawing/2014/main" id="{9262027D-36FB-90D4-72FA-B399C9AB4FFC}"/>
                  </a:ext>
                </a:extLst>
              </p:cNvPr>
              <p:cNvSpPr/>
              <p:nvPr/>
            </p:nvSpPr>
            <p:spPr>
              <a:xfrm>
                <a:off x="1605741" y="8048556"/>
                <a:ext cx="37180" cy="37180"/>
              </a:xfrm>
              <a:custGeom>
                <a:avLst/>
                <a:gdLst>
                  <a:gd name="connsiteX0" fmla="*/ 37414 w 37180"/>
                  <a:gd name="connsiteY0" fmla="*/ 18786 h 37180"/>
                  <a:gd name="connsiteX1" fmla="*/ 18823 w 37180"/>
                  <a:gd name="connsiteY1" fmla="*/ 37376 h 37180"/>
                  <a:gd name="connsiteX2" fmla="*/ 233 w 37180"/>
                  <a:gd name="connsiteY2" fmla="*/ 18786 h 37180"/>
                  <a:gd name="connsiteX3" fmla="*/ 18823 w 37180"/>
                  <a:gd name="connsiteY3" fmla="*/ 195 h 37180"/>
                  <a:gd name="connsiteX4" fmla="*/ 37414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786"/>
                    </a:moveTo>
                    <a:cubicBezTo>
                      <a:pt x="37414" y="29053"/>
                      <a:pt x="29091" y="37376"/>
                      <a:pt x="18823" y="37376"/>
                    </a:cubicBezTo>
                    <a:cubicBezTo>
                      <a:pt x="8556" y="37376"/>
                      <a:pt x="233" y="29053"/>
                      <a:pt x="233" y="18786"/>
                    </a:cubicBezTo>
                    <a:cubicBezTo>
                      <a:pt x="233" y="8519"/>
                      <a:pt x="8556" y="195"/>
                      <a:pt x="18823" y="195"/>
                    </a:cubicBezTo>
                    <a:cubicBezTo>
                      <a:pt x="29091" y="195"/>
                      <a:pt x="37414" y="8519"/>
                      <a:pt x="37414" y="18786"/>
                    </a:cubicBezTo>
                    <a:close/>
                  </a:path>
                </a:pathLst>
              </a:custGeom>
              <a:solidFill>
                <a:srgbClr val="F7B9B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0" name="Freeform: Shape 4479">
                <a:extLst>
                  <a:ext uri="{FF2B5EF4-FFF2-40B4-BE49-F238E27FC236}">
                    <a16:creationId xmlns:a16="http://schemas.microsoft.com/office/drawing/2014/main" id="{4F68766C-CF63-6D91-3FE3-A14836803F5E}"/>
                  </a:ext>
                </a:extLst>
              </p:cNvPr>
              <p:cNvSpPr/>
              <p:nvPr/>
            </p:nvSpPr>
            <p:spPr>
              <a:xfrm>
                <a:off x="1603341" y="8046156"/>
                <a:ext cx="41981" cy="41981"/>
              </a:xfrm>
              <a:custGeom>
                <a:avLst/>
                <a:gdLst>
                  <a:gd name="connsiteX0" fmla="*/ 21224 w 41981"/>
                  <a:gd name="connsiteY0" fmla="*/ 4996 h 41981"/>
                  <a:gd name="connsiteX1" fmla="*/ 37414 w 41981"/>
                  <a:gd name="connsiteY1" fmla="*/ 21186 h 41981"/>
                  <a:gd name="connsiteX2" fmla="*/ 37414 w 41981"/>
                  <a:gd name="connsiteY2" fmla="*/ 21186 h 41981"/>
                  <a:gd name="connsiteX3" fmla="*/ 21224 w 41981"/>
                  <a:gd name="connsiteY3" fmla="*/ 37376 h 41981"/>
                  <a:gd name="connsiteX4" fmla="*/ 5033 w 41981"/>
                  <a:gd name="connsiteY4" fmla="*/ 21186 h 41981"/>
                  <a:gd name="connsiteX5" fmla="*/ 21224 w 41981"/>
                  <a:gd name="connsiteY5" fmla="*/ 4996 h 41981"/>
                  <a:gd name="connsiteX6" fmla="*/ 21224 w 41981"/>
                  <a:gd name="connsiteY6" fmla="*/ 195 h 41981"/>
                  <a:gd name="connsiteX7" fmla="*/ 233 w 41981"/>
                  <a:gd name="connsiteY7" fmla="*/ 21186 h 41981"/>
                  <a:gd name="connsiteX8" fmla="*/ 21224 w 41981"/>
                  <a:gd name="connsiteY8" fmla="*/ 42176 h 41981"/>
                  <a:gd name="connsiteX9" fmla="*/ 42214 w 41981"/>
                  <a:gd name="connsiteY9" fmla="*/ 21186 h 41981"/>
                  <a:gd name="connsiteX10" fmla="*/ 42214 w 41981"/>
                  <a:gd name="connsiteY10" fmla="*/ 21186 h 41981"/>
                  <a:gd name="connsiteX11" fmla="*/ 21224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996"/>
                    </a:moveTo>
                    <a:cubicBezTo>
                      <a:pt x="30165" y="4996"/>
                      <a:pt x="37414" y="12244"/>
                      <a:pt x="37414" y="21186"/>
                    </a:cubicBezTo>
                    <a:lnTo>
                      <a:pt x="37414" y="21186"/>
                    </a:lnTo>
                    <a:cubicBezTo>
                      <a:pt x="37414" y="30128"/>
                      <a:pt x="30165" y="37376"/>
                      <a:pt x="21224" y="37376"/>
                    </a:cubicBezTo>
                    <a:cubicBezTo>
                      <a:pt x="12282" y="37376"/>
                      <a:pt x="5033" y="30128"/>
                      <a:pt x="5033" y="21186"/>
                    </a:cubicBezTo>
                    <a:cubicBezTo>
                      <a:pt x="5033" y="12244"/>
                      <a:pt x="12282" y="4996"/>
                      <a:pt x="21224" y="4996"/>
                    </a:cubicBezTo>
                    <a:close/>
                    <a:moveTo>
                      <a:pt x="21224" y="195"/>
                    </a:moveTo>
                    <a:cubicBezTo>
                      <a:pt x="9631" y="195"/>
                      <a:pt x="233" y="9593"/>
                      <a:pt x="233" y="21186"/>
                    </a:cubicBezTo>
                    <a:cubicBezTo>
                      <a:pt x="233" y="32778"/>
                      <a:pt x="9631" y="42176"/>
                      <a:pt x="21224" y="42176"/>
                    </a:cubicBezTo>
                    <a:cubicBezTo>
                      <a:pt x="32816" y="42176"/>
                      <a:pt x="42214" y="32778"/>
                      <a:pt x="42214" y="21186"/>
                    </a:cubicBezTo>
                    <a:lnTo>
                      <a:pt x="42214" y="21186"/>
                    </a:lnTo>
                    <a:cubicBezTo>
                      <a:pt x="42214" y="9593"/>
                      <a:pt x="32816" y="195"/>
                      <a:pt x="21224" y="19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1" name="Freeform: Shape 4480">
                <a:extLst>
                  <a:ext uri="{FF2B5EF4-FFF2-40B4-BE49-F238E27FC236}">
                    <a16:creationId xmlns:a16="http://schemas.microsoft.com/office/drawing/2014/main" id="{3D17F899-6336-1B62-0518-82ECD93F0970}"/>
                  </a:ext>
                </a:extLst>
              </p:cNvPr>
              <p:cNvSpPr/>
              <p:nvPr/>
            </p:nvSpPr>
            <p:spPr>
              <a:xfrm>
                <a:off x="1924384" y="7549113"/>
                <a:ext cx="37180" cy="37180"/>
              </a:xfrm>
              <a:custGeom>
                <a:avLst/>
                <a:gdLst>
                  <a:gd name="connsiteX0" fmla="*/ 37469 w 37180"/>
                  <a:gd name="connsiteY0" fmla="*/ 18699 h 37180"/>
                  <a:gd name="connsiteX1" fmla="*/ 18879 w 37180"/>
                  <a:gd name="connsiteY1" fmla="*/ 37289 h 37180"/>
                  <a:gd name="connsiteX2" fmla="*/ 288 w 37180"/>
                  <a:gd name="connsiteY2" fmla="*/ 18699 h 37180"/>
                  <a:gd name="connsiteX3" fmla="*/ 18879 w 37180"/>
                  <a:gd name="connsiteY3" fmla="*/ 109 h 37180"/>
                  <a:gd name="connsiteX4" fmla="*/ 37469 w 37180"/>
                  <a:gd name="connsiteY4" fmla="*/ 186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699"/>
                    </a:moveTo>
                    <a:cubicBezTo>
                      <a:pt x="37469" y="28966"/>
                      <a:pt x="29146" y="37289"/>
                      <a:pt x="18879" y="37289"/>
                    </a:cubicBezTo>
                    <a:cubicBezTo>
                      <a:pt x="8611" y="37289"/>
                      <a:pt x="288" y="28966"/>
                      <a:pt x="288" y="18699"/>
                    </a:cubicBezTo>
                    <a:cubicBezTo>
                      <a:pt x="288" y="8432"/>
                      <a:pt x="8611" y="109"/>
                      <a:pt x="18879" y="109"/>
                    </a:cubicBezTo>
                    <a:cubicBezTo>
                      <a:pt x="29146" y="109"/>
                      <a:pt x="37469" y="8432"/>
                      <a:pt x="37469" y="18699"/>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2" name="Freeform: Shape 4481">
                <a:extLst>
                  <a:ext uri="{FF2B5EF4-FFF2-40B4-BE49-F238E27FC236}">
                    <a16:creationId xmlns:a16="http://schemas.microsoft.com/office/drawing/2014/main" id="{DC8A8FB2-365D-0F27-F33E-0BEBBB19D52E}"/>
                  </a:ext>
                </a:extLst>
              </p:cNvPr>
              <p:cNvSpPr/>
              <p:nvPr/>
            </p:nvSpPr>
            <p:spPr>
              <a:xfrm>
                <a:off x="1921984" y="7546712"/>
                <a:ext cx="41981" cy="41981"/>
              </a:xfrm>
              <a:custGeom>
                <a:avLst/>
                <a:gdLst>
                  <a:gd name="connsiteX0" fmla="*/ 21279 w 41981"/>
                  <a:gd name="connsiteY0" fmla="*/ 4909 h 41981"/>
                  <a:gd name="connsiteX1" fmla="*/ 37469 w 41981"/>
                  <a:gd name="connsiteY1" fmla="*/ 21099 h 41981"/>
                  <a:gd name="connsiteX2" fmla="*/ 37469 w 41981"/>
                  <a:gd name="connsiteY2" fmla="*/ 21099 h 41981"/>
                  <a:gd name="connsiteX3" fmla="*/ 21279 w 41981"/>
                  <a:gd name="connsiteY3" fmla="*/ 37289 h 41981"/>
                  <a:gd name="connsiteX4" fmla="*/ 5089 w 41981"/>
                  <a:gd name="connsiteY4" fmla="*/ 21099 h 41981"/>
                  <a:gd name="connsiteX5" fmla="*/ 21279 w 41981"/>
                  <a:gd name="connsiteY5" fmla="*/ 4909 h 41981"/>
                  <a:gd name="connsiteX6" fmla="*/ 21279 w 41981"/>
                  <a:gd name="connsiteY6" fmla="*/ 109 h 41981"/>
                  <a:gd name="connsiteX7" fmla="*/ 288 w 41981"/>
                  <a:gd name="connsiteY7" fmla="*/ 21099 h 41981"/>
                  <a:gd name="connsiteX8" fmla="*/ 21279 w 41981"/>
                  <a:gd name="connsiteY8" fmla="*/ 42090 h 41981"/>
                  <a:gd name="connsiteX9" fmla="*/ 42269 w 41981"/>
                  <a:gd name="connsiteY9" fmla="*/ 21099 h 41981"/>
                  <a:gd name="connsiteX10" fmla="*/ 42269 w 41981"/>
                  <a:gd name="connsiteY10" fmla="*/ 21099 h 41981"/>
                  <a:gd name="connsiteX11" fmla="*/ 21279 w 41981"/>
                  <a:gd name="connsiteY11" fmla="*/ 1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09"/>
                    </a:moveTo>
                    <a:cubicBezTo>
                      <a:pt x="30221" y="4909"/>
                      <a:pt x="37469" y="12157"/>
                      <a:pt x="37469" y="21099"/>
                    </a:cubicBezTo>
                    <a:lnTo>
                      <a:pt x="37469" y="21099"/>
                    </a:lnTo>
                    <a:cubicBezTo>
                      <a:pt x="37469" y="30041"/>
                      <a:pt x="30221" y="37289"/>
                      <a:pt x="21279" y="37289"/>
                    </a:cubicBezTo>
                    <a:cubicBezTo>
                      <a:pt x="12337" y="37289"/>
                      <a:pt x="5089" y="30041"/>
                      <a:pt x="5089" y="21099"/>
                    </a:cubicBezTo>
                    <a:cubicBezTo>
                      <a:pt x="5089" y="12157"/>
                      <a:pt x="12337" y="4909"/>
                      <a:pt x="21279" y="4909"/>
                    </a:cubicBezTo>
                    <a:close/>
                    <a:moveTo>
                      <a:pt x="21279" y="109"/>
                    </a:moveTo>
                    <a:cubicBezTo>
                      <a:pt x="9686" y="109"/>
                      <a:pt x="288" y="9507"/>
                      <a:pt x="288" y="21099"/>
                    </a:cubicBezTo>
                    <a:cubicBezTo>
                      <a:pt x="288" y="32692"/>
                      <a:pt x="9686" y="42090"/>
                      <a:pt x="21279" y="42090"/>
                    </a:cubicBezTo>
                    <a:cubicBezTo>
                      <a:pt x="32871" y="42090"/>
                      <a:pt x="42269" y="32692"/>
                      <a:pt x="42269" y="21099"/>
                    </a:cubicBezTo>
                    <a:lnTo>
                      <a:pt x="42269" y="21099"/>
                    </a:lnTo>
                    <a:cubicBezTo>
                      <a:pt x="42269" y="9507"/>
                      <a:pt x="32871" y="109"/>
                      <a:pt x="21279" y="10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3" name="Freeform: Shape 4482">
                <a:extLst>
                  <a:ext uri="{FF2B5EF4-FFF2-40B4-BE49-F238E27FC236}">
                    <a16:creationId xmlns:a16="http://schemas.microsoft.com/office/drawing/2014/main" id="{3DC24EE7-CA1A-9AB4-A71D-5E55805A149E}"/>
                  </a:ext>
                </a:extLst>
              </p:cNvPr>
              <p:cNvSpPr/>
              <p:nvPr/>
            </p:nvSpPr>
            <p:spPr>
              <a:xfrm>
                <a:off x="1537093" y="7820564"/>
                <a:ext cx="37180" cy="37180"/>
              </a:xfrm>
              <a:custGeom>
                <a:avLst/>
                <a:gdLst>
                  <a:gd name="connsiteX0" fmla="*/ 37402 w 37180"/>
                  <a:gd name="connsiteY0" fmla="*/ 18746 h 37180"/>
                  <a:gd name="connsiteX1" fmla="*/ 18811 w 37180"/>
                  <a:gd name="connsiteY1" fmla="*/ 37337 h 37180"/>
                  <a:gd name="connsiteX2" fmla="*/ 221 w 37180"/>
                  <a:gd name="connsiteY2" fmla="*/ 18746 h 37180"/>
                  <a:gd name="connsiteX3" fmla="*/ 18811 w 37180"/>
                  <a:gd name="connsiteY3" fmla="*/ 156 h 37180"/>
                  <a:gd name="connsiteX4" fmla="*/ 37402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2" y="18746"/>
                    </a:moveTo>
                    <a:cubicBezTo>
                      <a:pt x="37402" y="29013"/>
                      <a:pt x="29079" y="37337"/>
                      <a:pt x="18811" y="37337"/>
                    </a:cubicBezTo>
                    <a:cubicBezTo>
                      <a:pt x="8544" y="37337"/>
                      <a:pt x="221" y="29013"/>
                      <a:pt x="221" y="18746"/>
                    </a:cubicBezTo>
                    <a:cubicBezTo>
                      <a:pt x="221" y="8479"/>
                      <a:pt x="8544" y="156"/>
                      <a:pt x="18811" y="156"/>
                    </a:cubicBezTo>
                    <a:cubicBezTo>
                      <a:pt x="29079" y="156"/>
                      <a:pt x="37402" y="8479"/>
                      <a:pt x="37402" y="18746"/>
                    </a:cubicBezTo>
                    <a:close/>
                  </a:path>
                </a:pathLst>
              </a:custGeom>
              <a:solidFill>
                <a:srgbClr val="99F79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4" name="Freeform: Shape 4483">
                <a:extLst>
                  <a:ext uri="{FF2B5EF4-FFF2-40B4-BE49-F238E27FC236}">
                    <a16:creationId xmlns:a16="http://schemas.microsoft.com/office/drawing/2014/main" id="{F9BC09CA-04CA-2B4E-EB7E-953520846F69}"/>
                  </a:ext>
                </a:extLst>
              </p:cNvPr>
              <p:cNvSpPr/>
              <p:nvPr/>
            </p:nvSpPr>
            <p:spPr>
              <a:xfrm>
                <a:off x="1534693" y="7818164"/>
                <a:ext cx="41981" cy="41981"/>
              </a:xfrm>
              <a:custGeom>
                <a:avLst/>
                <a:gdLst>
                  <a:gd name="connsiteX0" fmla="*/ 21212 w 41981"/>
                  <a:gd name="connsiteY0" fmla="*/ 4956 h 41981"/>
                  <a:gd name="connsiteX1" fmla="*/ 37402 w 41981"/>
                  <a:gd name="connsiteY1" fmla="*/ 21146 h 41981"/>
                  <a:gd name="connsiteX2" fmla="*/ 37402 w 41981"/>
                  <a:gd name="connsiteY2" fmla="*/ 21146 h 41981"/>
                  <a:gd name="connsiteX3" fmla="*/ 21212 w 41981"/>
                  <a:gd name="connsiteY3" fmla="*/ 37337 h 41981"/>
                  <a:gd name="connsiteX4" fmla="*/ 5021 w 41981"/>
                  <a:gd name="connsiteY4" fmla="*/ 21146 h 41981"/>
                  <a:gd name="connsiteX5" fmla="*/ 21212 w 41981"/>
                  <a:gd name="connsiteY5" fmla="*/ 4956 h 41981"/>
                  <a:gd name="connsiteX6" fmla="*/ 21212 w 41981"/>
                  <a:gd name="connsiteY6" fmla="*/ 156 h 41981"/>
                  <a:gd name="connsiteX7" fmla="*/ 221 w 41981"/>
                  <a:gd name="connsiteY7" fmla="*/ 21146 h 41981"/>
                  <a:gd name="connsiteX8" fmla="*/ 21212 w 41981"/>
                  <a:gd name="connsiteY8" fmla="*/ 42137 h 41981"/>
                  <a:gd name="connsiteX9" fmla="*/ 42202 w 41981"/>
                  <a:gd name="connsiteY9" fmla="*/ 21146 h 41981"/>
                  <a:gd name="connsiteX10" fmla="*/ 42202 w 41981"/>
                  <a:gd name="connsiteY10" fmla="*/ 21146 h 41981"/>
                  <a:gd name="connsiteX11" fmla="*/ 21212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2" y="4956"/>
                    </a:moveTo>
                    <a:cubicBezTo>
                      <a:pt x="30153" y="4956"/>
                      <a:pt x="37402" y="12204"/>
                      <a:pt x="37402" y="21146"/>
                    </a:cubicBezTo>
                    <a:lnTo>
                      <a:pt x="37402" y="21146"/>
                    </a:lnTo>
                    <a:cubicBezTo>
                      <a:pt x="37402" y="30088"/>
                      <a:pt x="30153" y="37337"/>
                      <a:pt x="21212" y="37337"/>
                    </a:cubicBezTo>
                    <a:cubicBezTo>
                      <a:pt x="12270" y="37337"/>
                      <a:pt x="5021" y="30088"/>
                      <a:pt x="5021" y="21146"/>
                    </a:cubicBezTo>
                    <a:cubicBezTo>
                      <a:pt x="5021" y="12204"/>
                      <a:pt x="12270" y="4956"/>
                      <a:pt x="21212" y="4956"/>
                    </a:cubicBezTo>
                    <a:close/>
                    <a:moveTo>
                      <a:pt x="21212" y="156"/>
                    </a:moveTo>
                    <a:cubicBezTo>
                      <a:pt x="9619" y="156"/>
                      <a:pt x="221" y="9554"/>
                      <a:pt x="221" y="21146"/>
                    </a:cubicBezTo>
                    <a:cubicBezTo>
                      <a:pt x="221" y="32739"/>
                      <a:pt x="9619" y="42137"/>
                      <a:pt x="21212" y="42137"/>
                    </a:cubicBezTo>
                    <a:cubicBezTo>
                      <a:pt x="32804" y="42137"/>
                      <a:pt x="42202" y="32739"/>
                      <a:pt x="42202" y="21146"/>
                    </a:cubicBezTo>
                    <a:lnTo>
                      <a:pt x="42202" y="21146"/>
                    </a:lnTo>
                    <a:cubicBezTo>
                      <a:pt x="42202" y="9554"/>
                      <a:pt x="32804" y="156"/>
                      <a:pt x="21212"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5" name="Freeform: Shape 4484">
                <a:extLst>
                  <a:ext uri="{FF2B5EF4-FFF2-40B4-BE49-F238E27FC236}">
                    <a16:creationId xmlns:a16="http://schemas.microsoft.com/office/drawing/2014/main" id="{9979D004-AD16-0DC1-15C8-8EC4731DB4E8}"/>
                  </a:ext>
                </a:extLst>
              </p:cNvPr>
              <p:cNvSpPr/>
              <p:nvPr/>
            </p:nvSpPr>
            <p:spPr>
              <a:xfrm>
                <a:off x="1779958" y="7854105"/>
                <a:ext cx="37180" cy="37180"/>
              </a:xfrm>
              <a:custGeom>
                <a:avLst/>
                <a:gdLst>
                  <a:gd name="connsiteX0" fmla="*/ 37444 w 37180"/>
                  <a:gd name="connsiteY0" fmla="*/ 18752 h 37180"/>
                  <a:gd name="connsiteX1" fmla="*/ 18854 w 37180"/>
                  <a:gd name="connsiteY1" fmla="*/ 37342 h 37180"/>
                  <a:gd name="connsiteX2" fmla="*/ 263 w 37180"/>
                  <a:gd name="connsiteY2" fmla="*/ 18752 h 37180"/>
                  <a:gd name="connsiteX3" fmla="*/ 18854 w 37180"/>
                  <a:gd name="connsiteY3" fmla="*/ 162 h 37180"/>
                  <a:gd name="connsiteX4" fmla="*/ 37444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2"/>
                    </a:moveTo>
                    <a:cubicBezTo>
                      <a:pt x="37444" y="29019"/>
                      <a:pt x="29121" y="37342"/>
                      <a:pt x="18854" y="37342"/>
                    </a:cubicBezTo>
                    <a:cubicBezTo>
                      <a:pt x="8586" y="37342"/>
                      <a:pt x="263" y="29019"/>
                      <a:pt x="263" y="18752"/>
                    </a:cubicBezTo>
                    <a:cubicBezTo>
                      <a:pt x="263" y="8485"/>
                      <a:pt x="8586" y="162"/>
                      <a:pt x="18854" y="162"/>
                    </a:cubicBezTo>
                    <a:cubicBezTo>
                      <a:pt x="29121" y="162"/>
                      <a:pt x="37444" y="8485"/>
                      <a:pt x="37444" y="18752"/>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6" name="Freeform: Shape 4485">
                <a:extLst>
                  <a:ext uri="{FF2B5EF4-FFF2-40B4-BE49-F238E27FC236}">
                    <a16:creationId xmlns:a16="http://schemas.microsoft.com/office/drawing/2014/main" id="{E8DE64DD-DA65-B098-AAAE-B42C640E4F01}"/>
                  </a:ext>
                </a:extLst>
              </p:cNvPr>
              <p:cNvSpPr/>
              <p:nvPr/>
            </p:nvSpPr>
            <p:spPr>
              <a:xfrm>
                <a:off x="1777558" y="7851704"/>
                <a:ext cx="41981" cy="41981"/>
              </a:xfrm>
              <a:custGeom>
                <a:avLst/>
                <a:gdLst>
                  <a:gd name="connsiteX0" fmla="*/ 21254 w 41981"/>
                  <a:gd name="connsiteY0" fmla="*/ 4962 h 41981"/>
                  <a:gd name="connsiteX1" fmla="*/ 37444 w 41981"/>
                  <a:gd name="connsiteY1" fmla="*/ 21152 h 41981"/>
                  <a:gd name="connsiteX2" fmla="*/ 37444 w 41981"/>
                  <a:gd name="connsiteY2" fmla="*/ 21152 h 41981"/>
                  <a:gd name="connsiteX3" fmla="*/ 21254 w 41981"/>
                  <a:gd name="connsiteY3" fmla="*/ 37342 h 41981"/>
                  <a:gd name="connsiteX4" fmla="*/ 5064 w 41981"/>
                  <a:gd name="connsiteY4" fmla="*/ 21152 h 41981"/>
                  <a:gd name="connsiteX5" fmla="*/ 21254 w 41981"/>
                  <a:gd name="connsiteY5" fmla="*/ 4962 h 41981"/>
                  <a:gd name="connsiteX6" fmla="*/ 21254 w 41981"/>
                  <a:gd name="connsiteY6" fmla="*/ 162 h 41981"/>
                  <a:gd name="connsiteX7" fmla="*/ 263 w 41981"/>
                  <a:gd name="connsiteY7" fmla="*/ 21152 h 41981"/>
                  <a:gd name="connsiteX8" fmla="*/ 21254 w 41981"/>
                  <a:gd name="connsiteY8" fmla="*/ 42143 h 41981"/>
                  <a:gd name="connsiteX9" fmla="*/ 42244 w 41981"/>
                  <a:gd name="connsiteY9" fmla="*/ 21152 h 41981"/>
                  <a:gd name="connsiteX10" fmla="*/ 42244 w 41981"/>
                  <a:gd name="connsiteY10" fmla="*/ 21152 h 41981"/>
                  <a:gd name="connsiteX11" fmla="*/ 2125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2"/>
                    </a:moveTo>
                    <a:cubicBezTo>
                      <a:pt x="30196" y="4962"/>
                      <a:pt x="37444" y="12210"/>
                      <a:pt x="37444" y="21152"/>
                    </a:cubicBezTo>
                    <a:lnTo>
                      <a:pt x="37444" y="21152"/>
                    </a:lnTo>
                    <a:cubicBezTo>
                      <a:pt x="37444" y="30094"/>
                      <a:pt x="30196" y="37342"/>
                      <a:pt x="21254" y="37342"/>
                    </a:cubicBezTo>
                    <a:cubicBezTo>
                      <a:pt x="12312" y="37342"/>
                      <a:pt x="5064" y="30094"/>
                      <a:pt x="5064" y="21152"/>
                    </a:cubicBezTo>
                    <a:cubicBezTo>
                      <a:pt x="5064" y="12210"/>
                      <a:pt x="12312" y="4962"/>
                      <a:pt x="21254" y="4962"/>
                    </a:cubicBezTo>
                    <a:close/>
                    <a:moveTo>
                      <a:pt x="21254" y="162"/>
                    </a:moveTo>
                    <a:cubicBezTo>
                      <a:pt x="9661" y="162"/>
                      <a:pt x="263" y="9560"/>
                      <a:pt x="263" y="21152"/>
                    </a:cubicBezTo>
                    <a:cubicBezTo>
                      <a:pt x="263" y="32745"/>
                      <a:pt x="9661" y="42143"/>
                      <a:pt x="21254" y="42143"/>
                    </a:cubicBezTo>
                    <a:cubicBezTo>
                      <a:pt x="32846" y="42143"/>
                      <a:pt x="42244" y="32745"/>
                      <a:pt x="42244" y="21152"/>
                    </a:cubicBezTo>
                    <a:lnTo>
                      <a:pt x="42244" y="21152"/>
                    </a:lnTo>
                    <a:cubicBezTo>
                      <a:pt x="42244" y="9560"/>
                      <a:pt x="32846" y="162"/>
                      <a:pt x="21254" y="16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7" name="Freeform: Shape 4486">
                <a:extLst>
                  <a:ext uri="{FF2B5EF4-FFF2-40B4-BE49-F238E27FC236}">
                    <a16:creationId xmlns:a16="http://schemas.microsoft.com/office/drawing/2014/main" id="{8C403A59-DAB6-34F6-BAC7-AE28B96D9A64}"/>
                  </a:ext>
                </a:extLst>
              </p:cNvPr>
              <p:cNvSpPr/>
              <p:nvPr/>
            </p:nvSpPr>
            <p:spPr>
              <a:xfrm>
                <a:off x="1719034" y="7993900"/>
                <a:ext cx="37180" cy="37180"/>
              </a:xfrm>
              <a:custGeom>
                <a:avLst/>
                <a:gdLst>
                  <a:gd name="connsiteX0" fmla="*/ 37433 w 37180"/>
                  <a:gd name="connsiteY0" fmla="*/ 18776 h 37180"/>
                  <a:gd name="connsiteX1" fmla="*/ 18843 w 37180"/>
                  <a:gd name="connsiteY1" fmla="*/ 37367 h 37180"/>
                  <a:gd name="connsiteX2" fmla="*/ 253 w 37180"/>
                  <a:gd name="connsiteY2" fmla="*/ 18776 h 37180"/>
                  <a:gd name="connsiteX3" fmla="*/ 18843 w 37180"/>
                  <a:gd name="connsiteY3" fmla="*/ 186 h 37180"/>
                  <a:gd name="connsiteX4" fmla="*/ 37433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6"/>
                    </a:moveTo>
                    <a:cubicBezTo>
                      <a:pt x="37433" y="29043"/>
                      <a:pt x="29110" y="37367"/>
                      <a:pt x="18843" y="37367"/>
                    </a:cubicBezTo>
                    <a:cubicBezTo>
                      <a:pt x="8576" y="37367"/>
                      <a:pt x="253" y="29043"/>
                      <a:pt x="253" y="18776"/>
                    </a:cubicBezTo>
                    <a:cubicBezTo>
                      <a:pt x="253" y="8509"/>
                      <a:pt x="8576" y="186"/>
                      <a:pt x="18843" y="186"/>
                    </a:cubicBezTo>
                    <a:cubicBezTo>
                      <a:pt x="29110" y="186"/>
                      <a:pt x="37433" y="8509"/>
                      <a:pt x="37433" y="18776"/>
                    </a:cubicBezTo>
                    <a:close/>
                  </a:path>
                </a:pathLst>
              </a:custGeom>
              <a:solidFill>
                <a:srgbClr val="DDF7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8" name="Freeform: Shape 4487">
                <a:extLst>
                  <a:ext uri="{FF2B5EF4-FFF2-40B4-BE49-F238E27FC236}">
                    <a16:creationId xmlns:a16="http://schemas.microsoft.com/office/drawing/2014/main" id="{FCD395A7-6A49-4718-AF99-1742DE38D5C8}"/>
                  </a:ext>
                </a:extLst>
              </p:cNvPr>
              <p:cNvSpPr/>
              <p:nvPr/>
            </p:nvSpPr>
            <p:spPr>
              <a:xfrm>
                <a:off x="1716634" y="7991500"/>
                <a:ext cx="41981" cy="41981"/>
              </a:xfrm>
              <a:custGeom>
                <a:avLst/>
                <a:gdLst>
                  <a:gd name="connsiteX0" fmla="*/ 21243 w 41981"/>
                  <a:gd name="connsiteY0" fmla="*/ 4986 h 41981"/>
                  <a:gd name="connsiteX1" fmla="*/ 37433 w 41981"/>
                  <a:gd name="connsiteY1" fmla="*/ 21176 h 41981"/>
                  <a:gd name="connsiteX2" fmla="*/ 37433 w 41981"/>
                  <a:gd name="connsiteY2" fmla="*/ 21176 h 41981"/>
                  <a:gd name="connsiteX3" fmla="*/ 21243 w 41981"/>
                  <a:gd name="connsiteY3" fmla="*/ 37367 h 41981"/>
                  <a:gd name="connsiteX4" fmla="*/ 5053 w 41981"/>
                  <a:gd name="connsiteY4" fmla="*/ 21176 h 41981"/>
                  <a:gd name="connsiteX5" fmla="*/ 21243 w 41981"/>
                  <a:gd name="connsiteY5" fmla="*/ 4986 h 41981"/>
                  <a:gd name="connsiteX6" fmla="*/ 21243 w 41981"/>
                  <a:gd name="connsiteY6" fmla="*/ 186 h 41981"/>
                  <a:gd name="connsiteX7" fmla="*/ 253 w 41981"/>
                  <a:gd name="connsiteY7" fmla="*/ 21176 h 41981"/>
                  <a:gd name="connsiteX8" fmla="*/ 21243 w 41981"/>
                  <a:gd name="connsiteY8" fmla="*/ 42167 h 41981"/>
                  <a:gd name="connsiteX9" fmla="*/ 42234 w 41981"/>
                  <a:gd name="connsiteY9" fmla="*/ 21176 h 41981"/>
                  <a:gd name="connsiteX10" fmla="*/ 42234 w 41981"/>
                  <a:gd name="connsiteY10" fmla="*/ 21176 h 41981"/>
                  <a:gd name="connsiteX11" fmla="*/ 21243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6"/>
                    </a:moveTo>
                    <a:cubicBezTo>
                      <a:pt x="30185" y="4986"/>
                      <a:pt x="37433" y="12235"/>
                      <a:pt x="37433" y="21176"/>
                    </a:cubicBezTo>
                    <a:lnTo>
                      <a:pt x="37433" y="21176"/>
                    </a:lnTo>
                    <a:cubicBezTo>
                      <a:pt x="37433" y="30118"/>
                      <a:pt x="30185" y="37367"/>
                      <a:pt x="21243" y="37367"/>
                    </a:cubicBezTo>
                    <a:cubicBezTo>
                      <a:pt x="12301" y="37367"/>
                      <a:pt x="5053" y="30118"/>
                      <a:pt x="5053" y="21176"/>
                    </a:cubicBezTo>
                    <a:cubicBezTo>
                      <a:pt x="5053" y="12235"/>
                      <a:pt x="12301" y="4986"/>
                      <a:pt x="21243" y="4986"/>
                    </a:cubicBezTo>
                    <a:close/>
                    <a:moveTo>
                      <a:pt x="21243" y="186"/>
                    </a:moveTo>
                    <a:cubicBezTo>
                      <a:pt x="9651" y="186"/>
                      <a:pt x="253" y="9584"/>
                      <a:pt x="253" y="21176"/>
                    </a:cubicBezTo>
                    <a:cubicBezTo>
                      <a:pt x="253" y="32769"/>
                      <a:pt x="9651" y="42167"/>
                      <a:pt x="21243" y="42167"/>
                    </a:cubicBezTo>
                    <a:cubicBezTo>
                      <a:pt x="32836" y="42167"/>
                      <a:pt x="42234" y="32769"/>
                      <a:pt x="42234" y="21176"/>
                    </a:cubicBezTo>
                    <a:lnTo>
                      <a:pt x="42234" y="21176"/>
                    </a:lnTo>
                    <a:cubicBezTo>
                      <a:pt x="42234" y="9584"/>
                      <a:pt x="32836" y="186"/>
                      <a:pt x="21243" y="18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89" name="Freeform: Shape 4488">
                <a:extLst>
                  <a:ext uri="{FF2B5EF4-FFF2-40B4-BE49-F238E27FC236}">
                    <a16:creationId xmlns:a16="http://schemas.microsoft.com/office/drawing/2014/main" id="{67EB4E5C-6861-1F0E-6898-D92EAC19A84E}"/>
                  </a:ext>
                </a:extLst>
              </p:cNvPr>
              <p:cNvSpPr/>
              <p:nvPr/>
            </p:nvSpPr>
            <p:spPr>
              <a:xfrm>
                <a:off x="1713217" y="7975197"/>
                <a:ext cx="37180" cy="37180"/>
              </a:xfrm>
              <a:custGeom>
                <a:avLst/>
                <a:gdLst>
                  <a:gd name="connsiteX0" fmla="*/ 37432 w 37180"/>
                  <a:gd name="connsiteY0" fmla="*/ 18773 h 37180"/>
                  <a:gd name="connsiteX1" fmla="*/ 18842 w 37180"/>
                  <a:gd name="connsiteY1" fmla="*/ 37363 h 37180"/>
                  <a:gd name="connsiteX2" fmla="*/ 252 w 37180"/>
                  <a:gd name="connsiteY2" fmla="*/ 18773 h 37180"/>
                  <a:gd name="connsiteX3" fmla="*/ 18842 w 37180"/>
                  <a:gd name="connsiteY3" fmla="*/ 183 h 37180"/>
                  <a:gd name="connsiteX4" fmla="*/ 37432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3"/>
                    </a:moveTo>
                    <a:cubicBezTo>
                      <a:pt x="37432" y="29040"/>
                      <a:pt x="29109" y="37363"/>
                      <a:pt x="18842" y="37363"/>
                    </a:cubicBezTo>
                    <a:cubicBezTo>
                      <a:pt x="8575" y="37363"/>
                      <a:pt x="252" y="29040"/>
                      <a:pt x="252" y="18773"/>
                    </a:cubicBezTo>
                    <a:cubicBezTo>
                      <a:pt x="252" y="8506"/>
                      <a:pt x="8575" y="183"/>
                      <a:pt x="18842" y="183"/>
                    </a:cubicBezTo>
                    <a:cubicBezTo>
                      <a:pt x="29109" y="183"/>
                      <a:pt x="37432" y="8506"/>
                      <a:pt x="37432" y="18773"/>
                    </a:cubicBezTo>
                    <a:close/>
                  </a:path>
                </a:pathLst>
              </a:custGeom>
              <a:solidFill>
                <a:srgbClr val="F7EAE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0" name="Freeform: Shape 4489">
                <a:extLst>
                  <a:ext uri="{FF2B5EF4-FFF2-40B4-BE49-F238E27FC236}">
                    <a16:creationId xmlns:a16="http://schemas.microsoft.com/office/drawing/2014/main" id="{C02CE05D-C6FB-B768-980B-971F31E507CC}"/>
                  </a:ext>
                </a:extLst>
              </p:cNvPr>
              <p:cNvSpPr/>
              <p:nvPr/>
            </p:nvSpPr>
            <p:spPr>
              <a:xfrm>
                <a:off x="1710817" y="7972797"/>
                <a:ext cx="41981" cy="41981"/>
              </a:xfrm>
              <a:custGeom>
                <a:avLst/>
                <a:gdLst>
                  <a:gd name="connsiteX0" fmla="*/ 21242 w 41981"/>
                  <a:gd name="connsiteY0" fmla="*/ 4983 h 41981"/>
                  <a:gd name="connsiteX1" fmla="*/ 37432 w 41981"/>
                  <a:gd name="connsiteY1" fmla="*/ 21173 h 41981"/>
                  <a:gd name="connsiteX2" fmla="*/ 37432 w 41981"/>
                  <a:gd name="connsiteY2" fmla="*/ 21173 h 41981"/>
                  <a:gd name="connsiteX3" fmla="*/ 21242 w 41981"/>
                  <a:gd name="connsiteY3" fmla="*/ 37363 h 41981"/>
                  <a:gd name="connsiteX4" fmla="*/ 5052 w 41981"/>
                  <a:gd name="connsiteY4" fmla="*/ 21173 h 41981"/>
                  <a:gd name="connsiteX5" fmla="*/ 21242 w 41981"/>
                  <a:gd name="connsiteY5" fmla="*/ 4983 h 41981"/>
                  <a:gd name="connsiteX6" fmla="*/ 21242 w 41981"/>
                  <a:gd name="connsiteY6" fmla="*/ 183 h 41981"/>
                  <a:gd name="connsiteX7" fmla="*/ 252 w 41981"/>
                  <a:gd name="connsiteY7" fmla="*/ 21173 h 41981"/>
                  <a:gd name="connsiteX8" fmla="*/ 21242 w 41981"/>
                  <a:gd name="connsiteY8" fmla="*/ 42164 h 41981"/>
                  <a:gd name="connsiteX9" fmla="*/ 42233 w 41981"/>
                  <a:gd name="connsiteY9" fmla="*/ 21173 h 41981"/>
                  <a:gd name="connsiteX10" fmla="*/ 42233 w 41981"/>
                  <a:gd name="connsiteY10" fmla="*/ 21173 h 41981"/>
                  <a:gd name="connsiteX11" fmla="*/ 21242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3"/>
                    </a:moveTo>
                    <a:cubicBezTo>
                      <a:pt x="30184" y="4983"/>
                      <a:pt x="37432" y="12231"/>
                      <a:pt x="37432" y="21173"/>
                    </a:cubicBezTo>
                    <a:lnTo>
                      <a:pt x="37432" y="21173"/>
                    </a:lnTo>
                    <a:cubicBezTo>
                      <a:pt x="37432" y="30115"/>
                      <a:pt x="30184" y="37363"/>
                      <a:pt x="21242" y="37363"/>
                    </a:cubicBezTo>
                    <a:cubicBezTo>
                      <a:pt x="12300" y="37363"/>
                      <a:pt x="5052" y="30115"/>
                      <a:pt x="5052" y="21173"/>
                    </a:cubicBezTo>
                    <a:cubicBezTo>
                      <a:pt x="5052" y="12231"/>
                      <a:pt x="12300" y="4983"/>
                      <a:pt x="21242" y="4983"/>
                    </a:cubicBezTo>
                    <a:close/>
                    <a:moveTo>
                      <a:pt x="21242" y="183"/>
                    </a:moveTo>
                    <a:cubicBezTo>
                      <a:pt x="9650" y="183"/>
                      <a:pt x="252" y="9581"/>
                      <a:pt x="252" y="21173"/>
                    </a:cubicBezTo>
                    <a:cubicBezTo>
                      <a:pt x="252" y="32766"/>
                      <a:pt x="9650" y="42164"/>
                      <a:pt x="21242" y="42164"/>
                    </a:cubicBezTo>
                    <a:cubicBezTo>
                      <a:pt x="32835" y="42164"/>
                      <a:pt x="42233" y="32766"/>
                      <a:pt x="42233" y="21173"/>
                    </a:cubicBezTo>
                    <a:lnTo>
                      <a:pt x="42233" y="21173"/>
                    </a:lnTo>
                    <a:cubicBezTo>
                      <a:pt x="42233" y="9581"/>
                      <a:pt x="32835" y="183"/>
                      <a:pt x="21242" y="18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1" name="Freeform: Shape 4490">
                <a:extLst>
                  <a:ext uri="{FF2B5EF4-FFF2-40B4-BE49-F238E27FC236}">
                    <a16:creationId xmlns:a16="http://schemas.microsoft.com/office/drawing/2014/main" id="{2397EED2-E841-B48D-BE82-AE1B3E13A777}"/>
                  </a:ext>
                </a:extLst>
              </p:cNvPr>
              <p:cNvSpPr/>
              <p:nvPr/>
            </p:nvSpPr>
            <p:spPr>
              <a:xfrm>
                <a:off x="1731200" y="7955026"/>
                <a:ext cx="37180" cy="37180"/>
              </a:xfrm>
              <a:custGeom>
                <a:avLst/>
                <a:gdLst>
                  <a:gd name="connsiteX0" fmla="*/ 37436 w 37180"/>
                  <a:gd name="connsiteY0" fmla="*/ 18769 h 37180"/>
                  <a:gd name="connsiteX1" fmla="*/ 18845 w 37180"/>
                  <a:gd name="connsiteY1" fmla="*/ 37360 h 37180"/>
                  <a:gd name="connsiteX2" fmla="*/ 255 w 37180"/>
                  <a:gd name="connsiteY2" fmla="*/ 18769 h 37180"/>
                  <a:gd name="connsiteX3" fmla="*/ 18845 w 37180"/>
                  <a:gd name="connsiteY3" fmla="*/ 179 h 37180"/>
                  <a:gd name="connsiteX4" fmla="*/ 37436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9"/>
                    </a:moveTo>
                    <a:cubicBezTo>
                      <a:pt x="37436" y="29037"/>
                      <a:pt x="29112" y="37360"/>
                      <a:pt x="18845" y="37360"/>
                    </a:cubicBezTo>
                    <a:cubicBezTo>
                      <a:pt x="8578" y="37360"/>
                      <a:pt x="255" y="29037"/>
                      <a:pt x="255" y="18769"/>
                    </a:cubicBezTo>
                    <a:cubicBezTo>
                      <a:pt x="255" y="8502"/>
                      <a:pt x="8578" y="179"/>
                      <a:pt x="18845" y="179"/>
                    </a:cubicBezTo>
                    <a:cubicBezTo>
                      <a:pt x="29112" y="179"/>
                      <a:pt x="37436" y="8502"/>
                      <a:pt x="37436" y="18769"/>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2" name="Freeform: Shape 4491">
                <a:extLst>
                  <a:ext uri="{FF2B5EF4-FFF2-40B4-BE49-F238E27FC236}">
                    <a16:creationId xmlns:a16="http://schemas.microsoft.com/office/drawing/2014/main" id="{C3426001-850F-4D87-5872-243B5FC90C9F}"/>
                  </a:ext>
                </a:extLst>
              </p:cNvPr>
              <p:cNvSpPr/>
              <p:nvPr/>
            </p:nvSpPr>
            <p:spPr>
              <a:xfrm>
                <a:off x="1728799" y="7952625"/>
                <a:ext cx="41981" cy="41981"/>
              </a:xfrm>
              <a:custGeom>
                <a:avLst/>
                <a:gdLst>
                  <a:gd name="connsiteX0" fmla="*/ 21245 w 41981"/>
                  <a:gd name="connsiteY0" fmla="*/ 4979 h 41981"/>
                  <a:gd name="connsiteX1" fmla="*/ 37436 w 41981"/>
                  <a:gd name="connsiteY1" fmla="*/ 21170 h 41981"/>
                  <a:gd name="connsiteX2" fmla="*/ 37436 w 41981"/>
                  <a:gd name="connsiteY2" fmla="*/ 21170 h 41981"/>
                  <a:gd name="connsiteX3" fmla="*/ 21245 w 41981"/>
                  <a:gd name="connsiteY3" fmla="*/ 37360 h 41981"/>
                  <a:gd name="connsiteX4" fmla="*/ 5055 w 41981"/>
                  <a:gd name="connsiteY4" fmla="*/ 21170 h 41981"/>
                  <a:gd name="connsiteX5" fmla="*/ 21245 w 41981"/>
                  <a:gd name="connsiteY5" fmla="*/ 4979 h 41981"/>
                  <a:gd name="connsiteX6" fmla="*/ 21245 w 41981"/>
                  <a:gd name="connsiteY6" fmla="*/ 179 h 41981"/>
                  <a:gd name="connsiteX7" fmla="*/ 255 w 41981"/>
                  <a:gd name="connsiteY7" fmla="*/ 21170 h 41981"/>
                  <a:gd name="connsiteX8" fmla="*/ 21245 w 41981"/>
                  <a:gd name="connsiteY8" fmla="*/ 42160 h 41981"/>
                  <a:gd name="connsiteX9" fmla="*/ 42236 w 41981"/>
                  <a:gd name="connsiteY9" fmla="*/ 21170 h 41981"/>
                  <a:gd name="connsiteX10" fmla="*/ 42236 w 41981"/>
                  <a:gd name="connsiteY10" fmla="*/ 21170 h 41981"/>
                  <a:gd name="connsiteX11" fmla="*/ 2124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9"/>
                    </a:moveTo>
                    <a:cubicBezTo>
                      <a:pt x="30187" y="4979"/>
                      <a:pt x="37436" y="12228"/>
                      <a:pt x="37436" y="21170"/>
                    </a:cubicBezTo>
                    <a:lnTo>
                      <a:pt x="37436" y="21170"/>
                    </a:lnTo>
                    <a:cubicBezTo>
                      <a:pt x="37436" y="30111"/>
                      <a:pt x="30187" y="37360"/>
                      <a:pt x="21245" y="37360"/>
                    </a:cubicBezTo>
                    <a:cubicBezTo>
                      <a:pt x="12304" y="37360"/>
                      <a:pt x="5055" y="30111"/>
                      <a:pt x="5055" y="21170"/>
                    </a:cubicBezTo>
                    <a:cubicBezTo>
                      <a:pt x="5055" y="12228"/>
                      <a:pt x="12304" y="4979"/>
                      <a:pt x="21245" y="4979"/>
                    </a:cubicBezTo>
                    <a:close/>
                    <a:moveTo>
                      <a:pt x="21245" y="179"/>
                    </a:moveTo>
                    <a:cubicBezTo>
                      <a:pt x="9653" y="179"/>
                      <a:pt x="255" y="9577"/>
                      <a:pt x="255" y="21170"/>
                    </a:cubicBezTo>
                    <a:cubicBezTo>
                      <a:pt x="255" y="32762"/>
                      <a:pt x="9653" y="42160"/>
                      <a:pt x="21245" y="42160"/>
                    </a:cubicBezTo>
                    <a:cubicBezTo>
                      <a:pt x="32838" y="42160"/>
                      <a:pt x="42236" y="32762"/>
                      <a:pt x="42236" y="21170"/>
                    </a:cubicBezTo>
                    <a:lnTo>
                      <a:pt x="42236" y="21170"/>
                    </a:lnTo>
                    <a:cubicBezTo>
                      <a:pt x="42236" y="9577"/>
                      <a:pt x="32838" y="179"/>
                      <a:pt x="21245"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3" name="Freeform: Shape 4492">
                <a:extLst>
                  <a:ext uri="{FF2B5EF4-FFF2-40B4-BE49-F238E27FC236}">
                    <a16:creationId xmlns:a16="http://schemas.microsoft.com/office/drawing/2014/main" id="{BF972664-AA39-405E-198A-FDCD2ED1B9D8}"/>
                  </a:ext>
                </a:extLst>
              </p:cNvPr>
              <p:cNvSpPr/>
              <p:nvPr/>
            </p:nvSpPr>
            <p:spPr>
              <a:xfrm>
                <a:off x="1934332" y="7738605"/>
                <a:ext cx="37180" cy="37180"/>
              </a:xfrm>
              <a:custGeom>
                <a:avLst/>
                <a:gdLst>
                  <a:gd name="connsiteX0" fmla="*/ 37471 w 37180"/>
                  <a:gd name="connsiteY0" fmla="*/ 18732 h 37180"/>
                  <a:gd name="connsiteX1" fmla="*/ 18880 w 37180"/>
                  <a:gd name="connsiteY1" fmla="*/ 37322 h 37180"/>
                  <a:gd name="connsiteX2" fmla="*/ 290 w 37180"/>
                  <a:gd name="connsiteY2" fmla="*/ 18732 h 37180"/>
                  <a:gd name="connsiteX3" fmla="*/ 18880 w 37180"/>
                  <a:gd name="connsiteY3" fmla="*/ 141 h 37180"/>
                  <a:gd name="connsiteX4" fmla="*/ 37471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32"/>
                    </a:moveTo>
                    <a:cubicBezTo>
                      <a:pt x="37471" y="28999"/>
                      <a:pt x="29148" y="37322"/>
                      <a:pt x="18880" y="37322"/>
                    </a:cubicBezTo>
                    <a:cubicBezTo>
                      <a:pt x="8613" y="37322"/>
                      <a:pt x="290" y="28999"/>
                      <a:pt x="290" y="18732"/>
                    </a:cubicBezTo>
                    <a:cubicBezTo>
                      <a:pt x="290" y="8465"/>
                      <a:pt x="8613" y="141"/>
                      <a:pt x="18880" y="141"/>
                    </a:cubicBezTo>
                    <a:cubicBezTo>
                      <a:pt x="29148" y="141"/>
                      <a:pt x="37471" y="8465"/>
                      <a:pt x="37471" y="18732"/>
                    </a:cubicBezTo>
                    <a:close/>
                  </a:path>
                </a:pathLst>
              </a:custGeom>
              <a:solidFill>
                <a:srgbClr val="42F74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4" name="Freeform: Shape 4493">
                <a:extLst>
                  <a:ext uri="{FF2B5EF4-FFF2-40B4-BE49-F238E27FC236}">
                    <a16:creationId xmlns:a16="http://schemas.microsoft.com/office/drawing/2014/main" id="{BA5900E4-C473-16BE-39FC-219CFABAC3B3}"/>
                  </a:ext>
                </a:extLst>
              </p:cNvPr>
              <p:cNvSpPr/>
              <p:nvPr/>
            </p:nvSpPr>
            <p:spPr>
              <a:xfrm>
                <a:off x="1931932" y="7736205"/>
                <a:ext cx="41981" cy="41981"/>
              </a:xfrm>
              <a:custGeom>
                <a:avLst/>
                <a:gdLst>
                  <a:gd name="connsiteX0" fmla="*/ 21281 w 41981"/>
                  <a:gd name="connsiteY0" fmla="*/ 4942 h 41981"/>
                  <a:gd name="connsiteX1" fmla="*/ 37471 w 41981"/>
                  <a:gd name="connsiteY1" fmla="*/ 21132 h 41981"/>
                  <a:gd name="connsiteX2" fmla="*/ 37471 w 41981"/>
                  <a:gd name="connsiteY2" fmla="*/ 21132 h 41981"/>
                  <a:gd name="connsiteX3" fmla="*/ 21281 w 41981"/>
                  <a:gd name="connsiteY3" fmla="*/ 37322 h 41981"/>
                  <a:gd name="connsiteX4" fmla="*/ 5090 w 41981"/>
                  <a:gd name="connsiteY4" fmla="*/ 21132 h 41981"/>
                  <a:gd name="connsiteX5" fmla="*/ 21281 w 41981"/>
                  <a:gd name="connsiteY5" fmla="*/ 4942 h 41981"/>
                  <a:gd name="connsiteX6" fmla="*/ 21281 w 41981"/>
                  <a:gd name="connsiteY6" fmla="*/ 141 h 41981"/>
                  <a:gd name="connsiteX7" fmla="*/ 290 w 41981"/>
                  <a:gd name="connsiteY7" fmla="*/ 21132 h 41981"/>
                  <a:gd name="connsiteX8" fmla="*/ 21281 w 41981"/>
                  <a:gd name="connsiteY8" fmla="*/ 42123 h 41981"/>
                  <a:gd name="connsiteX9" fmla="*/ 42271 w 41981"/>
                  <a:gd name="connsiteY9" fmla="*/ 21132 h 41981"/>
                  <a:gd name="connsiteX10" fmla="*/ 42271 w 41981"/>
                  <a:gd name="connsiteY10" fmla="*/ 21132 h 41981"/>
                  <a:gd name="connsiteX11" fmla="*/ 21281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42"/>
                    </a:moveTo>
                    <a:cubicBezTo>
                      <a:pt x="30222" y="4942"/>
                      <a:pt x="37471" y="12190"/>
                      <a:pt x="37471" y="21132"/>
                    </a:cubicBezTo>
                    <a:lnTo>
                      <a:pt x="37471" y="21132"/>
                    </a:lnTo>
                    <a:cubicBezTo>
                      <a:pt x="37471" y="30074"/>
                      <a:pt x="30222" y="37322"/>
                      <a:pt x="21281" y="37322"/>
                    </a:cubicBezTo>
                    <a:cubicBezTo>
                      <a:pt x="12339" y="37322"/>
                      <a:pt x="5090" y="30074"/>
                      <a:pt x="5090" y="21132"/>
                    </a:cubicBezTo>
                    <a:cubicBezTo>
                      <a:pt x="5090" y="12190"/>
                      <a:pt x="12339" y="4942"/>
                      <a:pt x="21281" y="4942"/>
                    </a:cubicBezTo>
                    <a:close/>
                    <a:moveTo>
                      <a:pt x="21281" y="141"/>
                    </a:moveTo>
                    <a:cubicBezTo>
                      <a:pt x="9688" y="141"/>
                      <a:pt x="290" y="9540"/>
                      <a:pt x="290" y="21132"/>
                    </a:cubicBezTo>
                    <a:cubicBezTo>
                      <a:pt x="290" y="32725"/>
                      <a:pt x="9688" y="42123"/>
                      <a:pt x="21281" y="42123"/>
                    </a:cubicBezTo>
                    <a:cubicBezTo>
                      <a:pt x="32873" y="42123"/>
                      <a:pt x="42271" y="32725"/>
                      <a:pt x="42271" y="21132"/>
                    </a:cubicBezTo>
                    <a:lnTo>
                      <a:pt x="42271" y="21132"/>
                    </a:lnTo>
                    <a:cubicBezTo>
                      <a:pt x="42271" y="9540"/>
                      <a:pt x="32873" y="141"/>
                      <a:pt x="21281" y="14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5" name="Freeform: Shape 4494">
                <a:extLst>
                  <a:ext uri="{FF2B5EF4-FFF2-40B4-BE49-F238E27FC236}">
                    <a16:creationId xmlns:a16="http://schemas.microsoft.com/office/drawing/2014/main" id="{6E4C99EC-E6C8-C0E2-8B2F-77701C3D7B77}"/>
                  </a:ext>
                </a:extLst>
              </p:cNvPr>
              <p:cNvSpPr/>
              <p:nvPr/>
            </p:nvSpPr>
            <p:spPr>
              <a:xfrm>
                <a:off x="1669141" y="8022302"/>
                <a:ext cx="37180" cy="37180"/>
              </a:xfrm>
              <a:custGeom>
                <a:avLst/>
                <a:gdLst>
                  <a:gd name="connsiteX0" fmla="*/ 37425 w 37180"/>
                  <a:gd name="connsiteY0" fmla="*/ 18781 h 37180"/>
                  <a:gd name="connsiteX1" fmla="*/ 18834 w 37180"/>
                  <a:gd name="connsiteY1" fmla="*/ 37372 h 37180"/>
                  <a:gd name="connsiteX2" fmla="*/ 244 w 37180"/>
                  <a:gd name="connsiteY2" fmla="*/ 18781 h 37180"/>
                  <a:gd name="connsiteX3" fmla="*/ 18834 w 37180"/>
                  <a:gd name="connsiteY3" fmla="*/ 191 h 37180"/>
                  <a:gd name="connsiteX4" fmla="*/ 37425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81"/>
                    </a:moveTo>
                    <a:cubicBezTo>
                      <a:pt x="37425" y="29048"/>
                      <a:pt x="29102" y="37372"/>
                      <a:pt x="18834" y="37372"/>
                    </a:cubicBezTo>
                    <a:cubicBezTo>
                      <a:pt x="8567" y="37372"/>
                      <a:pt x="244" y="29048"/>
                      <a:pt x="244" y="18781"/>
                    </a:cubicBezTo>
                    <a:cubicBezTo>
                      <a:pt x="244" y="8514"/>
                      <a:pt x="8567" y="191"/>
                      <a:pt x="18834" y="191"/>
                    </a:cubicBezTo>
                    <a:cubicBezTo>
                      <a:pt x="29102" y="191"/>
                      <a:pt x="37425" y="8514"/>
                      <a:pt x="37425" y="18781"/>
                    </a:cubicBezTo>
                    <a:close/>
                  </a:path>
                </a:pathLst>
              </a:custGeom>
              <a:solidFill>
                <a:srgbClr val="E1F7E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6" name="Freeform: Shape 4495">
                <a:extLst>
                  <a:ext uri="{FF2B5EF4-FFF2-40B4-BE49-F238E27FC236}">
                    <a16:creationId xmlns:a16="http://schemas.microsoft.com/office/drawing/2014/main" id="{52744473-62B5-6E18-8EFE-38D3E5076C8A}"/>
                  </a:ext>
                </a:extLst>
              </p:cNvPr>
              <p:cNvSpPr/>
              <p:nvPr/>
            </p:nvSpPr>
            <p:spPr>
              <a:xfrm>
                <a:off x="1666741" y="8019902"/>
                <a:ext cx="41981" cy="41981"/>
              </a:xfrm>
              <a:custGeom>
                <a:avLst/>
                <a:gdLst>
                  <a:gd name="connsiteX0" fmla="*/ 21235 w 41981"/>
                  <a:gd name="connsiteY0" fmla="*/ 4991 h 41981"/>
                  <a:gd name="connsiteX1" fmla="*/ 37425 w 41981"/>
                  <a:gd name="connsiteY1" fmla="*/ 21181 h 41981"/>
                  <a:gd name="connsiteX2" fmla="*/ 37425 w 41981"/>
                  <a:gd name="connsiteY2" fmla="*/ 21181 h 41981"/>
                  <a:gd name="connsiteX3" fmla="*/ 21235 w 41981"/>
                  <a:gd name="connsiteY3" fmla="*/ 37372 h 41981"/>
                  <a:gd name="connsiteX4" fmla="*/ 5044 w 41981"/>
                  <a:gd name="connsiteY4" fmla="*/ 21181 h 41981"/>
                  <a:gd name="connsiteX5" fmla="*/ 21235 w 41981"/>
                  <a:gd name="connsiteY5" fmla="*/ 4991 h 41981"/>
                  <a:gd name="connsiteX6" fmla="*/ 21235 w 41981"/>
                  <a:gd name="connsiteY6" fmla="*/ 191 h 41981"/>
                  <a:gd name="connsiteX7" fmla="*/ 244 w 41981"/>
                  <a:gd name="connsiteY7" fmla="*/ 21181 h 41981"/>
                  <a:gd name="connsiteX8" fmla="*/ 21235 w 41981"/>
                  <a:gd name="connsiteY8" fmla="*/ 42172 h 41981"/>
                  <a:gd name="connsiteX9" fmla="*/ 42225 w 41981"/>
                  <a:gd name="connsiteY9" fmla="*/ 21181 h 41981"/>
                  <a:gd name="connsiteX10" fmla="*/ 42225 w 41981"/>
                  <a:gd name="connsiteY10" fmla="*/ 21181 h 41981"/>
                  <a:gd name="connsiteX11" fmla="*/ 21235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91"/>
                    </a:moveTo>
                    <a:cubicBezTo>
                      <a:pt x="30176" y="4991"/>
                      <a:pt x="37425" y="12240"/>
                      <a:pt x="37425" y="21181"/>
                    </a:cubicBezTo>
                    <a:lnTo>
                      <a:pt x="37425" y="21181"/>
                    </a:lnTo>
                    <a:cubicBezTo>
                      <a:pt x="37425" y="30123"/>
                      <a:pt x="30176" y="37372"/>
                      <a:pt x="21235" y="37372"/>
                    </a:cubicBezTo>
                    <a:cubicBezTo>
                      <a:pt x="12293" y="37372"/>
                      <a:pt x="5044" y="30123"/>
                      <a:pt x="5044" y="21181"/>
                    </a:cubicBezTo>
                    <a:cubicBezTo>
                      <a:pt x="5044" y="12240"/>
                      <a:pt x="12293" y="4991"/>
                      <a:pt x="21235" y="4991"/>
                    </a:cubicBezTo>
                    <a:close/>
                    <a:moveTo>
                      <a:pt x="21235" y="191"/>
                    </a:moveTo>
                    <a:cubicBezTo>
                      <a:pt x="9642" y="191"/>
                      <a:pt x="244" y="9589"/>
                      <a:pt x="244" y="21181"/>
                    </a:cubicBezTo>
                    <a:cubicBezTo>
                      <a:pt x="244" y="32774"/>
                      <a:pt x="9642" y="42172"/>
                      <a:pt x="21235" y="42172"/>
                    </a:cubicBezTo>
                    <a:cubicBezTo>
                      <a:pt x="32827" y="42172"/>
                      <a:pt x="42225" y="32774"/>
                      <a:pt x="42225" y="21181"/>
                    </a:cubicBezTo>
                    <a:lnTo>
                      <a:pt x="42225" y="21181"/>
                    </a:lnTo>
                    <a:cubicBezTo>
                      <a:pt x="42225" y="9589"/>
                      <a:pt x="32827" y="191"/>
                      <a:pt x="21235" y="19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7" name="Freeform: Shape 4496">
                <a:extLst>
                  <a:ext uri="{FF2B5EF4-FFF2-40B4-BE49-F238E27FC236}">
                    <a16:creationId xmlns:a16="http://schemas.microsoft.com/office/drawing/2014/main" id="{B330AB0E-0D18-14B0-F6B0-911B18074ADF}"/>
                  </a:ext>
                </a:extLst>
              </p:cNvPr>
              <p:cNvSpPr/>
              <p:nvPr/>
            </p:nvSpPr>
            <p:spPr>
              <a:xfrm>
                <a:off x="1706489" y="7991872"/>
                <a:ext cx="37180" cy="37180"/>
              </a:xfrm>
              <a:custGeom>
                <a:avLst/>
                <a:gdLst>
                  <a:gd name="connsiteX0" fmla="*/ 37431 w 37180"/>
                  <a:gd name="connsiteY0" fmla="*/ 18776 h 37180"/>
                  <a:gd name="connsiteX1" fmla="*/ 18841 w 37180"/>
                  <a:gd name="connsiteY1" fmla="*/ 37366 h 37180"/>
                  <a:gd name="connsiteX2" fmla="*/ 250 w 37180"/>
                  <a:gd name="connsiteY2" fmla="*/ 18776 h 37180"/>
                  <a:gd name="connsiteX3" fmla="*/ 18841 w 37180"/>
                  <a:gd name="connsiteY3" fmla="*/ 185 h 37180"/>
                  <a:gd name="connsiteX4" fmla="*/ 37431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6"/>
                    </a:moveTo>
                    <a:cubicBezTo>
                      <a:pt x="37431" y="29043"/>
                      <a:pt x="29108" y="37366"/>
                      <a:pt x="18841" y="37366"/>
                    </a:cubicBezTo>
                    <a:cubicBezTo>
                      <a:pt x="8574" y="37366"/>
                      <a:pt x="250" y="29043"/>
                      <a:pt x="250" y="18776"/>
                    </a:cubicBezTo>
                    <a:cubicBezTo>
                      <a:pt x="250" y="8509"/>
                      <a:pt x="8574" y="185"/>
                      <a:pt x="18841" y="185"/>
                    </a:cubicBezTo>
                    <a:cubicBezTo>
                      <a:pt x="29108" y="185"/>
                      <a:pt x="37431" y="8509"/>
                      <a:pt x="37431" y="18776"/>
                    </a:cubicBezTo>
                    <a:close/>
                  </a:path>
                </a:pathLst>
              </a:custGeom>
              <a:solidFill>
                <a:srgbClr val="D6F7D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8" name="Freeform: Shape 4497">
                <a:extLst>
                  <a:ext uri="{FF2B5EF4-FFF2-40B4-BE49-F238E27FC236}">
                    <a16:creationId xmlns:a16="http://schemas.microsoft.com/office/drawing/2014/main" id="{27C3D442-4D93-530E-2AD8-7E82EE71F0E2}"/>
                  </a:ext>
                </a:extLst>
              </p:cNvPr>
              <p:cNvSpPr/>
              <p:nvPr/>
            </p:nvSpPr>
            <p:spPr>
              <a:xfrm>
                <a:off x="1704089" y="7989472"/>
                <a:ext cx="41981" cy="41981"/>
              </a:xfrm>
              <a:custGeom>
                <a:avLst/>
                <a:gdLst>
                  <a:gd name="connsiteX0" fmla="*/ 21241 w 41981"/>
                  <a:gd name="connsiteY0" fmla="*/ 4986 h 41981"/>
                  <a:gd name="connsiteX1" fmla="*/ 37431 w 41981"/>
                  <a:gd name="connsiteY1" fmla="*/ 21176 h 41981"/>
                  <a:gd name="connsiteX2" fmla="*/ 37431 w 41981"/>
                  <a:gd name="connsiteY2" fmla="*/ 21176 h 41981"/>
                  <a:gd name="connsiteX3" fmla="*/ 21241 w 41981"/>
                  <a:gd name="connsiteY3" fmla="*/ 37366 h 41981"/>
                  <a:gd name="connsiteX4" fmla="*/ 5051 w 41981"/>
                  <a:gd name="connsiteY4" fmla="*/ 21176 h 41981"/>
                  <a:gd name="connsiteX5" fmla="*/ 21241 w 41981"/>
                  <a:gd name="connsiteY5" fmla="*/ 4986 h 41981"/>
                  <a:gd name="connsiteX6" fmla="*/ 21241 w 41981"/>
                  <a:gd name="connsiteY6" fmla="*/ 185 h 41981"/>
                  <a:gd name="connsiteX7" fmla="*/ 250 w 41981"/>
                  <a:gd name="connsiteY7" fmla="*/ 21176 h 41981"/>
                  <a:gd name="connsiteX8" fmla="*/ 21241 w 41981"/>
                  <a:gd name="connsiteY8" fmla="*/ 42167 h 41981"/>
                  <a:gd name="connsiteX9" fmla="*/ 42232 w 41981"/>
                  <a:gd name="connsiteY9" fmla="*/ 21176 h 41981"/>
                  <a:gd name="connsiteX10" fmla="*/ 42232 w 41981"/>
                  <a:gd name="connsiteY10" fmla="*/ 21176 h 41981"/>
                  <a:gd name="connsiteX11" fmla="*/ 21241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6"/>
                    </a:moveTo>
                    <a:cubicBezTo>
                      <a:pt x="30183" y="4986"/>
                      <a:pt x="37431" y="12234"/>
                      <a:pt x="37431" y="21176"/>
                    </a:cubicBezTo>
                    <a:lnTo>
                      <a:pt x="37431" y="21176"/>
                    </a:lnTo>
                    <a:cubicBezTo>
                      <a:pt x="37431" y="30118"/>
                      <a:pt x="30183" y="37366"/>
                      <a:pt x="21241" y="37366"/>
                    </a:cubicBezTo>
                    <a:cubicBezTo>
                      <a:pt x="12299" y="37366"/>
                      <a:pt x="5051" y="30118"/>
                      <a:pt x="5051" y="21176"/>
                    </a:cubicBezTo>
                    <a:cubicBezTo>
                      <a:pt x="5051" y="12234"/>
                      <a:pt x="12299" y="4986"/>
                      <a:pt x="21241" y="4986"/>
                    </a:cubicBezTo>
                    <a:close/>
                    <a:moveTo>
                      <a:pt x="21241" y="185"/>
                    </a:moveTo>
                    <a:cubicBezTo>
                      <a:pt x="9648" y="185"/>
                      <a:pt x="250" y="9583"/>
                      <a:pt x="250" y="21176"/>
                    </a:cubicBezTo>
                    <a:cubicBezTo>
                      <a:pt x="250" y="32769"/>
                      <a:pt x="9648" y="42167"/>
                      <a:pt x="21241" y="42167"/>
                    </a:cubicBezTo>
                    <a:cubicBezTo>
                      <a:pt x="32834" y="42167"/>
                      <a:pt x="42232" y="32769"/>
                      <a:pt x="42232" y="21176"/>
                    </a:cubicBezTo>
                    <a:lnTo>
                      <a:pt x="42232" y="21176"/>
                    </a:lnTo>
                    <a:cubicBezTo>
                      <a:pt x="42232" y="9583"/>
                      <a:pt x="32834" y="185"/>
                      <a:pt x="21241" y="18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499" name="Freeform: Shape 4498">
                <a:extLst>
                  <a:ext uri="{FF2B5EF4-FFF2-40B4-BE49-F238E27FC236}">
                    <a16:creationId xmlns:a16="http://schemas.microsoft.com/office/drawing/2014/main" id="{129F6EFC-7177-D477-647C-1DE5CCBB3FB6}"/>
                  </a:ext>
                </a:extLst>
              </p:cNvPr>
              <p:cNvSpPr/>
              <p:nvPr/>
            </p:nvSpPr>
            <p:spPr>
              <a:xfrm>
                <a:off x="2018900" y="7510405"/>
                <a:ext cx="37180" cy="37180"/>
              </a:xfrm>
              <a:custGeom>
                <a:avLst/>
                <a:gdLst>
                  <a:gd name="connsiteX0" fmla="*/ 37485 w 37180"/>
                  <a:gd name="connsiteY0" fmla="*/ 18692 h 37180"/>
                  <a:gd name="connsiteX1" fmla="*/ 18895 w 37180"/>
                  <a:gd name="connsiteY1" fmla="*/ 37283 h 37180"/>
                  <a:gd name="connsiteX2" fmla="*/ 305 w 37180"/>
                  <a:gd name="connsiteY2" fmla="*/ 18692 h 37180"/>
                  <a:gd name="connsiteX3" fmla="*/ 18895 w 37180"/>
                  <a:gd name="connsiteY3" fmla="*/ 102 h 37180"/>
                  <a:gd name="connsiteX4" fmla="*/ 37485 w 37180"/>
                  <a:gd name="connsiteY4" fmla="*/ 186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692"/>
                    </a:moveTo>
                    <a:cubicBezTo>
                      <a:pt x="37485" y="28959"/>
                      <a:pt x="29162" y="37283"/>
                      <a:pt x="18895" y="37283"/>
                    </a:cubicBezTo>
                    <a:cubicBezTo>
                      <a:pt x="8628" y="37283"/>
                      <a:pt x="305" y="28959"/>
                      <a:pt x="305" y="18692"/>
                    </a:cubicBezTo>
                    <a:cubicBezTo>
                      <a:pt x="305" y="8425"/>
                      <a:pt x="8628" y="102"/>
                      <a:pt x="18895" y="102"/>
                    </a:cubicBezTo>
                    <a:cubicBezTo>
                      <a:pt x="29162" y="102"/>
                      <a:pt x="37485" y="8425"/>
                      <a:pt x="37485" y="18692"/>
                    </a:cubicBezTo>
                    <a:close/>
                  </a:path>
                </a:pathLst>
              </a:custGeom>
              <a:solidFill>
                <a:srgbClr val="DFF7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0" name="Freeform: Shape 4499">
                <a:extLst>
                  <a:ext uri="{FF2B5EF4-FFF2-40B4-BE49-F238E27FC236}">
                    <a16:creationId xmlns:a16="http://schemas.microsoft.com/office/drawing/2014/main" id="{00A6086C-C5B2-8DBB-6909-3FF746F81DC3}"/>
                  </a:ext>
                </a:extLst>
              </p:cNvPr>
              <p:cNvSpPr/>
              <p:nvPr/>
            </p:nvSpPr>
            <p:spPr>
              <a:xfrm>
                <a:off x="2016500" y="7508005"/>
                <a:ext cx="41981" cy="41981"/>
              </a:xfrm>
              <a:custGeom>
                <a:avLst/>
                <a:gdLst>
                  <a:gd name="connsiteX0" fmla="*/ 21295 w 41981"/>
                  <a:gd name="connsiteY0" fmla="*/ 4902 h 41981"/>
                  <a:gd name="connsiteX1" fmla="*/ 37485 w 41981"/>
                  <a:gd name="connsiteY1" fmla="*/ 21092 h 41981"/>
                  <a:gd name="connsiteX2" fmla="*/ 37485 w 41981"/>
                  <a:gd name="connsiteY2" fmla="*/ 21092 h 41981"/>
                  <a:gd name="connsiteX3" fmla="*/ 21295 w 41981"/>
                  <a:gd name="connsiteY3" fmla="*/ 37283 h 41981"/>
                  <a:gd name="connsiteX4" fmla="*/ 5105 w 41981"/>
                  <a:gd name="connsiteY4" fmla="*/ 21092 h 41981"/>
                  <a:gd name="connsiteX5" fmla="*/ 21295 w 41981"/>
                  <a:gd name="connsiteY5" fmla="*/ 4902 h 41981"/>
                  <a:gd name="connsiteX6" fmla="*/ 21295 w 41981"/>
                  <a:gd name="connsiteY6" fmla="*/ 102 h 41981"/>
                  <a:gd name="connsiteX7" fmla="*/ 305 w 41981"/>
                  <a:gd name="connsiteY7" fmla="*/ 21092 h 41981"/>
                  <a:gd name="connsiteX8" fmla="*/ 21295 w 41981"/>
                  <a:gd name="connsiteY8" fmla="*/ 42083 h 41981"/>
                  <a:gd name="connsiteX9" fmla="*/ 42286 w 41981"/>
                  <a:gd name="connsiteY9" fmla="*/ 21092 h 41981"/>
                  <a:gd name="connsiteX10" fmla="*/ 42286 w 41981"/>
                  <a:gd name="connsiteY10" fmla="*/ 21092 h 41981"/>
                  <a:gd name="connsiteX11" fmla="*/ 21295 w 41981"/>
                  <a:gd name="connsiteY11" fmla="*/ 10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5" y="4902"/>
                    </a:moveTo>
                    <a:cubicBezTo>
                      <a:pt x="30237" y="4902"/>
                      <a:pt x="37485" y="12151"/>
                      <a:pt x="37485" y="21092"/>
                    </a:cubicBezTo>
                    <a:lnTo>
                      <a:pt x="37485" y="21092"/>
                    </a:lnTo>
                    <a:cubicBezTo>
                      <a:pt x="37485" y="30034"/>
                      <a:pt x="30237" y="37283"/>
                      <a:pt x="21295" y="37283"/>
                    </a:cubicBezTo>
                    <a:cubicBezTo>
                      <a:pt x="12353" y="37283"/>
                      <a:pt x="5105" y="30034"/>
                      <a:pt x="5105" y="21092"/>
                    </a:cubicBezTo>
                    <a:cubicBezTo>
                      <a:pt x="5105" y="12151"/>
                      <a:pt x="12353" y="4902"/>
                      <a:pt x="21295" y="4902"/>
                    </a:cubicBezTo>
                    <a:close/>
                    <a:moveTo>
                      <a:pt x="21295" y="102"/>
                    </a:moveTo>
                    <a:cubicBezTo>
                      <a:pt x="9703" y="102"/>
                      <a:pt x="305" y="9500"/>
                      <a:pt x="305" y="21092"/>
                    </a:cubicBezTo>
                    <a:cubicBezTo>
                      <a:pt x="305" y="32685"/>
                      <a:pt x="9703" y="42083"/>
                      <a:pt x="21295" y="42083"/>
                    </a:cubicBezTo>
                    <a:cubicBezTo>
                      <a:pt x="32888" y="42083"/>
                      <a:pt x="42286" y="32685"/>
                      <a:pt x="42286" y="21092"/>
                    </a:cubicBezTo>
                    <a:lnTo>
                      <a:pt x="42286" y="21092"/>
                    </a:lnTo>
                    <a:cubicBezTo>
                      <a:pt x="42286" y="9500"/>
                      <a:pt x="32888" y="102"/>
                      <a:pt x="21295" y="10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1" name="Freeform: Shape 4500">
                <a:extLst>
                  <a:ext uri="{FF2B5EF4-FFF2-40B4-BE49-F238E27FC236}">
                    <a16:creationId xmlns:a16="http://schemas.microsoft.com/office/drawing/2014/main" id="{BD07C188-D51C-7ADB-79E6-A6C8071A6A56}"/>
                  </a:ext>
                </a:extLst>
              </p:cNvPr>
              <p:cNvSpPr/>
              <p:nvPr/>
            </p:nvSpPr>
            <p:spPr>
              <a:xfrm>
                <a:off x="1428656" y="8131356"/>
                <a:ext cx="37180" cy="37180"/>
              </a:xfrm>
              <a:custGeom>
                <a:avLst/>
                <a:gdLst>
                  <a:gd name="connsiteX0" fmla="*/ 37383 w 37180"/>
                  <a:gd name="connsiteY0" fmla="*/ 18800 h 37180"/>
                  <a:gd name="connsiteX1" fmla="*/ 18793 w 37180"/>
                  <a:gd name="connsiteY1" fmla="*/ 37390 h 37180"/>
                  <a:gd name="connsiteX2" fmla="*/ 202 w 37180"/>
                  <a:gd name="connsiteY2" fmla="*/ 18800 h 37180"/>
                  <a:gd name="connsiteX3" fmla="*/ 18793 w 37180"/>
                  <a:gd name="connsiteY3" fmla="*/ 210 h 37180"/>
                  <a:gd name="connsiteX4" fmla="*/ 37383 w 37180"/>
                  <a:gd name="connsiteY4" fmla="*/ 1880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83" y="18800"/>
                    </a:moveTo>
                    <a:cubicBezTo>
                      <a:pt x="37383" y="29067"/>
                      <a:pt x="29060" y="37390"/>
                      <a:pt x="18793" y="37390"/>
                    </a:cubicBezTo>
                    <a:cubicBezTo>
                      <a:pt x="8525" y="37390"/>
                      <a:pt x="202" y="29067"/>
                      <a:pt x="202" y="18800"/>
                    </a:cubicBezTo>
                    <a:cubicBezTo>
                      <a:pt x="202" y="8533"/>
                      <a:pt x="8525" y="210"/>
                      <a:pt x="18793" y="210"/>
                    </a:cubicBezTo>
                    <a:cubicBezTo>
                      <a:pt x="29060" y="210"/>
                      <a:pt x="37383" y="8533"/>
                      <a:pt x="37383" y="18800"/>
                    </a:cubicBezTo>
                    <a:close/>
                  </a:path>
                </a:pathLst>
              </a:custGeom>
              <a:solidFill>
                <a:srgbClr val="C5F7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2" name="Freeform: Shape 4501">
                <a:extLst>
                  <a:ext uri="{FF2B5EF4-FFF2-40B4-BE49-F238E27FC236}">
                    <a16:creationId xmlns:a16="http://schemas.microsoft.com/office/drawing/2014/main" id="{15E9C383-270A-092E-BDC8-F5C73A1CFEDD}"/>
                  </a:ext>
                </a:extLst>
              </p:cNvPr>
              <p:cNvSpPr/>
              <p:nvPr/>
            </p:nvSpPr>
            <p:spPr>
              <a:xfrm>
                <a:off x="1426255" y="8128956"/>
                <a:ext cx="41981" cy="41981"/>
              </a:xfrm>
              <a:custGeom>
                <a:avLst/>
                <a:gdLst>
                  <a:gd name="connsiteX0" fmla="*/ 21193 w 41981"/>
                  <a:gd name="connsiteY0" fmla="*/ 5010 h 41981"/>
                  <a:gd name="connsiteX1" fmla="*/ 37383 w 41981"/>
                  <a:gd name="connsiteY1" fmla="*/ 21200 h 41981"/>
                  <a:gd name="connsiteX2" fmla="*/ 37383 w 41981"/>
                  <a:gd name="connsiteY2" fmla="*/ 21200 h 41981"/>
                  <a:gd name="connsiteX3" fmla="*/ 21193 w 41981"/>
                  <a:gd name="connsiteY3" fmla="*/ 37390 h 41981"/>
                  <a:gd name="connsiteX4" fmla="*/ 5003 w 41981"/>
                  <a:gd name="connsiteY4" fmla="*/ 21200 h 41981"/>
                  <a:gd name="connsiteX5" fmla="*/ 21193 w 41981"/>
                  <a:gd name="connsiteY5" fmla="*/ 5010 h 41981"/>
                  <a:gd name="connsiteX6" fmla="*/ 21193 w 41981"/>
                  <a:gd name="connsiteY6" fmla="*/ 210 h 41981"/>
                  <a:gd name="connsiteX7" fmla="*/ 202 w 41981"/>
                  <a:gd name="connsiteY7" fmla="*/ 21200 h 41981"/>
                  <a:gd name="connsiteX8" fmla="*/ 21193 w 41981"/>
                  <a:gd name="connsiteY8" fmla="*/ 42191 h 41981"/>
                  <a:gd name="connsiteX9" fmla="*/ 42183 w 41981"/>
                  <a:gd name="connsiteY9" fmla="*/ 21200 h 41981"/>
                  <a:gd name="connsiteX10" fmla="*/ 42183 w 41981"/>
                  <a:gd name="connsiteY10" fmla="*/ 21200 h 41981"/>
                  <a:gd name="connsiteX11" fmla="*/ 21193 w 41981"/>
                  <a:gd name="connsiteY11" fmla="*/ 21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93" y="5010"/>
                    </a:moveTo>
                    <a:cubicBezTo>
                      <a:pt x="30135" y="5010"/>
                      <a:pt x="37383" y="12258"/>
                      <a:pt x="37383" y="21200"/>
                    </a:cubicBezTo>
                    <a:lnTo>
                      <a:pt x="37383" y="21200"/>
                    </a:lnTo>
                    <a:cubicBezTo>
                      <a:pt x="37383" y="30142"/>
                      <a:pt x="30135" y="37390"/>
                      <a:pt x="21193" y="37390"/>
                    </a:cubicBezTo>
                    <a:cubicBezTo>
                      <a:pt x="12251" y="37390"/>
                      <a:pt x="5003" y="30142"/>
                      <a:pt x="5003" y="21200"/>
                    </a:cubicBezTo>
                    <a:cubicBezTo>
                      <a:pt x="5003" y="12258"/>
                      <a:pt x="12251" y="5010"/>
                      <a:pt x="21193" y="5010"/>
                    </a:cubicBezTo>
                    <a:close/>
                    <a:moveTo>
                      <a:pt x="21193" y="210"/>
                    </a:moveTo>
                    <a:cubicBezTo>
                      <a:pt x="9600" y="210"/>
                      <a:pt x="202" y="9608"/>
                      <a:pt x="202" y="21200"/>
                    </a:cubicBezTo>
                    <a:cubicBezTo>
                      <a:pt x="202" y="32793"/>
                      <a:pt x="9600" y="42191"/>
                      <a:pt x="21193" y="42191"/>
                    </a:cubicBezTo>
                    <a:cubicBezTo>
                      <a:pt x="32785" y="42191"/>
                      <a:pt x="42183" y="32793"/>
                      <a:pt x="42183" y="21200"/>
                    </a:cubicBezTo>
                    <a:lnTo>
                      <a:pt x="42183" y="21200"/>
                    </a:lnTo>
                    <a:cubicBezTo>
                      <a:pt x="42183" y="9608"/>
                      <a:pt x="32785" y="210"/>
                      <a:pt x="21193" y="21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3" name="Freeform: Shape 4502">
                <a:extLst>
                  <a:ext uri="{FF2B5EF4-FFF2-40B4-BE49-F238E27FC236}">
                    <a16:creationId xmlns:a16="http://schemas.microsoft.com/office/drawing/2014/main" id="{A3030BB5-CA25-AFA4-74A4-9DFF4ED54E5B}"/>
                  </a:ext>
                </a:extLst>
              </p:cNvPr>
              <p:cNvSpPr/>
              <p:nvPr/>
            </p:nvSpPr>
            <p:spPr>
              <a:xfrm>
                <a:off x="1793264" y="7900202"/>
                <a:ext cx="37180" cy="37180"/>
              </a:xfrm>
              <a:custGeom>
                <a:avLst/>
                <a:gdLst>
                  <a:gd name="connsiteX0" fmla="*/ 37446 w 37180"/>
                  <a:gd name="connsiteY0" fmla="*/ 18760 h 37180"/>
                  <a:gd name="connsiteX1" fmla="*/ 18856 w 37180"/>
                  <a:gd name="connsiteY1" fmla="*/ 37350 h 37180"/>
                  <a:gd name="connsiteX2" fmla="*/ 266 w 37180"/>
                  <a:gd name="connsiteY2" fmla="*/ 18760 h 37180"/>
                  <a:gd name="connsiteX3" fmla="*/ 18856 w 37180"/>
                  <a:gd name="connsiteY3" fmla="*/ 170 h 37180"/>
                  <a:gd name="connsiteX4" fmla="*/ 37446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0"/>
                    </a:moveTo>
                    <a:cubicBezTo>
                      <a:pt x="37446" y="29027"/>
                      <a:pt x="29123" y="37350"/>
                      <a:pt x="18856" y="37350"/>
                    </a:cubicBezTo>
                    <a:cubicBezTo>
                      <a:pt x="8589" y="37350"/>
                      <a:pt x="266" y="29027"/>
                      <a:pt x="266" y="18760"/>
                    </a:cubicBezTo>
                    <a:cubicBezTo>
                      <a:pt x="266" y="8493"/>
                      <a:pt x="8589" y="170"/>
                      <a:pt x="18856" y="170"/>
                    </a:cubicBezTo>
                    <a:cubicBezTo>
                      <a:pt x="29123" y="170"/>
                      <a:pt x="37446" y="8493"/>
                      <a:pt x="37446" y="18760"/>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4" name="Freeform: Shape 4503">
                <a:extLst>
                  <a:ext uri="{FF2B5EF4-FFF2-40B4-BE49-F238E27FC236}">
                    <a16:creationId xmlns:a16="http://schemas.microsoft.com/office/drawing/2014/main" id="{46B78848-F92A-6C9C-EB3B-C4A341768BBB}"/>
                  </a:ext>
                </a:extLst>
              </p:cNvPr>
              <p:cNvSpPr/>
              <p:nvPr/>
            </p:nvSpPr>
            <p:spPr>
              <a:xfrm>
                <a:off x="1790863" y="7897802"/>
                <a:ext cx="41981" cy="41981"/>
              </a:xfrm>
              <a:custGeom>
                <a:avLst/>
                <a:gdLst>
                  <a:gd name="connsiteX0" fmla="*/ 21256 w 41981"/>
                  <a:gd name="connsiteY0" fmla="*/ 4970 h 41981"/>
                  <a:gd name="connsiteX1" fmla="*/ 37446 w 41981"/>
                  <a:gd name="connsiteY1" fmla="*/ 21160 h 41981"/>
                  <a:gd name="connsiteX2" fmla="*/ 37446 w 41981"/>
                  <a:gd name="connsiteY2" fmla="*/ 21160 h 41981"/>
                  <a:gd name="connsiteX3" fmla="*/ 21256 w 41981"/>
                  <a:gd name="connsiteY3" fmla="*/ 37350 h 41981"/>
                  <a:gd name="connsiteX4" fmla="*/ 5066 w 41981"/>
                  <a:gd name="connsiteY4" fmla="*/ 21160 h 41981"/>
                  <a:gd name="connsiteX5" fmla="*/ 21256 w 41981"/>
                  <a:gd name="connsiteY5" fmla="*/ 4970 h 41981"/>
                  <a:gd name="connsiteX6" fmla="*/ 21256 w 41981"/>
                  <a:gd name="connsiteY6" fmla="*/ 170 h 41981"/>
                  <a:gd name="connsiteX7" fmla="*/ 266 w 41981"/>
                  <a:gd name="connsiteY7" fmla="*/ 21160 h 41981"/>
                  <a:gd name="connsiteX8" fmla="*/ 21256 w 41981"/>
                  <a:gd name="connsiteY8" fmla="*/ 42151 h 41981"/>
                  <a:gd name="connsiteX9" fmla="*/ 42247 w 41981"/>
                  <a:gd name="connsiteY9" fmla="*/ 21160 h 41981"/>
                  <a:gd name="connsiteX10" fmla="*/ 42247 w 41981"/>
                  <a:gd name="connsiteY10" fmla="*/ 21160 h 41981"/>
                  <a:gd name="connsiteX11" fmla="*/ 21256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0"/>
                    </a:moveTo>
                    <a:cubicBezTo>
                      <a:pt x="30198" y="4970"/>
                      <a:pt x="37446" y="12218"/>
                      <a:pt x="37446" y="21160"/>
                    </a:cubicBezTo>
                    <a:lnTo>
                      <a:pt x="37446" y="21160"/>
                    </a:lnTo>
                    <a:cubicBezTo>
                      <a:pt x="37446" y="30102"/>
                      <a:pt x="30198" y="37350"/>
                      <a:pt x="21256" y="37350"/>
                    </a:cubicBezTo>
                    <a:cubicBezTo>
                      <a:pt x="12314" y="37350"/>
                      <a:pt x="5066" y="30102"/>
                      <a:pt x="5066" y="21160"/>
                    </a:cubicBezTo>
                    <a:cubicBezTo>
                      <a:pt x="5066" y="12218"/>
                      <a:pt x="12314" y="4970"/>
                      <a:pt x="21256" y="4970"/>
                    </a:cubicBezTo>
                    <a:close/>
                    <a:moveTo>
                      <a:pt x="21256" y="170"/>
                    </a:moveTo>
                    <a:cubicBezTo>
                      <a:pt x="9664" y="170"/>
                      <a:pt x="266" y="9568"/>
                      <a:pt x="266" y="21160"/>
                    </a:cubicBezTo>
                    <a:cubicBezTo>
                      <a:pt x="266" y="32753"/>
                      <a:pt x="9664" y="42151"/>
                      <a:pt x="21256" y="42151"/>
                    </a:cubicBezTo>
                    <a:cubicBezTo>
                      <a:pt x="32849" y="42151"/>
                      <a:pt x="42247" y="32753"/>
                      <a:pt x="42247" y="21160"/>
                    </a:cubicBezTo>
                    <a:lnTo>
                      <a:pt x="42247" y="21160"/>
                    </a:lnTo>
                    <a:cubicBezTo>
                      <a:pt x="42247" y="9568"/>
                      <a:pt x="32849" y="170"/>
                      <a:pt x="21256"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5" name="Freeform: Shape 4504">
                <a:extLst>
                  <a:ext uri="{FF2B5EF4-FFF2-40B4-BE49-F238E27FC236}">
                    <a16:creationId xmlns:a16="http://schemas.microsoft.com/office/drawing/2014/main" id="{41CAB071-8DDF-98E7-48DE-AD66CC58AF85}"/>
                  </a:ext>
                </a:extLst>
              </p:cNvPr>
              <p:cNvSpPr/>
              <p:nvPr/>
            </p:nvSpPr>
            <p:spPr>
              <a:xfrm>
                <a:off x="1755363" y="7939047"/>
                <a:ext cx="37180" cy="37180"/>
              </a:xfrm>
              <a:custGeom>
                <a:avLst/>
                <a:gdLst>
                  <a:gd name="connsiteX0" fmla="*/ 37440 w 37180"/>
                  <a:gd name="connsiteY0" fmla="*/ 18767 h 37180"/>
                  <a:gd name="connsiteX1" fmla="*/ 18849 w 37180"/>
                  <a:gd name="connsiteY1" fmla="*/ 37357 h 37180"/>
                  <a:gd name="connsiteX2" fmla="*/ 259 w 37180"/>
                  <a:gd name="connsiteY2" fmla="*/ 18767 h 37180"/>
                  <a:gd name="connsiteX3" fmla="*/ 18849 w 37180"/>
                  <a:gd name="connsiteY3" fmla="*/ 176 h 37180"/>
                  <a:gd name="connsiteX4" fmla="*/ 37440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7"/>
                    </a:moveTo>
                    <a:cubicBezTo>
                      <a:pt x="37440" y="29034"/>
                      <a:pt x="29117" y="37357"/>
                      <a:pt x="18849" y="37357"/>
                    </a:cubicBezTo>
                    <a:cubicBezTo>
                      <a:pt x="8582" y="37357"/>
                      <a:pt x="259" y="29034"/>
                      <a:pt x="259" y="18767"/>
                    </a:cubicBezTo>
                    <a:cubicBezTo>
                      <a:pt x="259" y="8499"/>
                      <a:pt x="8582" y="176"/>
                      <a:pt x="18849" y="176"/>
                    </a:cubicBezTo>
                    <a:cubicBezTo>
                      <a:pt x="29117" y="176"/>
                      <a:pt x="37440" y="8499"/>
                      <a:pt x="37440" y="18767"/>
                    </a:cubicBezTo>
                    <a:close/>
                  </a:path>
                </a:pathLst>
              </a:custGeom>
              <a:solidFill>
                <a:srgbClr val="C0F7C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6" name="Freeform: Shape 4505">
                <a:extLst>
                  <a:ext uri="{FF2B5EF4-FFF2-40B4-BE49-F238E27FC236}">
                    <a16:creationId xmlns:a16="http://schemas.microsoft.com/office/drawing/2014/main" id="{B352B129-7284-C7D5-2A1A-A4DD289C71C2}"/>
                  </a:ext>
                </a:extLst>
              </p:cNvPr>
              <p:cNvSpPr/>
              <p:nvPr/>
            </p:nvSpPr>
            <p:spPr>
              <a:xfrm>
                <a:off x="1752963" y="7936647"/>
                <a:ext cx="41981" cy="41981"/>
              </a:xfrm>
              <a:custGeom>
                <a:avLst/>
                <a:gdLst>
                  <a:gd name="connsiteX0" fmla="*/ 21250 w 41981"/>
                  <a:gd name="connsiteY0" fmla="*/ 4977 h 41981"/>
                  <a:gd name="connsiteX1" fmla="*/ 37440 w 41981"/>
                  <a:gd name="connsiteY1" fmla="*/ 21167 h 41981"/>
                  <a:gd name="connsiteX2" fmla="*/ 37440 w 41981"/>
                  <a:gd name="connsiteY2" fmla="*/ 21167 h 41981"/>
                  <a:gd name="connsiteX3" fmla="*/ 21250 w 41981"/>
                  <a:gd name="connsiteY3" fmla="*/ 37357 h 41981"/>
                  <a:gd name="connsiteX4" fmla="*/ 5059 w 41981"/>
                  <a:gd name="connsiteY4" fmla="*/ 21167 h 41981"/>
                  <a:gd name="connsiteX5" fmla="*/ 21250 w 41981"/>
                  <a:gd name="connsiteY5" fmla="*/ 4977 h 41981"/>
                  <a:gd name="connsiteX6" fmla="*/ 21250 w 41981"/>
                  <a:gd name="connsiteY6" fmla="*/ 176 h 41981"/>
                  <a:gd name="connsiteX7" fmla="*/ 259 w 41981"/>
                  <a:gd name="connsiteY7" fmla="*/ 21167 h 41981"/>
                  <a:gd name="connsiteX8" fmla="*/ 21250 w 41981"/>
                  <a:gd name="connsiteY8" fmla="*/ 42157 h 41981"/>
                  <a:gd name="connsiteX9" fmla="*/ 42240 w 41981"/>
                  <a:gd name="connsiteY9" fmla="*/ 21167 h 41981"/>
                  <a:gd name="connsiteX10" fmla="*/ 42240 w 41981"/>
                  <a:gd name="connsiteY10" fmla="*/ 21167 h 41981"/>
                  <a:gd name="connsiteX11" fmla="*/ 21250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7"/>
                    </a:moveTo>
                    <a:cubicBezTo>
                      <a:pt x="30191" y="4977"/>
                      <a:pt x="37440" y="12225"/>
                      <a:pt x="37440" y="21167"/>
                    </a:cubicBezTo>
                    <a:lnTo>
                      <a:pt x="37440" y="21167"/>
                    </a:lnTo>
                    <a:cubicBezTo>
                      <a:pt x="37440" y="30109"/>
                      <a:pt x="30191" y="37357"/>
                      <a:pt x="21250" y="37357"/>
                    </a:cubicBezTo>
                    <a:cubicBezTo>
                      <a:pt x="12308" y="37357"/>
                      <a:pt x="5059" y="30109"/>
                      <a:pt x="5059" y="21167"/>
                    </a:cubicBezTo>
                    <a:cubicBezTo>
                      <a:pt x="5059" y="12225"/>
                      <a:pt x="12308" y="4977"/>
                      <a:pt x="21250" y="4977"/>
                    </a:cubicBezTo>
                    <a:close/>
                    <a:moveTo>
                      <a:pt x="21250" y="176"/>
                    </a:moveTo>
                    <a:cubicBezTo>
                      <a:pt x="9657" y="176"/>
                      <a:pt x="259" y="9574"/>
                      <a:pt x="259" y="21167"/>
                    </a:cubicBezTo>
                    <a:cubicBezTo>
                      <a:pt x="259" y="32759"/>
                      <a:pt x="9657" y="42157"/>
                      <a:pt x="21250" y="42157"/>
                    </a:cubicBezTo>
                    <a:cubicBezTo>
                      <a:pt x="32842" y="42157"/>
                      <a:pt x="42240" y="32759"/>
                      <a:pt x="42240" y="21167"/>
                    </a:cubicBezTo>
                    <a:lnTo>
                      <a:pt x="42240" y="21167"/>
                    </a:lnTo>
                    <a:cubicBezTo>
                      <a:pt x="42240" y="9574"/>
                      <a:pt x="32842" y="176"/>
                      <a:pt x="21250"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7" name="Freeform: Shape 4506">
                <a:extLst>
                  <a:ext uri="{FF2B5EF4-FFF2-40B4-BE49-F238E27FC236}">
                    <a16:creationId xmlns:a16="http://schemas.microsoft.com/office/drawing/2014/main" id="{07B5DD2D-1B92-6DAC-B3AF-81162FFA208B}"/>
                  </a:ext>
                </a:extLst>
              </p:cNvPr>
              <p:cNvSpPr/>
              <p:nvPr/>
            </p:nvSpPr>
            <p:spPr>
              <a:xfrm>
                <a:off x="1731228" y="7935436"/>
                <a:ext cx="37180" cy="37180"/>
              </a:xfrm>
              <a:custGeom>
                <a:avLst/>
                <a:gdLst>
                  <a:gd name="connsiteX0" fmla="*/ 37436 w 37180"/>
                  <a:gd name="connsiteY0" fmla="*/ 18766 h 37180"/>
                  <a:gd name="connsiteX1" fmla="*/ 18845 w 37180"/>
                  <a:gd name="connsiteY1" fmla="*/ 37356 h 37180"/>
                  <a:gd name="connsiteX2" fmla="*/ 255 w 37180"/>
                  <a:gd name="connsiteY2" fmla="*/ 18766 h 37180"/>
                  <a:gd name="connsiteX3" fmla="*/ 18845 w 37180"/>
                  <a:gd name="connsiteY3" fmla="*/ 176 h 37180"/>
                  <a:gd name="connsiteX4" fmla="*/ 37436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6"/>
                    </a:moveTo>
                    <a:cubicBezTo>
                      <a:pt x="37436" y="29033"/>
                      <a:pt x="29112" y="37356"/>
                      <a:pt x="18845" y="37356"/>
                    </a:cubicBezTo>
                    <a:cubicBezTo>
                      <a:pt x="8578" y="37356"/>
                      <a:pt x="255" y="29033"/>
                      <a:pt x="255" y="18766"/>
                    </a:cubicBezTo>
                    <a:cubicBezTo>
                      <a:pt x="255" y="8499"/>
                      <a:pt x="8578" y="176"/>
                      <a:pt x="18845" y="176"/>
                    </a:cubicBezTo>
                    <a:cubicBezTo>
                      <a:pt x="29112" y="176"/>
                      <a:pt x="37436" y="8499"/>
                      <a:pt x="37436" y="18766"/>
                    </a:cubicBezTo>
                    <a:close/>
                  </a:path>
                </a:pathLst>
              </a:custGeom>
              <a:solidFill>
                <a:srgbClr val="E3F7E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8" name="Freeform: Shape 4507">
                <a:extLst>
                  <a:ext uri="{FF2B5EF4-FFF2-40B4-BE49-F238E27FC236}">
                    <a16:creationId xmlns:a16="http://schemas.microsoft.com/office/drawing/2014/main" id="{7BEF1986-62A7-FB43-6C66-1D50F1172EA5}"/>
                  </a:ext>
                </a:extLst>
              </p:cNvPr>
              <p:cNvSpPr/>
              <p:nvPr/>
            </p:nvSpPr>
            <p:spPr>
              <a:xfrm>
                <a:off x="1728828" y="7933036"/>
                <a:ext cx="41981" cy="41981"/>
              </a:xfrm>
              <a:custGeom>
                <a:avLst/>
                <a:gdLst>
                  <a:gd name="connsiteX0" fmla="*/ 21245 w 41981"/>
                  <a:gd name="connsiteY0" fmla="*/ 4976 h 41981"/>
                  <a:gd name="connsiteX1" fmla="*/ 37436 w 41981"/>
                  <a:gd name="connsiteY1" fmla="*/ 21166 h 41981"/>
                  <a:gd name="connsiteX2" fmla="*/ 37436 w 41981"/>
                  <a:gd name="connsiteY2" fmla="*/ 21166 h 41981"/>
                  <a:gd name="connsiteX3" fmla="*/ 21245 w 41981"/>
                  <a:gd name="connsiteY3" fmla="*/ 37356 h 41981"/>
                  <a:gd name="connsiteX4" fmla="*/ 5055 w 41981"/>
                  <a:gd name="connsiteY4" fmla="*/ 21166 h 41981"/>
                  <a:gd name="connsiteX5" fmla="*/ 21245 w 41981"/>
                  <a:gd name="connsiteY5" fmla="*/ 4976 h 41981"/>
                  <a:gd name="connsiteX6" fmla="*/ 21245 w 41981"/>
                  <a:gd name="connsiteY6" fmla="*/ 176 h 41981"/>
                  <a:gd name="connsiteX7" fmla="*/ 255 w 41981"/>
                  <a:gd name="connsiteY7" fmla="*/ 21166 h 41981"/>
                  <a:gd name="connsiteX8" fmla="*/ 21245 w 41981"/>
                  <a:gd name="connsiteY8" fmla="*/ 42157 h 41981"/>
                  <a:gd name="connsiteX9" fmla="*/ 42236 w 41981"/>
                  <a:gd name="connsiteY9" fmla="*/ 21166 h 41981"/>
                  <a:gd name="connsiteX10" fmla="*/ 42236 w 41981"/>
                  <a:gd name="connsiteY10" fmla="*/ 21166 h 41981"/>
                  <a:gd name="connsiteX11" fmla="*/ 21245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6"/>
                    </a:moveTo>
                    <a:cubicBezTo>
                      <a:pt x="30187" y="4976"/>
                      <a:pt x="37436" y="12224"/>
                      <a:pt x="37436" y="21166"/>
                    </a:cubicBezTo>
                    <a:lnTo>
                      <a:pt x="37436" y="21166"/>
                    </a:lnTo>
                    <a:cubicBezTo>
                      <a:pt x="37436" y="30108"/>
                      <a:pt x="30187" y="37356"/>
                      <a:pt x="21245" y="37356"/>
                    </a:cubicBezTo>
                    <a:cubicBezTo>
                      <a:pt x="12304" y="37356"/>
                      <a:pt x="5055" y="30108"/>
                      <a:pt x="5055" y="21166"/>
                    </a:cubicBezTo>
                    <a:cubicBezTo>
                      <a:pt x="5055" y="12224"/>
                      <a:pt x="12304" y="4976"/>
                      <a:pt x="21245" y="4976"/>
                    </a:cubicBezTo>
                    <a:close/>
                    <a:moveTo>
                      <a:pt x="21245" y="176"/>
                    </a:moveTo>
                    <a:cubicBezTo>
                      <a:pt x="9653" y="176"/>
                      <a:pt x="255" y="9574"/>
                      <a:pt x="255" y="21166"/>
                    </a:cubicBezTo>
                    <a:cubicBezTo>
                      <a:pt x="255" y="32759"/>
                      <a:pt x="9653" y="42157"/>
                      <a:pt x="21245" y="42157"/>
                    </a:cubicBezTo>
                    <a:cubicBezTo>
                      <a:pt x="32838" y="42157"/>
                      <a:pt x="42236" y="32759"/>
                      <a:pt x="42236" y="21166"/>
                    </a:cubicBezTo>
                    <a:lnTo>
                      <a:pt x="42236" y="21166"/>
                    </a:lnTo>
                    <a:cubicBezTo>
                      <a:pt x="42236" y="9574"/>
                      <a:pt x="32838" y="176"/>
                      <a:pt x="21245"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09" name="Freeform: Shape 4508">
                <a:extLst>
                  <a:ext uri="{FF2B5EF4-FFF2-40B4-BE49-F238E27FC236}">
                    <a16:creationId xmlns:a16="http://schemas.microsoft.com/office/drawing/2014/main" id="{7C7BCD97-0CEE-841E-DCF4-9CD62B208EDA}"/>
                  </a:ext>
                </a:extLst>
              </p:cNvPr>
              <p:cNvSpPr/>
              <p:nvPr/>
            </p:nvSpPr>
            <p:spPr>
              <a:xfrm>
                <a:off x="2111711" y="7506477"/>
                <a:ext cx="37180" cy="37180"/>
              </a:xfrm>
              <a:custGeom>
                <a:avLst/>
                <a:gdLst>
                  <a:gd name="connsiteX0" fmla="*/ 37502 w 37180"/>
                  <a:gd name="connsiteY0" fmla="*/ 18692 h 37180"/>
                  <a:gd name="connsiteX1" fmla="*/ 18911 w 37180"/>
                  <a:gd name="connsiteY1" fmla="*/ 37282 h 37180"/>
                  <a:gd name="connsiteX2" fmla="*/ 321 w 37180"/>
                  <a:gd name="connsiteY2" fmla="*/ 18692 h 37180"/>
                  <a:gd name="connsiteX3" fmla="*/ 18911 w 37180"/>
                  <a:gd name="connsiteY3" fmla="*/ 101 h 37180"/>
                  <a:gd name="connsiteX4" fmla="*/ 37502 w 37180"/>
                  <a:gd name="connsiteY4" fmla="*/ 186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2" y="18692"/>
                    </a:moveTo>
                    <a:cubicBezTo>
                      <a:pt x="37502" y="28959"/>
                      <a:pt x="29178" y="37282"/>
                      <a:pt x="18911" y="37282"/>
                    </a:cubicBezTo>
                    <a:cubicBezTo>
                      <a:pt x="8644" y="37282"/>
                      <a:pt x="321" y="28959"/>
                      <a:pt x="321" y="18692"/>
                    </a:cubicBezTo>
                    <a:cubicBezTo>
                      <a:pt x="321" y="8424"/>
                      <a:pt x="8644" y="101"/>
                      <a:pt x="18911" y="101"/>
                    </a:cubicBezTo>
                    <a:cubicBezTo>
                      <a:pt x="29178" y="101"/>
                      <a:pt x="37502" y="8424"/>
                      <a:pt x="37502" y="18692"/>
                    </a:cubicBezTo>
                    <a:close/>
                  </a:path>
                </a:pathLst>
              </a:custGeom>
              <a:solidFill>
                <a:srgbClr val="F7A57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0" name="Freeform: Shape 4509">
                <a:extLst>
                  <a:ext uri="{FF2B5EF4-FFF2-40B4-BE49-F238E27FC236}">
                    <a16:creationId xmlns:a16="http://schemas.microsoft.com/office/drawing/2014/main" id="{C6638B3B-9732-C397-452B-CE58EE066B6E}"/>
                  </a:ext>
                </a:extLst>
              </p:cNvPr>
              <p:cNvSpPr/>
              <p:nvPr/>
            </p:nvSpPr>
            <p:spPr>
              <a:xfrm>
                <a:off x="2109311" y="7504077"/>
                <a:ext cx="41981" cy="41981"/>
              </a:xfrm>
              <a:custGeom>
                <a:avLst/>
                <a:gdLst>
                  <a:gd name="connsiteX0" fmla="*/ 21311 w 41981"/>
                  <a:gd name="connsiteY0" fmla="*/ 4902 h 41981"/>
                  <a:gd name="connsiteX1" fmla="*/ 37502 w 41981"/>
                  <a:gd name="connsiteY1" fmla="*/ 21092 h 41981"/>
                  <a:gd name="connsiteX2" fmla="*/ 37502 w 41981"/>
                  <a:gd name="connsiteY2" fmla="*/ 21092 h 41981"/>
                  <a:gd name="connsiteX3" fmla="*/ 21311 w 41981"/>
                  <a:gd name="connsiteY3" fmla="*/ 37282 h 41981"/>
                  <a:gd name="connsiteX4" fmla="*/ 5121 w 41981"/>
                  <a:gd name="connsiteY4" fmla="*/ 21092 h 41981"/>
                  <a:gd name="connsiteX5" fmla="*/ 21311 w 41981"/>
                  <a:gd name="connsiteY5" fmla="*/ 4902 h 41981"/>
                  <a:gd name="connsiteX6" fmla="*/ 21311 w 41981"/>
                  <a:gd name="connsiteY6" fmla="*/ 101 h 41981"/>
                  <a:gd name="connsiteX7" fmla="*/ 321 w 41981"/>
                  <a:gd name="connsiteY7" fmla="*/ 21092 h 41981"/>
                  <a:gd name="connsiteX8" fmla="*/ 21311 w 41981"/>
                  <a:gd name="connsiteY8" fmla="*/ 42082 h 41981"/>
                  <a:gd name="connsiteX9" fmla="*/ 42302 w 41981"/>
                  <a:gd name="connsiteY9" fmla="*/ 21092 h 41981"/>
                  <a:gd name="connsiteX10" fmla="*/ 42302 w 41981"/>
                  <a:gd name="connsiteY10" fmla="*/ 21092 h 41981"/>
                  <a:gd name="connsiteX11" fmla="*/ 21311 w 41981"/>
                  <a:gd name="connsiteY11" fmla="*/ 1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1" y="4902"/>
                    </a:moveTo>
                    <a:cubicBezTo>
                      <a:pt x="30253" y="4902"/>
                      <a:pt x="37502" y="12150"/>
                      <a:pt x="37502" y="21092"/>
                    </a:cubicBezTo>
                    <a:lnTo>
                      <a:pt x="37502" y="21092"/>
                    </a:lnTo>
                    <a:cubicBezTo>
                      <a:pt x="37502" y="30034"/>
                      <a:pt x="30253" y="37282"/>
                      <a:pt x="21311" y="37282"/>
                    </a:cubicBezTo>
                    <a:cubicBezTo>
                      <a:pt x="12370" y="37282"/>
                      <a:pt x="5121" y="30034"/>
                      <a:pt x="5121" y="21092"/>
                    </a:cubicBezTo>
                    <a:cubicBezTo>
                      <a:pt x="5121" y="12150"/>
                      <a:pt x="12370" y="4902"/>
                      <a:pt x="21311" y="4902"/>
                    </a:cubicBezTo>
                    <a:close/>
                    <a:moveTo>
                      <a:pt x="21311" y="101"/>
                    </a:moveTo>
                    <a:cubicBezTo>
                      <a:pt x="9719" y="101"/>
                      <a:pt x="321" y="9499"/>
                      <a:pt x="321" y="21092"/>
                    </a:cubicBezTo>
                    <a:cubicBezTo>
                      <a:pt x="321" y="32684"/>
                      <a:pt x="9719" y="42082"/>
                      <a:pt x="21311" y="42082"/>
                    </a:cubicBezTo>
                    <a:cubicBezTo>
                      <a:pt x="32904" y="42082"/>
                      <a:pt x="42302" y="32684"/>
                      <a:pt x="42302" y="21092"/>
                    </a:cubicBezTo>
                    <a:lnTo>
                      <a:pt x="42302" y="21092"/>
                    </a:lnTo>
                    <a:cubicBezTo>
                      <a:pt x="42302" y="9499"/>
                      <a:pt x="32904" y="101"/>
                      <a:pt x="21311" y="1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1" name="Freeform: Shape 4510">
                <a:extLst>
                  <a:ext uri="{FF2B5EF4-FFF2-40B4-BE49-F238E27FC236}">
                    <a16:creationId xmlns:a16="http://schemas.microsoft.com/office/drawing/2014/main" id="{7F6E2CF0-220C-4DB9-7CCA-724832B585AD}"/>
                  </a:ext>
                </a:extLst>
              </p:cNvPr>
              <p:cNvSpPr/>
              <p:nvPr/>
            </p:nvSpPr>
            <p:spPr>
              <a:xfrm>
                <a:off x="1749643" y="7933869"/>
                <a:ext cx="37180" cy="37180"/>
              </a:xfrm>
              <a:custGeom>
                <a:avLst/>
                <a:gdLst>
                  <a:gd name="connsiteX0" fmla="*/ 37439 w 37180"/>
                  <a:gd name="connsiteY0" fmla="*/ 18766 h 37180"/>
                  <a:gd name="connsiteX1" fmla="*/ 18848 w 37180"/>
                  <a:gd name="connsiteY1" fmla="*/ 37356 h 37180"/>
                  <a:gd name="connsiteX2" fmla="*/ 258 w 37180"/>
                  <a:gd name="connsiteY2" fmla="*/ 18766 h 37180"/>
                  <a:gd name="connsiteX3" fmla="*/ 18848 w 37180"/>
                  <a:gd name="connsiteY3" fmla="*/ 175 h 37180"/>
                  <a:gd name="connsiteX4" fmla="*/ 3743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6"/>
                    </a:moveTo>
                    <a:cubicBezTo>
                      <a:pt x="37439" y="29033"/>
                      <a:pt x="29116" y="37356"/>
                      <a:pt x="18848" y="37356"/>
                    </a:cubicBezTo>
                    <a:cubicBezTo>
                      <a:pt x="8581" y="37356"/>
                      <a:pt x="258" y="29033"/>
                      <a:pt x="258" y="18766"/>
                    </a:cubicBezTo>
                    <a:cubicBezTo>
                      <a:pt x="258" y="8499"/>
                      <a:pt x="8581" y="175"/>
                      <a:pt x="18848" y="175"/>
                    </a:cubicBezTo>
                    <a:cubicBezTo>
                      <a:pt x="29116" y="175"/>
                      <a:pt x="37439" y="8499"/>
                      <a:pt x="37439" y="18766"/>
                    </a:cubicBezTo>
                    <a:close/>
                  </a:path>
                </a:pathLst>
              </a:custGeom>
              <a:solidFill>
                <a:srgbClr val="DDF7D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2" name="Freeform: Shape 4511">
                <a:extLst>
                  <a:ext uri="{FF2B5EF4-FFF2-40B4-BE49-F238E27FC236}">
                    <a16:creationId xmlns:a16="http://schemas.microsoft.com/office/drawing/2014/main" id="{2572CB56-3196-1B4D-0568-92B0F377A87D}"/>
                  </a:ext>
                </a:extLst>
              </p:cNvPr>
              <p:cNvSpPr/>
              <p:nvPr/>
            </p:nvSpPr>
            <p:spPr>
              <a:xfrm>
                <a:off x="1747243" y="7931469"/>
                <a:ext cx="41981" cy="41981"/>
              </a:xfrm>
              <a:custGeom>
                <a:avLst/>
                <a:gdLst>
                  <a:gd name="connsiteX0" fmla="*/ 21249 w 41981"/>
                  <a:gd name="connsiteY0" fmla="*/ 4976 h 41981"/>
                  <a:gd name="connsiteX1" fmla="*/ 37439 w 41981"/>
                  <a:gd name="connsiteY1" fmla="*/ 21166 h 41981"/>
                  <a:gd name="connsiteX2" fmla="*/ 37439 w 41981"/>
                  <a:gd name="connsiteY2" fmla="*/ 21166 h 41981"/>
                  <a:gd name="connsiteX3" fmla="*/ 21249 w 41981"/>
                  <a:gd name="connsiteY3" fmla="*/ 37356 h 41981"/>
                  <a:gd name="connsiteX4" fmla="*/ 5058 w 41981"/>
                  <a:gd name="connsiteY4" fmla="*/ 21166 h 41981"/>
                  <a:gd name="connsiteX5" fmla="*/ 21249 w 41981"/>
                  <a:gd name="connsiteY5" fmla="*/ 4976 h 41981"/>
                  <a:gd name="connsiteX6" fmla="*/ 21249 w 41981"/>
                  <a:gd name="connsiteY6" fmla="*/ 175 h 41981"/>
                  <a:gd name="connsiteX7" fmla="*/ 258 w 41981"/>
                  <a:gd name="connsiteY7" fmla="*/ 21166 h 41981"/>
                  <a:gd name="connsiteX8" fmla="*/ 21249 w 41981"/>
                  <a:gd name="connsiteY8" fmla="*/ 42157 h 41981"/>
                  <a:gd name="connsiteX9" fmla="*/ 42239 w 41981"/>
                  <a:gd name="connsiteY9" fmla="*/ 21166 h 41981"/>
                  <a:gd name="connsiteX10" fmla="*/ 42239 w 41981"/>
                  <a:gd name="connsiteY10" fmla="*/ 21166 h 41981"/>
                  <a:gd name="connsiteX11" fmla="*/ 21249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6"/>
                    </a:moveTo>
                    <a:cubicBezTo>
                      <a:pt x="30190" y="4976"/>
                      <a:pt x="37439" y="12224"/>
                      <a:pt x="37439" y="21166"/>
                    </a:cubicBezTo>
                    <a:lnTo>
                      <a:pt x="37439" y="21166"/>
                    </a:lnTo>
                    <a:cubicBezTo>
                      <a:pt x="37439" y="30108"/>
                      <a:pt x="30190" y="37356"/>
                      <a:pt x="21249" y="37356"/>
                    </a:cubicBezTo>
                    <a:cubicBezTo>
                      <a:pt x="12307" y="37356"/>
                      <a:pt x="5058" y="30108"/>
                      <a:pt x="5058" y="21166"/>
                    </a:cubicBezTo>
                    <a:cubicBezTo>
                      <a:pt x="5058" y="12224"/>
                      <a:pt x="12307" y="4976"/>
                      <a:pt x="21249" y="4976"/>
                    </a:cubicBezTo>
                    <a:close/>
                    <a:moveTo>
                      <a:pt x="21249" y="175"/>
                    </a:moveTo>
                    <a:cubicBezTo>
                      <a:pt x="9656" y="175"/>
                      <a:pt x="258" y="9573"/>
                      <a:pt x="258" y="21166"/>
                    </a:cubicBezTo>
                    <a:cubicBezTo>
                      <a:pt x="258" y="32759"/>
                      <a:pt x="9656" y="42157"/>
                      <a:pt x="21249" y="42157"/>
                    </a:cubicBezTo>
                    <a:cubicBezTo>
                      <a:pt x="32841" y="42157"/>
                      <a:pt x="42239" y="32759"/>
                      <a:pt x="42239" y="21166"/>
                    </a:cubicBezTo>
                    <a:lnTo>
                      <a:pt x="42239" y="21166"/>
                    </a:lnTo>
                    <a:cubicBezTo>
                      <a:pt x="42239" y="9573"/>
                      <a:pt x="32841" y="175"/>
                      <a:pt x="21249"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3" name="Freeform: Shape 4512">
                <a:extLst>
                  <a:ext uri="{FF2B5EF4-FFF2-40B4-BE49-F238E27FC236}">
                    <a16:creationId xmlns:a16="http://schemas.microsoft.com/office/drawing/2014/main" id="{21081831-109C-A1B1-F669-00E4450B5616}"/>
                  </a:ext>
                </a:extLst>
              </p:cNvPr>
              <p:cNvSpPr/>
              <p:nvPr/>
            </p:nvSpPr>
            <p:spPr>
              <a:xfrm>
                <a:off x="1757811" y="7920972"/>
                <a:ext cx="37180" cy="37180"/>
              </a:xfrm>
              <a:custGeom>
                <a:avLst/>
                <a:gdLst>
                  <a:gd name="connsiteX0" fmla="*/ 37440 w 37180"/>
                  <a:gd name="connsiteY0" fmla="*/ 18764 h 37180"/>
                  <a:gd name="connsiteX1" fmla="*/ 18850 w 37180"/>
                  <a:gd name="connsiteY1" fmla="*/ 37354 h 37180"/>
                  <a:gd name="connsiteX2" fmla="*/ 259 w 37180"/>
                  <a:gd name="connsiteY2" fmla="*/ 18764 h 37180"/>
                  <a:gd name="connsiteX3" fmla="*/ 18850 w 37180"/>
                  <a:gd name="connsiteY3" fmla="*/ 173 h 37180"/>
                  <a:gd name="connsiteX4" fmla="*/ 37440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4"/>
                    </a:moveTo>
                    <a:cubicBezTo>
                      <a:pt x="37440" y="29031"/>
                      <a:pt x="29117" y="37354"/>
                      <a:pt x="18850" y="37354"/>
                    </a:cubicBezTo>
                    <a:cubicBezTo>
                      <a:pt x="8583" y="37354"/>
                      <a:pt x="259" y="29031"/>
                      <a:pt x="259" y="18764"/>
                    </a:cubicBezTo>
                    <a:cubicBezTo>
                      <a:pt x="259" y="8496"/>
                      <a:pt x="8583" y="173"/>
                      <a:pt x="18850" y="173"/>
                    </a:cubicBezTo>
                    <a:cubicBezTo>
                      <a:pt x="29117" y="173"/>
                      <a:pt x="37440" y="8496"/>
                      <a:pt x="37440" y="18764"/>
                    </a:cubicBezTo>
                    <a:close/>
                  </a:path>
                </a:pathLst>
              </a:custGeom>
              <a:solidFill>
                <a:srgbClr val="C9F7C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4" name="Freeform: Shape 4513">
                <a:extLst>
                  <a:ext uri="{FF2B5EF4-FFF2-40B4-BE49-F238E27FC236}">
                    <a16:creationId xmlns:a16="http://schemas.microsoft.com/office/drawing/2014/main" id="{8D228AED-8767-A251-1B7F-50CE0C059C75}"/>
                  </a:ext>
                </a:extLst>
              </p:cNvPr>
              <p:cNvSpPr/>
              <p:nvPr/>
            </p:nvSpPr>
            <p:spPr>
              <a:xfrm>
                <a:off x="1755411" y="7918572"/>
                <a:ext cx="41981" cy="41981"/>
              </a:xfrm>
              <a:custGeom>
                <a:avLst/>
                <a:gdLst>
                  <a:gd name="connsiteX0" fmla="*/ 21250 w 41981"/>
                  <a:gd name="connsiteY0" fmla="*/ 4974 h 41981"/>
                  <a:gd name="connsiteX1" fmla="*/ 37440 w 41981"/>
                  <a:gd name="connsiteY1" fmla="*/ 21164 h 41981"/>
                  <a:gd name="connsiteX2" fmla="*/ 37440 w 41981"/>
                  <a:gd name="connsiteY2" fmla="*/ 21164 h 41981"/>
                  <a:gd name="connsiteX3" fmla="*/ 21250 w 41981"/>
                  <a:gd name="connsiteY3" fmla="*/ 37354 h 41981"/>
                  <a:gd name="connsiteX4" fmla="*/ 5060 w 41981"/>
                  <a:gd name="connsiteY4" fmla="*/ 21164 h 41981"/>
                  <a:gd name="connsiteX5" fmla="*/ 21250 w 41981"/>
                  <a:gd name="connsiteY5" fmla="*/ 4974 h 41981"/>
                  <a:gd name="connsiteX6" fmla="*/ 21250 w 41981"/>
                  <a:gd name="connsiteY6" fmla="*/ 173 h 41981"/>
                  <a:gd name="connsiteX7" fmla="*/ 259 w 41981"/>
                  <a:gd name="connsiteY7" fmla="*/ 21164 h 41981"/>
                  <a:gd name="connsiteX8" fmla="*/ 21250 w 41981"/>
                  <a:gd name="connsiteY8" fmla="*/ 42154 h 41981"/>
                  <a:gd name="connsiteX9" fmla="*/ 42241 w 41981"/>
                  <a:gd name="connsiteY9" fmla="*/ 21164 h 41981"/>
                  <a:gd name="connsiteX10" fmla="*/ 42241 w 41981"/>
                  <a:gd name="connsiteY10" fmla="*/ 21164 h 41981"/>
                  <a:gd name="connsiteX11" fmla="*/ 21250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4"/>
                    </a:moveTo>
                    <a:cubicBezTo>
                      <a:pt x="30192" y="4974"/>
                      <a:pt x="37440" y="12222"/>
                      <a:pt x="37440" y="21164"/>
                    </a:cubicBezTo>
                    <a:lnTo>
                      <a:pt x="37440" y="21164"/>
                    </a:lnTo>
                    <a:cubicBezTo>
                      <a:pt x="37440" y="30106"/>
                      <a:pt x="30192" y="37354"/>
                      <a:pt x="21250" y="37354"/>
                    </a:cubicBezTo>
                    <a:cubicBezTo>
                      <a:pt x="12308" y="37354"/>
                      <a:pt x="5060" y="30106"/>
                      <a:pt x="5060" y="21164"/>
                    </a:cubicBezTo>
                    <a:cubicBezTo>
                      <a:pt x="5060" y="12222"/>
                      <a:pt x="12308" y="4974"/>
                      <a:pt x="21250" y="4974"/>
                    </a:cubicBezTo>
                    <a:close/>
                    <a:moveTo>
                      <a:pt x="21250" y="173"/>
                    </a:moveTo>
                    <a:cubicBezTo>
                      <a:pt x="9657" y="173"/>
                      <a:pt x="259" y="9571"/>
                      <a:pt x="259" y="21164"/>
                    </a:cubicBezTo>
                    <a:cubicBezTo>
                      <a:pt x="259" y="32756"/>
                      <a:pt x="9657" y="42154"/>
                      <a:pt x="21250" y="42154"/>
                    </a:cubicBezTo>
                    <a:cubicBezTo>
                      <a:pt x="32843" y="42154"/>
                      <a:pt x="42241" y="32756"/>
                      <a:pt x="42241" y="21164"/>
                    </a:cubicBezTo>
                    <a:lnTo>
                      <a:pt x="42241" y="21164"/>
                    </a:lnTo>
                    <a:cubicBezTo>
                      <a:pt x="42241" y="9571"/>
                      <a:pt x="32843" y="173"/>
                      <a:pt x="21250" y="17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5" name="Freeform: Shape 4514">
                <a:extLst>
                  <a:ext uri="{FF2B5EF4-FFF2-40B4-BE49-F238E27FC236}">
                    <a16:creationId xmlns:a16="http://schemas.microsoft.com/office/drawing/2014/main" id="{B3534FDC-F2C6-36E6-F106-663068A174AD}"/>
                  </a:ext>
                </a:extLst>
              </p:cNvPr>
              <p:cNvSpPr/>
              <p:nvPr/>
            </p:nvSpPr>
            <p:spPr>
              <a:xfrm>
                <a:off x="1828019" y="7863568"/>
                <a:ext cx="37180" cy="37180"/>
              </a:xfrm>
              <a:custGeom>
                <a:avLst/>
                <a:gdLst>
                  <a:gd name="connsiteX0" fmla="*/ 37452 w 37180"/>
                  <a:gd name="connsiteY0" fmla="*/ 18754 h 37180"/>
                  <a:gd name="connsiteX1" fmla="*/ 18862 w 37180"/>
                  <a:gd name="connsiteY1" fmla="*/ 37344 h 37180"/>
                  <a:gd name="connsiteX2" fmla="*/ 272 w 37180"/>
                  <a:gd name="connsiteY2" fmla="*/ 18754 h 37180"/>
                  <a:gd name="connsiteX3" fmla="*/ 18862 w 37180"/>
                  <a:gd name="connsiteY3" fmla="*/ 163 h 37180"/>
                  <a:gd name="connsiteX4" fmla="*/ 37452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4"/>
                    </a:moveTo>
                    <a:cubicBezTo>
                      <a:pt x="37452" y="29021"/>
                      <a:pt x="29129" y="37344"/>
                      <a:pt x="18862" y="37344"/>
                    </a:cubicBezTo>
                    <a:cubicBezTo>
                      <a:pt x="8595" y="37344"/>
                      <a:pt x="272" y="29021"/>
                      <a:pt x="272" y="18754"/>
                    </a:cubicBezTo>
                    <a:cubicBezTo>
                      <a:pt x="272" y="8486"/>
                      <a:pt x="8595" y="163"/>
                      <a:pt x="18862" y="163"/>
                    </a:cubicBezTo>
                    <a:cubicBezTo>
                      <a:pt x="29129" y="163"/>
                      <a:pt x="37452" y="8486"/>
                      <a:pt x="37452" y="18754"/>
                    </a:cubicBezTo>
                    <a:close/>
                  </a:path>
                </a:pathLst>
              </a:custGeom>
              <a:solidFill>
                <a:srgbClr val="F7EEE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6" name="Freeform: Shape 4515">
                <a:extLst>
                  <a:ext uri="{FF2B5EF4-FFF2-40B4-BE49-F238E27FC236}">
                    <a16:creationId xmlns:a16="http://schemas.microsoft.com/office/drawing/2014/main" id="{B5045BD1-427E-2B24-BA85-BCD3EBF9576C}"/>
                  </a:ext>
                </a:extLst>
              </p:cNvPr>
              <p:cNvSpPr/>
              <p:nvPr/>
            </p:nvSpPr>
            <p:spPr>
              <a:xfrm>
                <a:off x="1825619" y="7861168"/>
                <a:ext cx="41981" cy="41981"/>
              </a:xfrm>
              <a:custGeom>
                <a:avLst/>
                <a:gdLst>
                  <a:gd name="connsiteX0" fmla="*/ 21262 w 41981"/>
                  <a:gd name="connsiteY0" fmla="*/ 4964 h 41981"/>
                  <a:gd name="connsiteX1" fmla="*/ 37452 w 41981"/>
                  <a:gd name="connsiteY1" fmla="*/ 21154 h 41981"/>
                  <a:gd name="connsiteX2" fmla="*/ 37452 w 41981"/>
                  <a:gd name="connsiteY2" fmla="*/ 21154 h 41981"/>
                  <a:gd name="connsiteX3" fmla="*/ 21262 w 41981"/>
                  <a:gd name="connsiteY3" fmla="*/ 37344 h 41981"/>
                  <a:gd name="connsiteX4" fmla="*/ 5072 w 41981"/>
                  <a:gd name="connsiteY4" fmla="*/ 21154 h 41981"/>
                  <a:gd name="connsiteX5" fmla="*/ 21262 w 41981"/>
                  <a:gd name="connsiteY5" fmla="*/ 4964 h 41981"/>
                  <a:gd name="connsiteX6" fmla="*/ 21262 w 41981"/>
                  <a:gd name="connsiteY6" fmla="*/ 163 h 41981"/>
                  <a:gd name="connsiteX7" fmla="*/ 272 w 41981"/>
                  <a:gd name="connsiteY7" fmla="*/ 21154 h 41981"/>
                  <a:gd name="connsiteX8" fmla="*/ 21262 w 41981"/>
                  <a:gd name="connsiteY8" fmla="*/ 42144 h 41981"/>
                  <a:gd name="connsiteX9" fmla="*/ 42253 w 41981"/>
                  <a:gd name="connsiteY9" fmla="*/ 21154 h 41981"/>
                  <a:gd name="connsiteX10" fmla="*/ 42253 w 41981"/>
                  <a:gd name="connsiteY10" fmla="*/ 21154 h 41981"/>
                  <a:gd name="connsiteX11" fmla="*/ 21262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4"/>
                    </a:moveTo>
                    <a:cubicBezTo>
                      <a:pt x="30204" y="4964"/>
                      <a:pt x="37452" y="12212"/>
                      <a:pt x="37452" y="21154"/>
                    </a:cubicBezTo>
                    <a:lnTo>
                      <a:pt x="37452" y="21154"/>
                    </a:lnTo>
                    <a:cubicBezTo>
                      <a:pt x="37452" y="30096"/>
                      <a:pt x="30204" y="37344"/>
                      <a:pt x="21262" y="37344"/>
                    </a:cubicBezTo>
                    <a:cubicBezTo>
                      <a:pt x="12320" y="37344"/>
                      <a:pt x="5072" y="30096"/>
                      <a:pt x="5072" y="21154"/>
                    </a:cubicBezTo>
                    <a:cubicBezTo>
                      <a:pt x="5072" y="12212"/>
                      <a:pt x="12320" y="4964"/>
                      <a:pt x="21262" y="4964"/>
                    </a:cubicBezTo>
                    <a:close/>
                    <a:moveTo>
                      <a:pt x="21262" y="163"/>
                    </a:moveTo>
                    <a:cubicBezTo>
                      <a:pt x="9670" y="163"/>
                      <a:pt x="272" y="9561"/>
                      <a:pt x="272" y="21154"/>
                    </a:cubicBezTo>
                    <a:cubicBezTo>
                      <a:pt x="272" y="32746"/>
                      <a:pt x="9670" y="42144"/>
                      <a:pt x="21262" y="42144"/>
                    </a:cubicBezTo>
                    <a:cubicBezTo>
                      <a:pt x="32855" y="42144"/>
                      <a:pt x="42253" y="32746"/>
                      <a:pt x="42253" y="21154"/>
                    </a:cubicBezTo>
                    <a:lnTo>
                      <a:pt x="42253" y="21154"/>
                    </a:lnTo>
                    <a:cubicBezTo>
                      <a:pt x="42253" y="9561"/>
                      <a:pt x="32855" y="163"/>
                      <a:pt x="21262" y="16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7" name="Freeform: Shape 4516">
                <a:extLst>
                  <a:ext uri="{FF2B5EF4-FFF2-40B4-BE49-F238E27FC236}">
                    <a16:creationId xmlns:a16="http://schemas.microsoft.com/office/drawing/2014/main" id="{10798A44-B317-DFCB-B5FB-6E7A9E818E29}"/>
                  </a:ext>
                </a:extLst>
              </p:cNvPr>
              <p:cNvSpPr/>
              <p:nvPr/>
            </p:nvSpPr>
            <p:spPr>
              <a:xfrm>
                <a:off x="1974508" y="7613722"/>
                <a:ext cx="37180" cy="37180"/>
              </a:xfrm>
              <a:custGeom>
                <a:avLst/>
                <a:gdLst>
                  <a:gd name="connsiteX0" fmla="*/ 37478 w 37180"/>
                  <a:gd name="connsiteY0" fmla="*/ 18710 h 37180"/>
                  <a:gd name="connsiteX1" fmla="*/ 18887 w 37180"/>
                  <a:gd name="connsiteY1" fmla="*/ 37301 h 37180"/>
                  <a:gd name="connsiteX2" fmla="*/ 297 w 37180"/>
                  <a:gd name="connsiteY2" fmla="*/ 18710 h 37180"/>
                  <a:gd name="connsiteX3" fmla="*/ 18887 w 37180"/>
                  <a:gd name="connsiteY3" fmla="*/ 120 h 37180"/>
                  <a:gd name="connsiteX4" fmla="*/ 37478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8" y="18710"/>
                    </a:moveTo>
                    <a:cubicBezTo>
                      <a:pt x="37478" y="28977"/>
                      <a:pt x="29155" y="37301"/>
                      <a:pt x="18887" y="37301"/>
                    </a:cubicBezTo>
                    <a:cubicBezTo>
                      <a:pt x="8620" y="37301"/>
                      <a:pt x="297" y="28977"/>
                      <a:pt x="297" y="18710"/>
                    </a:cubicBezTo>
                    <a:cubicBezTo>
                      <a:pt x="297" y="8443"/>
                      <a:pt x="8620" y="120"/>
                      <a:pt x="18887" y="120"/>
                    </a:cubicBezTo>
                    <a:cubicBezTo>
                      <a:pt x="29155" y="120"/>
                      <a:pt x="37478" y="8443"/>
                      <a:pt x="37478" y="18710"/>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8" name="Freeform: Shape 4517">
                <a:extLst>
                  <a:ext uri="{FF2B5EF4-FFF2-40B4-BE49-F238E27FC236}">
                    <a16:creationId xmlns:a16="http://schemas.microsoft.com/office/drawing/2014/main" id="{E570413F-A285-2A64-F6D8-C215A54432C9}"/>
                  </a:ext>
                </a:extLst>
              </p:cNvPr>
              <p:cNvSpPr/>
              <p:nvPr/>
            </p:nvSpPr>
            <p:spPr>
              <a:xfrm>
                <a:off x="1972108" y="7611322"/>
                <a:ext cx="41981" cy="41981"/>
              </a:xfrm>
              <a:custGeom>
                <a:avLst/>
                <a:gdLst>
                  <a:gd name="connsiteX0" fmla="*/ 21288 w 41981"/>
                  <a:gd name="connsiteY0" fmla="*/ 4920 h 41981"/>
                  <a:gd name="connsiteX1" fmla="*/ 37478 w 41981"/>
                  <a:gd name="connsiteY1" fmla="*/ 21110 h 41981"/>
                  <a:gd name="connsiteX2" fmla="*/ 37478 w 41981"/>
                  <a:gd name="connsiteY2" fmla="*/ 21110 h 41981"/>
                  <a:gd name="connsiteX3" fmla="*/ 21288 w 41981"/>
                  <a:gd name="connsiteY3" fmla="*/ 37301 h 41981"/>
                  <a:gd name="connsiteX4" fmla="*/ 5097 w 41981"/>
                  <a:gd name="connsiteY4" fmla="*/ 21110 h 41981"/>
                  <a:gd name="connsiteX5" fmla="*/ 21288 w 41981"/>
                  <a:gd name="connsiteY5" fmla="*/ 4920 h 41981"/>
                  <a:gd name="connsiteX6" fmla="*/ 21288 w 41981"/>
                  <a:gd name="connsiteY6" fmla="*/ 120 h 41981"/>
                  <a:gd name="connsiteX7" fmla="*/ 297 w 41981"/>
                  <a:gd name="connsiteY7" fmla="*/ 21110 h 41981"/>
                  <a:gd name="connsiteX8" fmla="*/ 21288 w 41981"/>
                  <a:gd name="connsiteY8" fmla="*/ 42101 h 41981"/>
                  <a:gd name="connsiteX9" fmla="*/ 42278 w 41981"/>
                  <a:gd name="connsiteY9" fmla="*/ 21110 h 41981"/>
                  <a:gd name="connsiteX10" fmla="*/ 42278 w 41981"/>
                  <a:gd name="connsiteY10" fmla="*/ 21110 h 41981"/>
                  <a:gd name="connsiteX11" fmla="*/ 21288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8" y="4920"/>
                    </a:moveTo>
                    <a:cubicBezTo>
                      <a:pt x="30229" y="4920"/>
                      <a:pt x="37478" y="12169"/>
                      <a:pt x="37478" y="21110"/>
                    </a:cubicBezTo>
                    <a:lnTo>
                      <a:pt x="37478" y="21110"/>
                    </a:lnTo>
                    <a:cubicBezTo>
                      <a:pt x="37478" y="30052"/>
                      <a:pt x="30229" y="37301"/>
                      <a:pt x="21288" y="37301"/>
                    </a:cubicBezTo>
                    <a:cubicBezTo>
                      <a:pt x="12346" y="37301"/>
                      <a:pt x="5097" y="30052"/>
                      <a:pt x="5097" y="21110"/>
                    </a:cubicBezTo>
                    <a:cubicBezTo>
                      <a:pt x="5097" y="12169"/>
                      <a:pt x="12346" y="4920"/>
                      <a:pt x="21288" y="4920"/>
                    </a:cubicBezTo>
                    <a:close/>
                    <a:moveTo>
                      <a:pt x="21288" y="120"/>
                    </a:moveTo>
                    <a:cubicBezTo>
                      <a:pt x="9695" y="120"/>
                      <a:pt x="297" y="9518"/>
                      <a:pt x="297" y="21110"/>
                    </a:cubicBezTo>
                    <a:cubicBezTo>
                      <a:pt x="297" y="32703"/>
                      <a:pt x="9695" y="42101"/>
                      <a:pt x="21288" y="42101"/>
                    </a:cubicBezTo>
                    <a:cubicBezTo>
                      <a:pt x="32880" y="42101"/>
                      <a:pt x="42278" y="32703"/>
                      <a:pt x="42278" y="21110"/>
                    </a:cubicBezTo>
                    <a:lnTo>
                      <a:pt x="42278" y="21110"/>
                    </a:lnTo>
                    <a:cubicBezTo>
                      <a:pt x="42278" y="9518"/>
                      <a:pt x="32880" y="120"/>
                      <a:pt x="21288" y="1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19" name="Freeform: Shape 4518">
                <a:extLst>
                  <a:ext uri="{FF2B5EF4-FFF2-40B4-BE49-F238E27FC236}">
                    <a16:creationId xmlns:a16="http://schemas.microsoft.com/office/drawing/2014/main" id="{59A1E395-C9D9-9C47-0927-77AF9C8BF91E}"/>
                  </a:ext>
                </a:extLst>
              </p:cNvPr>
              <p:cNvSpPr/>
              <p:nvPr/>
            </p:nvSpPr>
            <p:spPr>
              <a:xfrm>
                <a:off x="1886720" y="7800249"/>
                <a:ext cx="37180" cy="37180"/>
              </a:xfrm>
              <a:custGeom>
                <a:avLst/>
                <a:gdLst>
                  <a:gd name="connsiteX0" fmla="*/ 37463 w 37180"/>
                  <a:gd name="connsiteY0" fmla="*/ 18743 h 37180"/>
                  <a:gd name="connsiteX1" fmla="*/ 18872 w 37180"/>
                  <a:gd name="connsiteY1" fmla="*/ 37333 h 37180"/>
                  <a:gd name="connsiteX2" fmla="*/ 282 w 37180"/>
                  <a:gd name="connsiteY2" fmla="*/ 18743 h 37180"/>
                  <a:gd name="connsiteX3" fmla="*/ 18872 w 37180"/>
                  <a:gd name="connsiteY3" fmla="*/ 152 h 37180"/>
                  <a:gd name="connsiteX4" fmla="*/ 37463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43"/>
                    </a:moveTo>
                    <a:cubicBezTo>
                      <a:pt x="37463" y="29010"/>
                      <a:pt x="29139" y="37333"/>
                      <a:pt x="18872" y="37333"/>
                    </a:cubicBezTo>
                    <a:cubicBezTo>
                      <a:pt x="8605" y="37333"/>
                      <a:pt x="282" y="29010"/>
                      <a:pt x="282" y="18743"/>
                    </a:cubicBezTo>
                    <a:cubicBezTo>
                      <a:pt x="282" y="8475"/>
                      <a:pt x="8605" y="152"/>
                      <a:pt x="18872" y="152"/>
                    </a:cubicBezTo>
                    <a:cubicBezTo>
                      <a:pt x="29139" y="152"/>
                      <a:pt x="37463" y="8475"/>
                      <a:pt x="37463" y="18743"/>
                    </a:cubicBezTo>
                    <a:close/>
                  </a:path>
                </a:pathLst>
              </a:custGeom>
              <a:solidFill>
                <a:srgbClr val="A9F7A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0" name="Freeform: Shape 4519">
                <a:extLst>
                  <a:ext uri="{FF2B5EF4-FFF2-40B4-BE49-F238E27FC236}">
                    <a16:creationId xmlns:a16="http://schemas.microsoft.com/office/drawing/2014/main" id="{E65E5A62-F168-AF55-FEC4-E7AC9B3FEEB4}"/>
                  </a:ext>
                </a:extLst>
              </p:cNvPr>
              <p:cNvSpPr/>
              <p:nvPr/>
            </p:nvSpPr>
            <p:spPr>
              <a:xfrm>
                <a:off x="1884319" y="7797848"/>
                <a:ext cx="41981" cy="41981"/>
              </a:xfrm>
              <a:custGeom>
                <a:avLst/>
                <a:gdLst>
                  <a:gd name="connsiteX0" fmla="*/ 21272 w 41981"/>
                  <a:gd name="connsiteY0" fmla="*/ 4953 h 41981"/>
                  <a:gd name="connsiteX1" fmla="*/ 37463 w 41981"/>
                  <a:gd name="connsiteY1" fmla="*/ 21143 h 41981"/>
                  <a:gd name="connsiteX2" fmla="*/ 37463 w 41981"/>
                  <a:gd name="connsiteY2" fmla="*/ 21143 h 41981"/>
                  <a:gd name="connsiteX3" fmla="*/ 21272 w 41981"/>
                  <a:gd name="connsiteY3" fmla="*/ 37333 h 41981"/>
                  <a:gd name="connsiteX4" fmla="*/ 5082 w 41981"/>
                  <a:gd name="connsiteY4" fmla="*/ 21143 h 41981"/>
                  <a:gd name="connsiteX5" fmla="*/ 21272 w 41981"/>
                  <a:gd name="connsiteY5" fmla="*/ 4953 h 41981"/>
                  <a:gd name="connsiteX6" fmla="*/ 21272 w 41981"/>
                  <a:gd name="connsiteY6" fmla="*/ 152 h 41981"/>
                  <a:gd name="connsiteX7" fmla="*/ 282 w 41981"/>
                  <a:gd name="connsiteY7" fmla="*/ 21143 h 41981"/>
                  <a:gd name="connsiteX8" fmla="*/ 21272 w 41981"/>
                  <a:gd name="connsiteY8" fmla="*/ 42133 h 41981"/>
                  <a:gd name="connsiteX9" fmla="*/ 42263 w 41981"/>
                  <a:gd name="connsiteY9" fmla="*/ 21143 h 41981"/>
                  <a:gd name="connsiteX10" fmla="*/ 42263 w 41981"/>
                  <a:gd name="connsiteY10" fmla="*/ 21143 h 41981"/>
                  <a:gd name="connsiteX11" fmla="*/ 21272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53"/>
                    </a:moveTo>
                    <a:cubicBezTo>
                      <a:pt x="30214" y="4953"/>
                      <a:pt x="37463" y="12201"/>
                      <a:pt x="37463" y="21143"/>
                    </a:cubicBezTo>
                    <a:lnTo>
                      <a:pt x="37463" y="21143"/>
                    </a:lnTo>
                    <a:cubicBezTo>
                      <a:pt x="37463" y="30085"/>
                      <a:pt x="30214" y="37333"/>
                      <a:pt x="21272" y="37333"/>
                    </a:cubicBezTo>
                    <a:cubicBezTo>
                      <a:pt x="12331" y="37333"/>
                      <a:pt x="5082" y="30085"/>
                      <a:pt x="5082" y="21143"/>
                    </a:cubicBezTo>
                    <a:cubicBezTo>
                      <a:pt x="5082" y="12201"/>
                      <a:pt x="12331" y="4953"/>
                      <a:pt x="21272" y="4953"/>
                    </a:cubicBezTo>
                    <a:close/>
                    <a:moveTo>
                      <a:pt x="21272" y="152"/>
                    </a:moveTo>
                    <a:cubicBezTo>
                      <a:pt x="9680" y="152"/>
                      <a:pt x="282" y="9550"/>
                      <a:pt x="282" y="21143"/>
                    </a:cubicBezTo>
                    <a:cubicBezTo>
                      <a:pt x="282" y="32735"/>
                      <a:pt x="9680" y="42133"/>
                      <a:pt x="21272" y="42133"/>
                    </a:cubicBezTo>
                    <a:cubicBezTo>
                      <a:pt x="32865" y="42133"/>
                      <a:pt x="42263" y="32735"/>
                      <a:pt x="42263" y="21143"/>
                    </a:cubicBezTo>
                    <a:lnTo>
                      <a:pt x="42263" y="21143"/>
                    </a:lnTo>
                    <a:cubicBezTo>
                      <a:pt x="42263" y="9550"/>
                      <a:pt x="32865" y="152"/>
                      <a:pt x="21272" y="15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1" name="Freeform: Shape 4520">
                <a:extLst>
                  <a:ext uri="{FF2B5EF4-FFF2-40B4-BE49-F238E27FC236}">
                    <a16:creationId xmlns:a16="http://schemas.microsoft.com/office/drawing/2014/main" id="{212FEF7F-6DD3-2A18-949B-CEE3B4A54BBE}"/>
                  </a:ext>
                </a:extLst>
              </p:cNvPr>
              <p:cNvSpPr/>
              <p:nvPr/>
            </p:nvSpPr>
            <p:spPr>
              <a:xfrm>
                <a:off x="1693235" y="7954317"/>
                <a:ext cx="37180" cy="37180"/>
              </a:xfrm>
              <a:custGeom>
                <a:avLst/>
                <a:gdLst>
                  <a:gd name="connsiteX0" fmla="*/ 37429 w 37180"/>
                  <a:gd name="connsiteY0" fmla="*/ 18769 h 37180"/>
                  <a:gd name="connsiteX1" fmla="*/ 18839 w 37180"/>
                  <a:gd name="connsiteY1" fmla="*/ 37360 h 37180"/>
                  <a:gd name="connsiteX2" fmla="*/ 248 w 37180"/>
                  <a:gd name="connsiteY2" fmla="*/ 18769 h 37180"/>
                  <a:gd name="connsiteX3" fmla="*/ 18839 w 37180"/>
                  <a:gd name="connsiteY3" fmla="*/ 179 h 37180"/>
                  <a:gd name="connsiteX4" fmla="*/ 37429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69"/>
                    </a:moveTo>
                    <a:cubicBezTo>
                      <a:pt x="37429" y="29037"/>
                      <a:pt x="29106" y="37360"/>
                      <a:pt x="18839" y="37360"/>
                    </a:cubicBezTo>
                    <a:cubicBezTo>
                      <a:pt x="8571" y="37360"/>
                      <a:pt x="248" y="29037"/>
                      <a:pt x="248" y="18769"/>
                    </a:cubicBezTo>
                    <a:cubicBezTo>
                      <a:pt x="248" y="8502"/>
                      <a:pt x="8571" y="179"/>
                      <a:pt x="18839" y="179"/>
                    </a:cubicBezTo>
                    <a:cubicBezTo>
                      <a:pt x="29106" y="179"/>
                      <a:pt x="37429" y="8502"/>
                      <a:pt x="37429" y="18769"/>
                    </a:cubicBezTo>
                    <a:close/>
                  </a:path>
                </a:pathLst>
              </a:custGeom>
              <a:solidFill>
                <a:srgbClr val="F7EF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2" name="Freeform: Shape 4521">
                <a:extLst>
                  <a:ext uri="{FF2B5EF4-FFF2-40B4-BE49-F238E27FC236}">
                    <a16:creationId xmlns:a16="http://schemas.microsoft.com/office/drawing/2014/main" id="{158D1140-7EFD-CA5A-EA72-D51766131417}"/>
                  </a:ext>
                </a:extLst>
              </p:cNvPr>
              <p:cNvSpPr/>
              <p:nvPr/>
            </p:nvSpPr>
            <p:spPr>
              <a:xfrm>
                <a:off x="1690835" y="7951917"/>
                <a:ext cx="41981" cy="41981"/>
              </a:xfrm>
              <a:custGeom>
                <a:avLst/>
                <a:gdLst>
                  <a:gd name="connsiteX0" fmla="*/ 21239 w 41981"/>
                  <a:gd name="connsiteY0" fmla="*/ 4979 h 41981"/>
                  <a:gd name="connsiteX1" fmla="*/ 37429 w 41981"/>
                  <a:gd name="connsiteY1" fmla="*/ 21170 h 41981"/>
                  <a:gd name="connsiteX2" fmla="*/ 37429 w 41981"/>
                  <a:gd name="connsiteY2" fmla="*/ 21170 h 41981"/>
                  <a:gd name="connsiteX3" fmla="*/ 21239 w 41981"/>
                  <a:gd name="connsiteY3" fmla="*/ 37360 h 41981"/>
                  <a:gd name="connsiteX4" fmla="*/ 5049 w 41981"/>
                  <a:gd name="connsiteY4" fmla="*/ 21170 h 41981"/>
                  <a:gd name="connsiteX5" fmla="*/ 21239 w 41981"/>
                  <a:gd name="connsiteY5" fmla="*/ 4979 h 41981"/>
                  <a:gd name="connsiteX6" fmla="*/ 21239 w 41981"/>
                  <a:gd name="connsiteY6" fmla="*/ 179 h 41981"/>
                  <a:gd name="connsiteX7" fmla="*/ 248 w 41981"/>
                  <a:gd name="connsiteY7" fmla="*/ 21170 h 41981"/>
                  <a:gd name="connsiteX8" fmla="*/ 21239 w 41981"/>
                  <a:gd name="connsiteY8" fmla="*/ 42160 h 41981"/>
                  <a:gd name="connsiteX9" fmla="*/ 42229 w 41981"/>
                  <a:gd name="connsiteY9" fmla="*/ 21170 h 41981"/>
                  <a:gd name="connsiteX10" fmla="*/ 42229 w 41981"/>
                  <a:gd name="connsiteY10" fmla="*/ 21170 h 41981"/>
                  <a:gd name="connsiteX11" fmla="*/ 2123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79"/>
                    </a:moveTo>
                    <a:cubicBezTo>
                      <a:pt x="30181" y="4979"/>
                      <a:pt x="37429" y="12228"/>
                      <a:pt x="37429" y="21170"/>
                    </a:cubicBezTo>
                    <a:lnTo>
                      <a:pt x="37429" y="21170"/>
                    </a:lnTo>
                    <a:cubicBezTo>
                      <a:pt x="37429" y="30111"/>
                      <a:pt x="30181" y="37360"/>
                      <a:pt x="21239" y="37360"/>
                    </a:cubicBezTo>
                    <a:cubicBezTo>
                      <a:pt x="12297" y="37360"/>
                      <a:pt x="5049" y="30111"/>
                      <a:pt x="5049" y="21170"/>
                    </a:cubicBezTo>
                    <a:cubicBezTo>
                      <a:pt x="5049" y="12228"/>
                      <a:pt x="12297" y="4979"/>
                      <a:pt x="21239" y="4979"/>
                    </a:cubicBezTo>
                    <a:close/>
                    <a:moveTo>
                      <a:pt x="21239" y="179"/>
                    </a:moveTo>
                    <a:cubicBezTo>
                      <a:pt x="9646" y="179"/>
                      <a:pt x="248" y="9577"/>
                      <a:pt x="248" y="21170"/>
                    </a:cubicBezTo>
                    <a:cubicBezTo>
                      <a:pt x="248" y="32762"/>
                      <a:pt x="9646" y="42160"/>
                      <a:pt x="21239" y="42160"/>
                    </a:cubicBezTo>
                    <a:cubicBezTo>
                      <a:pt x="32831" y="42160"/>
                      <a:pt x="42229" y="32762"/>
                      <a:pt x="42229" y="21170"/>
                    </a:cubicBezTo>
                    <a:lnTo>
                      <a:pt x="42229" y="21170"/>
                    </a:lnTo>
                    <a:cubicBezTo>
                      <a:pt x="42229" y="9577"/>
                      <a:pt x="32831" y="179"/>
                      <a:pt x="21239" y="17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3" name="Freeform: Shape 4522">
                <a:extLst>
                  <a:ext uri="{FF2B5EF4-FFF2-40B4-BE49-F238E27FC236}">
                    <a16:creationId xmlns:a16="http://schemas.microsoft.com/office/drawing/2014/main" id="{9284B0FC-F0F6-0E02-8553-A0F5E08B4550}"/>
                  </a:ext>
                </a:extLst>
              </p:cNvPr>
              <p:cNvSpPr/>
              <p:nvPr/>
            </p:nvSpPr>
            <p:spPr>
              <a:xfrm>
                <a:off x="1570484" y="8122544"/>
                <a:ext cx="37180" cy="37180"/>
              </a:xfrm>
              <a:custGeom>
                <a:avLst/>
                <a:gdLst>
                  <a:gd name="connsiteX0" fmla="*/ 37408 w 37180"/>
                  <a:gd name="connsiteY0" fmla="*/ 18799 h 37180"/>
                  <a:gd name="connsiteX1" fmla="*/ 18817 w 37180"/>
                  <a:gd name="connsiteY1" fmla="*/ 37389 h 37180"/>
                  <a:gd name="connsiteX2" fmla="*/ 227 w 37180"/>
                  <a:gd name="connsiteY2" fmla="*/ 18799 h 37180"/>
                  <a:gd name="connsiteX3" fmla="*/ 18817 w 37180"/>
                  <a:gd name="connsiteY3" fmla="*/ 208 h 37180"/>
                  <a:gd name="connsiteX4" fmla="*/ 37408 w 37180"/>
                  <a:gd name="connsiteY4" fmla="*/ 187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799"/>
                    </a:moveTo>
                    <a:cubicBezTo>
                      <a:pt x="37408" y="29066"/>
                      <a:pt x="29084" y="37389"/>
                      <a:pt x="18817" y="37389"/>
                    </a:cubicBezTo>
                    <a:cubicBezTo>
                      <a:pt x="8550" y="37389"/>
                      <a:pt x="227" y="29066"/>
                      <a:pt x="227" y="18799"/>
                    </a:cubicBezTo>
                    <a:cubicBezTo>
                      <a:pt x="227" y="8531"/>
                      <a:pt x="8550" y="208"/>
                      <a:pt x="18817" y="208"/>
                    </a:cubicBezTo>
                    <a:cubicBezTo>
                      <a:pt x="29084" y="208"/>
                      <a:pt x="37408" y="8531"/>
                      <a:pt x="37408" y="18799"/>
                    </a:cubicBezTo>
                    <a:close/>
                  </a:path>
                </a:pathLst>
              </a:custGeom>
              <a:solidFill>
                <a:srgbClr val="F7B8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4" name="Freeform: Shape 4523">
                <a:extLst>
                  <a:ext uri="{FF2B5EF4-FFF2-40B4-BE49-F238E27FC236}">
                    <a16:creationId xmlns:a16="http://schemas.microsoft.com/office/drawing/2014/main" id="{38406C89-C66F-63DD-FB46-A47DFC39D919}"/>
                  </a:ext>
                </a:extLst>
              </p:cNvPr>
              <p:cNvSpPr/>
              <p:nvPr/>
            </p:nvSpPr>
            <p:spPr>
              <a:xfrm>
                <a:off x="1568084" y="8120143"/>
                <a:ext cx="41981" cy="41981"/>
              </a:xfrm>
              <a:custGeom>
                <a:avLst/>
                <a:gdLst>
                  <a:gd name="connsiteX0" fmla="*/ 21217 w 41981"/>
                  <a:gd name="connsiteY0" fmla="*/ 5009 h 41981"/>
                  <a:gd name="connsiteX1" fmla="*/ 37408 w 41981"/>
                  <a:gd name="connsiteY1" fmla="*/ 21199 h 41981"/>
                  <a:gd name="connsiteX2" fmla="*/ 37408 w 41981"/>
                  <a:gd name="connsiteY2" fmla="*/ 21199 h 41981"/>
                  <a:gd name="connsiteX3" fmla="*/ 21217 w 41981"/>
                  <a:gd name="connsiteY3" fmla="*/ 37389 h 41981"/>
                  <a:gd name="connsiteX4" fmla="*/ 5027 w 41981"/>
                  <a:gd name="connsiteY4" fmla="*/ 21199 h 41981"/>
                  <a:gd name="connsiteX5" fmla="*/ 21217 w 41981"/>
                  <a:gd name="connsiteY5" fmla="*/ 5009 h 41981"/>
                  <a:gd name="connsiteX6" fmla="*/ 21217 w 41981"/>
                  <a:gd name="connsiteY6" fmla="*/ 208 h 41981"/>
                  <a:gd name="connsiteX7" fmla="*/ 227 w 41981"/>
                  <a:gd name="connsiteY7" fmla="*/ 21199 h 41981"/>
                  <a:gd name="connsiteX8" fmla="*/ 21217 w 41981"/>
                  <a:gd name="connsiteY8" fmla="*/ 42189 h 41981"/>
                  <a:gd name="connsiteX9" fmla="*/ 42208 w 41981"/>
                  <a:gd name="connsiteY9" fmla="*/ 21199 h 41981"/>
                  <a:gd name="connsiteX10" fmla="*/ 42208 w 41981"/>
                  <a:gd name="connsiteY10" fmla="*/ 21199 h 41981"/>
                  <a:gd name="connsiteX11" fmla="*/ 21217 w 41981"/>
                  <a:gd name="connsiteY11" fmla="*/ 20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7" y="5009"/>
                    </a:moveTo>
                    <a:cubicBezTo>
                      <a:pt x="30159" y="5009"/>
                      <a:pt x="37408" y="12257"/>
                      <a:pt x="37408" y="21199"/>
                    </a:cubicBezTo>
                    <a:lnTo>
                      <a:pt x="37408" y="21199"/>
                    </a:lnTo>
                    <a:cubicBezTo>
                      <a:pt x="37408" y="30141"/>
                      <a:pt x="30159" y="37389"/>
                      <a:pt x="21217" y="37389"/>
                    </a:cubicBezTo>
                    <a:cubicBezTo>
                      <a:pt x="12276" y="37389"/>
                      <a:pt x="5027" y="30141"/>
                      <a:pt x="5027" y="21199"/>
                    </a:cubicBezTo>
                    <a:cubicBezTo>
                      <a:pt x="5027" y="12257"/>
                      <a:pt x="12276" y="5009"/>
                      <a:pt x="21217" y="5009"/>
                    </a:cubicBezTo>
                    <a:close/>
                    <a:moveTo>
                      <a:pt x="21217" y="208"/>
                    </a:moveTo>
                    <a:cubicBezTo>
                      <a:pt x="9625" y="208"/>
                      <a:pt x="227" y="9606"/>
                      <a:pt x="227" y="21199"/>
                    </a:cubicBezTo>
                    <a:cubicBezTo>
                      <a:pt x="227" y="32791"/>
                      <a:pt x="9625" y="42189"/>
                      <a:pt x="21217" y="42189"/>
                    </a:cubicBezTo>
                    <a:cubicBezTo>
                      <a:pt x="32810" y="42189"/>
                      <a:pt x="42208" y="32791"/>
                      <a:pt x="42208" y="21199"/>
                    </a:cubicBezTo>
                    <a:lnTo>
                      <a:pt x="42208" y="21199"/>
                    </a:lnTo>
                    <a:cubicBezTo>
                      <a:pt x="42208" y="9606"/>
                      <a:pt x="32810" y="208"/>
                      <a:pt x="21217" y="20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5" name="Freeform: Shape 4524">
                <a:extLst>
                  <a:ext uri="{FF2B5EF4-FFF2-40B4-BE49-F238E27FC236}">
                    <a16:creationId xmlns:a16="http://schemas.microsoft.com/office/drawing/2014/main" id="{F5D20A7B-FCF8-FC9F-625A-ECE7C446AEC6}"/>
                  </a:ext>
                </a:extLst>
              </p:cNvPr>
              <p:cNvSpPr/>
              <p:nvPr/>
            </p:nvSpPr>
            <p:spPr>
              <a:xfrm>
                <a:off x="2175595" y="7305317"/>
                <a:ext cx="37180" cy="37180"/>
              </a:xfrm>
              <a:custGeom>
                <a:avLst/>
                <a:gdLst>
                  <a:gd name="connsiteX0" fmla="*/ 37513 w 37180"/>
                  <a:gd name="connsiteY0" fmla="*/ 18657 h 37180"/>
                  <a:gd name="connsiteX1" fmla="*/ 18922 w 37180"/>
                  <a:gd name="connsiteY1" fmla="*/ 37247 h 37180"/>
                  <a:gd name="connsiteX2" fmla="*/ 332 w 37180"/>
                  <a:gd name="connsiteY2" fmla="*/ 18657 h 37180"/>
                  <a:gd name="connsiteX3" fmla="*/ 18922 w 37180"/>
                  <a:gd name="connsiteY3" fmla="*/ 66 h 37180"/>
                  <a:gd name="connsiteX4" fmla="*/ 37513 w 37180"/>
                  <a:gd name="connsiteY4" fmla="*/ 186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3" y="18657"/>
                    </a:moveTo>
                    <a:cubicBezTo>
                      <a:pt x="37513" y="28924"/>
                      <a:pt x="29189" y="37247"/>
                      <a:pt x="18922" y="37247"/>
                    </a:cubicBezTo>
                    <a:cubicBezTo>
                      <a:pt x="8655" y="37247"/>
                      <a:pt x="332" y="28924"/>
                      <a:pt x="332" y="18657"/>
                    </a:cubicBezTo>
                    <a:cubicBezTo>
                      <a:pt x="332" y="8389"/>
                      <a:pt x="8655" y="66"/>
                      <a:pt x="18922" y="66"/>
                    </a:cubicBezTo>
                    <a:cubicBezTo>
                      <a:pt x="29189" y="66"/>
                      <a:pt x="37513" y="8389"/>
                      <a:pt x="37513" y="18657"/>
                    </a:cubicBezTo>
                    <a:close/>
                  </a:path>
                </a:pathLst>
              </a:custGeom>
              <a:solidFill>
                <a:srgbClr val="89F78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6" name="Freeform: Shape 4525">
                <a:extLst>
                  <a:ext uri="{FF2B5EF4-FFF2-40B4-BE49-F238E27FC236}">
                    <a16:creationId xmlns:a16="http://schemas.microsoft.com/office/drawing/2014/main" id="{943E8E25-B998-2CED-9CF5-0FD23DA2D67C}"/>
                  </a:ext>
                </a:extLst>
              </p:cNvPr>
              <p:cNvSpPr/>
              <p:nvPr/>
            </p:nvSpPr>
            <p:spPr>
              <a:xfrm>
                <a:off x="2173195" y="7302916"/>
                <a:ext cx="41981" cy="41981"/>
              </a:xfrm>
              <a:custGeom>
                <a:avLst/>
                <a:gdLst>
                  <a:gd name="connsiteX0" fmla="*/ 21322 w 41981"/>
                  <a:gd name="connsiteY0" fmla="*/ 4867 h 41981"/>
                  <a:gd name="connsiteX1" fmla="*/ 37513 w 41981"/>
                  <a:gd name="connsiteY1" fmla="*/ 21057 h 41981"/>
                  <a:gd name="connsiteX2" fmla="*/ 37513 w 41981"/>
                  <a:gd name="connsiteY2" fmla="*/ 21057 h 41981"/>
                  <a:gd name="connsiteX3" fmla="*/ 21322 w 41981"/>
                  <a:gd name="connsiteY3" fmla="*/ 37247 h 41981"/>
                  <a:gd name="connsiteX4" fmla="*/ 5132 w 41981"/>
                  <a:gd name="connsiteY4" fmla="*/ 21057 h 41981"/>
                  <a:gd name="connsiteX5" fmla="*/ 21322 w 41981"/>
                  <a:gd name="connsiteY5" fmla="*/ 4867 h 41981"/>
                  <a:gd name="connsiteX6" fmla="*/ 21322 w 41981"/>
                  <a:gd name="connsiteY6" fmla="*/ 66 h 41981"/>
                  <a:gd name="connsiteX7" fmla="*/ 332 w 41981"/>
                  <a:gd name="connsiteY7" fmla="*/ 21057 h 41981"/>
                  <a:gd name="connsiteX8" fmla="*/ 21322 w 41981"/>
                  <a:gd name="connsiteY8" fmla="*/ 42047 h 41981"/>
                  <a:gd name="connsiteX9" fmla="*/ 42313 w 41981"/>
                  <a:gd name="connsiteY9" fmla="*/ 21057 h 41981"/>
                  <a:gd name="connsiteX10" fmla="*/ 42313 w 41981"/>
                  <a:gd name="connsiteY10" fmla="*/ 21057 h 41981"/>
                  <a:gd name="connsiteX11" fmla="*/ 21322 w 41981"/>
                  <a:gd name="connsiteY11" fmla="*/ 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2" y="4867"/>
                    </a:moveTo>
                    <a:cubicBezTo>
                      <a:pt x="30264" y="4867"/>
                      <a:pt x="37513" y="12115"/>
                      <a:pt x="37513" y="21057"/>
                    </a:cubicBezTo>
                    <a:lnTo>
                      <a:pt x="37513" y="21057"/>
                    </a:lnTo>
                    <a:cubicBezTo>
                      <a:pt x="37513" y="29999"/>
                      <a:pt x="30264" y="37247"/>
                      <a:pt x="21322" y="37247"/>
                    </a:cubicBezTo>
                    <a:cubicBezTo>
                      <a:pt x="12381" y="37247"/>
                      <a:pt x="5132" y="29999"/>
                      <a:pt x="5132" y="21057"/>
                    </a:cubicBezTo>
                    <a:cubicBezTo>
                      <a:pt x="5132" y="12115"/>
                      <a:pt x="12381" y="4867"/>
                      <a:pt x="21322" y="4867"/>
                    </a:cubicBezTo>
                    <a:close/>
                    <a:moveTo>
                      <a:pt x="21322" y="66"/>
                    </a:moveTo>
                    <a:cubicBezTo>
                      <a:pt x="9730" y="66"/>
                      <a:pt x="332" y="9464"/>
                      <a:pt x="332" y="21057"/>
                    </a:cubicBezTo>
                    <a:cubicBezTo>
                      <a:pt x="332" y="32649"/>
                      <a:pt x="9730" y="42047"/>
                      <a:pt x="21322" y="42047"/>
                    </a:cubicBezTo>
                    <a:cubicBezTo>
                      <a:pt x="32915" y="42047"/>
                      <a:pt x="42313" y="32649"/>
                      <a:pt x="42313" y="21057"/>
                    </a:cubicBezTo>
                    <a:lnTo>
                      <a:pt x="42313" y="21057"/>
                    </a:lnTo>
                    <a:cubicBezTo>
                      <a:pt x="42313" y="9464"/>
                      <a:pt x="32915" y="66"/>
                      <a:pt x="21322" y="6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7" name="Freeform: Shape 4526">
                <a:extLst>
                  <a:ext uri="{FF2B5EF4-FFF2-40B4-BE49-F238E27FC236}">
                    <a16:creationId xmlns:a16="http://schemas.microsoft.com/office/drawing/2014/main" id="{6235992A-830C-E815-7D2C-83509B802C76}"/>
                  </a:ext>
                </a:extLst>
              </p:cNvPr>
              <p:cNvSpPr/>
              <p:nvPr/>
            </p:nvSpPr>
            <p:spPr>
              <a:xfrm>
                <a:off x="1763582" y="7755177"/>
                <a:ext cx="37180" cy="37180"/>
              </a:xfrm>
              <a:custGeom>
                <a:avLst/>
                <a:gdLst>
                  <a:gd name="connsiteX0" fmla="*/ 37441 w 37180"/>
                  <a:gd name="connsiteY0" fmla="*/ 18735 h 37180"/>
                  <a:gd name="connsiteX1" fmla="*/ 18851 w 37180"/>
                  <a:gd name="connsiteY1" fmla="*/ 37325 h 37180"/>
                  <a:gd name="connsiteX2" fmla="*/ 260 w 37180"/>
                  <a:gd name="connsiteY2" fmla="*/ 18735 h 37180"/>
                  <a:gd name="connsiteX3" fmla="*/ 18851 w 37180"/>
                  <a:gd name="connsiteY3" fmla="*/ 144 h 37180"/>
                  <a:gd name="connsiteX4" fmla="*/ 37441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35"/>
                    </a:moveTo>
                    <a:cubicBezTo>
                      <a:pt x="37441" y="29002"/>
                      <a:pt x="29118" y="37325"/>
                      <a:pt x="18851" y="37325"/>
                    </a:cubicBezTo>
                    <a:cubicBezTo>
                      <a:pt x="8584" y="37325"/>
                      <a:pt x="260" y="29002"/>
                      <a:pt x="260" y="18735"/>
                    </a:cubicBezTo>
                    <a:cubicBezTo>
                      <a:pt x="260" y="8468"/>
                      <a:pt x="8584" y="144"/>
                      <a:pt x="18851" y="144"/>
                    </a:cubicBezTo>
                    <a:cubicBezTo>
                      <a:pt x="29118" y="144"/>
                      <a:pt x="37441" y="8468"/>
                      <a:pt x="37441" y="18735"/>
                    </a:cubicBezTo>
                    <a:close/>
                  </a:path>
                </a:pathLst>
              </a:custGeom>
              <a:solidFill>
                <a:srgbClr val="D2F7D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8" name="Freeform: Shape 4527">
                <a:extLst>
                  <a:ext uri="{FF2B5EF4-FFF2-40B4-BE49-F238E27FC236}">
                    <a16:creationId xmlns:a16="http://schemas.microsoft.com/office/drawing/2014/main" id="{2B98C483-E879-214D-C0FF-FB8D4C70CA53}"/>
                  </a:ext>
                </a:extLst>
              </p:cNvPr>
              <p:cNvSpPr/>
              <p:nvPr/>
            </p:nvSpPr>
            <p:spPr>
              <a:xfrm>
                <a:off x="1761182" y="7752776"/>
                <a:ext cx="41981" cy="41981"/>
              </a:xfrm>
              <a:custGeom>
                <a:avLst/>
                <a:gdLst>
                  <a:gd name="connsiteX0" fmla="*/ 21251 w 41981"/>
                  <a:gd name="connsiteY0" fmla="*/ 4945 h 41981"/>
                  <a:gd name="connsiteX1" fmla="*/ 37441 w 41981"/>
                  <a:gd name="connsiteY1" fmla="*/ 21135 h 41981"/>
                  <a:gd name="connsiteX2" fmla="*/ 37441 w 41981"/>
                  <a:gd name="connsiteY2" fmla="*/ 21135 h 41981"/>
                  <a:gd name="connsiteX3" fmla="*/ 21251 w 41981"/>
                  <a:gd name="connsiteY3" fmla="*/ 37325 h 41981"/>
                  <a:gd name="connsiteX4" fmla="*/ 5061 w 41981"/>
                  <a:gd name="connsiteY4" fmla="*/ 21135 h 41981"/>
                  <a:gd name="connsiteX5" fmla="*/ 21251 w 41981"/>
                  <a:gd name="connsiteY5" fmla="*/ 4945 h 41981"/>
                  <a:gd name="connsiteX6" fmla="*/ 21251 w 41981"/>
                  <a:gd name="connsiteY6" fmla="*/ 144 h 41981"/>
                  <a:gd name="connsiteX7" fmla="*/ 260 w 41981"/>
                  <a:gd name="connsiteY7" fmla="*/ 21135 h 41981"/>
                  <a:gd name="connsiteX8" fmla="*/ 21251 w 41981"/>
                  <a:gd name="connsiteY8" fmla="*/ 42126 h 41981"/>
                  <a:gd name="connsiteX9" fmla="*/ 42242 w 41981"/>
                  <a:gd name="connsiteY9" fmla="*/ 21135 h 41981"/>
                  <a:gd name="connsiteX10" fmla="*/ 42242 w 41981"/>
                  <a:gd name="connsiteY10" fmla="*/ 21135 h 41981"/>
                  <a:gd name="connsiteX11" fmla="*/ 21251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45"/>
                    </a:moveTo>
                    <a:cubicBezTo>
                      <a:pt x="30193" y="4945"/>
                      <a:pt x="37441" y="12193"/>
                      <a:pt x="37441" y="21135"/>
                    </a:cubicBezTo>
                    <a:lnTo>
                      <a:pt x="37441" y="21135"/>
                    </a:lnTo>
                    <a:cubicBezTo>
                      <a:pt x="37441" y="30077"/>
                      <a:pt x="30193" y="37325"/>
                      <a:pt x="21251" y="37325"/>
                    </a:cubicBezTo>
                    <a:cubicBezTo>
                      <a:pt x="12309" y="37325"/>
                      <a:pt x="5061" y="30077"/>
                      <a:pt x="5061" y="21135"/>
                    </a:cubicBezTo>
                    <a:cubicBezTo>
                      <a:pt x="5061" y="12193"/>
                      <a:pt x="12309" y="4945"/>
                      <a:pt x="21251" y="4945"/>
                    </a:cubicBezTo>
                    <a:close/>
                    <a:moveTo>
                      <a:pt x="21251" y="144"/>
                    </a:moveTo>
                    <a:cubicBezTo>
                      <a:pt x="9658" y="144"/>
                      <a:pt x="260" y="9542"/>
                      <a:pt x="260" y="21135"/>
                    </a:cubicBezTo>
                    <a:cubicBezTo>
                      <a:pt x="260" y="32728"/>
                      <a:pt x="9658" y="42126"/>
                      <a:pt x="21251" y="42126"/>
                    </a:cubicBezTo>
                    <a:cubicBezTo>
                      <a:pt x="32844" y="42126"/>
                      <a:pt x="42242" y="32728"/>
                      <a:pt x="42242" y="21135"/>
                    </a:cubicBezTo>
                    <a:lnTo>
                      <a:pt x="42242" y="21135"/>
                    </a:lnTo>
                    <a:cubicBezTo>
                      <a:pt x="42242" y="9542"/>
                      <a:pt x="32844" y="144"/>
                      <a:pt x="21251"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29" name="Freeform: Shape 4528">
                <a:extLst>
                  <a:ext uri="{FF2B5EF4-FFF2-40B4-BE49-F238E27FC236}">
                    <a16:creationId xmlns:a16="http://schemas.microsoft.com/office/drawing/2014/main" id="{C5EBE8CD-09B5-4B1A-7154-91733E2CEE3F}"/>
                  </a:ext>
                </a:extLst>
              </p:cNvPr>
              <p:cNvSpPr/>
              <p:nvPr/>
            </p:nvSpPr>
            <p:spPr>
              <a:xfrm>
                <a:off x="1765932" y="7909792"/>
                <a:ext cx="37180" cy="37180"/>
              </a:xfrm>
              <a:custGeom>
                <a:avLst/>
                <a:gdLst>
                  <a:gd name="connsiteX0" fmla="*/ 37442 w 37180"/>
                  <a:gd name="connsiteY0" fmla="*/ 18762 h 37180"/>
                  <a:gd name="connsiteX1" fmla="*/ 18851 w 37180"/>
                  <a:gd name="connsiteY1" fmla="*/ 37352 h 37180"/>
                  <a:gd name="connsiteX2" fmla="*/ 261 w 37180"/>
                  <a:gd name="connsiteY2" fmla="*/ 18762 h 37180"/>
                  <a:gd name="connsiteX3" fmla="*/ 18851 w 37180"/>
                  <a:gd name="connsiteY3" fmla="*/ 171 h 37180"/>
                  <a:gd name="connsiteX4" fmla="*/ 37442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2"/>
                    </a:moveTo>
                    <a:cubicBezTo>
                      <a:pt x="37442" y="29029"/>
                      <a:pt x="29118" y="37352"/>
                      <a:pt x="18851" y="37352"/>
                    </a:cubicBezTo>
                    <a:cubicBezTo>
                      <a:pt x="8584" y="37352"/>
                      <a:pt x="261" y="29029"/>
                      <a:pt x="261" y="18762"/>
                    </a:cubicBezTo>
                    <a:cubicBezTo>
                      <a:pt x="261" y="8494"/>
                      <a:pt x="8584" y="171"/>
                      <a:pt x="18851" y="171"/>
                    </a:cubicBezTo>
                    <a:cubicBezTo>
                      <a:pt x="29118" y="171"/>
                      <a:pt x="37442" y="8494"/>
                      <a:pt x="37442" y="18762"/>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0" name="Freeform: Shape 4529">
                <a:extLst>
                  <a:ext uri="{FF2B5EF4-FFF2-40B4-BE49-F238E27FC236}">
                    <a16:creationId xmlns:a16="http://schemas.microsoft.com/office/drawing/2014/main" id="{39C95AEC-7EDC-06DB-367B-90A2D7992FE8}"/>
                  </a:ext>
                </a:extLst>
              </p:cNvPr>
              <p:cNvSpPr/>
              <p:nvPr/>
            </p:nvSpPr>
            <p:spPr>
              <a:xfrm>
                <a:off x="1763532" y="7907392"/>
                <a:ext cx="41981" cy="41981"/>
              </a:xfrm>
              <a:custGeom>
                <a:avLst/>
                <a:gdLst>
                  <a:gd name="connsiteX0" fmla="*/ 21251 w 41981"/>
                  <a:gd name="connsiteY0" fmla="*/ 4972 h 41981"/>
                  <a:gd name="connsiteX1" fmla="*/ 37442 w 41981"/>
                  <a:gd name="connsiteY1" fmla="*/ 21162 h 41981"/>
                  <a:gd name="connsiteX2" fmla="*/ 37442 w 41981"/>
                  <a:gd name="connsiteY2" fmla="*/ 21162 h 41981"/>
                  <a:gd name="connsiteX3" fmla="*/ 21251 w 41981"/>
                  <a:gd name="connsiteY3" fmla="*/ 37352 h 41981"/>
                  <a:gd name="connsiteX4" fmla="*/ 5061 w 41981"/>
                  <a:gd name="connsiteY4" fmla="*/ 21162 h 41981"/>
                  <a:gd name="connsiteX5" fmla="*/ 21251 w 41981"/>
                  <a:gd name="connsiteY5" fmla="*/ 4972 h 41981"/>
                  <a:gd name="connsiteX6" fmla="*/ 21251 w 41981"/>
                  <a:gd name="connsiteY6" fmla="*/ 171 h 41981"/>
                  <a:gd name="connsiteX7" fmla="*/ 261 w 41981"/>
                  <a:gd name="connsiteY7" fmla="*/ 21162 h 41981"/>
                  <a:gd name="connsiteX8" fmla="*/ 21251 w 41981"/>
                  <a:gd name="connsiteY8" fmla="*/ 42152 h 41981"/>
                  <a:gd name="connsiteX9" fmla="*/ 42242 w 41981"/>
                  <a:gd name="connsiteY9" fmla="*/ 21162 h 41981"/>
                  <a:gd name="connsiteX10" fmla="*/ 42242 w 41981"/>
                  <a:gd name="connsiteY10" fmla="*/ 21162 h 41981"/>
                  <a:gd name="connsiteX11" fmla="*/ 2125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2"/>
                    </a:moveTo>
                    <a:cubicBezTo>
                      <a:pt x="30193" y="4972"/>
                      <a:pt x="37442" y="12220"/>
                      <a:pt x="37442" y="21162"/>
                    </a:cubicBezTo>
                    <a:lnTo>
                      <a:pt x="37442" y="21162"/>
                    </a:lnTo>
                    <a:cubicBezTo>
                      <a:pt x="37442" y="30104"/>
                      <a:pt x="30193" y="37352"/>
                      <a:pt x="21251" y="37352"/>
                    </a:cubicBezTo>
                    <a:cubicBezTo>
                      <a:pt x="12310" y="37352"/>
                      <a:pt x="5061" y="30104"/>
                      <a:pt x="5061" y="21162"/>
                    </a:cubicBezTo>
                    <a:cubicBezTo>
                      <a:pt x="5061" y="12220"/>
                      <a:pt x="12310" y="4972"/>
                      <a:pt x="21251" y="4972"/>
                    </a:cubicBezTo>
                    <a:close/>
                    <a:moveTo>
                      <a:pt x="21251" y="171"/>
                    </a:moveTo>
                    <a:cubicBezTo>
                      <a:pt x="9659" y="171"/>
                      <a:pt x="261" y="9569"/>
                      <a:pt x="261" y="21162"/>
                    </a:cubicBezTo>
                    <a:cubicBezTo>
                      <a:pt x="261" y="32754"/>
                      <a:pt x="9659" y="42152"/>
                      <a:pt x="21251" y="42152"/>
                    </a:cubicBezTo>
                    <a:cubicBezTo>
                      <a:pt x="32844" y="42152"/>
                      <a:pt x="42242" y="32754"/>
                      <a:pt x="42242" y="21162"/>
                    </a:cubicBezTo>
                    <a:lnTo>
                      <a:pt x="42242" y="21162"/>
                    </a:lnTo>
                    <a:cubicBezTo>
                      <a:pt x="42242" y="9569"/>
                      <a:pt x="32844" y="171"/>
                      <a:pt x="21251" y="17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1" name="Freeform: Shape 4530">
                <a:extLst>
                  <a:ext uri="{FF2B5EF4-FFF2-40B4-BE49-F238E27FC236}">
                    <a16:creationId xmlns:a16="http://schemas.microsoft.com/office/drawing/2014/main" id="{3BE13FBE-0BCF-99B2-899E-49A63FEAC344}"/>
                  </a:ext>
                </a:extLst>
              </p:cNvPr>
              <p:cNvSpPr/>
              <p:nvPr/>
            </p:nvSpPr>
            <p:spPr>
              <a:xfrm>
                <a:off x="1884295" y="7776771"/>
                <a:ext cx="37180" cy="37180"/>
              </a:xfrm>
              <a:custGeom>
                <a:avLst/>
                <a:gdLst>
                  <a:gd name="connsiteX0" fmla="*/ 37462 w 37180"/>
                  <a:gd name="connsiteY0" fmla="*/ 18739 h 37180"/>
                  <a:gd name="connsiteX1" fmla="*/ 18872 w 37180"/>
                  <a:gd name="connsiteY1" fmla="*/ 37329 h 37180"/>
                  <a:gd name="connsiteX2" fmla="*/ 281 w 37180"/>
                  <a:gd name="connsiteY2" fmla="*/ 18739 h 37180"/>
                  <a:gd name="connsiteX3" fmla="*/ 18872 w 37180"/>
                  <a:gd name="connsiteY3" fmla="*/ 148 h 37180"/>
                  <a:gd name="connsiteX4" fmla="*/ 37462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39"/>
                    </a:moveTo>
                    <a:cubicBezTo>
                      <a:pt x="37462" y="29006"/>
                      <a:pt x="29139" y="37329"/>
                      <a:pt x="18872" y="37329"/>
                    </a:cubicBezTo>
                    <a:cubicBezTo>
                      <a:pt x="8605" y="37329"/>
                      <a:pt x="281" y="29006"/>
                      <a:pt x="281" y="18739"/>
                    </a:cubicBezTo>
                    <a:cubicBezTo>
                      <a:pt x="281" y="8471"/>
                      <a:pt x="8605" y="148"/>
                      <a:pt x="18872" y="148"/>
                    </a:cubicBezTo>
                    <a:cubicBezTo>
                      <a:pt x="29139" y="148"/>
                      <a:pt x="37462" y="8471"/>
                      <a:pt x="37462" y="18739"/>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2" name="Freeform: Shape 4531">
                <a:extLst>
                  <a:ext uri="{FF2B5EF4-FFF2-40B4-BE49-F238E27FC236}">
                    <a16:creationId xmlns:a16="http://schemas.microsoft.com/office/drawing/2014/main" id="{1EA86045-1F43-C313-0669-C13EECA8573F}"/>
                  </a:ext>
                </a:extLst>
              </p:cNvPr>
              <p:cNvSpPr/>
              <p:nvPr/>
            </p:nvSpPr>
            <p:spPr>
              <a:xfrm>
                <a:off x="1881894" y="7774371"/>
                <a:ext cx="41981" cy="41981"/>
              </a:xfrm>
              <a:custGeom>
                <a:avLst/>
                <a:gdLst>
                  <a:gd name="connsiteX0" fmla="*/ 21272 w 41981"/>
                  <a:gd name="connsiteY0" fmla="*/ 4949 h 41981"/>
                  <a:gd name="connsiteX1" fmla="*/ 37462 w 41981"/>
                  <a:gd name="connsiteY1" fmla="*/ 21139 h 41981"/>
                  <a:gd name="connsiteX2" fmla="*/ 37462 w 41981"/>
                  <a:gd name="connsiteY2" fmla="*/ 21139 h 41981"/>
                  <a:gd name="connsiteX3" fmla="*/ 21272 w 41981"/>
                  <a:gd name="connsiteY3" fmla="*/ 37329 h 41981"/>
                  <a:gd name="connsiteX4" fmla="*/ 5082 w 41981"/>
                  <a:gd name="connsiteY4" fmla="*/ 21139 h 41981"/>
                  <a:gd name="connsiteX5" fmla="*/ 21272 w 41981"/>
                  <a:gd name="connsiteY5" fmla="*/ 4949 h 41981"/>
                  <a:gd name="connsiteX6" fmla="*/ 21272 w 41981"/>
                  <a:gd name="connsiteY6" fmla="*/ 148 h 41981"/>
                  <a:gd name="connsiteX7" fmla="*/ 281 w 41981"/>
                  <a:gd name="connsiteY7" fmla="*/ 21139 h 41981"/>
                  <a:gd name="connsiteX8" fmla="*/ 21272 w 41981"/>
                  <a:gd name="connsiteY8" fmla="*/ 42129 h 41981"/>
                  <a:gd name="connsiteX9" fmla="*/ 42263 w 41981"/>
                  <a:gd name="connsiteY9" fmla="*/ 21139 h 41981"/>
                  <a:gd name="connsiteX10" fmla="*/ 42263 w 41981"/>
                  <a:gd name="connsiteY10" fmla="*/ 21139 h 41981"/>
                  <a:gd name="connsiteX11" fmla="*/ 21272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49"/>
                    </a:moveTo>
                    <a:cubicBezTo>
                      <a:pt x="30214" y="4949"/>
                      <a:pt x="37462" y="12197"/>
                      <a:pt x="37462" y="21139"/>
                    </a:cubicBezTo>
                    <a:lnTo>
                      <a:pt x="37462" y="21139"/>
                    </a:lnTo>
                    <a:cubicBezTo>
                      <a:pt x="37462" y="30081"/>
                      <a:pt x="30214" y="37329"/>
                      <a:pt x="21272" y="37329"/>
                    </a:cubicBezTo>
                    <a:cubicBezTo>
                      <a:pt x="12330" y="37329"/>
                      <a:pt x="5082" y="30081"/>
                      <a:pt x="5082" y="21139"/>
                    </a:cubicBezTo>
                    <a:cubicBezTo>
                      <a:pt x="5082" y="12197"/>
                      <a:pt x="12330" y="4949"/>
                      <a:pt x="21272" y="4949"/>
                    </a:cubicBezTo>
                    <a:close/>
                    <a:moveTo>
                      <a:pt x="21272" y="148"/>
                    </a:moveTo>
                    <a:cubicBezTo>
                      <a:pt x="9679" y="148"/>
                      <a:pt x="281" y="9546"/>
                      <a:pt x="281" y="21139"/>
                    </a:cubicBezTo>
                    <a:cubicBezTo>
                      <a:pt x="281" y="32731"/>
                      <a:pt x="9679" y="42129"/>
                      <a:pt x="21272" y="42129"/>
                    </a:cubicBezTo>
                    <a:cubicBezTo>
                      <a:pt x="32864" y="42129"/>
                      <a:pt x="42263" y="32731"/>
                      <a:pt x="42263" y="21139"/>
                    </a:cubicBezTo>
                    <a:lnTo>
                      <a:pt x="42263" y="21139"/>
                    </a:lnTo>
                    <a:cubicBezTo>
                      <a:pt x="42263" y="9546"/>
                      <a:pt x="32864" y="148"/>
                      <a:pt x="21272" y="14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3" name="Freeform: Shape 4532">
                <a:extLst>
                  <a:ext uri="{FF2B5EF4-FFF2-40B4-BE49-F238E27FC236}">
                    <a16:creationId xmlns:a16="http://schemas.microsoft.com/office/drawing/2014/main" id="{87F2605F-5D48-48DF-0BEA-D10300D83DFE}"/>
                  </a:ext>
                </a:extLst>
              </p:cNvPr>
              <p:cNvSpPr/>
              <p:nvPr/>
            </p:nvSpPr>
            <p:spPr>
              <a:xfrm>
                <a:off x="1699445" y="8010137"/>
                <a:ext cx="37180" cy="37180"/>
              </a:xfrm>
              <a:custGeom>
                <a:avLst/>
                <a:gdLst>
                  <a:gd name="connsiteX0" fmla="*/ 37430 w 37180"/>
                  <a:gd name="connsiteY0" fmla="*/ 18779 h 37180"/>
                  <a:gd name="connsiteX1" fmla="*/ 18840 w 37180"/>
                  <a:gd name="connsiteY1" fmla="*/ 37369 h 37180"/>
                  <a:gd name="connsiteX2" fmla="*/ 249 w 37180"/>
                  <a:gd name="connsiteY2" fmla="*/ 18779 h 37180"/>
                  <a:gd name="connsiteX3" fmla="*/ 18840 w 37180"/>
                  <a:gd name="connsiteY3" fmla="*/ 189 h 37180"/>
                  <a:gd name="connsiteX4" fmla="*/ 37430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9"/>
                    </a:moveTo>
                    <a:cubicBezTo>
                      <a:pt x="37430" y="29046"/>
                      <a:pt x="29107" y="37369"/>
                      <a:pt x="18840" y="37369"/>
                    </a:cubicBezTo>
                    <a:cubicBezTo>
                      <a:pt x="8572" y="37369"/>
                      <a:pt x="249" y="29046"/>
                      <a:pt x="249" y="18779"/>
                    </a:cubicBezTo>
                    <a:cubicBezTo>
                      <a:pt x="249" y="8512"/>
                      <a:pt x="8572" y="189"/>
                      <a:pt x="18840" y="189"/>
                    </a:cubicBezTo>
                    <a:cubicBezTo>
                      <a:pt x="29107" y="189"/>
                      <a:pt x="37430" y="8512"/>
                      <a:pt x="37430" y="18779"/>
                    </a:cubicBezTo>
                    <a:close/>
                  </a:path>
                </a:pathLst>
              </a:custGeom>
              <a:solidFill>
                <a:srgbClr val="E8F7E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4" name="Freeform: Shape 4533">
                <a:extLst>
                  <a:ext uri="{FF2B5EF4-FFF2-40B4-BE49-F238E27FC236}">
                    <a16:creationId xmlns:a16="http://schemas.microsoft.com/office/drawing/2014/main" id="{5BC1D7CB-3A20-AF67-A8E5-6DE5B237533A}"/>
                  </a:ext>
                </a:extLst>
              </p:cNvPr>
              <p:cNvSpPr/>
              <p:nvPr/>
            </p:nvSpPr>
            <p:spPr>
              <a:xfrm>
                <a:off x="1697044" y="8007737"/>
                <a:ext cx="41981" cy="41981"/>
              </a:xfrm>
              <a:custGeom>
                <a:avLst/>
                <a:gdLst>
                  <a:gd name="connsiteX0" fmla="*/ 21240 w 41981"/>
                  <a:gd name="connsiteY0" fmla="*/ 4989 h 41981"/>
                  <a:gd name="connsiteX1" fmla="*/ 37430 w 41981"/>
                  <a:gd name="connsiteY1" fmla="*/ 21179 h 41981"/>
                  <a:gd name="connsiteX2" fmla="*/ 37430 w 41981"/>
                  <a:gd name="connsiteY2" fmla="*/ 21179 h 41981"/>
                  <a:gd name="connsiteX3" fmla="*/ 21240 w 41981"/>
                  <a:gd name="connsiteY3" fmla="*/ 37369 h 41981"/>
                  <a:gd name="connsiteX4" fmla="*/ 5050 w 41981"/>
                  <a:gd name="connsiteY4" fmla="*/ 21179 h 41981"/>
                  <a:gd name="connsiteX5" fmla="*/ 21240 w 41981"/>
                  <a:gd name="connsiteY5" fmla="*/ 4989 h 41981"/>
                  <a:gd name="connsiteX6" fmla="*/ 21240 w 41981"/>
                  <a:gd name="connsiteY6" fmla="*/ 189 h 41981"/>
                  <a:gd name="connsiteX7" fmla="*/ 249 w 41981"/>
                  <a:gd name="connsiteY7" fmla="*/ 21179 h 41981"/>
                  <a:gd name="connsiteX8" fmla="*/ 21240 w 41981"/>
                  <a:gd name="connsiteY8" fmla="*/ 42170 h 41981"/>
                  <a:gd name="connsiteX9" fmla="*/ 42230 w 41981"/>
                  <a:gd name="connsiteY9" fmla="*/ 21179 h 41981"/>
                  <a:gd name="connsiteX10" fmla="*/ 42230 w 41981"/>
                  <a:gd name="connsiteY10" fmla="*/ 21179 h 41981"/>
                  <a:gd name="connsiteX11" fmla="*/ 21240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9"/>
                    </a:moveTo>
                    <a:cubicBezTo>
                      <a:pt x="30182" y="4989"/>
                      <a:pt x="37430" y="12237"/>
                      <a:pt x="37430" y="21179"/>
                    </a:cubicBezTo>
                    <a:lnTo>
                      <a:pt x="37430" y="21179"/>
                    </a:lnTo>
                    <a:cubicBezTo>
                      <a:pt x="37430" y="30121"/>
                      <a:pt x="30182" y="37369"/>
                      <a:pt x="21240" y="37369"/>
                    </a:cubicBezTo>
                    <a:cubicBezTo>
                      <a:pt x="12298" y="37369"/>
                      <a:pt x="5050" y="30121"/>
                      <a:pt x="5050" y="21179"/>
                    </a:cubicBezTo>
                    <a:cubicBezTo>
                      <a:pt x="5050" y="12237"/>
                      <a:pt x="12298" y="4989"/>
                      <a:pt x="21240" y="4989"/>
                    </a:cubicBezTo>
                    <a:close/>
                    <a:moveTo>
                      <a:pt x="21240" y="189"/>
                    </a:moveTo>
                    <a:cubicBezTo>
                      <a:pt x="9647" y="189"/>
                      <a:pt x="249" y="9587"/>
                      <a:pt x="249" y="21179"/>
                    </a:cubicBezTo>
                    <a:cubicBezTo>
                      <a:pt x="249" y="32772"/>
                      <a:pt x="9647" y="42170"/>
                      <a:pt x="21240" y="42170"/>
                    </a:cubicBezTo>
                    <a:cubicBezTo>
                      <a:pt x="32832" y="42170"/>
                      <a:pt x="42230" y="32772"/>
                      <a:pt x="42230" y="21179"/>
                    </a:cubicBezTo>
                    <a:lnTo>
                      <a:pt x="42230" y="21179"/>
                    </a:lnTo>
                    <a:cubicBezTo>
                      <a:pt x="42230" y="9587"/>
                      <a:pt x="32832" y="189"/>
                      <a:pt x="21240" y="1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5" name="Freeform: Shape 4534">
                <a:extLst>
                  <a:ext uri="{FF2B5EF4-FFF2-40B4-BE49-F238E27FC236}">
                    <a16:creationId xmlns:a16="http://schemas.microsoft.com/office/drawing/2014/main" id="{76769F06-48CF-7CF8-BF53-CC29C4A77541}"/>
                  </a:ext>
                </a:extLst>
              </p:cNvPr>
              <p:cNvSpPr/>
              <p:nvPr/>
            </p:nvSpPr>
            <p:spPr>
              <a:xfrm>
                <a:off x="1722231" y="7940165"/>
                <a:ext cx="37180" cy="37180"/>
              </a:xfrm>
              <a:custGeom>
                <a:avLst/>
                <a:gdLst>
                  <a:gd name="connsiteX0" fmla="*/ 37434 w 37180"/>
                  <a:gd name="connsiteY0" fmla="*/ 18767 h 37180"/>
                  <a:gd name="connsiteX1" fmla="*/ 18844 w 37180"/>
                  <a:gd name="connsiteY1" fmla="*/ 37357 h 37180"/>
                  <a:gd name="connsiteX2" fmla="*/ 253 w 37180"/>
                  <a:gd name="connsiteY2" fmla="*/ 18767 h 37180"/>
                  <a:gd name="connsiteX3" fmla="*/ 18844 w 37180"/>
                  <a:gd name="connsiteY3" fmla="*/ 176 h 37180"/>
                  <a:gd name="connsiteX4" fmla="*/ 3743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67"/>
                    </a:moveTo>
                    <a:cubicBezTo>
                      <a:pt x="37434" y="29034"/>
                      <a:pt x="29111" y="37357"/>
                      <a:pt x="18844" y="37357"/>
                    </a:cubicBezTo>
                    <a:cubicBezTo>
                      <a:pt x="8576" y="37357"/>
                      <a:pt x="253" y="29034"/>
                      <a:pt x="253" y="18767"/>
                    </a:cubicBezTo>
                    <a:cubicBezTo>
                      <a:pt x="253" y="8500"/>
                      <a:pt x="8576" y="176"/>
                      <a:pt x="18844" y="176"/>
                    </a:cubicBezTo>
                    <a:cubicBezTo>
                      <a:pt x="29111" y="176"/>
                      <a:pt x="37434" y="8500"/>
                      <a:pt x="37434" y="18767"/>
                    </a:cubicBezTo>
                    <a:close/>
                  </a:path>
                </a:pathLst>
              </a:custGeom>
              <a:solidFill>
                <a:srgbClr val="CAF7C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6" name="Freeform: Shape 4535">
                <a:extLst>
                  <a:ext uri="{FF2B5EF4-FFF2-40B4-BE49-F238E27FC236}">
                    <a16:creationId xmlns:a16="http://schemas.microsoft.com/office/drawing/2014/main" id="{9216507A-CC54-A0F1-E476-75E1793370E0}"/>
                  </a:ext>
                </a:extLst>
              </p:cNvPr>
              <p:cNvSpPr/>
              <p:nvPr/>
            </p:nvSpPr>
            <p:spPr>
              <a:xfrm>
                <a:off x="1719831" y="7937765"/>
                <a:ext cx="41981" cy="41981"/>
              </a:xfrm>
              <a:custGeom>
                <a:avLst/>
                <a:gdLst>
                  <a:gd name="connsiteX0" fmla="*/ 21244 w 41981"/>
                  <a:gd name="connsiteY0" fmla="*/ 4977 h 41981"/>
                  <a:gd name="connsiteX1" fmla="*/ 37434 w 41981"/>
                  <a:gd name="connsiteY1" fmla="*/ 21167 h 41981"/>
                  <a:gd name="connsiteX2" fmla="*/ 37434 w 41981"/>
                  <a:gd name="connsiteY2" fmla="*/ 21167 h 41981"/>
                  <a:gd name="connsiteX3" fmla="*/ 21244 w 41981"/>
                  <a:gd name="connsiteY3" fmla="*/ 37357 h 41981"/>
                  <a:gd name="connsiteX4" fmla="*/ 5054 w 41981"/>
                  <a:gd name="connsiteY4" fmla="*/ 21167 h 41981"/>
                  <a:gd name="connsiteX5" fmla="*/ 21244 w 41981"/>
                  <a:gd name="connsiteY5" fmla="*/ 4977 h 41981"/>
                  <a:gd name="connsiteX6" fmla="*/ 21244 w 41981"/>
                  <a:gd name="connsiteY6" fmla="*/ 176 h 41981"/>
                  <a:gd name="connsiteX7" fmla="*/ 253 w 41981"/>
                  <a:gd name="connsiteY7" fmla="*/ 21167 h 41981"/>
                  <a:gd name="connsiteX8" fmla="*/ 21244 w 41981"/>
                  <a:gd name="connsiteY8" fmla="*/ 42158 h 41981"/>
                  <a:gd name="connsiteX9" fmla="*/ 42234 w 41981"/>
                  <a:gd name="connsiteY9" fmla="*/ 21167 h 41981"/>
                  <a:gd name="connsiteX10" fmla="*/ 42234 w 41981"/>
                  <a:gd name="connsiteY10" fmla="*/ 21167 h 41981"/>
                  <a:gd name="connsiteX11" fmla="*/ 21244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7"/>
                    </a:moveTo>
                    <a:cubicBezTo>
                      <a:pt x="30186" y="4977"/>
                      <a:pt x="37434" y="12225"/>
                      <a:pt x="37434" y="21167"/>
                    </a:cubicBezTo>
                    <a:lnTo>
                      <a:pt x="37434" y="21167"/>
                    </a:lnTo>
                    <a:cubicBezTo>
                      <a:pt x="37434" y="30109"/>
                      <a:pt x="30186" y="37357"/>
                      <a:pt x="21244" y="37357"/>
                    </a:cubicBezTo>
                    <a:cubicBezTo>
                      <a:pt x="12302" y="37357"/>
                      <a:pt x="5054" y="30109"/>
                      <a:pt x="5054" y="21167"/>
                    </a:cubicBezTo>
                    <a:cubicBezTo>
                      <a:pt x="5054" y="12225"/>
                      <a:pt x="12302" y="4977"/>
                      <a:pt x="21244" y="4977"/>
                    </a:cubicBezTo>
                    <a:close/>
                    <a:moveTo>
                      <a:pt x="21244" y="176"/>
                    </a:moveTo>
                    <a:cubicBezTo>
                      <a:pt x="9651" y="176"/>
                      <a:pt x="253" y="9575"/>
                      <a:pt x="253" y="21167"/>
                    </a:cubicBezTo>
                    <a:cubicBezTo>
                      <a:pt x="253" y="32760"/>
                      <a:pt x="9651" y="42158"/>
                      <a:pt x="21244" y="42158"/>
                    </a:cubicBezTo>
                    <a:cubicBezTo>
                      <a:pt x="32836" y="42158"/>
                      <a:pt x="42234" y="32760"/>
                      <a:pt x="42234" y="21167"/>
                    </a:cubicBezTo>
                    <a:lnTo>
                      <a:pt x="42234" y="21167"/>
                    </a:lnTo>
                    <a:cubicBezTo>
                      <a:pt x="42234" y="9575"/>
                      <a:pt x="32836" y="176"/>
                      <a:pt x="21244" y="17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7" name="Freeform: Shape 4536">
                <a:extLst>
                  <a:ext uri="{FF2B5EF4-FFF2-40B4-BE49-F238E27FC236}">
                    <a16:creationId xmlns:a16="http://schemas.microsoft.com/office/drawing/2014/main" id="{9E32B4F1-3351-B058-BEEC-8A756CDCCCAA}"/>
                  </a:ext>
                </a:extLst>
              </p:cNvPr>
              <p:cNvSpPr/>
              <p:nvPr/>
            </p:nvSpPr>
            <p:spPr>
              <a:xfrm>
                <a:off x="1810935" y="7760827"/>
                <a:ext cx="37180" cy="37180"/>
              </a:xfrm>
              <a:custGeom>
                <a:avLst/>
                <a:gdLst>
                  <a:gd name="connsiteX0" fmla="*/ 37449 w 37180"/>
                  <a:gd name="connsiteY0" fmla="*/ 18736 h 37180"/>
                  <a:gd name="connsiteX1" fmla="*/ 18859 w 37180"/>
                  <a:gd name="connsiteY1" fmla="*/ 37326 h 37180"/>
                  <a:gd name="connsiteX2" fmla="*/ 269 w 37180"/>
                  <a:gd name="connsiteY2" fmla="*/ 18736 h 37180"/>
                  <a:gd name="connsiteX3" fmla="*/ 18859 w 37180"/>
                  <a:gd name="connsiteY3" fmla="*/ 145 h 37180"/>
                  <a:gd name="connsiteX4" fmla="*/ 37449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36"/>
                    </a:moveTo>
                    <a:cubicBezTo>
                      <a:pt x="37449" y="29003"/>
                      <a:pt x="29126" y="37326"/>
                      <a:pt x="18859" y="37326"/>
                    </a:cubicBezTo>
                    <a:cubicBezTo>
                      <a:pt x="8592" y="37326"/>
                      <a:pt x="269" y="29003"/>
                      <a:pt x="269" y="18736"/>
                    </a:cubicBezTo>
                    <a:cubicBezTo>
                      <a:pt x="269" y="8469"/>
                      <a:pt x="8592" y="145"/>
                      <a:pt x="18859" y="145"/>
                    </a:cubicBezTo>
                    <a:cubicBezTo>
                      <a:pt x="29126" y="145"/>
                      <a:pt x="37449" y="8469"/>
                      <a:pt x="37449" y="18736"/>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8" name="Freeform: Shape 4537">
                <a:extLst>
                  <a:ext uri="{FF2B5EF4-FFF2-40B4-BE49-F238E27FC236}">
                    <a16:creationId xmlns:a16="http://schemas.microsoft.com/office/drawing/2014/main" id="{FF575EAA-76FD-77F5-721E-A1112A52895A}"/>
                  </a:ext>
                </a:extLst>
              </p:cNvPr>
              <p:cNvSpPr/>
              <p:nvPr/>
            </p:nvSpPr>
            <p:spPr>
              <a:xfrm>
                <a:off x="1808535" y="7758427"/>
                <a:ext cx="41981" cy="41981"/>
              </a:xfrm>
              <a:custGeom>
                <a:avLst/>
                <a:gdLst>
                  <a:gd name="connsiteX0" fmla="*/ 21259 w 41981"/>
                  <a:gd name="connsiteY0" fmla="*/ 4946 h 41981"/>
                  <a:gd name="connsiteX1" fmla="*/ 37449 w 41981"/>
                  <a:gd name="connsiteY1" fmla="*/ 21136 h 41981"/>
                  <a:gd name="connsiteX2" fmla="*/ 37449 w 41981"/>
                  <a:gd name="connsiteY2" fmla="*/ 21136 h 41981"/>
                  <a:gd name="connsiteX3" fmla="*/ 21259 w 41981"/>
                  <a:gd name="connsiteY3" fmla="*/ 37326 h 41981"/>
                  <a:gd name="connsiteX4" fmla="*/ 5069 w 41981"/>
                  <a:gd name="connsiteY4" fmla="*/ 21136 h 41981"/>
                  <a:gd name="connsiteX5" fmla="*/ 21259 w 41981"/>
                  <a:gd name="connsiteY5" fmla="*/ 4946 h 41981"/>
                  <a:gd name="connsiteX6" fmla="*/ 21259 w 41981"/>
                  <a:gd name="connsiteY6" fmla="*/ 145 h 41981"/>
                  <a:gd name="connsiteX7" fmla="*/ 269 w 41981"/>
                  <a:gd name="connsiteY7" fmla="*/ 21136 h 41981"/>
                  <a:gd name="connsiteX8" fmla="*/ 21259 w 41981"/>
                  <a:gd name="connsiteY8" fmla="*/ 42127 h 41981"/>
                  <a:gd name="connsiteX9" fmla="*/ 42250 w 41981"/>
                  <a:gd name="connsiteY9" fmla="*/ 21136 h 41981"/>
                  <a:gd name="connsiteX10" fmla="*/ 42250 w 41981"/>
                  <a:gd name="connsiteY10" fmla="*/ 21136 h 41981"/>
                  <a:gd name="connsiteX11" fmla="*/ 21259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46"/>
                    </a:moveTo>
                    <a:cubicBezTo>
                      <a:pt x="30201" y="4946"/>
                      <a:pt x="37449" y="12194"/>
                      <a:pt x="37449" y="21136"/>
                    </a:cubicBezTo>
                    <a:lnTo>
                      <a:pt x="37449" y="21136"/>
                    </a:lnTo>
                    <a:cubicBezTo>
                      <a:pt x="37449" y="30078"/>
                      <a:pt x="30201" y="37326"/>
                      <a:pt x="21259" y="37326"/>
                    </a:cubicBezTo>
                    <a:cubicBezTo>
                      <a:pt x="12317" y="37326"/>
                      <a:pt x="5069" y="30078"/>
                      <a:pt x="5069" y="21136"/>
                    </a:cubicBezTo>
                    <a:cubicBezTo>
                      <a:pt x="5069" y="12194"/>
                      <a:pt x="12317" y="4946"/>
                      <a:pt x="21259" y="4946"/>
                    </a:cubicBezTo>
                    <a:close/>
                    <a:moveTo>
                      <a:pt x="21259" y="145"/>
                    </a:moveTo>
                    <a:cubicBezTo>
                      <a:pt x="9667" y="145"/>
                      <a:pt x="269" y="9543"/>
                      <a:pt x="269" y="21136"/>
                    </a:cubicBezTo>
                    <a:cubicBezTo>
                      <a:pt x="269" y="32729"/>
                      <a:pt x="9667" y="42127"/>
                      <a:pt x="21259" y="42127"/>
                    </a:cubicBezTo>
                    <a:cubicBezTo>
                      <a:pt x="32852" y="42127"/>
                      <a:pt x="42250" y="32729"/>
                      <a:pt x="42250" y="21136"/>
                    </a:cubicBezTo>
                    <a:lnTo>
                      <a:pt x="42250" y="21136"/>
                    </a:lnTo>
                    <a:cubicBezTo>
                      <a:pt x="42250" y="9543"/>
                      <a:pt x="32852" y="145"/>
                      <a:pt x="21259"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39" name="Freeform: Shape 4538">
                <a:extLst>
                  <a:ext uri="{FF2B5EF4-FFF2-40B4-BE49-F238E27FC236}">
                    <a16:creationId xmlns:a16="http://schemas.microsoft.com/office/drawing/2014/main" id="{8D908E26-E5E8-3F6B-A228-C93AEEE537BD}"/>
                  </a:ext>
                </a:extLst>
              </p:cNvPr>
              <p:cNvSpPr/>
              <p:nvPr/>
            </p:nvSpPr>
            <p:spPr>
              <a:xfrm>
                <a:off x="1764861" y="7931271"/>
                <a:ext cx="37180" cy="37180"/>
              </a:xfrm>
              <a:custGeom>
                <a:avLst/>
                <a:gdLst>
                  <a:gd name="connsiteX0" fmla="*/ 37441 w 37180"/>
                  <a:gd name="connsiteY0" fmla="*/ 18765 h 37180"/>
                  <a:gd name="connsiteX1" fmla="*/ 18851 w 37180"/>
                  <a:gd name="connsiteY1" fmla="*/ 37356 h 37180"/>
                  <a:gd name="connsiteX2" fmla="*/ 261 w 37180"/>
                  <a:gd name="connsiteY2" fmla="*/ 18765 h 37180"/>
                  <a:gd name="connsiteX3" fmla="*/ 18851 w 37180"/>
                  <a:gd name="connsiteY3" fmla="*/ 175 h 37180"/>
                  <a:gd name="connsiteX4" fmla="*/ 3744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5"/>
                    </a:moveTo>
                    <a:cubicBezTo>
                      <a:pt x="37441" y="29033"/>
                      <a:pt x="29118" y="37356"/>
                      <a:pt x="18851" y="37356"/>
                    </a:cubicBezTo>
                    <a:cubicBezTo>
                      <a:pt x="8584" y="37356"/>
                      <a:pt x="261" y="29033"/>
                      <a:pt x="261" y="18765"/>
                    </a:cubicBezTo>
                    <a:cubicBezTo>
                      <a:pt x="261" y="8498"/>
                      <a:pt x="8584" y="175"/>
                      <a:pt x="18851" y="175"/>
                    </a:cubicBezTo>
                    <a:cubicBezTo>
                      <a:pt x="29118" y="175"/>
                      <a:pt x="37441" y="8498"/>
                      <a:pt x="37441" y="18765"/>
                    </a:cubicBezTo>
                    <a:close/>
                  </a:path>
                </a:pathLst>
              </a:custGeom>
              <a:solidFill>
                <a:srgbClr val="F7EC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0" name="Freeform: Shape 4539">
                <a:extLst>
                  <a:ext uri="{FF2B5EF4-FFF2-40B4-BE49-F238E27FC236}">
                    <a16:creationId xmlns:a16="http://schemas.microsoft.com/office/drawing/2014/main" id="{73098DF2-A4CF-3846-7DBB-695CCCB7213C}"/>
                  </a:ext>
                </a:extLst>
              </p:cNvPr>
              <p:cNvSpPr/>
              <p:nvPr/>
            </p:nvSpPr>
            <p:spPr>
              <a:xfrm>
                <a:off x="1762461" y="7928871"/>
                <a:ext cx="41981" cy="41981"/>
              </a:xfrm>
              <a:custGeom>
                <a:avLst/>
                <a:gdLst>
                  <a:gd name="connsiteX0" fmla="*/ 21251 w 41981"/>
                  <a:gd name="connsiteY0" fmla="*/ 4975 h 41981"/>
                  <a:gd name="connsiteX1" fmla="*/ 37441 w 41981"/>
                  <a:gd name="connsiteY1" fmla="*/ 21166 h 41981"/>
                  <a:gd name="connsiteX2" fmla="*/ 37441 w 41981"/>
                  <a:gd name="connsiteY2" fmla="*/ 21166 h 41981"/>
                  <a:gd name="connsiteX3" fmla="*/ 21251 w 41981"/>
                  <a:gd name="connsiteY3" fmla="*/ 37356 h 41981"/>
                  <a:gd name="connsiteX4" fmla="*/ 5061 w 41981"/>
                  <a:gd name="connsiteY4" fmla="*/ 21166 h 41981"/>
                  <a:gd name="connsiteX5" fmla="*/ 21251 w 41981"/>
                  <a:gd name="connsiteY5" fmla="*/ 4975 h 41981"/>
                  <a:gd name="connsiteX6" fmla="*/ 21251 w 41981"/>
                  <a:gd name="connsiteY6" fmla="*/ 175 h 41981"/>
                  <a:gd name="connsiteX7" fmla="*/ 261 w 41981"/>
                  <a:gd name="connsiteY7" fmla="*/ 21166 h 41981"/>
                  <a:gd name="connsiteX8" fmla="*/ 21251 w 41981"/>
                  <a:gd name="connsiteY8" fmla="*/ 42156 h 41981"/>
                  <a:gd name="connsiteX9" fmla="*/ 42242 w 41981"/>
                  <a:gd name="connsiteY9" fmla="*/ 21166 h 41981"/>
                  <a:gd name="connsiteX10" fmla="*/ 42242 w 41981"/>
                  <a:gd name="connsiteY10" fmla="*/ 21166 h 41981"/>
                  <a:gd name="connsiteX11" fmla="*/ 21251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5"/>
                    </a:moveTo>
                    <a:cubicBezTo>
                      <a:pt x="30193" y="4975"/>
                      <a:pt x="37441" y="12224"/>
                      <a:pt x="37441" y="21166"/>
                    </a:cubicBezTo>
                    <a:lnTo>
                      <a:pt x="37441" y="21166"/>
                    </a:lnTo>
                    <a:cubicBezTo>
                      <a:pt x="37441" y="30107"/>
                      <a:pt x="30193" y="37356"/>
                      <a:pt x="21251" y="37356"/>
                    </a:cubicBezTo>
                    <a:cubicBezTo>
                      <a:pt x="12309" y="37356"/>
                      <a:pt x="5061" y="30107"/>
                      <a:pt x="5061" y="21166"/>
                    </a:cubicBezTo>
                    <a:cubicBezTo>
                      <a:pt x="5061" y="12224"/>
                      <a:pt x="12309" y="4975"/>
                      <a:pt x="21251" y="4975"/>
                    </a:cubicBezTo>
                    <a:close/>
                    <a:moveTo>
                      <a:pt x="21251" y="175"/>
                    </a:moveTo>
                    <a:cubicBezTo>
                      <a:pt x="9659" y="175"/>
                      <a:pt x="261" y="9573"/>
                      <a:pt x="261" y="21166"/>
                    </a:cubicBezTo>
                    <a:cubicBezTo>
                      <a:pt x="261" y="32758"/>
                      <a:pt x="9659" y="42156"/>
                      <a:pt x="21251" y="42156"/>
                    </a:cubicBezTo>
                    <a:cubicBezTo>
                      <a:pt x="32844" y="42156"/>
                      <a:pt x="42242" y="32758"/>
                      <a:pt x="42242" y="21166"/>
                    </a:cubicBezTo>
                    <a:lnTo>
                      <a:pt x="42242" y="21166"/>
                    </a:lnTo>
                    <a:cubicBezTo>
                      <a:pt x="42242" y="9573"/>
                      <a:pt x="32844" y="175"/>
                      <a:pt x="21251"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1" name="Freeform: Shape 4540">
                <a:extLst>
                  <a:ext uri="{FF2B5EF4-FFF2-40B4-BE49-F238E27FC236}">
                    <a16:creationId xmlns:a16="http://schemas.microsoft.com/office/drawing/2014/main" id="{9DACDEC2-19DA-930B-A671-84690FDA127E}"/>
                  </a:ext>
                </a:extLst>
              </p:cNvPr>
              <p:cNvSpPr/>
              <p:nvPr/>
            </p:nvSpPr>
            <p:spPr>
              <a:xfrm>
                <a:off x="1890515" y="7743576"/>
                <a:ext cx="37180" cy="37180"/>
              </a:xfrm>
              <a:custGeom>
                <a:avLst/>
                <a:gdLst>
                  <a:gd name="connsiteX0" fmla="*/ 37463 w 37180"/>
                  <a:gd name="connsiteY0" fmla="*/ 18733 h 37180"/>
                  <a:gd name="connsiteX1" fmla="*/ 18873 w 37180"/>
                  <a:gd name="connsiteY1" fmla="*/ 37323 h 37180"/>
                  <a:gd name="connsiteX2" fmla="*/ 282 w 37180"/>
                  <a:gd name="connsiteY2" fmla="*/ 18733 h 37180"/>
                  <a:gd name="connsiteX3" fmla="*/ 18873 w 37180"/>
                  <a:gd name="connsiteY3" fmla="*/ 142 h 37180"/>
                  <a:gd name="connsiteX4" fmla="*/ 37463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33"/>
                    </a:moveTo>
                    <a:cubicBezTo>
                      <a:pt x="37463" y="29000"/>
                      <a:pt x="29140" y="37323"/>
                      <a:pt x="18873" y="37323"/>
                    </a:cubicBezTo>
                    <a:cubicBezTo>
                      <a:pt x="8606" y="37323"/>
                      <a:pt x="282" y="29000"/>
                      <a:pt x="282" y="18733"/>
                    </a:cubicBezTo>
                    <a:cubicBezTo>
                      <a:pt x="282" y="8466"/>
                      <a:pt x="8606" y="142"/>
                      <a:pt x="18873" y="142"/>
                    </a:cubicBezTo>
                    <a:cubicBezTo>
                      <a:pt x="29140" y="142"/>
                      <a:pt x="37463" y="8466"/>
                      <a:pt x="37463" y="18733"/>
                    </a:cubicBezTo>
                    <a:close/>
                  </a:path>
                </a:pathLst>
              </a:custGeom>
              <a:solidFill>
                <a:srgbClr val="F4F7F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2" name="Freeform: Shape 4541">
                <a:extLst>
                  <a:ext uri="{FF2B5EF4-FFF2-40B4-BE49-F238E27FC236}">
                    <a16:creationId xmlns:a16="http://schemas.microsoft.com/office/drawing/2014/main" id="{70729960-CF6A-A546-61FB-1C0FA1117CDB}"/>
                  </a:ext>
                </a:extLst>
              </p:cNvPr>
              <p:cNvSpPr/>
              <p:nvPr/>
            </p:nvSpPr>
            <p:spPr>
              <a:xfrm>
                <a:off x="1888115" y="7741176"/>
                <a:ext cx="41981" cy="41981"/>
              </a:xfrm>
              <a:custGeom>
                <a:avLst/>
                <a:gdLst>
                  <a:gd name="connsiteX0" fmla="*/ 21273 w 41981"/>
                  <a:gd name="connsiteY0" fmla="*/ 4943 h 41981"/>
                  <a:gd name="connsiteX1" fmla="*/ 37463 w 41981"/>
                  <a:gd name="connsiteY1" fmla="*/ 21133 h 41981"/>
                  <a:gd name="connsiteX2" fmla="*/ 37463 w 41981"/>
                  <a:gd name="connsiteY2" fmla="*/ 21133 h 41981"/>
                  <a:gd name="connsiteX3" fmla="*/ 21273 w 41981"/>
                  <a:gd name="connsiteY3" fmla="*/ 37323 h 41981"/>
                  <a:gd name="connsiteX4" fmla="*/ 5083 w 41981"/>
                  <a:gd name="connsiteY4" fmla="*/ 21133 h 41981"/>
                  <a:gd name="connsiteX5" fmla="*/ 21273 w 41981"/>
                  <a:gd name="connsiteY5" fmla="*/ 4943 h 41981"/>
                  <a:gd name="connsiteX6" fmla="*/ 21273 w 41981"/>
                  <a:gd name="connsiteY6" fmla="*/ 142 h 41981"/>
                  <a:gd name="connsiteX7" fmla="*/ 282 w 41981"/>
                  <a:gd name="connsiteY7" fmla="*/ 21133 h 41981"/>
                  <a:gd name="connsiteX8" fmla="*/ 21273 w 41981"/>
                  <a:gd name="connsiteY8" fmla="*/ 42124 h 41981"/>
                  <a:gd name="connsiteX9" fmla="*/ 42264 w 41981"/>
                  <a:gd name="connsiteY9" fmla="*/ 21133 h 41981"/>
                  <a:gd name="connsiteX10" fmla="*/ 42264 w 41981"/>
                  <a:gd name="connsiteY10" fmla="*/ 21133 h 41981"/>
                  <a:gd name="connsiteX11" fmla="*/ 21273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43"/>
                    </a:moveTo>
                    <a:cubicBezTo>
                      <a:pt x="30215" y="4943"/>
                      <a:pt x="37463" y="12191"/>
                      <a:pt x="37463" y="21133"/>
                    </a:cubicBezTo>
                    <a:lnTo>
                      <a:pt x="37463" y="21133"/>
                    </a:lnTo>
                    <a:cubicBezTo>
                      <a:pt x="37463" y="30075"/>
                      <a:pt x="30215" y="37323"/>
                      <a:pt x="21273" y="37323"/>
                    </a:cubicBezTo>
                    <a:cubicBezTo>
                      <a:pt x="12331" y="37323"/>
                      <a:pt x="5083" y="30075"/>
                      <a:pt x="5083" y="21133"/>
                    </a:cubicBezTo>
                    <a:cubicBezTo>
                      <a:pt x="5083" y="12191"/>
                      <a:pt x="12331" y="4943"/>
                      <a:pt x="21273" y="4943"/>
                    </a:cubicBezTo>
                    <a:close/>
                    <a:moveTo>
                      <a:pt x="21273" y="142"/>
                    </a:moveTo>
                    <a:cubicBezTo>
                      <a:pt x="9680" y="142"/>
                      <a:pt x="282" y="9540"/>
                      <a:pt x="282" y="21133"/>
                    </a:cubicBezTo>
                    <a:cubicBezTo>
                      <a:pt x="282" y="32726"/>
                      <a:pt x="9680" y="42124"/>
                      <a:pt x="21273" y="42124"/>
                    </a:cubicBezTo>
                    <a:cubicBezTo>
                      <a:pt x="32866" y="42124"/>
                      <a:pt x="42264" y="32726"/>
                      <a:pt x="42264" y="21133"/>
                    </a:cubicBezTo>
                    <a:lnTo>
                      <a:pt x="42264" y="21133"/>
                    </a:lnTo>
                    <a:cubicBezTo>
                      <a:pt x="42264" y="9540"/>
                      <a:pt x="32866" y="142"/>
                      <a:pt x="21273" y="14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3" name="Freeform: Shape 4542">
                <a:extLst>
                  <a:ext uri="{FF2B5EF4-FFF2-40B4-BE49-F238E27FC236}">
                    <a16:creationId xmlns:a16="http://schemas.microsoft.com/office/drawing/2014/main" id="{A56D0D37-E024-AB96-85DB-1C864F6F6419}"/>
                  </a:ext>
                </a:extLst>
              </p:cNvPr>
              <p:cNvSpPr/>
              <p:nvPr/>
            </p:nvSpPr>
            <p:spPr>
              <a:xfrm>
                <a:off x="2119055" y="7645333"/>
                <a:ext cx="37180" cy="37180"/>
              </a:xfrm>
              <a:custGeom>
                <a:avLst/>
                <a:gdLst>
                  <a:gd name="connsiteX0" fmla="*/ 37503 w 37180"/>
                  <a:gd name="connsiteY0" fmla="*/ 18716 h 37180"/>
                  <a:gd name="connsiteX1" fmla="*/ 18912 w 37180"/>
                  <a:gd name="connsiteY1" fmla="*/ 37306 h 37180"/>
                  <a:gd name="connsiteX2" fmla="*/ 322 w 37180"/>
                  <a:gd name="connsiteY2" fmla="*/ 18716 h 37180"/>
                  <a:gd name="connsiteX3" fmla="*/ 18912 w 37180"/>
                  <a:gd name="connsiteY3" fmla="*/ 125 h 37180"/>
                  <a:gd name="connsiteX4" fmla="*/ 37503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3" y="18716"/>
                    </a:moveTo>
                    <a:cubicBezTo>
                      <a:pt x="37503" y="28983"/>
                      <a:pt x="29180" y="37306"/>
                      <a:pt x="18912" y="37306"/>
                    </a:cubicBezTo>
                    <a:cubicBezTo>
                      <a:pt x="8645" y="37306"/>
                      <a:pt x="322" y="28983"/>
                      <a:pt x="322" y="18716"/>
                    </a:cubicBezTo>
                    <a:cubicBezTo>
                      <a:pt x="322" y="8449"/>
                      <a:pt x="8645" y="125"/>
                      <a:pt x="18912" y="125"/>
                    </a:cubicBezTo>
                    <a:cubicBezTo>
                      <a:pt x="29180" y="125"/>
                      <a:pt x="37503" y="8449"/>
                      <a:pt x="37503" y="18716"/>
                    </a:cubicBezTo>
                    <a:close/>
                  </a:path>
                </a:pathLst>
              </a:custGeom>
              <a:solidFill>
                <a:srgbClr val="B2F7B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4" name="Freeform: Shape 4543">
                <a:extLst>
                  <a:ext uri="{FF2B5EF4-FFF2-40B4-BE49-F238E27FC236}">
                    <a16:creationId xmlns:a16="http://schemas.microsoft.com/office/drawing/2014/main" id="{3D74A450-15AA-0C54-2D7B-5E4541A9B38D}"/>
                  </a:ext>
                </a:extLst>
              </p:cNvPr>
              <p:cNvSpPr/>
              <p:nvPr/>
            </p:nvSpPr>
            <p:spPr>
              <a:xfrm>
                <a:off x="2116655" y="7642933"/>
                <a:ext cx="41981" cy="41981"/>
              </a:xfrm>
              <a:custGeom>
                <a:avLst/>
                <a:gdLst>
                  <a:gd name="connsiteX0" fmla="*/ 21313 w 41981"/>
                  <a:gd name="connsiteY0" fmla="*/ 4926 h 41981"/>
                  <a:gd name="connsiteX1" fmla="*/ 37503 w 41981"/>
                  <a:gd name="connsiteY1" fmla="*/ 21116 h 41981"/>
                  <a:gd name="connsiteX2" fmla="*/ 37503 w 41981"/>
                  <a:gd name="connsiteY2" fmla="*/ 21116 h 41981"/>
                  <a:gd name="connsiteX3" fmla="*/ 21313 w 41981"/>
                  <a:gd name="connsiteY3" fmla="*/ 37306 h 41981"/>
                  <a:gd name="connsiteX4" fmla="*/ 5122 w 41981"/>
                  <a:gd name="connsiteY4" fmla="*/ 21116 h 41981"/>
                  <a:gd name="connsiteX5" fmla="*/ 21313 w 41981"/>
                  <a:gd name="connsiteY5" fmla="*/ 4926 h 41981"/>
                  <a:gd name="connsiteX6" fmla="*/ 21313 w 41981"/>
                  <a:gd name="connsiteY6" fmla="*/ 125 h 41981"/>
                  <a:gd name="connsiteX7" fmla="*/ 322 w 41981"/>
                  <a:gd name="connsiteY7" fmla="*/ 21116 h 41981"/>
                  <a:gd name="connsiteX8" fmla="*/ 21313 w 41981"/>
                  <a:gd name="connsiteY8" fmla="*/ 42106 h 41981"/>
                  <a:gd name="connsiteX9" fmla="*/ 42303 w 41981"/>
                  <a:gd name="connsiteY9" fmla="*/ 21116 h 41981"/>
                  <a:gd name="connsiteX10" fmla="*/ 42303 w 41981"/>
                  <a:gd name="connsiteY10" fmla="*/ 21116 h 41981"/>
                  <a:gd name="connsiteX11" fmla="*/ 21313 w 41981"/>
                  <a:gd name="connsiteY11" fmla="*/ 12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3" y="4926"/>
                    </a:moveTo>
                    <a:cubicBezTo>
                      <a:pt x="30254" y="4926"/>
                      <a:pt x="37503" y="12174"/>
                      <a:pt x="37503" y="21116"/>
                    </a:cubicBezTo>
                    <a:lnTo>
                      <a:pt x="37503" y="21116"/>
                    </a:lnTo>
                    <a:cubicBezTo>
                      <a:pt x="37503" y="30058"/>
                      <a:pt x="30254" y="37306"/>
                      <a:pt x="21313" y="37306"/>
                    </a:cubicBezTo>
                    <a:cubicBezTo>
                      <a:pt x="12371" y="37306"/>
                      <a:pt x="5122" y="30058"/>
                      <a:pt x="5122" y="21116"/>
                    </a:cubicBezTo>
                    <a:cubicBezTo>
                      <a:pt x="5122" y="12174"/>
                      <a:pt x="12371" y="4926"/>
                      <a:pt x="21313" y="4926"/>
                    </a:cubicBezTo>
                    <a:close/>
                    <a:moveTo>
                      <a:pt x="21313" y="125"/>
                    </a:moveTo>
                    <a:cubicBezTo>
                      <a:pt x="9720" y="125"/>
                      <a:pt x="322" y="9523"/>
                      <a:pt x="322" y="21116"/>
                    </a:cubicBezTo>
                    <a:cubicBezTo>
                      <a:pt x="322" y="32708"/>
                      <a:pt x="9720" y="42106"/>
                      <a:pt x="21313" y="42106"/>
                    </a:cubicBezTo>
                    <a:cubicBezTo>
                      <a:pt x="32905" y="42106"/>
                      <a:pt x="42303" y="32708"/>
                      <a:pt x="42303" y="21116"/>
                    </a:cubicBezTo>
                    <a:lnTo>
                      <a:pt x="42303" y="21116"/>
                    </a:lnTo>
                    <a:cubicBezTo>
                      <a:pt x="42303" y="9523"/>
                      <a:pt x="32905" y="125"/>
                      <a:pt x="21313" y="12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5" name="Freeform: Shape 4544">
                <a:extLst>
                  <a:ext uri="{FF2B5EF4-FFF2-40B4-BE49-F238E27FC236}">
                    <a16:creationId xmlns:a16="http://schemas.microsoft.com/office/drawing/2014/main" id="{F06FFDA8-5CF2-21B4-7A20-9F7728D25C6D}"/>
                  </a:ext>
                </a:extLst>
              </p:cNvPr>
              <p:cNvSpPr/>
              <p:nvPr/>
            </p:nvSpPr>
            <p:spPr>
              <a:xfrm>
                <a:off x="2187852" y="7351478"/>
                <a:ext cx="37180" cy="37180"/>
              </a:xfrm>
              <a:custGeom>
                <a:avLst/>
                <a:gdLst>
                  <a:gd name="connsiteX0" fmla="*/ 37515 w 37180"/>
                  <a:gd name="connsiteY0" fmla="*/ 18665 h 37180"/>
                  <a:gd name="connsiteX1" fmla="*/ 18924 w 37180"/>
                  <a:gd name="connsiteY1" fmla="*/ 37255 h 37180"/>
                  <a:gd name="connsiteX2" fmla="*/ 334 w 37180"/>
                  <a:gd name="connsiteY2" fmla="*/ 18665 h 37180"/>
                  <a:gd name="connsiteX3" fmla="*/ 18924 w 37180"/>
                  <a:gd name="connsiteY3" fmla="*/ 74 h 37180"/>
                  <a:gd name="connsiteX4" fmla="*/ 37515 w 37180"/>
                  <a:gd name="connsiteY4" fmla="*/ 186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5" y="18665"/>
                    </a:moveTo>
                    <a:cubicBezTo>
                      <a:pt x="37515" y="28932"/>
                      <a:pt x="29192" y="37255"/>
                      <a:pt x="18924" y="37255"/>
                    </a:cubicBezTo>
                    <a:cubicBezTo>
                      <a:pt x="8657" y="37255"/>
                      <a:pt x="334" y="28932"/>
                      <a:pt x="334" y="18665"/>
                    </a:cubicBezTo>
                    <a:cubicBezTo>
                      <a:pt x="334" y="8397"/>
                      <a:pt x="8657" y="74"/>
                      <a:pt x="18924" y="74"/>
                    </a:cubicBezTo>
                    <a:cubicBezTo>
                      <a:pt x="29192" y="74"/>
                      <a:pt x="37515" y="8397"/>
                      <a:pt x="37515" y="18665"/>
                    </a:cubicBezTo>
                    <a:close/>
                  </a:path>
                </a:pathLst>
              </a:custGeom>
              <a:solidFill>
                <a:srgbClr val="D2F7D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6" name="Freeform: Shape 4545">
                <a:extLst>
                  <a:ext uri="{FF2B5EF4-FFF2-40B4-BE49-F238E27FC236}">
                    <a16:creationId xmlns:a16="http://schemas.microsoft.com/office/drawing/2014/main" id="{C158D3F3-B610-A030-AD77-0E35EA185500}"/>
                  </a:ext>
                </a:extLst>
              </p:cNvPr>
              <p:cNvSpPr/>
              <p:nvPr/>
            </p:nvSpPr>
            <p:spPr>
              <a:xfrm>
                <a:off x="2185452" y="7349078"/>
                <a:ext cx="41981" cy="41981"/>
              </a:xfrm>
              <a:custGeom>
                <a:avLst/>
                <a:gdLst>
                  <a:gd name="connsiteX0" fmla="*/ 21325 w 41981"/>
                  <a:gd name="connsiteY0" fmla="*/ 4875 h 41981"/>
                  <a:gd name="connsiteX1" fmla="*/ 37515 w 41981"/>
                  <a:gd name="connsiteY1" fmla="*/ 21065 h 41981"/>
                  <a:gd name="connsiteX2" fmla="*/ 37515 w 41981"/>
                  <a:gd name="connsiteY2" fmla="*/ 21065 h 41981"/>
                  <a:gd name="connsiteX3" fmla="*/ 21325 w 41981"/>
                  <a:gd name="connsiteY3" fmla="*/ 37255 h 41981"/>
                  <a:gd name="connsiteX4" fmla="*/ 5134 w 41981"/>
                  <a:gd name="connsiteY4" fmla="*/ 21065 h 41981"/>
                  <a:gd name="connsiteX5" fmla="*/ 21325 w 41981"/>
                  <a:gd name="connsiteY5" fmla="*/ 4875 h 41981"/>
                  <a:gd name="connsiteX6" fmla="*/ 21325 w 41981"/>
                  <a:gd name="connsiteY6" fmla="*/ 74 h 41981"/>
                  <a:gd name="connsiteX7" fmla="*/ 334 w 41981"/>
                  <a:gd name="connsiteY7" fmla="*/ 21065 h 41981"/>
                  <a:gd name="connsiteX8" fmla="*/ 21325 w 41981"/>
                  <a:gd name="connsiteY8" fmla="*/ 42055 h 41981"/>
                  <a:gd name="connsiteX9" fmla="*/ 42315 w 41981"/>
                  <a:gd name="connsiteY9" fmla="*/ 21065 h 41981"/>
                  <a:gd name="connsiteX10" fmla="*/ 42315 w 41981"/>
                  <a:gd name="connsiteY10" fmla="*/ 21065 h 41981"/>
                  <a:gd name="connsiteX11" fmla="*/ 21325 w 41981"/>
                  <a:gd name="connsiteY11" fmla="*/ 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5" y="4875"/>
                    </a:moveTo>
                    <a:cubicBezTo>
                      <a:pt x="30266" y="4875"/>
                      <a:pt x="37515" y="12123"/>
                      <a:pt x="37515" y="21065"/>
                    </a:cubicBezTo>
                    <a:lnTo>
                      <a:pt x="37515" y="21065"/>
                    </a:lnTo>
                    <a:cubicBezTo>
                      <a:pt x="37515" y="30007"/>
                      <a:pt x="30266" y="37255"/>
                      <a:pt x="21325" y="37255"/>
                    </a:cubicBezTo>
                    <a:cubicBezTo>
                      <a:pt x="12383" y="37255"/>
                      <a:pt x="5134" y="30007"/>
                      <a:pt x="5134" y="21065"/>
                    </a:cubicBezTo>
                    <a:cubicBezTo>
                      <a:pt x="5134" y="12123"/>
                      <a:pt x="12383" y="4875"/>
                      <a:pt x="21325" y="4875"/>
                    </a:cubicBezTo>
                    <a:close/>
                    <a:moveTo>
                      <a:pt x="21325" y="74"/>
                    </a:moveTo>
                    <a:cubicBezTo>
                      <a:pt x="9732" y="74"/>
                      <a:pt x="334" y="9472"/>
                      <a:pt x="334" y="21065"/>
                    </a:cubicBezTo>
                    <a:cubicBezTo>
                      <a:pt x="334" y="32657"/>
                      <a:pt x="9732" y="42055"/>
                      <a:pt x="21325" y="42055"/>
                    </a:cubicBezTo>
                    <a:cubicBezTo>
                      <a:pt x="32917" y="42055"/>
                      <a:pt x="42315" y="32657"/>
                      <a:pt x="42315" y="21065"/>
                    </a:cubicBezTo>
                    <a:lnTo>
                      <a:pt x="42315" y="21065"/>
                    </a:lnTo>
                    <a:cubicBezTo>
                      <a:pt x="42315" y="9472"/>
                      <a:pt x="32917" y="74"/>
                      <a:pt x="21325" y="7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7" name="Freeform: Shape 4546">
                <a:extLst>
                  <a:ext uri="{FF2B5EF4-FFF2-40B4-BE49-F238E27FC236}">
                    <a16:creationId xmlns:a16="http://schemas.microsoft.com/office/drawing/2014/main" id="{1EA79C17-6A81-BAF2-5D03-2473EACBEF27}"/>
                  </a:ext>
                </a:extLst>
              </p:cNvPr>
              <p:cNvSpPr/>
              <p:nvPr/>
            </p:nvSpPr>
            <p:spPr>
              <a:xfrm>
                <a:off x="1625740" y="7620237"/>
                <a:ext cx="37180" cy="37180"/>
              </a:xfrm>
              <a:custGeom>
                <a:avLst/>
                <a:gdLst>
                  <a:gd name="connsiteX0" fmla="*/ 37417 w 37180"/>
                  <a:gd name="connsiteY0" fmla="*/ 18711 h 37180"/>
                  <a:gd name="connsiteX1" fmla="*/ 18827 w 37180"/>
                  <a:gd name="connsiteY1" fmla="*/ 37302 h 37180"/>
                  <a:gd name="connsiteX2" fmla="*/ 236 w 37180"/>
                  <a:gd name="connsiteY2" fmla="*/ 18711 h 37180"/>
                  <a:gd name="connsiteX3" fmla="*/ 18827 w 37180"/>
                  <a:gd name="connsiteY3" fmla="*/ 121 h 37180"/>
                  <a:gd name="connsiteX4" fmla="*/ 37417 w 37180"/>
                  <a:gd name="connsiteY4" fmla="*/ 1871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11"/>
                    </a:moveTo>
                    <a:cubicBezTo>
                      <a:pt x="37417" y="28979"/>
                      <a:pt x="29094" y="37302"/>
                      <a:pt x="18827" y="37302"/>
                    </a:cubicBezTo>
                    <a:cubicBezTo>
                      <a:pt x="8560" y="37302"/>
                      <a:pt x="236" y="28979"/>
                      <a:pt x="236" y="18711"/>
                    </a:cubicBezTo>
                    <a:cubicBezTo>
                      <a:pt x="236" y="8444"/>
                      <a:pt x="8560" y="121"/>
                      <a:pt x="18827" y="121"/>
                    </a:cubicBezTo>
                    <a:cubicBezTo>
                      <a:pt x="29094" y="121"/>
                      <a:pt x="37417" y="8444"/>
                      <a:pt x="37417" y="18711"/>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8" name="Freeform: Shape 4547">
                <a:extLst>
                  <a:ext uri="{FF2B5EF4-FFF2-40B4-BE49-F238E27FC236}">
                    <a16:creationId xmlns:a16="http://schemas.microsoft.com/office/drawing/2014/main" id="{8A459B1F-36B8-ADD1-46CE-A744AB132841}"/>
                  </a:ext>
                </a:extLst>
              </p:cNvPr>
              <p:cNvSpPr/>
              <p:nvPr/>
            </p:nvSpPr>
            <p:spPr>
              <a:xfrm>
                <a:off x="1623340" y="7617837"/>
                <a:ext cx="41981" cy="41981"/>
              </a:xfrm>
              <a:custGeom>
                <a:avLst/>
                <a:gdLst>
                  <a:gd name="connsiteX0" fmla="*/ 21227 w 41981"/>
                  <a:gd name="connsiteY0" fmla="*/ 4921 h 41981"/>
                  <a:gd name="connsiteX1" fmla="*/ 37417 w 41981"/>
                  <a:gd name="connsiteY1" fmla="*/ 21112 h 41981"/>
                  <a:gd name="connsiteX2" fmla="*/ 37417 w 41981"/>
                  <a:gd name="connsiteY2" fmla="*/ 21112 h 41981"/>
                  <a:gd name="connsiteX3" fmla="*/ 21227 w 41981"/>
                  <a:gd name="connsiteY3" fmla="*/ 37302 h 41981"/>
                  <a:gd name="connsiteX4" fmla="*/ 5037 w 41981"/>
                  <a:gd name="connsiteY4" fmla="*/ 21112 h 41981"/>
                  <a:gd name="connsiteX5" fmla="*/ 21227 w 41981"/>
                  <a:gd name="connsiteY5" fmla="*/ 4921 h 41981"/>
                  <a:gd name="connsiteX6" fmla="*/ 21227 w 41981"/>
                  <a:gd name="connsiteY6" fmla="*/ 121 h 41981"/>
                  <a:gd name="connsiteX7" fmla="*/ 236 w 41981"/>
                  <a:gd name="connsiteY7" fmla="*/ 21112 h 41981"/>
                  <a:gd name="connsiteX8" fmla="*/ 21227 w 41981"/>
                  <a:gd name="connsiteY8" fmla="*/ 42102 h 41981"/>
                  <a:gd name="connsiteX9" fmla="*/ 42218 w 41981"/>
                  <a:gd name="connsiteY9" fmla="*/ 21112 h 41981"/>
                  <a:gd name="connsiteX10" fmla="*/ 42218 w 41981"/>
                  <a:gd name="connsiteY10" fmla="*/ 21112 h 41981"/>
                  <a:gd name="connsiteX11" fmla="*/ 21227 w 41981"/>
                  <a:gd name="connsiteY11" fmla="*/ 12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21"/>
                    </a:moveTo>
                    <a:cubicBezTo>
                      <a:pt x="30169" y="4921"/>
                      <a:pt x="37417" y="12170"/>
                      <a:pt x="37417" y="21112"/>
                    </a:cubicBezTo>
                    <a:lnTo>
                      <a:pt x="37417" y="21112"/>
                    </a:lnTo>
                    <a:cubicBezTo>
                      <a:pt x="37417" y="30053"/>
                      <a:pt x="30169" y="37302"/>
                      <a:pt x="21227" y="37302"/>
                    </a:cubicBezTo>
                    <a:cubicBezTo>
                      <a:pt x="12285" y="37302"/>
                      <a:pt x="5037" y="30053"/>
                      <a:pt x="5037" y="21112"/>
                    </a:cubicBezTo>
                    <a:cubicBezTo>
                      <a:pt x="5037" y="12170"/>
                      <a:pt x="12285" y="4921"/>
                      <a:pt x="21227" y="4921"/>
                    </a:cubicBezTo>
                    <a:close/>
                    <a:moveTo>
                      <a:pt x="21227" y="121"/>
                    </a:moveTo>
                    <a:cubicBezTo>
                      <a:pt x="9634" y="121"/>
                      <a:pt x="236" y="9519"/>
                      <a:pt x="236" y="21112"/>
                    </a:cubicBezTo>
                    <a:cubicBezTo>
                      <a:pt x="236" y="32704"/>
                      <a:pt x="9634" y="42102"/>
                      <a:pt x="21227" y="42102"/>
                    </a:cubicBezTo>
                    <a:cubicBezTo>
                      <a:pt x="32820" y="42102"/>
                      <a:pt x="42218" y="32704"/>
                      <a:pt x="42218" y="21112"/>
                    </a:cubicBezTo>
                    <a:lnTo>
                      <a:pt x="42218" y="21112"/>
                    </a:lnTo>
                    <a:cubicBezTo>
                      <a:pt x="42218" y="9519"/>
                      <a:pt x="32820" y="121"/>
                      <a:pt x="21227" y="12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49" name="Freeform: Shape 4548">
                <a:extLst>
                  <a:ext uri="{FF2B5EF4-FFF2-40B4-BE49-F238E27FC236}">
                    <a16:creationId xmlns:a16="http://schemas.microsoft.com/office/drawing/2014/main" id="{6BD4CA9D-CE6F-4DFF-81BF-77759650F603}"/>
                  </a:ext>
                </a:extLst>
              </p:cNvPr>
              <p:cNvSpPr/>
              <p:nvPr/>
            </p:nvSpPr>
            <p:spPr>
              <a:xfrm>
                <a:off x="2326634" y="7314708"/>
                <a:ext cx="37180" cy="37180"/>
              </a:xfrm>
              <a:custGeom>
                <a:avLst/>
                <a:gdLst>
                  <a:gd name="connsiteX0" fmla="*/ 37539 w 37180"/>
                  <a:gd name="connsiteY0" fmla="*/ 18658 h 37180"/>
                  <a:gd name="connsiteX1" fmla="*/ 18949 w 37180"/>
                  <a:gd name="connsiteY1" fmla="*/ 37249 h 37180"/>
                  <a:gd name="connsiteX2" fmla="*/ 358 w 37180"/>
                  <a:gd name="connsiteY2" fmla="*/ 18658 h 37180"/>
                  <a:gd name="connsiteX3" fmla="*/ 18949 w 37180"/>
                  <a:gd name="connsiteY3" fmla="*/ 68 h 37180"/>
                  <a:gd name="connsiteX4" fmla="*/ 37539 w 37180"/>
                  <a:gd name="connsiteY4" fmla="*/ 186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9" y="18658"/>
                    </a:moveTo>
                    <a:cubicBezTo>
                      <a:pt x="37539" y="28925"/>
                      <a:pt x="29216" y="37249"/>
                      <a:pt x="18949" y="37249"/>
                    </a:cubicBezTo>
                    <a:cubicBezTo>
                      <a:pt x="8681" y="37249"/>
                      <a:pt x="358" y="28925"/>
                      <a:pt x="358" y="18658"/>
                    </a:cubicBezTo>
                    <a:cubicBezTo>
                      <a:pt x="358" y="8391"/>
                      <a:pt x="8681" y="68"/>
                      <a:pt x="18949" y="68"/>
                    </a:cubicBezTo>
                    <a:cubicBezTo>
                      <a:pt x="29216" y="68"/>
                      <a:pt x="37539" y="8391"/>
                      <a:pt x="37539" y="18658"/>
                    </a:cubicBezTo>
                    <a:close/>
                  </a:path>
                </a:pathLst>
              </a:custGeom>
              <a:solidFill>
                <a:srgbClr val="95F79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0" name="Freeform: Shape 4549">
                <a:extLst>
                  <a:ext uri="{FF2B5EF4-FFF2-40B4-BE49-F238E27FC236}">
                    <a16:creationId xmlns:a16="http://schemas.microsoft.com/office/drawing/2014/main" id="{AE7F9C9D-7758-1F53-2A32-B041834317A8}"/>
                  </a:ext>
                </a:extLst>
              </p:cNvPr>
              <p:cNvSpPr/>
              <p:nvPr/>
            </p:nvSpPr>
            <p:spPr>
              <a:xfrm>
                <a:off x="2324234" y="7312308"/>
                <a:ext cx="41981" cy="41981"/>
              </a:xfrm>
              <a:custGeom>
                <a:avLst/>
                <a:gdLst>
                  <a:gd name="connsiteX0" fmla="*/ 21349 w 41981"/>
                  <a:gd name="connsiteY0" fmla="*/ 4868 h 41981"/>
                  <a:gd name="connsiteX1" fmla="*/ 37539 w 41981"/>
                  <a:gd name="connsiteY1" fmla="*/ 21058 h 41981"/>
                  <a:gd name="connsiteX2" fmla="*/ 37539 w 41981"/>
                  <a:gd name="connsiteY2" fmla="*/ 21058 h 41981"/>
                  <a:gd name="connsiteX3" fmla="*/ 21349 w 41981"/>
                  <a:gd name="connsiteY3" fmla="*/ 37249 h 41981"/>
                  <a:gd name="connsiteX4" fmla="*/ 5159 w 41981"/>
                  <a:gd name="connsiteY4" fmla="*/ 21058 h 41981"/>
                  <a:gd name="connsiteX5" fmla="*/ 21349 w 41981"/>
                  <a:gd name="connsiteY5" fmla="*/ 4868 h 41981"/>
                  <a:gd name="connsiteX6" fmla="*/ 21349 w 41981"/>
                  <a:gd name="connsiteY6" fmla="*/ 68 h 41981"/>
                  <a:gd name="connsiteX7" fmla="*/ 358 w 41981"/>
                  <a:gd name="connsiteY7" fmla="*/ 21058 h 41981"/>
                  <a:gd name="connsiteX8" fmla="*/ 21349 w 41981"/>
                  <a:gd name="connsiteY8" fmla="*/ 42049 h 41981"/>
                  <a:gd name="connsiteX9" fmla="*/ 42339 w 41981"/>
                  <a:gd name="connsiteY9" fmla="*/ 21058 h 41981"/>
                  <a:gd name="connsiteX10" fmla="*/ 42339 w 41981"/>
                  <a:gd name="connsiteY10" fmla="*/ 21058 h 41981"/>
                  <a:gd name="connsiteX11" fmla="*/ 21349 w 41981"/>
                  <a:gd name="connsiteY11" fmla="*/ 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9" y="4868"/>
                    </a:moveTo>
                    <a:cubicBezTo>
                      <a:pt x="30291" y="4868"/>
                      <a:pt x="37539" y="12117"/>
                      <a:pt x="37539" y="21058"/>
                    </a:cubicBezTo>
                    <a:lnTo>
                      <a:pt x="37539" y="21058"/>
                    </a:lnTo>
                    <a:cubicBezTo>
                      <a:pt x="37539" y="30000"/>
                      <a:pt x="30291" y="37249"/>
                      <a:pt x="21349" y="37249"/>
                    </a:cubicBezTo>
                    <a:cubicBezTo>
                      <a:pt x="12407" y="37249"/>
                      <a:pt x="5159" y="30000"/>
                      <a:pt x="5159" y="21058"/>
                    </a:cubicBezTo>
                    <a:cubicBezTo>
                      <a:pt x="5159" y="12117"/>
                      <a:pt x="12407" y="4868"/>
                      <a:pt x="21349" y="4868"/>
                    </a:cubicBezTo>
                    <a:close/>
                    <a:moveTo>
                      <a:pt x="21349" y="68"/>
                    </a:moveTo>
                    <a:cubicBezTo>
                      <a:pt x="9756" y="68"/>
                      <a:pt x="358" y="9466"/>
                      <a:pt x="358" y="21058"/>
                    </a:cubicBezTo>
                    <a:cubicBezTo>
                      <a:pt x="358" y="32651"/>
                      <a:pt x="9756" y="42049"/>
                      <a:pt x="21349" y="42049"/>
                    </a:cubicBezTo>
                    <a:cubicBezTo>
                      <a:pt x="32941" y="42049"/>
                      <a:pt x="42339" y="32651"/>
                      <a:pt x="42339" y="21058"/>
                    </a:cubicBezTo>
                    <a:lnTo>
                      <a:pt x="42339" y="21058"/>
                    </a:lnTo>
                    <a:cubicBezTo>
                      <a:pt x="42339" y="9466"/>
                      <a:pt x="32941" y="68"/>
                      <a:pt x="21349" y="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1" name="Freeform: Shape 4550">
                <a:extLst>
                  <a:ext uri="{FF2B5EF4-FFF2-40B4-BE49-F238E27FC236}">
                    <a16:creationId xmlns:a16="http://schemas.microsoft.com/office/drawing/2014/main" id="{5F279FB7-2BDB-1DDD-B6E1-B5F1ECE37ADA}"/>
                  </a:ext>
                </a:extLst>
              </p:cNvPr>
              <p:cNvSpPr/>
              <p:nvPr/>
            </p:nvSpPr>
            <p:spPr>
              <a:xfrm>
                <a:off x="2130379" y="7656433"/>
                <a:ext cx="37180" cy="37180"/>
              </a:xfrm>
              <a:custGeom>
                <a:avLst/>
                <a:gdLst>
                  <a:gd name="connsiteX0" fmla="*/ 37505 w 37180"/>
                  <a:gd name="connsiteY0" fmla="*/ 18718 h 37180"/>
                  <a:gd name="connsiteX1" fmla="*/ 18914 w 37180"/>
                  <a:gd name="connsiteY1" fmla="*/ 37308 h 37180"/>
                  <a:gd name="connsiteX2" fmla="*/ 324 w 37180"/>
                  <a:gd name="connsiteY2" fmla="*/ 18718 h 37180"/>
                  <a:gd name="connsiteX3" fmla="*/ 18914 w 37180"/>
                  <a:gd name="connsiteY3" fmla="*/ 127 h 37180"/>
                  <a:gd name="connsiteX4" fmla="*/ 37505 w 37180"/>
                  <a:gd name="connsiteY4" fmla="*/ 1871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5" y="18718"/>
                    </a:moveTo>
                    <a:cubicBezTo>
                      <a:pt x="37505" y="28985"/>
                      <a:pt x="29182" y="37308"/>
                      <a:pt x="18914" y="37308"/>
                    </a:cubicBezTo>
                    <a:cubicBezTo>
                      <a:pt x="8647" y="37308"/>
                      <a:pt x="324" y="28985"/>
                      <a:pt x="324" y="18718"/>
                    </a:cubicBezTo>
                    <a:cubicBezTo>
                      <a:pt x="324" y="8450"/>
                      <a:pt x="8647" y="127"/>
                      <a:pt x="18914" y="127"/>
                    </a:cubicBezTo>
                    <a:cubicBezTo>
                      <a:pt x="29182" y="127"/>
                      <a:pt x="37505" y="8450"/>
                      <a:pt x="37505" y="18718"/>
                    </a:cubicBezTo>
                    <a:close/>
                  </a:path>
                </a:pathLst>
              </a:custGeom>
              <a:solidFill>
                <a:srgbClr val="F7DEDE"/>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2" name="Freeform: Shape 4551">
                <a:extLst>
                  <a:ext uri="{FF2B5EF4-FFF2-40B4-BE49-F238E27FC236}">
                    <a16:creationId xmlns:a16="http://schemas.microsoft.com/office/drawing/2014/main" id="{E970DA5D-C539-873A-91A9-CD307D54A0FE}"/>
                  </a:ext>
                </a:extLst>
              </p:cNvPr>
              <p:cNvSpPr/>
              <p:nvPr/>
            </p:nvSpPr>
            <p:spPr>
              <a:xfrm>
                <a:off x="2127979" y="7654033"/>
                <a:ext cx="41981" cy="41981"/>
              </a:xfrm>
              <a:custGeom>
                <a:avLst/>
                <a:gdLst>
                  <a:gd name="connsiteX0" fmla="*/ 21315 w 41981"/>
                  <a:gd name="connsiteY0" fmla="*/ 4928 h 41981"/>
                  <a:gd name="connsiteX1" fmla="*/ 37505 w 41981"/>
                  <a:gd name="connsiteY1" fmla="*/ 21118 h 41981"/>
                  <a:gd name="connsiteX2" fmla="*/ 37505 w 41981"/>
                  <a:gd name="connsiteY2" fmla="*/ 21118 h 41981"/>
                  <a:gd name="connsiteX3" fmla="*/ 21315 w 41981"/>
                  <a:gd name="connsiteY3" fmla="*/ 37308 h 41981"/>
                  <a:gd name="connsiteX4" fmla="*/ 5124 w 41981"/>
                  <a:gd name="connsiteY4" fmla="*/ 21118 h 41981"/>
                  <a:gd name="connsiteX5" fmla="*/ 21315 w 41981"/>
                  <a:gd name="connsiteY5" fmla="*/ 4928 h 41981"/>
                  <a:gd name="connsiteX6" fmla="*/ 21315 w 41981"/>
                  <a:gd name="connsiteY6" fmla="*/ 127 h 41981"/>
                  <a:gd name="connsiteX7" fmla="*/ 324 w 41981"/>
                  <a:gd name="connsiteY7" fmla="*/ 21118 h 41981"/>
                  <a:gd name="connsiteX8" fmla="*/ 21315 w 41981"/>
                  <a:gd name="connsiteY8" fmla="*/ 42108 h 41981"/>
                  <a:gd name="connsiteX9" fmla="*/ 42305 w 41981"/>
                  <a:gd name="connsiteY9" fmla="*/ 21118 h 41981"/>
                  <a:gd name="connsiteX10" fmla="*/ 42305 w 41981"/>
                  <a:gd name="connsiteY10" fmla="*/ 21118 h 41981"/>
                  <a:gd name="connsiteX11" fmla="*/ 21315 w 41981"/>
                  <a:gd name="connsiteY11" fmla="*/ 12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5" y="4928"/>
                    </a:moveTo>
                    <a:cubicBezTo>
                      <a:pt x="30256" y="4928"/>
                      <a:pt x="37505" y="12176"/>
                      <a:pt x="37505" y="21118"/>
                    </a:cubicBezTo>
                    <a:lnTo>
                      <a:pt x="37505" y="21118"/>
                    </a:lnTo>
                    <a:cubicBezTo>
                      <a:pt x="37505" y="30060"/>
                      <a:pt x="30256" y="37308"/>
                      <a:pt x="21315" y="37308"/>
                    </a:cubicBezTo>
                    <a:cubicBezTo>
                      <a:pt x="12373" y="37308"/>
                      <a:pt x="5124" y="30060"/>
                      <a:pt x="5124" y="21118"/>
                    </a:cubicBezTo>
                    <a:cubicBezTo>
                      <a:pt x="5124" y="12176"/>
                      <a:pt x="12373" y="4928"/>
                      <a:pt x="21315" y="4928"/>
                    </a:cubicBezTo>
                    <a:close/>
                    <a:moveTo>
                      <a:pt x="21315" y="127"/>
                    </a:moveTo>
                    <a:cubicBezTo>
                      <a:pt x="9722" y="127"/>
                      <a:pt x="324" y="9525"/>
                      <a:pt x="324" y="21118"/>
                    </a:cubicBezTo>
                    <a:cubicBezTo>
                      <a:pt x="324" y="32710"/>
                      <a:pt x="9722" y="42108"/>
                      <a:pt x="21315" y="42108"/>
                    </a:cubicBezTo>
                    <a:cubicBezTo>
                      <a:pt x="32907" y="42108"/>
                      <a:pt x="42305" y="32710"/>
                      <a:pt x="42305" y="21118"/>
                    </a:cubicBezTo>
                    <a:lnTo>
                      <a:pt x="42305" y="21118"/>
                    </a:lnTo>
                    <a:cubicBezTo>
                      <a:pt x="42305" y="9525"/>
                      <a:pt x="32907" y="127"/>
                      <a:pt x="21315" y="12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3" name="Freeform: Shape 4552">
                <a:extLst>
                  <a:ext uri="{FF2B5EF4-FFF2-40B4-BE49-F238E27FC236}">
                    <a16:creationId xmlns:a16="http://schemas.microsoft.com/office/drawing/2014/main" id="{B28B932F-747A-DE00-9553-1D97D193AD3D}"/>
                  </a:ext>
                </a:extLst>
              </p:cNvPr>
              <p:cNvSpPr/>
              <p:nvPr/>
            </p:nvSpPr>
            <p:spPr>
              <a:xfrm>
                <a:off x="1839879" y="7673926"/>
                <a:ext cx="37180" cy="37180"/>
              </a:xfrm>
              <a:custGeom>
                <a:avLst/>
                <a:gdLst>
                  <a:gd name="connsiteX0" fmla="*/ 37454 w 37180"/>
                  <a:gd name="connsiteY0" fmla="*/ 18721 h 37180"/>
                  <a:gd name="connsiteX1" fmla="*/ 18864 w 37180"/>
                  <a:gd name="connsiteY1" fmla="*/ 37311 h 37180"/>
                  <a:gd name="connsiteX2" fmla="*/ 274 w 37180"/>
                  <a:gd name="connsiteY2" fmla="*/ 18721 h 37180"/>
                  <a:gd name="connsiteX3" fmla="*/ 18864 w 37180"/>
                  <a:gd name="connsiteY3" fmla="*/ 130 h 37180"/>
                  <a:gd name="connsiteX4" fmla="*/ 37454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21"/>
                    </a:moveTo>
                    <a:cubicBezTo>
                      <a:pt x="37454" y="28988"/>
                      <a:pt x="29131" y="37311"/>
                      <a:pt x="18864" y="37311"/>
                    </a:cubicBezTo>
                    <a:cubicBezTo>
                      <a:pt x="8597" y="37311"/>
                      <a:pt x="274" y="28988"/>
                      <a:pt x="274" y="18721"/>
                    </a:cubicBezTo>
                    <a:cubicBezTo>
                      <a:pt x="274" y="8453"/>
                      <a:pt x="8597" y="130"/>
                      <a:pt x="18864" y="130"/>
                    </a:cubicBezTo>
                    <a:cubicBezTo>
                      <a:pt x="29131" y="130"/>
                      <a:pt x="37454" y="8453"/>
                      <a:pt x="37454" y="18721"/>
                    </a:cubicBezTo>
                    <a:close/>
                  </a:path>
                </a:pathLst>
              </a:custGeom>
              <a:solidFill>
                <a:srgbClr val="D0F7D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4" name="Freeform: Shape 4553">
                <a:extLst>
                  <a:ext uri="{FF2B5EF4-FFF2-40B4-BE49-F238E27FC236}">
                    <a16:creationId xmlns:a16="http://schemas.microsoft.com/office/drawing/2014/main" id="{E26472FF-84A0-30B7-B389-412210D753F2}"/>
                  </a:ext>
                </a:extLst>
              </p:cNvPr>
              <p:cNvSpPr/>
              <p:nvPr/>
            </p:nvSpPr>
            <p:spPr>
              <a:xfrm>
                <a:off x="1837479" y="7671526"/>
                <a:ext cx="41981" cy="41981"/>
              </a:xfrm>
              <a:custGeom>
                <a:avLst/>
                <a:gdLst>
                  <a:gd name="connsiteX0" fmla="*/ 21264 w 41981"/>
                  <a:gd name="connsiteY0" fmla="*/ 4931 h 41981"/>
                  <a:gd name="connsiteX1" fmla="*/ 37454 w 41981"/>
                  <a:gd name="connsiteY1" fmla="*/ 21121 h 41981"/>
                  <a:gd name="connsiteX2" fmla="*/ 37454 w 41981"/>
                  <a:gd name="connsiteY2" fmla="*/ 21121 h 41981"/>
                  <a:gd name="connsiteX3" fmla="*/ 21264 w 41981"/>
                  <a:gd name="connsiteY3" fmla="*/ 37311 h 41981"/>
                  <a:gd name="connsiteX4" fmla="*/ 5074 w 41981"/>
                  <a:gd name="connsiteY4" fmla="*/ 21121 h 41981"/>
                  <a:gd name="connsiteX5" fmla="*/ 21264 w 41981"/>
                  <a:gd name="connsiteY5" fmla="*/ 4931 h 41981"/>
                  <a:gd name="connsiteX6" fmla="*/ 21264 w 41981"/>
                  <a:gd name="connsiteY6" fmla="*/ 130 h 41981"/>
                  <a:gd name="connsiteX7" fmla="*/ 274 w 41981"/>
                  <a:gd name="connsiteY7" fmla="*/ 21121 h 41981"/>
                  <a:gd name="connsiteX8" fmla="*/ 21264 w 41981"/>
                  <a:gd name="connsiteY8" fmla="*/ 42111 h 41981"/>
                  <a:gd name="connsiteX9" fmla="*/ 42255 w 41981"/>
                  <a:gd name="connsiteY9" fmla="*/ 21121 h 41981"/>
                  <a:gd name="connsiteX10" fmla="*/ 42255 w 41981"/>
                  <a:gd name="connsiteY10" fmla="*/ 21121 h 41981"/>
                  <a:gd name="connsiteX11" fmla="*/ 21264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31"/>
                    </a:moveTo>
                    <a:cubicBezTo>
                      <a:pt x="30206" y="4931"/>
                      <a:pt x="37454" y="12179"/>
                      <a:pt x="37454" y="21121"/>
                    </a:cubicBezTo>
                    <a:lnTo>
                      <a:pt x="37454" y="21121"/>
                    </a:lnTo>
                    <a:cubicBezTo>
                      <a:pt x="37454" y="30063"/>
                      <a:pt x="30206" y="37311"/>
                      <a:pt x="21264" y="37311"/>
                    </a:cubicBezTo>
                    <a:cubicBezTo>
                      <a:pt x="12322" y="37311"/>
                      <a:pt x="5074" y="30063"/>
                      <a:pt x="5074" y="21121"/>
                    </a:cubicBezTo>
                    <a:cubicBezTo>
                      <a:pt x="5074" y="12179"/>
                      <a:pt x="12322" y="4931"/>
                      <a:pt x="21264" y="4931"/>
                    </a:cubicBezTo>
                    <a:close/>
                    <a:moveTo>
                      <a:pt x="21264" y="130"/>
                    </a:moveTo>
                    <a:cubicBezTo>
                      <a:pt x="9672" y="130"/>
                      <a:pt x="274" y="9528"/>
                      <a:pt x="274" y="21121"/>
                    </a:cubicBezTo>
                    <a:cubicBezTo>
                      <a:pt x="274" y="32713"/>
                      <a:pt x="9672" y="42111"/>
                      <a:pt x="21264" y="42111"/>
                    </a:cubicBezTo>
                    <a:cubicBezTo>
                      <a:pt x="32857" y="42111"/>
                      <a:pt x="42255" y="32713"/>
                      <a:pt x="42255" y="21121"/>
                    </a:cubicBezTo>
                    <a:lnTo>
                      <a:pt x="42255" y="21121"/>
                    </a:lnTo>
                    <a:cubicBezTo>
                      <a:pt x="42255" y="9528"/>
                      <a:pt x="32857" y="130"/>
                      <a:pt x="21264" y="13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5" name="Freeform: Shape 4554">
                <a:extLst>
                  <a:ext uri="{FF2B5EF4-FFF2-40B4-BE49-F238E27FC236}">
                    <a16:creationId xmlns:a16="http://schemas.microsoft.com/office/drawing/2014/main" id="{0CA3F3BA-7F01-D00B-6F34-DABC3FA313FA}"/>
                  </a:ext>
                </a:extLst>
              </p:cNvPr>
              <p:cNvSpPr/>
              <p:nvPr/>
            </p:nvSpPr>
            <p:spPr>
              <a:xfrm>
                <a:off x="1932143" y="7721181"/>
                <a:ext cx="37180" cy="37180"/>
              </a:xfrm>
              <a:custGeom>
                <a:avLst/>
                <a:gdLst>
                  <a:gd name="connsiteX0" fmla="*/ 37470 w 37180"/>
                  <a:gd name="connsiteY0" fmla="*/ 18729 h 37180"/>
                  <a:gd name="connsiteX1" fmla="*/ 18880 w 37180"/>
                  <a:gd name="connsiteY1" fmla="*/ 37319 h 37180"/>
                  <a:gd name="connsiteX2" fmla="*/ 290 w 37180"/>
                  <a:gd name="connsiteY2" fmla="*/ 18729 h 37180"/>
                  <a:gd name="connsiteX3" fmla="*/ 18880 w 37180"/>
                  <a:gd name="connsiteY3" fmla="*/ 138 h 37180"/>
                  <a:gd name="connsiteX4" fmla="*/ 37470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29"/>
                    </a:moveTo>
                    <a:cubicBezTo>
                      <a:pt x="37470" y="28996"/>
                      <a:pt x="29147" y="37319"/>
                      <a:pt x="18880" y="37319"/>
                    </a:cubicBezTo>
                    <a:cubicBezTo>
                      <a:pt x="8613" y="37319"/>
                      <a:pt x="290" y="28996"/>
                      <a:pt x="290" y="18729"/>
                    </a:cubicBezTo>
                    <a:cubicBezTo>
                      <a:pt x="290" y="8462"/>
                      <a:pt x="8613" y="138"/>
                      <a:pt x="18880" y="138"/>
                    </a:cubicBezTo>
                    <a:cubicBezTo>
                      <a:pt x="29147" y="138"/>
                      <a:pt x="37470" y="8462"/>
                      <a:pt x="37470" y="18729"/>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6" name="Freeform: Shape 4555">
                <a:extLst>
                  <a:ext uri="{FF2B5EF4-FFF2-40B4-BE49-F238E27FC236}">
                    <a16:creationId xmlns:a16="http://schemas.microsoft.com/office/drawing/2014/main" id="{B752C08A-57FE-63E5-7EE7-4F31BE9F007E}"/>
                  </a:ext>
                </a:extLst>
              </p:cNvPr>
              <p:cNvSpPr/>
              <p:nvPr/>
            </p:nvSpPr>
            <p:spPr>
              <a:xfrm>
                <a:off x="1929743" y="7718781"/>
                <a:ext cx="41981" cy="41981"/>
              </a:xfrm>
              <a:custGeom>
                <a:avLst/>
                <a:gdLst>
                  <a:gd name="connsiteX0" fmla="*/ 21280 w 41981"/>
                  <a:gd name="connsiteY0" fmla="*/ 4939 h 41981"/>
                  <a:gd name="connsiteX1" fmla="*/ 37470 w 41981"/>
                  <a:gd name="connsiteY1" fmla="*/ 21129 h 41981"/>
                  <a:gd name="connsiteX2" fmla="*/ 37470 w 41981"/>
                  <a:gd name="connsiteY2" fmla="*/ 21129 h 41981"/>
                  <a:gd name="connsiteX3" fmla="*/ 21280 w 41981"/>
                  <a:gd name="connsiteY3" fmla="*/ 37319 h 41981"/>
                  <a:gd name="connsiteX4" fmla="*/ 5090 w 41981"/>
                  <a:gd name="connsiteY4" fmla="*/ 21129 h 41981"/>
                  <a:gd name="connsiteX5" fmla="*/ 21280 w 41981"/>
                  <a:gd name="connsiteY5" fmla="*/ 4939 h 41981"/>
                  <a:gd name="connsiteX6" fmla="*/ 21280 w 41981"/>
                  <a:gd name="connsiteY6" fmla="*/ 138 h 41981"/>
                  <a:gd name="connsiteX7" fmla="*/ 290 w 41981"/>
                  <a:gd name="connsiteY7" fmla="*/ 21129 h 41981"/>
                  <a:gd name="connsiteX8" fmla="*/ 21280 w 41981"/>
                  <a:gd name="connsiteY8" fmla="*/ 42120 h 41981"/>
                  <a:gd name="connsiteX9" fmla="*/ 42271 w 41981"/>
                  <a:gd name="connsiteY9" fmla="*/ 21129 h 41981"/>
                  <a:gd name="connsiteX10" fmla="*/ 42271 w 41981"/>
                  <a:gd name="connsiteY10" fmla="*/ 21129 h 41981"/>
                  <a:gd name="connsiteX11" fmla="*/ 21280 w 41981"/>
                  <a:gd name="connsiteY11" fmla="*/ 13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39"/>
                    </a:moveTo>
                    <a:cubicBezTo>
                      <a:pt x="30222" y="4939"/>
                      <a:pt x="37470" y="12187"/>
                      <a:pt x="37470" y="21129"/>
                    </a:cubicBezTo>
                    <a:lnTo>
                      <a:pt x="37470" y="21129"/>
                    </a:lnTo>
                    <a:cubicBezTo>
                      <a:pt x="37470" y="30071"/>
                      <a:pt x="30222" y="37319"/>
                      <a:pt x="21280" y="37319"/>
                    </a:cubicBezTo>
                    <a:cubicBezTo>
                      <a:pt x="12338" y="37319"/>
                      <a:pt x="5090" y="30071"/>
                      <a:pt x="5090" y="21129"/>
                    </a:cubicBezTo>
                    <a:cubicBezTo>
                      <a:pt x="5090" y="12187"/>
                      <a:pt x="12338" y="4939"/>
                      <a:pt x="21280" y="4939"/>
                    </a:cubicBezTo>
                    <a:close/>
                    <a:moveTo>
                      <a:pt x="21280" y="138"/>
                    </a:moveTo>
                    <a:cubicBezTo>
                      <a:pt x="9688" y="138"/>
                      <a:pt x="290" y="9536"/>
                      <a:pt x="290" y="21129"/>
                    </a:cubicBezTo>
                    <a:cubicBezTo>
                      <a:pt x="290" y="32722"/>
                      <a:pt x="9688" y="42120"/>
                      <a:pt x="21280" y="42120"/>
                    </a:cubicBezTo>
                    <a:cubicBezTo>
                      <a:pt x="32873" y="42120"/>
                      <a:pt x="42271" y="32722"/>
                      <a:pt x="42271" y="21129"/>
                    </a:cubicBezTo>
                    <a:lnTo>
                      <a:pt x="42271" y="21129"/>
                    </a:lnTo>
                    <a:cubicBezTo>
                      <a:pt x="42271" y="9536"/>
                      <a:pt x="32873" y="138"/>
                      <a:pt x="21280" y="13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7" name="Freeform: Shape 4556">
                <a:extLst>
                  <a:ext uri="{FF2B5EF4-FFF2-40B4-BE49-F238E27FC236}">
                    <a16:creationId xmlns:a16="http://schemas.microsoft.com/office/drawing/2014/main" id="{B548C5D8-0AF4-7044-102B-5911070EB96C}"/>
                  </a:ext>
                </a:extLst>
              </p:cNvPr>
              <p:cNvSpPr/>
              <p:nvPr/>
            </p:nvSpPr>
            <p:spPr>
              <a:xfrm>
                <a:off x="2197581" y="7798048"/>
                <a:ext cx="37180" cy="37180"/>
              </a:xfrm>
              <a:custGeom>
                <a:avLst/>
                <a:gdLst>
                  <a:gd name="connsiteX0" fmla="*/ 37517 w 37180"/>
                  <a:gd name="connsiteY0" fmla="*/ 18742 h 37180"/>
                  <a:gd name="connsiteX1" fmla="*/ 18926 w 37180"/>
                  <a:gd name="connsiteY1" fmla="*/ 37333 h 37180"/>
                  <a:gd name="connsiteX2" fmla="*/ 336 w 37180"/>
                  <a:gd name="connsiteY2" fmla="*/ 18742 h 37180"/>
                  <a:gd name="connsiteX3" fmla="*/ 18926 w 37180"/>
                  <a:gd name="connsiteY3" fmla="*/ 152 h 37180"/>
                  <a:gd name="connsiteX4" fmla="*/ 37517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7" y="18742"/>
                    </a:moveTo>
                    <a:cubicBezTo>
                      <a:pt x="37517" y="29009"/>
                      <a:pt x="29193" y="37333"/>
                      <a:pt x="18926" y="37333"/>
                    </a:cubicBezTo>
                    <a:cubicBezTo>
                      <a:pt x="8659" y="37333"/>
                      <a:pt x="336" y="29009"/>
                      <a:pt x="336" y="18742"/>
                    </a:cubicBezTo>
                    <a:cubicBezTo>
                      <a:pt x="336" y="8475"/>
                      <a:pt x="8659" y="152"/>
                      <a:pt x="18926" y="152"/>
                    </a:cubicBezTo>
                    <a:cubicBezTo>
                      <a:pt x="29193" y="152"/>
                      <a:pt x="37517" y="8475"/>
                      <a:pt x="37517" y="18742"/>
                    </a:cubicBezTo>
                    <a:close/>
                  </a:path>
                </a:pathLst>
              </a:custGeom>
              <a:solidFill>
                <a:srgbClr val="F7E2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8" name="Freeform: Shape 4557">
                <a:extLst>
                  <a:ext uri="{FF2B5EF4-FFF2-40B4-BE49-F238E27FC236}">
                    <a16:creationId xmlns:a16="http://schemas.microsoft.com/office/drawing/2014/main" id="{D8ACBEDB-7363-FCD8-4CEA-A15509D2A424}"/>
                  </a:ext>
                </a:extLst>
              </p:cNvPr>
              <p:cNvSpPr/>
              <p:nvPr/>
            </p:nvSpPr>
            <p:spPr>
              <a:xfrm>
                <a:off x="2195181" y="7795648"/>
                <a:ext cx="41981" cy="41981"/>
              </a:xfrm>
              <a:custGeom>
                <a:avLst/>
                <a:gdLst>
                  <a:gd name="connsiteX0" fmla="*/ 21326 w 41981"/>
                  <a:gd name="connsiteY0" fmla="*/ 4952 h 41981"/>
                  <a:gd name="connsiteX1" fmla="*/ 37517 w 41981"/>
                  <a:gd name="connsiteY1" fmla="*/ 21142 h 41981"/>
                  <a:gd name="connsiteX2" fmla="*/ 37517 w 41981"/>
                  <a:gd name="connsiteY2" fmla="*/ 21142 h 41981"/>
                  <a:gd name="connsiteX3" fmla="*/ 21326 w 41981"/>
                  <a:gd name="connsiteY3" fmla="*/ 37333 h 41981"/>
                  <a:gd name="connsiteX4" fmla="*/ 5136 w 41981"/>
                  <a:gd name="connsiteY4" fmla="*/ 21142 h 41981"/>
                  <a:gd name="connsiteX5" fmla="*/ 21326 w 41981"/>
                  <a:gd name="connsiteY5" fmla="*/ 4952 h 41981"/>
                  <a:gd name="connsiteX6" fmla="*/ 21326 w 41981"/>
                  <a:gd name="connsiteY6" fmla="*/ 152 h 41981"/>
                  <a:gd name="connsiteX7" fmla="*/ 336 w 41981"/>
                  <a:gd name="connsiteY7" fmla="*/ 21142 h 41981"/>
                  <a:gd name="connsiteX8" fmla="*/ 21326 w 41981"/>
                  <a:gd name="connsiteY8" fmla="*/ 42133 h 41981"/>
                  <a:gd name="connsiteX9" fmla="*/ 42317 w 41981"/>
                  <a:gd name="connsiteY9" fmla="*/ 21142 h 41981"/>
                  <a:gd name="connsiteX10" fmla="*/ 42317 w 41981"/>
                  <a:gd name="connsiteY10" fmla="*/ 21142 h 41981"/>
                  <a:gd name="connsiteX11" fmla="*/ 21326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6" y="4952"/>
                    </a:moveTo>
                    <a:cubicBezTo>
                      <a:pt x="30268" y="4952"/>
                      <a:pt x="37517" y="12201"/>
                      <a:pt x="37517" y="21142"/>
                    </a:cubicBezTo>
                    <a:lnTo>
                      <a:pt x="37517" y="21142"/>
                    </a:lnTo>
                    <a:cubicBezTo>
                      <a:pt x="37517" y="30084"/>
                      <a:pt x="30268" y="37333"/>
                      <a:pt x="21326" y="37333"/>
                    </a:cubicBezTo>
                    <a:cubicBezTo>
                      <a:pt x="12384" y="37333"/>
                      <a:pt x="5136" y="30084"/>
                      <a:pt x="5136" y="21142"/>
                    </a:cubicBezTo>
                    <a:cubicBezTo>
                      <a:pt x="5136" y="12201"/>
                      <a:pt x="12384" y="4952"/>
                      <a:pt x="21326" y="4952"/>
                    </a:cubicBezTo>
                    <a:close/>
                    <a:moveTo>
                      <a:pt x="21326" y="152"/>
                    </a:moveTo>
                    <a:cubicBezTo>
                      <a:pt x="9734" y="152"/>
                      <a:pt x="336" y="9550"/>
                      <a:pt x="336" y="21142"/>
                    </a:cubicBezTo>
                    <a:cubicBezTo>
                      <a:pt x="336" y="32735"/>
                      <a:pt x="9734" y="42133"/>
                      <a:pt x="21326" y="42133"/>
                    </a:cubicBezTo>
                    <a:cubicBezTo>
                      <a:pt x="32919" y="42133"/>
                      <a:pt x="42317" y="32735"/>
                      <a:pt x="42317" y="21142"/>
                    </a:cubicBezTo>
                    <a:lnTo>
                      <a:pt x="42317" y="21142"/>
                    </a:lnTo>
                    <a:cubicBezTo>
                      <a:pt x="42317" y="9550"/>
                      <a:pt x="32919" y="152"/>
                      <a:pt x="21326" y="15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59" name="Freeform: Shape 4558">
                <a:extLst>
                  <a:ext uri="{FF2B5EF4-FFF2-40B4-BE49-F238E27FC236}">
                    <a16:creationId xmlns:a16="http://schemas.microsoft.com/office/drawing/2014/main" id="{E73E3E93-E6FC-81EF-4C35-1ACF44864879}"/>
                  </a:ext>
                </a:extLst>
              </p:cNvPr>
              <p:cNvSpPr/>
              <p:nvPr/>
            </p:nvSpPr>
            <p:spPr>
              <a:xfrm>
                <a:off x="1937264" y="7693896"/>
                <a:ext cx="37180" cy="37180"/>
              </a:xfrm>
              <a:custGeom>
                <a:avLst/>
                <a:gdLst>
                  <a:gd name="connsiteX0" fmla="*/ 37471 w 37180"/>
                  <a:gd name="connsiteY0" fmla="*/ 18724 h 37180"/>
                  <a:gd name="connsiteX1" fmla="*/ 18881 w 37180"/>
                  <a:gd name="connsiteY1" fmla="*/ 37315 h 37180"/>
                  <a:gd name="connsiteX2" fmla="*/ 291 w 37180"/>
                  <a:gd name="connsiteY2" fmla="*/ 18724 h 37180"/>
                  <a:gd name="connsiteX3" fmla="*/ 18881 w 37180"/>
                  <a:gd name="connsiteY3" fmla="*/ 134 h 37180"/>
                  <a:gd name="connsiteX4" fmla="*/ 37471 w 37180"/>
                  <a:gd name="connsiteY4" fmla="*/ 1872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24"/>
                    </a:moveTo>
                    <a:cubicBezTo>
                      <a:pt x="37471" y="28991"/>
                      <a:pt x="29148" y="37315"/>
                      <a:pt x="18881" y="37315"/>
                    </a:cubicBezTo>
                    <a:cubicBezTo>
                      <a:pt x="8614" y="37315"/>
                      <a:pt x="291" y="28991"/>
                      <a:pt x="291" y="18724"/>
                    </a:cubicBezTo>
                    <a:cubicBezTo>
                      <a:pt x="291" y="8457"/>
                      <a:pt x="8614" y="134"/>
                      <a:pt x="18881" y="134"/>
                    </a:cubicBezTo>
                    <a:cubicBezTo>
                      <a:pt x="29148" y="134"/>
                      <a:pt x="37471" y="8457"/>
                      <a:pt x="37471" y="18724"/>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0" name="Freeform: Shape 4559">
                <a:extLst>
                  <a:ext uri="{FF2B5EF4-FFF2-40B4-BE49-F238E27FC236}">
                    <a16:creationId xmlns:a16="http://schemas.microsoft.com/office/drawing/2014/main" id="{9D4D8B16-641A-265B-BE2B-4280071EDCE7}"/>
                  </a:ext>
                </a:extLst>
              </p:cNvPr>
              <p:cNvSpPr/>
              <p:nvPr/>
            </p:nvSpPr>
            <p:spPr>
              <a:xfrm>
                <a:off x="1934863" y="7691496"/>
                <a:ext cx="41981" cy="41981"/>
              </a:xfrm>
              <a:custGeom>
                <a:avLst/>
                <a:gdLst>
                  <a:gd name="connsiteX0" fmla="*/ 21281 w 41981"/>
                  <a:gd name="connsiteY0" fmla="*/ 4934 h 41981"/>
                  <a:gd name="connsiteX1" fmla="*/ 37471 w 41981"/>
                  <a:gd name="connsiteY1" fmla="*/ 21124 h 41981"/>
                  <a:gd name="connsiteX2" fmla="*/ 37471 w 41981"/>
                  <a:gd name="connsiteY2" fmla="*/ 21124 h 41981"/>
                  <a:gd name="connsiteX3" fmla="*/ 21281 w 41981"/>
                  <a:gd name="connsiteY3" fmla="*/ 37315 h 41981"/>
                  <a:gd name="connsiteX4" fmla="*/ 5091 w 41981"/>
                  <a:gd name="connsiteY4" fmla="*/ 21124 h 41981"/>
                  <a:gd name="connsiteX5" fmla="*/ 21281 w 41981"/>
                  <a:gd name="connsiteY5" fmla="*/ 4934 h 41981"/>
                  <a:gd name="connsiteX6" fmla="*/ 21281 w 41981"/>
                  <a:gd name="connsiteY6" fmla="*/ 134 h 41981"/>
                  <a:gd name="connsiteX7" fmla="*/ 291 w 41981"/>
                  <a:gd name="connsiteY7" fmla="*/ 21124 h 41981"/>
                  <a:gd name="connsiteX8" fmla="*/ 21281 w 41981"/>
                  <a:gd name="connsiteY8" fmla="*/ 42115 h 41981"/>
                  <a:gd name="connsiteX9" fmla="*/ 42272 w 41981"/>
                  <a:gd name="connsiteY9" fmla="*/ 21124 h 41981"/>
                  <a:gd name="connsiteX10" fmla="*/ 42272 w 41981"/>
                  <a:gd name="connsiteY10" fmla="*/ 21124 h 41981"/>
                  <a:gd name="connsiteX11" fmla="*/ 21281 w 41981"/>
                  <a:gd name="connsiteY11" fmla="*/ 13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34"/>
                    </a:moveTo>
                    <a:cubicBezTo>
                      <a:pt x="30223" y="4934"/>
                      <a:pt x="37471" y="12182"/>
                      <a:pt x="37471" y="21124"/>
                    </a:cubicBezTo>
                    <a:lnTo>
                      <a:pt x="37471" y="21124"/>
                    </a:lnTo>
                    <a:cubicBezTo>
                      <a:pt x="37471" y="30066"/>
                      <a:pt x="30223" y="37315"/>
                      <a:pt x="21281" y="37315"/>
                    </a:cubicBezTo>
                    <a:cubicBezTo>
                      <a:pt x="12339" y="37315"/>
                      <a:pt x="5091" y="30066"/>
                      <a:pt x="5091" y="21124"/>
                    </a:cubicBezTo>
                    <a:cubicBezTo>
                      <a:pt x="5091" y="12182"/>
                      <a:pt x="12339" y="4934"/>
                      <a:pt x="21281" y="4934"/>
                    </a:cubicBezTo>
                    <a:close/>
                    <a:moveTo>
                      <a:pt x="21281" y="134"/>
                    </a:moveTo>
                    <a:cubicBezTo>
                      <a:pt x="9689" y="134"/>
                      <a:pt x="291" y="9532"/>
                      <a:pt x="291" y="21124"/>
                    </a:cubicBezTo>
                    <a:cubicBezTo>
                      <a:pt x="291" y="32717"/>
                      <a:pt x="9689" y="42115"/>
                      <a:pt x="21281" y="42115"/>
                    </a:cubicBezTo>
                    <a:cubicBezTo>
                      <a:pt x="32874" y="42115"/>
                      <a:pt x="42272" y="32717"/>
                      <a:pt x="42272" y="21124"/>
                    </a:cubicBezTo>
                    <a:lnTo>
                      <a:pt x="42272" y="21124"/>
                    </a:lnTo>
                    <a:cubicBezTo>
                      <a:pt x="42272" y="9532"/>
                      <a:pt x="32874" y="134"/>
                      <a:pt x="21281" y="13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1" name="Freeform: Shape 4560">
                <a:extLst>
                  <a:ext uri="{FF2B5EF4-FFF2-40B4-BE49-F238E27FC236}">
                    <a16:creationId xmlns:a16="http://schemas.microsoft.com/office/drawing/2014/main" id="{BDC9A0D1-E154-9F0C-63F2-016B2BD6C2BC}"/>
                  </a:ext>
                </a:extLst>
              </p:cNvPr>
              <p:cNvSpPr/>
              <p:nvPr/>
            </p:nvSpPr>
            <p:spPr>
              <a:xfrm>
                <a:off x="1781588" y="7631757"/>
                <a:ext cx="37180" cy="37180"/>
              </a:xfrm>
              <a:custGeom>
                <a:avLst/>
                <a:gdLst>
                  <a:gd name="connsiteX0" fmla="*/ 37444 w 37180"/>
                  <a:gd name="connsiteY0" fmla="*/ 18713 h 37180"/>
                  <a:gd name="connsiteX1" fmla="*/ 18854 w 37180"/>
                  <a:gd name="connsiteY1" fmla="*/ 37304 h 37180"/>
                  <a:gd name="connsiteX2" fmla="*/ 263 w 37180"/>
                  <a:gd name="connsiteY2" fmla="*/ 18713 h 37180"/>
                  <a:gd name="connsiteX3" fmla="*/ 18854 w 37180"/>
                  <a:gd name="connsiteY3" fmla="*/ 123 h 37180"/>
                  <a:gd name="connsiteX4" fmla="*/ 37444 w 37180"/>
                  <a:gd name="connsiteY4" fmla="*/ 1871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13"/>
                    </a:moveTo>
                    <a:cubicBezTo>
                      <a:pt x="37444" y="28981"/>
                      <a:pt x="29121" y="37304"/>
                      <a:pt x="18854" y="37304"/>
                    </a:cubicBezTo>
                    <a:cubicBezTo>
                      <a:pt x="8587" y="37304"/>
                      <a:pt x="263" y="28981"/>
                      <a:pt x="263" y="18713"/>
                    </a:cubicBezTo>
                    <a:cubicBezTo>
                      <a:pt x="263" y="8446"/>
                      <a:pt x="8587" y="123"/>
                      <a:pt x="18854" y="123"/>
                    </a:cubicBezTo>
                    <a:cubicBezTo>
                      <a:pt x="29121" y="123"/>
                      <a:pt x="37444" y="8446"/>
                      <a:pt x="37444" y="18713"/>
                    </a:cubicBezTo>
                    <a:close/>
                  </a:path>
                </a:pathLst>
              </a:custGeom>
              <a:solidFill>
                <a:srgbClr val="F7A58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2" name="Freeform: Shape 4561">
                <a:extLst>
                  <a:ext uri="{FF2B5EF4-FFF2-40B4-BE49-F238E27FC236}">
                    <a16:creationId xmlns:a16="http://schemas.microsoft.com/office/drawing/2014/main" id="{C9013830-5E16-EE75-384F-54EA43696C54}"/>
                  </a:ext>
                </a:extLst>
              </p:cNvPr>
              <p:cNvSpPr/>
              <p:nvPr/>
            </p:nvSpPr>
            <p:spPr>
              <a:xfrm>
                <a:off x="1779188" y="7629357"/>
                <a:ext cx="41981" cy="41981"/>
              </a:xfrm>
              <a:custGeom>
                <a:avLst/>
                <a:gdLst>
                  <a:gd name="connsiteX0" fmla="*/ 21254 w 41981"/>
                  <a:gd name="connsiteY0" fmla="*/ 4923 h 41981"/>
                  <a:gd name="connsiteX1" fmla="*/ 37444 w 41981"/>
                  <a:gd name="connsiteY1" fmla="*/ 21114 h 41981"/>
                  <a:gd name="connsiteX2" fmla="*/ 37444 w 41981"/>
                  <a:gd name="connsiteY2" fmla="*/ 21114 h 41981"/>
                  <a:gd name="connsiteX3" fmla="*/ 21254 w 41981"/>
                  <a:gd name="connsiteY3" fmla="*/ 37304 h 41981"/>
                  <a:gd name="connsiteX4" fmla="*/ 5064 w 41981"/>
                  <a:gd name="connsiteY4" fmla="*/ 21114 h 41981"/>
                  <a:gd name="connsiteX5" fmla="*/ 21254 w 41981"/>
                  <a:gd name="connsiteY5" fmla="*/ 4923 h 41981"/>
                  <a:gd name="connsiteX6" fmla="*/ 21254 w 41981"/>
                  <a:gd name="connsiteY6" fmla="*/ 123 h 41981"/>
                  <a:gd name="connsiteX7" fmla="*/ 263 w 41981"/>
                  <a:gd name="connsiteY7" fmla="*/ 21114 h 41981"/>
                  <a:gd name="connsiteX8" fmla="*/ 21254 w 41981"/>
                  <a:gd name="connsiteY8" fmla="*/ 42104 h 41981"/>
                  <a:gd name="connsiteX9" fmla="*/ 42245 w 41981"/>
                  <a:gd name="connsiteY9" fmla="*/ 21114 h 41981"/>
                  <a:gd name="connsiteX10" fmla="*/ 42245 w 41981"/>
                  <a:gd name="connsiteY10" fmla="*/ 21114 h 41981"/>
                  <a:gd name="connsiteX11" fmla="*/ 21254 w 41981"/>
                  <a:gd name="connsiteY11" fmla="*/ 12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23"/>
                    </a:moveTo>
                    <a:cubicBezTo>
                      <a:pt x="30196" y="4923"/>
                      <a:pt x="37444" y="12172"/>
                      <a:pt x="37444" y="21114"/>
                    </a:cubicBezTo>
                    <a:lnTo>
                      <a:pt x="37444" y="21114"/>
                    </a:lnTo>
                    <a:cubicBezTo>
                      <a:pt x="37444" y="30055"/>
                      <a:pt x="30196" y="37304"/>
                      <a:pt x="21254" y="37304"/>
                    </a:cubicBezTo>
                    <a:cubicBezTo>
                      <a:pt x="12312" y="37304"/>
                      <a:pt x="5064" y="30055"/>
                      <a:pt x="5064" y="21114"/>
                    </a:cubicBezTo>
                    <a:cubicBezTo>
                      <a:pt x="5064" y="12172"/>
                      <a:pt x="12312" y="4923"/>
                      <a:pt x="21254" y="4923"/>
                    </a:cubicBezTo>
                    <a:close/>
                    <a:moveTo>
                      <a:pt x="21254" y="123"/>
                    </a:moveTo>
                    <a:cubicBezTo>
                      <a:pt x="9662" y="123"/>
                      <a:pt x="263" y="9521"/>
                      <a:pt x="263" y="21114"/>
                    </a:cubicBezTo>
                    <a:cubicBezTo>
                      <a:pt x="263" y="32706"/>
                      <a:pt x="9662" y="42104"/>
                      <a:pt x="21254" y="42104"/>
                    </a:cubicBezTo>
                    <a:cubicBezTo>
                      <a:pt x="32847" y="42104"/>
                      <a:pt x="42245" y="32706"/>
                      <a:pt x="42245" y="21114"/>
                    </a:cubicBezTo>
                    <a:lnTo>
                      <a:pt x="42245" y="21114"/>
                    </a:lnTo>
                    <a:cubicBezTo>
                      <a:pt x="42245" y="9521"/>
                      <a:pt x="32847" y="123"/>
                      <a:pt x="21254" y="12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3" name="Freeform: Shape 4562">
                <a:extLst>
                  <a:ext uri="{FF2B5EF4-FFF2-40B4-BE49-F238E27FC236}">
                    <a16:creationId xmlns:a16="http://schemas.microsoft.com/office/drawing/2014/main" id="{0318C2E1-6F10-BCD8-3F63-80E250B2D04F}"/>
                  </a:ext>
                </a:extLst>
              </p:cNvPr>
              <p:cNvSpPr/>
              <p:nvPr/>
            </p:nvSpPr>
            <p:spPr>
              <a:xfrm>
                <a:off x="1782988" y="7892259"/>
                <a:ext cx="37180" cy="37180"/>
              </a:xfrm>
              <a:custGeom>
                <a:avLst/>
                <a:gdLst>
                  <a:gd name="connsiteX0" fmla="*/ 37445 w 37180"/>
                  <a:gd name="connsiteY0" fmla="*/ 18759 h 37180"/>
                  <a:gd name="connsiteX1" fmla="*/ 18854 w 37180"/>
                  <a:gd name="connsiteY1" fmla="*/ 37349 h 37180"/>
                  <a:gd name="connsiteX2" fmla="*/ 264 w 37180"/>
                  <a:gd name="connsiteY2" fmla="*/ 18759 h 37180"/>
                  <a:gd name="connsiteX3" fmla="*/ 18854 w 37180"/>
                  <a:gd name="connsiteY3" fmla="*/ 168 h 37180"/>
                  <a:gd name="connsiteX4" fmla="*/ 37445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9"/>
                    </a:moveTo>
                    <a:cubicBezTo>
                      <a:pt x="37445" y="29026"/>
                      <a:pt x="29121" y="37349"/>
                      <a:pt x="18854" y="37349"/>
                    </a:cubicBezTo>
                    <a:cubicBezTo>
                      <a:pt x="8587" y="37349"/>
                      <a:pt x="264" y="29026"/>
                      <a:pt x="264" y="18759"/>
                    </a:cubicBezTo>
                    <a:cubicBezTo>
                      <a:pt x="264" y="8491"/>
                      <a:pt x="8587" y="168"/>
                      <a:pt x="18854" y="168"/>
                    </a:cubicBezTo>
                    <a:cubicBezTo>
                      <a:pt x="29121" y="168"/>
                      <a:pt x="37445" y="8491"/>
                      <a:pt x="37445" y="18759"/>
                    </a:cubicBezTo>
                    <a:close/>
                  </a:path>
                </a:pathLst>
              </a:custGeom>
              <a:solidFill>
                <a:srgbClr val="E6F7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4" name="Freeform: Shape 4563">
                <a:extLst>
                  <a:ext uri="{FF2B5EF4-FFF2-40B4-BE49-F238E27FC236}">
                    <a16:creationId xmlns:a16="http://schemas.microsoft.com/office/drawing/2014/main" id="{AD6F16E8-901A-8F30-73E4-6EDAF95E5318}"/>
                  </a:ext>
                </a:extLst>
              </p:cNvPr>
              <p:cNvSpPr/>
              <p:nvPr/>
            </p:nvSpPr>
            <p:spPr>
              <a:xfrm>
                <a:off x="1780588" y="7889859"/>
                <a:ext cx="41981" cy="41981"/>
              </a:xfrm>
              <a:custGeom>
                <a:avLst/>
                <a:gdLst>
                  <a:gd name="connsiteX0" fmla="*/ 21254 w 41981"/>
                  <a:gd name="connsiteY0" fmla="*/ 4969 h 41981"/>
                  <a:gd name="connsiteX1" fmla="*/ 37445 w 41981"/>
                  <a:gd name="connsiteY1" fmla="*/ 21159 h 41981"/>
                  <a:gd name="connsiteX2" fmla="*/ 37445 w 41981"/>
                  <a:gd name="connsiteY2" fmla="*/ 21159 h 41981"/>
                  <a:gd name="connsiteX3" fmla="*/ 21254 w 41981"/>
                  <a:gd name="connsiteY3" fmla="*/ 37349 h 41981"/>
                  <a:gd name="connsiteX4" fmla="*/ 5064 w 41981"/>
                  <a:gd name="connsiteY4" fmla="*/ 21159 h 41981"/>
                  <a:gd name="connsiteX5" fmla="*/ 21254 w 41981"/>
                  <a:gd name="connsiteY5" fmla="*/ 4969 h 41981"/>
                  <a:gd name="connsiteX6" fmla="*/ 21254 w 41981"/>
                  <a:gd name="connsiteY6" fmla="*/ 168 h 41981"/>
                  <a:gd name="connsiteX7" fmla="*/ 264 w 41981"/>
                  <a:gd name="connsiteY7" fmla="*/ 21159 h 41981"/>
                  <a:gd name="connsiteX8" fmla="*/ 21254 w 41981"/>
                  <a:gd name="connsiteY8" fmla="*/ 42149 h 41981"/>
                  <a:gd name="connsiteX9" fmla="*/ 42245 w 41981"/>
                  <a:gd name="connsiteY9" fmla="*/ 21159 h 41981"/>
                  <a:gd name="connsiteX10" fmla="*/ 42245 w 41981"/>
                  <a:gd name="connsiteY10" fmla="*/ 21159 h 41981"/>
                  <a:gd name="connsiteX11" fmla="*/ 2125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9"/>
                    </a:moveTo>
                    <a:cubicBezTo>
                      <a:pt x="30196" y="4969"/>
                      <a:pt x="37445" y="12217"/>
                      <a:pt x="37445" y="21159"/>
                    </a:cubicBezTo>
                    <a:lnTo>
                      <a:pt x="37445" y="21159"/>
                    </a:lnTo>
                    <a:cubicBezTo>
                      <a:pt x="37445" y="30101"/>
                      <a:pt x="30196" y="37349"/>
                      <a:pt x="21254" y="37349"/>
                    </a:cubicBezTo>
                    <a:cubicBezTo>
                      <a:pt x="12313" y="37349"/>
                      <a:pt x="5064" y="30101"/>
                      <a:pt x="5064" y="21159"/>
                    </a:cubicBezTo>
                    <a:cubicBezTo>
                      <a:pt x="5064" y="12217"/>
                      <a:pt x="12313" y="4969"/>
                      <a:pt x="21254" y="4969"/>
                    </a:cubicBezTo>
                    <a:close/>
                    <a:moveTo>
                      <a:pt x="21254" y="168"/>
                    </a:moveTo>
                    <a:cubicBezTo>
                      <a:pt x="9662" y="168"/>
                      <a:pt x="264" y="9566"/>
                      <a:pt x="264" y="21159"/>
                    </a:cubicBezTo>
                    <a:cubicBezTo>
                      <a:pt x="264" y="32751"/>
                      <a:pt x="9662" y="42149"/>
                      <a:pt x="21254" y="42149"/>
                    </a:cubicBezTo>
                    <a:cubicBezTo>
                      <a:pt x="32847" y="42149"/>
                      <a:pt x="42245" y="32751"/>
                      <a:pt x="42245" y="21159"/>
                    </a:cubicBezTo>
                    <a:lnTo>
                      <a:pt x="42245" y="21159"/>
                    </a:lnTo>
                    <a:cubicBezTo>
                      <a:pt x="42245" y="9566"/>
                      <a:pt x="32847" y="168"/>
                      <a:pt x="21254" y="16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5" name="Freeform: Shape 4564">
                <a:extLst>
                  <a:ext uri="{FF2B5EF4-FFF2-40B4-BE49-F238E27FC236}">
                    <a16:creationId xmlns:a16="http://schemas.microsoft.com/office/drawing/2014/main" id="{84ED1131-F9AB-A181-F9E6-AE89E7CDF3B2}"/>
                  </a:ext>
                </a:extLst>
              </p:cNvPr>
              <p:cNvSpPr/>
              <p:nvPr/>
            </p:nvSpPr>
            <p:spPr>
              <a:xfrm>
                <a:off x="2323241" y="7644452"/>
                <a:ext cx="37180" cy="37180"/>
              </a:xfrm>
              <a:custGeom>
                <a:avLst/>
                <a:gdLst>
                  <a:gd name="connsiteX0" fmla="*/ 37538 w 37180"/>
                  <a:gd name="connsiteY0" fmla="*/ 18716 h 37180"/>
                  <a:gd name="connsiteX1" fmla="*/ 18948 w 37180"/>
                  <a:gd name="connsiteY1" fmla="*/ 37306 h 37180"/>
                  <a:gd name="connsiteX2" fmla="*/ 358 w 37180"/>
                  <a:gd name="connsiteY2" fmla="*/ 18716 h 37180"/>
                  <a:gd name="connsiteX3" fmla="*/ 18948 w 37180"/>
                  <a:gd name="connsiteY3" fmla="*/ 125 h 37180"/>
                  <a:gd name="connsiteX4" fmla="*/ 37538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8" y="18716"/>
                    </a:moveTo>
                    <a:cubicBezTo>
                      <a:pt x="37538" y="28983"/>
                      <a:pt x="29215" y="37306"/>
                      <a:pt x="18948" y="37306"/>
                    </a:cubicBezTo>
                    <a:cubicBezTo>
                      <a:pt x="8681" y="37306"/>
                      <a:pt x="358" y="28983"/>
                      <a:pt x="358" y="18716"/>
                    </a:cubicBezTo>
                    <a:cubicBezTo>
                      <a:pt x="358" y="8448"/>
                      <a:pt x="8681" y="125"/>
                      <a:pt x="18948" y="125"/>
                    </a:cubicBezTo>
                    <a:cubicBezTo>
                      <a:pt x="29215" y="125"/>
                      <a:pt x="37538" y="8448"/>
                      <a:pt x="37538" y="18716"/>
                    </a:cubicBezTo>
                    <a:close/>
                  </a:path>
                </a:pathLst>
              </a:custGeom>
              <a:solidFill>
                <a:srgbClr val="DFF7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6" name="Freeform: Shape 4565">
                <a:extLst>
                  <a:ext uri="{FF2B5EF4-FFF2-40B4-BE49-F238E27FC236}">
                    <a16:creationId xmlns:a16="http://schemas.microsoft.com/office/drawing/2014/main" id="{CC490A58-767B-0DA8-224D-40375D4DFAC6}"/>
                  </a:ext>
                </a:extLst>
              </p:cNvPr>
              <p:cNvSpPr/>
              <p:nvPr/>
            </p:nvSpPr>
            <p:spPr>
              <a:xfrm>
                <a:off x="2320841" y="7642052"/>
                <a:ext cx="41981" cy="41981"/>
              </a:xfrm>
              <a:custGeom>
                <a:avLst/>
                <a:gdLst>
                  <a:gd name="connsiteX0" fmla="*/ 21348 w 41981"/>
                  <a:gd name="connsiteY0" fmla="*/ 4926 h 41981"/>
                  <a:gd name="connsiteX1" fmla="*/ 37538 w 41981"/>
                  <a:gd name="connsiteY1" fmla="*/ 21116 h 41981"/>
                  <a:gd name="connsiteX2" fmla="*/ 37538 w 41981"/>
                  <a:gd name="connsiteY2" fmla="*/ 21116 h 41981"/>
                  <a:gd name="connsiteX3" fmla="*/ 21348 w 41981"/>
                  <a:gd name="connsiteY3" fmla="*/ 37306 h 41981"/>
                  <a:gd name="connsiteX4" fmla="*/ 5158 w 41981"/>
                  <a:gd name="connsiteY4" fmla="*/ 21116 h 41981"/>
                  <a:gd name="connsiteX5" fmla="*/ 21348 w 41981"/>
                  <a:gd name="connsiteY5" fmla="*/ 4926 h 41981"/>
                  <a:gd name="connsiteX6" fmla="*/ 21348 w 41981"/>
                  <a:gd name="connsiteY6" fmla="*/ 125 h 41981"/>
                  <a:gd name="connsiteX7" fmla="*/ 358 w 41981"/>
                  <a:gd name="connsiteY7" fmla="*/ 21116 h 41981"/>
                  <a:gd name="connsiteX8" fmla="*/ 21348 w 41981"/>
                  <a:gd name="connsiteY8" fmla="*/ 42106 h 41981"/>
                  <a:gd name="connsiteX9" fmla="*/ 42339 w 41981"/>
                  <a:gd name="connsiteY9" fmla="*/ 21116 h 41981"/>
                  <a:gd name="connsiteX10" fmla="*/ 42339 w 41981"/>
                  <a:gd name="connsiteY10" fmla="*/ 21116 h 41981"/>
                  <a:gd name="connsiteX11" fmla="*/ 21348 w 41981"/>
                  <a:gd name="connsiteY11" fmla="*/ 12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8" y="4926"/>
                    </a:moveTo>
                    <a:cubicBezTo>
                      <a:pt x="30290" y="4926"/>
                      <a:pt x="37538" y="12174"/>
                      <a:pt x="37538" y="21116"/>
                    </a:cubicBezTo>
                    <a:lnTo>
                      <a:pt x="37538" y="21116"/>
                    </a:lnTo>
                    <a:cubicBezTo>
                      <a:pt x="37538" y="30058"/>
                      <a:pt x="30290" y="37306"/>
                      <a:pt x="21348" y="37306"/>
                    </a:cubicBezTo>
                    <a:cubicBezTo>
                      <a:pt x="12406" y="37306"/>
                      <a:pt x="5158" y="30058"/>
                      <a:pt x="5158" y="21116"/>
                    </a:cubicBezTo>
                    <a:cubicBezTo>
                      <a:pt x="5158" y="12174"/>
                      <a:pt x="12406" y="4926"/>
                      <a:pt x="21348" y="4926"/>
                    </a:cubicBezTo>
                    <a:close/>
                    <a:moveTo>
                      <a:pt x="21348" y="125"/>
                    </a:moveTo>
                    <a:cubicBezTo>
                      <a:pt x="9756" y="125"/>
                      <a:pt x="358" y="9523"/>
                      <a:pt x="358" y="21116"/>
                    </a:cubicBezTo>
                    <a:cubicBezTo>
                      <a:pt x="358" y="32708"/>
                      <a:pt x="9756" y="42106"/>
                      <a:pt x="21348" y="42106"/>
                    </a:cubicBezTo>
                    <a:cubicBezTo>
                      <a:pt x="32941" y="42106"/>
                      <a:pt x="42339" y="32708"/>
                      <a:pt x="42339" y="21116"/>
                    </a:cubicBezTo>
                    <a:lnTo>
                      <a:pt x="42339" y="21116"/>
                    </a:lnTo>
                    <a:cubicBezTo>
                      <a:pt x="42339" y="9523"/>
                      <a:pt x="32941" y="125"/>
                      <a:pt x="21348" y="12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7" name="Freeform: Shape 4566">
                <a:extLst>
                  <a:ext uri="{FF2B5EF4-FFF2-40B4-BE49-F238E27FC236}">
                    <a16:creationId xmlns:a16="http://schemas.microsoft.com/office/drawing/2014/main" id="{699F80B4-438C-9BBA-1F40-CC2463C0AB2F}"/>
                  </a:ext>
                </a:extLst>
              </p:cNvPr>
              <p:cNvSpPr/>
              <p:nvPr/>
            </p:nvSpPr>
            <p:spPr>
              <a:xfrm>
                <a:off x="1530757" y="8055169"/>
                <a:ext cx="37180" cy="37180"/>
              </a:xfrm>
              <a:custGeom>
                <a:avLst/>
                <a:gdLst>
                  <a:gd name="connsiteX0" fmla="*/ 37401 w 37180"/>
                  <a:gd name="connsiteY0" fmla="*/ 18787 h 37180"/>
                  <a:gd name="connsiteX1" fmla="*/ 18810 w 37180"/>
                  <a:gd name="connsiteY1" fmla="*/ 37377 h 37180"/>
                  <a:gd name="connsiteX2" fmla="*/ 220 w 37180"/>
                  <a:gd name="connsiteY2" fmla="*/ 18787 h 37180"/>
                  <a:gd name="connsiteX3" fmla="*/ 18810 w 37180"/>
                  <a:gd name="connsiteY3" fmla="*/ 196 h 37180"/>
                  <a:gd name="connsiteX4" fmla="*/ 37401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1" y="18787"/>
                    </a:moveTo>
                    <a:cubicBezTo>
                      <a:pt x="37401" y="29054"/>
                      <a:pt x="29078" y="37377"/>
                      <a:pt x="18810" y="37377"/>
                    </a:cubicBezTo>
                    <a:cubicBezTo>
                      <a:pt x="8543" y="37377"/>
                      <a:pt x="220" y="29054"/>
                      <a:pt x="220" y="18787"/>
                    </a:cubicBezTo>
                    <a:cubicBezTo>
                      <a:pt x="220" y="8520"/>
                      <a:pt x="8543" y="196"/>
                      <a:pt x="18810" y="196"/>
                    </a:cubicBezTo>
                    <a:cubicBezTo>
                      <a:pt x="29078" y="196"/>
                      <a:pt x="37401" y="8520"/>
                      <a:pt x="37401" y="18787"/>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8" name="Freeform: Shape 4567">
                <a:extLst>
                  <a:ext uri="{FF2B5EF4-FFF2-40B4-BE49-F238E27FC236}">
                    <a16:creationId xmlns:a16="http://schemas.microsoft.com/office/drawing/2014/main" id="{B631DE14-63A3-B279-C1DF-723258A603ED}"/>
                  </a:ext>
                </a:extLst>
              </p:cNvPr>
              <p:cNvSpPr/>
              <p:nvPr/>
            </p:nvSpPr>
            <p:spPr>
              <a:xfrm>
                <a:off x="1528357" y="8052769"/>
                <a:ext cx="41981" cy="41981"/>
              </a:xfrm>
              <a:custGeom>
                <a:avLst/>
                <a:gdLst>
                  <a:gd name="connsiteX0" fmla="*/ 21211 w 41981"/>
                  <a:gd name="connsiteY0" fmla="*/ 4997 h 41981"/>
                  <a:gd name="connsiteX1" fmla="*/ 37401 w 41981"/>
                  <a:gd name="connsiteY1" fmla="*/ 21187 h 41981"/>
                  <a:gd name="connsiteX2" fmla="*/ 37401 w 41981"/>
                  <a:gd name="connsiteY2" fmla="*/ 21187 h 41981"/>
                  <a:gd name="connsiteX3" fmla="*/ 21211 w 41981"/>
                  <a:gd name="connsiteY3" fmla="*/ 37377 h 41981"/>
                  <a:gd name="connsiteX4" fmla="*/ 5020 w 41981"/>
                  <a:gd name="connsiteY4" fmla="*/ 21187 h 41981"/>
                  <a:gd name="connsiteX5" fmla="*/ 21211 w 41981"/>
                  <a:gd name="connsiteY5" fmla="*/ 4997 h 41981"/>
                  <a:gd name="connsiteX6" fmla="*/ 21211 w 41981"/>
                  <a:gd name="connsiteY6" fmla="*/ 196 h 41981"/>
                  <a:gd name="connsiteX7" fmla="*/ 220 w 41981"/>
                  <a:gd name="connsiteY7" fmla="*/ 21187 h 41981"/>
                  <a:gd name="connsiteX8" fmla="*/ 21211 w 41981"/>
                  <a:gd name="connsiteY8" fmla="*/ 42178 h 41981"/>
                  <a:gd name="connsiteX9" fmla="*/ 42201 w 41981"/>
                  <a:gd name="connsiteY9" fmla="*/ 21187 h 41981"/>
                  <a:gd name="connsiteX10" fmla="*/ 42201 w 41981"/>
                  <a:gd name="connsiteY10" fmla="*/ 21187 h 41981"/>
                  <a:gd name="connsiteX11" fmla="*/ 21211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1" y="4997"/>
                    </a:moveTo>
                    <a:cubicBezTo>
                      <a:pt x="30152" y="4997"/>
                      <a:pt x="37401" y="12245"/>
                      <a:pt x="37401" y="21187"/>
                    </a:cubicBezTo>
                    <a:lnTo>
                      <a:pt x="37401" y="21187"/>
                    </a:lnTo>
                    <a:cubicBezTo>
                      <a:pt x="37401" y="30129"/>
                      <a:pt x="30152" y="37377"/>
                      <a:pt x="21211" y="37377"/>
                    </a:cubicBezTo>
                    <a:cubicBezTo>
                      <a:pt x="12269" y="37377"/>
                      <a:pt x="5020" y="30129"/>
                      <a:pt x="5020" y="21187"/>
                    </a:cubicBezTo>
                    <a:cubicBezTo>
                      <a:pt x="5020" y="12245"/>
                      <a:pt x="12269" y="4997"/>
                      <a:pt x="21211" y="4997"/>
                    </a:cubicBezTo>
                    <a:close/>
                    <a:moveTo>
                      <a:pt x="21211" y="196"/>
                    </a:moveTo>
                    <a:cubicBezTo>
                      <a:pt x="9618" y="196"/>
                      <a:pt x="220" y="9594"/>
                      <a:pt x="220" y="21187"/>
                    </a:cubicBezTo>
                    <a:cubicBezTo>
                      <a:pt x="220" y="32780"/>
                      <a:pt x="9618" y="42178"/>
                      <a:pt x="21211" y="42178"/>
                    </a:cubicBezTo>
                    <a:cubicBezTo>
                      <a:pt x="32803" y="42178"/>
                      <a:pt x="42201" y="32780"/>
                      <a:pt x="42201" y="21187"/>
                    </a:cubicBezTo>
                    <a:lnTo>
                      <a:pt x="42201" y="21187"/>
                    </a:lnTo>
                    <a:cubicBezTo>
                      <a:pt x="42201" y="9594"/>
                      <a:pt x="32803" y="196"/>
                      <a:pt x="21211" y="19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69" name="Freeform: Shape 4568">
                <a:extLst>
                  <a:ext uri="{FF2B5EF4-FFF2-40B4-BE49-F238E27FC236}">
                    <a16:creationId xmlns:a16="http://schemas.microsoft.com/office/drawing/2014/main" id="{9226B36F-FB2B-8005-B269-BD23CFF4D48E}"/>
                  </a:ext>
                </a:extLst>
              </p:cNvPr>
              <p:cNvSpPr/>
              <p:nvPr/>
            </p:nvSpPr>
            <p:spPr>
              <a:xfrm>
                <a:off x="2514807" y="7574618"/>
                <a:ext cx="37180" cy="37180"/>
              </a:xfrm>
              <a:custGeom>
                <a:avLst/>
                <a:gdLst>
                  <a:gd name="connsiteX0" fmla="*/ 37572 w 37180"/>
                  <a:gd name="connsiteY0" fmla="*/ 18703 h 37180"/>
                  <a:gd name="connsiteX1" fmla="*/ 18981 w 37180"/>
                  <a:gd name="connsiteY1" fmla="*/ 37294 h 37180"/>
                  <a:gd name="connsiteX2" fmla="*/ 391 w 37180"/>
                  <a:gd name="connsiteY2" fmla="*/ 18703 h 37180"/>
                  <a:gd name="connsiteX3" fmla="*/ 18981 w 37180"/>
                  <a:gd name="connsiteY3" fmla="*/ 113 h 37180"/>
                  <a:gd name="connsiteX4" fmla="*/ 37572 w 37180"/>
                  <a:gd name="connsiteY4" fmla="*/ 187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72" y="18703"/>
                    </a:moveTo>
                    <a:cubicBezTo>
                      <a:pt x="37572" y="28971"/>
                      <a:pt x="29248" y="37294"/>
                      <a:pt x="18981" y="37294"/>
                    </a:cubicBezTo>
                    <a:cubicBezTo>
                      <a:pt x="8714" y="37294"/>
                      <a:pt x="391" y="28971"/>
                      <a:pt x="391" y="18703"/>
                    </a:cubicBezTo>
                    <a:cubicBezTo>
                      <a:pt x="391" y="8436"/>
                      <a:pt x="8714" y="113"/>
                      <a:pt x="18981" y="113"/>
                    </a:cubicBezTo>
                    <a:cubicBezTo>
                      <a:pt x="29248" y="113"/>
                      <a:pt x="37572" y="8436"/>
                      <a:pt x="37572" y="18703"/>
                    </a:cubicBezTo>
                    <a:close/>
                  </a:path>
                </a:pathLst>
              </a:custGeom>
              <a:solidFill>
                <a:srgbClr val="A2F7A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0" name="Freeform: Shape 4569">
                <a:extLst>
                  <a:ext uri="{FF2B5EF4-FFF2-40B4-BE49-F238E27FC236}">
                    <a16:creationId xmlns:a16="http://schemas.microsoft.com/office/drawing/2014/main" id="{86CCA99D-0AD9-3D01-B07A-6ADAECCB407C}"/>
                  </a:ext>
                </a:extLst>
              </p:cNvPr>
              <p:cNvSpPr/>
              <p:nvPr/>
            </p:nvSpPr>
            <p:spPr>
              <a:xfrm>
                <a:off x="2512407" y="7572218"/>
                <a:ext cx="41981" cy="41981"/>
              </a:xfrm>
              <a:custGeom>
                <a:avLst/>
                <a:gdLst>
                  <a:gd name="connsiteX0" fmla="*/ 21381 w 41981"/>
                  <a:gd name="connsiteY0" fmla="*/ 4913 h 41981"/>
                  <a:gd name="connsiteX1" fmla="*/ 37572 w 41981"/>
                  <a:gd name="connsiteY1" fmla="*/ 21104 h 41981"/>
                  <a:gd name="connsiteX2" fmla="*/ 37572 w 41981"/>
                  <a:gd name="connsiteY2" fmla="*/ 21104 h 41981"/>
                  <a:gd name="connsiteX3" fmla="*/ 21381 w 41981"/>
                  <a:gd name="connsiteY3" fmla="*/ 37294 h 41981"/>
                  <a:gd name="connsiteX4" fmla="*/ 5191 w 41981"/>
                  <a:gd name="connsiteY4" fmla="*/ 21104 h 41981"/>
                  <a:gd name="connsiteX5" fmla="*/ 21381 w 41981"/>
                  <a:gd name="connsiteY5" fmla="*/ 4913 h 41981"/>
                  <a:gd name="connsiteX6" fmla="*/ 21381 w 41981"/>
                  <a:gd name="connsiteY6" fmla="*/ 113 h 41981"/>
                  <a:gd name="connsiteX7" fmla="*/ 391 w 41981"/>
                  <a:gd name="connsiteY7" fmla="*/ 21104 h 41981"/>
                  <a:gd name="connsiteX8" fmla="*/ 21381 w 41981"/>
                  <a:gd name="connsiteY8" fmla="*/ 42094 h 41981"/>
                  <a:gd name="connsiteX9" fmla="*/ 42372 w 41981"/>
                  <a:gd name="connsiteY9" fmla="*/ 21104 h 41981"/>
                  <a:gd name="connsiteX10" fmla="*/ 42372 w 41981"/>
                  <a:gd name="connsiteY10" fmla="*/ 21104 h 41981"/>
                  <a:gd name="connsiteX11" fmla="*/ 21381 w 41981"/>
                  <a:gd name="connsiteY11" fmla="*/ 11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81" y="4913"/>
                    </a:moveTo>
                    <a:cubicBezTo>
                      <a:pt x="30323" y="4913"/>
                      <a:pt x="37572" y="12162"/>
                      <a:pt x="37572" y="21104"/>
                    </a:cubicBezTo>
                    <a:lnTo>
                      <a:pt x="37572" y="21104"/>
                    </a:lnTo>
                    <a:cubicBezTo>
                      <a:pt x="37572" y="30045"/>
                      <a:pt x="30323" y="37294"/>
                      <a:pt x="21381" y="37294"/>
                    </a:cubicBezTo>
                    <a:cubicBezTo>
                      <a:pt x="12440" y="37294"/>
                      <a:pt x="5191" y="30045"/>
                      <a:pt x="5191" y="21104"/>
                    </a:cubicBezTo>
                    <a:cubicBezTo>
                      <a:pt x="5191" y="12162"/>
                      <a:pt x="12440" y="4913"/>
                      <a:pt x="21381" y="4913"/>
                    </a:cubicBezTo>
                    <a:close/>
                    <a:moveTo>
                      <a:pt x="21381" y="113"/>
                    </a:moveTo>
                    <a:cubicBezTo>
                      <a:pt x="9789" y="113"/>
                      <a:pt x="391" y="9511"/>
                      <a:pt x="391" y="21104"/>
                    </a:cubicBezTo>
                    <a:cubicBezTo>
                      <a:pt x="391" y="32696"/>
                      <a:pt x="9789" y="42094"/>
                      <a:pt x="21381" y="42094"/>
                    </a:cubicBezTo>
                    <a:cubicBezTo>
                      <a:pt x="32974" y="42094"/>
                      <a:pt x="42372" y="32696"/>
                      <a:pt x="42372" y="21104"/>
                    </a:cubicBezTo>
                    <a:lnTo>
                      <a:pt x="42372" y="21104"/>
                    </a:lnTo>
                    <a:cubicBezTo>
                      <a:pt x="42372" y="9511"/>
                      <a:pt x="32974" y="113"/>
                      <a:pt x="21381" y="113"/>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1" name="Freeform: Shape 4570">
                <a:extLst>
                  <a:ext uri="{FF2B5EF4-FFF2-40B4-BE49-F238E27FC236}">
                    <a16:creationId xmlns:a16="http://schemas.microsoft.com/office/drawing/2014/main" id="{244DD172-DF03-01BF-9509-B66D6B9FE11A}"/>
                  </a:ext>
                </a:extLst>
              </p:cNvPr>
              <p:cNvSpPr/>
              <p:nvPr/>
            </p:nvSpPr>
            <p:spPr>
              <a:xfrm>
                <a:off x="1810745" y="7639337"/>
                <a:ext cx="37180" cy="37180"/>
              </a:xfrm>
              <a:custGeom>
                <a:avLst/>
                <a:gdLst>
                  <a:gd name="connsiteX0" fmla="*/ 37449 w 37180"/>
                  <a:gd name="connsiteY0" fmla="*/ 18715 h 37180"/>
                  <a:gd name="connsiteX1" fmla="*/ 18859 w 37180"/>
                  <a:gd name="connsiteY1" fmla="*/ 37305 h 37180"/>
                  <a:gd name="connsiteX2" fmla="*/ 269 w 37180"/>
                  <a:gd name="connsiteY2" fmla="*/ 18715 h 37180"/>
                  <a:gd name="connsiteX3" fmla="*/ 18859 w 37180"/>
                  <a:gd name="connsiteY3" fmla="*/ 124 h 37180"/>
                  <a:gd name="connsiteX4" fmla="*/ 37449 w 37180"/>
                  <a:gd name="connsiteY4" fmla="*/ 1871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15"/>
                    </a:moveTo>
                    <a:cubicBezTo>
                      <a:pt x="37449" y="28982"/>
                      <a:pt x="29126" y="37305"/>
                      <a:pt x="18859" y="37305"/>
                    </a:cubicBezTo>
                    <a:cubicBezTo>
                      <a:pt x="8592" y="37305"/>
                      <a:pt x="269" y="28982"/>
                      <a:pt x="269" y="18715"/>
                    </a:cubicBezTo>
                    <a:cubicBezTo>
                      <a:pt x="269" y="8447"/>
                      <a:pt x="8592" y="124"/>
                      <a:pt x="18859" y="124"/>
                    </a:cubicBezTo>
                    <a:cubicBezTo>
                      <a:pt x="29126" y="124"/>
                      <a:pt x="37449" y="8447"/>
                      <a:pt x="37449" y="18715"/>
                    </a:cubicBezTo>
                    <a:close/>
                  </a:path>
                </a:pathLst>
              </a:custGeom>
              <a:solidFill>
                <a:srgbClr val="F7F3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2" name="Freeform: Shape 4571">
                <a:extLst>
                  <a:ext uri="{FF2B5EF4-FFF2-40B4-BE49-F238E27FC236}">
                    <a16:creationId xmlns:a16="http://schemas.microsoft.com/office/drawing/2014/main" id="{2E9210C4-608F-5EF1-D7D6-890DB5E74B24}"/>
                  </a:ext>
                </a:extLst>
              </p:cNvPr>
              <p:cNvSpPr/>
              <p:nvPr/>
            </p:nvSpPr>
            <p:spPr>
              <a:xfrm>
                <a:off x="1808345" y="7636937"/>
                <a:ext cx="41981" cy="41981"/>
              </a:xfrm>
              <a:custGeom>
                <a:avLst/>
                <a:gdLst>
                  <a:gd name="connsiteX0" fmla="*/ 21259 w 41981"/>
                  <a:gd name="connsiteY0" fmla="*/ 4925 h 41981"/>
                  <a:gd name="connsiteX1" fmla="*/ 37449 w 41981"/>
                  <a:gd name="connsiteY1" fmla="*/ 21115 h 41981"/>
                  <a:gd name="connsiteX2" fmla="*/ 37449 w 41981"/>
                  <a:gd name="connsiteY2" fmla="*/ 21115 h 41981"/>
                  <a:gd name="connsiteX3" fmla="*/ 21259 w 41981"/>
                  <a:gd name="connsiteY3" fmla="*/ 37305 h 41981"/>
                  <a:gd name="connsiteX4" fmla="*/ 5069 w 41981"/>
                  <a:gd name="connsiteY4" fmla="*/ 21115 h 41981"/>
                  <a:gd name="connsiteX5" fmla="*/ 21259 w 41981"/>
                  <a:gd name="connsiteY5" fmla="*/ 4925 h 41981"/>
                  <a:gd name="connsiteX6" fmla="*/ 21259 w 41981"/>
                  <a:gd name="connsiteY6" fmla="*/ 124 h 41981"/>
                  <a:gd name="connsiteX7" fmla="*/ 269 w 41981"/>
                  <a:gd name="connsiteY7" fmla="*/ 21115 h 41981"/>
                  <a:gd name="connsiteX8" fmla="*/ 21259 w 41981"/>
                  <a:gd name="connsiteY8" fmla="*/ 42105 h 41981"/>
                  <a:gd name="connsiteX9" fmla="*/ 42250 w 41981"/>
                  <a:gd name="connsiteY9" fmla="*/ 21115 h 41981"/>
                  <a:gd name="connsiteX10" fmla="*/ 42250 w 41981"/>
                  <a:gd name="connsiteY10" fmla="*/ 21115 h 41981"/>
                  <a:gd name="connsiteX11" fmla="*/ 21259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25"/>
                    </a:moveTo>
                    <a:cubicBezTo>
                      <a:pt x="30201" y="4925"/>
                      <a:pt x="37449" y="12173"/>
                      <a:pt x="37449" y="21115"/>
                    </a:cubicBezTo>
                    <a:lnTo>
                      <a:pt x="37449" y="21115"/>
                    </a:lnTo>
                    <a:cubicBezTo>
                      <a:pt x="37449" y="30057"/>
                      <a:pt x="30201" y="37305"/>
                      <a:pt x="21259" y="37305"/>
                    </a:cubicBezTo>
                    <a:cubicBezTo>
                      <a:pt x="12317" y="37305"/>
                      <a:pt x="5069" y="30057"/>
                      <a:pt x="5069" y="21115"/>
                    </a:cubicBezTo>
                    <a:cubicBezTo>
                      <a:pt x="5069" y="12173"/>
                      <a:pt x="12317" y="4925"/>
                      <a:pt x="21259" y="4925"/>
                    </a:cubicBezTo>
                    <a:close/>
                    <a:moveTo>
                      <a:pt x="21259" y="124"/>
                    </a:moveTo>
                    <a:cubicBezTo>
                      <a:pt x="9667" y="124"/>
                      <a:pt x="269" y="9522"/>
                      <a:pt x="269" y="21115"/>
                    </a:cubicBezTo>
                    <a:cubicBezTo>
                      <a:pt x="269" y="32707"/>
                      <a:pt x="9667" y="42105"/>
                      <a:pt x="21259" y="42105"/>
                    </a:cubicBezTo>
                    <a:cubicBezTo>
                      <a:pt x="32852" y="42105"/>
                      <a:pt x="42250" y="32707"/>
                      <a:pt x="42250" y="21115"/>
                    </a:cubicBezTo>
                    <a:lnTo>
                      <a:pt x="42250" y="21115"/>
                    </a:lnTo>
                    <a:cubicBezTo>
                      <a:pt x="42250" y="9522"/>
                      <a:pt x="32852" y="124"/>
                      <a:pt x="21259" y="12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3" name="Freeform: Shape 4572">
                <a:extLst>
                  <a:ext uri="{FF2B5EF4-FFF2-40B4-BE49-F238E27FC236}">
                    <a16:creationId xmlns:a16="http://schemas.microsoft.com/office/drawing/2014/main" id="{B98A4480-77CD-EA5C-F662-417195A6A724}"/>
                  </a:ext>
                </a:extLst>
              </p:cNvPr>
              <p:cNvSpPr/>
              <p:nvPr/>
            </p:nvSpPr>
            <p:spPr>
              <a:xfrm>
                <a:off x="1486757" y="7894816"/>
                <a:ext cx="37180" cy="37180"/>
              </a:xfrm>
              <a:custGeom>
                <a:avLst/>
                <a:gdLst>
                  <a:gd name="connsiteX0" fmla="*/ 37393 w 37180"/>
                  <a:gd name="connsiteY0" fmla="*/ 18759 h 37180"/>
                  <a:gd name="connsiteX1" fmla="*/ 18803 w 37180"/>
                  <a:gd name="connsiteY1" fmla="*/ 37349 h 37180"/>
                  <a:gd name="connsiteX2" fmla="*/ 212 w 37180"/>
                  <a:gd name="connsiteY2" fmla="*/ 18759 h 37180"/>
                  <a:gd name="connsiteX3" fmla="*/ 18803 w 37180"/>
                  <a:gd name="connsiteY3" fmla="*/ 169 h 37180"/>
                  <a:gd name="connsiteX4" fmla="*/ 3739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3" y="18759"/>
                    </a:moveTo>
                    <a:cubicBezTo>
                      <a:pt x="37393" y="29026"/>
                      <a:pt x="29070" y="37349"/>
                      <a:pt x="18803" y="37349"/>
                    </a:cubicBezTo>
                    <a:cubicBezTo>
                      <a:pt x="8536" y="37349"/>
                      <a:pt x="212" y="29026"/>
                      <a:pt x="212" y="18759"/>
                    </a:cubicBezTo>
                    <a:cubicBezTo>
                      <a:pt x="212" y="8492"/>
                      <a:pt x="8536" y="169"/>
                      <a:pt x="18803" y="169"/>
                    </a:cubicBezTo>
                    <a:cubicBezTo>
                      <a:pt x="29070" y="169"/>
                      <a:pt x="37393" y="8492"/>
                      <a:pt x="37393" y="18759"/>
                    </a:cubicBezTo>
                    <a:close/>
                  </a:path>
                </a:pathLst>
              </a:custGeom>
              <a:solidFill>
                <a:srgbClr val="F7D8D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4" name="Freeform: Shape 4573">
                <a:extLst>
                  <a:ext uri="{FF2B5EF4-FFF2-40B4-BE49-F238E27FC236}">
                    <a16:creationId xmlns:a16="http://schemas.microsoft.com/office/drawing/2014/main" id="{CDF9AE6E-1F7C-64EB-D0EE-17A805D70FFF}"/>
                  </a:ext>
                </a:extLst>
              </p:cNvPr>
              <p:cNvSpPr/>
              <p:nvPr/>
            </p:nvSpPr>
            <p:spPr>
              <a:xfrm>
                <a:off x="1484356" y="7892416"/>
                <a:ext cx="41981" cy="41981"/>
              </a:xfrm>
              <a:custGeom>
                <a:avLst/>
                <a:gdLst>
                  <a:gd name="connsiteX0" fmla="*/ 21203 w 41981"/>
                  <a:gd name="connsiteY0" fmla="*/ 4969 h 41981"/>
                  <a:gd name="connsiteX1" fmla="*/ 37393 w 41981"/>
                  <a:gd name="connsiteY1" fmla="*/ 21159 h 41981"/>
                  <a:gd name="connsiteX2" fmla="*/ 37393 w 41981"/>
                  <a:gd name="connsiteY2" fmla="*/ 21159 h 41981"/>
                  <a:gd name="connsiteX3" fmla="*/ 21203 w 41981"/>
                  <a:gd name="connsiteY3" fmla="*/ 37349 h 41981"/>
                  <a:gd name="connsiteX4" fmla="*/ 5013 w 41981"/>
                  <a:gd name="connsiteY4" fmla="*/ 21159 h 41981"/>
                  <a:gd name="connsiteX5" fmla="*/ 21203 w 41981"/>
                  <a:gd name="connsiteY5" fmla="*/ 4969 h 41981"/>
                  <a:gd name="connsiteX6" fmla="*/ 21203 w 41981"/>
                  <a:gd name="connsiteY6" fmla="*/ 169 h 41981"/>
                  <a:gd name="connsiteX7" fmla="*/ 212 w 41981"/>
                  <a:gd name="connsiteY7" fmla="*/ 21159 h 41981"/>
                  <a:gd name="connsiteX8" fmla="*/ 21203 w 41981"/>
                  <a:gd name="connsiteY8" fmla="*/ 42150 h 41981"/>
                  <a:gd name="connsiteX9" fmla="*/ 42193 w 41981"/>
                  <a:gd name="connsiteY9" fmla="*/ 21159 h 41981"/>
                  <a:gd name="connsiteX10" fmla="*/ 42193 w 41981"/>
                  <a:gd name="connsiteY10" fmla="*/ 21159 h 41981"/>
                  <a:gd name="connsiteX11" fmla="*/ 2120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3" y="4969"/>
                    </a:moveTo>
                    <a:cubicBezTo>
                      <a:pt x="30145" y="4969"/>
                      <a:pt x="37393" y="12217"/>
                      <a:pt x="37393" y="21159"/>
                    </a:cubicBezTo>
                    <a:lnTo>
                      <a:pt x="37393" y="21159"/>
                    </a:lnTo>
                    <a:cubicBezTo>
                      <a:pt x="37393" y="30101"/>
                      <a:pt x="30145" y="37349"/>
                      <a:pt x="21203" y="37349"/>
                    </a:cubicBezTo>
                    <a:cubicBezTo>
                      <a:pt x="12261" y="37349"/>
                      <a:pt x="5013" y="30101"/>
                      <a:pt x="5013" y="21159"/>
                    </a:cubicBezTo>
                    <a:cubicBezTo>
                      <a:pt x="5013" y="12217"/>
                      <a:pt x="12261" y="4969"/>
                      <a:pt x="21203" y="4969"/>
                    </a:cubicBezTo>
                    <a:close/>
                    <a:moveTo>
                      <a:pt x="21203" y="169"/>
                    </a:moveTo>
                    <a:cubicBezTo>
                      <a:pt x="9610" y="169"/>
                      <a:pt x="212" y="9567"/>
                      <a:pt x="212" y="21159"/>
                    </a:cubicBezTo>
                    <a:cubicBezTo>
                      <a:pt x="212" y="32752"/>
                      <a:pt x="9610" y="42150"/>
                      <a:pt x="21203" y="42150"/>
                    </a:cubicBezTo>
                    <a:cubicBezTo>
                      <a:pt x="32795" y="42150"/>
                      <a:pt x="42193" y="32752"/>
                      <a:pt x="42193" y="21159"/>
                    </a:cubicBezTo>
                    <a:lnTo>
                      <a:pt x="42193" y="21159"/>
                    </a:lnTo>
                    <a:cubicBezTo>
                      <a:pt x="42193" y="9567"/>
                      <a:pt x="32795" y="169"/>
                      <a:pt x="21203" y="16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5" name="Freeform: Shape 4574">
                <a:extLst>
                  <a:ext uri="{FF2B5EF4-FFF2-40B4-BE49-F238E27FC236}">
                    <a16:creationId xmlns:a16="http://schemas.microsoft.com/office/drawing/2014/main" id="{15FBB409-F168-47F3-C37C-B742E8C8E45E}"/>
                  </a:ext>
                </a:extLst>
              </p:cNvPr>
              <p:cNvSpPr/>
              <p:nvPr/>
            </p:nvSpPr>
            <p:spPr>
              <a:xfrm>
                <a:off x="1802802" y="7825518"/>
                <a:ext cx="37180" cy="37180"/>
              </a:xfrm>
              <a:custGeom>
                <a:avLst/>
                <a:gdLst>
                  <a:gd name="connsiteX0" fmla="*/ 37448 w 37180"/>
                  <a:gd name="connsiteY0" fmla="*/ 18747 h 37180"/>
                  <a:gd name="connsiteX1" fmla="*/ 18858 w 37180"/>
                  <a:gd name="connsiteY1" fmla="*/ 37337 h 37180"/>
                  <a:gd name="connsiteX2" fmla="*/ 267 w 37180"/>
                  <a:gd name="connsiteY2" fmla="*/ 18747 h 37180"/>
                  <a:gd name="connsiteX3" fmla="*/ 18858 w 37180"/>
                  <a:gd name="connsiteY3" fmla="*/ 157 h 37180"/>
                  <a:gd name="connsiteX4" fmla="*/ 37448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7"/>
                    </a:moveTo>
                    <a:cubicBezTo>
                      <a:pt x="37448" y="29014"/>
                      <a:pt x="29125" y="37337"/>
                      <a:pt x="18858" y="37337"/>
                    </a:cubicBezTo>
                    <a:cubicBezTo>
                      <a:pt x="8590" y="37337"/>
                      <a:pt x="267" y="29014"/>
                      <a:pt x="267" y="18747"/>
                    </a:cubicBezTo>
                    <a:cubicBezTo>
                      <a:pt x="267" y="8480"/>
                      <a:pt x="8590" y="157"/>
                      <a:pt x="18858" y="157"/>
                    </a:cubicBezTo>
                    <a:cubicBezTo>
                      <a:pt x="29125" y="157"/>
                      <a:pt x="37448" y="8480"/>
                      <a:pt x="37448" y="18747"/>
                    </a:cubicBezTo>
                    <a:close/>
                  </a:path>
                </a:pathLst>
              </a:custGeom>
              <a:solidFill>
                <a:srgbClr val="F7E4E4"/>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6" name="Freeform: Shape 4575">
                <a:extLst>
                  <a:ext uri="{FF2B5EF4-FFF2-40B4-BE49-F238E27FC236}">
                    <a16:creationId xmlns:a16="http://schemas.microsoft.com/office/drawing/2014/main" id="{2A88CF51-62F0-3A97-4FF6-53C7D54C2F20}"/>
                  </a:ext>
                </a:extLst>
              </p:cNvPr>
              <p:cNvSpPr/>
              <p:nvPr/>
            </p:nvSpPr>
            <p:spPr>
              <a:xfrm>
                <a:off x="1800402" y="7823117"/>
                <a:ext cx="41981" cy="41981"/>
              </a:xfrm>
              <a:custGeom>
                <a:avLst/>
                <a:gdLst>
                  <a:gd name="connsiteX0" fmla="*/ 21258 w 41981"/>
                  <a:gd name="connsiteY0" fmla="*/ 4957 h 41981"/>
                  <a:gd name="connsiteX1" fmla="*/ 37448 w 41981"/>
                  <a:gd name="connsiteY1" fmla="*/ 21147 h 41981"/>
                  <a:gd name="connsiteX2" fmla="*/ 37448 w 41981"/>
                  <a:gd name="connsiteY2" fmla="*/ 21147 h 41981"/>
                  <a:gd name="connsiteX3" fmla="*/ 21258 w 41981"/>
                  <a:gd name="connsiteY3" fmla="*/ 37337 h 41981"/>
                  <a:gd name="connsiteX4" fmla="*/ 5068 w 41981"/>
                  <a:gd name="connsiteY4" fmla="*/ 21147 h 41981"/>
                  <a:gd name="connsiteX5" fmla="*/ 21258 w 41981"/>
                  <a:gd name="connsiteY5" fmla="*/ 4957 h 41981"/>
                  <a:gd name="connsiteX6" fmla="*/ 21258 w 41981"/>
                  <a:gd name="connsiteY6" fmla="*/ 157 h 41981"/>
                  <a:gd name="connsiteX7" fmla="*/ 267 w 41981"/>
                  <a:gd name="connsiteY7" fmla="*/ 21147 h 41981"/>
                  <a:gd name="connsiteX8" fmla="*/ 21258 w 41981"/>
                  <a:gd name="connsiteY8" fmla="*/ 42138 h 41981"/>
                  <a:gd name="connsiteX9" fmla="*/ 42248 w 41981"/>
                  <a:gd name="connsiteY9" fmla="*/ 21147 h 41981"/>
                  <a:gd name="connsiteX10" fmla="*/ 42248 w 41981"/>
                  <a:gd name="connsiteY10" fmla="*/ 21147 h 41981"/>
                  <a:gd name="connsiteX11" fmla="*/ 21258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57"/>
                    </a:moveTo>
                    <a:cubicBezTo>
                      <a:pt x="30200" y="4957"/>
                      <a:pt x="37448" y="12205"/>
                      <a:pt x="37448" y="21147"/>
                    </a:cubicBezTo>
                    <a:lnTo>
                      <a:pt x="37448" y="21147"/>
                    </a:lnTo>
                    <a:cubicBezTo>
                      <a:pt x="37448" y="30089"/>
                      <a:pt x="30200" y="37337"/>
                      <a:pt x="21258" y="37337"/>
                    </a:cubicBezTo>
                    <a:cubicBezTo>
                      <a:pt x="12316" y="37337"/>
                      <a:pt x="5068" y="30089"/>
                      <a:pt x="5068" y="21147"/>
                    </a:cubicBezTo>
                    <a:cubicBezTo>
                      <a:pt x="5068" y="12205"/>
                      <a:pt x="12316" y="4957"/>
                      <a:pt x="21258" y="4957"/>
                    </a:cubicBezTo>
                    <a:close/>
                    <a:moveTo>
                      <a:pt x="21258" y="157"/>
                    </a:moveTo>
                    <a:cubicBezTo>
                      <a:pt x="9665" y="157"/>
                      <a:pt x="267" y="9555"/>
                      <a:pt x="267" y="21147"/>
                    </a:cubicBezTo>
                    <a:cubicBezTo>
                      <a:pt x="267" y="32740"/>
                      <a:pt x="9665" y="42138"/>
                      <a:pt x="21258" y="42138"/>
                    </a:cubicBezTo>
                    <a:cubicBezTo>
                      <a:pt x="32850" y="42138"/>
                      <a:pt x="42248" y="32740"/>
                      <a:pt x="42248" y="21147"/>
                    </a:cubicBezTo>
                    <a:lnTo>
                      <a:pt x="42248" y="21147"/>
                    </a:lnTo>
                    <a:cubicBezTo>
                      <a:pt x="42248" y="9555"/>
                      <a:pt x="32850" y="157"/>
                      <a:pt x="21258" y="15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7" name="Freeform: Shape 4576">
                <a:extLst>
                  <a:ext uri="{FF2B5EF4-FFF2-40B4-BE49-F238E27FC236}">
                    <a16:creationId xmlns:a16="http://schemas.microsoft.com/office/drawing/2014/main" id="{C3A31B14-1FAA-DAA1-8CA8-368C3D47F11D}"/>
                  </a:ext>
                </a:extLst>
              </p:cNvPr>
              <p:cNvSpPr/>
              <p:nvPr/>
            </p:nvSpPr>
            <p:spPr>
              <a:xfrm>
                <a:off x="1801224" y="7837343"/>
                <a:ext cx="37180" cy="37180"/>
              </a:xfrm>
              <a:custGeom>
                <a:avLst/>
                <a:gdLst>
                  <a:gd name="connsiteX0" fmla="*/ 37448 w 37180"/>
                  <a:gd name="connsiteY0" fmla="*/ 18749 h 37180"/>
                  <a:gd name="connsiteX1" fmla="*/ 18857 w 37180"/>
                  <a:gd name="connsiteY1" fmla="*/ 37339 h 37180"/>
                  <a:gd name="connsiteX2" fmla="*/ 267 w 37180"/>
                  <a:gd name="connsiteY2" fmla="*/ 18749 h 37180"/>
                  <a:gd name="connsiteX3" fmla="*/ 18857 w 37180"/>
                  <a:gd name="connsiteY3" fmla="*/ 159 h 37180"/>
                  <a:gd name="connsiteX4" fmla="*/ 37448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9"/>
                    </a:moveTo>
                    <a:cubicBezTo>
                      <a:pt x="37448" y="29016"/>
                      <a:pt x="29124" y="37339"/>
                      <a:pt x="18857" y="37339"/>
                    </a:cubicBezTo>
                    <a:cubicBezTo>
                      <a:pt x="8590" y="37339"/>
                      <a:pt x="267" y="29016"/>
                      <a:pt x="267" y="18749"/>
                    </a:cubicBezTo>
                    <a:cubicBezTo>
                      <a:pt x="267" y="8482"/>
                      <a:pt x="8590" y="159"/>
                      <a:pt x="18857" y="159"/>
                    </a:cubicBezTo>
                    <a:cubicBezTo>
                      <a:pt x="29124" y="159"/>
                      <a:pt x="37448" y="8482"/>
                      <a:pt x="37448" y="18749"/>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8" name="Freeform: Shape 4577">
                <a:extLst>
                  <a:ext uri="{FF2B5EF4-FFF2-40B4-BE49-F238E27FC236}">
                    <a16:creationId xmlns:a16="http://schemas.microsoft.com/office/drawing/2014/main" id="{28FC177B-AEE1-39CB-1BE2-7F990FC3BCEA}"/>
                  </a:ext>
                </a:extLst>
              </p:cNvPr>
              <p:cNvSpPr/>
              <p:nvPr/>
            </p:nvSpPr>
            <p:spPr>
              <a:xfrm>
                <a:off x="1798824" y="7834943"/>
                <a:ext cx="41981" cy="41981"/>
              </a:xfrm>
              <a:custGeom>
                <a:avLst/>
                <a:gdLst>
                  <a:gd name="connsiteX0" fmla="*/ 21257 w 41981"/>
                  <a:gd name="connsiteY0" fmla="*/ 4959 h 41981"/>
                  <a:gd name="connsiteX1" fmla="*/ 37448 w 41981"/>
                  <a:gd name="connsiteY1" fmla="*/ 21149 h 41981"/>
                  <a:gd name="connsiteX2" fmla="*/ 37448 w 41981"/>
                  <a:gd name="connsiteY2" fmla="*/ 21149 h 41981"/>
                  <a:gd name="connsiteX3" fmla="*/ 21257 w 41981"/>
                  <a:gd name="connsiteY3" fmla="*/ 37339 h 41981"/>
                  <a:gd name="connsiteX4" fmla="*/ 5067 w 41981"/>
                  <a:gd name="connsiteY4" fmla="*/ 21149 h 41981"/>
                  <a:gd name="connsiteX5" fmla="*/ 21257 w 41981"/>
                  <a:gd name="connsiteY5" fmla="*/ 4959 h 41981"/>
                  <a:gd name="connsiteX6" fmla="*/ 21257 w 41981"/>
                  <a:gd name="connsiteY6" fmla="*/ 159 h 41981"/>
                  <a:gd name="connsiteX7" fmla="*/ 267 w 41981"/>
                  <a:gd name="connsiteY7" fmla="*/ 21149 h 41981"/>
                  <a:gd name="connsiteX8" fmla="*/ 21257 w 41981"/>
                  <a:gd name="connsiteY8" fmla="*/ 42140 h 41981"/>
                  <a:gd name="connsiteX9" fmla="*/ 42248 w 41981"/>
                  <a:gd name="connsiteY9" fmla="*/ 21149 h 41981"/>
                  <a:gd name="connsiteX10" fmla="*/ 42248 w 41981"/>
                  <a:gd name="connsiteY10" fmla="*/ 21149 h 41981"/>
                  <a:gd name="connsiteX11" fmla="*/ 21257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59"/>
                    </a:moveTo>
                    <a:cubicBezTo>
                      <a:pt x="30199" y="4959"/>
                      <a:pt x="37448" y="12207"/>
                      <a:pt x="37448" y="21149"/>
                    </a:cubicBezTo>
                    <a:lnTo>
                      <a:pt x="37448" y="21149"/>
                    </a:lnTo>
                    <a:cubicBezTo>
                      <a:pt x="37448" y="30091"/>
                      <a:pt x="30199" y="37339"/>
                      <a:pt x="21257" y="37339"/>
                    </a:cubicBezTo>
                    <a:cubicBezTo>
                      <a:pt x="12316" y="37339"/>
                      <a:pt x="5067" y="30091"/>
                      <a:pt x="5067" y="21149"/>
                    </a:cubicBezTo>
                    <a:cubicBezTo>
                      <a:pt x="5067" y="12207"/>
                      <a:pt x="12316" y="4959"/>
                      <a:pt x="21257" y="4959"/>
                    </a:cubicBezTo>
                    <a:close/>
                    <a:moveTo>
                      <a:pt x="21257" y="159"/>
                    </a:moveTo>
                    <a:cubicBezTo>
                      <a:pt x="9665" y="159"/>
                      <a:pt x="267" y="9557"/>
                      <a:pt x="267" y="21149"/>
                    </a:cubicBezTo>
                    <a:cubicBezTo>
                      <a:pt x="267" y="32742"/>
                      <a:pt x="9665" y="42140"/>
                      <a:pt x="21257" y="42140"/>
                    </a:cubicBezTo>
                    <a:cubicBezTo>
                      <a:pt x="32850" y="42140"/>
                      <a:pt x="42248" y="32742"/>
                      <a:pt x="42248" y="21149"/>
                    </a:cubicBezTo>
                    <a:lnTo>
                      <a:pt x="42248" y="21149"/>
                    </a:lnTo>
                    <a:cubicBezTo>
                      <a:pt x="42248" y="9557"/>
                      <a:pt x="32850" y="159"/>
                      <a:pt x="21257"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79" name="Freeform: Shape 4578">
                <a:extLst>
                  <a:ext uri="{FF2B5EF4-FFF2-40B4-BE49-F238E27FC236}">
                    <a16:creationId xmlns:a16="http://schemas.microsoft.com/office/drawing/2014/main" id="{54A60338-3BFF-5A14-5FE4-BB2768928B8C}"/>
                  </a:ext>
                </a:extLst>
              </p:cNvPr>
              <p:cNvSpPr/>
              <p:nvPr/>
            </p:nvSpPr>
            <p:spPr>
              <a:xfrm>
                <a:off x="1848272" y="7613210"/>
                <a:ext cx="37180" cy="37180"/>
              </a:xfrm>
              <a:custGeom>
                <a:avLst/>
                <a:gdLst>
                  <a:gd name="connsiteX0" fmla="*/ 37456 w 37180"/>
                  <a:gd name="connsiteY0" fmla="*/ 18710 h 37180"/>
                  <a:gd name="connsiteX1" fmla="*/ 18865 w 37180"/>
                  <a:gd name="connsiteY1" fmla="*/ 37301 h 37180"/>
                  <a:gd name="connsiteX2" fmla="*/ 275 w 37180"/>
                  <a:gd name="connsiteY2" fmla="*/ 18710 h 37180"/>
                  <a:gd name="connsiteX3" fmla="*/ 18865 w 37180"/>
                  <a:gd name="connsiteY3" fmla="*/ 120 h 37180"/>
                  <a:gd name="connsiteX4" fmla="*/ 37456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10"/>
                    </a:moveTo>
                    <a:cubicBezTo>
                      <a:pt x="37456" y="28977"/>
                      <a:pt x="29133" y="37301"/>
                      <a:pt x="18865" y="37301"/>
                    </a:cubicBezTo>
                    <a:cubicBezTo>
                      <a:pt x="8598" y="37301"/>
                      <a:pt x="275" y="28977"/>
                      <a:pt x="275" y="18710"/>
                    </a:cubicBezTo>
                    <a:cubicBezTo>
                      <a:pt x="275" y="8443"/>
                      <a:pt x="8598" y="120"/>
                      <a:pt x="18865" y="120"/>
                    </a:cubicBezTo>
                    <a:cubicBezTo>
                      <a:pt x="29133" y="120"/>
                      <a:pt x="37456" y="8443"/>
                      <a:pt x="37456" y="18710"/>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0" name="Freeform: Shape 4579">
                <a:extLst>
                  <a:ext uri="{FF2B5EF4-FFF2-40B4-BE49-F238E27FC236}">
                    <a16:creationId xmlns:a16="http://schemas.microsoft.com/office/drawing/2014/main" id="{A23617B2-760F-4758-7929-C43FCE3A51B4}"/>
                  </a:ext>
                </a:extLst>
              </p:cNvPr>
              <p:cNvSpPr/>
              <p:nvPr/>
            </p:nvSpPr>
            <p:spPr>
              <a:xfrm>
                <a:off x="1845871" y="7610810"/>
                <a:ext cx="41981" cy="41981"/>
              </a:xfrm>
              <a:custGeom>
                <a:avLst/>
                <a:gdLst>
                  <a:gd name="connsiteX0" fmla="*/ 21266 w 41981"/>
                  <a:gd name="connsiteY0" fmla="*/ 4920 h 41981"/>
                  <a:gd name="connsiteX1" fmla="*/ 37456 w 41981"/>
                  <a:gd name="connsiteY1" fmla="*/ 21110 h 41981"/>
                  <a:gd name="connsiteX2" fmla="*/ 37456 w 41981"/>
                  <a:gd name="connsiteY2" fmla="*/ 21110 h 41981"/>
                  <a:gd name="connsiteX3" fmla="*/ 21266 w 41981"/>
                  <a:gd name="connsiteY3" fmla="*/ 37301 h 41981"/>
                  <a:gd name="connsiteX4" fmla="*/ 5075 w 41981"/>
                  <a:gd name="connsiteY4" fmla="*/ 21110 h 41981"/>
                  <a:gd name="connsiteX5" fmla="*/ 21266 w 41981"/>
                  <a:gd name="connsiteY5" fmla="*/ 4920 h 41981"/>
                  <a:gd name="connsiteX6" fmla="*/ 21266 w 41981"/>
                  <a:gd name="connsiteY6" fmla="*/ 120 h 41981"/>
                  <a:gd name="connsiteX7" fmla="*/ 275 w 41981"/>
                  <a:gd name="connsiteY7" fmla="*/ 21110 h 41981"/>
                  <a:gd name="connsiteX8" fmla="*/ 21266 w 41981"/>
                  <a:gd name="connsiteY8" fmla="*/ 42101 h 41981"/>
                  <a:gd name="connsiteX9" fmla="*/ 42256 w 41981"/>
                  <a:gd name="connsiteY9" fmla="*/ 21110 h 41981"/>
                  <a:gd name="connsiteX10" fmla="*/ 42256 w 41981"/>
                  <a:gd name="connsiteY10" fmla="*/ 21110 h 41981"/>
                  <a:gd name="connsiteX11" fmla="*/ 21266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20"/>
                    </a:moveTo>
                    <a:cubicBezTo>
                      <a:pt x="30207" y="4920"/>
                      <a:pt x="37456" y="12168"/>
                      <a:pt x="37456" y="21110"/>
                    </a:cubicBezTo>
                    <a:lnTo>
                      <a:pt x="37456" y="21110"/>
                    </a:lnTo>
                    <a:cubicBezTo>
                      <a:pt x="37456" y="30052"/>
                      <a:pt x="30207" y="37301"/>
                      <a:pt x="21266" y="37301"/>
                    </a:cubicBezTo>
                    <a:cubicBezTo>
                      <a:pt x="12324" y="37301"/>
                      <a:pt x="5075" y="30052"/>
                      <a:pt x="5075" y="21110"/>
                    </a:cubicBezTo>
                    <a:cubicBezTo>
                      <a:pt x="5075" y="12168"/>
                      <a:pt x="12324" y="4920"/>
                      <a:pt x="21266" y="4920"/>
                    </a:cubicBezTo>
                    <a:close/>
                    <a:moveTo>
                      <a:pt x="21266" y="120"/>
                    </a:moveTo>
                    <a:cubicBezTo>
                      <a:pt x="9673" y="120"/>
                      <a:pt x="275" y="9518"/>
                      <a:pt x="275" y="21110"/>
                    </a:cubicBezTo>
                    <a:cubicBezTo>
                      <a:pt x="275" y="32703"/>
                      <a:pt x="9673" y="42101"/>
                      <a:pt x="21266" y="42101"/>
                    </a:cubicBezTo>
                    <a:cubicBezTo>
                      <a:pt x="32858" y="42101"/>
                      <a:pt x="42256" y="32703"/>
                      <a:pt x="42256" y="21110"/>
                    </a:cubicBezTo>
                    <a:lnTo>
                      <a:pt x="42256" y="21110"/>
                    </a:lnTo>
                    <a:cubicBezTo>
                      <a:pt x="42256" y="9518"/>
                      <a:pt x="32858" y="120"/>
                      <a:pt x="21266" y="1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1" name="Freeform: Shape 4580">
                <a:extLst>
                  <a:ext uri="{FF2B5EF4-FFF2-40B4-BE49-F238E27FC236}">
                    <a16:creationId xmlns:a16="http://schemas.microsoft.com/office/drawing/2014/main" id="{15944F91-8285-7B00-74BF-7900E4AB1FE4}"/>
                  </a:ext>
                </a:extLst>
              </p:cNvPr>
              <p:cNvSpPr/>
              <p:nvPr/>
            </p:nvSpPr>
            <p:spPr>
              <a:xfrm>
                <a:off x="1816868" y="7706153"/>
                <a:ext cx="37180" cy="37180"/>
              </a:xfrm>
              <a:custGeom>
                <a:avLst/>
                <a:gdLst>
                  <a:gd name="connsiteX0" fmla="*/ 37450 w 37180"/>
                  <a:gd name="connsiteY0" fmla="*/ 18726 h 37180"/>
                  <a:gd name="connsiteX1" fmla="*/ 18860 w 37180"/>
                  <a:gd name="connsiteY1" fmla="*/ 37317 h 37180"/>
                  <a:gd name="connsiteX2" fmla="*/ 270 w 37180"/>
                  <a:gd name="connsiteY2" fmla="*/ 18726 h 37180"/>
                  <a:gd name="connsiteX3" fmla="*/ 18860 w 37180"/>
                  <a:gd name="connsiteY3" fmla="*/ 136 h 37180"/>
                  <a:gd name="connsiteX4" fmla="*/ 37450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26"/>
                    </a:moveTo>
                    <a:cubicBezTo>
                      <a:pt x="37450" y="28993"/>
                      <a:pt x="29127" y="37317"/>
                      <a:pt x="18860" y="37317"/>
                    </a:cubicBezTo>
                    <a:cubicBezTo>
                      <a:pt x="8593" y="37317"/>
                      <a:pt x="270" y="28993"/>
                      <a:pt x="270" y="18726"/>
                    </a:cubicBezTo>
                    <a:cubicBezTo>
                      <a:pt x="270" y="8459"/>
                      <a:pt x="8593" y="136"/>
                      <a:pt x="18860" y="136"/>
                    </a:cubicBezTo>
                    <a:cubicBezTo>
                      <a:pt x="29127" y="136"/>
                      <a:pt x="37450" y="8459"/>
                      <a:pt x="37450" y="18726"/>
                    </a:cubicBezTo>
                    <a:close/>
                  </a:path>
                </a:pathLst>
              </a:custGeom>
              <a:solidFill>
                <a:srgbClr val="F7E6E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2" name="Freeform: Shape 4581">
                <a:extLst>
                  <a:ext uri="{FF2B5EF4-FFF2-40B4-BE49-F238E27FC236}">
                    <a16:creationId xmlns:a16="http://schemas.microsoft.com/office/drawing/2014/main" id="{87884880-5A12-7257-39F9-B6C305F54BC0}"/>
                  </a:ext>
                </a:extLst>
              </p:cNvPr>
              <p:cNvSpPr/>
              <p:nvPr/>
            </p:nvSpPr>
            <p:spPr>
              <a:xfrm>
                <a:off x="1814468" y="7703753"/>
                <a:ext cx="41981" cy="41981"/>
              </a:xfrm>
              <a:custGeom>
                <a:avLst/>
                <a:gdLst>
                  <a:gd name="connsiteX0" fmla="*/ 21260 w 41981"/>
                  <a:gd name="connsiteY0" fmla="*/ 4936 h 41981"/>
                  <a:gd name="connsiteX1" fmla="*/ 37450 w 41981"/>
                  <a:gd name="connsiteY1" fmla="*/ 21126 h 41981"/>
                  <a:gd name="connsiteX2" fmla="*/ 37450 w 41981"/>
                  <a:gd name="connsiteY2" fmla="*/ 21126 h 41981"/>
                  <a:gd name="connsiteX3" fmla="*/ 21260 w 41981"/>
                  <a:gd name="connsiteY3" fmla="*/ 37317 h 41981"/>
                  <a:gd name="connsiteX4" fmla="*/ 5070 w 41981"/>
                  <a:gd name="connsiteY4" fmla="*/ 21126 h 41981"/>
                  <a:gd name="connsiteX5" fmla="*/ 21260 w 41981"/>
                  <a:gd name="connsiteY5" fmla="*/ 4936 h 41981"/>
                  <a:gd name="connsiteX6" fmla="*/ 21260 w 41981"/>
                  <a:gd name="connsiteY6" fmla="*/ 136 h 41981"/>
                  <a:gd name="connsiteX7" fmla="*/ 270 w 41981"/>
                  <a:gd name="connsiteY7" fmla="*/ 21126 h 41981"/>
                  <a:gd name="connsiteX8" fmla="*/ 21260 w 41981"/>
                  <a:gd name="connsiteY8" fmla="*/ 42117 h 41981"/>
                  <a:gd name="connsiteX9" fmla="*/ 42251 w 41981"/>
                  <a:gd name="connsiteY9" fmla="*/ 21126 h 41981"/>
                  <a:gd name="connsiteX10" fmla="*/ 42251 w 41981"/>
                  <a:gd name="connsiteY10" fmla="*/ 21126 h 41981"/>
                  <a:gd name="connsiteX11" fmla="*/ 21260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36"/>
                    </a:moveTo>
                    <a:cubicBezTo>
                      <a:pt x="30202" y="4936"/>
                      <a:pt x="37450" y="12185"/>
                      <a:pt x="37450" y="21126"/>
                    </a:cubicBezTo>
                    <a:lnTo>
                      <a:pt x="37450" y="21126"/>
                    </a:lnTo>
                    <a:cubicBezTo>
                      <a:pt x="37450" y="30068"/>
                      <a:pt x="30202" y="37317"/>
                      <a:pt x="21260" y="37317"/>
                    </a:cubicBezTo>
                    <a:cubicBezTo>
                      <a:pt x="12318" y="37317"/>
                      <a:pt x="5070" y="30068"/>
                      <a:pt x="5070" y="21126"/>
                    </a:cubicBezTo>
                    <a:cubicBezTo>
                      <a:pt x="5070" y="12185"/>
                      <a:pt x="12318" y="4936"/>
                      <a:pt x="21260" y="4936"/>
                    </a:cubicBezTo>
                    <a:close/>
                    <a:moveTo>
                      <a:pt x="21260" y="136"/>
                    </a:moveTo>
                    <a:cubicBezTo>
                      <a:pt x="9668" y="136"/>
                      <a:pt x="270" y="9534"/>
                      <a:pt x="270" y="21126"/>
                    </a:cubicBezTo>
                    <a:cubicBezTo>
                      <a:pt x="270" y="32719"/>
                      <a:pt x="9668" y="42117"/>
                      <a:pt x="21260" y="42117"/>
                    </a:cubicBezTo>
                    <a:cubicBezTo>
                      <a:pt x="32853" y="42117"/>
                      <a:pt x="42251" y="32719"/>
                      <a:pt x="42251" y="21126"/>
                    </a:cubicBezTo>
                    <a:lnTo>
                      <a:pt x="42251" y="21126"/>
                    </a:lnTo>
                    <a:cubicBezTo>
                      <a:pt x="42251" y="9534"/>
                      <a:pt x="32853" y="136"/>
                      <a:pt x="21260" y="13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3" name="Freeform: Shape 4582">
                <a:extLst>
                  <a:ext uri="{FF2B5EF4-FFF2-40B4-BE49-F238E27FC236}">
                    <a16:creationId xmlns:a16="http://schemas.microsoft.com/office/drawing/2014/main" id="{AE45B4C4-A0CE-3220-B2AE-AF312F287233}"/>
                  </a:ext>
                </a:extLst>
              </p:cNvPr>
              <p:cNvSpPr/>
              <p:nvPr/>
            </p:nvSpPr>
            <p:spPr>
              <a:xfrm>
                <a:off x="1902842" y="7754894"/>
                <a:ext cx="37180" cy="37180"/>
              </a:xfrm>
              <a:custGeom>
                <a:avLst/>
                <a:gdLst>
                  <a:gd name="connsiteX0" fmla="*/ 37465 w 37180"/>
                  <a:gd name="connsiteY0" fmla="*/ 18735 h 37180"/>
                  <a:gd name="connsiteX1" fmla="*/ 18875 w 37180"/>
                  <a:gd name="connsiteY1" fmla="*/ 37325 h 37180"/>
                  <a:gd name="connsiteX2" fmla="*/ 285 w 37180"/>
                  <a:gd name="connsiteY2" fmla="*/ 18735 h 37180"/>
                  <a:gd name="connsiteX3" fmla="*/ 18875 w 37180"/>
                  <a:gd name="connsiteY3" fmla="*/ 144 h 37180"/>
                  <a:gd name="connsiteX4" fmla="*/ 37465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35"/>
                    </a:moveTo>
                    <a:cubicBezTo>
                      <a:pt x="37465" y="29002"/>
                      <a:pt x="29142" y="37325"/>
                      <a:pt x="18875" y="37325"/>
                    </a:cubicBezTo>
                    <a:cubicBezTo>
                      <a:pt x="8608" y="37325"/>
                      <a:pt x="285" y="29002"/>
                      <a:pt x="285" y="18735"/>
                    </a:cubicBezTo>
                    <a:cubicBezTo>
                      <a:pt x="285" y="8468"/>
                      <a:pt x="8608" y="144"/>
                      <a:pt x="18875" y="144"/>
                    </a:cubicBezTo>
                    <a:cubicBezTo>
                      <a:pt x="29142" y="144"/>
                      <a:pt x="37465" y="8468"/>
                      <a:pt x="37465" y="18735"/>
                    </a:cubicBezTo>
                    <a:close/>
                  </a:path>
                </a:pathLst>
              </a:custGeom>
              <a:solidFill>
                <a:srgbClr val="CCF7C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4" name="Freeform: Shape 4583">
                <a:extLst>
                  <a:ext uri="{FF2B5EF4-FFF2-40B4-BE49-F238E27FC236}">
                    <a16:creationId xmlns:a16="http://schemas.microsoft.com/office/drawing/2014/main" id="{781C2BF8-442D-CF02-5731-5D80271B87F7}"/>
                  </a:ext>
                </a:extLst>
              </p:cNvPr>
              <p:cNvSpPr/>
              <p:nvPr/>
            </p:nvSpPr>
            <p:spPr>
              <a:xfrm>
                <a:off x="1900442" y="7752494"/>
                <a:ext cx="41981" cy="41981"/>
              </a:xfrm>
              <a:custGeom>
                <a:avLst/>
                <a:gdLst>
                  <a:gd name="connsiteX0" fmla="*/ 21275 w 41981"/>
                  <a:gd name="connsiteY0" fmla="*/ 4945 h 41981"/>
                  <a:gd name="connsiteX1" fmla="*/ 37465 w 41981"/>
                  <a:gd name="connsiteY1" fmla="*/ 21135 h 41981"/>
                  <a:gd name="connsiteX2" fmla="*/ 37465 w 41981"/>
                  <a:gd name="connsiteY2" fmla="*/ 21135 h 41981"/>
                  <a:gd name="connsiteX3" fmla="*/ 21275 w 41981"/>
                  <a:gd name="connsiteY3" fmla="*/ 37325 h 41981"/>
                  <a:gd name="connsiteX4" fmla="*/ 5085 w 41981"/>
                  <a:gd name="connsiteY4" fmla="*/ 21135 h 41981"/>
                  <a:gd name="connsiteX5" fmla="*/ 21275 w 41981"/>
                  <a:gd name="connsiteY5" fmla="*/ 4945 h 41981"/>
                  <a:gd name="connsiteX6" fmla="*/ 21275 w 41981"/>
                  <a:gd name="connsiteY6" fmla="*/ 144 h 41981"/>
                  <a:gd name="connsiteX7" fmla="*/ 285 w 41981"/>
                  <a:gd name="connsiteY7" fmla="*/ 21135 h 41981"/>
                  <a:gd name="connsiteX8" fmla="*/ 21275 w 41981"/>
                  <a:gd name="connsiteY8" fmla="*/ 42126 h 41981"/>
                  <a:gd name="connsiteX9" fmla="*/ 42266 w 41981"/>
                  <a:gd name="connsiteY9" fmla="*/ 21135 h 41981"/>
                  <a:gd name="connsiteX10" fmla="*/ 42266 w 41981"/>
                  <a:gd name="connsiteY10" fmla="*/ 21135 h 41981"/>
                  <a:gd name="connsiteX11" fmla="*/ 21275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45"/>
                    </a:moveTo>
                    <a:cubicBezTo>
                      <a:pt x="30217" y="4945"/>
                      <a:pt x="37465" y="12193"/>
                      <a:pt x="37465" y="21135"/>
                    </a:cubicBezTo>
                    <a:lnTo>
                      <a:pt x="37465" y="21135"/>
                    </a:lnTo>
                    <a:cubicBezTo>
                      <a:pt x="37465" y="30077"/>
                      <a:pt x="30217" y="37325"/>
                      <a:pt x="21275" y="37325"/>
                    </a:cubicBezTo>
                    <a:cubicBezTo>
                      <a:pt x="12333" y="37325"/>
                      <a:pt x="5085" y="30077"/>
                      <a:pt x="5085" y="21135"/>
                    </a:cubicBezTo>
                    <a:cubicBezTo>
                      <a:pt x="5085" y="12193"/>
                      <a:pt x="12333" y="4945"/>
                      <a:pt x="21275" y="4945"/>
                    </a:cubicBezTo>
                    <a:close/>
                    <a:moveTo>
                      <a:pt x="21275" y="144"/>
                    </a:moveTo>
                    <a:cubicBezTo>
                      <a:pt x="9683" y="144"/>
                      <a:pt x="285" y="9542"/>
                      <a:pt x="285" y="21135"/>
                    </a:cubicBezTo>
                    <a:cubicBezTo>
                      <a:pt x="285" y="32727"/>
                      <a:pt x="9683" y="42126"/>
                      <a:pt x="21275" y="42126"/>
                    </a:cubicBezTo>
                    <a:cubicBezTo>
                      <a:pt x="32868" y="42126"/>
                      <a:pt x="42266" y="32727"/>
                      <a:pt x="42266" y="21135"/>
                    </a:cubicBezTo>
                    <a:lnTo>
                      <a:pt x="42266" y="21135"/>
                    </a:lnTo>
                    <a:cubicBezTo>
                      <a:pt x="42266" y="9542"/>
                      <a:pt x="32868" y="144"/>
                      <a:pt x="21275" y="14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5" name="Freeform: Shape 4584">
                <a:extLst>
                  <a:ext uri="{FF2B5EF4-FFF2-40B4-BE49-F238E27FC236}">
                    <a16:creationId xmlns:a16="http://schemas.microsoft.com/office/drawing/2014/main" id="{12414418-A861-43B1-E82F-ECB893B234E4}"/>
                  </a:ext>
                </a:extLst>
              </p:cNvPr>
              <p:cNvSpPr/>
              <p:nvPr/>
            </p:nvSpPr>
            <p:spPr>
              <a:xfrm>
                <a:off x="1898453" y="7822920"/>
                <a:ext cx="37180" cy="37180"/>
              </a:xfrm>
              <a:custGeom>
                <a:avLst/>
                <a:gdLst>
                  <a:gd name="connsiteX0" fmla="*/ 37465 w 37180"/>
                  <a:gd name="connsiteY0" fmla="*/ 18747 h 37180"/>
                  <a:gd name="connsiteX1" fmla="*/ 18874 w 37180"/>
                  <a:gd name="connsiteY1" fmla="*/ 37337 h 37180"/>
                  <a:gd name="connsiteX2" fmla="*/ 284 w 37180"/>
                  <a:gd name="connsiteY2" fmla="*/ 18747 h 37180"/>
                  <a:gd name="connsiteX3" fmla="*/ 18874 w 37180"/>
                  <a:gd name="connsiteY3" fmla="*/ 156 h 37180"/>
                  <a:gd name="connsiteX4" fmla="*/ 37465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47"/>
                    </a:moveTo>
                    <a:cubicBezTo>
                      <a:pt x="37465" y="29014"/>
                      <a:pt x="29141" y="37337"/>
                      <a:pt x="18874" y="37337"/>
                    </a:cubicBezTo>
                    <a:cubicBezTo>
                      <a:pt x="8607" y="37337"/>
                      <a:pt x="284" y="29014"/>
                      <a:pt x="284" y="18747"/>
                    </a:cubicBezTo>
                    <a:cubicBezTo>
                      <a:pt x="284" y="8479"/>
                      <a:pt x="8607" y="156"/>
                      <a:pt x="18874" y="156"/>
                    </a:cubicBezTo>
                    <a:cubicBezTo>
                      <a:pt x="29141" y="156"/>
                      <a:pt x="37465" y="8479"/>
                      <a:pt x="37465" y="18747"/>
                    </a:cubicBezTo>
                    <a:close/>
                  </a:path>
                </a:pathLst>
              </a:custGeom>
              <a:solidFill>
                <a:srgbClr val="F7F1F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6" name="Freeform: Shape 4585">
                <a:extLst>
                  <a:ext uri="{FF2B5EF4-FFF2-40B4-BE49-F238E27FC236}">
                    <a16:creationId xmlns:a16="http://schemas.microsoft.com/office/drawing/2014/main" id="{8241DD8F-368B-EA37-5C98-BA6EC8598124}"/>
                  </a:ext>
                </a:extLst>
              </p:cNvPr>
              <p:cNvSpPr/>
              <p:nvPr/>
            </p:nvSpPr>
            <p:spPr>
              <a:xfrm>
                <a:off x="1896052" y="7820520"/>
                <a:ext cx="41981" cy="41981"/>
              </a:xfrm>
              <a:custGeom>
                <a:avLst/>
                <a:gdLst>
                  <a:gd name="connsiteX0" fmla="*/ 21274 w 41981"/>
                  <a:gd name="connsiteY0" fmla="*/ 4957 h 41981"/>
                  <a:gd name="connsiteX1" fmla="*/ 37465 w 41981"/>
                  <a:gd name="connsiteY1" fmla="*/ 21147 h 41981"/>
                  <a:gd name="connsiteX2" fmla="*/ 37465 w 41981"/>
                  <a:gd name="connsiteY2" fmla="*/ 21147 h 41981"/>
                  <a:gd name="connsiteX3" fmla="*/ 21274 w 41981"/>
                  <a:gd name="connsiteY3" fmla="*/ 37337 h 41981"/>
                  <a:gd name="connsiteX4" fmla="*/ 5084 w 41981"/>
                  <a:gd name="connsiteY4" fmla="*/ 21147 h 41981"/>
                  <a:gd name="connsiteX5" fmla="*/ 21274 w 41981"/>
                  <a:gd name="connsiteY5" fmla="*/ 4957 h 41981"/>
                  <a:gd name="connsiteX6" fmla="*/ 21274 w 41981"/>
                  <a:gd name="connsiteY6" fmla="*/ 156 h 41981"/>
                  <a:gd name="connsiteX7" fmla="*/ 284 w 41981"/>
                  <a:gd name="connsiteY7" fmla="*/ 21147 h 41981"/>
                  <a:gd name="connsiteX8" fmla="*/ 21274 w 41981"/>
                  <a:gd name="connsiteY8" fmla="*/ 42137 h 41981"/>
                  <a:gd name="connsiteX9" fmla="*/ 42265 w 41981"/>
                  <a:gd name="connsiteY9" fmla="*/ 21147 h 41981"/>
                  <a:gd name="connsiteX10" fmla="*/ 42265 w 41981"/>
                  <a:gd name="connsiteY10" fmla="*/ 21147 h 41981"/>
                  <a:gd name="connsiteX11" fmla="*/ 21274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57"/>
                    </a:moveTo>
                    <a:cubicBezTo>
                      <a:pt x="30216" y="4957"/>
                      <a:pt x="37465" y="12205"/>
                      <a:pt x="37465" y="21147"/>
                    </a:cubicBezTo>
                    <a:lnTo>
                      <a:pt x="37465" y="21147"/>
                    </a:lnTo>
                    <a:cubicBezTo>
                      <a:pt x="37465" y="30089"/>
                      <a:pt x="30216" y="37337"/>
                      <a:pt x="21274" y="37337"/>
                    </a:cubicBezTo>
                    <a:cubicBezTo>
                      <a:pt x="12333" y="37337"/>
                      <a:pt x="5084" y="30089"/>
                      <a:pt x="5084" y="21147"/>
                    </a:cubicBezTo>
                    <a:cubicBezTo>
                      <a:pt x="5084" y="12205"/>
                      <a:pt x="12333" y="4957"/>
                      <a:pt x="21274" y="4957"/>
                    </a:cubicBezTo>
                    <a:close/>
                    <a:moveTo>
                      <a:pt x="21274" y="156"/>
                    </a:moveTo>
                    <a:cubicBezTo>
                      <a:pt x="9682" y="156"/>
                      <a:pt x="284" y="9554"/>
                      <a:pt x="284" y="21147"/>
                    </a:cubicBezTo>
                    <a:cubicBezTo>
                      <a:pt x="284" y="32739"/>
                      <a:pt x="9682" y="42137"/>
                      <a:pt x="21274" y="42137"/>
                    </a:cubicBezTo>
                    <a:cubicBezTo>
                      <a:pt x="32867" y="42137"/>
                      <a:pt x="42265" y="32739"/>
                      <a:pt x="42265" y="21147"/>
                    </a:cubicBezTo>
                    <a:lnTo>
                      <a:pt x="42265" y="21147"/>
                    </a:lnTo>
                    <a:cubicBezTo>
                      <a:pt x="42265" y="9554"/>
                      <a:pt x="32867" y="156"/>
                      <a:pt x="21274" y="15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7" name="Freeform: Shape 4586">
                <a:extLst>
                  <a:ext uri="{FF2B5EF4-FFF2-40B4-BE49-F238E27FC236}">
                    <a16:creationId xmlns:a16="http://schemas.microsoft.com/office/drawing/2014/main" id="{B8A6C6EE-826E-B5E9-DAA5-58E624FCCD41}"/>
                  </a:ext>
                </a:extLst>
              </p:cNvPr>
              <p:cNvSpPr/>
              <p:nvPr/>
            </p:nvSpPr>
            <p:spPr>
              <a:xfrm>
                <a:off x="1906206" y="7792075"/>
                <a:ext cx="37180" cy="37180"/>
              </a:xfrm>
              <a:custGeom>
                <a:avLst/>
                <a:gdLst>
                  <a:gd name="connsiteX0" fmla="*/ 37466 w 37180"/>
                  <a:gd name="connsiteY0" fmla="*/ 18741 h 37180"/>
                  <a:gd name="connsiteX1" fmla="*/ 18876 w 37180"/>
                  <a:gd name="connsiteY1" fmla="*/ 37332 h 37180"/>
                  <a:gd name="connsiteX2" fmla="*/ 285 w 37180"/>
                  <a:gd name="connsiteY2" fmla="*/ 18741 h 37180"/>
                  <a:gd name="connsiteX3" fmla="*/ 18876 w 37180"/>
                  <a:gd name="connsiteY3" fmla="*/ 151 h 37180"/>
                  <a:gd name="connsiteX4" fmla="*/ 37466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41"/>
                    </a:moveTo>
                    <a:cubicBezTo>
                      <a:pt x="37466" y="29008"/>
                      <a:pt x="29143" y="37332"/>
                      <a:pt x="18876" y="37332"/>
                    </a:cubicBezTo>
                    <a:cubicBezTo>
                      <a:pt x="8608" y="37332"/>
                      <a:pt x="285" y="29008"/>
                      <a:pt x="285" y="18741"/>
                    </a:cubicBezTo>
                    <a:cubicBezTo>
                      <a:pt x="285" y="8474"/>
                      <a:pt x="8608" y="151"/>
                      <a:pt x="18876" y="151"/>
                    </a:cubicBezTo>
                    <a:cubicBezTo>
                      <a:pt x="29143" y="151"/>
                      <a:pt x="37466" y="8474"/>
                      <a:pt x="37466" y="18741"/>
                    </a:cubicBezTo>
                    <a:close/>
                  </a:path>
                </a:pathLst>
              </a:custGeom>
              <a:solidFill>
                <a:srgbClr val="F7F2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8" name="Freeform: Shape 4587">
                <a:extLst>
                  <a:ext uri="{FF2B5EF4-FFF2-40B4-BE49-F238E27FC236}">
                    <a16:creationId xmlns:a16="http://schemas.microsoft.com/office/drawing/2014/main" id="{670AD0BE-0889-CB0F-B9A3-19B29042F661}"/>
                  </a:ext>
                </a:extLst>
              </p:cNvPr>
              <p:cNvSpPr/>
              <p:nvPr/>
            </p:nvSpPr>
            <p:spPr>
              <a:xfrm>
                <a:off x="1903805" y="7789675"/>
                <a:ext cx="41981" cy="41981"/>
              </a:xfrm>
              <a:custGeom>
                <a:avLst/>
                <a:gdLst>
                  <a:gd name="connsiteX0" fmla="*/ 21276 w 41981"/>
                  <a:gd name="connsiteY0" fmla="*/ 4951 h 41981"/>
                  <a:gd name="connsiteX1" fmla="*/ 37466 w 41981"/>
                  <a:gd name="connsiteY1" fmla="*/ 21141 h 41981"/>
                  <a:gd name="connsiteX2" fmla="*/ 37466 w 41981"/>
                  <a:gd name="connsiteY2" fmla="*/ 21141 h 41981"/>
                  <a:gd name="connsiteX3" fmla="*/ 21276 w 41981"/>
                  <a:gd name="connsiteY3" fmla="*/ 37332 h 41981"/>
                  <a:gd name="connsiteX4" fmla="*/ 5086 w 41981"/>
                  <a:gd name="connsiteY4" fmla="*/ 21141 h 41981"/>
                  <a:gd name="connsiteX5" fmla="*/ 21276 w 41981"/>
                  <a:gd name="connsiteY5" fmla="*/ 4951 h 41981"/>
                  <a:gd name="connsiteX6" fmla="*/ 21276 w 41981"/>
                  <a:gd name="connsiteY6" fmla="*/ 151 h 41981"/>
                  <a:gd name="connsiteX7" fmla="*/ 285 w 41981"/>
                  <a:gd name="connsiteY7" fmla="*/ 21141 h 41981"/>
                  <a:gd name="connsiteX8" fmla="*/ 21276 w 41981"/>
                  <a:gd name="connsiteY8" fmla="*/ 42132 h 41981"/>
                  <a:gd name="connsiteX9" fmla="*/ 42266 w 41981"/>
                  <a:gd name="connsiteY9" fmla="*/ 21141 h 41981"/>
                  <a:gd name="connsiteX10" fmla="*/ 42266 w 41981"/>
                  <a:gd name="connsiteY10" fmla="*/ 21141 h 41981"/>
                  <a:gd name="connsiteX11" fmla="*/ 21276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51"/>
                    </a:moveTo>
                    <a:cubicBezTo>
                      <a:pt x="30218" y="4951"/>
                      <a:pt x="37466" y="12200"/>
                      <a:pt x="37466" y="21141"/>
                    </a:cubicBezTo>
                    <a:lnTo>
                      <a:pt x="37466" y="21141"/>
                    </a:lnTo>
                    <a:cubicBezTo>
                      <a:pt x="37466" y="30083"/>
                      <a:pt x="30218" y="37332"/>
                      <a:pt x="21276" y="37332"/>
                    </a:cubicBezTo>
                    <a:cubicBezTo>
                      <a:pt x="12334" y="37332"/>
                      <a:pt x="5086" y="30083"/>
                      <a:pt x="5086" y="21141"/>
                    </a:cubicBezTo>
                    <a:cubicBezTo>
                      <a:pt x="5086" y="12200"/>
                      <a:pt x="12334" y="4951"/>
                      <a:pt x="21276" y="4951"/>
                    </a:cubicBezTo>
                    <a:close/>
                    <a:moveTo>
                      <a:pt x="21276" y="151"/>
                    </a:moveTo>
                    <a:cubicBezTo>
                      <a:pt x="9683" y="151"/>
                      <a:pt x="285" y="9549"/>
                      <a:pt x="285" y="21141"/>
                    </a:cubicBezTo>
                    <a:cubicBezTo>
                      <a:pt x="285" y="32734"/>
                      <a:pt x="9683" y="42132"/>
                      <a:pt x="21276" y="42132"/>
                    </a:cubicBezTo>
                    <a:cubicBezTo>
                      <a:pt x="32868" y="42132"/>
                      <a:pt x="42266" y="32734"/>
                      <a:pt x="42266" y="21141"/>
                    </a:cubicBezTo>
                    <a:lnTo>
                      <a:pt x="42266" y="21141"/>
                    </a:lnTo>
                    <a:cubicBezTo>
                      <a:pt x="42266" y="9549"/>
                      <a:pt x="32868" y="151"/>
                      <a:pt x="21276"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89" name="Freeform: Shape 4588">
                <a:extLst>
                  <a:ext uri="{FF2B5EF4-FFF2-40B4-BE49-F238E27FC236}">
                    <a16:creationId xmlns:a16="http://schemas.microsoft.com/office/drawing/2014/main" id="{6FB6EFCF-647F-14FC-1EE4-AD6C43C9E938}"/>
                  </a:ext>
                </a:extLst>
              </p:cNvPr>
              <p:cNvSpPr/>
              <p:nvPr/>
            </p:nvSpPr>
            <p:spPr>
              <a:xfrm>
                <a:off x="1776237" y="7899994"/>
                <a:ext cx="37180" cy="37180"/>
              </a:xfrm>
              <a:custGeom>
                <a:avLst/>
                <a:gdLst>
                  <a:gd name="connsiteX0" fmla="*/ 37443 w 37180"/>
                  <a:gd name="connsiteY0" fmla="*/ 18760 h 37180"/>
                  <a:gd name="connsiteX1" fmla="*/ 18853 w 37180"/>
                  <a:gd name="connsiteY1" fmla="*/ 37350 h 37180"/>
                  <a:gd name="connsiteX2" fmla="*/ 263 w 37180"/>
                  <a:gd name="connsiteY2" fmla="*/ 18760 h 37180"/>
                  <a:gd name="connsiteX3" fmla="*/ 18853 w 37180"/>
                  <a:gd name="connsiteY3" fmla="*/ 170 h 37180"/>
                  <a:gd name="connsiteX4" fmla="*/ 3744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0"/>
                    </a:moveTo>
                    <a:cubicBezTo>
                      <a:pt x="37443" y="29027"/>
                      <a:pt x="29120" y="37350"/>
                      <a:pt x="18853" y="37350"/>
                    </a:cubicBezTo>
                    <a:cubicBezTo>
                      <a:pt x="8586" y="37350"/>
                      <a:pt x="263" y="29027"/>
                      <a:pt x="263" y="18760"/>
                    </a:cubicBezTo>
                    <a:cubicBezTo>
                      <a:pt x="263" y="8493"/>
                      <a:pt x="8586" y="170"/>
                      <a:pt x="18853" y="170"/>
                    </a:cubicBezTo>
                    <a:cubicBezTo>
                      <a:pt x="29120" y="170"/>
                      <a:pt x="37443" y="8493"/>
                      <a:pt x="37443" y="18760"/>
                    </a:cubicBezTo>
                    <a:close/>
                  </a:path>
                </a:pathLst>
              </a:custGeom>
              <a:solidFill>
                <a:srgbClr val="F2F7F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0" name="Freeform: Shape 4589">
                <a:extLst>
                  <a:ext uri="{FF2B5EF4-FFF2-40B4-BE49-F238E27FC236}">
                    <a16:creationId xmlns:a16="http://schemas.microsoft.com/office/drawing/2014/main" id="{CA633D0E-7B80-5DF6-36F9-431922F889F9}"/>
                  </a:ext>
                </a:extLst>
              </p:cNvPr>
              <p:cNvSpPr/>
              <p:nvPr/>
            </p:nvSpPr>
            <p:spPr>
              <a:xfrm>
                <a:off x="1773837" y="7897594"/>
                <a:ext cx="41981" cy="41981"/>
              </a:xfrm>
              <a:custGeom>
                <a:avLst/>
                <a:gdLst>
                  <a:gd name="connsiteX0" fmla="*/ 21253 w 41981"/>
                  <a:gd name="connsiteY0" fmla="*/ 4970 h 41981"/>
                  <a:gd name="connsiteX1" fmla="*/ 37443 w 41981"/>
                  <a:gd name="connsiteY1" fmla="*/ 21160 h 41981"/>
                  <a:gd name="connsiteX2" fmla="*/ 37443 w 41981"/>
                  <a:gd name="connsiteY2" fmla="*/ 21160 h 41981"/>
                  <a:gd name="connsiteX3" fmla="*/ 21253 w 41981"/>
                  <a:gd name="connsiteY3" fmla="*/ 37350 h 41981"/>
                  <a:gd name="connsiteX4" fmla="*/ 5063 w 41981"/>
                  <a:gd name="connsiteY4" fmla="*/ 21160 h 41981"/>
                  <a:gd name="connsiteX5" fmla="*/ 21253 w 41981"/>
                  <a:gd name="connsiteY5" fmla="*/ 4970 h 41981"/>
                  <a:gd name="connsiteX6" fmla="*/ 21253 w 41981"/>
                  <a:gd name="connsiteY6" fmla="*/ 170 h 41981"/>
                  <a:gd name="connsiteX7" fmla="*/ 263 w 41981"/>
                  <a:gd name="connsiteY7" fmla="*/ 21160 h 41981"/>
                  <a:gd name="connsiteX8" fmla="*/ 21253 w 41981"/>
                  <a:gd name="connsiteY8" fmla="*/ 42151 h 41981"/>
                  <a:gd name="connsiteX9" fmla="*/ 42244 w 41981"/>
                  <a:gd name="connsiteY9" fmla="*/ 21160 h 41981"/>
                  <a:gd name="connsiteX10" fmla="*/ 42244 w 41981"/>
                  <a:gd name="connsiteY10" fmla="*/ 21160 h 41981"/>
                  <a:gd name="connsiteX11" fmla="*/ 2125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0"/>
                    </a:moveTo>
                    <a:cubicBezTo>
                      <a:pt x="30195" y="4970"/>
                      <a:pt x="37443" y="12218"/>
                      <a:pt x="37443" y="21160"/>
                    </a:cubicBezTo>
                    <a:lnTo>
                      <a:pt x="37443" y="21160"/>
                    </a:lnTo>
                    <a:cubicBezTo>
                      <a:pt x="37443" y="30102"/>
                      <a:pt x="30195" y="37350"/>
                      <a:pt x="21253" y="37350"/>
                    </a:cubicBezTo>
                    <a:cubicBezTo>
                      <a:pt x="12311" y="37350"/>
                      <a:pt x="5063" y="30102"/>
                      <a:pt x="5063" y="21160"/>
                    </a:cubicBezTo>
                    <a:cubicBezTo>
                      <a:pt x="5063" y="12218"/>
                      <a:pt x="12311" y="4970"/>
                      <a:pt x="21253" y="4970"/>
                    </a:cubicBezTo>
                    <a:close/>
                    <a:moveTo>
                      <a:pt x="21253" y="170"/>
                    </a:moveTo>
                    <a:cubicBezTo>
                      <a:pt x="9661" y="170"/>
                      <a:pt x="263" y="9568"/>
                      <a:pt x="263" y="21160"/>
                    </a:cubicBezTo>
                    <a:cubicBezTo>
                      <a:pt x="263" y="32753"/>
                      <a:pt x="9661" y="42151"/>
                      <a:pt x="21253" y="42151"/>
                    </a:cubicBezTo>
                    <a:cubicBezTo>
                      <a:pt x="32846" y="42151"/>
                      <a:pt x="42244" y="32753"/>
                      <a:pt x="42244" y="21160"/>
                    </a:cubicBezTo>
                    <a:lnTo>
                      <a:pt x="42244" y="21160"/>
                    </a:lnTo>
                    <a:cubicBezTo>
                      <a:pt x="42244" y="9568"/>
                      <a:pt x="32846" y="170"/>
                      <a:pt x="21253"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1" name="Freeform: Shape 4590">
                <a:extLst>
                  <a:ext uri="{FF2B5EF4-FFF2-40B4-BE49-F238E27FC236}">
                    <a16:creationId xmlns:a16="http://schemas.microsoft.com/office/drawing/2014/main" id="{0AA6782D-35EA-AC34-CA52-7B05D56D529D}"/>
                  </a:ext>
                </a:extLst>
              </p:cNvPr>
              <p:cNvSpPr/>
              <p:nvPr/>
            </p:nvSpPr>
            <p:spPr>
              <a:xfrm>
                <a:off x="1855103" y="7866898"/>
                <a:ext cx="37180" cy="37180"/>
              </a:xfrm>
              <a:custGeom>
                <a:avLst/>
                <a:gdLst>
                  <a:gd name="connsiteX0" fmla="*/ 37457 w 37180"/>
                  <a:gd name="connsiteY0" fmla="*/ 18754 h 37180"/>
                  <a:gd name="connsiteX1" fmla="*/ 18867 w 37180"/>
                  <a:gd name="connsiteY1" fmla="*/ 37345 h 37180"/>
                  <a:gd name="connsiteX2" fmla="*/ 276 w 37180"/>
                  <a:gd name="connsiteY2" fmla="*/ 18754 h 37180"/>
                  <a:gd name="connsiteX3" fmla="*/ 18867 w 37180"/>
                  <a:gd name="connsiteY3" fmla="*/ 164 h 37180"/>
                  <a:gd name="connsiteX4" fmla="*/ 37457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4"/>
                    </a:moveTo>
                    <a:cubicBezTo>
                      <a:pt x="37457" y="29021"/>
                      <a:pt x="29134" y="37345"/>
                      <a:pt x="18867" y="37345"/>
                    </a:cubicBezTo>
                    <a:cubicBezTo>
                      <a:pt x="8599" y="37345"/>
                      <a:pt x="276" y="29021"/>
                      <a:pt x="276" y="18754"/>
                    </a:cubicBezTo>
                    <a:cubicBezTo>
                      <a:pt x="276" y="8487"/>
                      <a:pt x="8599" y="164"/>
                      <a:pt x="18867" y="164"/>
                    </a:cubicBezTo>
                    <a:cubicBezTo>
                      <a:pt x="29134" y="164"/>
                      <a:pt x="37457" y="8487"/>
                      <a:pt x="37457" y="18754"/>
                    </a:cubicBezTo>
                    <a:close/>
                  </a:path>
                </a:pathLst>
              </a:custGeom>
              <a:solidFill>
                <a:srgbClr val="F7EBEB"/>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2" name="Freeform: Shape 4591">
                <a:extLst>
                  <a:ext uri="{FF2B5EF4-FFF2-40B4-BE49-F238E27FC236}">
                    <a16:creationId xmlns:a16="http://schemas.microsoft.com/office/drawing/2014/main" id="{AECB4C7F-2614-1936-1751-0BDF226C4B71}"/>
                  </a:ext>
                </a:extLst>
              </p:cNvPr>
              <p:cNvSpPr/>
              <p:nvPr/>
            </p:nvSpPr>
            <p:spPr>
              <a:xfrm>
                <a:off x="1852703" y="7864497"/>
                <a:ext cx="41981" cy="41981"/>
              </a:xfrm>
              <a:custGeom>
                <a:avLst/>
                <a:gdLst>
                  <a:gd name="connsiteX0" fmla="*/ 21267 w 41981"/>
                  <a:gd name="connsiteY0" fmla="*/ 4964 h 41981"/>
                  <a:gd name="connsiteX1" fmla="*/ 37457 w 41981"/>
                  <a:gd name="connsiteY1" fmla="*/ 21154 h 41981"/>
                  <a:gd name="connsiteX2" fmla="*/ 37457 w 41981"/>
                  <a:gd name="connsiteY2" fmla="*/ 21154 h 41981"/>
                  <a:gd name="connsiteX3" fmla="*/ 21267 w 41981"/>
                  <a:gd name="connsiteY3" fmla="*/ 37345 h 41981"/>
                  <a:gd name="connsiteX4" fmla="*/ 5077 w 41981"/>
                  <a:gd name="connsiteY4" fmla="*/ 21154 h 41981"/>
                  <a:gd name="connsiteX5" fmla="*/ 21267 w 41981"/>
                  <a:gd name="connsiteY5" fmla="*/ 4964 h 41981"/>
                  <a:gd name="connsiteX6" fmla="*/ 21267 w 41981"/>
                  <a:gd name="connsiteY6" fmla="*/ 164 h 41981"/>
                  <a:gd name="connsiteX7" fmla="*/ 276 w 41981"/>
                  <a:gd name="connsiteY7" fmla="*/ 21154 h 41981"/>
                  <a:gd name="connsiteX8" fmla="*/ 21267 w 41981"/>
                  <a:gd name="connsiteY8" fmla="*/ 42145 h 41981"/>
                  <a:gd name="connsiteX9" fmla="*/ 42257 w 41981"/>
                  <a:gd name="connsiteY9" fmla="*/ 21154 h 41981"/>
                  <a:gd name="connsiteX10" fmla="*/ 42257 w 41981"/>
                  <a:gd name="connsiteY10" fmla="*/ 21154 h 41981"/>
                  <a:gd name="connsiteX11" fmla="*/ 21267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4"/>
                    </a:moveTo>
                    <a:cubicBezTo>
                      <a:pt x="30209" y="4964"/>
                      <a:pt x="37457" y="12213"/>
                      <a:pt x="37457" y="21154"/>
                    </a:cubicBezTo>
                    <a:lnTo>
                      <a:pt x="37457" y="21154"/>
                    </a:lnTo>
                    <a:cubicBezTo>
                      <a:pt x="37457" y="30096"/>
                      <a:pt x="30209" y="37345"/>
                      <a:pt x="21267" y="37345"/>
                    </a:cubicBezTo>
                    <a:cubicBezTo>
                      <a:pt x="12325" y="37345"/>
                      <a:pt x="5077" y="30096"/>
                      <a:pt x="5077" y="21154"/>
                    </a:cubicBezTo>
                    <a:cubicBezTo>
                      <a:pt x="5077" y="12213"/>
                      <a:pt x="12325" y="4964"/>
                      <a:pt x="21267" y="4964"/>
                    </a:cubicBezTo>
                    <a:close/>
                    <a:moveTo>
                      <a:pt x="21267" y="164"/>
                    </a:moveTo>
                    <a:cubicBezTo>
                      <a:pt x="9674" y="164"/>
                      <a:pt x="276" y="9562"/>
                      <a:pt x="276" y="21154"/>
                    </a:cubicBezTo>
                    <a:cubicBezTo>
                      <a:pt x="276" y="32747"/>
                      <a:pt x="9674" y="42145"/>
                      <a:pt x="21267" y="42145"/>
                    </a:cubicBezTo>
                    <a:cubicBezTo>
                      <a:pt x="32859" y="42145"/>
                      <a:pt x="42257" y="32747"/>
                      <a:pt x="42257" y="21154"/>
                    </a:cubicBezTo>
                    <a:lnTo>
                      <a:pt x="42257" y="21154"/>
                    </a:lnTo>
                    <a:cubicBezTo>
                      <a:pt x="42257" y="9562"/>
                      <a:pt x="32859" y="164"/>
                      <a:pt x="21267" y="1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3" name="Freeform: Shape 4592">
                <a:extLst>
                  <a:ext uri="{FF2B5EF4-FFF2-40B4-BE49-F238E27FC236}">
                    <a16:creationId xmlns:a16="http://schemas.microsoft.com/office/drawing/2014/main" id="{2656DE79-CCFA-A922-12F7-268FD0B8ED6E}"/>
                  </a:ext>
                </a:extLst>
              </p:cNvPr>
              <p:cNvSpPr/>
              <p:nvPr/>
            </p:nvSpPr>
            <p:spPr>
              <a:xfrm>
                <a:off x="1906160" y="7841680"/>
                <a:ext cx="37180" cy="37180"/>
              </a:xfrm>
              <a:custGeom>
                <a:avLst/>
                <a:gdLst>
                  <a:gd name="connsiteX0" fmla="*/ 37466 w 37180"/>
                  <a:gd name="connsiteY0" fmla="*/ 18750 h 37180"/>
                  <a:gd name="connsiteX1" fmla="*/ 18876 w 37180"/>
                  <a:gd name="connsiteY1" fmla="*/ 37340 h 37180"/>
                  <a:gd name="connsiteX2" fmla="*/ 285 w 37180"/>
                  <a:gd name="connsiteY2" fmla="*/ 18750 h 37180"/>
                  <a:gd name="connsiteX3" fmla="*/ 18876 w 37180"/>
                  <a:gd name="connsiteY3" fmla="*/ 159 h 37180"/>
                  <a:gd name="connsiteX4" fmla="*/ 37466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50"/>
                    </a:moveTo>
                    <a:cubicBezTo>
                      <a:pt x="37466" y="29017"/>
                      <a:pt x="29143" y="37340"/>
                      <a:pt x="18876" y="37340"/>
                    </a:cubicBezTo>
                    <a:cubicBezTo>
                      <a:pt x="8608" y="37340"/>
                      <a:pt x="285" y="29017"/>
                      <a:pt x="285" y="18750"/>
                    </a:cubicBezTo>
                    <a:cubicBezTo>
                      <a:pt x="285" y="8483"/>
                      <a:pt x="8608" y="159"/>
                      <a:pt x="18876" y="159"/>
                    </a:cubicBezTo>
                    <a:cubicBezTo>
                      <a:pt x="29143" y="159"/>
                      <a:pt x="37466" y="8483"/>
                      <a:pt x="37466" y="18750"/>
                    </a:cubicBezTo>
                    <a:close/>
                  </a:path>
                </a:pathLst>
              </a:custGeom>
              <a:solidFill>
                <a:srgbClr val="E2F7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4" name="Freeform: Shape 4593">
                <a:extLst>
                  <a:ext uri="{FF2B5EF4-FFF2-40B4-BE49-F238E27FC236}">
                    <a16:creationId xmlns:a16="http://schemas.microsoft.com/office/drawing/2014/main" id="{D04B14B7-3413-EC18-3C61-B1CE253E5FE7}"/>
                  </a:ext>
                </a:extLst>
              </p:cNvPr>
              <p:cNvSpPr/>
              <p:nvPr/>
            </p:nvSpPr>
            <p:spPr>
              <a:xfrm>
                <a:off x="1903759" y="7839280"/>
                <a:ext cx="41981" cy="41981"/>
              </a:xfrm>
              <a:custGeom>
                <a:avLst/>
                <a:gdLst>
                  <a:gd name="connsiteX0" fmla="*/ 21276 w 41981"/>
                  <a:gd name="connsiteY0" fmla="*/ 4960 h 41981"/>
                  <a:gd name="connsiteX1" fmla="*/ 37466 w 41981"/>
                  <a:gd name="connsiteY1" fmla="*/ 21150 h 41981"/>
                  <a:gd name="connsiteX2" fmla="*/ 37466 w 41981"/>
                  <a:gd name="connsiteY2" fmla="*/ 21150 h 41981"/>
                  <a:gd name="connsiteX3" fmla="*/ 21276 w 41981"/>
                  <a:gd name="connsiteY3" fmla="*/ 37340 h 41981"/>
                  <a:gd name="connsiteX4" fmla="*/ 5086 w 41981"/>
                  <a:gd name="connsiteY4" fmla="*/ 21150 h 41981"/>
                  <a:gd name="connsiteX5" fmla="*/ 21276 w 41981"/>
                  <a:gd name="connsiteY5" fmla="*/ 4960 h 41981"/>
                  <a:gd name="connsiteX6" fmla="*/ 21276 w 41981"/>
                  <a:gd name="connsiteY6" fmla="*/ 159 h 41981"/>
                  <a:gd name="connsiteX7" fmla="*/ 285 w 41981"/>
                  <a:gd name="connsiteY7" fmla="*/ 21150 h 41981"/>
                  <a:gd name="connsiteX8" fmla="*/ 21276 w 41981"/>
                  <a:gd name="connsiteY8" fmla="*/ 42141 h 41981"/>
                  <a:gd name="connsiteX9" fmla="*/ 42266 w 41981"/>
                  <a:gd name="connsiteY9" fmla="*/ 21150 h 41981"/>
                  <a:gd name="connsiteX10" fmla="*/ 42266 w 41981"/>
                  <a:gd name="connsiteY10" fmla="*/ 21150 h 41981"/>
                  <a:gd name="connsiteX11" fmla="*/ 21276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60"/>
                    </a:moveTo>
                    <a:cubicBezTo>
                      <a:pt x="30218" y="4960"/>
                      <a:pt x="37466" y="12208"/>
                      <a:pt x="37466" y="21150"/>
                    </a:cubicBezTo>
                    <a:lnTo>
                      <a:pt x="37466" y="21150"/>
                    </a:lnTo>
                    <a:cubicBezTo>
                      <a:pt x="37466" y="30092"/>
                      <a:pt x="30218" y="37340"/>
                      <a:pt x="21276" y="37340"/>
                    </a:cubicBezTo>
                    <a:cubicBezTo>
                      <a:pt x="12334" y="37340"/>
                      <a:pt x="5086" y="30092"/>
                      <a:pt x="5086" y="21150"/>
                    </a:cubicBezTo>
                    <a:cubicBezTo>
                      <a:pt x="5086" y="12208"/>
                      <a:pt x="12334" y="4960"/>
                      <a:pt x="21276" y="4960"/>
                    </a:cubicBezTo>
                    <a:close/>
                    <a:moveTo>
                      <a:pt x="21276" y="159"/>
                    </a:moveTo>
                    <a:cubicBezTo>
                      <a:pt x="9683" y="159"/>
                      <a:pt x="285" y="9557"/>
                      <a:pt x="285" y="21150"/>
                    </a:cubicBezTo>
                    <a:cubicBezTo>
                      <a:pt x="285" y="32743"/>
                      <a:pt x="9683" y="42141"/>
                      <a:pt x="21276" y="42141"/>
                    </a:cubicBezTo>
                    <a:cubicBezTo>
                      <a:pt x="32868" y="42141"/>
                      <a:pt x="42266" y="32743"/>
                      <a:pt x="42266" y="21150"/>
                    </a:cubicBezTo>
                    <a:lnTo>
                      <a:pt x="42266" y="21150"/>
                    </a:lnTo>
                    <a:cubicBezTo>
                      <a:pt x="42266" y="9557"/>
                      <a:pt x="32868" y="159"/>
                      <a:pt x="21276" y="15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5" name="Freeform: Shape 4594">
                <a:extLst>
                  <a:ext uri="{FF2B5EF4-FFF2-40B4-BE49-F238E27FC236}">
                    <a16:creationId xmlns:a16="http://schemas.microsoft.com/office/drawing/2014/main" id="{4B06A59D-956B-48E6-9ABA-EE54D66EE3D0}"/>
                  </a:ext>
                </a:extLst>
              </p:cNvPr>
              <p:cNvSpPr/>
              <p:nvPr/>
            </p:nvSpPr>
            <p:spPr>
              <a:xfrm>
                <a:off x="1769083" y="7902252"/>
                <a:ext cx="37180" cy="37180"/>
              </a:xfrm>
              <a:custGeom>
                <a:avLst/>
                <a:gdLst>
                  <a:gd name="connsiteX0" fmla="*/ 37442 w 37180"/>
                  <a:gd name="connsiteY0" fmla="*/ 18760 h 37180"/>
                  <a:gd name="connsiteX1" fmla="*/ 18852 w 37180"/>
                  <a:gd name="connsiteY1" fmla="*/ 37351 h 37180"/>
                  <a:gd name="connsiteX2" fmla="*/ 261 w 37180"/>
                  <a:gd name="connsiteY2" fmla="*/ 18760 h 37180"/>
                  <a:gd name="connsiteX3" fmla="*/ 18852 w 37180"/>
                  <a:gd name="connsiteY3" fmla="*/ 170 h 37180"/>
                  <a:gd name="connsiteX4" fmla="*/ 37442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0"/>
                    </a:moveTo>
                    <a:cubicBezTo>
                      <a:pt x="37442" y="29027"/>
                      <a:pt x="29119" y="37351"/>
                      <a:pt x="18852" y="37351"/>
                    </a:cubicBezTo>
                    <a:cubicBezTo>
                      <a:pt x="8585" y="37351"/>
                      <a:pt x="261" y="29027"/>
                      <a:pt x="261" y="18760"/>
                    </a:cubicBezTo>
                    <a:cubicBezTo>
                      <a:pt x="261" y="8493"/>
                      <a:pt x="8585" y="170"/>
                      <a:pt x="18852" y="170"/>
                    </a:cubicBezTo>
                    <a:cubicBezTo>
                      <a:pt x="29119" y="170"/>
                      <a:pt x="37442" y="8493"/>
                      <a:pt x="37442" y="18760"/>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6" name="Freeform: Shape 4595">
                <a:extLst>
                  <a:ext uri="{FF2B5EF4-FFF2-40B4-BE49-F238E27FC236}">
                    <a16:creationId xmlns:a16="http://schemas.microsoft.com/office/drawing/2014/main" id="{7F3342E5-FB3E-C970-35B0-7BC259932160}"/>
                  </a:ext>
                </a:extLst>
              </p:cNvPr>
              <p:cNvSpPr/>
              <p:nvPr/>
            </p:nvSpPr>
            <p:spPr>
              <a:xfrm>
                <a:off x="1766683" y="7899852"/>
                <a:ext cx="41981" cy="41981"/>
              </a:xfrm>
              <a:custGeom>
                <a:avLst/>
                <a:gdLst>
                  <a:gd name="connsiteX0" fmla="*/ 21252 w 41981"/>
                  <a:gd name="connsiteY0" fmla="*/ 4970 h 41981"/>
                  <a:gd name="connsiteX1" fmla="*/ 37442 w 41981"/>
                  <a:gd name="connsiteY1" fmla="*/ 21160 h 41981"/>
                  <a:gd name="connsiteX2" fmla="*/ 37442 w 41981"/>
                  <a:gd name="connsiteY2" fmla="*/ 21160 h 41981"/>
                  <a:gd name="connsiteX3" fmla="*/ 21252 w 41981"/>
                  <a:gd name="connsiteY3" fmla="*/ 37351 h 41981"/>
                  <a:gd name="connsiteX4" fmla="*/ 5062 w 41981"/>
                  <a:gd name="connsiteY4" fmla="*/ 21160 h 41981"/>
                  <a:gd name="connsiteX5" fmla="*/ 21252 w 41981"/>
                  <a:gd name="connsiteY5" fmla="*/ 4970 h 41981"/>
                  <a:gd name="connsiteX6" fmla="*/ 21252 w 41981"/>
                  <a:gd name="connsiteY6" fmla="*/ 170 h 41981"/>
                  <a:gd name="connsiteX7" fmla="*/ 261 w 41981"/>
                  <a:gd name="connsiteY7" fmla="*/ 21160 h 41981"/>
                  <a:gd name="connsiteX8" fmla="*/ 21252 w 41981"/>
                  <a:gd name="connsiteY8" fmla="*/ 42151 h 41981"/>
                  <a:gd name="connsiteX9" fmla="*/ 42243 w 41981"/>
                  <a:gd name="connsiteY9" fmla="*/ 21160 h 41981"/>
                  <a:gd name="connsiteX10" fmla="*/ 42243 w 41981"/>
                  <a:gd name="connsiteY10" fmla="*/ 21160 h 41981"/>
                  <a:gd name="connsiteX11" fmla="*/ 21252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0"/>
                    </a:moveTo>
                    <a:cubicBezTo>
                      <a:pt x="30194" y="4970"/>
                      <a:pt x="37442" y="12219"/>
                      <a:pt x="37442" y="21160"/>
                    </a:cubicBezTo>
                    <a:lnTo>
                      <a:pt x="37442" y="21160"/>
                    </a:lnTo>
                    <a:cubicBezTo>
                      <a:pt x="37442" y="30102"/>
                      <a:pt x="30194" y="37351"/>
                      <a:pt x="21252" y="37351"/>
                    </a:cubicBezTo>
                    <a:cubicBezTo>
                      <a:pt x="12310" y="37351"/>
                      <a:pt x="5062" y="30102"/>
                      <a:pt x="5062" y="21160"/>
                    </a:cubicBezTo>
                    <a:cubicBezTo>
                      <a:pt x="5062" y="12219"/>
                      <a:pt x="12310" y="4970"/>
                      <a:pt x="21252" y="4970"/>
                    </a:cubicBezTo>
                    <a:close/>
                    <a:moveTo>
                      <a:pt x="21252" y="170"/>
                    </a:moveTo>
                    <a:cubicBezTo>
                      <a:pt x="9659" y="170"/>
                      <a:pt x="261" y="9568"/>
                      <a:pt x="261" y="21160"/>
                    </a:cubicBezTo>
                    <a:cubicBezTo>
                      <a:pt x="261" y="32753"/>
                      <a:pt x="9659" y="42151"/>
                      <a:pt x="21252" y="42151"/>
                    </a:cubicBezTo>
                    <a:cubicBezTo>
                      <a:pt x="32844" y="42151"/>
                      <a:pt x="42243" y="32753"/>
                      <a:pt x="42243" y="21160"/>
                    </a:cubicBezTo>
                    <a:lnTo>
                      <a:pt x="42243" y="21160"/>
                    </a:lnTo>
                    <a:cubicBezTo>
                      <a:pt x="42243" y="9568"/>
                      <a:pt x="32844" y="170"/>
                      <a:pt x="21252"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7" name="Freeform: Shape 4596">
                <a:extLst>
                  <a:ext uri="{FF2B5EF4-FFF2-40B4-BE49-F238E27FC236}">
                    <a16:creationId xmlns:a16="http://schemas.microsoft.com/office/drawing/2014/main" id="{A083561A-85EB-90F5-D722-9AC439ABC802}"/>
                  </a:ext>
                </a:extLst>
              </p:cNvPr>
              <p:cNvSpPr/>
              <p:nvPr/>
            </p:nvSpPr>
            <p:spPr>
              <a:xfrm>
                <a:off x="1732386" y="7637189"/>
                <a:ext cx="37180" cy="37180"/>
              </a:xfrm>
              <a:custGeom>
                <a:avLst/>
                <a:gdLst>
                  <a:gd name="connsiteX0" fmla="*/ 37436 w 37180"/>
                  <a:gd name="connsiteY0" fmla="*/ 18714 h 37180"/>
                  <a:gd name="connsiteX1" fmla="*/ 18845 w 37180"/>
                  <a:gd name="connsiteY1" fmla="*/ 37305 h 37180"/>
                  <a:gd name="connsiteX2" fmla="*/ 255 w 37180"/>
                  <a:gd name="connsiteY2" fmla="*/ 18714 h 37180"/>
                  <a:gd name="connsiteX3" fmla="*/ 18845 w 37180"/>
                  <a:gd name="connsiteY3" fmla="*/ 124 h 37180"/>
                  <a:gd name="connsiteX4" fmla="*/ 37436 w 37180"/>
                  <a:gd name="connsiteY4" fmla="*/ 1871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14"/>
                    </a:moveTo>
                    <a:cubicBezTo>
                      <a:pt x="37436" y="28981"/>
                      <a:pt x="29113" y="37305"/>
                      <a:pt x="18845" y="37305"/>
                    </a:cubicBezTo>
                    <a:cubicBezTo>
                      <a:pt x="8578" y="37305"/>
                      <a:pt x="255" y="28981"/>
                      <a:pt x="255" y="18714"/>
                    </a:cubicBezTo>
                    <a:cubicBezTo>
                      <a:pt x="255" y="8447"/>
                      <a:pt x="8578" y="124"/>
                      <a:pt x="18845" y="124"/>
                    </a:cubicBezTo>
                    <a:cubicBezTo>
                      <a:pt x="29113" y="124"/>
                      <a:pt x="37436" y="8447"/>
                      <a:pt x="37436" y="18714"/>
                    </a:cubicBezTo>
                    <a:close/>
                  </a:path>
                </a:pathLst>
              </a:custGeom>
              <a:solidFill>
                <a:srgbClr val="F7A57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8" name="Freeform: Shape 4597">
                <a:extLst>
                  <a:ext uri="{FF2B5EF4-FFF2-40B4-BE49-F238E27FC236}">
                    <a16:creationId xmlns:a16="http://schemas.microsoft.com/office/drawing/2014/main" id="{0F6D7016-1D2A-E921-05FC-E0809F5BA4CA}"/>
                  </a:ext>
                </a:extLst>
              </p:cNvPr>
              <p:cNvSpPr/>
              <p:nvPr/>
            </p:nvSpPr>
            <p:spPr>
              <a:xfrm>
                <a:off x="1729986" y="7634789"/>
                <a:ext cx="41981" cy="41981"/>
              </a:xfrm>
              <a:custGeom>
                <a:avLst/>
                <a:gdLst>
                  <a:gd name="connsiteX0" fmla="*/ 21246 w 41981"/>
                  <a:gd name="connsiteY0" fmla="*/ 4924 h 41981"/>
                  <a:gd name="connsiteX1" fmla="*/ 37436 w 41981"/>
                  <a:gd name="connsiteY1" fmla="*/ 21114 h 41981"/>
                  <a:gd name="connsiteX2" fmla="*/ 37436 w 41981"/>
                  <a:gd name="connsiteY2" fmla="*/ 21114 h 41981"/>
                  <a:gd name="connsiteX3" fmla="*/ 21246 w 41981"/>
                  <a:gd name="connsiteY3" fmla="*/ 37305 h 41981"/>
                  <a:gd name="connsiteX4" fmla="*/ 5055 w 41981"/>
                  <a:gd name="connsiteY4" fmla="*/ 21114 h 41981"/>
                  <a:gd name="connsiteX5" fmla="*/ 21246 w 41981"/>
                  <a:gd name="connsiteY5" fmla="*/ 4924 h 41981"/>
                  <a:gd name="connsiteX6" fmla="*/ 21246 w 41981"/>
                  <a:gd name="connsiteY6" fmla="*/ 124 h 41981"/>
                  <a:gd name="connsiteX7" fmla="*/ 255 w 41981"/>
                  <a:gd name="connsiteY7" fmla="*/ 21114 h 41981"/>
                  <a:gd name="connsiteX8" fmla="*/ 21246 w 41981"/>
                  <a:gd name="connsiteY8" fmla="*/ 42105 h 41981"/>
                  <a:gd name="connsiteX9" fmla="*/ 42236 w 41981"/>
                  <a:gd name="connsiteY9" fmla="*/ 21114 h 41981"/>
                  <a:gd name="connsiteX10" fmla="*/ 42236 w 41981"/>
                  <a:gd name="connsiteY10" fmla="*/ 21114 h 41981"/>
                  <a:gd name="connsiteX11" fmla="*/ 21246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24"/>
                    </a:moveTo>
                    <a:cubicBezTo>
                      <a:pt x="30187" y="4924"/>
                      <a:pt x="37436" y="12173"/>
                      <a:pt x="37436" y="21114"/>
                    </a:cubicBezTo>
                    <a:lnTo>
                      <a:pt x="37436" y="21114"/>
                    </a:lnTo>
                    <a:cubicBezTo>
                      <a:pt x="37436" y="30056"/>
                      <a:pt x="30187" y="37305"/>
                      <a:pt x="21246" y="37305"/>
                    </a:cubicBezTo>
                    <a:cubicBezTo>
                      <a:pt x="12304" y="37305"/>
                      <a:pt x="5055" y="30056"/>
                      <a:pt x="5055" y="21114"/>
                    </a:cubicBezTo>
                    <a:cubicBezTo>
                      <a:pt x="5055" y="12173"/>
                      <a:pt x="12304" y="4924"/>
                      <a:pt x="21246" y="4924"/>
                    </a:cubicBezTo>
                    <a:close/>
                    <a:moveTo>
                      <a:pt x="21246" y="124"/>
                    </a:moveTo>
                    <a:cubicBezTo>
                      <a:pt x="9653" y="124"/>
                      <a:pt x="255" y="9522"/>
                      <a:pt x="255" y="21114"/>
                    </a:cubicBezTo>
                    <a:cubicBezTo>
                      <a:pt x="255" y="32707"/>
                      <a:pt x="9653" y="42105"/>
                      <a:pt x="21246" y="42105"/>
                    </a:cubicBezTo>
                    <a:cubicBezTo>
                      <a:pt x="32838" y="42105"/>
                      <a:pt x="42236" y="32707"/>
                      <a:pt x="42236" y="21114"/>
                    </a:cubicBezTo>
                    <a:lnTo>
                      <a:pt x="42236" y="21114"/>
                    </a:lnTo>
                    <a:cubicBezTo>
                      <a:pt x="42236" y="9522"/>
                      <a:pt x="32838" y="124"/>
                      <a:pt x="21246" y="12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599" name="Freeform: Shape 4598">
                <a:extLst>
                  <a:ext uri="{FF2B5EF4-FFF2-40B4-BE49-F238E27FC236}">
                    <a16:creationId xmlns:a16="http://schemas.microsoft.com/office/drawing/2014/main" id="{4C33EB6B-74AB-0C4A-F84B-04D163386D62}"/>
                  </a:ext>
                </a:extLst>
              </p:cNvPr>
              <p:cNvSpPr/>
              <p:nvPr/>
            </p:nvSpPr>
            <p:spPr>
              <a:xfrm>
                <a:off x="1886449" y="7784748"/>
                <a:ext cx="37180" cy="37180"/>
              </a:xfrm>
              <a:custGeom>
                <a:avLst/>
                <a:gdLst>
                  <a:gd name="connsiteX0" fmla="*/ 37462 w 37180"/>
                  <a:gd name="connsiteY0" fmla="*/ 18740 h 37180"/>
                  <a:gd name="connsiteX1" fmla="*/ 18872 w 37180"/>
                  <a:gd name="connsiteY1" fmla="*/ 37330 h 37180"/>
                  <a:gd name="connsiteX2" fmla="*/ 282 w 37180"/>
                  <a:gd name="connsiteY2" fmla="*/ 18740 h 37180"/>
                  <a:gd name="connsiteX3" fmla="*/ 18872 w 37180"/>
                  <a:gd name="connsiteY3" fmla="*/ 150 h 37180"/>
                  <a:gd name="connsiteX4" fmla="*/ 37462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40"/>
                    </a:moveTo>
                    <a:cubicBezTo>
                      <a:pt x="37462" y="29007"/>
                      <a:pt x="29139" y="37330"/>
                      <a:pt x="18872" y="37330"/>
                    </a:cubicBezTo>
                    <a:cubicBezTo>
                      <a:pt x="8605" y="37330"/>
                      <a:pt x="282" y="29007"/>
                      <a:pt x="282" y="18740"/>
                    </a:cubicBezTo>
                    <a:cubicBezTo>
                      <a:pt x="282" y="8473"/>
                      <a:pt x="8605" y="150"/>
                      <a:pt x="18872" y="150"/>
                    </a:cubicBezTo>
                    <a:cubicBezTo>
                      <a:pt x="29139" y="150"/>
                      <a:pt x="37462" y="8473"/>
                      <a:pt x="37462" y="18740"/>
                    </a:cubicBezTo>
                    <a:close/>
                  </a:path>
                </a:pathLst>
              </a:custGeom>
              <a:solidFill>
                <a:srgbClr val="F3F7F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0" name="Freeform: Shape 4599">
                <a:extLst>
                  <a:ext uri="{FF2B5EF4-FFF2-40B4-BE49-F238E27FC236}">
                    <a16:creationId xmlns:a16="http://schemas.microsoft.com/office/drawing/2014/main" id="{FC902EAB-5330-0C16-E9B6-D0F2BA3937E7}"/>
                  </a:ext>
                </a:extLst>
              </p:cNvPr>
              <p:cNvSpPr/>
              <p:nvPr/>
            </p:nvSpPr>
            <p:spPr>
              <a:xfrm>
                <a:off x="1884049" y="7782348"/>
                <a:ext cx="41981" cy="41981"/>
              </a:xfrm>
              <a:custGeom>
                <a:avLst/>
                <a:gdLst>
                  <a:gd name="connsiteX0" fmla="*/ 21272 w 41981"/>
                  <a:gd name="connsiteY0" fmla="*/ 4950 h 41981"/>
                  <a:gd name="connsiteX1" fmla="*/ 37462 w 41981"/>
                  <a:gd name="connsiteY1" fmla="*/ 21140 h 41981"/>
                  <a:gd name="connsiteX2" fmla="*/ 37462 w 41981"/>
                  <a:gd name="connsiteY2" fmla="*/ 21140 h 41981"/>
                  <a:gd name="connsiteX3" fmla="*/ 21272 w 41981"/>
                  <a:gd name="connsiteY3" fmla="*/ 37330 h 41981"/>
                  <a:gd name="connsiteX4" fmla="*/ 5082 w 41981"/>
                  <a:gd name="connsiteY4" fmla="*/ 21140 h 41981"/>
                  <a:gd name="connsiteX5" fmla="*/ 21272 w 41981"/>
                  <a:gd name="connsiteY5" fmla="*/ 4950 h 41981"/>
                  <a:gd name="connsiteX6" fmla="*/ 21272 w 41981"/>
                  <a:gd name="connsiteY6" fmla="*/ 150 h 41981"/>
                  <a:gd name="connsiteX7" fmla="*/ 282 w 41981"/>
                  <a:gd name="connsiteY7" fmla="*/ 21140 h 41981"/>
                  <a:gd name="connsiteX8" fmla="*/ 21272 w 41981"/>
                  <a:gd name="connsiteY8" fmla="*/ 42131 h 41981"/>
                  <a:gd name="connsiteX9" fmla="*/ 42263 w 41981"/>
                  <a:gd name="connsiteY9" fmla="*/ 21140 h 41981"/>
                  <a:gd name="connsiteX10" fmla="*/ 42263 w 41981"/>
                  <a:gd name="connsiteY10" fmla="*/ 21140 h 41981"/>
                  <a:gd name="connsiteX11" fmla="*/ 21272 w 41981"/>
                  <a:gd name="connsiteY11" fmla="*/ 15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50"/>
                    </a:moveTo>
                    <a:cubicBezTo>
                      <a:pt x="30214" y="4950"/>
                      <a:pt x="37462" y="12198"/>
                      <a:pt x="37462" y="21140"/>
                    </a:cubicBezTo>
                    <a:lnTo>
                      <a:pt x="37462" y="21140"/>
                    </a:lnTo>
                    <a:cubicBezTo>
                      <a:pt x="37462" y="30082"/>
                      <a:pt x="30214" y="37330"/>
                      <a:pt x="21272" y="37330"/>
                    </a:cubicBezTo>
                    <a:cubicBezTo>
                      <a:pt x="12330" y="37330"/>
                      <a:pt x="5082" y="30082"/>
                      <a:pt x="5082" y="21140"/>
                    </a:cubicBezTo>
                    <a:cubicBezTo>
                      <a:pt x="5082" y="12198"/>
                      <a:pt x="12330" y="4950"/>
                      <a:pt x="21272" y="4950"/>
                    </a:cubicBezTo>
                    <a:close/>
                    <a:moveTo>
                      <a:pt x="21272" y="150"/>
                    </a:moveTo>
                    <a:cubicBezTo>
                      <a:pt x="9680" y="150"/>
                      <a:pt x="282" y="9548"/>
                      <a:pt x="282" y="21140"/>
                    </a:cubicBezTo>
                    <a:cubicBezTo>
                      <a:pt x="282" y="32733"/>
                      <a:pt x="9680" y="42131"/>
                      <a:pt x="21272" y="42131"/>
                    </a:cubicBezTo>
                    <a:cubicBezTo>
                      <a:pt x="32865" y="42131"/>
                      <a:pt x="42263" y="32733"/>
                      <a:pt x="42263" y="21140"/>
                    </a:cubicBezTo>
                    <a:lnTo>
                      <a:pt x="42263" y="21140"/>
                    </a:lnTo>
                    <a:cubicBezTo>
                      <a:pt x="42263" y="9548"/>
                      <a:pt x="32865" y="150"/>
                      <a:pt x="21272" y="15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1" name="Freeform: Shape 4600">
                <a:extLst>
                  <a:ext uri="{FF2B5EF4-FFF2-40B4-BE49-F238E27FC236}">
                    <a16:creationId xmlns:a16="http://schemas.microsoft.com/office/drawing/2014/main" id="{808E4BA2-AD4D-4A9C-9DFC-FD2D64FEF0DC}"/>
                  </a:ext>
                </a:extLst>
              </p:cNvPr>
              <p:cNvSpPr/>
              <p:nvPr/>
            </p:nvSpPr>
            <p:spPr>
              <a:xfrm>
                <a:off x="1710250" y="7959852"/>
                <a:ext cx="37180" cy="37180"/>
              </a:xfrm>
              <a:custGeom>
                <a:avLst/>
                <a:gdLst>
                  <a:gd name="connsiteX0" fmla="*/ 37432 w 37180"/>
                  <a:gd name="connsiteY0" fmla="*/ 18770 h 37180"/>
                  <a:gd name="connsiteX1" fmla="*/ 18842 w 37180"/>
                  <a:gd name="connsiteY1" fmla="*/ 37361 h 37180"/>
                  <a:gd name="connsiteX2" fmla="*/ 251 w 37180"/>
                  <a:gd name="connsiteY2" fmla="*/ 18770 h 37180"/>
                  <a:gd name="connsiteX3" fmla="*/ 18842 w 37180"/>
                  <a:gd name="connsiteY3" fmla="*/ 180 h 37180"/>
                  <a:gd name="connsiteX4" fmla="*/ 3743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0"/>
                    </a:moveTo>
                    <a:cubicBezTo>
                      <a:pt x="37432" y="29037"/>
                      <a:pt x="29109" y="37361"/>
                      <a:pt x="18842" y="37361"/>
                    </a:cubicBezTo>
                    <a:cubicBezTo>
                      <a:pt x="8574" y="37361"/>
                      <a:pt x="251" y="29037"/>
                      <a:pt x="251" y="18770"/>
                    </a:cubicBezTo>
                    <a:cubicBezTo>
                      <a:pt x="251" y="8503"/>
                      <a:pt x="8574" y="180"/>
                      <a:pt x="18842" y="180"/>
                    </a:cubicBezTo>
                    <a:cubicBezTo>
                      <a:pt x="29109" y="180"/>
                      <a:pt x="37432" y="8503"/>
                      <a:pt x="37432" y="18770"/>
                    </a:cubicBezTo>
                    <a:close/>
                  </a:path>
                </a:pathLst>
              </a:custGeom>
              <a:solidFill>
                <a:srgbClr val="F7DADA"/>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2" name="Freeform: Shape 4601">
                <a:extLst>
                  <a:ext uri="{FF2B5EF4-FFF2-40B4-BE49-F238E27FC236}">
                    <a16:creationId xmlns:a16="http://schemas.microsoft.com/office/drawing/2014/main" id="{7B6CEBEB-F49E-4505-7F6B-0ECABDF889AC}"/>
                  </a:ext>
                </a:extLst>
              </p:cNvPr>
              <p:cNvSpPr/>
              <p:nvPr/>
            </p:nvSpPr>
            <p:spPr>
              <a:xfrm>
                <a:off x="1707850" y="7957452"/>
                <a:ext cx="41981" cy="41981"/>
              </a:xfrm>
              <a:custGeom>
                <a:avLst/>
                <a:gdLst>
                  <a:gd name="connsiteX0" fmla="*/ 21242 w 41981"/>
                  <a:gd name="connsiteY0" fmla="*/ 4980 h 41981"/>
                  <a:gd name="connsiteX1" fmla="*/ 37432 w 41981"/>
                  <a:gd name="connsiteY1" fmla="*/ 21170 h 41981"/>
                  <a:gd name="connsiteX2" fmla="*/ 37432 w 41981"/>
                  <a:gd name="connsiteY2" fmla="*/ 21170 h 41981"/>
                  <a:gd name="connsiteX3" fmla="*/ 21242 w 41981"/>
                  <a:gd name="connsiteY3" fmla="*/ 37361 h 41981"/>
                  <a:gd name="connsiteX4" fmla="*/ 5051 w 41981"/>
                  <a:gd name="connsiteY4" fmla="*/ 21170 h 41981"/>
                  <a:gd name="connsiteX5" fmla="*/ 21242 w 41981"/>
                  <a:gd name="connsiteY5" fmla="*/ 4980 h 41981"/>
                  <a:gd name="connsiteX6" fmla="*/ 21242 w 41981"/>
                  <a:gd name="connsiteY6" fmla="*/ 180 h 41981"/>
                  <a:gd name="connsiteX7" fmla="*/ 251 w 41981"/>
                  <a:gd name="connsiteY7" fmla="*/ 21170 h 41981"/>
                  <a:gd name="connsiteX8" fmla="*/ 21242 w 41981"/>
                  <a:gd name="connsiteY8" fmla="*/ 42161 h 41981"/>
                  <a:gd name="connsiteX9" fmla="*/ 42232 w 41981"/>
                  <a:gd name="connsiteY9" fmla="*/ 21170 h 41981"/>
                  <a:gd name="connsiteX10" fmla="*/ 42232 w 41981"/>
                  <a:gd name="connsiteY10" fmla="*/ 21170 h 41981"/>
                  <a:gd name="connsiteX11" fmla="*/ 21242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0"/>
                    </a:moveTo>
                    <a:cubicBezTo>
                      <a:pt x="30184" y="4980"/>
                      <a:pt x="37432" y="12229"/>
                      <a:pt x="37432" y="21170"/>
                    </a:cubicBezTo>
                    <a:lnTo>
                      <a:pt x="37432" y="21170"/>
                    </a:lnTo>
                    <a:cubicBezTo>
                      <a:pt x="37432" y="30112"/>
                      <a:pt x="30184" y="37361"/>
                      <a:pt x="21242" y="37361"/>
                    </a:cubicBezTo>
                    <a:cubicBezTo>
                      <a:pt x="12300" y="37361"/>
                      <a:pt x="5051" y="30112"/>
                      <a:pt x="5051" y="21170"/>
                    </a:cubicBezTo>
                    <a:cubicBezTo>
                      <a:pt x="5051" y="12229"/>
                      <a:pt x="12300" y="4980"/>
                      <a:pt x="21242" y="4980"/>
                    </a:cubicBezTo>
                    <a:close/>
                    <a:moveTo>
                      <a:pt x="21242" y="180"/>
                    </a:moveTo>
                    <a:cubicBezTo>
                      <a:pt x="9649" y="180"/>
                      <a:pt x="251" y="9578"/>
                      <a:pt x="251" y="21170"/>
                    </a:cubicBezTo>
                    <a:cubicBezTo>
                      <a:pt x="251" y="32763"/>
                      <a:pt x="9649" y="42161"/>
                      <a:pt x="21242" y="42161"/>
                    </a:cubicBezTo>
                    <a:cubicBezTo>
                      <a:pt x="32834" y="42161"/>
                      <a:pt x="42232" y="32763"/>
                      <a:pt x="42232" y="21170"/>
                    </a:cubicBezTo>
                    <a:lnTo>
                      <a:pt x="42232" y="21170"/>
                    </a:lnTo>
                    <a:cubicBezTo>
                      <a:pt x="42232" y="9578"/>
                      <a:pt x="32834" y="180"/>
                      <a:pt x="21242"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3" name="Freeform: Shape 4602">
                <a:extLst>
                  <a:ext uri="{FF2B5EF4-FFF2-40B4-BE49-F238E27FC236}">
                    <a16:creationId xmlns:a16="http://schemas.microsoft.com/office/drawing/2014/main" id="{A9899DBE-DADE-682E-98D5-4ABF3224E35A}"/>
                  </a:ext>
                </a:extLst>
              </p:cNvPr>
              <p:cNvSpPr/>
              <p:nvPr/>
            </p:nvSpPr>
            <p:spPr>
              <a:xfrm>
                <a:off x="2391549" y="7789593"/>
                <a:ext cx="37180" cy="37180"/>
              </a:xfrm>
              <a:custGeom>
                <a:avLst/>
                <a:gdLst>
                  <a:gd name="connsiteX0" fmla="*/ 37550 w 37180"/>
                  <a:gd name="connsiteY0" fmla="*/ 18741 h 37180"/>
                  <a:gd name="connsiteX1" fmla="*/ 18960 w 37180"/>
                  <a:gd name="connsiteY1" fmla="*/ 37331 h 37180"/>
                  <a:gd name="connsiteX2" fmla="*/ 369 w 37180"/>
                  <a:gd name="connsiteY2" fmla="*/ 18741 h 37180"/>
                  <a:gd name="connsiteX3" fmla="*/ 18960 w 37180"/>
                  <a:gd name="connsiteY3" fmla="*/ 150 h 37180"/>
                  <a:gd name="connsiteX4" fmla="*/ 37550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50" y="18741"/>
                    </a:moveTo>
                    <a:cubicBezTo>
                      <a:pt x="37550" y="29008"/>
                      <a:pt x="29227" y="37331"/>
                      <a:pt x="18960" y="37331"/>
                    </a:cubicBezTo>
                    <a:cubicBezTo>
                      <a:pt x="8693" y="37331"/>
                      <a:pt x="369" y="29008"/>
                      <a:pt x="369" y="18741"/>
                    </a:cubicBezTo>
                    <a:cubicBezTo>
                      <a:pt x="369" y="8474"/>
                      <a:pt x="8693" y="150"/>
                      <a:pt x="18960" y="150"/>
                    </a:cubicBezTo>
                    <a:cubicBezTo>
                      <a:pt x="29227" y="150"/>
                      <a:pt x="37550" y="8474"/>
                      <a:pt x="37550" y="18741"/>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4" name="Freeform: Shape 4603">
                <a:extLst>
                  <a:ext uri="{FF2B5EF4-FFF2-40B4-BE49-F238E27FC236}">
                    <a16:creationId xmlns:a16="http://schemas.microsoft.com/office/drawing/2014/main" id="{0E85FCF4-5C83-298A-DF30-8A7EA0AFEA0A}"/>
                  </a:ext>
                </a:extLst>
              </p:cNvPr>
              <p:cNvSpPr/>
              <p:nvPr/>
            </p:nvSpPr>
            <p:spPr>
              <a:xfrm>
                <a:off x="2389149" y="7787192"/>
                <a:ext cx="41981" cy="41981"/>
              </a:xfrm>
              <a:custGeom>
                <a:avLst/>
                <a:gdLst>
                  <a:gd name="connsiteX0" fmla="*/ 21360 w 41981"/>
                  <a:gd name="connsiteY0" fmla="*/ 4951 h 41981"/>
                  <a:gd name="connsiteX1" fmla="*/ 37550 w 41981"/>
                  <a:gd name="connsiteY1" fmla="*/ 21141 h 41981"/>
                  <a:gd name="connsiteX2" fmla="*/ 37550 w 41981"/>
                  <a:gd name="connsiteY2" fmla="*/ 21141 h 41981"/>
                  <a:gd name="connsiteX3" fmla="*/ 21360 w 41981"/>
                  <a:gd name="connsiteY3" fmla="*/ 37331 h 41981"/>
                  <a:gd name="connsiteX4" fmla="*/ 5170 w 41981"/>
                  <a:gd name="connsiteY4" fmla="*/ 21141 h 41981"/>
                  <a:gd name="connsiteX5" fmla="*/ 21360 w 41981"/>
                  <a:gd name="connsiteY5" fmla="*/ 4951 h 41981"/>
                  <a:gd name="connsiteX6" fmla="*/ 21360 w 41981"/>
                  <a:gd name="connsiteY6" fmla="*/ 150 h 41981"/>
                  <a:gd name="connsiteX7" fmla="*/ 369 w 41981"/>
                  <a:gd name="connsiteY7" fmla="*/ 21141 h 41981"/>
                  <a:gd name="connsiteX8" fmla="*/ 21360 w 41981"/>
                  <a:gd name="connsiteY8" fmla="*/ 42132 h 41981"/>
                  <a:gd name="connsiteX9" fmla="*/ 42351 w 41981"/>
                  <a:gd name="connsiteY9" fmla="*/ 21141 h 41981"/>
                  <a:gd name="connsiteX10" fmla="*/ 42351 w 41981"/>
                  <a:gd name="connsiteY10" fmla="*/ 21141 h 41981"/>
                  <a:gd name="connsiteX11" fmla="*/ 21360 w 41981"/>
                  <a:gd name="connsiteY11" fmla="*/ 15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60" y="4951"/>
                    </a:moveTo>
                    <a:cubicBezTo>
                      <a:pt x="30302" y="4951"/>
                      <a:pt x="37550" y="12199"/>
                      <a:pt x="37550" y="21141"/>
                    </a:cubicBezTo>
                    <a:lnTo>
                      <a:pt x="37550" y="21141"/>
                    </a:lnTo>
                    <a:cubicBezTo>
                      <a:pt x="37550" y="30083"/>
                      <a:pt x="30302" y="37331"/>
                      <a:pt x="21360" y="37331"/>
                    </a:cubicBezTo>
                    <a:cubicBezTo>
                      <a:pt x="12418" y="37331"/>
                      <a:pt x="5170" y="30083"/>
                      <a:pt x="5170" y="21141"/>
                    </a:cubicBezTo>
                    <a:cubicBezTo>
                      <a:pt x="5170" y="12199"/>
                      <a:pt x="12418" y="4951"/>
                      <a:pt x="21360" y="4951"/>
                    </a:cubicBezTo>
                    <a:close/>
                    <a:moveTo>
                      <a:pt x="21360" y="150"/>
                    </a:moveTo>
                    <a:cubicBezTo>
                      <a:pt x="9767" y="150"/>
                      <a:pt x="369" y="9548"/>
                      <a:pt x="369" y="21141"/>
                    </a:cubicBezTo>
                    <a:cubicBezTo>
                      <a:pt x="369" y="32734"/>
                      <a:pt x="9767" y="42132"/>
                      <a:pt x="21360" y="42132"/>
                    </a:cubicBezTo>
                    <a:cubicBezTo>
                      <a:pt x="32953" y="42132"/>
                      <a:pt x="42351" y="32734"/>
                      <a:pt x="42351" y="21141"/>
                    </a:cubicBezTo>
                    <a:lnTo>
                      <a:pt x="42351" y="21141"/>
                    </a:lnTo>
                    <a:cubicBezTo>
                      <a:pt x="42351" y="9548"/>
                      <a:pt x="32953" y="150"/>
                      <a:pt x="21360" y="15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5" name="Freeform: Shape 4604">
                <a:extLst>
                  <a:ext uri="{FF2B5EF4-FFF2-40B4-BE49-F238E27FC236}">
                    <a16:creationId xmlns:a16="http://schemas.microsoft.com/office/drawing/2014/main" id="{ECA0EC7F-10E6-0C29-7D0A-D996D38B1C16}"/>
                  </a:ext>
                </a:extLst>
              </p:cNvPr>
              <p:cNvSpPr/>
              <p:nvPr/>
            </p:nvSpPr>
            <p:spPr>
              <a:xfrm>
                <a:off x="2145482" y="7438420"/>
                <a:ext cx="37180" cy="37180"/>
              </a:xfrm>
              <a:custGeom>
                <a:avLst/>
                <a:gdLst>
                  <a:gd name="connsiteX0" fmla="*/ 37507 w 37180"/>
                  <a:gd name="connsiteY0" fmla="*/ 18680 h 37180"/>
                  <a:gd name="connsiteX1" fmla="*/ 18917 w 37180"/>
                  <a:gd name="connsiteY1" fmla="*/ 37270 h 37180"/>
                  <a:gd name="connsiteX2" fmla="*/ 327 w 37180"/>
                  <a:gd name="connsiteY2" fmla="*/ 18680 h 37180"/>
                  <a:gd name="connsiteX3" fmla="*/ 18917 w 37180"/>
                  <a:gd name="connsiteY3" fmla="*/ 89 h 37180"/>
                  <a:gd name="connsiteX4" fmla="*/ 37507 w 37180"/>
                  <a:gd name="connsiteY4" fmla="*/ 186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7" y="18680"/>
                    </a:moveTo>
                    <a:cubicBezTo>
                      <a:pt x="37507" y="28947"/>
                      <a:pt x="29184" y="37270"/>
                      <a:pt x="18917" y="37270"/>
                    </a:cubicBezTo>
                    <a:cubicBezTo>
                      <a:pt x="8650" y="37270"/>
                      <a:pt x="327" y="28947"/>
                      <a:pt x="327" y="18680"/>
                    </a:cubicBezTo>
                    <a:cubicBezTo>
                      <a:pt x="327" y="8413"/>
                      <a:pt x="8650" y="89"/>
                      <a:pt x="18917" y="89"/>
                    </a:cubicBezTo>
                    <a:cubicBezTo>
                      <a:pt x="29184" y="89"/>
                      <a:pt x="37507" y="8413"/>
                      <a:pt x="37507" y="18680"/>
                    </a:cubicBezTo>
                    <a:close/>
                  </a:path>
                </a:pathLst>
              </a:custGeom>
              <a:solidFill>
                <a:srgbClr val="D7F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6" name="Freeform: Shape 4605">
                <a:extLst>
                  <a:ext uri="{FF2B5EF4-FFF2-40B4-BE49-F238E27FC236}">
                    <a16:creationId xmlns:a16="http://schemas.microsoft.com/office/drawing/2014/main" id="{00B43E22-1DFB-C8E2-0081-3EB223E769CC}"/>
                  </a:ext>
                </a:extLst>
              </p:cNvPr>
              <p:cNvSpPr/>
              <p:nvPr/>
            </p:nvSpPr>
            <p:spPr>
              <a:xfrm>
                <a:off x="2143082" y="7436020"/>
                <a:ext cx="41981" cy="41981"/>
              </a:xfrm>
              <a:custGeom>
                <a:avLst/>
                <a:gdLst>
                  <a:gd name="connsiteX0" fmla="*/ 21317 w 41981"/>
                  <a:gd name="connsiteY0" fmla="*/ 4890 h 41981"/>
                  <a:gd name="connsiteX1" fmla="*/ 37507 w 41981"/>
                  <a:gd name="connsiteY1" fmla="*/ 21080 h 41981"/>
                  <a:gd name="connsiteX2" fmla="*/ 37507 w 41981"/>
                  <a:gd name="connsiteY2" fmla="*/ 21080 h 41981"/>
                  <a:gd name="connsiteX3" fmla="*/ 21317 w 41981"/>
                  <a:gd name="connsiteY3" fmla="*/ 37270 h 41981"/>
                  <a:gd name="connsiteX4" fmla="*/ 5127 w 41981"/>
                  <a:gd name="connsiteY4" fmla="*/ 21080 h 41981"/>
                  <a:gd name="connsiteX5" fmla="*/ 21317 w 41981"/>
                  <a:gd name="connsiteY5" fmla="*/ 4890 h 41981"/>
                  <a:gd name="connsiteX6" fmla="*/ 21317 w 41981"/>
                  <a:gd name="connsiteY6" fmla="*/ 89 h 41981"/>
                  <a:gd name="connsiteX7" fmla="*/ 327 w 41981"/>
                  <a:gd name="connsiteY7" fmla="*/ 21080 h 41981"/>
                  <a:gd name="connsiteX8" fmla="*/ 21317 w 41981"/>
                  <a:gd name="connsiteY8" fmla="*/ 42071 h 41981"/>
                  <a:gd name="connsiteX9" fmla="*/ 42308 w 41981"/>
                  <a:gd name="connsiteY9" fmla="*/ 21080 h 41981"/>
                  <a:gd name="connsiteX10" fmla="*/ 42308 w 41981"/>
                  <a:gd name="connsiteY10" fmla="*/ 21080 h 41981"/>
                  <a:gd name="connsiteX11" fmla="*/ 21317 w 41981"/>
                  <a:gd name="connsiteY11" fmla="*/ 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7" y="4890"/>
                    </a:moveTo>
                    <a:cubicBezTo>
                      <a:pt x="30259" y="4890"/>
                      <a:pt x="37507" y="12138"/>
                      <a:pt x="37507" y="21080"/>
                    </a:cubicBezTo>
                    <a:lnTo>
                      <a:pt x="37507" y="21080"/>
                    </a:lnTo>
                    <a:cubicBezTo>
                      <a:pt x="37507" y="30022"/>
                      <a:pt x="30259" y="37270"/>
                      <a:pt x="21317" y="37270"/>
                    </a:cubicBezTo>
                    <a:cubicBezTo>
                      <a:pt x="12375" y="37270"/>
                      <a:pt x="5127" y="30022"/>
                      <a:pt x="5127" y="21080"/>
                    </a:cubicBezTo>
                    <a:cubicBezTo>
                      <a:pt x="5127" y="12138"/>
                      <a:pt x="12375" y="4890"/>
                      <a:pt x="21317" y="4890"/>
                    </a:cubicBezTo>
                    <a:close/>
                    <a:moveTo>
                      <a:pt x="21317" y="89"/>
                    </a:moveTo>
                    <a:cubicBezTo>
                      <a:pt x="9725" y="89"/>
                      <a:pt x="327" y="9487"/>
                      <a:pt x="327" y="21080"/>
                    </a:cubicBezTo>
                    <a:cubicBezTo>
                      <a:pt x="327" y="32673"/>
                      <a:pt x="9725" y="42071"/>
                      <a:pt x="21317" y="42071"/>
                    </a:cubicBezTo>
                    <a:cubicBezTo>
                      <a:pt x="32910" y="42071"/>
                      <a:pt x="42308" y="32673"/>
                      <a:pt x="42308" y="21080"/>
                    </a:cubicBezTo>
                    <a:lnTo>
                      <a:pt x="42308" y="21080"/>
                    </a:lnTo>
                    <a:cubicBezTo>
                      <a:pt x="42308" y="9487"/>
                      <a:pt x="32910" y="89"/>
                      <a:pt x="21317" y="89"/>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7" name="Freeform: Shape 4606">
                <a:extLst>
                  <a:ext uri="{FF2B5EF4-FFF2-40B4-BE49-F238E27FC236}">
                    <a16:creationId xmlns:a16="http://schemas.microsoft.com/office/drawing/2014/main" id="{26157A9A-F10E-7EB5-BBD6-A5EBAAA8C014}"/>
                  </a:ext>
                </a:extLst>
              </p:cNvPr>
              <p:cNvSpPr/>
              <p:nvPr/>
            </p:nvSpPr>
            <p:spPr>
              <a:xfrm>
                <a:off x="1917950" y="7758592"/>
                <a:ext cx="37180" cy="37180"/>
              </a:xfrm>
              <a:custGeom>
                <a:avLst/>
                <a:gdLst>
                  <a:gd name="connsiteX0" fmla="*/ 37468 w 37180"/>
                  <a:gd name="connsiteY0" fmla="*/ 18735 h 37180"/>
                  <a:gd name="connsiteX1" fmla="*/ 18878 w 37180"/>
                  <a:gd name="connsiteY1" fmla="*/ 37326 h 37180"/>
                  <a:gd name="connsiteX2" fmla="*/ 287 w 37180"/>
                  <a:gd name="connsiteY2" fmla="*/ 18735 h 37180"/>
                  <a:gd name="connsiteX3" fmla="*/ 18878 w 37180"/>
                  <a:gd name="connsiteY3" fmla="*/ 145 h 37180"/>
                  <a:gd name="connsiteX4" fmla="*/ 37468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8" y="18735"/>
                    </a:moveTo>
                    <a:cubicBezTo>
                      <a:pt x="37468" y="29003"/>
                      <a:pt x="29145" y="37326"/>
                      <a:pt x="18878" y="37326"/>
                    </a:cubicBezTo>
                    <a:cubicBezTo>
                      <a:pt x="8610" y="37326"/>
                      <a:pt x="287" y="29003"/>
                      <a:pt x="287" y="18735"/>
                    </a:cubicBezTo>
                    <a:cubicBezTo>
                      <a:pt x="287" y="8468"/>
                      <a:pt x="8610" y="145"/>
                      <a:pt x="18878" y="145"/>
                    </a:cubicBezTo>
                    <a:cubicBezTo>
                      <a:pt x="29145" y="145"/>
                      <a:pt x="37468" y="8468"/>
                      <a:pt x="37468" y="18735"/>
                    </a:cubicBezTo>
                    <a:close/>
                  </a:path>
                </a:pathLst>
              </a:custGeom>
              <a:solidFill>
                <a:srgbClr val="F7EDE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8" name="Freeform: Shape 4607">
                <a:extLst>
                  <a:ext uri="{FF2B5EF4-FFF2-40B4-BE49-F238E27FC236}">
                    <a16:creationId xmlns:a16="http://schemas.microsoft.com/office/drawing/2014/main" id="{1DFD3446-14CA-E890-CCD1-7B16F11CBAB1}"/>
                  </a:ext>
                </a:extLst>
              </p:cNvPr>
              <p:cNvSpPr/>
              <p:nvPr/>
            </p:nvSpPr>
            <p:spPr>
              <a:xfrm>
                <a:off x="1915550" y="7756192"/>
                <a:ext cx="41981" cy="41981"/>
              </a:xfrm>
              <a:custGeom>
                <a:avLst/>
                <a:gdLst>
                  <a:gd name="connsiteX0" fmla="*/ 21278 w 41981"/>
                  <a:gd name="connsiteY0" fmla="*/ 4945 h 41981"/>
                  <a:gd name="connsiteX1" fmla="*/ 37468 w 41981"/>
                  <a:gd name="connsiteY1" fmla="*/ 21136 h 41981"/>
                  <a:gd name="connsiteX2" fmla="*/ 37468 w 41981"/>
                  <a:gd name="connsiteY2" fmla="*/ 21136 h 41981"/>
                  <a:gd name="connsiteX3" fmla="*/ 21278 w 41981"/>
                  <a:gd name="connsiteY3" fmla="*/ 37326 h 41981"/>
                  <a:gd name="connsiteX4" fmla="*/ 5088 w 41981"/>
                  <a:gd name="connsiteY4" fmla="*/ 21136 h 41981"/>
                  <a:gd name="connsiteX5" fmla="*/ 21278 w 41981"/>
                  <a:gd name="connsiteY5" fmla="*/ 4945 h 41981"/>
                  <a:gd name="connsiteX6" fmla="*/ 21278 w 41981"/>
                  <a:gd name="connsiteY6" fmla="*/ 145 h 41981"/>
                  <a:gd name="connsiteX7" fmla="*/ 287 w 41981"/>
                  <a:gd name="connsiteY7" fmla="*/ 21136 h 41981"/>
                  <a:gd name="connsiteX8" fmla="*/ 21278 w 41981"/>
                  <a:gd name="connsiteY8" fmla="*/ 42126 h 41981"/>
                  <a:gd name="connsiteX9" fmla="*/ 42268 w 41981"/>
                  <a:gd name="connsiteY9" fmla="*/ 21136 h 41981"/>
                  <a:gd name="connsiteX10" fmla="*/ 42268 w 41981"/>
                  <a:gd name="connsiteY10" fmla="*/ 21136 h 41981"/>
                  <a:gd name="connsiteX11" fmla="*/ 21278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45"/>
                    </a:moveTo>
                    <a:cubicBezTo>
                      <a:pt x="30220" y="4945"/>
                      <a:pt x="37468" y="12194"/>
                      <a:pt x="37468" y="21136"/>
                    </a:cubicBezTo>
                    <a:lnTo>
                      <a:pt x="37468" y="21136"/>
                    </a:lnTo>
                    <a:cubicBezTo>
                      <a:pt x="37468" y="30077"/>
                      <a:pt x="30220" y="37326"/>
                      <a:pt x="21278" y="37326"/>
                    </a:cubicBezTo>
                    <a:cubicBezTo>
                      <a:pt x="12336" y="37326"/>
                      <a:pt x="5088" y="30077"/>
                      <a:pt x="5088" y="21136"/>
                    </a:cubicBezTo>
                    <a:cubicBezTo>
                      <a:pt x="5088" y="12194"/>
                      <a:pt x="12336" y="4945"/>
                      <a:pt x="21278" y="4945"/>
                    </a:cubicBezTo>
                    <a:close/>
                    <a:moveTo>
                      <a:pt x="21278" y="145"/>
                    </a:moveTo>
                    <a:cubicBezTo>
                      <a:pt x="9685" y="145"/>
                      <a:pt x="287" y="9543"/>
                      <a:pt x="287" y="21136"/>
                    </a:cubicBezTo>
                    <a:cubicBezTo>
                      <a:pt x="287" y="32728"/>
                      <a:pt x="9685" y="42126"/>
                      <a:pt x="21278" y="42126"/>
                    </a:cubicBezTo>
                    <a:cubicBezTo>
                      <a:pt x="32870" y="42126"/>
                      <a:pt x="42268" y="32728"/>
                      <a:pt x="42268" y="21136"/>
                    </a:cubicBezTo>
                    <a:lnTo>
                      <a:pt x="42268" y="21136"/>
                    </a:lnTo>
                    <a:cubicBezTo>
                      <a:pt x="42268" y="9543"/>
                      <a:pt x="32870" y="145"/>
                      <a:pt x="21278"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09" name="Freeform: Shape 4608">
                <a:extLst>
                  <a:ext uri="{FF2B5EF4-FFF2-40B4-BE49-F238E27FC236}">
                    <a16:creationId xmlns:a16="http://schemas.microsoft.com/office/drawing/2014/main" id="{1CE8E7D7-2891-4637-B9D1-44892A4392E9}"/>
                  </a:ext>
                </a:extLst>
              </p:cNvPr>
              <p:cNvSpPr/>
              <p:nvPr/>
            </p:nvSpPr>
            <p:spPr>
              <a:xfrm>
                <a:off x="1641534" y="7795474"/>
                <a:ext cx="37180" cy="37180"/>
              </a:xfrm>
              <a:custGeom>
                <a:avLst/>
                <a:gdLst>
                  <a:gd name="connsiteX0" fmla="*/ 37420 w 37180"/>
                  <a:gd name="connsiteY0" fmla="*/ 18742 h 37180"/>
                  <a:gd name="connsiteX1" fmla="*/ 18830 w 37180"/>
                  <a:gd name="connsiteY1" fmla="*/ 37332 h 37180"/>
                  <a:gd name="connsiteX2" fmla="*/ 239 w 37180"/>
                  <a:gd name="connsiteY2" fmla="*/ 18742 h 37180"/>
                  <a:gd name="connsiteX3" fmla="*/ 18830 w 37180"/>
                  <a:gd name="connsiteY3" fmla="*/ 151 h 37180"/>
                  <a:gd name="connsiteX4" fmla="*/ 37420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42"/>
                    </a:moveTo>
                    <a:cubicBezTo>
                      <a:pt x="37420" y="29009"/>
                      <a:pt x="29097" y="37332"/>
                      <a:pt x="18830" y="37332"/>
                    </a:cubicBezTo>
                    <a:cubicBezTo>
                      <a:pt x="8562" y="37332"/>
                      <a:pt x="239" y="29009"/>
                      <a:pt x="239" y="18742"/>
                    </a:cubicBezTo>
                    <a:cubicBezTo>
                      <a:pt x="239" y="8475"/>
                      <a:pt x="8562" y="151"/>
                      <a:pt x="18830" y="151"/>
                    </a:cubicBezTo>
                    <a:cubicBezTo>
                      <a:pt x="29097" y="151"/>
                      <a:pt x="37420" y="8475"/>
                      <a:pt x="37420" y="18742"/>
                    </a:cubicBezTo>
                    <a:close/>
                  </a:path>
                </a:pathLst>
              </a:custGeom>
              <a:solidFill>
                <a:srgbClr val="86F78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0" name="Freeform: Shape 4609">
                <a:extLst>
                  <a:ext uri="{FF2B5EF4-FFF2-40B4-BE49-F238E27FC236}">
                    <a16:creationId xmlns:a16="http://schemas.microsoft.com/office/drawing/2014/main" id="{8081E9A4-EEEC-748E-D124-1D7577065F08}"/>
                  </a:ext>
                </a:extLst>
              </p:cNvPr>
              <p:cNvSpPr/>
              <p:nvPr/>
            </p:nvSpPr>
            <p:spPr>
              <a:xfrm>
                <a:off x="1639133" y="7793073"/>
                <a:ext cx="41981" cy="41981"/>
              </a:xfrm>
              <a:custGeom>
                <a:avLst/>
                <a:gdLst>
                  <a:gd name="connsiteX0" fmla="*/ 21230 w 41981"/>
                  <a:gd name="connsiteY0" fmla="*/ 4952 h 41981"/>
                  <a:gd name="connsiteX1" fmla="*/ 37420 w 41981"/>
                  <a:gd name="connsiteY1" fmla="*/ 21142 h 41981"/>
                  <a:gd name="connsiteX2" fmla="*/ 37420 w 41981"/>
                  <a:gd name="connsiteY2" fmla="*/ 21142 h 41981"/>
                  <a:gd name="connsiteX3" fmla="*/ 21230 w 41981"/>
                  <a:gd name="connsiteY3" fmla="*/ 37332 h 41981"/>
                  <a:gd name="connsiteX4" fmla="*/ 5040 w 41981"/>
                  <a:gd name="connsiteY4" fmla="*/ 21142 h 41981"/>
                  <a:gd name="connsiteX5" fmla="*/ 21230 w 41981"/>
                  <a:gd name="connsiteY5" fmla="*/ 4952 h 41981"/>
                  <a:gd name="connsiteX6" fmla="*/ 21230 w 41981"/>
                  <a:gd name="connsiteY6" fmla="*/ 151 h 41981"/>
                  <a:gd name="connsiteX7" fmla="*/ 239 w 41981"/>
                  <a:gd name="connsiteY7" fmla="*/ 21142 h 41981"/>
                  <a:gd name="connsiteX8" fmla="*/ 21230 w 41981"/>
                  <a:gd name="connsiteY8" fmla="*/ 42133 h 41981"/>
                  <a:gd name="connsiteX9" fmla="*/ 42220 w 41981"/>
                  <a:gd name="connsiteY9" fmla="*/ 21142 h 41981"/>
                  <a:gd name="connsiteX10" fmla="*/ 42220 w 41981"/>
                  <a:gd name="connsiteY10" fmla="*/ 21142 h 41981"/>
                  <a:gd name="connsiteX11" fmla="*/ 21230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52"/>
                    </a:moveTo>
                    <a:cubicBezTo>
                      <a:pt x="30172" y="4952"/>
                      <a:pt x="37420" y="12200"/>
                      <a:pt x="37420" y="21142"/>
                    </a:cubicBezTo>
                    <a:lnTo>
                      <a:pt x="37420" y="21142"/>
                    </a:lnTo>
                    <a:cubicBezTo>
                      <a:pt x="37420" y="30084"/>
                      <a:pt x="30172" y="37332"/>
                      <a:pt x="21230" y="37332"/>
                    </a:cubicBezTo>
                    <a:cubicBezTo>
                      <a:pt x="12288" y="37332"/>
                      <a:pt x="5040" y="30084"/>
                      <a:pt x="5040" y="21142"/>
                    </a:cubicBezTo>
                    <a:cubicBezTo>
                      <a:pt x="5040" y="12200"/>
                      <a:pt x="12288" y="4952"/>
                      <a:pt x="21230" y="4952"/>
                    </a:cubicBezTo>
                    <a:close/>
                    <a:moveTo>
                      <a:pt x="21230" y="151"/>
                    </a:moveTo>
                    <a:cubicBezTo>
                      <a:pt x="9637" y="151"/>
                      <a:pt x="239" y="9549"/>
                      <a:pt x="239" y="21142"/>
                    </a:cubicBezTo>
                    <a:cubicBezTo>
                      <a:pt x="239" y="32735"/>
                      <a:pt x="9637" y="42133"/>
                      <a:pt x="21230" y="42133"/>
                    </a:cubicBezTo>
                    <a:cubicBezTo>
                      <a:pt x="32822" y="42133"/>
                      <a:pt x="42220" y="32735"/>
                      <a:pt x="42220" y="21142"/>
                    </a:cubicBezTo>
                    <a:lnTo>
                      <a:pt x="42220" y="21142"/>
                    </a:lnTo>
                    <a:cubicBezTo>
                      <a:pt x="42220" y="9549"/>
                      <a:pt x="32822" y="151"/>
                      <a:pt x="21230" y="15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1" name="Freeform: Shape 4610">
                <a:extLst>
                  <a:ext uri="{FF2B5EF4-FFF2-40B4-BE49-F238E27FC236}">
                    <a16:creationId xmlns:a16="http://schemas.microsoft.com/office/drawing/2014/main" id="{CE9A18CA-9236-2501-C604-26F8FD1E82CA}"/>
                  </a:ext>
                </a:extLst>
              </p:cNvPr>
              <p:cNvSpPr/>
              <p:nvPr/>
            </p:nvSpPr>
            <p:spPr>
              <a:xfrm>
                <a:off x="2047343" y="7615612"/>
                <a:ext cx="37180" cy="37180"/>
              </a:xfrm>
              <a:custGeom>
                <a:avLst/>
                <a:gdLst>
                  <a:gd name="connsiteX0" fmla="*/ 37490 w 37180"/>
                  <a:gd name="connsiteY0" fmla="*/ 18711 h 37180"/>
                  <a:gd name="connsiteX1" fmla="*/ 18900 w 37180"/>
                  <a:gd name="connsiteY1" fmla="*/ 37301 h 37180"/>
                  <a:gd name="connsiteX2" fmla="*/ 310 w 37180"/>
                  <a:gd name="connsiteY2" fmla="*/ 18711 h 37180"/>
                  <a:gd name="connsiteX3" fmla="*/ 18900 w 37180"/>
                  <a:gd name="connsiteY3" fmla="*/ 120 h 37180"/>
                  <a:gd name="connsiteX4" fmla="*/ 37490 w 37180"/>
                  <a:gd name="connsiteY4" fmla="*/ 1871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0" y="18711"/>
                    </a:moveTo>
                    <a:cubicBezTo>
                      <a:pt x="37490" y="28978"/>
                      <a:pt x="29167" y="37301"/>
                      <a:pt x="18900" y="37301"/>
                    </a:cubicBezTo>
                    <a:cubicBezTo>
                      <a:pt x="8633" y="37301"/>
                      <a:pt x="310" y="28978"/>
                      <a:pt x="310" y="18711"/>
                    </a:cubicBezTo>
                    <a:cubicBezTo>
                      <a:pt x="310" y="8443"/>
                      <a:pt x="8633" y="120"/>
                      <a:pt x="18900" y="120"/>
                    </a:cubicBezTo>
                    <a:cubicBezTo>
                      <a:pt x="29167" y="120"/>
                      <a:pt x="37490" y="8443"/>
                      <a:pt x="37490" y="18711"/>
                    </a:cubicBezTo>
                    <a:close/>
                  </a:path>
                </a:pathLst>
              </a:custGeom>
              <a:solidFill>
                <a:srgbClr val="ECF7E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2" name="Freeform: Shape 4611">
                <a:extLst>
                  <a:ext uri="{FF2B5EF4-FFF2-40B4-BE49-F238E27FC236}">
                    <a16:creationId xmlns:a16="http://schemas.microsoft.com/office/drawing/2014/main" id="{F518CA86-4A79-D1AA-D067-54204DBD7F0E}"/>
                  </a:ext>
                </a:extLst>
              </p:cNvPr>
              <p:cNvSpPr/>
              <p:nvPr/>
            </p:nvSpPr>
            <p:spPr>
              <a:xfrm>
                <a:off x="2044943" y="7613212"/>
                <a:ext cx="41981" cy="41981"/>
              </a:xfrm>
              <a:custGeom>
                <a:avLst/>
                <a:gdLst>
                  <a:gd name="connsiteX0" fmla="*/ 21300 w 41981"/>
                  <a:gd name="connsiteY0" fmla="*/ 4921 h 41981"/>
                  <a:gd name="connsiteX1" fmla="*/ 37490 w 41981"/>
                  <a:gd name="connsiteY1" fmla="*/ 21111 h 41981"/>
                  <a:gd name="connsiteX2" fmla="*/ 37490 w 41981"/>
                  <a:gd name="connsiteY2" fmla="*/ 21111 h 41981"/>
                  <a:gd name="connsiteX3" fmla="*/ 21300 w 41981"/>
                  <a:gd name="connsiteY3" fmla="*/ 37301 h 41981"/>
                  <a:gd name="connsiteX4" fmla="*/ 5110 w 41981"/>
                  <a:gd name="connsiteY4" fmla="*/ 21111 h 41981"/>
                  <a:gd name="connsiteX5" fmla="*/ 21300 w 41981"/>
                  <a:gd name="connsiteY5" fmla="*/ 4921 h 41981"/>
                  <a:gd name="connsiteX6" fmla="*/ 21300 w 41981"/>
                  <a:gd name="connsiteY6" fmla="*/ 120 h 41981"/>
                  <a:gd name="connsiteX7" fmla="*/ 310 w 41981"/>
                  <a:gd name="connsiteY7" fmla="*/ 21111 h 41981"/>
                  <a:gd name="connsiteX8" fmla="*/ 21300 w 41981"/>
                  <a:gd name="connsiteY8" fmla="*/ 42101 h 41981"/>
                  <a:gd name="connsiteX9" fmla="*/ 42291 w 41981"/>
                  <a:gd name="connsiteY9" fmla="*/ 21111 h 41981"/>
                  <a:gd name="connsiteX10" fmla="*/ 42291 w 41981"/>
                  <a:gd name="connsiteY10" fmla="*/ 21111 h 41981"/>
                  <a:gd name="connsiteX11" fmla="*/ 21300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0" y="4921"/>
                    </a:moveTo>
                    <a:cubicBezTo>
                      <a:pt x="30242" y="4921"/>
                      <a:pt x="37490" y="12169"/>
                      <a:pt x="37490" y="21111"/>
                    </a:cubicBezTo>
                    <a:lnTo>
                      <a:pt x="37490" y="21111"/>
                    </a:lnTo>
                    <a:cubicBezTo>
                      <a:pt x="37490" y="30053"/>
                      <a:pt x="30242" y="37301"/>
                      <a:pt x="21300" y="37301"/>
                    </a:cubicBezTo>
                    <a:cubicBezTo>
                      <a:pt x="12358" y="37301"/>
                      <a:pt x="5110" y="30053"/>
                      <a:pt x="5110" y="21111"/>
                    </a:cubicBezTo>
                    <a:cubicBezTo>
                      <a:pt x="5110" y="12169"/>
                      <a:pt x="12358" y="4921"/>
                      <a:pt x="21300" y="4921"/>
                    </a:cubicBezTo>
                    <a:close/>
                    <a:moveTo>
                      <a:pt x="21300" y="120"/>
                    </a:moveTo>
                    <a:cubicBezTo>
                      <a:pt x="9708" y="120"/>
                      <a:pt x="310" y="9518"/>
                      <a:pt x="310" y="21111"/>
                    </a:cubicBezTo>
                    <a:cubicBezTo>
                      <a:pt x="310" y="32703"/>
                      <a:pt x="9708" y="42101"/>
                      <a:pt x="21300" y="42101"/>
                    </a:cubicBezTo>
                    <a:cubicBezTo>
                      <a:pt x="32893" y="42101"/>
                      <a:pt x="42291" y="32703"/>
                      <a:pt x="42291" y="21111"/>
                    </a:cubicBezTo>
                    <a:lnTo>
                      <a:pt x="42291" y="21111"/>
                    </a:lnTo>
                    <a:cubicBezTo>
                      <a:pt x="42291" y="9518"/>
                      <a:pt x="32893" y="120"/>
                      <a:pt x="21300" y="1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3" name="Freeform: Shape 4612">
                <a:extLst>
                  <a:ext uri="{FF2B5EF4-FFF2-40B4-BE49-F238E27FC236}">
                    <a16:creationId xmlns:a16="http://schemas.microsoft.com/office/drawing/2014/main" id="{1D3E7280-C7A0-C329-E055-E6FBF34647CF}"/>
                  </a:ext>
                </a:extLst>
              </p:cNvPr>
              <p:cNvSpPr/>
              <p:nvPr/>
            </p:nvSpPr>
            <p:spPr>
              <a:xfrm>
                <a:off x="2428638" y="7947797"/>
                <a:ext cx="37180" cy="37180"/>
              </a:xfrm>
              <a:custGeom>
                <a:avLst/>
                <a:gdLst>
                  <a:gd name="connsiteX0" fmla="*/ 37557 w 37180"/>
                  <a:gd name="connsiteY0" fmla="*/ 18768 h 37180"/>
                  <a:gd name="connsiteX1" fmla="*/ 18966 w 37180"/>
                  <a:gd name="connsiteY1" fmla="*/ 37359 h 37180"/>
                  <a:gd name="connsiteX2" fmla="*/ 376 w 37180"/>
                  <a:gd name="connsiteY2" fmla="*/ 18768 h 37180"/>
                  <a:gd name="connsiteX3" fmla="*/ 18966 w 37180"/>
                  <a:gd name="connsiteY3" fmla="*/ 178 h 37180"/>
                  <a:gd name="connsiteX4" fmla="*/ 37557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57" y="18768"/>
                    </a:moveTo>
                    <a:cubicBezTo>
                      <a:pt x="37557" y="29035"/>
                      <a:pt x="29233" y="37359"/>
                      <a:pt x="18966" y="37359"/>
                    </a:cubicBezTo>
                    <a:cubicBezTo>
                      <a:pt x="8699" y="37359"/>
                      <a:pt x="376" y="29035"/>
                      <a:pt x="376" y="18768"/>
                    </a:cubicBezTo>
                    <a:cubicBezTo>
                      <a:pt x="376" y="8501"/>
                      <a:pt x="8699" y="178"/>
                      <a:pt x="18966" y="178"/>
                    </a:cubicBezTo>
                    <a:cubicBezTo>
                      <a:pt x="29233" y="178"/>
                      <a:pt x="37557" y="8501"/>
                      <a:pt x="37557" y="18768"/>
                    </a:cubicBezTo>
                    <a:close/>
                  </a:path>
                </a:pathLst>
              </a:custGeom>
              <a:solidFill>
                <a:srgbClr val="E2F7E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4" name="Freeform: Shape 4613">
                <a:extLst>
                  <a:ext uri="{FF2B5EF4-FFF2-40B4-BE49-F238E27FC236}">
                    <a16:creationId xmlns:a16="http://schemas.microsoft.com/office/drawing/2014/main" id="{0CCCD675-51D1-6A6B-81DB-89B8187F8EB4}"/>
                  </a:ext>
                </a:extLst>
              </p:cNvPr>
              <p:cNvSpPr/>
              <p:nvPr/>
            </p:nvSpPr>
            <p:spPr>
              <a:xfrm>
                <a:off x="2426237" y="7945397"/>
                <a:ext cx="41981" cy="41981"/>
              </a:xfrm>
              <a:custGeom>
                <a:avLst/>
                <a:gdLst>
                  <a:gd name="connsiteX0" fmla="*/ 21366 w 41981"/>
                  <a:gd name="connsiteY0" fmla="*/ 4978 h 41981"/>
                  <a:gd name="connsiteX1" fmla="*/ 37557 w 41981"/>
                  <a:gd name="connsiteY1" fmla="*/ 21168 h 41981"/>
                  <a:gd name="connsiteX2" fmla="*/ 37557 w 41981"/>
                  <a:gd name="connsiteY2" fmla="*/ 21168 h 41981"/>
                  <a:gd name="connsiteX3" fmla="*/ 21366 w 41981"/>
                  <a:gd name="connsiteY3" fmla="*/ 37359 h 41981"/>
                  <a:gd name="connsiteX4" fmla="*/ 5176 w 41981"/>
                  <a:gd name="connsiteY4" fmla="*/ 21168 h 41981"/>
                  <a:gd name="connsiteX5" fmla="*/ 21366 w 41981"/>
                  <a:gd name="connsiteY5" fmla="*/ 4978 h 41981"/>
                  <a:gd name="connsiteX6" fmla="*/ 21366 w 41981"/>
                  <a:gd name="connsiteY6" fmla="*/ 178 h 41981"/>
                  <a:gd name="connsiteX7" fmla="*/ 376 w 41981"/>
                  <a:gd name="connsiteY7" fmla="*/ 21168 h 41981"/>
                  <a:gd name="connsiteX8" fmla="*/ 21366 w 41981"/>
                  <a:gd name="connsiteY8" fmla="*/ 42159 h 41981"/>
                  <a:gd name="connsiteX9" fmla="*/ 42357 w 41981"/>
                  <a:gd name="connsiteY9" fmla="*/ 21168 h 41981"/>
                  <a:gd name="connsiteX10" fmla="*/ 42357 w 41981"/>
                  <a:gd name="connsiteY10" fmla="*/ 21168 h 41981"/>
                  <a:gd name="connsiteX11" fmla="*/ 21366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66" y="4978"/>
                    </a:moveTo>
                    <a:cubicBezTo>
                      <a:pt x="30308" y="4978"/>
                      <a:pt x="37557" y="12227"/>
                      <a:pt x="37557" y="21168"/>
                    </a:cubicBezTo>
                    <a:lnTo>
                      <a:pt x="37557" y="21168"/>
                    </a:lnTo>
                    <a:cubicBezTo>
                      <a:pt x="37557" y="30110"/>
                      <a:pt x="30308" y="37359"/>
                      <a:pt x="21366" y="37359"/>
                    </a:cubicBezTo>
                    <a:cubicBezTo>
                      <a:pt x="12425" y="37359"/>
                      <a:pt x="5176" y="30110"/>
                      <a:pt x="5176" y="21168"/>
                    </a:cubicBezTo>
                    <a:cubicBezTo>
                      <a:pt x="5176" y="12227"/>
                      <a:pt x="12425" y="4978"/>
                      <a:pt x="21366" y="4978"/>
                    </a:cubicBezTo>
                    <a:close/>
                    <a:moveTo>
                      <a:pt x="21366" y="178"/>
                    </a:moveTo>
                    <a:cubicBezTo>
                      <a:pt x="9774" y="178"/>
                      <a:pt x="376" y="9576"/>
                      <a:pt x="376" y="21168"/>
                    </a:cubicBezTo>
                    <a:cubicBezTo>
                      <a:pt x="376" y="32761"/>
                      <a:pt x="9774" y="42159"/>
                      <a:pt x="21366" y="42159"/>
                    </a:cubicBezTo>
                    <a:cubicBezTo>
                      <a:pt x="32959" y="42159"/>
                      <a:pt x="42357" y="32761"/>
                      <a:pt x="42357" y="21168"/>
                    </a:cubicBezTo>
                    <a:lnTo>
                      <a:pt x="42357" y="21168"/>
                    </a:lnTo>
                    <a:cubicBezTo>
                      <a:pt x="42357" y="9576"/>
                      <a:pt x="32959" y="178"/>
                      <a:pt x="21366" y="17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5" name="Freeform: Shape 4614">
                <a:extLst>
                  <a:ext uri="{FF2B5EF4-FFF2-40B4-BE49-F238E27FC236}">
                    <a16:creationId xmlns:a16="http://schemas.microsoft.com/office/drawing/2014/main" id="{914D18B9-974D-C108-9FBF-7CF1FCCF0A16}"/>
                  </a:ext>
                </a:extLst>
              </p:cNvPr>
              <p:cNvSpPr/>
              <p:nvPr/>
            </p:nvSpPr>
            <p:spPr>
              <a:xfrm>
                <a:off x="2165936" y="7311787"/>
                <a:ext cx="37180" cy="37180"/>
              </a:xfrm>
              <a:custGeom>
                <a:avLst/>
                <a:gdLst>
                  <a:gd name="connsiteX0" fmla="*/ 37511 w 37180"/>
                  <a:gd name="connsiteY0" fmla="*/ 18658 h 37180"/>
                  <a:gd name="connsiteX1" fmla="*/ 18921 w 37180"/>
                  <a:gd name="connsiteY1" fmla="*/ 37248 h 37180"/>
                  <a:gd name="connsiteX2" fmla="*/ 330 w 37180"/>
                  <a:gd name="connsiteY2" fmla="*/ 18658 h 37180"/>
                  <a:gd name="connsiteX3" fmla="*/ 18921 w 37180"/>
                  <a:gd name="connsiteY3" fmla="*/ 67 h 37180"/>
                  <a:gd name="connsiteX4" fmla="*/ 37511 w 37180"/>
                  <a:gd name="connsiteY4" fmla="*/ 186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1" y="18658"/>
                    </a:moveTo>
                    <a:cubicBezTo>
                      <a:pt x="37511" y="28925"/>
                      <a:pt x="29188" y="37248"/>
                      <a:pt x="18921" y="37248"/>
                    </a:cubicBezTo>
                    <a:cubicBezTo>
                      <a:pt x="8653" y="37248"/>
                      <a:pt x="330" y="28925"/>
                      <a:pt x="330" y="18658"/>
                    </a:cubicBezTo>
                    <a:cubicBezTo>
                      <a:pt x="330" y="8391"/>
                      <a:pt x="8653" y="67"/>
                      <a:pt x="18921" y="67"/>
                    </a:cubicBezTo>
                    <a:cubicBezTo>
                      <a:pt x="29188" y="67"/>
                      <a:pt x="37511" y="8391"/>
                      <a:pt x="37511" y="18658"/>
                    </a:cubicBezTo>
                    <a:close/>
                  </a:path>
                </a:pathLst>
              </a:custGeom>
              <a:solidFill>
                <a:srgbClr val="43F743"/>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6" name="Freeform: Shape 4615">
                <a:extLst>
                  <a:ext uri="{FF2B5EF4-FFF2-40B4-BE49-F238E27FC236}">
                    <a16:creationId xmlns:a16="http://schemas.microsoft.com/office/drawing/2014/main" id="{B5D3A354-122F-1352-31E8-78242262D52D}"/>
                  </a:ext>
                </a:extLst>
              </p:cNvPr>
              <p:cNvSpPr/>
              <p:nvPr/>
            </p:nvSpPr>
            <p:spPr>
              <a:xfrm>
                <a:off x="2163535" y="7309387"/>
                <a:ext cx="41981" cy="41981"/>
              </a:xfrm>
              <a:custGeom>
                <a:avLst/>
                <a:gdLst>
                  <a:gd name="connsiteX0" fmla="*/ 21321 w 41981"/>
                  <a:gd name="connsiteY0" fmla="*/ 4868 h 41981"/>
                  <a:gd name="connsiteX1" fmla="*/ 37511 w 41981"/>
                  <a:gd name="connsiteY1" fmla="*/ 21058 h 41981"/>
                  <a:gd name="connsiteX2" fmla="*/ 37511 w 41981"/>
                  <a:gd name="connsiteY2" fmla="*/ 21058 h 41981"/>
                  <a:gd name="connsiteX3" fmla="*/ 21321 w 41981"/>
                  <a:gd name="connsiteY3" fmla="*/ 37248 h 41981"/>
                  <a:gd name="connsiteX4" fmla="*/ 5131 w 41981"/>
                  <a:gd name="connsiteY4" fmla="*/ 21058 h 41981"/>
                  <a:gd name="connsiteX5" fmla="*/ 21321 w 41981"/>
                  <a:gd name="connsiteY5" fmla="*/ 4868 h 41981"/>
                  <a:gd name="connsiteX6" fmla="*/ 21321 w 41981"/>
                  <a:gd name="connsiteY6" fmla="*/ 67 h 41981"/>
                  <a:gd name="connsiteX7" fmla="*/ 330 w 41981"/>
                  <a:gd name="connsiteY7" fmla="*/ 21058 h 41981"/>
                  <a:gd name="connsiteX8" fmla="*/ 21321 w 41981"/>
                  <a:gd name="connsiteY8" fmla="*/ 42049 h 41981"/>
                  <a:gd name="connsiteX9" fmla="*/ 42311 w 41981"/>
                  <a:gd name="connsiteY9" fmla="*/ 21058 h 41981"/>
                  <a:gd name="connsiteX10" fmla="*/ 42311 w 41981"/>
                  <a:gd name="connsiteY10" fmla="*/ 21058 h 41981"/>
                  <a:gd name="connsiteX11" fmla="*/ 21321 w 41981"/>
                  <a:gd name="connsiteY11" fmla="*/ 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1" y="4868"/>
                    </a:moveTo>
                    <a:cubicBezTo>
                      <a:pt x="30263" y="4868"/>
                      <a:pt x="37511" y="12116"/>
                      <a:pt x="37511" y="21058"/>
                    </a:cubicBezTo>
                    <a:lnTo>
                      <a:pt x="37511" y="21058"/>
                    </a:lnTo>
                    <a:cubicBezTo>
                      <a:pt x="37511" y="30000"/>
                      <a:pt x="30263" y="37248"/>
                      <a:pt x="21321" y="37248"/>
                    </a:cubicBezTo>
                    <a:cubicBezTo>
                      <a:pt x="12379" y="37248"/>
                      <a:pt x="5131" y="30000"/>
                      <a:pt x="5131" y="21058"/>
                    </a:cubicBezTo>
                    <a:cubicBezTo>
                      <a:pt x="5131" y="12116"/>
                      <a:pt x="12379" y="4868"/>
                      <a:pt x="21321" y="4868"/>
                    </a:cubicBezTo>
                    <a:close/>
                    <a:moveTo>
                      <a:pt x="21321" y="67"/>
                    </a:moveTo>
                    <a:cubicBezTo>
                      <a:pt x="9728" y="67"/>
                      <a:pt x="330" y="9465"/>
                      <a:pt x="330" y="21058"/>
                    </a:cubicBezTo>
                    <a:cubicBezTo>
                      <a:pt x="330" y="32651"/>
                      <a:pt x="9728" y="42049"/>
                      <a:pt x="21321" y="42049"/>
                    </a:cubicBezTo>
                    <a:cubicBezTo>
                      <a:pt x="32913" y="42049"/>
                      <a:pt x="42311" y="32651"/>
                      <a:pt x="42311" y="21058"/>
                    </a:cubicBezTo>
                    <a:lnTo>
                      <a:pt x="42311" y="21058"/>
                    </a:lnTo>
                    <a:cubicBezTo>
                      <a:pt x="42311" y="9465"/>
                      <a:pt x="32913" y="67"/>
                      <a:pt x="21321" y="6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7" name="Freeform: Shape 4616">
                <a:extLst>
                  <a:ext uri="{FF2B5EF4-FFF2-40B4-BE49-F238E27FC236}">
                    <a16:creationId xmlns:a16="http://schemas.microsoft.com/office/drawing/2014/main" id="{37094706-4068-E8B5-2600-A7B650834FD9}"/>
                  </a:ext>
                </a:extLst>
              </p:cNvPr>
              <p:cNvSpPr/>
              <p:nvPr/>
            </p:nvSpPr>
            <p:spPr>
              <a:xfrm>
                <a:off x="2022777" y="7604910"/>
                <a:ext cx="37180" cy="37180"/>
              </a:xfrm>
              <a:custGeom>
                <a:avLst/>
                <a:gdLst>
                  <a:gd name="connsiteX0" fmla="*/ 37486 w 37180"/>
                  <a:gd name="connsiteY0" fmla="*/ 18709 h 37180"/>
                  <a:gd name="connsiteX1" fmla="*/ 18896 w 37180"/>
                  <a:gd name="connsiteY1" fmla="*/ 37299 h 37180"/>
                  <a:gd name="connsiteX2" fmla="*/ 305 w 37180"/>
                  <a:gd name="connsiteY2" fmla="*/ 18709 h 37180"/>
                  <a:gd name="connsiteX3" fmla="*/ 18896 w 37180"/>
                  <a:gd name="connsiteY3" fmla="*/ 118 h 37180"/>
                  <a:gd name="connsiteX4" fmla="*/ 37486 w 37180"/>
                  <a:gd name="connsiteY4" fmla="*/ 1870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6" y="18709"/>
                    </a:moveTo>
                    <a:cubicBezTo>
                      <a:pt x="37486" y="28976"/>
                      <a:pt x="29163" y="37299"/>
                      <a:pt x="18896" y="37299"/>
                    </a:cubicBezTo>
                    <a:cubicBezTo>
                      <a:pt x="8629" y="37299"/>
                      <a:pt x="305" y="28976"/>
                      <a:pt x="305" y="18709"/>
                    </a:cubicBezTo>
                    <a:cubicBezTo>
                      <a:pt x="305" y="8441"/>
                      <a:pt x="8629" y="118"/>
                      <a:pt x="18896" y="118"/>
                    </a:cubicBezTo>
                    <a:cubicBezTo>
                      <a:pt x="29163" y="118"/>
                      <a:pt x="37486" y="8441"/>
                      <a:pt x="37486" y="18709"/>
                    </a:cubicBezTo>
                    <a:close/>
                  </a:path>
                </a:pathLst>
              </a:custGeom>
              <a:solidFill>
                <a:srgbClr val="F7A57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8" name="Freeform: Shape 4617">
                <a:extLst>
                  <a:ext uri="{FF2B5EF4-FFF2-40B4-BE49-F238E27FC236}">
                    <a16:creationId xmlns:a16="http://schemas.microsoft.com/office/drawing/2014/main" id="{2AF054B3-E64D-06BF-232B-546622FDF6A3}"/>
                  </a:ext>
                </a:extLst>
              </p:cNvPr>
              <p:cNvSpPr/>
              <p:nvPr/>
            </p:nvSpPr>
            <p:spPr>
              <a:xfrm>
                <a:off x="2020376" y="7602509"/>
                <a:ext cx="41981" cy="41981"/>
              </a:xfrm>
              <a:custGeom>
                <a:avLst/>
                <a:gdLst>
                  <a:gd name="connsiteX0" fmla="*/ 21296 w 41981"/>
                  <a:gd name="connsiteY0" fmla="*/ 4919 h 41981"/>
                  <a:gd name="connsiteX1" fmla="*/ 37486 w 41981"/>
                  <a:gd name="connsiteY1" fmla="*/ 21109 h 41981"/>
                  <a:gd name="connsiteX2" fmla="*/ 37486 w 41981"/>
                  <a:gd name="connsiteY2" fmla="*/ 21109 h 41981"/>
                  <a:gd name="connsiteX3" fmla="*/ 21296 w 41981"/>
                  <a:gd name="connsiteY3" fmla="*/ 37299 h 41981"/>
                  <a:gd name="connsiteX4" fmla="*/ 5106 w 41981"/>
                  <a:gd name="connsiteY4" fmla="*/ 21109 h 41981"/>
                  <a:gd name="connsiteX5" fmla="*/ 21296 w 41981"/>
                  <a:gd name="connsiteY5" fmla="*/ 4919 h 41981"/>
                  <a:gd name="connsiteX6" fmla="*/ 21296 w 41981"/>
                  <a:gd name="connsiteY6" fmla="*/ 118 h 41981"/>
                  <a:gd name="connsiteX7" fmla="*/ 305 w 41981"/>
                  <a:gd name="connsiteY7" fmla="*/ 21109 h 41981"/>
                  <a:gd name="connsiteX8" fmla="*/ 21296 w 41981"/>
                  <a:gd name="connsiteY8" fmla="*/ 42099 h 41981"/>
                  <a:gd name="connsiteX9" fmla="*/ 42287 w 41981"/>
                  <a:gd name="connsiteY9" fmla="*/ 21109 h 41981"/>
                  <a:gd name="connsiteX10" fmla="*/ 42287 w 41981"/>
                  <a:gd name="connsiteY10" fmla="*/ 21109 h 41981"/>
                  <a:gd name="connsiteX11" fmla="*/ 21296 w 41981"/>
                  <a:gd name="connsiteY11" fmla="*/ 11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6" y="4919"/>
                    </a:moveTo>
                    <a:cubicBezTo>
                      <a:pt x="30238" y="4919"/>
                      <a:pt x="37486" y="12167"/>
                      <a:pt x="37486" y="21109"/>
                    </a:cubicBezTo>
                    <a:lnTo>
                      <a:pt x="37486" y="21109"/>
                    </a:lnTo>
                    <a:cubicBezTo>
                      <a:pt x="37486" y="30051"/>
                      <a:pt x="30238" y="37299"/>
                      <a:pt x="21296" y="37299"/>
                    </a:cubicBezTo>
                    <a:cubicBezTo>
                      <a:pt x="12354" y="37299"/>
                      <a:pt x="5106" y="30051"/>
                      <a:pt x="5106" y="21109"/>
                    </a:cubicBezTo>
                    <a:cubicBezTo>
                      <a:pt x="5106" y="12167"/>
                      <a:pt x="12354" y="4919"/>
                      <a:pt x="21296" y="4919"/>
                    </a:cubicBezTo>
                    <a:close/>
                    <a:moveTo>
                      <a:pt x="21296" y="118"/>
                    </a:moveTo>
                    <a:cubicBezTo>
                      <a:pt x="9703" y="118"/>
                      <a:pt x="305" y="9516"/>
                      <a:pt x="305" y="21109"/>
                    </a:cubicBezTo>
                    <a:cubicBezTo>
                      <a:pt x="305" y="32701"/>
                      <a:pt x="9703" y="42099"/>
                      <a:pt x="21296" y="42099"/>
                    </a:cubicBezTo>
                    <a:cubicBezTo>
                      <a:pt x="32889" y="42099"/>
                      <a:pt x="42287" y="32701"/>
                      <a:pt x="42287" y="21109"/>
                    </a:cubicBezTo>
                    <a:lnTo>
                      <a:pt x="42287" y="21109"/>
                    </a:lnTo>
                    <a:cubicBezTo>
                      <a:pt x="42287" y="9516"/>
                      <a:pt x="32889" y="118"/>
                      <a:pt x="21296" y="11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19" name="Freeform: Shape 4618">
                <a:extLst>
                  <a:ext uri="{FF2B5EF4-FFF2-40B4-BE49-F238E27FC236}">
                    <a16:creationId xmlns:a16="http://schemas.microsoft.com/office/drawing/2014/main" id="{FC926395-1966-6D98-E688-773D1216BE42}"/>
                  </a:ext>
                </a:extLst>
              </p:cNvPr>
              <p:cNvSpPr/>
              <p:nvPr/>
            </p:nvSpPr>
            <p:spPr>
              <a:xfrm>
                <a:off x="2455013" y="7290274"/>
                <a:ext cx="37180" cy="37180"/>
              </a:xfrm>
              <a:custGeom>
                <a:avLst/>
                <a:gdLst>
                  <a:gd name="connsiteX0" fmla="*/ 37561 w 37180"/>
                  <a:gd name="connsiteY0" fmla="*/ 18654 h 37180"/>
                  <a:gd name="connsiteX1" fmla="*/ 18971 w 37180"/>
                  <a:gd name="connsiteY1" fmla="*/ 37244 h 37180"/>
                  <a:gd name="connsiteX2" fmla="*/ 380 w 37180"/>
                  <a:gd name="connsiteY2" fmla="*/ 18654 h 37180"/>
                  <a:gd name="connsiteX3" fmla="*/ 18971 w 37180"/>
                  <a:gd name="connsiteY3" fmla="*/ 64 h 37180"/>
                  <a:gd name="connsiteX4" fmla="*/ 37561 w 37180"/>
                  <a:gd name="connsiteY4" fmla="*/ 186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61" y="18654"/>
                    </a:moveTo>
                    <a:cubicBezTo>
                      <a:pt x="37561" y="28921"/>
                      <a:pt x="29238" y="37244"/>
                      <a:pt x="18971" y="37244"/>
                    </a:cubicBezTo>
                    <a:cubicBezTo>
                      <a:pt x="8704" y="37244"/>
                      <a:pt x="380" y="28921"/>
                      <a:pt x="380" y="18654"/>
                    </a:cubicBezTo>
                    <a:cubicBezTo>
                      <a:pt x="380" y="8387"/>
                      <a:pt x="8704" y="64"/>
                      <a:pt x="18971" y="64"/>
                    </a:cubicBezTo>
                    <a:cubicBezTo>
                      <a:pt x="29238" y="64"/>
                      <a:pt x="37561" y="8387"/>
                      <a:pt x="37561" y="18654"/>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0" name="Freeform: Shape 4619">
                <a:extLst>
                  <a:ext uri="{FF2B5EF4-FFF2-40B4-BE49-F238E27FC236}">
                    <a16:creationId xmlns:a16="http://schemas.microsoft.com/office/drawing/2014/main" id="{DD422F8F-3D81-C89C-6717-7824051248CF}"/>
                  </a:ext>
                </a:extLst>
              </p:cNvPr>
              <p:cNvSpPr/>
              <p:nvPr/>
            </p:nvSpPr>
            <p:spPr>
              <a:xfrm>
                <a:off x="2452612" y="7287874"/>
                <a:ext cx="41981" cy="41981"/>
              </a:xfrm>
              <a:custGeom>
                <a:avLst/>
                <a:gdLst>
                  <a:gd name="connsiteX0" fmla="*/ 21371 w 41981"/>
                  <a:gd name="connsiteY0" fmla="*/ 4864 h 41981"/>
                  <a:gd name="connsiteX1" fmla="*/ 37561 w 41981"/>
                  <a:gd name="connsiteY1" fmla="*/ 21054 h 41981"/>
                  <a:gd name="connsiteX2" fmla="*/ 37561 w 41981"/>
                  <a:gd name="connsiteY2" fmla="*/ 21054 h 41981"/>
                  <a:gd name="connsiteX3" fmla="*/ 21371 w 41981"/>
                  <a:gd name="connsiteY3" fmla="*/ 37244 h 41981"/>
                  <a:gd name="connsiteX4" fmla="*/ 5181 w 41981"/>
                  <a:gd name="connsiteY4" fmla="*/ 21054 h 41981"/>
                  <a:gd name="connsiteX5" fmla="*/ 21371 w 41981"/>
                  <a:gd name="connsiteY5" fmla="*/ 4864 h 41981"/>
                  <a:gd name="connsiteX6" fmla="*/ 21371 w 41981"/>
                  <a:gd name="connsiteY6" fmla="*/ 64 h 41981"/>
                  <a:gd name="connsiteX7" fmla="*/ 380 w 41981"/>
                  <a:gd name="connsiteY7" fmla="*/ 21054 h 41981"/>
                  <a:gd name="connsiteX8" fmla="*/ 21371 w 41981"/>
                  <a:gd name="connsiteY8" fmla="*/ 42045 h 41981"/>
                  <a:gd name="connsiteX9" fmla="*/ 42362 w 41981"/>
                  <a:gd name="connsiteY9" fmla="*/ 21054 h 41981"/>
                  <a:gd name="connsiteX10" fmla="*/ 42362 w 41981"/>
                  <a:gd name="connsiteY10" fmla="*/ 21054 h 41981"/>
                  <a:gd name="connsiteX11" fmla="*/ 21371 w 41981"/>
                  <a:gd name="connsiteY11" fmla="*/ 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71" y="4864"/>
                    </a:moveTo>
                    <a:cubicBezTo>
                      <a:pt x="30313" y="4864"/>
                      <a:pt x="37561" y="12112"/>
                      <a:pt x="37561" y="21054"/>
                    </a:cubicBezTo>
                    <a:lnTo>
                      <a:pt x="37561" y="21054"/>
                    </a:lnTo>
                    <a:cubicBezTo>
                      <a:pt x="37561" y="29996"/>
                      <a:pt x="30313" y="37244"/>
                      <a:pt x="21371" y="37244"/>
                    </a:cubicBezTo>
                    <a:cubicBezTo>
                      <a:pt x="12429" y="37244"/>
                      <a:pt x="5181" y="29996"/>
                      <a:pt x="5181" y="21054"/>
                    </a:cubicBezTo>
                    <a:cubicBezTo>
                      <a:pt x="5181" y="12112"/>
                      <a:pt x="12429" y="4864"/>
                      <a:pt x="21371" y="4864"/>
                    </a:cubicBezTo>
                    <a:close/>
                    <a:moveTo>
                      <a:pt x="21371" y="64"/>
                    </a:moveTo>
                    <a:cubicBezTo>
                      <a:pt x="9778" y="64"/>
                      <a:pt x="380" y="9462"/>
                      <a:pt x="380" y="21054"/>
                    </a:cubicBezTo>
                    <a:cubicBezTo>
                      <a:pt x="380" y="32647"/>
                      <a:pt x="9778" y="42045"/>
                      <a:pt x="21371" y="42045"/>
                    </a:cubicBezTo>
                    <a:cubicBezTo>
                      <a:pt x="32964" y="42045"/>
                      <a:pt x="42362" y="32647"/>
                      <a:pt x="42362" y="21054"/>
                    </a:cubicBezTo>
                    <a:lnTo>
                      <a:pt x="42362" y="21054"/>
                    </a:lnTo>
                    <a:cubicBezTo>
                      <a:pt x="42362" y="9462"/>
                      <a:pt x="32964" y="64"/>
                      <a:pt x="21371" y="6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1" name="Freeform: Shape 4620">
                <a:extLst>
                  <a:ext uri="{FF2B5EF4-FFF2-40B4-BE49-F238E27FC236}">
                    <a16:creationId xmlns:a16="http://schemas.microsoft.com/office/drawing/2014/main" id="{911E18DF-2F24-A53C-AF53-BD750E87255D}"/>
                  </a:ext>
                </a:extLst>
              </p:cNvPr>
              <p:cNvSpPr/>
              <p:nvPr/>
            </p:nvSpPr>
            <p:spPr>
              <a:xfrm>
                <a:off x="1895613" y="7698481"/>
                <a:ext cx="37180" cy="37180"/>
              </a:xfrm>
              <a:custGeom>
                <a:avLst/>
                <a:gdLst>
                  <a:gd name="connsiteX0" fmla="*/ 37464 w 37180"/>
                  <a:gd name="connsiteY0" fmla="*/ 18725 h 37180"/>
                  <a:gd name="connsiteX1" fmla="*/ 18874 w 37180"/>
                  <a:gd name="connsiteY1" fmla="*/ 37315 h 37180"/>
                  <a:gd name="connsiteX2" fmla="*/ 283 w 37180"/>
                  <a:gd name="connsiteY2" fmla="*/ 18725 h 37180"/>
                  <a:gd name="connsiteX3" fmla="*/ 18874 w 37180"/>
                  <a:gd name="connsiteY3" fmla="*/ 135 h 37180"/>
                  <a:gd name="connsiteX4" fmla="*/ 37464 w 37180"/>
                  <a:gd name="connsiteY4" fmla="*/ 1872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25"/>
                    </a:moveTo>
                    <a:cubicBezTo>
                      <a:pt x="37464" y="28992"/>
                      <a:pt x="29141" y="37315"/>
                      <a:pt x="18874" y="37315"/>
                    </a:cubicBezTo>
                    <a:cubicBezTo>
                      <a:pt x="8606" y="37315"/>
                      <a:pt x="283" y="28992"/>
                      <a:pt x="283" y="18725"/>
                    </a:cubicBezTo>
                    <a:cubicBezTo>
                      <a:pt x="283" y="8458"/>
                      <a:pt x="8606" y="135"/>
                      <a:pt x="18874" y="135"/>
                    </a:cubicBezTo>
                    <a:cubicBezTo>
                      <a:pt x="29141" y="135"/>
                      <a:pt x="37464" y="8458"/>
                      <a:pt x="37464" y="18725"/>
                    </a:cubicBezTo>
                    <a:close/>
                  </a:path>
                </a:pathLst>
              </a:custGeom>
              <a:solidFill>
                <a:srgbClr val="E9F7E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2" name="Freeform: Shape 4621">
                <a:extLst>
                  <a:ext uri="{FF2B5EF4-FFF2-40B4-BE49-F238E27FC236}">
                    <a16:creationId xmlns:a16="http://schemas.microsoft.com/office/drawing/2014/main" id="{2CCFA76E-862A-4E6F-739D-C5C1A7EE15E7}"/>
                  </a:ext>
                </a:extLst>
              </p:cNvPr>
              <p:cNvSpPr/>
              <p:nvPr/>
            </p:nvSpPr>
            <p:spPr>
              <a:xfrm>
                <a:off x="1893213" y="7696081"/>
                <a:ext cx="41981" cy="41981"/>
              </a:xfrm>
              <a:custGeom>
                <a:avLst/>
                <a:gdLst>
                  <a:gd name="connsiteX0" fmla="*/ 21274 w 41981"/>
                  <a:gd name="connsiteY0" fmla="*/ 4935 h 41981"/>
                  <a:gd name="connsiteX1" fmla="*/ 37464 w 41981"/>
                  <a:gd name="connsiteY1" fmla="*/ 21125 h 41981"/>
                  <a:gd name="connsiteX2" fmla="*/ 37464 w 41981"/>
                  <a:gd name="connsiteY2" fmla="*/ 21125 h 41981"/>
                  <a:gd name="connsiteX3" fmla="*/ 21274 w 41981"/>
                  <a:gd name="connsiteY3" fmla="*/ 37315 h 41981"/>
                  <a:gd name="connsiteX4" fmla="*/ 5084 w 41981"/>
                  <a:gd name="connsiteY4" fmla="*/ 21125 h 41981"/>
                  <a:gd name="connsiteX5" fmla="*/ 21274 w 41981"/>
                  <a:gd name="connsiteY5" fmla="*/ 4935 h 41981"/>
                  <a:gd name="connsiteX6" fmla="*/ 21274 w 41981"/>
                  <a:gd name="connsiteY6" fmla="*/ 135 h 41981"/>
                  <a:gd name="connsiteX7" fmla="*/ 283 w 41981"/>
                  <a:gd name="connsiteY7" fmla="*/ 21125 h 41981"/>
                  <a:gd name="connsiteX8" fmla="*/ 21274 w 41981"/>
                  <a:gd name="connsiteY8" fmla="*/ 42116 h 41981"/>
                  <a:gd name="connsiteX9" fmla="*/ 42264 w 41981"/>
                  <a:gd name="connsiteY9" fmla="*/ 21125 h 41981"/>
                  <a:gd name="connsiteX10" fmla="*/ 42264 w 41981"/>
                  <a:gd name="connsiteY10" fmla="*/ 21125 h 41981"/>
                  <a:gd name="connsiteX11" fmla="*/ 21274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35"/>
                    </a:moveTo>
                    <a:cubicBezTo>
                      <a:pt x="30216" y="4935"/>
                      <a:pt x="37464" y="12183"/>
                      <a:pt x="37464" y="21125"/>
                    </a:cubicBezTo>
                    <a:lnTo>
                      <a:pt x="37464" y="21125"/>
                    </a:lnTo>
                    <a:cubicBezTo>
                      <a:pt x="37464" y="30067"/>
                      <a:pt x="30216" y="37315"/>
                      <a:pt x="21274" y="37315"/>
                    </a:cubicBezTo>
                    <a:cubicBezTo>
                      <a:pt x="12332" y="37315"/>
                      <a:pt x="5084" y="30067"/>
                      <a:pt x="5084" y="21125"/>
                    </a:cubicBezTo>
                    <a:cubicBezTo>
                      <a:pt x="5084" y="12183"/>
                      <a:pt x="12332" y="4935"/>
                      <a:pt x="21274" y="4935"/>
                    </a:cubicBezTo>
                    <a:close/>
                    <a:moveTo>
                      <a:pt x="21274" y="135"/>
                    </a:moveTo>
                    <a:cubicBezTo>
                      <a:pt x="9681" y="135"/>
                      <a:pt x="283" y="9533"/>
                      <a:pt x="283" y="21125"/>
                    </a:cubicBezTo>
                    <a:cubicBezTo>
                      <a:pt x="283" y="32718"/>
                      <a:pt x="9681" y="42116"/>
                      <a:pt x="21274" y="42116"/>
                    </a:cubicBezTo>
                    <a:cubicBezTo>
                      <a:pt x="32866" y="42116"/>
                      <a:pt x="42264" y="32718"/>
                      <a:pt x="42264" y="21125"/>
                    </a:cubicBezTo>
                    <a:lnTo>
                      <a:pt x="42264" y="21125"/>
                    </a:lnTo>
                    <a:cubicBezTo>
                      <a:pt x="42264" y="9533"/>
                      <a:pt x="32866" y="135"/>
                      <a:pt x="21274" y="13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3" name="Freeform: Shape 4622">
                <a:extLst>
                  <a:ext uri="{FF2B5EF4-FFF2-40B4-BE49-F238E27FC236}">
                    <a16:creationId xmlns:a16="http://schemas.microsoft.com/office/drawing/2014/main" id="{A37C9687-A7B8-A855-F69B-5486245A6D27}"/>
                  </a:ext>
                </a:extLst>
              </p:cNvPr>
              <p:cNvSpPr/>
              <p:nvPr/>
            </p:nvSpPr>
            <p:spPr>
              <a:xfrm>
                <a:off x="1974871" y="7569635"/>
                <a:ext cx="37180" cy="37180"/>
              </a:xfrm>
              <a:custGeom>
                <a:avLst/>
                <a:gdLst>
                  <a:gd name="connsiteX0" fmla="*/ 37478 w 37180"/>
                  <a:gd name="connsiteY0" fmla="*/ 18703 h 37180"/>
                  <a:gd name="connsiteX1" fmla="*/ 18887 w 37180"/>
                  <a:gd name="connsiteY1" fmla="*/ 37293 h 37180"/>
                  <a:gd name="connsiteX2" fmla="*/ 297 w 37180"/>
                  <a:gd name="connsiteY2" fmla="*/ 18703 h 37180"/>
                  <a:gd name="connsiteX3" fmla="*/ 18887 w 37180"/>
                  <a:gd name="connsiteY3" fmla="*/ 112 h 37180"/>
                  <a:gd name="connsiteX4" fmla="*/ 37478 w 37180"/>
                  <a:gd name="connsiteY4" fmla="*/ 187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8" y="18703"/>
                    </a:moveTo>
                    <a:cubicBezTo>
                      <a:pt x="37478" y="28970"/>
                      <a:pt x="29155" y="37293"/>
                      <a:pt x="18887" y="37293"/>
                    </a:cubicBezTo>
                    <a:cubicBezTo>
                      <a:pt x="8620" y="37293"/>
                      <a:pt x="297" y="28970"/>
                      <a:pt x="297" y="18703"/>
                    </a:cubicBezTo>
                    <a:cubicBezTo>
                      <a:pt x="297" y="8435"/>
                      <a:pt x="8620" y="112"/>
                      <a:pt x="18887" y="112"/>
                    </a:cubicBezTo>
                    <a:cubicBezTo>
                      <a:pt x="29155" y="112"/>
                      <a:pt x="37478" y="8435"/>
                      <a:pt x="37478" y="18703"/>
                    </a:cubicBezTo>
                    <a:close/>
                  </a:path>
                </a:pathLst>
              </a:custGeom>
              <a:solidFill>
                <a:srgbClr val="D9F7D9"/>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4" name="Freeform: Shape 4623">
                <a:extLst>
                  <a:ext uri="{FF2B5EF4-FFF2-40B4-BE49-F238E27FC236}">
                    <a16:creationId xmlns:a16="http://schemas.microsoft.com/office/drawing/2014/main" id="{65AA1923-A2D7-A22F-074D-B775273D8C0B}"/>
                  </a:ext>
                </a:extLst>
              </p:cNvPr>
              <p:cNvSpPr/>
              <p:nvPr/>
            </p:nvSpPr>
            <p:spPr>
              <a:xfrm>
                <a:off x="1972470" y="7567235"/>
                <a:ext cx="41981" cy="41981"/>
              </a:xfrm>
              <a:custGeom>
                <a:avLst/>
                <a:gdLst>
                  <a:gd name="connsiteX0" fmla="*/ 21288 w 41981"/>
                  <a:gd name="connsiteY0" fmla="*/ 4913 h 41981"/>
                  <a:gd name="connsiteX1" fmla="*/ 37478 w 41981"/>
                  <a:gd name="connsiteY1" fmla="*/ 21103 h 41981"/>
                  <a:gd name="connsiteX2" fmla="*/ 37478 w 41981"/>
                  <a:gd name="connsiteY2" fmla="*/ 21103 h 41981"/>
                  <a:gd name="connsiteX3" fmla="*/ 21288 w 41981"/>
                  <a:gd name="connsiteY3" fmla="*/ 37293 h 41981"/>
                  <a:gd name="connsiteX4" fmla="*/ 5097 w 41981"/>
                  <a:gd name="connsiteY4" fmla="*/ 21103 h 41981"/>
                  <a:gd name="connsiteX5" fmla="*/ 21288 w 41981"/>
                  <a:gd name="connsiteY5" fmla="*/ 4913 h 41981"/>
                  <a:gd name="connsiteX6" fmla="*/ 21288 w 41981"/>
                  <a:gd name="connsiteY6" fmla="*/ 112 h 41981"/>
                  <a:gd name="connsiteX7" fmla="*/ 297 w 41981"/>
                  <a:gd name="connsiteY7" fmla="*/ 21103 h 41981"/>
                  <a:gd name="connsiteX8" fmla="*/ 21288 w 41981"/>
                  <a:gd name="connsiteY8" fmla="*/ 42093 h 41981"/>
                  <a:gd name="connsiteX9" fmla="*/ 42278 w 41981"/>
                  <a:gd name="connsiteY9" fmla="*/ 21103 h 41981"/>
                  <a:gd name="connsiteX10" fmla="*/ 42278 w 41981"/>
                  <a:gd name="connsiteY10" fmla="*/ 21103 h 41981"/>
                  <a:gd name="connsiteX11" fmla="*/ 21288 w 41981"/>
                  <a:gd name="connsiteY11" fmla="*/ 1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8" y="4913"/>
                    </a:moveTo>
                    <a:cubicBezTo>
                      <a:pt x="30229" y="4913"/>
                      <a:pt x="37478" y="12161"/>
                      <a:pt x="37478" y="21103"/>
                    </a:cubicBezTo>
                    <a:lnTo>
                      <a:pt x="37478" y="21103"/>
                    </a:lnTo>
                    <a:cubicBezTo>
                      <a:pt x="37478" y="30045"/>
                      <a:pt x="30229" y="37293"/>
                      <a:pt x="21288" y="37293"/>
                    </a:cubicBezTo>
                    <a:cubicBezTo>
                      <a:pt x="12346" y="37293"/>
                      <a:pt x="5097" y="30045"/>
                      <a:pt x="5097" y="21103"/>
                    </a:cubicBezTo>
                    <a:cubicBezTo>
                      <a:pt x="5097" y="12161"/>
                      <a:pt x="12346" y="4913"/>
                      <a:pt x="21288" y="4913"/>
                    </a:cubicBezTo>
                    <a:close/>
                    <a:moveTo>
                      <a:pt x="21288" y="112"/>
                    </a:moveTo>
                    <a:cubicBezTo>
                      <a:pt x="9695" y="112"/>
                      <a:pt x="297" y="9510"/>
                      <a:pt x="297" y="21103"/>
                    </a:cubicBezTo>
                    <a:cubicBezTo>
                      <a:pt x="297" y="32695"/>
                      <a:pt x="9695" y="42093"/>
                      <a:pt x="21288" y="42093"/>
                    </a:cubicBezTo>
                    <a:cubicBezTo>
                      <a:pt x="32880" y="42093"/>
                      <a:pt x="42278" y="32695"/>
                      <a:pt x="42278" y="21103"/>
                    </a:cubicBezTo>
                    <a:lnTo>
                      <a:pt x="42278" y="21103"/>
                    </a:lnTo>
                    <a:cubicBezTo>
                      <a:pt x="42278" y="9510"/>
                      <a:pt x="32880" y="112"/>
                      <a:pt x="21288" y="11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5" name="Freeform: Shape 4624">
                <a:extLst>
                  <a:ext uri="{FF2B5EF4-FFF2-40B4-BE49-F238E27FC236}">
                    <a16:creationId xmlns:a16="http://schemas.microsoft.com/office/drawing/2014/main" id="{15AFBE83-D632-C154-DA7E-AE7734358823}"/>
                  </a:ext>
                </a:extLst>
              </p:cNvPr>
              <p:cNvSpPr/>
              <p:nvPr/>
            </p:nvSpPr>
            <p:spPr>
              <a:xfrm>
                <a:off x="1584936" y="8120291"/>
                <a:ext cx="37180" cy="37180"/>
              </a:xfrm>
              <a:custGeom>
                <a:avLst/>
                <a:gdLst>
                  <a:gd name="connsiteX0" fmla="*/ 37410 w 37180"/>
                  <a:gd name="connsiteY0" fmla="*/ 18798 h 37180"/>
                  <a:gd name="connsiteX1" fmla="*/ 18820 w 37180"/>
                  <a:gd name="connsiteY1" fmla="*/ 37389 h 37180"/>
                  <a:gd name="connsiteX2" fmla="*/ 229 w 37180"/>
                  <a:gd name="connsiteY2" fmla="*/ 18798 h 37180"/>
                  <a:gd name="connsiteX3" fmla="*/ 18820 w 37180"/>
                  <a:gd name="connsiteY3" fmla="*/ 208 h 37180"/>
                  <a:gd name="connsiteX4" fmla="*/ 37410 w 37180"/>
                  <a:gd name="connsiteY4" fmla="*/ 1879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0" y="18798"/>
                    </a:moveTo>
                    <a:cubicBezTo>
                      <a:pt x="37410" y="29065"/>
                      <a:pt x="29087" y="37389"/>
                      <a:pt x="18820" y="37389"/>
                    </a:cubicBezTo>
                    <a:cubicBezTo>
                      <a:pt x="8553" y="37389"/>
                      <a:pt x="229" y="29065"/>
                      <a:pt x="229" y="18798"/>
                    </a:cubicBezTo>
                    <a:cubicBezTo>
                      <a:pt x="229" y="8531"/>
                      <a:pt x="8553" y="208"/>
                      <a:pt x="18820" y="208"/>
                    </a:cubicBezTo>
                    <a:cubicBezTo>
                      <a:pt x="29087" y="208"/>
                      <a:pt x="37410" y="8531"/>
                      <a:pt x="37410" y="18798"/>
                    </a:cubicBezTo>
                    <a:close/>
                  </a:path>
                </a:pathLst>
              </a:custGeom>
              <a:solidFill>
                <a:srgbClr val="88F78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6" name="Freeform: Shape 4625">
                <a:extLst>
                  <a:ext uri="{FF2B5EF4-FFF2-40B4-BE49-F238E27FC236}">
                    <a16:creationId xmlns:a16="http://schemas.microsoft.com/office/drawing/2014/main" id="{C7F52C49-D59C-E8F9-187F-F00EBFBEE789}"/>
                  </a:ext>
                </a:extLst>
              </p:cNvPr>
              <p:cNvSpPr/>
              <p:nvPr/>
            </p:nvSpPr>
            <p:spPr>
              <a:xfrm>
                <a:off x="1582536" y="8117891"/>
                <a:ext cx="41981" cy="41981"/>
              </a:xfrm>
              <a:custGeom>
                <a:avLst/>
                <a:gdLst>
                  <a:gd name="connsiteX0" fmla="*/ 21220 w 41981"/>
                  <a:gd name="connsiteY0" fmla="*/ 5008 h 41981"/>
                  <a:gd name="connsiteX1" fmla="*/ 37410 w 41981"/>
                  <a:gd name="connsiteY1" fmla="*/ 21198 h 41981"/>
                  <a:gd name="connsiteX2" fmla="*/ 37410 w 41981"/>
                  <a:gd name="connsiteY2" fmla="*/ 21198 h 41981"/>
                  <a:gd name="connsiteX3" fmla="*/ 21220 w 41981"/>
                  <a:gd name="connsiteY3" fmla="*/ 37389 h 41981"/>
                  <a:gd name="connsiteX4" fmla="*/ 5030 w 41981"/>
                  <a:gd name="connsiteY4" fmla="*/ 21198 h 41981"/>
                  <a:gd name="connsiteX5" fmla="*/ 21220 w 41981"/>
                  <a:gd name="connsiteY5" fmla="*/ 5008 h 41981"/>
                  <a:gd name="connsiteX6" fmla="*/ 21220 w 41981"/>
                  <a:gd name="connsiteY6" fmla="*/ 208 h 41981"/>
                  <a:gd name="connsiteX7" fmla="*/ 229 w 41981"/>
                  <a:gd name="connsiteY7" fmla="*/ 21198 h 41981"/>
                  <a:gd name="connsiteX8" fmla="*/ 21220 w 41981"/>
                  <a:gd name="connsiteY8" fmla="*/ 42189 h 41981"/>
                  <a:gd name="connsiteX9" fmla="*/ 42211 w 41981"/>
                  <a:gd name="connsiteY9" fmla="*/ 21198 h 41981"/>
                  <a:gd name="connsiteX10" fmla="*/ 42211 w 41981"/>
                  <a:gd name="connsiteY10" fmla="*/ 21198 h 41981"/>
                  <a:gd name="connsiteX11" fmla="*/ 21220 w 41981"/>
                  <a:gd name="connsiteY11" fmla="*/ 20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0" y="5008"/>
                    </a:moveTo>
                    <a:cubicBezTo>
                      <a:pt x="30162" y="5008"/>
                      <a:pt x="37410" y="12257"/>
                      <a:pt x="37410" y="21198"/>
                    </a:cubicBezTo>
                    <a:lnTo>
                      <a:pt x="37410" y="21198"/>
                    </a:lnTo>
                    <a:cubicBezTo>
                      <a:pt x="37410" y="30140"/>
                      <a:pt x="30162" y="37389"/>
                      <a:pt x="21220" y="37389"/>
                    </a:cubicBezTo>
                    <a:cubicBezTo>
                      <a:pt x="12278" y="37389"/>
                      <a:pt x="5030" y="30140"/>
                      <a:pt x="5030" y="21198"/>
                    </a:cubicBezTo>
                    <a:cubicBezTo>
                      <a:pt x="5030" y="12257"/>
                      <a:pt x="12278" y="5008"/>
                      <a:pt x="21220" y="5008"/>
                    </a:cubicBezTo>
                    <a:close/>
                    <a:moveTo>
                      <a:pt x="21220" y="208"/>
                    </a:moveTo>
                    <a:cubicBezTo>
                      <a:pt x="9627" y="208"/>
                      <a:pt x="229" y="9606"/>
                      <a:pt x="229" y="21198"/>
                    </a:cubicBezTo>
                    <a:cubicBezTo>
                      <a:pt x="229" y="32791"/>
                      <a:pt x="9627" y="42189"/>
                      <a:pt x="21220" y="42189"/>
                    </a:cubicBezTo>
                    <a:cubicBezTo>
                      <a:pt x="32813" y="42189"/>
                      <a:pt x="42211" y="32791"/>
                      <a:pt x="42211" y="21198"/>
                    </a:cubicBezTo>
                    <a:lnTo>
                      <a:pt x="42211" y="21198"/>
                    </a:lnTo>
                    <a:cubicBezTo>
                      <a:pt x="42211" y="9606"/>
                      <a:pt x="32813" y="208"/>
                      <a:pt x="21220" y="208"/>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7" name="Freeform: Shape 4626">
                <a:extLst>
                  <a:ext uri="{FF2B5EF4-FFF2-40B4-BE49-F238E27FC236}">
                    <a16:creationId xmlns:a16="http://schemas.microsoft.com/office/drawing/2014/main" id="{634E36C7-4B96-5775-8057-E0F0D2463F0A}"/>
                  </a:ext>
                </a:extLst>
              </p:cNvPr>
              <p:cNvSpPr/>
              <p:nvPr/>
            </p:nvSpPr>
            <p:spPr>
              <a:xfrm>
                <a:off x="1879905" y="7901417"/>
                <a:ext cx="37180" cy="37180"/>
              </a:xfrm>
              <a:custGeom>
                <a:avLst/>
                <a:gdLst>
                  <a:gd name="connsiteX0" fmla="*/ 37461 w 37180"/>
                  <a:gd name="connsiteY0" fmla="*/ 18760 h 37180"/>
                  <a:gd name="connsiteX1" fmla="*/ 18871 w 37180"/>
                  <a:gd name="connsiteY1" fmla="*/ 37351 h 37180"/>
                  <a:gd name="connsiteX2" fmla="*/ 281 w 37180"/>
                  <a:gd name="connsiteY2" fmla="*/ 18760 h 37180"/>
                  <a:gd name="connsiteX3" fmla="*/ 18871 w 37180"/>
                  <a:gd name="connsiteY3" fmla="*/ 170 h 37180"/>
                  <a:gd name="connsiteX4" fmla="*/ 3746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60"/>
                    </a:moveTo>
                    <a:cubicBezTo>
                      <a:pt x="37461" y="29027"/>
                      <a:pt x="29138" y="37351"/>
                      <a:pt x="18871" y="37351"/>
                    </a:cubicBezTo>
                    <a:cubicBezTo>
                      <a:pt x="8604" y="37351"/>
                      <a:pt x="281" y="29027"/>
                      <a:pt x="281" y="18760"/>
                    </a:cubicBezTo>
                    <a:cubicBezTo>
                      <a:pt x="281" y="8493"/>
                      <a:pt x="8604" y="170"/>
                      <a:pt x="18871" y="170"/>
                    </a:cubicBezTo>
                    <a:cubicBezTo>
                      <a:pt x="29138" y="170"/>
                      <a:pt x="37461" y="8493"/>
                      <a:pt x="37461" y="18760"/>
                    </a:cubicBezTo>
                    <a:close/>
                  </a:path>
                </a:pathLst>
              </a:custGeom>
              <a:solidFill>
                <a:srgbClr val="F7A5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8" name="Freeform: Shape 4627">
                <a:extLst>
                  <a:ext uri="{FF2B5EF4-FFF2-40B4-BE49-F238E27FC236}">
                    <a16:creationId xmlns:a16="http://schemas.microsoft.com/office/drawing/2014/main" id="{638E9843-C5E1-31D0-4720-7EFB9224C7B9}"/>
                  </a:ext>
                </a:extLst>
              </p:cNvPr>
              <p:cNvSpPr/>
              <p:nvPr/>
            </p:nvSpPr>
            <p:spPr>
              <a:xfrm>
                <a:off x="1877505" y="7899017"/>
                <a:ext cx="41981" cy="41981"/>
              </a:xfrm>
              <a:custGeom>
                <a:avLst/>
                <a:gdLst>
                  <a:gd name="connsiteX0" fmla="*/ 21271 w 41981"/>
                  <a:gd name="connsiteY0" fmla="*/ 4970 h 41981"/>
                  <a:gd name="connsiteX1" fmla="*/ 37461 w 41981"/>
                  <a:gd name="connsiteY1" fmla="*/ 21160 h 41981"/>
                  <a:gd name="connsiteX2" fmla="*/ 37461 w 41981"/>
                  <a:gd name="connsiteY2" fmla="*/ 21160 h 41981"/>
                  <a:gd name="connsiteX3" fmla="*/ 21271 w 41981"/>
                  <a:gd name="connsiteY3" fmla="*/ 37351 h 41981"/>
                  <a:gd name="connsiteX4" fmla="*/ 5081 w 41981"/>
                  <a:gd name="connsiteY4" fmla="*/ 21160 h 41981"/>
                  <a:gd name="connsiteX5" fmla="*/ 21271 w 41981"/>
                  <a:gd name="connsiteY5" fmla="*/ 4970 h 41981"/>
                  <a:gd name="connsiteX6" fmla="*/ 21271 w 41981"/>
                  <a:gd name="connsiteY6" fmla="*/ 170 h 41981"/>
                  <a:gd name="connsiteX7" fmla="*/ 281 w 41981"/>
                  <a:gd name="connsiteY7" fmla="*/ 21160 h 41981"/>
                  <a:gd name="connsiteX8" fmla="*/ 21271 w 41981"/>
                  <a:gd name="connsiteY8" fmla="*/ 42151 h 41981"/>
                  <a:gd name="connsiteX9" fmla="*/ 42262 w 41981"/>
                  <a:gd name="connsiteY9" fmla="*/ 21160 h 41981"/>
                  <a:gd name="connsiteX10" fmla="*/ 42262 w 41981"/>
                  <a:gd name="connsiteY10" fmla="*/ 21160 h 41981"/>
                  <a:gd name="connsiteX11" fmla="*/ 2127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0"/>
                    </a:moveTo>
                    <a:cubicBezTo>
                      <a:pt x="30213" y="4970"/>
                      <a:pt x="37461" y="12219"/>
                      <a:pt x="37461" y="21160"/>
                    </a:cubicBezTo>
                    <a:lnTo>
                      <a:pt x="37461" y="21160"/>
                    </a:lnTo>
                    <a:cubicBezTo>
                      <a:pt x="37461" y="30102"/>
                      <a:pt x="30213" y="37351"/>
                      <a:pt x="21271" y="37351"/>
                    </a:cubicBezTo>
                    <a:cubicBezTo>
                      <a:pt x="12329" y="37351"/>
                      <a:pt x="5081" y="30102"/>
                      <a:pt x="5081" y="21160"/>
                    </a:cubicBezTo>
                    <a:cubicBezTo>
                      <a:pt x="5081" y="12219"/>
                      <a:pt x="12329" y="4970"/>
                      <a:pt x="21271" y="4970"/>
                    </a:cubicBezTo>
                    <a:close/>
                    <a:moveTo>
                      <a:pt x="21271" y="170"/>
                    </a:moveTo>
                    <a:cubicBezTo>
                      <a:pt x="9679" y="170"/>
                      <a:pt x="281" y="9568"/>
                      <a:pt x="281" y="21160"/>
                    </a:cubicBezTo>
                    <a:cubicBezTo>
                      <a:pt x="281" y="32753"/>
                      <a:pt x="9679" y="42151"/>
                      <a:pt x="21271" y="42151"/>
                    </a:cubicBezTo>
                    <a:cubicBezTo>
                      <a:pt x="32864" y="42151"/>
                      <a:pt x="42262" y="32753"/>
                      <a:pt x="42262" y="21160"/>
                    </a:cubicBezTo>
                    <a:lnTo>
                      <a:pt x="42262" y="21160"/>
                    </a:lnTo>
                    <a:cubicBezTo>
                      <a:pt x="42262" y="9568"/>
                      <a:pt x="32864" y="170"/>
                      <a:pt x="21271" y="17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29" name="Freeform: Shape 4628">
                <a:extLst>
                  <a:ext uri="{FF2B5EF4-FFF2-40B4-BE49-F238E27FC236}">
                    <a16:creationId xmlns:a16="http://schemas.microsoft.com/office/drawing/2014/main" id="{3430D061-E084-7E78-1647-EFE849D91E1E}"/>
                  </a:ext>
                </a:extLst>
              </p:cNvPr>
              <p:cNvSpPr/>
              <p:nvPr/>
            </p:nvSpPr>
            <p:spPr>
              <a:xfrm>
                <a:off x="2348464" y="7578540"/>
                <a:ext cx="37180" cy="37180"/>
              </a:xfrm>
              <a:custGeom>
                <a:avLst/>
                <a:gdLst>
                  <a:gd name="connsiteX0" fmla="*/ 37543 w 37180"/>
                  <a:gd name="connsiteY0" fmla="*/ 18704 h 37180"/>
                  <a:gd name="connsiteX1" fmla="*/ 18952 w 37180"/>
                  <a:gd name="connsiteY1" fmla="*/ 37295 h 37180"/>
                  <a:gd name="connsiteX2" fmla="*/ 362 w 37180"/>
                  <a:gd name="connsiteY2" fmla="*/ 18704 h 37180"/>
                  <a:gd name="connsiteX3" fmla="*/ 18952 w 37180"/>
                  <a:gd name="connsiteY3" fmla="*/ 114 h 37180"/>
                  <a:gd name="connsiteX4" fmla="*/ 37543 w 37180"/>
                  <a:gd name="connsiteY4" fmla="*/ 187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43" y="18704"/>
                    </a:moveTo>
                    <a:cubicBezTo>
                      <a:pt x="37543" y="28971"/>
                      <a:pt x="29220" y="37295"/>
                      <a:pt x="18952" y="37295"/>
                    </a:cubicBezTo>
                    <a:cubicBezTo>
                      <a:pt x="8685" y="37295"/>
                      <a:pt x="362" y="28971"/>
                      <a:pt x="362" y="18704"/>
                    </a:cubicBezTo>
                    <a:cubicBezTo>
                      <a:pt x="362" y="8437"/>
                      <a:pt x="8685" y="114"/>
                      <a:pt x="18952" y="114"/>
                    </a:cubicBezTo>
                    <a:cubicBezTo>
                      <a:pt x="29220" y="114"/>
                      <a:pt x="37543" y="8437"/>
                      <a:pt x="37543" y="18704"/>
                    </a:cubicBezTo>
                    <a:close/>
                  </a:path>
                </a:pathLst>
              </a:custGeom>
              <a:solidFill>
                <a:srgbClr val="F7A56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0" name="Freeform: Shape 4629">
                <a:extLst>
                  <a:ext uri="{FF2B5EF4-FFF2-40B4-BE49-F238E27FC236}">
                    <a16:creationId xmlns:a16="http://schemas.microsoft.com/office/drawing/2014/main" id="{E230244B-D574-032A-499F-FCE7DB15AAC1}"/>
                  </a:ext>
                </a:extLst>
              </p:cNvPr>
              <p:cNvSpPr/>
              <p:nvPr/>
            </p:nvSpPr>
            <p:spPr>
              <a:xfrm>
                <a:off x="2346064" y="7576140"/>
                <a:ext cx="41981" cy="41981"/>
              </a:xfrm>
              <a:custGeom>
                <a:avLst/>
                <a:gdLst>
                  <a:gd name="connsiteX0" fmla="*/ 21353 w 41981"/>
                  <a:gd name="connsiteY0" fmla="*/ 4914 h 41981"/>
                  <a:gd name="connsiteX1" fmla="*/ 37543 w 41981"/>
                  <a:gd name="connsiteY1" fmla="*/ 21104 h 41981"/>
                  <a:gd name="connsiteX2" fmla="*/ 37543 w 41981"/>
                  <a:gd name="connsiteY2" fmla="*/ 21104 h 41981"/>
                  <a:gd name="connsiteX3" fmla="*/ 21353 w 41981"/>
                  <a:gd name="connsiteY3" fmla="*/ 37295 h 41981"/>
                  <a:gd name="connsiteX4" fmla="*/ 5162 w 41981"/>
                  <a:gd name="connsiteY4" fmla="*/ 21104 h 41981"/>
                  <a:gd name="connsiteX5" fmla="*/ 21353 w 41981"/>
                  <a:gd name="connsiteY5" fmla="*/ 4914 h 41981"/>
                  <a:gd name="connsiteX6" fmla="*/ 21353 w 41981"/>
                  <a:gd name="connsiteY6" fmla="*/ 114 h 41981"/>
                  <a:gd name="connsiteX7" fmla="*/ 362 w 41981"/>
                  <a:gd name="connsiteY7" fmla="*/ 21104 h 41981"/>
                  <a:gd name="connsiteX8" fmla="*/ 21353 w 41981"/>
                  <a:gd name="connsiteY8" fmla="*/ 42095 h 41981"/>
                  <a:gd name="connsiteX9" fmla="*/ 42343 w 41981"/>
                  <a:gd name="connsiteY9" fmla="*/ 21104 h 41981"/>
                  <a:gd name="connsiteX10" fmla="*/ 42343 w 41981"/>
                  <a:gd name="connsiteY10" fmla="*/ 21104 h 41981"/>
                  <a:gd name="connsiteX11" fmla="*/ 21353 w 41981"/>
                  <a:gd name="connsiteY11" fmla="*/ 1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53" y="4914"/>
                    </a:moveTo>
                    <a:cubicBezTo>
                      <a:pt x="30294" y="4914"/>
                      <a:pt x="37543" y="12162"/>
                      <a:pt x="37543" y="21104"/>
                    </a:cubicBezTo>
                    <a:lnTo>
                      <a:pt x="37543" y="21104"/>
                    </a:lnTo>
                    <a:cubicBezTo>
                      <a:pt x="37543" y="30046"/>
                      <a:pt x="30294" y="37295"/>
                      <a:pt x="21353" y="37295"/>
                    </a:cubicBezTo>
                    <a:cubicBezTo>
                      <a:pt x="12411" y="37295"/>
                      <a:pt x="5162" y="30046"/>
                      <a:pt x="5162" y="21104"/>
                    </a:cubicBezTo>
                    <a:cubicBezTo>
                      <a:pt x="5162" y="12162"/>
                      <a:pt x="12411" y="4914"/>
                      <a:pt x="21353" y="4914"/>
                    </a:cubicBezTo>
                    <a:close/>
                    <a:moveTo>
                      <a:pt x="21353" y="114"/>
                    </a:moveTo>
                    <a:cubicBezTo>
                      <a:pt x="9760" y="114"/>
                      <a:pt x="362" y="9512"/>
                      <a:pt x="362" y="21104"/>
                    </a:cubicBezTo>
                    <a:cubicBezTo>
                      <a:pt x="362" y="32697"/>
                      <a:pt x="9760" y="42095"/>
                      <a:pt x="21353" y="42095"/>
                    </a:cubicBezTo>
                    <a:cubicBezTo>
                      <a:pt x="32945" y="42095"/>
                      <a:pt x="42343" y="32697"/>
                      <a:pt x="42343" y="21104"/>
                    </a:cubicBezTo>
                    <a:lnTo>
                      <a:pt x="42343" y="21104"/>
                    </a:lnTo>
                    <a:cubicBezTo>
                      <a:pt x="42343" y="9512"/>
                      <a:pt x="32945" y="114"/>
                      <a:pt x="21353" y="11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1" name="Freeform: Shape 4630">
                <a:extLst>
                  <a:ext uri="{FF2B5EF4-FFF2-40B4-BE49-F238E27FC236}">
                    <a16:creationId xmlns:a16="http://schemas.microsoft.com/office/drawing/2014/main" id="{DA9A6398-12E5-FA87-DD15-1D93BE41BF2A}"/>
                  </a:ext>
                </a:extLst>
              </p:cNvPr>
              <p:cNvSpPr/>
              <p:nvPr/>
            </p:nvSpPr>
            <p:spPr>
              <a:xfrm>
                <a:off x="1472938" y="8155957"/>
                <a:ext cx="37180" cy="37180"/>
              </a:xfrm>
              <a:custGeom>
                <a:avLst/>
                <a:gdLst>
                  <a:gd name="connsiteX0" fmla="*/ 37391 w 37180"/>
                  <a:gd name="connsiteY0" fmla="*/ 18804 h 37180"/>
                  <a:gd name="connsiteX1" fmla="*/ 18800 w 37180"/>
                  <a:gd name="connsiteY1" fmla="*/ 37395 h 37180"/>
                  <a:gd name="connsiteX2" fmla="*/ 210 w 37180"/>
                  <a:gd name="connsiteY2" fmla="*/ 18804 h 37180"/>
                  <a:gd name="connsiteX3" fmla="*/ 18800 w 37180"/>
                  <a:gd name="connsiteY3" fmla="*/ 214 h 37180"/>
                  <a:gd name="connsiteX4" fmla="*/ 37391 w 37180"/>
                  <a:gd name="connsiteY4" fmla="*/ 188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91" y="18804"/>
                    </a:moveTo>
                    <a:cubicBezTo>
                      <a:pt x="37391" y="29072"/>
                      <a:pt x="29068" y="37395"/>
                      <a:pt x="18800" y="37395"/>
                    </a:cubicBezTo>
                    <a:cubicBezTo>
                      <a:pt x="8533" y="37395"/>
                      <a:pt x="210" y="29072"/>
                      <a:pt x="210" y="18804"/>
                    </a:cubicBezTo>
                    <a:cubicBezTo>
                      <a:pt x="210" y="8537"/>
                      <a:pt x="8533" y="214"/>
                      <a:pt x="18800" y="214"/>
                    </a:cubicBezTo>
                    <a:cubicBezTo>
                      <a:pt x="29068" y="214"/>
                      <a:pt x="37391" y="8537"/>
                      <a:pt x="37391" y="18804"/>
                    </a:cubicBezTo>
                    <a:close/>
                  </a:path>
                </a:pathLst>
              </a:custGeom>
              <a:solidFill>
                <a:srgbClr val="F7A562"/>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2" name="Freeform: Shape 4631">
                <a:extLst>
                  <a:ext uri="{FF2B5EF4-FFF2-40B4-BE49-F238E27FC236}">
                    <a16:creationId xmlns:a16="http://schemas.microsoft.com/office/drawing/2014/main" id="{AD7763CF-42D9-2663-0358-5099030FFDD6}"/>
                  </a:ext>
                </a:extLst>
              </p:cNvPr>
              <p:cNvSpPr/>
              <p:nvPr/>
            </p:nvSpPr>
            <p:spPr>
              <a:xfrm>
                <a:off x="1470538" y="8153557"/>
                <a:ext cx="41981" cy="41981"/>
              </a:xfrm>
              <a:custGeom>
                <a:avLst/>
                <a:gdLst>
                  <a:gd name="connsiteX0" fmla="*/ 21201 w 41981"/>
                  <a:gd name="connsiteY0" fmla="*/ 5014 h 41981"/>
                  <a:gd name="connsiteX1" fmla="*/ 37391 w 41981"/>
                  <a:gd name="connsiteY1" fmla="*/ 21205 h 41981"/>
                  <a:gd name="connsiteX2" fmla="*/ 37391 w 41981"/>
                  <a:gd name="connsiteY2" fmla="*/ 21205 h 41981"/>
                  <a:gd name="connsiteX3" fmla="*/ 21201 w 41981"/>
                  <a:gd name="connsiteY3" fmla="*/ 37395 h 41981"/>
                  <a:gd name="connsiteX4" fmla="*/ 5010 w 41981"/>
                  <a:gd name="connsiteY4" fmla="*/ 21205 h 41981"/>
                  <a:gd name="connsiteX5" fmla="*/ 21201 w 41981"/>
                  <a:gd name="connsiteY5" fmla="*/ 5014 h 41981"/>
                  <a:gd name="connsiteX6" fmla="*/ 21201 w 41981"/>
                  <a:gd name="connsiteY6" fmla="*/ 214 h 41981"/>
                  <a:gd name="connsiteX7" fmla="*/ 210 w 41981"/>
                  <a:gd name="connsiteY7" fmla="*/ 21205 h 41981"/>
                  <a:gd name="connsiteX8" fmla="*/ 21201 w 41981"/>
                  <a:gd name="connsiteY8" fmla="*/ 42195 h 41981"/>
                  <a:gd name="connsiteX9" fmla="*/ 42191 w 41981"/>
                  <a:gd name="connsiteY9" fmla="*/ 21205 h 41981"/>
                  <a:gd name="connsiteX10" fmla="*/ 42191 w 41981"/>
                  <a:gd name="connsiteY10" fmla="*/ 21205 h 41981"/>
                  <a:gd name="connsiteX11" fmla="*/ 21201 w 41981"/>
                  <a:gd name="connsiteY11" fmla="*/ 2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01" y="5014"/>
                    </a:moveTo>
                    <a:cubicBezTo>
                      <a:pt x="30142" y="5014"/>
                      <a:pt x="37391" y="12263"/>
                      <a:pt x="37391" y="21205"/>
                    </a:cubicBezTo>
                    <a:lnTo>
                      <a:pt x="37391" y="21205"/>
                    </a:lnTo>
                    <a:cubicBezTo>
                      <a:pt x="37391" y="30146"/>
                      <a:pt x="30142" y="37395"/>
                      <a:pt x="21201" y="37395"/>
                    </a:cubicBezTo>
                    <a:cubicBezTo>
                      <a:pt x="12259" y="37395"/>
                      <a:pt x="5010" y="30146"/>
                      <a:pt x="5010" y="21205"/>
                    </a:cubicBezTo>
                    <a:cubicBezTo>
                      <a:pt x="5010" y="12263"/>
                      <a:pt x="12259" y="5014"/>
                      <a:pt x="21201" y="5014"/>
                    </a:cubicBezTo>
                    <a:close/>
                    <a:moveTo>
                      <a:pt x="21201" y="214"/>
                    </a:moveTo>
                    <a:cubicBezTo>
                      <a:pt x="9608" y="214"/>
                      <a:pt x="210" y="9612"/>
                      <a:pt x="210" y="21205"/>
                    </a:cubicBezTo>
                    <a:cubicBezTo>
                      <a:pt x="210" y="32797"/>
                      <a:pt x="9608" y="42195"/>
                      <a:pt x="21201" y="42195"/>
                    </a:cubicBezTo>
                    <a:cubicBezTo>
                      <a:pt x="32793" y="42195"/>
                      <a:pt x="42191" y="32797"/>
                      <a:pt x="42191" y="21205"/>
                    </a:cubicBezTo>
                    <a:lnTo>
                      <a:pt x="42191" y="21205"/>
                    </a:lnTo>
                    <a:cubicBezTo>
                      <a:pt x="42191" y="9612"/>
                      <a:pt x="32793" y="214"/>
                      <a:pt x="21201" y="21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3" name="Freeform: Shape 4632">
                <a:extLst>
                  <a:ext uri="{FF2B5EF4-FFF2-40B4-BE49-F238E27FC236}">
                    <a16:creationId xmlns:a16="http://schemas.microsoft.com/office/drawing/2014/main" id="{9225B230-84C9-0341-99FE-5B0E52C36E99}"/>
                  </a:ext>
                </a:extLst>
              </p:cNvPr>
              <p:cNvSpPr/>
              <p:nvPr/>
            </p:nvSpPr>
            <p:spPr>
              <a:xfrm>
                <a:off x="2063114" y="7507295"/>
                <a:ext cx="37180" cy="37180"/>
              </a:xfrm>
              <a:custGeom>
                <a:avLst/>
                <a:gdLst>
                  <a:gd name="connsiteX0" fmla="*/ 37493 w 37180"/>
                  <a:gd name="connsiteY0" fmla="*/ 18692 h 37180"/>
                  <a:gd name="connsiteX1" fmla="*/ 18903 w 37180"/>
                  <a:gd name="connsiteY1" fmla="*/ 37282 h 37180"/>
                  <a:gd name="connsiteX2" fmla="*/ 312 w 37180"/>
                  <a:gd name="connsiteY2" fmla="*/ 18692 h 37180"/>
                  <a:gd name="connsiteX3" fmla="*/ 18903 w 37180"/>
                  <a:gd name="connsiteY3" fmla="*/ 101 h 37180"/>
                  <a:gd name="connsiteX4" fmla="*/ 37493 w 37180"/>
                  <a:gd name="connsiteY4" fmla="*/ 186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3" y="18692"/>
                    </a:moveTo>
                    <a:cubicBezTo>
                      <a:pt x="37493" y="28959"/>
                      <a:pt x="29170" y="37282"/>
                      <a:pt x="18903" y="37282"/>
                    </a:cubicBezTo>
                    <a:cubicBezTo>
                      <a:pt x="8636" y="37282"/>
                      <a:pt x="312" y="28959"/>
                      <a:pt x="312" y="18692"/>
                    </a:cubicBezTo>
                    <a:cubicBezTo>
                      <a:pt x="312" y="8425"/>
                      <a:pt x="8636" y="101"/>
                      <a:pt x="18903" y="101"/>
                    </a:cubicBezTo>
                    <a:cubicBezTo>
                      <a:pt x="29170" y="101"/>
                      <a:pt x="37493" y="8425"/>
                      <a:pt x="37493" y="18692"/>
                    </a:cubicBezTo>
                    <a:close/>
                  </a:path>
                </a:pathLst>
              </a:custGeom>
              <a:solidFill>
                <a:srgbClr val="00F700"/>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4" name="Freeform: Shape 4633">
                <a:extLst>
                  <a:ext uri="{FF2B5EF4-FFF2-40B4-BE49-F238E27FC236}">
                    <a16:creationId xmlns:a16="http://schemas.microsoft.com/office/drawing/2014/main" id="{167B7B03-F891-BBE8-9842-20DB7C70CB38}"/>
                  </a:ext>
                </a:extLst>
              </p:cNvPr>
              <p:cNvSpPr/>
              <p:nvPr/>
            </p:nvSpPr>
            <p:spPr>
              <a:xfrm>
                <a:off x="2060714" y="7504895"/>
                <a:ext cx="41981" cy="41981"/>
              </a:xfrm>
              <a:custGeom>
                <a:avLst/>
                <a:gdLst>
                  <a:gd name="connsiteX0" fmla="*/ 21303 w 41981"/>
                  <a:gd name="connsiteY0" fmla="*/ 4902 h 41981"/>
                  <a:gd name="connsiteX1" fmla="*/ 37493 w 41981"/>
                  <a:gd name="connsiteY1" fmla="*/ 21092 h 41981"/>
                  <a:gd name="connsiteX2" fmla="*/ 37493 w 41981"/>
                  <a:gd name="connsiteY2" fmla="*/ 21092 h 41981"/>
                  <a:gd name="connsiteX3" fmla="*/ 21303 w 41981"/>
                  <a:gd name="connsiteY3" fmla="*/ 37282 h 41981"/>
                  <a:gd name="connsiteX4" fmla="*/ 5113 w 41981"/>
                  <a:gd name="connsiteY4" fmla="*/ 21092 h 41981"/>
                  <a:gd name="connsiteX5" fmla="*/ 21303 w 41981"/>
                  <a:gd name="connsiteY5" fmla="*/ 4902 h 41981"/>
                  <a:gd name="connsiteX6" fmla="*/ 21303 w 41981"/>
                  <a:gd name="connsiteY6" fmla="*/ 101 h 41981"/>
                  <a:gd name="connsiteX7" fmla="*/ 312 w 41981"/>
                  <a:gd name="connsiteY7" fmla="*/ 21092 h 41981"/>
                  <a:gd name="connsiteX8" fmla="*/ 21303 w 41981"/>
                  <a:gd name="connsiteY8" fmla="*/ 42083 h 41981"/>
                  <a:gd name="connsiteX9" fmla="*/ 42294 w 41981"/>
                  <a:gd name="connsiteY9" fmla="*/ 21092 h 41981"/>
                  <a:gd name="connsiteX10" fmla="*/ 42294 w 41981"/>
                  <a:gd name="connsiteY10" fmla="*/ 21092 h 41981"/>
                  <a:gd name="connsiteX11" fmla="*/ 21303 w 41981"/>
                  <a:gd name="connsiteY11" fmla="*/ 1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3" y="4902"/>
                    </a:moveTo>
                    <a:cubicBezTo>
                      <a:pt x="30245" y="4902"/>
                      <a:pt x="37493" y="12150"/>
                      <a:pt x="37493" y="21092"/>
                    </a:cubicBezTo>
                    <a:lnTo>
                      <a:pt x="37493" y="21092"/>
                    </a:lnTo>
                    <a:cubicBezTo>
                      <a:pt x="37493" y="30034"/>
                      <a:pt x="30245" y="37282"/>
                      <a:pt x="21303" y="37282"/>
                    </a:cubicBezTo>
                    <a:cubicBezTo>
                      <a:pt x="12361" y="37282"/>
                      <a:pt x="5113" y="30034"/>
                      <a:pt x="5113" y="21092"/>
                    </a:cubicBezTo>
                    <a:cubicBezTo>
                      <a:pt x="5113" y="12150"/>
                      <a:pt x="12361" y="4902"/>
                      <a:pt x="21303" y="4902"/>
                    </a:cubicBezTo>
                    <a:close/>
                    <a:moveTo>
                      <a:pt x="21303" y="101"/>
                    </a:moveTo>
                    <a:cubicBezTo>
                      <a:pt x="9710" y="101"/>
                      <a:pt x="312" y="9499"/>
                      <a:pt x="312" y="21092"/>
                    </a:cubicBezTo>
                    <a:cubicBezTo>
                      <a:pt x="312" y="32685"/>
                      <a:pt x="9710" y="42083"/>
                      <a:pt x="21303" y="42083"/>
                    </a:cubicBezTo>
                    <a:cubicBezTo>
                      <a:pt x="32896" y="42083"/>
                      <a:pt x="42294" y="32685"/>
                      <a:pt x="42294" y="21092"/>
                    </a:cubicBezTo>
                    <a:lnTo>
                      <a:pt x="42294" y="21092"/>
                    </a:lnTo>
                    <a:cubicBezTo>
                      <a:pt x="42294" y="9499"/>
                      <a:pt x="32896" y="101"/>
                      <a:pt x="21303" y="101"/>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5" name="Freeform: Shape 4634">
                <a:extLst>
                  <a:ext uri="{FF2B5EF4-FFF2-40B4-BE49-F238E27FC236}">
                    <a16:creationId xmlns:a16="http://schemas.microsoft.com/office/drawing/2014/main" id="{118E8B29-D56B-BACA-3397-F556609A2135}"/>
                  </a:ext>
                </a:extLst>
              </p:cNvPr>
              <p:cNvSpPr/>
              <p:nvPr/>
            </p:nvSpPr>
            <p:spPr>
              <a:xfrm>
                <a:off x="1909650" y="7710295"/>
                <a:ext cx="37180" cy="37180"/>
              </a:xfrm>
              <a:custGeom>
                <a:avLst/>
                <a:gdLst>
                  <a:gd name="connsiteX0" fmla="*/ 37467 w 37180"/>
                  <a:gd name="connsiteY0" fmla="*/ 18727 h 37180"/>
                  <a:gd name="connsiteX1" fmla="*/ 18876 w 37180"/>
                  <a:gd name="connsiteY1" fmla="*/ 37317 h 37180"/>
                  <a:gd name="connsiteX2" fmla="*/ 286 w 37180"/>
                  <a:gd name="connsiteY2" fmla="*/ 18727 h 37180"/>
                  <a:gd name="connsiteX3" fmla="*/ 18876 w 37180"/>
                  <a:gd name="connsiteY3" fmla="*/ 137 h 37180"/>
                  <a:gd name="connsiteX4" fmla="*/ 37467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27"/>
                    </a:moveTo>
                    <a:cubicBezTo>
                      <a:pt x="37467" y="28994"/>
                      <a:pt x="29143" y="37317"/>
                      <a:pt x="18876" y="37317"/>
                    </a:cubicBezTo>
                    <a:cubicBezTo>
                      <a:pt x="8609" y="37317"/>
                      <a:pt x="286" y="28994"/>
                      <a:pt x="286" y="18727"/>
                    </a:cubicBezTo>
                    <a:cubicBezTo>
                      <a:pt x="286" y="8460"/>
                      <a:pt x="8609" y="137"/>
                      <a:pt x="18876" y="137"/>
                    </a:cubicBezTo>
                    <a:cubicBezTo>
                      <a:pt x="29143" y="137"/>
                      <a:pt x="37467" y="8460"/>
                      <a:pt x="37467" y="18727"/>
                    </a:cubicBezTo>
                    <a:close/>
                  </a:path>
                </a:pathLst>
              </a:custGeom>
              <a:solidFill>
                <a:srgbClr val="F5F7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6" name="Freeform: Shape 4635">
                <a:extLst>
                  <a:ext uri="{FF2B5EF4-FFF2-40B4-BE49-F238E27FC236}">
                    <a16:creationId xmlns:a16="http://schemas.microsoft.com/office/drawing/2014/main" id="{E6CF469A-2A12-0995-DC00-389DDBB64DFB}"/>
                  </a:ext>
                </a:extLst>
              </p:cNvPr>
              <p:cNvSpPr/>
              <p:nvPr/>
            </p:nvSpPr>
            <p:spPr>
              <a:xfrm>
                <a:off x="1907250" y="7707894"/>
                <a:ext cx="41981" cy="41981"/>
              </a:xfrm>
              <a:custGeom>
                <a:avLst/>
                <a:gdLst>
                  <a:gd name="connsiteX0" fmla="*/ 21276 w 41981"/>
                  <a:gd name="connsiteY0" fmla="*/ 4937 h 41981"/>
                  <a:gd name="connsiteX1" fmla="*/ 37467 w 41981"/>
                  <a:gd name="connsiteY1" fmla="*/ 21127 h 41981"/>
                  <a:gd name="connsiteX2" fmla="*/ 37467 w 41981"/>
                  <a:gd name="connsiteY2" fmla="*/ 21127 h 41981"/>
                  <a:gd name="connsiteX3" fmla="*/ 21276 w 41981"/>
                  <a:gd name="connsiteY3" fmla="*/ 37317 h 41981"/>
                  <a:gd name="connsiteX4" fmla="*/ 5086 w 41981"/>
                  <a:gd name="connsiteY4" fmla="*/ 21127 h 41981"/>
                  <a:gd name="connsiteX5" fmla="*/ 21276 w 41981"/>
                  <a:gd name="connsiteY5" fmla="*/ 4937 h 41981"/>
                  <a:gd name="connsiteX6" fmla="*/ 21276 w 41981"/>
                  <a:gd name="connsiteY6" fmla="*/ 137 h 41981"/>
                  <a:gd name="connsiteX7" fmla="*/ 286 w 41981"/>
                  <a:gd name="connsiteY7" fmla="*/ 21127 h 41981"/>
                  <a:gd name="connsiteX8" fmla="*/ 21276 w 41981"/>
                  <a:gd name="connsiteY8" fmla="*/ 42118 h 41981"/>
                  <a:gd name="connsiteX9" fmla="*/ 42267 w 41981"/>
                  <a:gd name="connsiteY9" fmla="*/ 21127 h 41981"/>
                  <a:gd name="connsiteX10" fmla="*/ 42267 w 41981"/>
                  <a:gd name="connsiteY10" fmla="*/ 21127 h 41981"/>
                  <a:gd name="connsiteX11" fmla="*/ 21276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37"/>
                    </a:moveTo>
                    <a:cubicBezTo>
                      <a:pt x="30218" y="4937"/>
                      <a:pt x="37467" y="12185"/>
                      <a:pt x="37467" y="21127"/>
                    </a:cubicBezTo>
                    <a:lnTo>
                      <a:pt x="37467" y="21127"/>
                    </a:lnTo>
                    <a:cubicBezTo>
                      <a:pt x="37467" y="30069"/>
                      <a:pt x="30218" y="37317"/>
                      <a:pt x="21276" y="37317"/>
                    </a:cubicBezTo>
                    <a:cubicBezTo>
                      <a:pt x="12334" y="37317"/>
                      <a:pt x="5086" y="30069"/>
                      <a:pt x="5086" y="21127"/>
                    </a:cubicBezTo>
                    <a:cubicBezTo>
                      <a:pt x="5086" y="12185"/>
                      <a:pt x="12334" y="4937"/>
                      <a:pt x="21276" y="4937"/>
                    </a:cubicBezTo>
                    <a:close/>
                    <a:moveTo>
                      <a:pt x="21276" y="137"/>
                    </a:moveTo>
                    <a:cubicBezTo>
                      <a:pt x="9684" y="137"/>
                      <a:pt x="286" y="9535"/>
                      <a:pt x="286" y="21127"/>
                    </a:cubicBezTo>
                    <a:cubicBezTo>
                      <a:pt x="286" y="32720"/>
                      <a:pt x="9684" y="42118"/>
                      <a:pt x="21276" y="42118"/>
                    </a:cubicBezTo>
                    <a:cubicBezTo>
                      <a:pt x="32869" y="42118"/>
                      <a:pt x="42267" y="32720"/>
                      <a:pt x="42267" y="21127"/>
                    </a:cubicBezTo>
                    <a:lnTo>
                      <a:pt x="42267" y="21127"/>
                    </a:lnTo>
                    <a:cubicBezTo>
                      <a:pt x="42267" y="9535"/>
                      <a:pt x="32869" y="137"/>
                      <a:pt x="21276"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7" name="Freeform: Shape 4636">
                <a:extLst>
                  <a:ext uri="{FF2B5EF4-FFF2-40B4-BE49-F238E27FC236}">
                    <a16:creationId xmlns:a16="http://schemas.microsoft.com/office/drawing/2014/main" id="{61113317-EEE1-295B-9049-DF5F30C73387}"/>
                  </a:ext>
                </a:extLst>
              </p:cNvPr>
              <p:cNvSpPr/>
              <p:nvPr/>
            </p:nvSpPr>
            <p:spPr>
              <a:xfrm>
                <a:off x="2042672" y="7387058"/>
                <a:ext cx="37180" cy="37180"/>
              </a:xfrm>
              <a:custGeom>
                <a:avLst/>
                <a:gdLst>
                  <a:gd name="connsiteX0" fmla="*/ 37490 w 37180"/>
                  <a:gd name="connsiteY0" fmla="*/ 18671 h 37180"/>
                  <a:gd name="connsiteX1" fmla="*/ 18899 w 37180"/>
                  <a:gd name="connsiteY1" fmla="*/ 37261 h 37180"/>
                  <a:gd name="connsiteX2" fmla="*/ 309 w 37180"/>
                  <a:gd name="connsiteY2" fmla="*/ 18671 h 37180"/>
                  <a:gd name="connsiteX3" fmla="*/ 18899 w 37180"/>
                  <a:gd name="connsiteY3" fmla="*/ 80 h 37180"/>
                  <a:gd name="connsiteX4" fmla="*/ 37490 w 37180"/>
                  <a:gd name="connsiteY4" fmla="*/ 186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0" y="18671"/>
                    </a:moveTo>
                    <a:cubicBezTo>
                      <a:pt x="37490" y="28938"/>
                      <a:pt x="29166" y="37261"/>
                      <a:pt x="18899" y="37261"/>
                    </a:cubicBezTo>
                    <a:cubicBezTo>
                      <a:pt x="8632" y="37261"/>
                      <a:pt x="309" y="28938"/>
                      <a:pt x="309" y="18671"/>
                    </a:cubicBezTo>
                    <a:cubicBezTo>
                      <a:pt x="309" y="8404"/>
                      <a:pt x="8632" y="80"/>
                      <a:pt x="18899" y="80"/>
                    </a:cubicBezTo>
                    <a:cubicBezTo>
                      <a:pt x="29166" y="80"/>
                      <a:pt x="37490" y="8404"/>
                      <a:pt x="37490" y="18671"/>
                    </a:cubicBezTo>
                    <a:close/>
                  </a:path>
                </a:pathLst>
              </a:custGeom>
              <a:solidFill>
                <a:srgbClr val="F7F5F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8" name="Freeform: Shape 4637">
                <a:extLst>
                  <a:ext uri="{FF2B5EF4-FFF2-40B4-BE49-F238E27FC236}">
                    <a16:creationId xmlns:a16="http://schemas.microsoft.com/office/drawing/2014/main" id="{15B24B34-BC47-6F14-5530-0645790ED4CB}"/>
                  </a:ext>
                </a:extLst>
              </p:cNvPr>
              <p:cNvSpPr/>
              <p:nvPr/>
            </p:nvSpPr>
            <p:spPr>
              <a:xfrm>
                <a:off x="2040271" y="7384658"/>
                <a:ext cx="41981" cy="41981"/>
              </a:xfrm>
              <a:custGeom>
                <a:avLst/>
                <a:gdLst>
                  <a:gd name="connsiteX0" fmla="*/ 21299 w 41981"/>
                  <a:gd name="connsiteY0" fmla="*/ 4881 h 41981"/>
                  <a:gd name="connsiteX1" fmla="*/ 37490 w 41981"/>
                  <a:gd name="connsiteY1" fmla="*/ 21071 h 41981"/>
                  <a:gd name="connsiteX2" fmla="*/ 37490 w 41981"/>
                  <a:gd name="connsiteY2" fmla="*/ 21071 h 41981"/>
                  <a:gd name="connsiteX3" fmla="*/ 21299 w 41981"/>
                  <a:gd name="connsiteY3" fmla="*/ 37261 h 41981"/>
                  <a:gd name="connsiteX4" fmla="*/ 5109 w 41981"/>
                  <a:gd name="connsiteY4" fmla="*/ 21071 h 41981"/>
                  <a:gd name="connsiteX5" fmla="*/ 21299 w 41981"/>
                  <a:gd name="connsiteY5" fmla="*/ 4881 h 41981"/>
                  <a:gd name="connsiteX6" fmla="*/ 21299 w 41981"/>
                  <a:gd name="connsiteY6" fmla="*/ 80 h 41981"/>
                  <a:gd name="connsiteX7" fmla="*/ 309 w 41981"/>
                  <a:gd name="connsiteY7" fmla="*/ 21071 h 41981"/>
                  <a:gd name="connsiteX8" fmla="*/ 21299 w 41981"/>
                  <a:gd name="connsiteY8" fmla="*/ 42062 h 41981"/>
                  <a:gd name="connsiteX9" fmla="*/ 42290 w 41981"/>
                  <a:gd name="connsiteY9" fmla="*/ 21071 h 41981"/>
                  <a:gd name="connsiteX10" fmla="*/ 42290 w 41981"/>
                  <a:gd name="connsiteY10" fmla="*/ 21071 h 41981"/>
                  <a:gd name="connsiteX11" fmla="*/ 21299 w 41981"/>
                  <a:gd name="connsiteY11" fmla="*/ 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9" y="4881"/>
                    </a:moveTo>
                    <a:cubicBezTo>
                      <a:pt x="30241" y="4881"/>
                      <a:pt x="37490" y="12129"/>
                      <a:pt x="37490" y="21071"/>
                    </a:cubicBezTo>
                    <a:lnTo>
                      <a:pt x="37490" y="21071"/>
                    </a:lnTo>
                    <a:cubicBezTo>
                      <a:pt x="37490" y="30013"/>
                      <a:pt x="30241" y="37261"/>
                      <a:pt x="21299" y="37261"/>
                    </a:cubicBezTo>
                    <a:cubicBezTo>
                      <a:pt x="12358" y="37261"/>
                      <a:pt x="5109" y="30013"/>
                      <a:pt x="5109" y="21071"/>
                    </a:cubicBezTo>
                    <a:cubicBezTo>
                      <a:pt x="5109" y="12129"/>
                      <a:pt x="12358" y="4881"/>
                      <a:pt x="21299" y="4881"/>
                    </a:cubicBezTo>
                    <a:close/>
                    <a:moveTo>
                      <a:pt x="21299" y="80"/>
                    </a:moveTo>
                    <a:cubicBezTo>
                      <a:pt x="9707" y="80"/>
                      <a:pt x="309" y="9478"/>
                      <a:pt x="309" y="21071"/>
                    </a:cubicBezTo>
                    <a:cubicBezTo>
                      <a:pt x="309" y="32664"/>
                      <a:pt x="9707" y="42062"/>
                      <a:pt x="21299" y="42062"/>
                    </a:cubicBezTo>
                    <a:cubicBezTo>
                      <a:pt x="32892" y="42062"/>
                      <a:pt x="42290" y="32664"/>
                      <a:pt x="42290" y="21071"/>
                    </a:cubicBezTo>
                    <a:lnTo>
                      <a:pt x="42290" y="21071"/>
                    </a:lnTo>
                    <a:cubicBezTo>
                      <a:pt x="42290" y="9478"/>
                      <a:pt x="32892" y="80"/>
                      <a:pt x="21299" y="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39" name="Freeform: Shape 4638">
                <a:extLst>
                  <a:ext uri="{FF2B5EF4-FFF2-40B4-BE49-F238E27FC236}">
                    <a16:creationId xmlns:a16="http://schemas.microsoft.com/office/drawing/2014/main" id="{3394680D-1BF8-E64C-4E0C-9226D36B0274}"/>
                  </a:ext>
                </a:extLst>
              </p:cNvPr>
              <p:cNvSpPr/>
              <p:nvPr/>
            </p:nvSpPr>
            <p:spPr>
              <a:xfrm>
                <a:off x="1696905" y="7984096"/>
                <a:ext cx="37180" cy="37180"/>
              </a:xfrm>
              <a:custGeom>
                <a:avLst/>
                <a:gdLst>
                  <a:gd name="connsiteX0" fmla="*/ 37430 w 37180"/>
                  <a:gd name="connsiteY0" fmla="*/ 18775 h 37180"/>
                  <a:gd name="connsiteX1" fmla="*/ 18839 w 37180"/>
                  <a:gd name="connsiteY1" fmla="*/ 37365 h 37180"/>
                  <a:gd name="connsiteX2" fmla="*/ 249 w 37180"/>
                  <a:gd name="connsiteY2" fmla="*/ 18775 h 37180"/>
                  <a:gd name="connsiteX3" fmla="*/ 18839 w 37180"/>
                  <a:gd name="connsiteY3" fmla="*/ 184 h 37180"/>
                  <a:gd name="connsiteX4" fmla="*/ 37430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5"/>
                    </a:moveTo>
                    <a:cubicBezTo>
                      <a:pt x="37430" y="29042"/>
                      <a:pt x="29106" y="37365"/>
                      <a:pt x="18839" y="37365"/>
                    </a:cubicBezTo>
                    <a:cubicBezTo>
                      <a:pt x="8572" y="37365"/>
                      <a:pt x="249" y="29042"/>
                      <a:pt x="249" y="18775"/>
                    </a:cubicBezTo>
                    <a:cubicBezTo>
                      <a:pt x="249" y="8507"/>
                      <a:pt x="8572" y="184"/>
                      <a:pt x="18839" y="184"/>
                    </a:cubicBezTo>
                    <a:cubicBezTo>
                      <a:pt x="29106" y="184"/>
                      <a:pt x="37430" y="8507"/>
                      <a:pt x="37430" y="18775"/>
                    </a:cubicBezTo>
                    <a:close/>
                  </a:path>
                </a:pathLst>
              </a:custGeom>
              <a:solidFill>
                <a:srgbClr val="CDF7CD"/>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0" name="Freeform: Shape 4639">
                <a:extLst>
                  <a:ext uri="{FF2B5EF4-FFF2-40B4-BE49-F238E27FC236}">
                    <a16:creationId xmlns:a16="http://schemas.microsoft.com/office/drawing/2014/main" id="{B2EAD153-0F49-348D-5C35-C471F3D52104}"/>
                  </a:ext>
                </a:extLst>
              </p:cNvPr>
              <p:cNvSpPr/>
              <p:nvPr/>
            </p:nvSpPr>
            <p:spPr>
              <a:xfrm>
                <a:off x="1694504" y="7981696"/>
                <a:ext cx="41981" cy="41981"/>
              </a:xfrm>
              <a:custGeom>
                <a:avLst/>
                <a:gdLst>
                  <a:gd name="connsiteX0" fmla="*/ 21239 w 41981"/>
                  <a:gd name="connsiteY0" fmla="*/ 4984 h 41981"/>
                  <a:gd name="connsiteX1" fmla="*/ 37430 w 41981"/>
                  <a:gd name="connsiteY1" fmla="*/ 21175 h 41981"/>
                  <a:gd name="connsiteX2" fmla="*/ 37430 w 41981"/>
                  <a:gd name="connsiteY2" fmla="*/ 21175 h 41981"/>
                  <a:gd name="connsiteX3" fmla="*/ 21239 w 41981"/>
                  <a:gd name="connsiteY3" fmla="*/ 37365 h 41981"/>
                  <a:gd name="connsiteX4" fmla="*/ 5049 w 41981"/>
                  <a:gd name="connsiteY4" fmla="*/ 21175 h 41981"/>
                  <a:gd name="connsiteX5" fmla="*/ 21239 w 41981"/>
                  <a:gd name="connsiteY5" fmla="*/ 4984 h 41981"/>
                  <a:gd name="connsiteX6" fmla="*/ 21239 w 41981"/>
                  <a:gd name="connsiteY6" fmla="*/ 184 h 41981"/>
                  <a:gd name="connsiteX7" fmla="*/ 249 w 41981"/>
                  <a:gd name="connsiteY7" fmla="*/ 21175 h 41981"/>
                  <a:gd name="connsiteX8" fmla="*/ 21239 w 41981"/>
                  <a:gd name="connsiteY8" fmla="*/ 42165 h 41981"/>
                  <a:gd name="connsiteX9" fmla="*/ 42230 w 41981"/>
                  <a:gd name="connsiteY9" fmla="*/ 21175 h 41981"/>
                  <a:gd name="connsiteX10" fmla="*/ 42230 w 41981"/>
                  <a:gd name="connsiteY10" fmla="*/ 21175 h 41981"/>
                  <a:gd name="connsiteX11" fmla="*/ 21239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4"/>
                    </a:moveTo>
                    <a:cubicBezTo>
                      <a:pt x="30181" y="4984"/>
                      <a:pt x="37430" y="12233"/>
                      <a:pt x="37430" y="21175"/>
                    </a:cubicBezTo>
                    <a:lnTo>
                      <a:pt x="37430" y="21175"/>
                    </a:lnTo>
                    <a:cubicBezTo>
                      <a:pt x="37430" y="30117"/>
                      <a:pt x="30181" y="37365"/>
                      <a:pt x="21239" y="37365"/>
                    </a:cubicBezTo>
                    <a:cubicBezTo>
                      <a:pt x="12298" y="37365"/>
                      <a:pt x="5049" y="30117"/>
                      <a:pt x="5049" y="21175"/>
                    </a:cubicBezTo>
                    <a:cubicBezTo>
                      <a:pt x="5049" y="12233"/>
                      <a:pt x="12298" y="4984"/>
                      <a:pt x="21239" y="4984"/>
                    </a:cubicBezTo>
                    <a:close/>
                    <a:moveTo>
                      <a:pt x="21239" y="184"/>
                    </a:moveTo>
                    <a:cubicBezTo>
                      <a:pt x="9647" y="184"/>
                      <a:pt x="249" y="9582"/>
                      <a:pt x="249" y="21175"/>
                    </a:cubicBezTo>
                    <a:cubicBezTo>
                      <a:pt x="249" y="32767"/>
                      <a:pt x="9647" y="42165"/>
                      <a:pt x="21239" y="42165"/>
                    </a:cubicBezTo>
                    <a:cubicBezTo>
                      <a:pt x="32832" y="42165"/>
                      <a:pt x="42230" y="32767"/>
                      <a:pt x="42230" y="21175"/>
                    </a:cubicBezTo>
                    <a:lnTo>
                      <a:pt x="42230" y="21175"/>
                    </a:lnTo>
                    <a:cubicBezTo>
                      <a:pt x="42230" y="9582"/>
                      <a:pt x="32832" y="184"/>
                      <a:pt x="21239" y="184"/>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1" name="Freeform: Shape 4640">
                <a:extLst>
                  <a:ext uri="{FF2B5EF4-FFF2-40B4-BE49-F238E27FC236}">
                    <a16:creationId xmlns:a16="http://schemas.microsoft.com/office/drawing/2014/main" id="{36416FEF-3FCC-A2C0-E1B2-F85B955C2A9E}"/>
                  </a:ext>
                </a:extLst>
              </p:cNvPr>
              <p:cNvSpPr/>
              <p:nvPr/>
            </p:nvSpPr>
            <p:spPr>
              <a:xfrm>
                <a:off x="1961571" y="7766731"/>
                <a:ext cx="37180" cy="37180"/>
              </a:xfrm>
              <a:custGeom>
                <a:avLst/>
                <a:gdLst>
                  <a:gd name="connsiteX0" fmla="*/ 37476 w 37180"/>
                  <a:gd name="connsiteY0" fmla="*/ 18737 h 37180"/>
                  <a:gd name="connsiteX1" fmla="*/ 18885 w 37180"/>
                  <a:gd name="connsiteY1" fmla="*/ 37327 h 37180"/>
                  <a:gd name="connsiteX2" fmla="*/ 295 w 37180"/>
                  <a:gd name="connsiteY2" fmla="*/ 18737 h 37180"/>
                  <a:gd name="connsiteX3" fmla="*/ 18885 w 37180"/>
                  <a:gd name="connsiteY3" fmla="*/ 146 h 37180"/>
                  <a:gd name="connsiteX4" fmla="*/ 37476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37"/>
                    </a:moveTo>
                    <a:cubicBezTo>
                      <a:pt x="37476" y="29004"/>
                      <a:pt x="29152" y="37327"/>
                      <a:pt x="18885" y="37327"/>
                    </a:cubicBezTo>
                    <a:cubicBezTo>
                      <a:pt x="8618" y="37327"/>
                      <a:pt x="295" y="29004"/>
                      <a:pt x="295" y="18737"/>
                    </a:cubicBezTo>
                    <a:cubicBezTo>
                      <a:pt x="295" y="8470"/>
                      <a:pt x="8618" y="146"/>
                      <a:pt x="18885" y="146"/>
                    </a:cubicBezTo>
                    <a:cubicBezTo>
                      <a:pt x="29152" y="146"/>
                      <a:pt x="37476" y="8470"/>
                      <a:pt x="37476" y="18737"/>
                    </a:cubicBezTo>
                    <a:close/>
                  </a:path>
                </a:pathLst>
              </a:custGeom>
              <a:solidFill>
                <a:srgbClr val="F7D6D6"/>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2" name="Freeform: Shape 4641">
                <a:extLst>
                  <a:ext uri="{FF2B5EF4-FFF2-40B4-BE49-F238E27FC236}">
                    <a16:creationId xmlns:a16="http://schemas.microsoft.com/office/drawing/2014/main" id="{7FE20CFD-2415-52F5-3360-32F25C970555}"/>
                  </a:ext>
                </a:extLst>
              </p:cNvPr>
              <p:cNvSpPr/>
              <p:nvPr/>
            </p:nvSpPr>
            <p:spPr>
              <a:xfrm>
                <a:off x="1959171" y="7764331"/>
                <a:ext cx="41981" cy="41981"/>
              </a:xfrm>
              <a:custGeom>
                <a:avLst/>
                <a:gdLst>
                  <a:gd name="connsiteX0" fmla="*/ 21285 w 41981"/>
                  <a:gd name="connsiteY0" fmla="*/ 4947 h 41981"/>
                  <a:gd name="connsiteX1" fmla="*/ 37476 w 41981"/>
                  <a:gd name="connsiteY1" fmla="*/ 21137 h 41981"/>
                  <a:gd name="connsiteX2" fmla="*/ 37476 w 41981"/>
                  <a:gd name="connsiteY2" fmla="*/ 21137 h 41981"/>
                  <a:gd name="connsiteX3" fmla="*/ 21285 w 41981"/>
                  <a:gd name="connsiteY3" fmla="*/ 37327 h 41981"/>
                  <a:gd name="connsiteX4" fmla="*/ 5095 w 41981"/>
                  <a:gd name="connsiteY4" fmla="*/ 21137 h 41981"/>
                  <a:gd name="connsiteX5" fmla="*/ 21285 w 41981"/>
                  <a:gd name="connsiteY5" fmla="*/ 4947 h 41981"/>
                  <a:gd name="connsiteX6" fmla="*/ 21285 w 41981"/>
                  <a:gd name="connsiteY6" fmla="*/ 146 h 41981"/>
                  <a:gd name="connsiteX7" fmla="*/ 295 w 41981"/>
                  <a:gd name="connsiteY7" fmla="*/ 21137 h 41981"/>
                  <a:gd name="connsiteX8" fmla="*/ 21285 w 41981"/>
                  <a:gd name="connsiteY8" fmla="*/ 42128 h 41981"/>
                  <a:gd name="connsiteX9" fmla="*/ 42276 w 41981"/>
                  <a:gd name="connsiteY9" fmla="*/ 21137 h 41981"/>
                  <a:gd name="connsiteX10" fmla="*/ 42276 w 41981"/>
                  <a:gd name="connsiteY10" fmla="*/ 21137 h 41981"/>
                  <a:gd name="connsiteX11" fmla="*/ 21285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47"/>
                    </a:moveTo>
                    <a:cubicBezTo>
                      <a:pt x="30227" y="4947"/>
                      <a:pt x="37476" y="12195"/>
                      <a:pt x="37476" y="21137"/>
                    </a:cubicBezTo>
                    <a:lnTo>
                      <a:pt x="37476" y="21137"/>
                    </a:lnTo>
                    <a:cubicBezTo>
                      <a:pt x="37476" y="30079"/>
                      <a:pt x="30227" y="37327"/>
                      <a:pt x="21285" y="37327"/>
                    </a:cubicBezTo>
                    <a:cubicBezTo>
                      <a:pt x="12344" y="37327"/>
                      <a:pt x="5095" y="30079"/>
                      <a:pt x="5095" y="21137"/>
                    </a:cubicBezTo>
                    <a:cubicBezTo>
                      <a:pt x="5095" y="12195"/>
                      <a:pt x="12344" y="4947"/>
                      <a:pt x="21285" y="4947"/>
                    </a:cubicBezTo>
                    <a:close/>
                    <a:moveTo>
                      <a:pt x="21285" y="146"/>
                    </a:moveTo>
                    <a:cubicBezTo>
                      <a:pt x="9693" y="146"/>
                      <a:pt x="295" y="9544"/>
                      <a:pt x="295" y="21137"/>
                    </a:cubicBezTo>
                    <a:cubicBezTo>
                      <a:pt x="295" y="32730"/>
                      <a:pt x="9693" y="42128"/>
                      <a:pt x="21285" y="42128"/>
                    </a:cubicBezTo>
                    <a:cubicBezTo>
                      <a:pt x="32878" y="42128"/>
                      <a:pt x="42276" y="32730"/>
                      <a:pt x="42276" y="21137"/>
                    </a:cubicBezTo>
                    <a:lnTo>
                      <a:pt x="42276" y="21137"/>
                    </a:lnTo>
                    <a:cubicBezTo>
                      <a:pt x="42276" y="9544"/>
                      <a:pt x="32878" y="146"/>
                      <a:pt x="21285" y="146"/>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3" name="Freeform: Shape 4642">
                <a:extLst>
                  <a:ext uri="{FF2B5EF4-FFF2-40B4-BE49-F238E27FC236}">
                    <a16:creationId xmlns:a16="http://schemas.microsoft.com/office/drawing/2014/main" id="{1C86ECE0-5A95-501C-A6AE-E2A3D43B6B38}"/>
                  </a:ext>
                </a:extLst>
              </p:cNvPr>
              <p:cNvSpPr/>
              <p:nvPr/>
            </p:nvSpPr>
            <p:spPr>
              <a:xfrm>
                <a:off x="1774549" y="7928950"/>
                <a:ext cx="37180" cy="37180"/>
              </a:xfrm>
              <a:custGeom>
                <a:avLst/>
                <a:gdLst>
                  <a:gd name="connsiteX0" fmla="*/ 37443 w 37180"/>
                  <a:gd name="connsiteY0" fmla="*/ 18765 h 37180"/>
                  <a:gd name="connsiteX1" fmla="*/ 18853 w 37180"/>
                  <a:gd name="connsiteY1" fmla="*/ 37355 h 37180"/>
                  <a:gd name="connsiteX2" fmla="*/ 262 w 37180"/>
                  <a:gd name="connsiteY2" fmla="*/ 18765 h 37180"/>
                  <a:gd name="connsiteX3" fmla="*/ 18853 w 37180"/>
                  <a:gd name="connsiteY3" fmla="*/ 175 h 37180"/>
                  <a:gd name="connsiteX4" fmla="*/ 3744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5"/>
                    </a:moveTo>
                    <a:cubicBezTo>
                      <a:pt x="37443" y="29032"/>
                      <a:pt x="29120" y="37355"/>
                      <a:pt x="18853" y="37355"/>
                    </a:cubicBezTo>
                    <a:cubicBezTo>
                      <a:pt x="8585" y="37355"/>
                      <a:pt x="262" y="29032"/>
                      <a:pt x="262" y="18765"/>
                    </a:cubicBezTo>
                    <a:cubicBezTo>
                      <a:pt x="262" y="8498"/>
                      <a:pt x="8585" y="175"/>
                      <a:pt x="18853" y="175"/>
                    </a:cubicBezTo>
                    <a:cubicBezTo>
                      <a:pt x="29120" y="175"/>
                      <a:pt x="37443" y="8498"/>
                      <a:pt x="37443" y="18765"/>
                    </a:cubicBezTo>
                    <a:close/>
                  </a:path>
                </a:pathLst>
              </a:custGeom>
              <a:solidFill>
                <a:srgbClr val="81F781"/>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4" name="Freeform: Shape 4643">
                <a:extLst>
                  <a:ext uri="{FF2B5EF4-FFF2-40B4-BE49-F238E27FC236}">
                    <a16:creationId xmlns:a16="http://schemas.microsoft.com/office/drawing/2014/main" id="{F8756DD1-388F-8FA4-53F8-81A8C2AA15FE}"/>
                  </a:ext>
                </a:extLst>
              </p:cNvPr>
              <p:cNvSpPr/>
              <p:nvPr/>
            </p:nvSpPr>
            <p:spPr>
              <a:xfrm>
                <a:off x="1772149" y="7926550"/>
                <a:ext cx="41981" cy="41981"/>
              </a:xfrm>
              <a:custGeom>
                <a:avLst/>
                <a:gdLst>
                  <a:gd name="connsiteX0" fmla="*/ 21253 w 41981"/>
                  <a:gd name="connsiteY0" fmla="*/ 4975 h 41981"/>
                  <a:gd name="connsiteX1" fmla="*/ 37443 w 41981"/>
                  <a:gd name="connsiteY1" fmla="*/ 21165 h 41981"/>
                  <a:gd name="connsiteX2" fmla="*/ 37443 w 41981"/>
                  <a:gd name="connsiteY2" fmla="*/ 21165 h 41981"/>
                  <a:gd name="connsiteX3" fmla="*/ 21253 w 41981"/>
                  <a:gd name="connsiteY3" fmla="*/ 37355 h 41981"/>
                  <a:gd name="connsiteX4" fmla="*/ 5063 w 41981"/>
                  <a:gd name="connsiteY4" fmla="*/ 21165 h 41981"/>
                  <a:gd name="connsiteX5" fmla="*/ 21253 w 41981"/>
                  <a:gd name="connsiteY5" fmla="*/ 4975 h 41981"/>
                  <a:gd name="connsiteX6" fmla="*/ 21253 w 41981"/>
                  <a:gd name="connsiteY6" fmla="*/ 175 h 41981"/>
                  <a:gd name="connsiteX7" fmla="*/ 262 w 41981"/>
                  <a:gd name="connsiteY7" fmla="*/ 21165 h 41981"/>
                  <a:gd name="connsiteX8" fmla="*/ 21253 w 41981"/>
                  <a:gd name="connsiteY8" fmla="*/ 42156 h 41981"/>
                  <a:gd name="connsiteX9" fmla="*/ 42243 w 41981"/>
                  <a:gd name="connsiteY9" fmla="*/ 21165 h 41981"/>
                  <a:gd name="connsiteX10" fmla="*/ 42243 w 41981"/>
                  <a:gd name="connsiteY10" fmla="*/ 21165 h 41981"/>
                  <a:gd name="connsiteX11" fmla="*/ 21253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5"/>
                    </a:moveTo>
                    <a:cubicBezTo>
                      <a:pt x="30195" y="4975"/>
                      <a:pt x="37443" y="12223"/>
                      <a:pt x="37443" y="21165"/>
                    </a:cubicBezTo>
                    <a:lnTo>
                      <a:pt x="37443" y="21165"/>
                    </a:lnTo>
                    <a:cubicBezTo>
                      <a:pt x="37443" y="30107"/>
                      <a:pt x="30195" y="37355"/>
                      <a:pt x="21253" y="37355"/>
                    </a:cubicBezTo>
                    <a:cubicBezTo>
                      <a:pt x="12311" y="37355"/>
                      <a:pt x="5063" y="30107"/>
                      <a:pt x="5063" y="21165"/>
                    </a:cubicBezTo>
                    <a:cubicBezTo>
                      <a:pt x="5063" y="12223"/>
                      <a:pt x="12311" y="4975"/>
                      <a:pt x="21253" y="4975"/>
                    </a:cubicBezTo>
                    <a:close/>
                    <a:moveTo>
                      <a:pt x="21253" y="175"/>
                    </a:moveTo>
                    <a:cubicBezTo>
                      <a:pt x="9660" y="175"/>
                      <a:pt x="262" y="9573"/>
                      <a:pt x="262" y="21165"/>
                    </a:cubicBezTo>
                    <a:cubicBezTo>
                      <a:pt x="262" y="32758"/>
                      <a:pt x="9660" y="42156"/>
                      <a:pt x="21253" y="42156"/>
                    </a:cubicBezTo>
                    <a:cubicBezTo>
                      <a:pt x="32845" y="42156"/>
                      <a:pt x="42243" y="32758"/>
                      <a:pt x="42243" y="21165"/>
                    </a:cubicBezTo>
                    <a:lnTo>
                      <a:pt x="42243" y="21165"/>
                    </a:lnTo>
                    <a:cubicBezTo>
                      <a:pt x="42243" y="9573"/>
                      <a:pt x="32845" y="175"/>
                      <a:pt x="21253" y="17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5" name="Freeform: Shape 4644">
                <a:extLst>
                  <a:ext uri="{FF2B5EF4-FFF2-40B4-BE49-F238E27FC236}">
                    <a16:creationId xmlns:a16="http://schemas.microsoft.com/office/drawing/2014/main" id="{A97AE3E2-9F8C-9322-F0D1-ED3483C0FFFC}"/>
                  </a:ext>
                </a:extLst>
              </p:cNvPr>
              <p:cNvSpPr/>
              <p:nvPr/>
            </p:nvSpPr>
            <p:spPr>
              <a:xfrm>
                <a:off x="2209717" y="7710341"/>
                <a:ext cx="37180" cy="37180"/>
              </a:xfrm>
              <a:custGeom>
                <a:avLst/>
                <a:gdLst>
                  <a:gd name="connsiteX0" fmla="*/ 37519 w 37180"/>
                  <a:gd name="connsiteY0" fmla="*/ 18727 h 37180"/>
                  <a:gd name="connsiteX1" fmla="*/ 18928 w 37180"/>
                  <a:gd name="connsiteY1" fmla="*/ 37317 h 37180"/>
                  <a:gd name="connsiteX2" fmla="*/ 338 w 37180"/>
                  <a:gd name="connsiteY2" fmla="*/ 18727 h 37180"/>
                  <a:gd name="connsiteX3" fmla="*/ 18928 w 37180"/>
                  <a:gd name="connsiteY3" fmla="*/ 137 h 37180"/>
                  <a:gd name="connsiteX4" fmla="*/ 37519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9" y="18727"/>
                    </a:moveTo>
                    <a:cubicBezTo>
                      <a:pt x="37519" y="28994"/>
                      <a:pt x="29195" y="37317"/>
                      <a:pt x="18928" y="37317"/>
                    </a:cubicBezTo>
                    <a:cubicBezTo>
                      <a:pt x="8661" y="37317"/>
                      <a:pt x="338" y="28994"/>
                      <a:pt x="338" y="18727"/>
                    </a:cubicBezTo>
                    <a:cubicBezTo>
                      <a:pt x="338" y="8460"/>
                      <a:pt x="8661" y="137"/>
                      <a:pt x="18928" y="137"/>
                    </a:cubicBezTo>
                    <a:cubicBezTo>
                      <a:pt x="29195" y="137"/>
                      <a:pt x="37519" y="8460"/>
                      <a:pt x="37519" y="18727"/>
                    </a:cubicBezTo>
                    <a:close/>
                  </a:path>
                </a:pathLst>
              </a:custGeom>
              <a:solidFill>
                <a:srgbClr val="F7B8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6" name="Freeform: Shape 4645">
                <a:extLst>
                  <a:ext uri="{FF2B5EF4-FFF2-40B4-BE49-F238E27FC236}">
                    <a16:creationId xmlns:a16="http://schemas.microsoft.com/office/drawing/2014/main" id="{F678F215-D889-CCB8-F020-7F39C2900A1F}"/>
                  </a:ext>
                </a:extLst>
              </p:cNvPr>
              <p:cNvSpPr/>
              <p:nvPr/>
            </p:nvSpPr>
            <p:spPr>
              <a:xfrm>
                <a:off x="2207317" y="7707941"/>
                <a:ext cx="41981" cy="41981"/>
              </a:xfrm>
              <a:custGeom>
                <a:avLst/>
                <a:gdLst>
                  <a:gd name="connsiteX0" fmla="*/ 21328 w 41981"/>
                  <a:gd name="connsiteY0" fmla="*/ 4937 h 41981"/>
                  <a:gd name="connsiteX1" fmla="*/ 37519 w 41981"/>
                  <a:gd name="connsiteY1" fmla="*/ 21127 h 41981"/>
                  <a:gd name="connsiteX2" fmla="*/ 37519 w 41981"/>
                  <a:gd name="connsiteY2" fmla="*/ 21127 h 41981"/>
                  <a:gd name="connsiteX3" fmla="*/ 21328 w 41981"/>
                  <a:gd name="connsiteY3" fmla="*/ 37317 h 41981"/>
                  <a:gd name="connsiteX4" fmla="*/ 5138 w 41981"/>
                  <a:gd name="connsiteY4" fmla="*/ 21127 h 41981"/>
                  <a:gd name="connsiteX5" fmla="*/ 21328 w 41981"/>
                  <a:gd name="connsiteY5" fmla="*/ 4937 h 41981"/>
                  <a:gd name="connsiteX6" fmla="*/ 21328 w 41981"/>
                  <a:gd name="connsiteY6" fmla="*/ 137 h 41981"/>
                  <a:gd name="connsiteX7" fmla="*/ 338 w 41981"/>
                  <a:gd name="connsiteY7" fmla="*/ 21127 h 41981"/>
                  <a:gd name="connsiteX8" fmla="*/ 21328 w 41981"/>
                  <a:gd name="connsiteY8" fmla="*/ 42118 h 41981"/>
                  <a:gd name="connsiteX9" fmla="*/ 42319 w 41981"/>
                  <a:gd name="connsiteY9" fmla="*/ 21127 h 41981"/>
                  <a:gd name="connsiteX10" fmla="*/ 42319 w 41981"/>
                  <a:gd name="connsiteY10" fmla="*/ 21127 h 41981"/>
                  <a:gd name="connsiteX11" fmla="*/ 21328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8" y="4937"/>
                    </a:moveTo>
                    <a:cubicBezTo>
                      <a:pt x="30270" y="4937"/>
                      <a:pt x="37519" y="12185"/>
                      <a:pt x="37519" y="21127"/>
                    </a:cubicBezTo>
                    <a:lnTo>
                      <a:pt x="37519" y="21127"/>
                    </a:lnTo>
                    <a:cubicBezTo>
                      <a:pt x="37519" y="30069"/>
                      <a:pt x="30270" y="37317"/>
                      <a:pt x="21328" y="37317"/>
                    </a:cubicBezTo>
                    <a:cubicBezTo>
                      <a:pt x="12387" y="37317"/>
                      <a:pt x="5138" y="30069"/>
                      <a:pt x="5138" y="21127"/>
                    </a:cubicBezTo>
                    <a:cubicBezTo>
                      <a:pt x="5138" y="12185"/>
                      <a:pt x="12387" y="4937"/>
                      <a:pt x="21328" y="4937"/>
                    </a:cubicBezTo>
                    <a:close/>
                    <a:moveTo>
                      <a:pt x="21328" y="137"/>
                    </a:moveTo>
                    <a:cubicBezTo>
                      <a:pt x="9736" y="137"/>
                      <a:pt x="338" y="9535"/>
                      <a:pt x="338" y="21127"/>
                    </a:cubicBezTo>
                    <a:cubicBezTo>
                      <a:pt x="338" y="32720"/>
                      <a:pt x="9736" y="42118"/>
                      <a:pt x="21328" y="42118"/>
                    </a:cubicBezTo>
                    <a:cubicBezTo>
                      <a:pt x="32921" y="42118"/>
                      <a:pt x="42319" y="32720"/>
                      <a:pt x="42319" y="21127"/>
                    </a:cubicBezTo>
                    <a:lnTo>
                      <a:pt x="42319" y="21127"/>
                    </a:lnTo>
                    <a:cubicBezTo>
                      <a:pt x="42319" y="9535"/>
                      <a:pt x="32921" y="137"/>
                      <a:pt x="21328" y="13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7" name="Freeform: Shape 4646">
                <a:extLst>
                  <a:ext uri="{FF2B5EF4-FFF2-40B4-BE49-F238E27FC236}">
                    <a16:creationId xmlns:a16="http://schemas.microsoft.com/office/drawing/2014/main" id="{923C4306-B44E-D8E2-8D88-BF946CFC57DD}"/>
                  </a:ext>
                </a:extLst>
              </p:cNvPr>
              <p:cNvSpPr/>
              <p:nvPr/>
            </p:nvSpPr>
            <p:spPr>
              <a:xfrm>
                <a:off x="2198917" y="7439648"/>
                <a:ext cx="37180" cy="37180"/>
              </a:xfrm>
              <a:custGeom>
                <a:avLst/>
                <a:gdLst>
                  <a:gd name="connsiteX0" fmla="*/ 37517 w 37180"/>
                  <a:gd name="connsiteY0" fmla="*/ 18680 h 37180"/>
                  <a:gd name="connsiteX1" fmla="*/ 18926 w 37180"/>
                  <a:gd name="connsiteY1" fmla="*/ 37270 h 37180"/>
                  <a:gd name="connsiteX2" fmla="*/ 336 w 37180"/>
                  <a:gd name="connsiteY2" fmla="*/ 18680 h 37180"/>
                  <a:gd name="connsiteX3" fmla="*/ 18926 w 37180"/>
                  <a:gd name="connsiteY3" fmla="*/ 90 h 37180"/>
                  <a:gd name="connsiteX4" fmla="*/ 37517 w 37180"/>
                  <a:gd name="connsiteY4" fmla="*/ 186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7" y="18680"/>
                    </a:moveTo>
                    <a:cubicBezTo>
                      <a:pt x="37517" y="28947"/>
                      <a:pt x="29194" y="37270"/>
                      <a:pt x="18926" y="37270"/>
                    </a:cubicBezTo>
                    <a:cubicBezTo>
                      <a:pt x="8659" y="37270"/>
                      <a:pt x="336" y="28947"/>
                      <a:pt x="336" y="18680"/>
                    </a:cubicBezTo>
                    <a:cubicBezTo>
                      <a:pt x="336" y="8413"/>
                      <a:pt x="8659" y="90"/>
                      <a:pt x="18926" y="90"/>
                    </a:cubicBezTo>
                    <a:cubicBezTo>
                      <a:pt x="29194" y="90"/>
                      <a:pt x="37517" y="8413"/>
                      <a:pt x="37517" y="18680"/>
                    </a:cubicBezTo>
                    <a:close/>
                  </a:path>
                </a:pathLst>
              </a:custGeom>
              <a:solidFill>
                <a:srgbClr val="B8F7B8"/>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8" name="Freeform: Shape 4647">
                <a:extLst>
                  <a:ext uri="{FF2B5EF4-FFF2-40B4-BE49-F238E27FC236}">
                    <a16:creationId xmlns:a16="http://schemas.microsoft.com/office/drawing/2014/main" id="{3D6AC40E-43FD-D146-0E27-5FFCE2EA01B7}"/>
                  </a:ext>
                </a:extLst>
              </p:cNvPr>
              <p:cNvSpPr/>
              <p:nvPr/>
            </p:nvSpPr>
            <p:spPr>
              <a:xfrm>
                <a:off x="2196517" y="7437248"/>
                <a:ext cx="41981" cy="41981"/>
              </a:xfrm>
              <a:custGeom>
                <a:avLst/>
                <a:gdLst>
                  <a:gd name="connsiteX0" fmla="*/ 21327 w 41981"/>
                  <a:gd name="connsiteY0" fmla="*/ 4890 h 41981"/>
                  <a:gd name="connsiteX1" fmla="*/ 37517 w 41981"/>
                  <a:gd name="connsiteY1" fmla="*/ 21080 h 41981"/>
                  <a:gd name="connsiteX2" fmla="*/ 37517 w 41981"/>
                  <a:gd name="connsiteY2" fmla="*/ 21080 h 41981"/>
                  <a:gd name="connsiteX3" fmla="*/ 21327 w 41981"/>
                  <a:gd name="connsiteY3" fmla="*/ 37270 h 41981"/>
                  <a:gd name="connsiteX4" fmla="*/ 5136 w 41981"/>
                  <a:gd name="connsiteY4" fmla="*/ 21080 h 41981"/>
                  <a:gd name="connsiteX5" fmla="*/ 21327 w 41981"/>
                  <a:gd name="connsiteY5" fmla="*/ 4890 h 41981"/>
                  <a:gd name="connsiteX6" fmla="*/ 21327 w 41981"/>
                  <a:gd name="connsiteY6" fmla="*/ 90 h 41981"/>
                  <a:gd name="connsiteX7" fmla="*/ 336 w 41981"/>
                  <a:gd name="connsiteY7" fmla="*/ 21080 h 41981"/>
                  <a:gd name="connsiteX8" fmla="*/ 21327 w 41981"/>
                  <a:gd name="connsiteY8" fmla="*/ 42071 h 41981"/>
                  <a:gd name="connsiteX9" fmla="*/ 42317 w 41981"/>
                  <a:gd name="connsiteY9" fmla="*/ 21080 h 41981"/>
                  <a:gd name="connsiteX10" fmla="*/ 42317 w 41981"/>
                  <a:gd name="connsiteY10" fmla="*/ 21080 h 41981"/>
                  <a:gd name="connsiteX11" fmla="*/ 21327 w 41981"/>
                  <a:gd name="connsiteY11" fmla="*/ 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7" y="4890"/>
                    </a:moveTo>
                    <a:cubicBezTo>
                      <a:pt x="30268" y="4890"/>
                      <a:pt x="37517" y="12138"/>
                      <a:pt x="37517" y="21080"/>
                    </a:cubicBezTo>
                    <a:lnTo>
                      <a:pt x="37517" y="21080"/>
                    </a:lnTo>
                    <a:cubicBezTo>
                      <a:pt x="37517" y="30022"/>
                      <a:pt x="30268" y="37270"/>
                      <a:pt x="21327" y="37270"/>
                    </a:cubicBezTo>
                    <a:cubicBezTo>
                      <a:pt x="12385" y="37270"/>
                      <a:pt x="5136" y="30022"/>
                      <a:pt x="5136" y="21080"/>
                    </a:cubicBezTo>
                    <a:cubicBezTo>
                      <a:pt x="5136" y="12138"/>
                      <a:pt x="12385" y="4890"/>
                      <a:pt x="21327" y="4890"/>
                    </a:cubicBezTo>
                    <a:close/>
                    <a:moveTo>
                      <a:pt x="21327" y="90"/>
                    </a:moveTo>
                    <a:cubicBezTo>
                      <a:pt x="9734" y="90"/>
                      <a:pt x="336" y="9488"/>
                      <a:pt x="336" y="21080"/>
                    </a:cubicBezTo>
                    <a:cubicBezTo>
                      <a:pt x="336" y="32673"/>
                      <a:pt x="9734" y="42071"/>
                      <a:pt x="21327" y="42071"/>
                    </a:cubicBezTo>
                    <a:cubicBezTo>
                      <a:pt x="32919" y="42071"/>
                      <a:pt x="42317" y="32673"/>
                      <a:pt x="42317" y="21080"/>
                    </a:cubicBezTo>
                    <a:lnTo>
                      <a:pt x="42317" y="21080"/>
                    </a:lnTo>
                    <a:cubicBezTo>
                      <a:pt x="42317" y="9488"/>
                      <a:pt x="32919" y="90"/>
                      <a:pt x="21327" y="9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49" name="Freeform: Shape 4648">
                <a:extLst>
                  <a:ext uri="{FF2B5EF4-FFF2-40B4-BE49-F238E27FC236}">
                    <a16:creationId xmlns:a16="http://schemas.microsoft.com/office/drawing/2014/main" id="{0E9B691A-AD2F-FCF2-CE06-5B963617A94A}"/>
                  </a:ext>
                </a:extLst>
              </p:cNvPr>
              <p:cNvSpPr/>
              <p:nvPr/>
            </p:nvSpPr>
            <p:spPr>
              <a:xfrm>
                <a:off x="1829027" y="7843282"/>
                <a:ext cx="37180" cy="37180"/>
              </a:xfrm>
              <a:custGeom>
                <a:avLst/>
                <a:gdLst>
                  <a:gd name="connsiteX0" fmla="*/ 37453 w 37180"/>
                  <a:gd name="connsiteY0" fmla="*/ 18750 h 37180"/>
                  <a:gd name="connsiteX1" fmla="*/ 18862 w 37180"/>
                  <a:gd name="connsiteY1" fmla="*/ 37340 h 37180"/>
                  <a:gd name="connsiteX2" fmla="*/ 272 w 37180"/>
                  <a:gd name="connsiteY2" fmla="*/ 18750 h 37180"/>
                  <a:gd name="connsiteX3" fmla="*/ 18862 w 37180"/>
                  <a:gd name="connsiteY3" fmla="*/ 160 h 37180"/>
                  <a:gd name="connsiteX4" fmla="*/ 37453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0"/>
                    </a:moveTo>
                    <a:cubicBezTo>
                      <a:pt x="37453" y="29017"/>
                      <a:pt x="29129" y="37340"/>
                      <a:pt x="18862" y="37340"/>
                    </a:cubicBezTo>
                    <a:cubicBezTo>
                      <a:pt x="8595" y="37340"/>
                      <a:pt x="272" y="29017"/>
                      <a:pt x="272" y="18750"/>
                    </a:cubicBezTo>
                    <a:cubicBezTo>
                      <a:pt x="272" y="8483"/>
                      <a:pt x="8595" y="160"/>
                      <a:pt x="18862" y="160"/>
                    </a:cubicBezTo>
                    <a:cubicBezTo>
                      <a:pt x="29129" y="160"/>
                      <a:pt x="37453" y="8483"/>
                      <a:pt x="37453" y="18750"/>
                    </a:cubicBezTo>
                    <a:close/>
                  </a:path>
                </a:pathLst>
              </a:custGeom>
              <a:solidFill>
                <a:srgbClr val="EFF7E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0" name="Freeform: Shape 4649">
                <a:extLst>
                  <a:ext uri="{FF2B5EF4-FFF2-40B4-BE49-F238E27FC236}">
                    <a16:creationId xmlns:a16="http://schemas.microsoft.com/office/drawing/2014/main" id="{F872C6C9-6A48-BA85-33A9-B503A37BAA14}"/>
                  </a:ext>
                </a:extLst>
              </p:cNvPr>
              <p:cNvSpPr/>
              <p:nvPr/>
            </p:nvSpPr>
            <p:spPr>
              <a:xfrm>
                <a:off x="1826627" y="7840881"/>
                <a:ext cx="41981" cy="41981"/>
              </a:xfrm>
              <a:custGeom>
                <a:avLst/>
                <a:gdLst>
                  <a:gd name="connsiteX0" fmla="*/ 21262 w 41981"/>
                  <a:gd name="connsiteY0" fmla="*/ 4960 h 41981"/>
                  <a:gd name="connsiteX1" fmla="*/ 37453 w 41981"/>
                  <a:gd name="connsiteY1" fmla="*/ 21150 h 41981"/>
                  <a:gd name="connsiteX2" fmla="*/ 37453 w 41981"/>
                  <a:gd name="connsiteY2" fmla="*/ 21150 h 41981"/>
                  <a:gd name="connsiteX3" fmla="*/ 21262 w 41981"/>
                  <a:gd name="connsiteY3" fmla="*/ 37340 h 41981"/>
                  <a:gd name="connsiteX4" fmla="*/ 5072 w 41981"/>
                  <a:gd name="connsiteY4" fmla="*/ 21150 h 41981"/>
                  <a:gd name="connsiteX5" fmla="*/ 21262 w 41981"/>
                  <a:gd name="connsiteY5" fmla="*/ 4960 h 41981"/>
                  <a:gd name="connsiteX6" fmla="*/ 21262 w 41981"/>
                  <a:gd name="connsiteY6" fmla="*/ 160 h 41981"/>
                  <a:gd name="connsiteX7" fmla="*/ 272 w 41981"/>
                  <a:gd name="connsiteY7" fmla="*/ 21150 h 41981"/>
                  <a:gd name="connsiteX8" fmla="*/ 21262 w 41981"/>
                  <a:gd name="connsiteY8" fmla="*/ 42141 h 41981"/>
                  <a:gd name="connsiteX9" fmla="*/ 42253 w 41981"/>
                  <a:gd name="connsiteY9" fmla="*/ 21150 h 41981"/>
                  <a:gd name="connsiteX10" fmla="*/ 42253 w 41981"/>
                  <a:gd name="connsiteY10" fmla="*/ 21150 h 41981"/>
                  <a:gd name="connsiteX11" fmla="*/ 21262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0"/>
                    </a:moveTo>
                    <a:cubicBezTo>
                      <a:pt x="30204" y="4960"/>
                      <a:pt x="37453" y="12208"/>
                      <a:pt x="37453" y="21150"/>
                    </a:cubicBezTo>
                    <a:lnTo>
                      <a:pt x="37453" y="21150"/>
                    </a:lnTo>
                    <a:cubicBezTo>
                      <a:pt x="37453" y="30092"/>
                      <a:pt x="30204" y="37340"/>
                      <a:pt x="21262" y="37340"/>
                    </a:cubicBezTo>
                    <a:cubicBezTo>
                      <a:pt x="12320" y="37340"/>
                      <a:pt x="5072" y="30092"/>
                      <a:pt x="5072" y="21150"/>
                    </a:cubicBezTo>
                    <a:cubicBezTo>
                      <a:pt x="5072" y="12208"/>
                      <a:pt x="12320" y="4960"/>
                      <a:pt x="21262" y="4960"/>
                    </a:cubicBezTo>
                    <a:close/>
                    <a:moveTo>
                      <a:pt x="21262" y="160"/>
                    </a:moveTo>
                    <a:cubicBezTo>
                      <a:pt x="9670" y="160"/>
                      <a:pt x="272" y="9558"/>
                      <a:pt x="272" y="21150"/>
                    </a:cubicBezTo>
                    <a:cubicBezTo>
                      <a:pt x="272" y="32743"/>
                      <a:pt x="9670" y="42141"/>
                      <a:pt x="21262" y="42141"/>
                    </a:cubicBezTo>
                    <a:cubicBezTo>
                      <a:pt x="32855" y="42141"/>
                      <a:pt x="42253" y="32743"/>
                      <a:pt x="42253" y="21150"/>
                    </a:cubicBezTo>
                    <a:lnTo>
                      <a:pt x="42253" y="21150"/>
                    </a:lnTo>
                    <a:cubicBezTo>
                      <a:pt x="42253" y="9558"/>
                      <a:pt x="32855" y="160"/>
                      <a:pt x="21262" y="16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1" name="Freeform: Shape 4650">
                <a:extLst>
                  <a:ext uri="{FF2B5EF4-FFF2-40B4-BE49-F238E27FC236}">
                    <a16:creationId xmlns:a16="http://schemas.microsoft.com/office/drawing/2014/main" id="{2B37F889-5E71-4669-AC3E-FCCDA45DEDE9}"/>
                  </a:ext>
                </a:extLst>
              </p:cNvPr>
              <p:cNvSpPr/>
              <p:nvPr/>
            </p:nvSpPr>
            <p:spPr>
              <a:xfrm>
                <a:off x="1720417" y="7614264"/>
                <a:ext cx="37180" cy="37180"/>
              </a:xfrm>
              <a:custGeom>
                <a:avLst/>
                <a:gdLst>
                  <a:gd name="connsiteX0" fmla="*/ 37434 w 37180"/>
                  <a:gd name="connsiteY0" fmla="*/ 18710 h 37180"/>
                  <a:gd name="connsiteX1" fmla="*/ 18843 w 37180"/>
                  <a:gd name="connsiteY1" fmla="*/ 37301 h 37180"/>
                  <a:gd name="connsiteX2" fmla="*/ 253 w 37180"/>
                  <a:gd name="connsiteY2" fmla="*/ 18710 h 37180"/>
                  <a:gd name="connsiteX3" fmla="*/ 18843 w 37180"/>
                  <a:gd name="connsiteY3" fmla="*/ 120 h 37180"/>
                  <a:gd name="connsiteX4" fmla="*/ 37434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10"/>
                    </a:moveTo>
                    <a:cubicBezTo>
                      <a:pt x="37434" y="28978"/>
                      <a:pt x="29110" y="37301"/>
                      <a:pt x="18843" y="37301"/>
                    </a:cubicBezTo>
                    <a:cubicBezTo>
                      <a:pt x="8576" y="37301"/>
                      <a:pt x="253" y="28977"/>
                      <a:pt x="253" y="18710"/>
                    </a:cubicBezTo>
                    <a:cubicBezTo>
                      <a:pt x="253" y="8443"/>
                      <a:pt x="8576" y="120"/>
                      <a:pt x="18843" y="120"/>
                    </a:cubicBezTo>
                    <a:cubicBezTo>
                      <a:pt x="29110" y="120"/>
                      <a:pt x="37434" y="8443"/>
                      <a:pt x="37434" y="18710"/>
                    </a:cubicBezTo>
                    <a:close/>
                  </a:path>
                </a:pathLst>
              </a:custGeom>
              <a:solidFill>
                <a:srgbClr val="F7C5C5"/>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2" name="Freeform: Shape 4651">
                <a:extLst>
                  <a:ext uri="{FF2B5EF4-FFF2-40B4-BE49-F238E27FC236}">
                    <a16:creationId xmlns:a16="http://schemas.microsoft.com/office/drawing/2014/main" id="{56124BC3-1992-9583-7733-3888BBCB95F3}"/>
                  </a:ext>
                </a:extLst>
              </p:cNvPr>
              <p:cNvSpPr/>
              <p:nvPr/>
            </p:nvSpPr>
            <p:spPr>
              <a:xfrm>
                <a:off x="1718017" y="7611864"/>
                <a:ext cx="41981" cy="41981"/>
              </a:xfrm>
              <a:custGeom>
                <a:avLst/>
                <a:gdLst>
                  <a:gd name="connsiteX0" fmla="*/ 21243 w 41981"/>
                  <a:gd name="connsiteY0" fmla="*/ 4920 h 41981"/>
                  <a:gd name="connsiteX1" fmla="*/ 37434 w 41981"/>
                  <a:gd name="connsiteY1" fmla="*/ 21110 h 41981"/>
                  <a:gd name="connsiteX2" fmla="*/ 37434 w 41981"/>
                  <a:gd name="connsiteY2" fmla="*/ 21110 h 41981"/>
                  <a:gd name="connsiteX3" fmla="*/ 21243 w 41981"/>
                  <a:gd name="connsiteY3" fmla="*/ 37301 h 41981"/>
                  <a:gd name="connsiteX4" fmla="*/ 5053 w 41981"/>
                  <a:gd name="connsiteY4" fmla="*/ 21110 h 41981"/>
                  <a:gd name="connsiteX5" fmla="*/ 21243 w 41981"/>
                  <a:gd name="connsiteY5" fmla="*/ 4920 h 41981"/>
                  <a:gd name="connsiteX6" fmla="*/ 21243 w 41981"/>
                  <a:gd name="connsiteY6" fmla="*/ 120 h 41981"/>
                  <a:gd name="connsiteX7" fmla="*/ 253 w 41981"/>
                  <a:gd name="connsiteY7" fmla="*/ 21110 h 41981"/>
                  <a:gd name="connsiteX8" fmla="*/ 21243 w 41981"/>
                  <a:gd name="connsiteY8" fmla="*/ 42101 h 41981"/>
                  <a:gd name="connsiteX9" fmla="*/ 42234 w 41981"/>
                  <a:gd name="connsiteY9" fmla="*/ 21110 h 41981"/>
                  <a:gd name="connsiteX10" fmla="*/ 42234 w 41981"/>
                  <a:gd name="connsiteY10" fmla="*/ 21110 h 41981"/>
                  <a:gd name="connsiteX11" fmla="*/ 21243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20"/>
                    </a:moveTo>
                    <a:cubicBezTo>
                      <a:pt x="30185" y="4920"/>
                      <a:pt x="37434" y="12169"/>
                      <a:pt x="37434" y="21110"/>
                    </a:cubicBezTo>
                    <a:lnTo>
                      <a:pt x="37434" y="21110"/>
                    </a:lnTo>
                    <a:cubicBezTo>
                      <a:pt x="37434" y="30052"/>
                      <a:pt x="30185" y="37301"/>
                      <a:pt x="21243" y="37301"/>
                    </a:cubicBezTo>
                    <a:cubicBezTo>
                      <a:pt x="12302" y="37301"/>
                      <a:pt x="5053" y="30052"/>
                      <a:pt x="5053" y="21110"/>
                    </a:cubicBezTo>
                    <a:cubicBezTo>
                      <a:pt x="5053" y="12169"/>
                      <a:pt x="12302" y="4920"/>
                      <a:pt x="21243" y="4920"/>
                    </a:cubicBezTo>
                    <a:close/>
                    <a:moveTo>
                      <a:pt x="21243" y="120"/>
                    </a:moveTo>
                    <a:cubicBezTo>
                      <a:pt x="9651" y="120"/>
                      <a:pt x="253" y="9518"/>
                      <a:pt x="253" y="21110"/>
                    </a:cubicBezTo>
                    <a:cubicBezTo>
                      <a:pt x="253" y="32703"/>
                      <a:pt x="9651" y="42101"/>
                      <a:pt x="21243" y="42101"/>
                    </a:cubicBezTo>
                    <a:cubicBezTo>
                      <a:pt x="32836" y="42101"/>
                      <a:pt x="42234" y="32703"/>
                      <a:pt x="42234" y="21110"/>
                    </a:cubicBezTo>
                    <a:lnTo>
                      <a:pt x="42234" y="21110"/>
                    </a:lnTo>
                    <a:cubicBezTo>
                      <a:pt x="42234" y="9518"/>
                      <a:pt x="32836" y="120"/>
                      <a:pt x="21243" y="12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3" name="Freeform: Shape 4652">
                <a:extLst>
                  <a:ext uri="{FF2B5EF4-FFF2-40B4-BE49-F238E27FC236}">
                    <a16:creationId xmlns:a16="http://schemas.microsoft.com/office/drawing/2014/main" id="{86635087-342F-FEE3-7B1B-C45958927810}"/>
                  </a:ext>
                </a:extLst>
              </p:cNvPr>
              <p:cNvSpPr/>
              <p:nvPr/>
            </p:nvSpPr>
            <p:spPr>
              <a:xfrm>
                <a:off x="1773766" y="7962467"/>
                <a:ext cx="37180" cy="37180"/>
              </a:xfrm>
              <a:custGeom>
                <a:avLst/>
                <a:gdLst>
                  <a:gd name="connsiteX0" fmla="*/ 37443 w 37180"/>
                  <a:gd name="connsiteY0" fmla="*/ 18771 h 37180"/>
                  <a:gd name="connsiteX1" fmla="*/ 18853 w 37180"/>
                  <a:gd name="connsiteY1" fmla="*/ 37361 h 37180"/>
                  <a:gd name="connsiteX2" fmla="*/ 262 w 37180"/>
                  <a:gd name="connsiteY2" fmla="*/ 18771 h 37180"/>
                  <a:gd name="connsiteX3" fmla="*/ 18853 w 37180"/>
                  <a:gd name="connsiteY3" fmla="*/ 180 h 37180"/>
                  <a:gd name="connsiteX4" fmla="*/ 37443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1"/>
                    </a:moveTo>
                    <a:cubicBezTo>
                      <a:pt x="37443" y="29038"/>
                      <a:pt x="29120" y="37361"/>
                      <a:pt x="18853" y="37361"/>
                    </a:cubicBezTo>
                    <a:cubicBezTo>
                      <a:pt x="8585" y="37361"/>
                      <a:pt x="262" y="29038"/>
                      <a:pt x="262" y="18771"/>
                    </a:cubicBezTo>
                    <a:cubicBezTo>
                      <a:pt x="262" y="8504"/>
                      <a:pt x="8585" y="180"/>
                      <a:pt x="18853" y="180"/>
                    </a:cubicBezTo>
                    <a:cubicBezTo>
                      <a:pt x="29120" y="180"/>
                      <a:pt x="37443" y="8504"/>
                      <a:pt x="37443" y="18771"/>
                    </a:cubicBezTo>
                    <a:close/>
                  </a:path>
                </a:pathLst>
              </a:custGeom>
              <a:solidFill>
                <a:srgbClr val="DCF7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4" name="Freeform: Shape 4653">
                <a:extLst>
                  <a:ext uri="{FF2B5EF4-FFF2-40B4-BE49-F238E27FC236}">
                    <a16:creationId xmlns:a16="http://schemas.microsoft.com/office/drawing/2014/main" id="{20870EED-E46B-7DA1-2F60-155183BE6854}"/>
                  </a:ext>
                </a:extLst>
              </p:cNvPr>
              <p:cNvSpPr/>
              <p:nvPr/>
            </p:nvSpPr>
            <p:spPr>
              <a:xfrm>
                <a:off x="1771366" y="7960067"/>
                <a:ext cx="41981" cy="41981"/>
              </a:xfrm>
              <a:custGeom>
                <a:avLst/>
                <a:gdLst>
                  <a:gd name="connsiteX0" fmla="*/ 21253 w 41981"/>
                  <a:gd name="connsiteY0" fmla="*/ 4981 h 41981"/>
                  <a:gd name="connsiteX1" fmla="*/ 37443 w 41981"/>
                  <a:gd name="connsiteY1" fmla="*/ 21171 h 41981"/>
                  <a:gd name="connsiteX2" fmla="*/ 37443 w 41981"/>
                  <a:gd name="connsiteY2" fmla="*/ 21171 h 41981"/>
                  <a:gd name="connsiteX3" fmla="*/ 21253 w 41981"/>
                  <a:gd name="connsiteY3" fmla="*/ 37361 h 41981"/>
                  <a:gd name="connsiteX4" fmla="*/ 5063 w 41981"/>
                  <a:gd name="connsiteY4" fmla="*/ 21171 h 41981"/>
                  <a:gd name="connsiteX5" fmla="*/ 21253 w 41981"/>
                  <a:gd name="connsiteY5" fmla="*/ 4981 h 41981"/>
                  <a:gd name="connsiteX6" fmla="*/ 21253 w 41981"/>
                  <a:gd name="connsiteY6" fmla="*/ 180 h 41981"/>
                  <a:gd name="connsiteX7" fmla="*/ 262 w 41981"/>
                  <a:gd name="connsiteY7" fmla="*/ 21171 h 41981"/>
                  <a:gd name="connsiteX8" fmla="*/ 21253 w 41981"/>
                  <a:gd name="connsiteY8" fmla="*/ 42162 h 41981"/>
                  <a:gd name="connsiteX9" fmla="*/ 42243 w 41981"/>
                  <a:gd name="connsiteY9" fmla="*/ 21171 h 41981"/>
                  <a:gd name="connsiteX10" fmla="*/ 42243 w 41981"/>
                  <a:gd name="connsiteY10" fmla="*/ 21171 h 41981"/>
                  <a:gd name="connsiteX11" fmla="*/ 2125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1"/>
                    </a:moveTo>
                    <a:cubicBezTo>
                      <a:pt x="30195" y="4981"/>
                      <a:pt x="37443" y="12229"/>
                      <a:pt x="37443" y="21171"/>
                    </a:cubicBezTo>
                    <a:lnTo>
                      <a:pt x="37443" y="21171"/>
                    </a:lnTo>
                    <a:cubicBezTo>
                      <a:pt x="37443" y="30113"/>
                      <a:pt x="30195" y="37361"/>
                      <a:pt x="21253" y="37361"/>
                    </a:cubicBezTo>
                    <a:cubicBezTo>
                      <a:pt x="12311" y="37361"/>
                      <a:pt x="5063" y="30113"/>
                      <a:pt x="5063" y="21171"/>
                    </a:cubicBezTo>
                    <a:cubicBezTo>
                      <a:pt x="5063" y="12229"/>
                      <a:pt x="12311" y="4981"/>
                      <a:pt x="21253" y="4981"/>
                    </a:cubicBezTo>
                    <a:close/>
                    <a:moveTo>
                      <a:pt x="21253" y="180"/>
                    </a:moveTo>
                    <a:cubicBezTo>
                      <a:pt x="9660" y="180"/>
                      <a:pt x="262" y="9578"/>
                      <a:pt x="262" y="21171"/>
                    </a:cubicBezTo>
                    <a:cubicBezTo>
                      <a:pt x="262" y="32764"/>
                      <a:pt x="9660" y="42162"/>
                      <a:pt x="21253" y="42162"/>
                    </a:cubicBezTo>
                    <a:cubicBezTo>
                      <a:pt x="32845" y="42162"/>
                      <a:pt x="42243" y="32764"/>
                      <a:pt x="42243" y="21171"/>
                    </a:cubicBezTo>
                    <a:lnTo>
                      <a:pt x="42243" y="21171"/>
                    </a:lnTo>
                    <a:cubicBezTo>
                      <a:pt x="42243" y="9578"/>
                      <a:pt x="32845" y="180"/>
                      <a:pt x="21253" y="180"/>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5" name="Freeform: Shape 4654">
                <a:extLst>
                  <a:ext uri="{FF2B5EF4-FFF2-40B4-BE49-F238E27FC236}">
                    <a16:creationId xmlns:a16="http://schemas.microsoft.com/office/drawing/2014/main" id="{8C385A58-2925-C3B6-1949-34643A1A86B9}"/>
                  </a:ext>
                </a:extLst>
              </p:cNvPr>
              <p:cNvSpPr/>
              <p:nvPr/>
            </p:nvSpPr>
            <p:spPr>
              <a:xfrm>
                <a:off x="1853432" y="7758258"/>
                <a:ext cx="37180" cy="37180"/>
              </a:xfrm>
              <a:custGeom>
                <a:avLst/>
                <a:gdLst>
                  <a:gd name="connsiteX0" fmla="*/ 37457 w 37180"/>
                  <a:gd name="connsiteY0" fmla="*/ 18735 h 37180"/>
                  <a:gd name="connsiteX1" fmla="*/ 18866 w 37180"/>
                  <a:gd name="connsiteY1" fmla="*/ 37326 h 37180"/>
                  <a:gd name="connsiteX2" fmla="*/ 276 w 37180"/>
                  <a:gd name="connsiteY2" fmla="*/ 18735 h 37180"/>
                  <a:gd name="connsiteX3" fmla="*/ 18866 w 37180"/>
                  <a:gd name="connsiteY3" fmla="*/ 145 h 37180"/>
                  <a:gd name="connsiteX4" fmla="*/ 37457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35"/>
                    </a:moveTo>
                    <a:cubicBezTo>
                      <a:pt x="37457" y="29002"/>
                      <a:pt x="29134" y="37326"/>
                      <a:pt x="18866" y="37326"/>
                    </a:cubicBezTo>
                    <a:cubicBezTo>
                      <a:pt x="8599" y="37326"/>
                      <a:pt x="276" y="29002"/>
                      <a:pt x="276" y="18735"/>
                    </a:cubicBezTo>
                    <a:cubicBezTo>
                      <a:pt x="276" y="8468"/>
                      <a:pt x="8599" y="145"/>
                      <a:pt x="18866" y="145"/>
                    </a:cubicBezTo>
                    <a:cubicBezTo>
                      <a:pt x="29134" y="145"/>
                      <a:pt x="37457" y="8468"/>
                      <a:pt x="37457" y="18735"/>
                    </a:cubicBezTo>
                    <a:close/>
                  </a:path>
                </a:pathLst>
              </a:custGeom>
              <a:solidFill>
                <a:srgbClr val="D7F7D7"/>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6" name="Freeform: Shape 4655">
                <a:extLst>
                  <a:ext uri="{FF2B5EF4-FFF2-40B4-BE49-F238E27FC236}">
                    <a16:creationId xmlns:a16="http://schemas.microsoft.com/office/drawing/2014/main" id="{15536815-EDA9-A9DF-8DCA-4E91C51DA803}"/>
                  </a:ext>
                </a:extLst>
              </p:cNvPr>
              <p:cNvSpPr/>
              <p:nvPr/>
            </p:nvSpPr>
            <p:spPr>
              <a:xfrm>
                <a:off x="1851032" y="7755858"/>
                <a:ext cx="41981" cy="41981"/>
              </a:xfrm>
              <a:custGeom>
                <a:avLst/>
                <a:gdLst>
                  <a:gd name="connsiteX0" fmla="*/ 21267 w 41981"/>
                  <a:gd name="connsiteY0" fmla="*/ 4945 h 41981"/>
                  <a:gd name="connsiteX1" fmla="*/ 37457 w 41981"/>
                  <a:gd name="connsiteY1" fmla="*/ 21135 h 41981"/>
                  <a:gd name="connsiteX2" fmla="*/ 37457 w 41981"/>
                  <a:gd name="connsiteY2" fmla="*/ 21135 h 41981"/>
                  <a:gd name="connsiteX3" fmla="*/ 21267 w 41981"/>
                  <a:gd name="connsiteY3" fmla="*/ 37326 h 41981"/>
                  <a:gd name="connsiteX4" fmla="*/ 5076 w 41981"/>
                  <a:gd name="connsiteY4" fmla="*/ 21135 h 41981"/>
                  <a:gd name="connsiteX5" fmla="*/ 21267 w 41981"/>
                  <a:gd name="connsiteY5" fmla="*/ 4945 h 41981"/>
                  <a:gd name="connsiteX6" fmla="*/ 21267 w 41981"/>
                  <a:gd name="connsiteY6" fmla="*/ 145 h 41981"/>
                  <a:gd name="connsiteX7" fmla="*/ 276 w 41981"/>
                  <a:gd name="connsiteY7" fmla="*/ 21135 h 41981"/>
                  <a:gd name="connsiteX8" fmla="*/ 21267 w 41981"/>
                  <a:gd name="connsiteY8" fmla="*/ 42126 h 41981"/>
                  <a:gd name="connsiteX9" fmla="*/ 42257 w 41981"/>
                  <a:gd name="connsiteY9" fmla="*/ 21135 h 41981"/>
                  <a:gd name="connsiteX10" fmla="*/ 42257 w 41981"/>
                  <a:gd name="connsiteY10" fmla="*/ 21135 h 41981"/>
                  <a:gd name="connsiteX11" fmla="*/ 21267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45"/>
                    </a:moveTo>
                    <a:cubicBezTo>
                      <a:pt x="30208" y="4945"/>
                      <a:pt x="37457" y="12194"/>
                      <a:pt x="37457" y="21135"/>
                    </a:cubicBezTo>
                    <a:lnTo>
                      <a:pt x="37457" y="21135"/>
                    </a:lnTo>
                    <a:cubicBezTo>
                      <a:pt x="37457" y="30077"/>
                      <a:pt x="30208" y="37326"/>
                      <a:pt x="21267" y="37326"/>
                    </a:cubicBezTo>
                    <a:cubicBezTo>
                      <a:pt x="12325" y="37326"/>
                      <a:pt x="5076" y="30077"/>
                      <a:pt x="5076" y="21135"/>
                    </a:cubicBezTo>
                    <a:cubicBezTo>
                      <a:pt x="5076" y="12194"/>
                      <a:pt x="12325" y="4945"/>
                      <a:pt x="21267" y="4945"/>
                    </a:cubicBezTo>
                    <a:close/>
                    <a:moveTo>
                      <a:pt x="21267" y="145"/>
                    </a:moveTo>
                    <a:cubicBezTo>
                      <a:pt x="9674" y="145"/>
                      <a:pt x="276" y="9543"/>
                      <a:pt x="276" y="21135"/>
                    </a:cubicBezTo>
                    <a:cubicBezTo>
                      <a:pt x="276" y="32728"/>
                      <a:pt x="9674" y="42126"/>
                      <a:pt x="21267" y="42126"/>
                    </a:cubicBezTo>
                    <a:cubicBezTo>
                      <a:pt x="32859" y="42126"/>
                      <a:pt x="42257" y="32728"/>
                      <a:pt x="42257" y="21135"/>
                    </a:cubicBezTo>
                    <a:lnTo>
                      <a:pt x="42257" y="21135"/>
                    </a:lnTo>
                    <a:cubicBezTo>
                      <a:pt x="42257" y="9543"/>
                      <a:pt x="32859" y="145"/>
                      <a:pt x="21267" y="145"/>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7" name="Freeform: Shape 4656">
                <a:extLst>
                  <a:ext uri="{FF2B5EF4-FFF2-40B4-BE49-F238E27FC236}">
                    <a16:creationId xmlns:a16="http://schemas.microsoft.com/office/drawing/2014/main" id="{759E04BD-47D6-74D9-668E-4958A8388B8D}"/>
                  </a:ext>
                </a:extLst>
              </p:cNvPr>
              <p:cNvSpPr/>
              <p:nvPr/>
            </p:nvSpPr>
            <p:spPr>
              <a:xfrm>
                <a:off x="1772493" y="7913438"/>
                <a:ext cx="37180" cy="37180"/>
              </a:xfrm>
              <a:custGeom>
                <a:avLst/>
                <a:gdLst>
                  <a:gd name="connsiteX0" fmla="*/ 37443 w 37180"/>
                  <a:gd name="connsiteY0" fmla="*/ 18762 h 37180"/>
                  <a:gd name="connsiteX1" fmla="*/ 18852 w 37180"/>
                  <a:gd name="connsiteY1" fmla="*/ 37353 h 37180"/>
                  <a:gd name="connsiteX2" fmla="*/ 262 w 37180"/>
                  <a:gd name="connsiteY2" fmla="*/ 18762 h 37180"/>
                  <a:gd name="connsiteX3" fmla="*/ 18852 w 37180"/>
                  <a:gd name="connsiteY3" fmla="*/ 172 h 37180"/>
                  <a:gd name="connsiteX4" fmla="*/ 3744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2"/>
                    </a:moveTo>
                    <a:cubicBezTo>
                      <a:pt x="37443" y="29029"/>
                      <a:pt x="29120" y="37353"/>
                      <a:pt x="18852" y="37353"/>
                    </a:cubicBezTo>
                    <a:cubicBezTo>
                      <a:pt x="8585" y="37353"/>
                      <a:pt x="262" y="29029"/>
                      <a:pt x="262" y="18762"/>
                    </a:cubicBezTo>
                    <a:cubicBezTo>
                      <a:pt x="262" y="8495"/>
                      <a:pt x="8585" y="172"/>
                      <a:pt x="18852" y="172"/>
                    </a:cubicBezTo>
                    <a:cubicBezTo>
                      <a:pt x="29120" y="172"/>
                      <a:pt x="37443" y="8495"/>
                      <a:pt x="37443" y="18762"/>
                    </a:cubicBezTo>
                    <a:close/>
                  </a:path>
                </a:pathLst>
              </a:custGeom>
              <a:solidFill>
                <a:srgbClr val="DFF7DF"/>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8" name="Freeform: Shape 4657">
                <a:extLst>
                  <a:ext uri="{FF2B5EF4-FFF2-40B4-BE49-F238E27FC236}">
                    <a16:creationId xmlns:a16="http://schemas.microsoft.com/office/drawing/2014/main" id="{B1253471-D495-339F-9C36-B4B48B1305B0}"/>
                  </a:ext>
                </a:extLst>
              </p:cNvPr>
              <p:cNvSpPr/>
              <p:nvPr/>
            </p:nvSpPr>
            <p:spPr>
              <a:xfrm>
                <a:off x="1770093" y="7911038"/>
                <a:ext cx="41981" cy="41981"/>
              </a:xfrm>
              <a:custGeom>
                <a:avLst/>
                <a:gdLst>
                  <a:gd name="connsiteX0" fmla="*/ 21253 w 41981"/>
                  <a:gd name="connsiteY0" fmla="*/ 4972 h 41981"/>
                  <a:gd name="connsiteX1" fmla="*/ 37443 w 41981"/>
                  <a:gd name="connsiteY1" fmla="*/ 21162 h 41981"/>
                  <a:gd name="connsiteX2" fmla="*/ 37443 w 41981"/>
                  <a:gd name="connsiteY2" fmla="*/ 21162 h 41981"/>
                  <a:gd name="connsiteX3" fmla="*/ 21253 w 41981"/>
                  <a:gd name="connsiteY3" fmla="*/ 37353 h 41981"/>
                  <a:gd name="connsiteX4" fmla="*/ 5062 w 41981"/>
                  <a:gd name="connsiteY4" fmla="*/ 21162 h 41981"/>
                  <a:gd name="connsiteX5" fmla="*/ 21253 w 41981"/>
                  <a:gd name="connsiteY5" fmla="*/ 4972 h 41981"/>
                  <a:gd name="connsiteX6" fmla="*/ 21253 w 41981"/>
                  <a:gd name="connsiteY6" fmla="*/ 172 h 41981"/>
                  <a:gd name="connsiteX7" fmla="*/ 262 w 41981"/>
                  <a:gd name="connsiteY7" fmla="*/ 21162 h 41981"/>
                  <a:gd name="connsiteX8" fmla="*/ 21253 w 41981"/>
                  <a:gd name="connsiteY8" fmla="*/ 42153 h 41981"/>
                  <a:gd name="connsiteX9" fmla="*/ 42243 w 41981"/>
                  <a:gd name="connsiteY9" fmla="*/ 21162 h 41981"/>
                  <a:gd name="connsiteX10" fmla="*/ 42243 w 41981"/>
                  <a:gd name="connsiteY10" fmla="*/ 21162 h 41981"/>
                  <a:gd name="connsiteX11" fmla="*/ 21253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2"/>
                    </a:moveTo>
                    <a:cubicBezTo>
                      <a:pt x="30194" y="4972"/>
                      <a:pt x="37443" y="12221"/>
                      <a:pt x="37443" y="21162"/>
                    </a:cubicBezTo>
                    <a:lnTo>
                      <a:pt x="37443" y="21162"/>
                    </a:lnTo>
                    <a:cubicBezTo>
                      <a:pt x="37443" y="30104"/>
                      <a:pt x="30194" y="37353"/>
                      <a:pt x="21253" y="37353"/>
                    </a:cubicBezTo>
                    <a:cubicBezTo>
                      <a:pt x="12311" y="37353"/>
                      <a:pt x="5062" y="30104"/>
                      <a:pt x="5062" y="21162"/>
                    </a:cubicBezTo>
                    <a:cubicBezTo>
                      <a:pt x="5062" y="12221"/>
                      <a:pt x="12311" y="4972"/>
                      <a:pt x="21253" y="4972"/>
                    </a:cubicBezTo>
                    <a:close/>
                    <a:moveTo>
                      <a:pt x="21253" y="172"/>
                    </a:moveTo>
                    <a:cubicBezTo>
                      <a:pt x="9660" y="172"/>
                      <a:pt x="262" y="9570"/>
                      <a:pt x="262" y="21162"/>
                    </a:cubicBezTo>
                    <a:cubicBezTo>
                      <a:pt x="262" y="32755"/>
                      <a:pt x="9660" y="42153"/>
                      <a:pt x="21253" y="42153"/>
                    </a:cubicBezTo>
                    <a:cubicBezTo>
                      <a:pt x="32845" y="42153"/>
                      <a:pt x="42243" y="32755"/>
                      <a:pt x="42243" y="21162"/>
                    </a:cubicBezTo>
                    <a:lnTo>
                      <a:pt x="42243" y="21162"/>
                    </a:lnTo>
                    <a:cubicBezTo>
                      <a:pt x="42243" y="9570"/>
                      <a:pt x="32845" y="172"/>
                      <a:pt x="21253" y="172"/>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59" name="Freeform: Shape 4658">
                <a:extLst>
                  <a:ext uri="{FF2B5EF4-FFF2-40B4-BE49-F238E27FC236}">
                    <a16:creationId xmlns:a16="http://schemas.microsoft.com/office/drawing/2014/main" id="{6D5886A8-1BD2-0917-CB52-187F1A5207B1}"/>
                  </a:ext>
                </a:extLst>
              </p:cNvPr>
              <p:cNvSpPr/>
              <p:nvPr/>
            </p:nvSpPr>
            <p:spPr>
              <a:xfrm>
                <a:off x="1953461" y="7770106"/>
                <a:ext cx="37180" cy="37180"/>
              </a:xfrm>
              <a:custGeom>
                <a:avLst/>
                <a:gdLst>
                  <a:gd name="connsiteX0" fmla="*/ 37474 w 37180"/>
                  <a:gd name="connsiteY0" fmla="*/ 18737 h 37180"/>
                  <a:gd name="connsiteX1" fmla="*/ 18884 w 37180"/>
                  <a:gd name="connsiteY1" fmla="*/ 37328 h 37180"/>
                  <a:gd name="connsiteX2" fmla="*/ 293 w 37180"/>
                  <a:gd name="connsiteY2" fmla="*/ 18737 h 37180"/>
                  <a:gd name="connsiteX3" fmla="*/ 18884 w 37180"/>
                  <a:gd name="connsiteY3" fmla="*/ 147 h 37180"/>
                  <a:gd name="connsiteX4" fmla="*/ 37474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37"/>
                    </a:moveTo>
                    <a:cubicBezTo>
                      <a:pt x="37474" y="29005"/>
                      <a:pt x="29151" y="37328"/>
                      <a:pt x="18884" y="37328"/>
                    </a:cubicBezTo>
                    <a:cubicBezTo>
                      <a:pt x="8617" y="37328"/>
                      <a:pt x="293" y="29005"/>
                      <a:pt x="293" y="18737"/>
                    </a:cubicBezTo>
                    <a:cubicBezTo>
                      <a:pt x="293" y="8470"/>
                      <a:pt x="8617" y="147"/>
                      <a:pt x="18884" y="147"/>
                    </a:cubicBezTo>
                    <a:cubicBezTo>
                      <a:pt x="29151" y="147"/>
                      <a:pt x="37474" y="8470"/>
                      <a:pt x="37474" y="18737"/>
                    </a:cubicBezTo>
                    <a:close/>
                  </a:path>
                </a:pathLst>
              </a:custGeom>
              <a:solidFill>
                <a:srgbClr val="DCF7DC"/>
              </a:solidFill>
              <a:ln w="5753" cap="sq">
                <a:noFill/>
                <a:prstDash val="solid"/>
                <a:miter/>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60" name="Freeform: Shape 4659">
                <a:extLst>
                  <a:ext uri="{FF2B5EF4-FFF2-40B4-BE49-F238E27FC236}">
                    <a16:creationId xmlns:a16="http://schemas.microsoft.com/office/drawing/2014/main" id="{9C83F6E3-D2A5-DD80-549A-549E9E1EA0C1}"/>
                  </a:ext>
                </a:extLst>
              </p:cNvPr>
              <p:cNvSpPr/>
              <p:nvPr/>
            </p:nvSpPr>
            <p:spPr>
              <a:xfrm>
                <a:off x="1951060" y="7767706"/>
                <a:ext cx="41981" cy="41981"/>
              </a:xfrm>
              <a:custGeom>
                <a:avLst/>
                <a:gdLst>
                  <a:gd name="connsiteX0" fmla="*/ 21284 w 41981"/>
                  <a:gd name="connsiteY0" fmla="*/ 4947 h 41981"/>
                  <a:gd name="connsiteX1" fmla="*/ 37474 w 41981"/>
                  <a:gd name="connsiteY1" fmla="*/ 21138 h 41981"/>
                  <a:gd name="connsiteX2" fmla="*/ 37474 w 41981"/>
                  <a:gd name="connsiteY2" fmla="*/ 21138 h 41981"/>
                  <a:gd name="connsiteX3" fmla="*/ 21284 w 41981"/>
                  <a:gd name="connsiteY3" fmla="*/ 37328 h 41981"/>
                  <a:gd name="connsiteX4" fmla="*/ 5094 w 41981"/>
                  <a:gd name="connsiteY4" fmla="*/ 21138 h 41981"/>
                  <a:gd name="connsiteX5" fmla="*/ 21284 w 41981"/>
                  <a:gd name="connsiteY5" fmla="*/ 4947 h 41981"/>
                  <a:gd name="connsiteX6" fmla="*/ 21284 w 41981"/>
                  <a:gd name="connsiteY6" fmla="*/ 147 h 41981"/>
                  <a:gd name="connsiteX7" fmla="*/ 293 w 41981"/>
                  <a:gd name="connsiteY7" fmla="*/ 21138 h 41981"/>
                  <a:gd name="connsiteX8" fmla="*/ 21284 w 41981"/>
                  <a:gd name="connsiteY8" fmla="*/ 42128 h 41981"/>
                  <a:gd name="connsiteX9" fmla="*/ 42275 w 41981"/>
                  <a:gd name="connsiteY9" fmla="*/ 21138 h 41981"/>
                  <a:gd name="connsiteX10" fmla="*/ 42275 w 41981"/>
                  <a:gd name="connsiteY10" fmla="*/ 21138 h 41981"/>
                  <a:gd name="connsiteX11" fmla="*/ 21284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47"/>
                    </a:moveTo>
                    <a:cubicBezTo>
                      <a:pt x="30226" y="4947"/>
                      <a:pt x="37474" y="12196"/>
                      <a:pt x="37474" y="21138"/>
                    </a:cubicBezTo>
                    <a:lnTo>
                      <a:pt x="37474" y="21138"/>
                    </a:lnTo>
                    <a:cubicBezTo>
                      <a:pt x="37474" y="30079"/>
                      <a:pt x="30226" y="37328"/>
                      <a:pt x="21284" y="37328"/>
                    </a:cubicBezTo>
                    <a:cubicBezTo>
                      <a:pt x="12342" y="37328"/>
                      <a:pt x="5094" y="30079"/>
                      <a:pt x="5094" y="21138"/>
                    </a:cubicBezTo>
                    <a:cubicBezTo>
                      <a:pt x="5094" y="12196"/>
                      <a:pt x="12342" y="4947"/>
                      <a:pt x="21284" y="4947"/>
                    </a:cubicBezTo>
                    <a:close/>
                    <a:moveTo>
                      <a:pt x="21284" y="147"/>
                    </a:moveTo>
                    <a:cubicBezTo>
                      <a:pt x="9691" y="147"/>
                      <a:pt x="293" y="9545"/>
                      <a:pt x="293" y="21138"/>
                    </a:cubicBezTo>
                    <a:cubicBezTo>
                      <a:pt x="293" y="32730"/>
                      <a:pt x="9691" y="42128"/>
                      <a:pt x="21284" y="42128"/>
                    </a:cubicBezTo>
                    <a:cubicBezTo>
                      <a:pt x="32877" y="42128"/>
                      <a:pt x="42275" y="32730"/>
                      <a:pt x="42275" y="21138"/>
                    </a:cubicBezTo>
                    <a:lnTo>
                      <a:pt x="42275" y="21138"/>
                    </a:lnTo>
                    <a:cubicBezTo>
                      <a:pt x="42275" y="9545"/>
                      <a:pt x="32877" y="147"/>
                      <a:pt x="21284" y="147"/>
                    </a:cubicBezTo>
                    <a:close/>
                  </a:path>
                </a:pathLst>
              </a:custGeom>
              <a:solidFill>
                <a:srgbClr val="000000"/>
              </a:solidFill>
              <a:ln w="4794" cap="sq">
                <a:noFill/>
                <a:prstDash val="solid"/>
                <a:round/>
              </a:ln>
            </p:spPr>
            <p:txBody>
              <a:bodyPr rtlCol="0" anchor="ctr"/>
              <a:lstStyle/>
              <a:p>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4661" name="TextBox 4660">
                <a:extLst>
                  <a:ext uri="{FF2B5EF4-FFF2-40B4-BE49-F238E27FC236}">
                    <a16:creationId xmlns:a16="http://schemas.microsoft.com/office/drawing/2014/main" id="{9BC77CD4-31E2-A876-4153-2CD9F3C8F36B}"/>
                  </a:ext>
                </a:extLst>
              </p:cNvPr>
              <p:cNvSpPr txBox="1"/>
              <p:nvPr/>
            </p:nvSpPr>
            <p:spPr>
              <a:xfrm>
                <a:off x="535416" y="6969332"/>
                <a:ext cx="393056" cy="288541"/>
              </a:xfrm>
              <a:prstGeom prst="rect">
                <a:avLst/>
              </a:prstGeom>
              <a:noFill/>
            </p:spPr>
            <p:txBody>
              <a:bodyPr wrap="square" rtlCol="0">
                <a:spAutoFit/>
              </a:bodyPr>
              <a:lstStyle/>
              <a:p>
                <a:pPr algn="l"/>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0.7</a:t>
                </a:r>
              </a:p>
            </p:txBody>
          </p:sp>
          <p:sp>
            <p:nvSpPr>
              <p:cNvPr id="4662" name="TextBox 4661">
                <a:extLst>
                  <a:ext uri="{FF2B5EF4-FFF2-40B4-BE49-F238E27FC236}">
                    <a16:creationId xmlns:a16="http://schemas.microsoft.com/office/drawing/2014/main" id="{F3A9D639-7D79-04FE-B831-9E9F81C65AB7}"/>
                  </a:ext>
                </a:extLst>
              </p:cNvPr>
              <p:cNvSpPr txBox="1"/>
              <p:nvPr/>
            </p:nvSpPr>
            <p:spPr>
              <a:xfrm>
                <a:off x="2522261" y="8813093"/>
                <a:ext cx="393056" cy="288541"/>
              </a:xfrm>
              <a:prstGeom prst="rect">
                <a:avLst/>
              </a:prstGeom>
              <a:noFill/>
            </p:spPr>
            <p:txBody>
              <a:bodyPr wrap="square" rtlCol="0">
                <a:spAutoFit/>
              </a:bodyPr>
              <a:lstStyle/>
              <a:p>
                <a:pPr algn="l"/>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0.7</a:t>
                </a:r>
              </a:p>
            </p:txBody>
          </p:sp>
          <p:grpSp>
            <p:nvGrpSpPr>
              <p:cNvPr id="4663" name="Group 4662">
                <a:extLst>
                  <a:ext uri="{FF2B5EF4-FFF2-40B4-BE49-F238E27FC236}">
                    <a16:creationId xmlns:a16="http://schemas.microsoft.com/office/drawing/2014/main" id="{83F6C5F9-FC94-C690-CF57-3FB375AA83B6}"/>
                  </a:ext>
                </a:extLst>
              </p:cNvPr>
              <p:cNvGrpSpPr/>
              <p:nvPr/>
            </p:nvGrpSpPr>
            <p:grpSpPr>
              <a:xfrm>
                <a:off x="1790523" y="8318806"/>
                <a:ext cx="1206887" cy="462311"/>
                <a:chOff x="3100239" y="10727465"/>
                <a:chExt cx="1206887" cy="462311"/>
              </a:xfrm>
            </p:grpSpPr>
            <p:sp>
              <p:nvSpPr>
                <p:cNvPr id="4664" name="TextBox 4663">
                  <a:extLst>
                    <a:ext uri="{FF2B5EF4-FFF2-40B4-BE49-F238E27FC236}">
                      <a16:creationId xmlns:a16="http://schemas.microsoft.com/office/drawing/2014/main" id="{4105AFA1-EE62-CAAF-8228-7766C6DBD01D}"/>
                    </a:ext>
                  </a:extLst>
                </p:cNvPr>
                <p:cNvSpPr txBox="1"/>
                <p:nvPr/>
              </p:nvSpPr>
              <p:spPr>
                <a:xfrm>
                  <a:off x="3100239" y="10912777"/>
                  <a:ext cx="413896" cy="265457"/>
                </a:xfrm>
                <a:prstGeom prst="rect">
                  <a:avLst/>
                </a:prstGeom>
                <a:noFill/>
              </p:spPr>
              <p:txBody>
                <a:bodyPr wrap="none" rtlCol="0">
                  <a:spAutoFit/>
                </a:bodyPr>
                <a:lstStyle/>
                <a:p>
                  <a:pPr algn="l"/>
                  <a:r>
                    <a:rPr lang="en-US" sz="1125" spc="0" baseline="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-0.2</a:t>
                  </a:r>
                </a:p>
              </p:txBody>
            </p:sp>
            <p:sp>
              <p:nvSpPr>
                <p:cNvPr id="4665" name="TextBox 4664">
                  <a:extLst>
                    <a:ext uri="{FF2B5EF4-FFF2-40B4-BE49-F238E27FC236}">
                      <a16:creationId xmlns:a16="http://schemas.microsoft.com/office/drawing/2014/main" id="{DAA17B2A-AC42-F7C3-6D71-6C4687828F09}"/>
                    </a:ext>
                  </a:extLst>
                </p:cNvPr>
                <p:cNvSpPr txBox="1"/>
                <p:nvPr/>
              </p:nvSpPr>
              <p:spPr>
                <a:xfrm>
                  <a:off x="3604008" y="10912777"/>
                  <a:ext cx="258404" cy="265457"/>
                </a:xfrm>
                <a:prstGeom prst="rect">
                  <a:avLst/>
                </a:prstGeom>
                <a:noFill/>
              </p:spPr>
              <p:txBody>
                <a:bodyPr wrap="none" rtlCol="0">
                  <a:spAutoFit/>
                </a:bodyPr>
                <a:lstStyle/>
                <a:p>
                  <a:pPr algn="l"/>
                  <a:r>
                    <a:rPr lang="en-US" sz="112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sp>
              <p:nvSpPr>
                <p:cNvPr id="4666" name="TextBox 4665">
                  <a:extLst>
                    <a:ext uri="{FF2B5EF4-FFF2-40B4-BE49-F238E27FC236}">
                      <a16:creationId xmlns:a16="http://schemas.microsoft.com/office/drawing/2014/main" id="{149C7BC2-CFEF-B88F-14E6-9B8BB008AC9B}"/>
                    </a:ext>
                  </a:extLst>
                </p:cNvPr>
                <p:cNvSpPr txBox="1"/>
                <p:nvPr/>
              </p:nvSpPr>
              <p:spPr>
                <a:xfrm>
                  <a:off x="3926894" y="10912777"/>
                  <a:ext cx="380232" cy="276999"/>
                </a:xfrm>
                <a:prstGeom prst="rect">
                  <a:avLst/>
                </a:prstGeom>
                <a:noFill/>
              </p:spPr>
              <p:txBody>
                <a:bodyPr wrap="none" rtlCol="0">
                  <a:spAutoFit/>
                </a:bodyPr>
                <a:lstStyle/>
                <a:p>
                  <a:pPr algn="l"/>
                  <a:r>
                    <a:rPr lang="en-US" sz="1200"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0.2</a:t>
                  </a:r>
                  <a:endParaRPr lang="en-US" sz="112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endParaRPr>
                </a:p>
              </p:txBody>
            </p:sp>
            <p:grpSp>
              <p:nvGrpSpPr>
                <p:cNvPr id="4667" name="Group 4666">
                  <a:extLst>
                    <a:ext uri="{FF2B5EF4-FFF2-40B4-BE49-F238E27FC236}">
                      <a16:creationId xmlns:a16="http://schemas.microsoft.com/office/drawing/2014/main" id="{601052BB-7DBE-25CB-9F58-F6371314A5F3}"/>
                    </a:ext>
                  </a:extLst>
                </p:cNvPr>
                <p:cNvGrpSpPr/>
                <p:nvPr/>
              </p:nvGrpSpPr>
              <p:grpSpPr>
                <a:xfrm rot="5400000">
                  <a:off x="3635834" y="10454158"/>
                  <a:ext cx="187602" cy="734216"/>
                  <a:chOff x="4191213" y="9898778"/>
                  <a:chExt cx="190428" cy="1847801"/>
                </a:xfrm>
              </p:grpSpPr>
              <p:grpSp>
                <p:nvGrpSpPr>
                  <p:cNvPr id="4668" name="Graphic 39">
                    <a:extLst>
                      <a:ext uri="{FF2B5EF4-FFF2-40B4-BE49-F238E27FC236}">
                        <a16:creationId xmlns:a16="http://schemas.microsoft.com/office/drawing/2014/main" id="{BD10B449-61F1-E800-A387-509D85C562BE}"/>
                      </a:ext>
                    </a:extLst>
                  </p:cNvPr>
                  <p:cNvGrpSpPr/>
                  <p:nvPr/>
                </p:nvGrpSpPr>
                <p:grpSpPr>
                  <a:xfrm>
                    <a:off x="4191219" y="9898778"/>
                    <a:ext cx="190422" cy="1847801"/>
                    <a:chOff x="10726719" y="9077502"/>
                    <a:chExt cx="257175" cy="2495550"/>
                  </a:xfrm>
                  <a:solidFill>
                    <a:srgbClr val="000000"/>
                  </a:solidFill>
                </p:grpSpPr>
                <p:sp>
                  <p:nvSpPr>
                    <p:cNvPr id="4682" name="Freeform: Shape 4681">
                      <a:extLst>
                        <a:ext uri="{FF2B5EF4-FFF2-40B4-BE49-F238E27FC236}">
                          <a16:creationId xmlns:a16="http://schemas.microsoft.com/office/drawing/2014/main" id="{410057B3-2716-5DA2-E802-57CF64E6D8B4}"/>
                        </a:ext>
                      </a:extLst>
                    </p:cNvPr>
                    <p:cNvSpPr/>
                    <p:nvPr/>
                  </p:nvSpPr>
                  <p:spPr>
                    <a:xfrm>
                      <a:off x="10726719" y="11563527"/>
                      <a:ext cx="247650" cy="9525"/>
                    </a:xfrm>
                    <a:custGeom>
                      <a:avLst/>
                      <a:gdLst>
                        <a:gd name="connsiteX0" fmla="*/ 0 w 247650"/>
                        <a:gd name="connsiteY0" fmla="*/ 0 h 9525"/>
                        <a:gd name="connsiteX1" fmla="*/ 247650 w 247650"/>
                        <a:gd name="connsiteY1" fmla="*/ 0 h 9525"/>
                      </a:gdLst>
                      <a:ahLst/>
                      <a:cxnLst>
                        <a:cxn ang="0">
                          <a:pos x="connsiteX0" y="connsiteY0"/>
                        </a:cxn>
                        <a:cxn ang="0">
                          <a:pos x="connsiteX1" y="connsiteY1"/>
                        </a:cxn>
                      </a:cxnLst>
                      <a:rect l="l" t="t" r="r" b="b"/>
                      <a:pathLst>
                        <a:path w="247650" h="9525">
                          <a:moveTo>
                            <a:pt x="0" y="0"/>
                          </a:moveTo>
                          <a:lnTo>
                            <a:pt x="247650" y="0"/>
                          </a:lnTo>
                        </a:path>
                      </a:pathLst>
                    </a:custGeom>
                    <a:ln w="7937" cap="sq">
                      <a:solidFill>
                        <a:srgbClr val="262626"/>
                      </a:solidFill>
                      <a:prstDash val="solid"/>
                      <a:round/>
                    </a:ln>
                  </p:spPr>
                  <p:txBody>
                    <a:bodyPr rtlCol="0" anchor="ctr"/>
                    <a:lstStyle/>
                    <a:p>
                      <a:endParaRPr lang="en-US"/>
                    </a:p>
                  </p:txBody>
                </p:sp>
                <p:sp>
                  <p:nvSpPr>
                    <p:cNvPr id="4683" name="Freeform: Shape 4682">
                      <a:extLst>
                        <a:ext uri="{FF2B5EF4-FFF2-40B4-BE49-F238E27FC236}">
                          <a16:creationId xmlns:a16="http://schemas.microsoft.com/office/drawing/2014/main" id="{860039EC-C0C4-9747-7003-015FB38ECEE4}"/>
                        </a:ext>
                      </a:extLst>
                    </p:cNvPr>
                    <p:cNvSpPr/>
                    <p:nvPr/>
                  </p:nvSpPr>
                  <p:spPr>
                    <a:xfrm>
                      <a:off x="10726719" y="9077502"/>
                      <a:ext cx="247650" cy="9525"/>
                    </a:xfrm>
                    <a:custGeom>
                      <a:avLst/>
                      <a:gdLst>
                        <a:gd name="connsiteX0" fmla="*/ 0 w 247650"/>
                        <a:gd name="connsiteY0" fmla="*/ 0 h 9525"/>
                        <a:gd name="connsiteX1" fmla="*/ 247650 w 247650"/>
                        <a:gd name="connsiteY1" fmla="*/ 0 h 9525"/>
                      </a:gdLst>
                      <a:ahLst/>
                      <a:cxnLst>
                        <a:cxn ang="0">
                          <a:pos x="connsiteX0" y="connsiteY0"/>
                        </a:cxn>
                        <a:cxn ang="0">
                          <a:pos x="connsiteX1" y="connsiteY1"/>
                        </a:cxn>
                      </a:cxnLst>
                      <a:rect l="l" t="t" r="r" b="b"/>
                      <a:pathLst>
                        <a:path w="247650" h="9525">
                          <a:moveTo>
                            <a:pt x="0" y="0"/>
                          </a:moveTo>
                          <a:lnTo>
                            <a:pt x="247650" y="0"/>
                          </a:lnTo>
                        </a:path>
                      </a:pathLst>
                    </a:custGeom>
                    <a:ln w="7937" cap="sq">
                      <a:solidFill>
                        <a:srgbClr val="262626"/>
                      </a:solidFill>
                      <a:prstDash val="solid"/>
                      <a:round/>
                    </a:ln>
                  </p:spPr>
                  <p:txBody>
                    <a:bodyPr rtlCol="0" anchor="ctr"/>
                    <a:lstStyle/>
                    <a:p>
                      <a:endParaRPr lang="en-US"/>
                    </a:p>
                  </p:txBody>
                </p:sp>
                <p:sp>
                  <p:nvSpPr>
                    <p:cNvPr id="4684" name="Freeform: Shape 4683">
                      <a:extLst>
                        <a:ext uri="{FF2B5EF4-FFF2-40B4-BE49-F238E27FC236}">
                          <a16:creationId xmlns:a16="http://schemas.microsoft.com/office/drawing/2014/main" id="{C2CE0031-B5C9-48E6-60AC-C67D67D29581}"/>
                        </a:ext>
                      </a:extLst>
                    </p:cNvPr>
                    <p:cNvSpPr/>
                    <p:nvPr/>
                  </p:nvSpPr>
                  <p:spPr>
                    <a:xfrm>
                      <a:off x="10726719" y="9077502"/>
                      <a:ext cx="9525" cy="2486025"/>
                    </a:xfrm>
                    <a:custGeom>
                      <a:avLst/>
                      <a:gdLst>
                        <a:gd name="connsiteX0" fmla="*/ 0 w 9525"/>
                        <a:gd name="connsiteY0" fmla="*/ 2486025 h 2486025"/>
                        <a:gd name="connsiteX1" fmla="*/ 0 w 9525"/>
                        <a:gd name="connsiteY1" fmla="*/ 0 h 2486025"/>
                      </a:gdLst>
                      <a:ahLst/>
                      <a:cxnLst>
                        <a:cxn ang="0">
                          <a:pos x="connsiteX0" y="connsiteY0"/>
                        </a:cxn>
                        <a:cxn ang="0">
                          <a:pos x="connsiteX1" y="connsiteY1"/>
                        </a:cxn>
                      </a:cxnLst>
                      <a:rect l="l" t="t" r="r" b="b"/>
                      <a:pathLst>
                        <a:path w="9525" h="2486025">
                          <a:moveTo>
                            <a:pt x="0" y="2486025"/>
                          </a:moveTo>
                          <a:lnTo>
                            <a:pt x="0" y="0"/>
                          </a:lnTo>
                        </a:path>
                      </a:pathLst>
                    </a:custGeom>
                    <a:ln w="7937" cap="sq">
                      <a:solidFill>
                        <a:srgbClr val="262626"/>
                      </a:solidFill>
                      <a:prstDash val="solid"/>
                      <a:round/>
                    </a:ln>
                  </p:spPr>
                  <p:txBody>
                    <a:bodyPr rtlCol="0" anchor="ctr"/>
                    <a:lstStyle/>
                    <a:p>
                      <a:endParaRPr lang="en-US"/>
                    </a:p>
                  </p:txBody>
                </p:sp>
                <p:sp>
                  <p:nvSpPr>
                    <p:cNvPr id="4685" name="Freeform: Shape 4684">
                      <a:extLst>
                        <a:ext uri="{FF2B5EF4-FFF2-40B4-BE49-F238E27FC236}">
                          <a16:creationId xmlns:a16="http://schemas.microsoft.com/office/drawing/2014/main" id="{E6724099-0917-AF5D-30D2-0A9327FBAFE2}"/>
                        </a:ext>
                      </a:extLst>
                    </p:cNvPr>
                    <p:cNvSpPr/>
                    <p:nvPr/>
                  </p:nvSpPr>
                  <p:spPr>
                    <a:xfrm>
                      <a:off x="10974369" y="9077502"/>
                      <a:ext cx="9525" cy="2486025"/>
                    </a:xfrm>
                    <a:custGeom>
                      <a:avLst/>
                      <a:gdLst>
                        <a:gd name="connsiteX0" fmla="*/ 0 w 9525"/>
                        <a:gd name="connsiteY0" fmla="*/ 2486025 h 2486025"/>
                        <a:gd name="connsiteX1" fmla="*/ 0 w 9525"/>
                        <a:gd name="connsiteY1" fmla="*/ 0 h 2486025"/>
                      </a:gdLst>
                      <a:ahLst/>
                      <a:cxnLst>
                        <a:cxn ang="0">
                          <a:pos x="connsiteX0" y="connsiteY0"/>
                        </a:cxn>
                        <a:cxn ang="0">
                          <a:pos x="connsiteX1" y="connsiteY1"/>
                        </a:cxn>
                      </a:cxnLst>
                      <a:rect l="l" t="t" r="r" b="b"/>
                      <a:pathLst>
                        <a:path w="9525" h="2486025">
                          <a:moveTo>
                            <a:pt x="0" y="2486025"/>
                          </a:moveTo>
                          <a:lnTo>
                            <a:pt x="0" y="0"/>
                          </a:lnTo>
                        </a:path>
                      </a:pathLst>
                    </a:custGeom>
                    <a:ln w="7937" cap="sq">
                      <a:solidFill>
                        <a:srgbClr val="262626"/>
                      </a:solidFill>
                      <a:prstDash val="solid"/>
                      <a:round/>
                    </a:ln>
                  </p:spPr>
                  <p:txBody>
                    <a:bodyPr rtlCol="0" anchor="ctr"/>
                    <a:lstStyle/>
                    <a:p>
                      <a:endParaRPr lang="en-US"/>
                    </a:p>
                  </p:txBody>
                </p:sp>
              </p:grpSp>
              <p:pic>
                <p:nvPicPr>
                  <p:cNvPr id="4669" name="Picture 4668">
                    <a:extLst>
                      <a:ext uri="{FF2B5EF4-FFF2-40B4-BE49-F238E27FC236}">
                        <a16:creationId xmlns:a16="http://schemas.microsoft.com/office/drawing/2014/main" id="{ED83FAE1-CF96-7055-7C9C-643E819547DB}"/>
                      </a:ext>
                    </a:extLst>
                  </p:cNvPr>
                  <p:cNvPicPr>
                    <a:picLocks noChangeAspect="1"/>
                  </p:cNvPicPr>
                  <p:nvPr/>
                </p:nvPicPr>
                <p:blipFill>
                  <a:blip r:embed="rId42"/>
                  <a:stretch>
                    <a:fillRect/>
                  </a:stretch>
                </p:blipFill>
                <p:spPr>
                  <a:xfrm>
                    <a:off x="4191219" y="9898778"/>
                    <a:ext cx="183370" cy="1840748"/>
                  </a:xfrm>
                  <a:custGeom>
                    <a:avLst/>
                    <a:gdLst>
                      <a:gd name="connsiteX0" fmla="*/ 391 w 247650"/>
                      <a:gd name="connsiteY0" fmla="*/ 101 h 2486025"/>
                      <a:gd name="connsiteX1" fmla="*/ 248041 w 247650"/>
                      <a:gd name="connsiteY1" fmla="*/ 101 h 2486025"/>
                      <a:gd name="connsiteX2" fmla="*/ 248041 w 247650"/>
                      <a:gd name="connsiteY2" fmla="*/ 2486126 h 2486025"/>
                      <a:gd name="connsiteX3" fmla="*/ 391 w 247650"/>
                      <a:gd name="connsiteY3" fmla="*/ 2486126 h 2486025"/>
                    </a:gdLst>
                    <a:ahLst/>
                    <a:cxnLst>
                      <a:cxn ang="0">
                        <a:pos x="connsiteX0" y="connsiteY0"/>
                      </a:cxn>
                      <a:cxn ang="0">
                        <a:pos x="connsiteX1" y="connsiteY1"/>
                      </a:cxn>
                      <a:cxn ang="0">
                        <a:pos x="connsiteX2" y="connsiteY2"/>
                      </a:cxn>
                      <a:cxn ang="0">
                        <a:pos x="connsiteX3" y="connsiteY3"/>
                      </a:cxn>
                    </a:cxnLst>
                    <a:rect l="l" t="t" r="r" b="b"/>
                    <a:pathLst>
                      <a:path w="247650" h="2486025">
                        <a:moveTo>
                          <a:pt x="391" y="101"/>
                        </a:moveTo>
                        <a:lnTo>
                          <a:pt x="248041" y="101"/>
                        </a:lnTo>
                        <a:lnTo>
                          <a:pt x="248041" y="2486126"/>
                        </a:lnTo>
                        <a:lnTo>
                          <a:pt x="391" y="2486126"/>
                        </a:lnTo>
                        <a:close/>
                      </a:path>
                    </a:pathLst>
                  </a:custGeom>
                </p:spPr>
              </p:pic>
              <p:grpSp>
                <p:nvGrpSpPr>
                  <p:cNvPr id="4670" name="Graphic 39">
                    <a:extLst>
                      <a:ext uri="{FF2B5EF4-FFF2-40B4-BE49-F238E27FC236}">
                        <a16:creationId xmlns:a16="http://schemas.microsoft.com/office/drawing/2014/main" id="{B02F3F09-E3B1-76E9-4974-322B34486979}"/>
                      </a:ext>
                    </a:extLst>
                  </p:cNvPr>
                  <p:cNvGrpSpPr/>
                  <p:nvPr/>
                </p:nvGrpSpPr>
                <p:grpSpPr>
                  <a:xfrm>
                    <a:off x="4356180" y="9898778"/>
                    <a:ext cx="18407" cy="1840748"/>
                    <a:chOff x="10949508" y="9077502"/>
                    <a:chExt cx="24860" cy="2486025"/>
                  </a:xfrm>
                </p:grpSpPr>
                <p:sp>
                  <p:nvSpPr>
                    <p:cNvPr id="4676" name="Freeform: Shape 4675">
                      <a:extLst>
                        <a:ext uri="{FF2B5EF4-FFF2-40B4-BE49-F238E27FC236}">
                          <a16:creationId xmlns:a16="http://schemas.microsoft.com/office/drawing/2014/main" id="{5A0C7C22-B542-4E34-1193-BE49DA426B56}"/>
                        </a:ext>
                      </a:extLst>
                    </p:cNvPr>
                    <p:cNvSpPr/>
                    <p:nvPr/>
                  </p:nvSpPr>
                  <p:spPr>
                    <a:xfrm>
                      <a:off x="10974369" y="9077502"/>
                      <a:ext cx="9525" cy="2486025"/>
                    </a:xfrm>
                    <a:custGeom>
                      <a:avLst/>
                      <a:gdLst>
                        <a:gd name="connsiteX0" fmla="*/ 0 w 9525"/>
                        <a:gd name="connsiteY0" fmla="*/ 2486025 h 2486025"/>
                        <a:gd name="connsiteX1" fmla="*/ 0 w 9525"/>
                        <a:gd name="connsiteY1" fmla="*/ 0 h 2486025"/>
                      </a:gdLst>
                      <a:ahLst/>
                      <a:cxnLst>
                        <a:cxn ang="0">
                          <a:pos x="connsiteX0" y="connsiteY0"/>
                        </a:cxn>
                        <a:cxn ang="0">
                          <a:pos x="connsiteX1" y="connsiteY1"/>
                        </a:cxn>
                      </a:cxnLst>
                      <a:rect l="l" t="t" r="r" b="b"/>
                      <a:pathLst>
                        <a:path w="9525" h="2486025">
                          <a:moveTo>
                            <a:pt x="0" y="2486025"/>
                          </a:moveTo>
                          <a:lnTo>
                            <a:pt x="0" y="0"/>
                          </a:lnTo>
                        </a:path>
                      </a:pathLst>
                    </a:custGeom>
                    <a:ln w="7937" cap="sq">
                      <a:solidFill>
                        <a:srgbClr val="262626"/>
                      </a:solidFill>
                      <a:prstDash val="solid"/>
                      <a:round/>
                    </a:ln>
                  </p:spPr>
                  <p:txBody>
                    <a:bodyPr rtlCol="0" anchor="ctr"/>
                    <a:lstStyle/>
                    <a:p>
                      <a:endParaRPr lang="en-US"/>
                    </a:p>
                  </p:txBody>
                </p:sp>
                <p:sp>
                  <p:nvSpPr>
                    <p:cNvPr id="4677" name="Freeform: Shape 4676">
                      <a:extLst>
                        <a:ext uri="{FF2B5EF4-FFF2-40B4-BE49-F238E27FC236}">
                          <a16:creationId xmlns:a16="http://schemas.microsoft.com/office/drawing/2014/main" id="{75812BDD-1C87-399C-9DC4-EFDAF5615F50}"/>
                        </a:ext>
                      </a:extLst>
                    </p:cNvPr>
                    <p:cNvSpPr/>
                    <p:nvPr/>
                  </p:nvSpPr>
                  <p:spPr>
                    <a:xfrm>
                      <a:off x="10949508" y="11563527"/>
                      <a:ext cx="24860" cy="9525"/>
                    </a:xfrm>
                    <a:custGeom>
                      <a:avLst/>
                      <a:gdLst>
                        <a:gd name="connsiteX0" fmla="*/ 24860 w 24860"/>
                        <a:gd name="connsiteY0" fmla="*/ 0 h 9525"/>
                        <a:gd name="connsiteX1" fmla="*/ 0 w 24860"/>
                        <a:gd name="connsiteY1" fmla="*/ 0 h 9525"/>
                      </a:gdLst>
                      <a:ahLst/>
                      <a:cxnLst>
                        <a:cxn ang="0">
                          <a:pos x="connsiteX0" y="connsiteY0"/>
                        </a:cxn>
                        <a:cxn ang="0">
                          <a:pos x="connsiteX1" y="connsiteY1"/>
                        </a:cxn>
                      </a:cxnLst>
                      <a:rect l="l" t="t" r="r" b="b"/>
                      <a:pathLst>
                        <a:path w="24860" h="9525">
                          <a:moveTo>
                            <a:pt x="24860" y="0"/>
                          </a:moveTo>
                          <a:lnTo>
                            <a:pt x="0" y="0"/>
                          </a:lnTo>
                        </a:path>
                      </a:pathLst>
                    </a:custGeom>
                    <a:ln w="7937" cap="sq">
                      <a:solidFill>
                        <a:srgbClr val="262626"/>
                      </a:solidFill>
                      <a:prstDash val="solid"/>
                      <a:round/>
                    </a:ln>
                  </p:spPr>
                  <p:txBody>
                    <a:bodyPr rtlCol="0" anchor="ctr"/>
                    <a:lstStyle/>
                    <a:p>
                      <a:endParaRPr lang="en-US"/>
                    </a:p>
                  </p:txBody>
                </p:sp>
                <p:sp>
                  <p:nvSpPr>
                    <p:cNvPr id="4678" name="Freeform: Shape 4677">
                      <a:extLst>
                        <a:ext uri="{FF2B5EF4-FFF2-40B4-BE49-F238E27FC236}">
                          <a16:creationId xmlns:a16="http://schemas.microsoft.com/office/drawing/2014/main" id="{546F9506-1CBF-7D83-817B-96154F5963C3}"/>
                        </a:ext>
                      </a:extLst>
                    </p:cNvPr>
                    <p:cNvSpPr/>
                    <p:nvPr/>
                  </p:nvSpPr>
                  <p:spPr>
                    <a:xfrm>
                      <a:off x="10949508" y="10942020"/>
                      <a:ext cx="24860" cy="9525"/>
                    </a:xfrm>
                    <a:custGeom>
                      <a:avLst/>
                      <a:gdLst>
                        <a:gd name="connsiteX0" fmla="*/ 24860 w 24860"/>
                        <a:gd name="connsiteY0" fmla="*/ 0 h 9525"/>
                        <a:gd name="connsiteX1" fmla="*/ 0 w 24860"/>
                        <a:gd name="connsiteY1" fmla="*/ 0 h 9525"/>
                      </a:gdLst>
                      <a:ahLst/>
                      <a:cxnLst>
                        <a:cxn ang="0">
                          <a:pos x="connsiteX0" y="connsiteY0"/>
                        </a:cxn>
                        <a:cxn ang="0">
                          <a:pos x="connsiteX1" y="connsiteY1"/>
                        </a:cxn>
                      </a:cxnLst>
                      <a:rect l="l" t="t" r="r" b="b"/>
                      <a:pathLst>
                        <a:path w="24860" h="9525">
                          <a:moveTo>
                            <a:pt x="24860" y="0"/>
                          </a:moveTo>
                          <a:lnTo>
                            <a:pt x="0" y="0"/>
                          </a:lnTo>
                        </a:path>
                      </a:pathLst>
                    </a:custGeom>
                    <a:ln w="7937" cap="sq">
                      <a:solidFill>
                        <a:srgbClr val="262626"/>
                      </a:solidFill>
                      <a:prstDash val="solid"/>
                      <a:round/>
                    </a:ln>
                  </p:spPr>
                  <p:txBody>
                    <a:bodyPr rtlCol="0" anchor="ctr"/>
                    <a:lstStyle/>
                    <a:p>
                      <a:endParaRPr lang="en-US"/>
                    </a:p>
                  </p:txBody>
                </p:sp>
                <p:sp>
                  <p:nvSpPr>
                    <p:cNvPr id="4679" name="Freeform: Shape 4678">
                      <a:extLst>
                        <a:ext uri="{FF2B5EF4-FFF2-40B4-BE49-F238E27FC236}">
                          <a16:creationId xmlns:a16="http://schemas.microsoft.com/office/drawing/2014/main" id="{A0B1C381-5834-964A-F5C7-37747B89F0E8}"/>
                        </a:ext>
                      </a:extLst>
                    </p:cNvPr>
                    <p:cNvSpPr/>
                    <p:nvPr/>
                  </p:nvSpPr>
                  <p:spPr>
                    <a:xfrm>
                      <a:off x="10949508" y="10320514"/>
                      <a:ext cx="24860" cy="9525"/>
                    </a:xfrm>
                    <a:custGeom>
                      <a:avLst/>
                      <a:gdLst>
                        <a:gd name="connsiteX0" fmla="*/ 24860 w 24860"/>
                        <a:gd name="connsiteY0" fmla="*/ 0 h 9525"/>
                        <a:gd name="connsiteX1" fmla="*/ 0 w 24860"/>
                        <a:gd name="connsiteY1" fmla="*/ 0 h 9525"/>
                      </a:gdLst>
                      <a:ahLst/>
                      <a:cxnLst>
                        <a:cxn ang="0">
                          <a:pos x="connsiteX0" y="connsiteY0"/>
                        </a:cxn>
                        <a:cxn ang="0">
                          <a:pos x="connsiteX1" y="connsiteY1"/>
                        </a:cxn>
                      </a:cxnLst>
                      <a:rect l="l" t="t" r="r" b="b"/>
                      <a:pathLst>
                        <a:path w="24860" h="9525">
                          <a:moveTo>
                            <a:pt x="24860" y="0"/>
                          </a:moveTo>
                          <a:lnTo>
                            <a:pt x="0" y="0"/>
                          </a:lnTo>
                        </a:path>
                      </a:pathLst>
                    </a:custGeom>
                    <a:ln w="7937" cap="sq">
                      <a:solidFill>
                        <a:srgbClr val="262626"/>
                      </a:solidFill>
                      <a:prstDash val="solid"/>
                      <a:round/>
                    </a:ln>
                  </p:spPr>
                  <p:txBody>
                    <a:bodyPr rtlCol="0" anchor="ctr"/>
                    <a:lstStyle/>
                    <a:p>
                      <a:endParaRPr lang="en-US"/>
                    </a:p>
                  </p:txBody>
                </p:sp>
                <p:sp>
                  <p:nvSpPr>
                    <p:cNvPr id="4680" name="Freeform: Shape 4679">
                      <a:extLst>
                        <a:ext uri="{FF2B5EF4-FFF2-40B4-BE49-F238E27FC236}">
                          <a16:creationId xmlns:a16="http://schemas.microsoft.com/office/drawing/2014/main" id="{6B0E3339-3293-6D6E-E3A4-09B9D825689F}"/>
                        </a:ext>
                      </a:extLst>
                    </p:cNvPr>
                    <p:cNvSpPr/>
                    <p:nvPr/>
                  </p:nvSpPr>
                  <p:spPr>
                    <a:xfrm>
                      <a:off x="10949508" y="9699008"/>
                      <a:ext cx="24860" cy="9525"/>
                    </a:xfrm>
                    <a:custGeom>
                      <a:avLst/>
                      <a:gdLst>
                        <a:gd name="connsiteX0" fmla="*/ 24860 w 24860"/>
                        <a:gd name="connsiteY0" fmla="*/ 0 h 9525"/>
                        <a:gd name="connsiteX1" fmla="*/ 0 w 24860"/>
                        <a:gd name="connsiteY1" fmla="*/ 0 h 9525"/>
                      </a:gdLst>
                      <a:ahLst/>
                      <a:cxnLst>
                        <a:cxn ang="0">
                          <a:pos x="connsiteX0" y="connsiteY0"/>
                        </a:cxn>
                        <a:cxn ang="0">
                          <a:pos x="connsiteX1" y="connsiteY1"/>
                        </a:cxn>
                      </a:cxnLst>
                      <a:rect l="l" t="t" r="r" b="b"/>
                      <a:pathLst>
                        <a:path w="24860" h="9525">
                          <a:moveTo>
                            <a:pt x="24860" y="0"/>
                          </a:moveTo>
                          <a:lnTo>
                            <a:pt x="0" y="0"/>
                          </a:lnTo>
                        </a:path>
                      </a:pathLst>
                    </a:custGeom>
                    <a:ln w="7937" cap="sq">
                      <a:solidFill>
                        <a:srgbClr val="262626"/>
                      </a:solidFill>
                      <a:prstDash val="solid"/>
                      <a:round/>
                    </a:ln>
                  </p:spPr>
                  <p:txBody>
                    <a:bodyPr rtlCol="0" anchor="ctr"/>
                    <a:lstStyle/>
                    <a:p>
                      <a:endParaRPr lang="en-US"/>
                    </a:p>
                  </p:txBody>
                </p:sp>
                <p:sp>
                  <p:nvSpPr>
                    <p:cNvPr id="4681" name="Freeform: Shape 4680">
                      <a:extLst>
                        <a:ext uri="{FF2B5EF4-FFF2-40B4-BE49-F238E27FC236}">
                          <a16:creationId xmlns:a16="http://schemas.microsoft.com/office/drawing/2014/main" id="{5B7B16B5-707C-DB9F-952A-6D8708E4A531}"/>
                        </a:ext>
                      </a:extLst>
                    </p:cNvPr>
                    <p:cNvSpPr/>
                    <p:nvPr/>
                  </p:nvSpPr>
                  <p:spPr>
                    <a:xfrm>
                      <a:off x="10949508" y="9077502"/>
                      <a:ext cx="24860" cy="9525"/>
                    </a:xfrm>
                    <a:custGeom>
                      <a:avLst/>
                      <a:gdLst>
                        <a:gd name="connsiteX0" fmla="*/ 24860 w 24860"/>
                        <a:gd name="connsiteY0" fmla="*/ 0 h 9525"/>
                        <a:gd name="connsiteX1" fmla="*/ 0 w 24860"/>
                        <a:gd name="connsiteY1" fmla="*/ 0 h 9525"/>
                      </a:gdLst>
                      <a:ahLst/>
                      <a:cxnLst>
                        <a:cxn ang="0">
                          <a:pos x="connsiteX0" y="connsiteY0"/>
                        </a:cxn>
                        <a:cxn ang="0">
                          <a:pos x="connsiteX1" y="connsiteY1"/>
                        </a:cxn>
                      </a:cxnLst>
                      <a:rect l="l" t="t" r="r" b="b"/>
                      <a:pathLst>
                        <a:path w="24860" h="9525">
                          <a:moveTo>
                            <a:pt x="24860" y="0"/>
                          </a:moveTo>
                          <a:lnTo>
                            <a:pt x="0" y="0"/>
                          </a:lnTo>
                        </a:path>
                      </a:pathLst>
                    </a:custGeom>
                    <a:ln w="7937" cap="sq">
                      <a:solidFill>
                        <a:srgbClr val="262626"/>
                      </a:solidFill>
                      <a:prstDash val="solid"/>
                      <a:round/>
                    </a:ln>
                  </p:spPr>
                  <p:txBody>
                    <a:bodyPr rtlCol="0" anchor="ctr"/>
                    <a:lstStyle/>
                    <a:p>
                      <a:endParaRPr lang="en-US"/>
                    </a:p>
                  </p:txBody>
                </p:sp>
              </p:grpSp>
              <p:grpSp>
                <p:nvGrpSpPr>
                  <p:cNvPr id="4671" name="Graphic 39">
                    <a:extLst>
                      <a:ext uri="{FF2B5EF4-FFF2-40B4-BE49-F238E27FC236}">
                        <a16:creationId xmlns:a16="http://schemas.microsoft.com/office/drawing/2014/main" id="{61CD88B8-4905-707A-41B6-7828168DE99D}"/>
                      </a:ext>
                    </a:extLst>
                  </p:cNvPr>
                  <p:cNvGrpSpPr/>
                  <p:nvPr/>
                </p:nvGrpSpPr>
                <p:grpSpPr>
                  <a:xfrm>
                    <a:off x="4191213" y="9898778"/>
                    <a:ext cx="183370" cy="1840749"/>
                    <a:chOff x="10726719" y="9077502"/>
                    <a:chExt cx="247650" cy="2486025"/>
                  </a:xfrm>
                </p:grpSpPr>
                <p:sp>
                  <p:nvSpPr>
                    <p:cNvPr id="4672" name="Freeform: Shape 4671">
                      <a:extLst>
                        <a:ext uri="{FF2B5EF4-FFF2-40B4-BE49-F238E27FC236}">
                          <a16:creationId xmlns:a16="http://schemas.microsoft.com/office/drawing/2014/main" id="{ACF5DABF-BBF9-2569-BB81-AA755B740A0C}"/>
                        </a:ext>
                      </a:extLst>
                    </p:cNvPr>
                    <p:cNvSpPr/>
                    <p:nvPr/>
                  </p:nvSpPr>
                  <p:spPr>
                    <a:xfrm>
                      <a:off x="10726719" y="9077502"/>
                      <a:ext cx="247650" cy="9525"/>
                    </a:xfrm>
                    <a:custGeom>
                      <a:avLst/>
                      <a:gdLst>
                        <a:gd name="connsiteX0" fmla="*/ 0 w 247650"/>
                        <a:gd name="connsiteY0" fmla="*/ 0 h 9525"/>
                        <a:gd name="connsiteX1" fmla="*/ 247650 w 247650"/>
                        <a:gd name="connsiteY1" fmla="*/ 0 h 9525"/>
                      </a:gdLst>
                      <a:ahLst/>
                      <a:cxnLst>
                        <a:cxn ang="0">
                          <a:pos x="connsiteX0" y="connsiteY0"/>
                        </a:cxn>
                        <a:cxn ang="0">
                          <a:pos x="connsiteX1" y="connsiteY1"/>
                        </a:cxn>
                      </a:cxnLst>
                      <a:rect l="l" t="t" r="r" b="b"/>
                      <a:pathLst>
                        <a:path w="247650" h="9525">
                          <a:moveTo>
                            <a:pt x="0" y="0"/>
                          </a:moveTo>
                          <a:lnTo>
                            <a:pt x="247650" y="0"/>
                          </a:lnTo>
                        </a:path>
                      </a:pathLst>
                    </a:custGeom>
                    <a:ln w="7937" cap="sq">
                      <a:solidFill>
                        <a:srgbClr val="262626"/>
                      </a:solidFill>
                      <a:prstDash val="solid"/>
                      <a:round/>
                    </a:ln>
                  </p:spPr>
                  <p:txBody>
                    <a:bodyPr rtlCol="0" anchor="ctr"/>
                    <a:lstStyle/>
                    <a:p>
                      <a:endParaRPr lang="en-US"/>
                    </a:p>
                  </p:txBody>
                </p:sp>
                <p:sp>
                  <p:nvSpPr>
                    <p:cNvPr id="4673" name="Freeform: Shape 4672">
                      <a:extLst>
                        <a:ext uri="{FF2B5EF4-FFF2-40B4-BE49-F238E27FC236}">
                          <a16:creationId xmlns:a16="http://schemas.microsoft.com/office/drawing/2014/main" id="{11C0BA43-E7E5-A5D4-606F-D09DC529DC30}"/>
                        </a:ext>
                      </a:extLst>
                    </p:cNvPr>
                    <p:cNvSpPr/>
                    <p:nvPr/>
                  </p:nvSpPr>
                  <p:spPr>
                    <a:xfrm>
                      <a:off x="10726719" y="11563527"/>
                      <a:ext cx="247650" cy="9525"/>
                    </a:xfrm>
                    <a:custGeom>
                      <a:avLst/>
                      <a:gdLst>
                        <a:gd name="connsiteX0" fmla="*/ 0 w 247650"/>
                        <a:gd name="connsiteY0" fmla="*/ 0 h 9525"/>
                        <a:gd name="connsiteX1" fmla="*/ 247650 w 247650"/>
                        <a:gd name="connsiteY1" fmla="*/ 0 h 9525"/>
                      </a:gdLst>
                      <a:ahLst/>
                      <a:cxnLst>
                        <a:cxn ang="0">
                          <a:pos x="connsiteX0" y="connsiteY0"/>
                        </a:cxn>
                        <a:cxn ang="0">
                          <a:pos x="connsiteX1" y="connsiteY1"/>
                        </a:cxn>
                      </a:cxnLst>
                      <a:rect l="l" t="t" r="r" b="b"/>
                      <a:pathLst>
                        <a:path w="247650" h="9525">
                          <a:moveTo>
                            <a:pt x="0" y="0"/>
                          </a:moveTo>
                          <a:lnTo>
                            <a:pt x="247650" y="0"/>
                          </a:lnTo>
                        </a:path>
                      </a:pathLst>
                    </a:custGeom>
                    <a:ln w="7937" cap="sq">
                      <a:solidFill>
                        <a:srgbClr val="262626"/>
                      </a:solidFill>
                      <a:prstDash val="solid"/>
                      <a:round/>
                    </a:ln>
                  </p:spPr>
                  <p:txBody>
                    <a:bodyPr rtlCol="0" anchor="ctr"/>
                    <a:lstStyle/>
                    <a:p>
                      <a:endParaRPr lang="en-US"/>
                    </a:p>
                  </p:txBody>
                </p:sp>
                <p:sp>
                  <p:nvSpPr>
                    <p:cNvPr id="4674" name="Freeform: Shape 4673">
                      <a:extLst>
                        <a:ext uri="{FF2B5EF4-FFF2-40B4-BE49-F238E27FC236}">
                          <a16:creationId xmlns:a16="http://schemas.microsoft.com/office/drawing/2014/main" id="{CDB01BC4-FBB4-C010-2525-86C88EC04DB1}"/>
                        </a:ext>
                      </a:extLst>
                    </p:cNvPr>
                    <p:cNvSpPr/>
                    <p:nvPr/>
                  </p:nvSpPr>
                  <p:spPr>
                    <a:xfrm>
                      <a:off x="10726719" y="9077502"/>
                      <a:ext cx="9525" cy="2486025"/>
                    </a:xfrm>
                    <a:custGeom>
                      <a:avLst/>
                      <a:gdLst>
                        <a:gd name="connsiteX0" fmla="*/ 0 w 9525"/>
                        <a:gd name="connsiteY0" fmla="*/ 2486025 h 2486025"/>
                        <a:gd name="connsiteX1" fmla="*/ 0 w 9525"/>
                        <a:gd name="connsiteY1" fmla="*/ 0 h 2486025"/>
                      </a:gdLst>
                      <a:ahLst/>
                      <a:cxnLst>
                        <a:cxn ang="0">
                          <a:pos x="connsiteX0" y="connsiteY0"/>
                        </a:cxn>
                        <a:cxn ang="0">
                          <a:pos x="connsiteX1" y="connsiteY1"/>
                        </a:cxn>
                      </a:cxnLst>
                      <a:rect l="l" t="t" r="r" b="b"/>
                      <a:pathLst>
                        <a:path w="9525" h="2486025">
                          <a:moveTo>
                            <a:pt x="0" y="2486025"/>
                          </a:moveTo>
                          <a:lnTo>
                            <a:pt x="0" y="0"/>
                          </a:lnTo>
                        </a:path>
                      </a:pathLst>
                    </a:custGeom>
                    <a:ln w="7937" cap="sq">
                      <a:solidFill>
                        <a:srgbClr val="262626"/>
                      </a:solidFill>
                      <a:prstDash val="solid"/>
                      <a:round/>
                    </a:ln>
                  </p:spPr>
                  <p:txBody>
                    <a:bodyPr rtlCol="0" anchor="ctr"/>
                    <a:lstStyle/>
                    <a:p>
                      <a:endParaRPr lang="en-US"/>
                    </a:p>
                  </p:txBody>
                </p:sp>
                <p:sp>
                  <p:nvSpPr>
                    <p:cNvPr id="4675" name="Freeform: Shape 4674">
                      <a:extLst>
                        <a:ext uri="{FF2B5EF4-FFF2-40B4-BE49-F238E27FC236}">
                          <a16:creationId xmlns:a16="http://schemas.microsoft.com/office/drawing/2014/main" id="{440D090D-7FF1-B107-75B9-B95218382633}"/>
                        </a:ext>
                      </a:extLst>
                    </p:cNvPr>
                    <p:cNvSpPr/>
                    <p:nvPr/>
                  </p:nvSpPr>
                  <p:spPr>
                    <a:xfrm>
                      <a:off x="10974369" y="9077502"/>
                      <a:ext cx="9525" cy="2486025"/>
                    </a:xfrm>
                    <a:custGeom>
                      <a:avLst/>
                      <a:gdLst>
                        <a:gd name="connsiteX0" fmla="*/ 0 w 9525"/>
                        <a:gd name="connsiteY0" fmla="*/ 2486025 h 2486025"/>
                        <a:gd name="connsiteX1" fmla="*/ 0 w 9525"/>
                        <a:gd name="connsiteY1" fmla="*/ 0 h 2486025"/>
                      </a:gdLst>
                      <a:ahLst/>
                      <a:cxnLst>
                        <a:cxn ang="0">
                          <a:pos x="connsiteX0" y="connsiteY0"/>
                        </a:cxn>
                        <a:cxn ang="0">
                          <a:pos x="connsiteX1" y="connsiteY1"/>
                        </a:cxn>
                      </a:cxnLst>
                      <a:rect l="l" t="t" r="r" b="b"/>
                      <a:pathLst>
                        <a:path w="9525" h="2486025">
                          <a:moveTo>
                            <a:pt x="0" y="2486025"/>
                          </a:moveTo>
                          <a:lnTo>
                            <a:pt x="0" y="0"/>
                          </a:lnTo>
                        </a:path>
                      </a:pathLst>
                    </a:custGeom>
                    <a:ln w="7937" cap="sq">
                      <a:solidFill>
                        <a:srgbClr val="262626"/>
                      </a:solidFill>
                      <a:prstDash val="solid"/>
                      <a:round/>
                    </a:ln>
                  </p:spPr>
                  <p:txBody>
                    <a:bodyPr rtlCol="0" anchor="ctr"/>
                    <a:lstStyle/>
                    <a:p>
                      <a:endParaRPr lang="en-US"/>
                    </a:p>
                  </p:txBody>
                </p:sp>
              </p:grpSp>
            </p:grpSp>
          </p:grpSp>
        </p:grpSp>
        <p:grpSp>
          <p:nvGrpSpPr>
            <p:cNvPr id="1351" name="Group 1350">
              <a:extLst>
                <a:ext uri="{FF2B5EF4-FFF2-40B4-BE49-F238E27FC236}">
                  <a16:creationId xmlns:a16="http://schemas.microsoft.com/office/drawing/2014/main" id="{7F12283F-1A79-0E36-91E5-64B3BB88340A}"/>
                </a:ext>
              </a:extLst>
            </p:cNvPr>
            <p:cNvGrpSpPr>
              <a:grpSpLocks noChangeAspect="1"/>
            </p:cNvGrpSpPr>
            <p:nvPr/>
          </p:nvGrpSpPr>
          <p:grpSpPr>
            <a:xfrm>
              <a:off x="42799396" y="19893325"/>
              <a:ext cx="3692630" cy="2780956"/>
              <a:chOff x="6214458" y="7021328"/>
              <a:chExt cx="2880000" cy="2168957"/>
            </a:xfrm>
          </p:grpSpPr>
          <p:sp>
            <p:nvSpPr>
              <p:cNvPr id="1383" name="Freeform: Shape 1382">
                <a:extLst>
                  <a:ext uri="{FF2B5EF4-FFF2-40B4-BE49-F238E27FC236}">
                    <a16:creationId xmlns:a16="http://schemas.microsoft.com/office/drawing/2014/main" id="{B7718F82-7244-E098-D72C-5F92E8FD6F65}"/>
                  </a:ext>
                </a:extLst>
              </p:cNvPr>
              <p:cNvSpPr/>
              <p:nvPr/>
            </p:nvSpPr>
            <p:spPr>
              <a:xfrm>
                <a:off x="6214458" y="7021328"/>
                <a:ext cx="2880000" cy="2160000"/>
              </a:xfrm>
              <a:custGeom>
                <a:avLst/>
                <a:gdLst>
                  <a:gd name="connsiteX0" fmla="*/ 0 w 2880000"/>
                  <a:gd name="connsiteY0" fmla="*/ 0 h 2160000"/>
                  <a:gd name="connsiteX1" fmla="*/ 2880000 w 2880000"/>
                  <a:gd name="connsiteY1" fmla="*/ 0 h 2160000"/>
                  <a:gd name="connsiteX2" fmla="*/ 2880000 w 2880000"/>
                  <a:gd name="connsiteY2" fmla="*/ 2160000 h 2160000"/>
                  <a:gd name="connsiteX3" fmla="*/ 0 w 2880000"/>
                  <a:gd name="connsiteY3" fmla="*/ 2160000 h 2160000"/>
                </a:gdLst>
                <a:ahLst/>
                <a:cxnLst>
                  <a:cxn ang="0">
                    <a:pos x="connsiteX0" y="connsiteY0"/>
                  </a:cxn>
                  <a:cxn ang="0">
                    <a:pos x="connsiteX1" y="connsiteY1"/>
                  </a:cxn>
                  <a:cxn ang="0">
                    <a:pos x="connsiteX2" y="connsiteY2"/>
                  </a:cxn>
                  <a:cxn ang="0">
                    <a:pos x="connsiteX3" y="connsiteY3"/>
                  </a:cxn>
                </a:cxnLst>
                <a:rect l="l" t="t" r="r" b="b"/>
                <a:pathLst>
                  <a:path w="2880000" h="2160000">
                    <a:moveTo>
                      <a:pt x="0" y="0"/>
                    </a:moveTo>
                    <a:lnTo>
                      <a:pt x="2880000" y="0"/>
                    </a:lnTo>
                    <a:lnTo>
                      <a:pt x="2880000" y="2160000"/>
                    </a:lnTo>
                    <a:lnTo>
                      <a:pt x="0" y="2160000"/>
                    </a:lnTo>
                    <a:close/>
                  </a:path>
                </a:pathLst>
              </a:custGeom>
              <a:solidFill>
                <a:srgbClr val="FFFFFF"/>
              </a:solidFill>
              <a:ln w="5753" cap="sq">
                <a:noFill/>
                <a:prstDash val="solid"/>
                <a:miter/>
              </a:ln>
            </p:spPr>
            <p:txBody>
              <a:bodyPr rtlCol="0" anchor="ctr"/>
              <a:lstStyle/>
              <a:p>
                <a:endParaRPr lang="en-US"/>
              </a:p>
            </p:txBody>
          </p:sp>
          <p:grpSp>
            <p:nvGrpSpPr>
              <p:cNvPr id="1384" name="Graphic 41">
                <a:extLst>
                  <a:ext uri="{FF2B5EF4-FFF2-40B4-BE49-F238E27FC236}">
                    <a16:creationId xmlns:a16="http://schemas.microsoft.com/office/drawing/2014/main" id="{FAD3CCC3-60D3-5129-4528-30AA1BD555A9}"/>
                  </a:ext>
                </a:extLst>
              </p:cNvPr>
              <p:cNvGrpSpPr/>
              <p:nvPr/>
            </p:nvGrpSpPr>
            <p:grpSpPr>
              <a:xfrm>
                <a:off x="6825018" y="7182608"/>
                <a:ext cx="1762560" cy="1762560"/>
                <a:chOff x="6825018" y="7182608"/>
                <a:chExt cx="1762560" cy="1762560"/>
              </a:xfrm>
            </p:grpSpPr>
            <p:sp>
              <p:nvSpPr>
                <p:cNvPr id="3270" name="Freeform: Shape 3269">
                  <a:extLst>
                    <a:ext uri="{FF2B5EF4-FFF2-40B4-BE49-F238E27FC236}">
                      <a16:creationId xmlns:a16="http://schemas.microsoft.com/office/drawing/2014/main" id="{91952A89-8017-9C6E-5D0B-786676AD787E}"/>
                    </a:ext>
                  </a:extLst>
                </p:cNvPr>
                <p:cNvSpPr/>
                <p:nvPr/>
              </p:nvSpPr>
              <p:spPr>
                <a:xfrm>
                  <a:off x="7706298" y="7182608"/>
                  <a:ext cx="5760" cy="1762560"/>
                </a:xfrm>
                <a:custGeom>
                  <a:avLst/>
                  <a:gdLst>
                    <a:gd name="connsiteX0" fmla="*/ 0 w 5760"/>
                    <a:gd name="connsiteY0" fmla="*/ 1762560 h 1762560"/>
                    <a:gd name="connsiteX1" fmla="*/ 0 w 5760"/>
                    <a:gd name="connsiteY1" fmla="*/ 0 h 1762560"/>
                  </a:gdLst>
                  <a:ahLst/>
                  <a:cxnLst>
                    <a:cxn ang="0">
                      <a:pos x="connsiteX0" y="connsiteY0"/>
                    </a:cxn>
                    <a:cxn ang="0">
                      <a:pos x="connsiteX1" y="connsiteY1"/>
                    </a:cxn>
                  </a:cxnLst>
                  <a:rect l="l" t="t" r="r" b="b"/>
                  <a:pathLst>
                    <a:path w="5760" h="1762560">
                      <a:moveTo>
                        <a:pt x="0" y="1762560"/>
                      </a:moveTo>
                      <a:lnTo>
                        <a:pt x="0" y="0"/>
                      </a:lnTo>
                    </a:path>
                  </a:pathLst>
                </a:custGeom>
                <a:ln w="9525" cap="flat">
                  <a:solidFill>
                    <a:schemeClr val="tx1"/>
                  </a:solidFill>
                  <a:prstDash val="sysDash"/>
                  <a:round/>
                </a:ln>
              </p:spPr>
              <p:txBody>
                <a:bodyPr rtlCol="0" anchor="ctr"/>
                <a:lstStyle/>
                <a:p>
                  <a:endParaRPr lang="en-US"/>
                </a:p>
              </p:txBody>
            </p:sp>
            <p:sp>
              <p:nvSpPr>
                <p:cNvPr id="3271" name="Freeform: Shape 3270">
                  <a:extLst>
                    <a:ext uri="{FF2B5EF4-FFF2-40B4-BE49-F238E27FC236}">
                      <a16:creationId xmlns:a16="http://schemas.microsoft.com/office/drawing/2014/main" id="{007A8430-FACB-8C6D-4E84-791ED5B9475E}"/>
                    </a:ext>
                  </a:extLst>
                </p:cNvPr>
                <p:cNvSpPr/>
                <p:nvPr/>
              </p:nvSpPr>
              <p:spPr>
                <a:xfrm>
                  <a:off x="6825018" y="8063888"/>
                  <a:ext cx="1762560" cy="5760"/>
                </a:xfrm>
                <a:custGeom>
                  <a:avLst/>
                  <a:gdLst>
                    <a:gd name="connsiteX0" fmla="*/ 1762560 w 1762560"/>
                    <a:gd name="connsiteY0" fmla="*/ 0 h 5760"/>
                    <a:gd name="connsiteX1" fmla="*/ 0 w 1762560"/>
                    <a:gd name="connsiteY1" fmla="*/ 0 h 5760"/>
                  </a:gdLst>
                  <a:ahLst/>
                  <a:cxnLst>
                    <a:cxn ang="0">
                      <a:pos x="connsiteX0" y="connsiteY0"/>
                    </a:cxn>
                    <a:cxn ang="0">
                      <a:pos x="connsiteX1" y="connsiteY1"/>
                    </a:cxn>
                  </a:cxnLst>
                  <a:rect l="l" t="t" r="r" b="b"/>
                  <a:pathLst>
                    <a:path w="1762560" h="5760">
                      <a:moveTo>
                        <a:pt x="1762560" y="0"/>
                      </a:moveTo>
                      <a:lnTo>
                        <a:pt x="0" y="0"/>
                      </a:lnTo>
                    </a:path>
                  </a:pathLst>
                </a:custGeom>
                <a:ln w="9525" cap="flat">
                  <a:solidFill>
                    <a:schemeClr val="tx1"/>
                  </a:solidFill>
                  <a:prstDash val="sysDash"/>
                  <a:round/>
                </a:ln>
              </p:spPr>
              <p:txBody>
                <a:bodyPr rtlCol="0" anchor="ctr"/>
                <a:lstStyle/>
                <a:p>
                  <a:endParaRPr lang="en-US"/>
                </a:p>
              </p:txBody>
            </p:sp>
            <p:sp>
              <p:nvSpPr>
                <p:cNvPr id="3272" name="Freeform: Shape 3271">
                  <a:extLst>
                    <a:ext uri="{FF2B5EF4-FFF2-40B4-BE49-F238E27FC236}">
                      <a16:creationId xmlns:a16="http://schemas.microsoft.com/office/drawing/2014/main" id="{93E73AB6-7F36-3C72-B4D4-39EBCCD67DC9}"/>
                    </a:ext>
                  </a:extLst>
                </p:cNvPr>
                <p:cNvSpPr/>
                <p:nvPr/>
              </p:nvSpPr>
              <p:spPr>
                <a:xfrm>
                  <a:off x="6825018" y="8945168"/>
                  <a:ext cx="1762560" cy="5760"/>
                </a:xfrm>
                <a:custGeom>
                  <a:avLst/>
                  <a:gdLst>
                    <a:gd name="connsiteX0" fmla="*/ 0 w 1762560"/>
                    <a:gd name="connsiteY0" fmla="*/ 0 h 5760"/>
                    <a:gd name="connsiteX1" fmla="*/ 1762560 w 1762560"/>
                    <a:gd name="connsiteY1" fmla="*/ 0 h 5760"/>
                  </a:gdLst>
                  <a:ahLst/>
                  <a:cxnLst>
                    <a:cxn ang="0">
                      <a:pos x="connsiteX0" y="connsiteY0"/>
                    </a:cxn>
                    <a:cxn ang="0">
                      <a:pos x="connsiteX1" y="connsiteY1"/>
                    </a:cxn>
                  </a:cxnLst>
                  <a:rect l="l" t="t" r="r" b="b"/>
                  <a:pathLst>
                    <a:path w="1762560" h="5760">
                      <a:moveTo>
                        <a:pt x="0" y="0"/>
                      </a:moveTo>
                      <a:lnTo>
                        <a:pt x="1762560" y="0"/>
                      </a:lnTo>
                    </a:path>
                  </a:pathLst>
                </a:custGeom>
                <a:ln w="12700" cap="sq">
                  <a:solidFill>
                    <a:schemeClr val="tx1"/>
                  </a:solidFill>
                  <a:prstDash val="solid"/>
                  <a:round/>
                </a:ln>
              </p:spPr>
              <p:txBody>
                <a:bodyPr rtlCol="0" anchor="ctr"/>
                <a:lstStyle/>
                <a:p>
                  <a:endParaRPr lang="en-US" dirty="0"/>
                </a:p>
              </p:txBody>
            </p:sp>
            <p:sp>
              <p:nvSpPr>
                <p:cNvPr id="3273" name="Freeform: Shape 3272">
                  <a:extLst>
                    <a:ext uri="{FF2B5EF4-FFF2-40B4-BE49-F238E27FC236}">
                      <a16:creationId xmlns:a16="http://schemas.microsoft.com/office/drawing/2014/main" id="{D3CEF4F4-2684-30B8-4DAD-4F198F94F57F}"/>
                    </a:ext>
                  </a:extLst>
                </p:cNvPr>
                <p:cNvSpPr/>
                <p:nvPr/>
              </p:nvSpPr>
              <p:spPr>
                <a:xfrm>
                  <a:off x="7706298" y="8927542"/>
                  <a:ext cx="5760" cy="17625"/>
                </a:xfrm>
                <a:custGeom>
                  <a:avLst/>
                  <a:gdLst>
                    <a:gd name="connsiteX0" fmla="*/ 0 w 5760"/>
                    <a:gd name="connsiteY0" fmla="*/ 17626 h 17625"/>
                    <a:gd name="connsiteX1" fmla="*/ 0 w 5760"/>
                    <a:gd name="connsiteY1" fmla="*/ 0 h 17625"/>
                  </a:gdLst>
                  <a:ahLst/>
                  <a:cxnLst>
                    <a:cxn ang="0">
                      <a:pos x="connsiteX0" y="connsiteY0"/>
                    </a:cxn>
                    <a:cxn ang="0">
                      <a:pos x="connsiteX1" y="connsiteY1"/>
                    </a:cxn>
                  </a:cxnLst>
                  <a:rect l="l" t="t" r="r" b="b"/>
                  <a:pathLst>
                    <a:path w="5760" h="17625">
                      <a:moveTo>
                        <a:pt x="0" y="17626"/>
                      </a:moveTo>
                      <a:lnTo>
                        <a:pt x="0" y="0"/>
                      </a:lnTo>
                    </a:path>
                  </a:pathLst>
                </a:custGeom>
                <a:ln w="9525" cap="sq">
                  <a:solidFill>
                    <a:schemeClr val="tx1"/>
                  </a:solidFill>
                  <a:prstDash val="sysDash"/>
                  <a:round/>
                </a:ln>
              </p:spPr>
              <p:txBody>
                <a:bodyPr rtlCol="0" anchor="ctr"/>
                <a:lstStyle/>
                <a:p>
                  <a:endParaRPr lang="en-US"/>
                </a:p>
              </p:txBody>
            </p:sp>
          </p:grpSp>
          <p:sp>
            <p:nvSpPr>
              <p:cNvPr id="1385" name="TextBox 1384">
                <a:extLst>
                  <a:ext uri="{FF2B5EF4-FFF2-40B4-BE49-F238E27FC236}">
                    <a16:creationId xmlns:a16="http://schemas.microsoft.com/office/drawing/2014/main" id="{B10519A3-9964-3681-E085-CC79ECE859ED}"/>
                  </a:ext>
                </a:extLst>
              </p:cNvPr>
              <p:cNvSpPr txBox="1"/>
              <p:nvPr/>
            </p:nvSpPr>
            <p:spPr>
              <a:xfrm>
                <a:off x="7602290" y="8901744"/>
                <a:ext cx="234720" cy="200880"/>
              </a:xfrm>
              <a:prstGeom prst="rect">
                <a:avLst/>
              </a:prstGeom>
              <a:noFill/>
            </p:spPr>
            <p:txBody>
              <a:bodyPr wrap="none" rtlCol="0">
                <a:spAutoFit/>
              </a:bodyPr>
              <a:lstStyle/>
              <a:p>
                <a:pPr algn="l"/>
                <a:r>
                  <a:rPr lang="en-US" sz="1275" spc="0" baseline="0" dirty="0">
                    <a:ln/>
                    <a:solidFill>
                      <a:srgbClr val="262626"/>
                    </a:solidFill>
                    <a:latin typeface="Arial"/>
                    <a:cs typeface="Arial"/>
                    <a:sym typeface="Arial"/>
                    <a:rtl val="0"/>
                  </a:rPr>
                  <a:t>0</a:t>
                </a:r>
              </a:p>
            </p:txBody>
          </p:sp>
          <p:grpSp>
            <p:nvGrpSpPr>
              <p:cNvPr id="1386" name="Graphic 41">
                <a:extLst>
                  <a:ext uri="{FF2B5EF4-FFF2-40B4-BE49-F238E27FC236}">
                    <a16:creationId xmlns:a16="http://schemas.microsoft.com/office/drawing/2014/main" id="{8C530B48-41A2-15A0-CC64-5B3BDE365F66}"/>
                  </a:ext>
                </a:extLst>
              </p:cNvPr>
              <p:cNvGrpSpPr/>
              <p:nvPr/>
            </p:nvGrpSpPr>
            <p:grpSpPr>
              <a:xfrm>
                <a:off x="6825018" y="7182608"/>
                <a:ext cx="17625" cy="1762560"/>
                <a:chOff x="6825018" y="7182608"/>
                <a:chExt cx="17625" cy="1762560"/>
              </a:xfrm>
            </p:grpSpPr>
            <p:sp>
              <p:nvSpPr>
                <p:cNvPr id="3268" name="Freeform: Shape 3267">
                  <a:extLst>
                    <a:ext uri="{FF2B5EF4-FFF2-40B4-BE49-F238E27FC236}">
                      <a16:creationId xmlns:a16="http://schemas.microsoft.com/office/drawing/2014/main" id="{AD523FB1-5C49-E15D-4CBF-D065EFF47C02}"/>
                    </a:ext>
                  </a:extLst>
                </p:cNvPr>
                <p:cNvSpPr/>
                <p:nvPr/>
              </p:nvSpPr>
              <p:spPr>
                <a:xfrm>
                  <a:off x="6825018" y="7182608"/>
                  <a:ext cx="5760" cy="1762560"/>
                </a:xfrm>
                <a:custGeom>
                  <a:avLst/>
                  <a:gdLst>
                    <a:gd name="connsiteX0" fmla="*/ 0 w 5760"/>
                    <a:gd name="connsiteY0" fmla="*/ 1762560 h 1762560"/>
                    <a:gd name="connsiteX1" fmla="*/ 0 w 5760"/>
                    <a:gd name="connsiteY1" fmla="*/ 0 h 1762560"/>
                  </a:gdLst>
                  <a:ahLst/>
                  <a:cxnLst>
                    <a:cxn ang="0">
                      <a:pos x="connsiteX0" y="connsiteY0"/>
                    </a:cxn>
                    <a:cxn ang="0">
                      <a:pos x="connsiteX1" y="connsiteY1"/>
                    </a:cxn>
                  </a:cxnLst>
                  <a:rect l="l" t="t" r="r" b="b"/>
                  <a:pathLst>
                    <a:path w="5760" h="1762560">
                      <a:moveTo>
                        <a:pt x="0" y="1762560"/>
                      </a:moveTo>
                      <a:lnTo>
                        <a:pt x="0" y="0"/>
                      </a:lnTo>
                    </a:path>
                  </a:pathLst>
                </a:custGeom>
                <a:ln w="12700" cap="sq">
                  <a:solidFill>
                    <a:srgbClr val="262626"/>
                  </a:solidFill>
                  <a:prstDash val="solid"/>
                  <a:round/>
                </a:ln>
              </p:spPr>
              <p:txBody>
                <a:bodyPr rtlCol="0" anchor="ctr"/>
                <a:lstStyle/>
                <a:p>
                  <a:endParaRPr lang="en-US"/>
                </a:p>
              </p:txBody>
            </p:sp>
            <p:sp>
              <p:nvSpPr>
                <p:cNvPr id="3269" name="Freeform: Shape 3268">
                  <a:extLst>
                    <a:ext uri="{FF2B5EF4-FFF2-40B4-BE49-F238E27FC236}">
                      <a16:creationId xmlns:a16="http://schemas.microsoft.com/office/drawing/2014/main" id="{651C9DE5-033E-F523-DB95-1E4080CE141D}"/>
                    </a:ext>
                  </a:extLst>
                </p:cNvPr>
                <p:cNvSpPr/>
                <p:nvPr/>
              </p:nvSpPr>
              <p:spPr>
                <a:xfrm>
                  <a:off x="6825018" y="8063888"/>
                  <a:ext cx="17625" cy="5760"/>
                </a:xfrm>
                <a:custGeom>
                  <a:avLst/>
                  <a:gdLst>
                    <a:gd name="connsiteX0" fmla="*/ 0 w 17625"/>
                    <a:gd name="connsiteY0" fmla="*/ 0 h 5760"/>
                    <a:gd name="connsiteX1" fmla="*/ 17626 w 17625"/>
                    <a:gd name="connsiteY1" fmla="*/ 0 h 5760"/>
                  </a:gdLst>
                  <a:ahLst/>
                  <a:cxnLst>
                    <a:cxn ang="0">
                      <a:pos x="connsiteX0" y="connsiteY0"/>
                    </a:cxn>
                    <a:cxn ang="0">
                      <a:pos x="connsiteX1" y="connsiteY1"/>
                    </a:cxn>
                  </a:cxnLst>
                  <a:rect l="l" t="t" r="r" b="b"/>
                  <a:pathLst>
                    <a:path w="17625" h="5760">
                      <a:moveTo>
                        <a:pt x="0" y="0"/>
                      </a:moveTo>
                      <a:lnTo>
                        <a:pt x="17626" y="0"/>
                      </a:lnTo>
                    </a:path>
                  </a:pathLst>
                </a:custGeom>
                <a:ln w="12700" cap="sq">
                  <a:solidFill>
                    <a:srgbClr val="262626"/>
                  </a:solidFill>
                  <a:prstDash val="solid"/>
                  <a:round/>
                </a:ln>
              </p:spPr>
              <p:txBody>
                <a:bodyPr rtlCol="0" anchor="ctr"/>
                <a:lstStyle/>
                <a:p>
                  <a:endParaRPr lang="en-US"/>
                </a:p>
              </p:txBody>
            </p:sp>
          </p:grpSp>
          <p:sp>
            <p:nvSpPr>
              <p:cNvPr id="1387" name="TextBox 1386">
                <a:extLst>
                  <a:ext uri="{FF2B5EF4-FFF2-40B4-BE49-F238E27FC236}">
                    <a16:creationId xmlns:a16="http://schemas.microsoft.com/office/drawing/2014/main" id="{8BBD17DA-E2AD-D239-DF79-3DD911ED733F}"/>
                  </a:ext>
                </a:extLst>
              </p:cNvPr>
              <p:cNvSpPr txBox="1"/>
              <p:nvPr/>
            </p:nvSpPr>
            <p:spPr>
              <a:xfrm>
                <a:off x="6585536" y="7931108"/>
                <a:ext cx="268022" cy="288541"/>
              </a:xfrm>
              <a:prstGeom prst="rect">
                <a:avLst/>
              </a:prstGeom>
              <a:noFill/>
            </p:spPr>
            <p:txBody>
              <a:bodyPr wrap="none" rtlCol="0">
                <a:spAutoFit/>
              </a:bodyPr>
              <a:lstStyle/>
              <a:p>
                <a:pPr algn="l"/>
                <a:r>
                  <a:rPr lang="en-US" sz="1280"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sp>
            <p:nvSpPr>
              <p:cNvPr id="1388" name="Freeform: Shape 1387">
                <a:extLst>
                  <a:ext uri="{FF2B5EF4-FFF2-40B4-BE49-F238E27FC236}">
                    <a16:creationId xmlns:a16="http://schemas.microsoft.com/office/drawing/2014/main" id="{FDED460E-184C-A79F-453F-5DF43218CFD5}"/>
                  </a:ext>
                </a:extLst>
              </p:cNvPr>
              <p:cNvSpPr/>
              <p:nvPr/>
            </p:nvSpPr>
            <p:spPr>
              <a:xfrm>
                <a:off x="7722423" y="7787566"/>
                <a:ext cx="37180" cy="37180"/>
              </a:xfrm>
              <a:custGeom>
                <a:avLst/>
                <a:gdLst>
                  <a:gd name="connsiteX0" fmla="*/ 37446 w 37180"/>
                  <a:gd name="connsiteY0" fmla="*/ 18727 h 37180"/>
                  <a:gd name="connsiteX1" fmla="*/ 18855 w 37180"/>
                  <a:gd name="connsiteY1" fmla="*/ 37317 h 37180"/>
                  <a:gd name="connsiteX2" fmla="*/ 265 w 37180"/>
                  <a:gd name="connsiteY2" fmla="*/ 18727 h 37180"/>
                  <a:gd name="connsiteX3" fmla="*/ 18855 w 37180"/>
                  <a:gd name="connsiteY3" fmla="*/ 136 h 37180"/>
                  <a:gd name="connsiteX4" fmla="*/ 37446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27"/>
                    </a:moveTo>
                    <a:cubicBezTo>
                      <a:pt x="37446" y="28994"/>
                      <a:pt x="29123" y="37317"/>
                      <a:pt x="18855" y="37317"/>
                    </a:cubicBezTo>
                    <a:cubicBezTo>
                      <a:pt x="8588" y="37317"/>
                      <a:pt x="265" y="28994"/>
                      <a:pt x="265" y="18727"/>
                    </a:cubicBezTo>
                    <a:cubicBezTo>
                      <a:pt x="265" y="8459"/>
                      <a:pt x="8588" y="136"/>
                      <a:pt x="18855" y="136"/>
                    </a:cubicBezTo>
                    <a:cubicBezTo>
                      <a:pt x="29123" y="136"/>
                      <a:pt x="37446" y="8459"/>
                      <a:pt x="37446" y="18727"/>
                    </a:cubicBezTo>
                    <a:close/>
                  </a:path>
                </a:pathLst>
              </a:custGeom>
              <a:solidFill>
                <a:srgbClr val="F7A560"/>
              </a:solidFill>
              <a:ln w="5753" cap="sq">
                <a:noFill/>
                <a:prstDash val="solid"/>
                <a:miter/>
              </a:ln>
            </p:spPr>
            <p:txBody>
              <a:bodyPr rtlCol="0" anchor="ctr"/>
              <a:lstStyle/>
              <a:p>
                <a:endParaRPr lang="en-US"/>
              </a:p>
            </p:txBody>
          </p:sp>
          <p:sp>
            <p:nvSpPr>
              <p:cNvPr id="1389" name="Freeform: Shape 1388">
                <a:extLst>
                  <a:ext uri="{FF2B5EF4-FFF2-40B4-BE49-F238E27FC236}">
                    <a16:creationId xmlns:a16="http://schemas.microsoft.com/office/drawing/2014/main" id="{23071980-EE18-9056-7F4A-995CA606FD97}"/>
                  </a:ext>
                </a:extLst>
              </p:cNvPr>
              <p:cNvSpPr/>
              <p:nvPr/>
            </p:nvSpPr>
            <p:spPr>
              <a:xfrm>
                <a:off x="7720022" y="7785166"/>
                <a:ext cx="41981" cy="41981"/>
              </a:xfrm>
              <a:custGeom>
                <a:avLst/>
                <a:gdLst>
                  <a:gd name="connsiteX0" fmla="*/ 21256 w 41981"/>
                  <a:gd name="connsiteY0" fmla="*/ 4937 h 41981"/>
                  <a:gd name="connsiteX1" fmla="*/ 37446 w 41981"/>
                  <a:gd name="connsiteY1" fmla="*/ 21127 h 41981"/>
                  <a:gd name="connsiteX2" fmla="*/ 37446 w 41981"/>
                  <a:gd name="connsiteY2" fmla="*/ 21127 h 41981"/>
                  <a:gd name="connsiteX3" fmla="*/ 21256 w 41981"/>
                  <a:gd name="connsiteY3" fmla="*/ 37317 h 41981"/>
                  <a:gd name="connsiteX4" fmla="*/ 5065 w 41981"/>
                  <a:gd name="connsiteY4" fmla="*/ 21127 h 41981"/>
                  <a:gd name="connsiteX5" fmla="*/ 21256 w 41981"/>
                  <a:gd name="connsiteY5" fmla="*/ 4937 h 41981"/>
                  <a:gd name="connsiteX6" fmla="*/ 21256 w 41981"/>
                  <a:gd name="connsiteY6" fmla="*/ 136 h 41981"/>
                  <a:gd name="connsiteX7" fmla="*/ 265 w 41981"/>
                  <a:gd name="connsiteY7" fmla="*/ 21127 h 41981"/>
                  <a:gd name="connsiteX8" fmla="*/ 21256 w 41981"/>
                  <a:gd name="connsiteY8" fmla="*/ 42117 h 41981"/>
                  <a:gd name="connsiteX9" fmla="*/ 42246 w 41981"/>
                  <a:gd name="connsiteY9" fmla="*/ 21127 h 41981"/>
                  <a:gd name="connsiteX10" fmla="*/ 42246 w 41981"/>
                  <a:gd name="connsiteY10" fmla="*/ 21127 h 41981"/>
                  <a:gd name="connsiteX11" fmla="*/ 21256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37"/>
                    </a:moveTo>
                    <a:cubicBezTo>
                      <a:pt x="30197" y="4937"/>
                      <a:pt x="37446" y="12185"/>
                      <a:pt x="37446" y="21127"/>
                    </a:cubicBezTo>
                    <a:lnTo>
                      <a:pt x="37446" y="21127"/>
                    </a:lnTo>
                    <a:cubicBezTo>
                      <a:pt x="37446" y="30069"/>
                      <a:pt x="30197" y="37317"/>
                      <a:pt x="21256" y="37317"/>
                    </a:cubicBezTo>
                    <a:cubicBezTo>
                      <a:pt x="12314" y="37317"/>
                      <a:pt x="5065" y="30069"/>
                      <a:pt x="5065" y="21127"/>
                    </a:cubicBezTo>
                    <a:cubicBezTo>
                      <a:pt x="5065" y="12185"/>
                      <a:pt x="12314" y="4937"/>
                      <a:pt x="21256" y="4937"/>
                    </a:cubicBezTo>
                    <a:close/>
                    <a:moveTo>
                      <a:pt x="21256" y="136"/>
                    </a:moveTo>
                    <a:cubicBezTo>
                      <a:pt x="9663" y="136"/>
                      <a:pt x="265" y="9534"/>
                      <a:pt x="265" y="21127"/>
                    </a:cubicBezTo>
                    <a:cubicBezTo>
                      <a:pt x="265" y="32719"/>
                      <a:pt x="9663" y="42117"/>
                      <a:pt x="21256" y="42117"/>
                    </a:cubicBezTo>
                    <a:cubicBezTo>
                      <a:pt x="32848" y="42117"/>
                      <a:pt x="42246" y="32719"/>
                      <a:pt x="42246" y="21127"/>
                    </a:cubicBezTo>
                    <a:lnTo>
                      <a:pt x="42246" y="21127"/>
                    </a:lnTo>
                    <a:cubicBezTo>
                      <a:pt x="42246" y="9534"/>
                      <a:pt x="32848" y="136"/>
                      <a:pt x="21256" y="136"/>
                    </a:cubicBezTo>
                    <a:close/>
                  </a:path>
                </a:pathLst>
              </a:custGeom>
              <a:solidFill>
                <a:srgbClr val="000000"/>
              </a:solidFill>
              <a:ln w="4794" cap="sq">
                <a:noFill/>
                <a:prstDash val="solid"/>
                <a:round/>
              </a:ln>
            </p:spPr>
            <p:txBody>
              <a:bodyPr rtlCol="0" anchor="ctr"/>
              <a:lstStyle/>
              <a:p>
                <a:endParaRPr lang="en-US"/>
              </a:p>
            </p:txBody>
          </p:sp>
          <p:sp>
            <p:nvSpPr>
              <p:cNvPr id="1390" name="Freeform: Shape 1389">
                <a:extLst>
                  <a:ext uri="{FF2B5EF4-FFF2-40B4-BE49-F238E27FC236}">
                    <a16:creationId xmlns:a16="http://schemas.microsoft.com/office/drawing/2014/main" id="{AAE57C7C-1855-DD09-ACBC-37AEFEA6EF8A}"/>
                  </a:ext>
                </a:extLst>
              </p:cNvPr>
              <p:cNvSpPr/>
              <p:nvPr/>
            </p:nvSpPr>
            <p:spPr>
              <a:xfrm>
                <a:off x="7534197" y="7265531"/>
                <a:ext cx="37180" cy="37180"/>
              </a:xfrm>
              <a:custGeom>
                <a:avLst/>
                <a:gdLst>
                  <a:gd name="connsiteX0" fmla="*/ 37413 w 37180"/>
                  <a:gd name="connsiteY0" fmla="*/ 18636 h 37180"/>
                  <a:gd name="connsiteX1" fmla="*/ 18823 w 37180"/>
                  <a:gd name="connsiteY1" fmla="*/ 37226 h 37180"/>
                  <a:gd name="connsiteX2" fmla="*/ 232 w 37180"/>
                  <a:gd name="connsiteY2" fmla="*/ 18636 h 37180"/>
                  <a:gd name="connsiteX3" fmla="*/ 18823 w 37180"/>
                  <a:gd name="connsiteY3" fmla="*/ 46 h 37180"/>
                  <a:gd name="connsiteX4" fmla="*/ 37413 w 37180"/>
                  <a:gd name="connsiteY4" fmla="*/ 186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636"/>
                    </a:moveTo>
                    <a:cubicBezTo>
                      <a:pt x="37413" y="28903"/>
                      <a:pt x="29090" y="37226"/>
                      <a:pt x="18823" y="37226"/>
                    </a:cubicBezTo>
                    <a:cubicBezTo>
                      <a:pt x="8556" y="37226"/>
                      <a:pt x="232" y="28903"/>
                      <a:pt x="232" y="18636"/>
                    </a:cubicBezTo>
                    <a:cubicBezTo>
                      <a:pt x="232" y="8369"/>
                      <a:pt x="8556" y="46"/>
                      <a:pt x="18823" y="46"/>
                    </a:cubicBezTo>
                    <a:cubicBezTo>
                      <a:pt x="29090" y="46"/>
                      <a:pt x="37413" y="8369"/>
                      <a:pt x="37413" y="18636"/>
                    </a:cubicBezTo>
                    <a:close/>
                  </a:path>
                </a:pathLst>
              </a:custGeom>
              <a:solidFill>
                <a:srgbClr val="F7EBEB"/>
              </a:solidFill>
              <a:ln w="5753" cap="sq">
                <a:noFill/>
                <a:prstDash val="solid"/>
                <a:miter/>
              </a:ln>
            </p:spPr>
            <p:txBody>
              <a:bodyPr rtlCol="0" anchor="ctr"/>
              <a:lstStyle/>
              <a:p>
                <a:endParaRPr lang="en-US"/>
              </a:p>
            </p:txBody>
          </p:sp>
          <p:sp>
            <p:nvSpPr>
              <p:cNvPr id="1391" name="Freeform: Shape 1390">
                <a:extLst>
                  <a:ext uri="{FF2B5EF4-FFF2-40B4-BE49-F238E27FC236}">
                    <a16:creationId xmlns:a16="http://schemas.microsoft.com/office/drawing/2014/main" id="{E3D36CAF-8726-425A-FA2A-37C600E81F49}"/>
                  </a:ext>
                </a:extLst>
              </p:cNvPr>
              <p:cNvSpPr/>
              <p:nvPr/>
            </p:nvSpPr>
            <p:spPr>
              <a:xfrm>
                <a:off x="7531797" y="7263131"/>
                <a:ext cx="41981" cy="41981"/>
              </a:xfrm>
              <a:custGeom>
                <a:avLst/>
                <a:gdLst>
                  <a:gd name="connsiteX0" fmla="*/ 21223 w 41981"/>
                  <a:gd name="connsiteY0" fmla="*/ 4846 h 41981"/>
                  <a:gd name="connsiteX1" fmla="*/ 37413 w 41981"/>
                  <a:gd name="connsiteY1" fmla="*/ 21036 h 41981"/>
                  <a:gd name="connsiteX2" fmla="*/ 37413 w 41981"/>
                  <a:gd name="connsiteY2" fmla="*/ 21036 h 41981"/>
                  <a:gd name="connsiteX3" fmla="*/ 21223 w 41981"/>
                  <a:gd name="connsiteY3" fmla="*/ 37226 h 41981"/>
                  <a:gd name="connsiteX4" fmla="*/ 5033 w 41981"/>
                  <a:gd name="connsiteY4" fmla="*/ 21036 h 41981"/>
                  <a:gd name="connsiteX5" fmla="*/ 21223 w 41981"/>
                  <a:gd name="connsiteY5" fmla="*/ 4846 h 41981"/>
                  <a:gd name="connsiteX6" fmla="*/ 21223 w 41981"/>
                  <a:gd name="connsiteY6" fmla="*/ 46 h 41981"/>
                  <a:gd name="connsiteX7" fmla="*/ 232 w 41981"/>
                  <a:gd name="connsiteY7" fmla="*/ 21036 h 41981"/>
                  <a:gd name="connsiteX8" fmla="*/ 21223 w 41981"/>
                  <a:gd name="connsiteY8" fmla="*/ 42027 h 41981"/>
                  <a:gd name="connsiteX9" fmla="*/ 42214 w 41981"/>
                  <a:gd name="connsiteY9" fmla="*/ 21036 h 41981"/>
                  <a:gd name="connsiteX10" fmla="*/ 42214 w 41981"/>
                  <a:gd name="connsiteY10" fmla="*/ 21036 h 41981"/>
                  <a:gd name="connsiteX11" fmla="*/ 21223 w 41981"/>
                  <a:gd name="connsiteY11" fmla="*/ 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846"/>
                    </a:moveTo>
                    <a:cubicBezTo>
                      <a:pt x="30165" y="4846"/>
                      <a:pt x="37413" y="12094"/>
                      <a:pt x="37413" y="21036"/>
                    </a:cubicBezTo>
                    <a:lnTo>
                      <a:pt x="37413" y="21036"/>
                    </a:lnTo>
                    <a:cubicBezTo>
                      <a:pt x="37413" y="29978"/>
                      <a:pt x="30165" y="37226"/>
                      <a:pt x="21223" y="37226"/>
                    </a:cubicBezTo>
                    <a:cubicBezTo>
                      <a:pt x="12281" y="37226"/>
                      <a:pt x="5033" y="29978"/>
                      <a:pt x="5033" y="21036"/>
                    </a:cubicBezTo>
                    <a:cubicBezTo>
                      <a:pt x="5033" y="12094"/>
                      <a:pt x="12281" y="4846"/>
                      <a:pt x="21223" y="4846"/>
                    </a:cubicBezTo>
                    <a:close/>
                    <a:moveTo>
                      <a:pt x="21223" y="46"/>
                    </a:moveTo>
                    <a:cubicBezTo>
                      <a:pt x="9630" y="46"/>
                      <a:pt x="232" y="9444"/>
                      <a:pt x="232" y="21036"/>
                    </a:cubicBezTo>
                    <a:cubicBezTo>
                      <a:pt x="232" y="32629"/>
                      <a:pt x="9630" y="42027"/>
                      <a:pt x="21223" y="42027"/>
                    </a:cubicBezTo>
                    <a:cubicBezTo>
                      <a:pt x="32816" y="42027"/>
                      <a:pt x="42214" y="32629"/>
                      <a:pt x="42214" y="21036"/>
                    </a:cubicBezTo>
                    <a:lnTo>
                      <a:pt x="42214" y="21036"/>
                    </a:lnTo>
                    <a:cubicBezTo>
                      <a:pt x="42214" y="9444"/>
                      <a:pt x="32816" y="46"/>
                      <a:pt x="21223" y="46"/>
                    </a:cubicBezTo>
                    <a:close/>
                  </a:path>
                </a:pathLst>
              </a:custGeom>
              <a:solidFill>
                <a:srgbClr val="000000"/>
              </a:solidFill>
              <a:ln w="4794" cap="sq">
                <a:noFill/>
                <a:prstDash val="solid"/>
                <a:round/>
              </a:ln>
            </p:spPr>
            <p:txBody>
              <a:bodyPr rtlCol="0" anchor="ctr"/>
              <a:lstStyle/>
              <a:p>
                <a:endParaRPr lang="en-US"/>
              </a:p>
            </p:txBody>
          </p:sp>
          <p:sp>
            <p:nvSpPr>
              <p:cNvPr id="1392" name="Freeform: Shape 1391">
                <a:extLst>
                  <a:ext uri="{FF2B5EF4-FFF2-40B4-BE49-F238E27FC236}">
                    <a16:creationId xmlns:a16="http://schemas.microsoft.com/office/drawing/2014/main" id="{55A676B5-7718-53E6-B304-6C31503F2FCD}"/>
                  </a:ext>
                </a:extLst>
              </p:cNvPr>
              <p:cNvSpPr/>
              <p:nvPr/>
            </p:nvSpPr>
            <p:spPr>
              <a:xfrm>
                <a:off x="7717648" y="8088630"/>
                <a:ext cx="37180" cy="37180"/>
              </a:xfrm>
              <a:custGeom>
                <a:avLst/>
                <a:gdLst>
                  <a:gd name="connsiteX0" fmla="*/ 37445 w 37180"/>
                  <a:gd name="connsiteY0" fmla="*/ 18779 h 37180"/>
                  <a:gd name="connsiteX1" fmla="*/ 18855 w 37180"/>
                  <a:gd name="connsiteY1" fmla="*/ 37369 h 37180"/>
                  <a:gd name="connsiteX2" fmla="*/ 264 w 37180"/>
                  <a:gd name="connsiteY2" fmla="*/ 18779 h 37180"/>
                  <a:gd name="connsiteX3" fmla="*/ 18855 w 37180"/>
                  <a:gd name="connsiteY3" fmla="*/ 189 h 37180"/>
                  <a:gd name="connsiteX4" fmla="*/ 37445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9"/>
                    </a:moveTo>
                    <a:cubicBezTo>
                      <a:pt x="37445" y="29046"/>
                      <a:pt x="29122" y="37369"/>
                      <a:pt x="18855" y="37369"/>
                    </a:cubicBezTo>
                    <a:cubicBezTo>
                      <a:pt x="8587" y="37369"/>
                      <a:pt x="264" y="29046"/>
                      <a:pt x="264" y="18779"/>
                    </a:cubicBezTo>
                    <a:cubicBezTo>
                      <a:pt x="264" y="8512"/>
                      <a:pt x="8587" y="189"/>
                      <a:pt x="18855" y="189"/>
                    </a:cubicBezTo>
                    <a:cubicBezTo>
                      <a:pt x="29122" y="189"/>
                      <a:pt x="37445" y="8512"/>
                      <a:pt x="37445" y="18779"/>
                    </a:cubicBezTo>
                    <a:close/>
                  </a:path>
                </a:pathLst>
              </a:custGeom>
              <a:solidFill>
                <a:srgbClr val="F7D1D1"/>
              </a:solidFill>
              <a:ln w="5753" cap="sq">
                <a:noFill/>
                <a:prstDash val="solid"/>
                <a:miter/>
              </a:ln>
            </p:spPr>
            <p:txBody>
              <a:bodyPr rtlCol="0" anchor="ctr"/>
              <a:lstStyle/>
              <a:p>
                <a:endParaRPr lang="en-US"/>
              </a:p>
            </p:txBody>
          </p:sp>
          <p:sp>
            <p:nvSpPr>
              <p:cNvPr id="1393" name="Freeform: Shape 1392">
                <a:extLst>
                  <a:ext uri="{FF2B5EF4-FFF2-40B4-BE49-F238E27FC236}">
                    <a16:creationId xmlns:a16="http://schemas.microsoft.com/office/drawing/2014/main" id="{D4E1153B-10B1-9E8A-4FE5-3E29229CF515}"/>
                  </a:ext>
                </a:extLst>
              </p:cNvPr>
              <p:cNvSpPr/>
              <p:nvPr/>
            </p:nvSpPr>
            <p:spPr>
              <a:xfrm>
                <a:off x="7715247" y="8086229"/>
                <a:ext cx="41981" cy="41981"/>
              </a:xfrm>
              <a:custGeom>
                <a:avLst/>
                <a:gdLst>
                  <a:gd name="connsiteX0" fmla="*/ 21255 w 41981"/>
                  <a:gd name="connsiteY0" fmla="*/ 4989 h 41981"/>
                  <a:gd name="connsiteX1" fmla="*/ 37445 w 41981"/>
                  <a:gd name="connsiteY1" fmla="*/ 21179 h 41981"/>
                  <a:gd name="connsiteX2" fmla="*/ 37445 w 41981"/>
                  <a:gd name="connsiteY2" fmla="*/ 21179 h 41981"/>
                  <a:gd name="connsiteX3" fmla="*/ 21255 w 41981"/>
                  <a:gd name="connsiteY3" fmla="*/ 37369 h 41981"/>
                  <a:gd name="connsiteX4" fmla="*/ 5065 w 41981"/>
                  <a:gd name="connsiteY4" fmla="*/ 21179 h 41981"/>
                  <a:gd name="connsiteX5" fmla="*/ 21255 w 41981"/>
                  <a:gd name="connsiteY5" fmla="*/ 4989 h 41981"/>
                  <a:gd name="connsiteX6" fmla="*/ 21255 w 41981"/>
                  <a:gd name="connsiteY6" fmla="*/ 189 h 41981"/>
                  <a:gd name="connsiteX7" fmla="*/ 264 w 41981"/>
                  <a:gd name="connsiteY7" fmla="*/ 21179 h 41981"/>
                  <a:gd name="connsiteX8" fmla="*/ 21255 w 41981"/>
                  <a:gd name="connsiteY8" fmla="*/ 42170 h 41981"/>
                  <a:gd name="connsiteX9" fmla="*/ 42245 w 41981"/>
                  <a:gd name="connsiteY9" fmla="*/ 21179 h 41981"/>
                  <a:gd name="connsiteX10" fmla="*/ 42245 w 41981"/>
                  <a:gd name="connsiteY10" fmla="*/ 21179 h 41981"/>
                  <a:gd name="connsiteX11" fmla="*/ 21255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9"/>
                    </a:moveTo>
                    <a:cubicBezTo>
                      <a:pt x="30197" y="4989"/>
                      <a:pt x="37445" y="12237"/>
                      <a:pt x="37445" y="21179"/>
                    </a:cubicBezTo>
                    <a:lnTo>
                      <a:pt x="37445" y="21179"/>
                    </a:lnTo>
                    <a:cubicBezTo>
                      <a:pt x="37445" y="30121"/>
                      <a:pt x="30197" y="37369"/>
                      <a:pt x="21255" y="37369"/>
                    </a:cubicBezTo>
                    <a:cubicBezTo>
                      <a:pt x="12313" y="37369"/>
                      <a:pt x="5065" y="30121"/>
                      <a:pt x="5065" y="21179"/>
                    </a:cubicBezTo>
                    <a:cubicBezTo>
                      <a:pt x="5065" y="12237"/>
                      <a:pt x="12313" y="4989"/>
                      <a:pt x="21255" y="4989"/>
                    </a:cubicBezTo>
                    <a:close/>
                    <a:moveTo>
                      <a:pt x="21255" y="189"/>
                    </a:moveTo>
                    <a:cubicBezTo>
                      <a:pt x="9662" y="189"/>
                      <a:pt x="264" y="9587"/>
                      <a:pt x="264" y="21179"/>
                    </a:cubicBezTo>
                    <a:cubicBezTo>
                      <a:pt x="264" y="32772"/>
                      <a:pt x="9662" y="42170"/>
                      <a:pt x="21255" y="42170"/>
                    </a:cubicBezTo>
                    <a:cubicBezTo>
                      <a:pt x="32847" y="42170"/>
                      <a:pt x="42245" y="32772"/>
                      <a:pt x="42245" y="21179"/>
                    </a:cubicBezTo>
                    <a:lnTo>
                      <a:pt x="42245" y="21179"/>
                    </a:lnTo>
                    <a:cubicBezTo>
                      <a:pt x="42245" y="9587"/>
                      <a:pt x="32847" y="189"/>
                      <a:pt x="21255" y="189"/>
                    </a:cubicBezTo>
                    <a:close/>
                  </a:path>
                </a:pathLst>
              </a:custGeom>
              <a:solidFill>
                <a:srgbClr val="000000"/>
              </a:solidFill>
              <a:ln w="4794" cap="sq">
                <a:noFill/>
                <a:prstDash val="solid"/>
                <a:round/>
              </a:ln>
            </p:spPr>
            <p:txBody>
              <a:bodyPr rtlCol="0" anchor="ctr"/>
              <a:lstStyle/>
              <a:p>
                <a:endParaRPr lang="en-US"/>
              </a:p>
            </p:txBody>
          </p:sp>
          <p:sp>
            <p:nvSpPr>
              <p:cNvPr id="1394" name="Freeform: Shape 1393">
                <a:extLst>
                  <a:ext uri="{FF2B5EF4-FFF2-40B4-BE49-F238E27FC236}">
                    <a16:creationId xmlns:a16="http://schemas.microsoft.com/office/drawing/2014/main" id="{4505A490-19C4-8BBD-B4DB-53BEA1897344}"/>
                  </a:ext>
                </a:extLst>
              </p:cNvPr>
              <p:cNvSpPr/>
              <p:nvPr/>
            </p:nvSpPr>
            <p:spPr>
              <a:xfrm>
                <a:off x="7758060" y="7883810"/>
                <a:ext cx="37180" cy="37180"/>
              </a:xfrm>
              <a:custGeom>
                <a:avLst/>
                <a:gdLst>
                  <a:gd name="connsiteX0" fmla="*/ 37452 w 37180"/>
                  <a:gd name="connsiteY0" fmla="*/ 18743 h 37180"/>
                  <a:gd name="connsiteX1" fmla="*/ 18862 w 37180"/>
                  <a:gd name="connsiteY1" fmla="*/ 37334 h 37180"/>
                  <a:gd name="connsiteX2" fmla="*/ 271 w 37180"/>
                  <a:gd name="connsiteY2" fmla="*/ 18743 h 37180"/>
                  <a:gd name="connsiteX3" fmla="*/ 18862 w 37180"/>
                  <a:gd name="connsiteY3" fmla="*/ 153 h 37180"/>
                  <a:gd name="connsiteX4" fmla="*/ 37452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43"/>
                    </a:moveTo>
                    <a:cubicBezTo>
                      <a:pt x="37452" y="29011"/>
                      <a:pt x="29129" y="37334"/>
                      <a:pt x="18862" y="37334"/>
                    </a:cubicBezTo>
                    <a:cubicBezTo>
                      <a:pt x="8594" y="37334"/>
                      <a:pt x="271" y="29011"/>
                      <a:pt x="271" y="18743"/>
                    </a:cubicBezTo>
                    <a:cubicBezTo>
                      <a:pt x="271" y="8476"/>
                      <a:pt x="8594" y="153"/>
                      <a:pt x="18862" y="153"/>
                    </a:cubicBezTo>
                    <a:cubicBezTo>
                      <a:pt x="29129" y="153"/>
                      <a:pt x="37452" y="8476"/>
                      <a:pt x="37452" y="18743"/>
                    </a:cubicBezTo>
                    <a:close/>
                  </a:path>
                </a:pathLst>
              </a:custGeom>
              <a:solidFill>
                <a:srgbClr val="F7EDED"/>
              </a:solidFill>
              <a:ln w="5753" cap="sq">
                <a:noFill/>
                <a:prstDash val="solid"/>
                <a:miter/>
              </a:ln>
            </p:spPr>
            <p:txBody>
              <a:bodyPr rtlCol="0" anchor="ctr"/>
              <a:lstStyle/>
              <a:p>
                <a:endParaRPr lang="en-US"/>
              </a:p>
            </p:txBody>
          </p:sp>
          <p:sp>
            <p:nvSpPr>
              <p:cNvPr id="1395" name="Freeform: Shape 1394">
                <a:extLst>
                  <a:ext uri="{FF2B5EF4-FFF2-40B4-BE49-F238E27FC236}">
                    <a16:creationId xmlns:a16="http://schemas.microsoft.com/office/drawing/2014/main" id="{A89156BC-9134-18CE-914A-77EC81CC6571}"/>
                  </a:ext>
                </a:extLst>
              </p:cNvPr>
              <p:cNvSpPr/>
              <p:nvPr/>
            </p:nvSpPr>
            <p:spPr>
              <a:xfrm>
                <a:off x="7755660" y="7881410"/>
                <a:ext cx="41981" cy="41981"/>
              </a:xfrm>
              <a:custGeom>
                <a:avLst/>
                <a:gdLst>
                  <a:gd name="connsiteX0" fmla="*/ 21262 w 41981"/>
                  <a:gd name="connsiteY0" fmla="*/ 4953 h 41981"/>
                  <a:gd name="connsiteX1" fmla="*/ 37452 w 41981"/>
                  <a:gd name="connsiteY1" fmla="*/ 21144 h 41981"/>
                  <a:gd name="connsiteX2" fmla="*/ 37452 w 41981"/>
                  <a:gd name="connsiteY2" fmla="*/ 21144 h 41981"/>
                  <a:gd name="connsiteX3" fmla="*/ 21262 w 41981"/>
                  <a:gd name="connsiteY3" fmla="*/ 37334 h 41981"/>
                  <a:gd name="connsiteX4" fmla="*/ 5072 w 41981"/>
                  <a:gd name="connsiteY4" fmla="*/ 21144 h 41981"/>
                  <a:gd name="connsiteX5" fmla="*/ 21262 w 41981"/>
                  <a:gd name="connsiteY5" fmla="*/ 4953 h 41981"/>
                  <a:gd name="connsiteX6" fmla="*/ 21262 w 41981"/>
                  <a:gd name="connsiteY6" fmla="*/ 153 h 41981"/>
                  <a:gd name="connsiteX7" fmla="*/ 271 w 41981"/>
                  <a:gd name="connsiteY7" fmla="*/ 21144 h 41981"/>
                  <a:gd name="connsiteX8" fmla="*/ 21262 w 41981"/>
                  <a:gd name="connsiteY8" fmla="*/ 42134 h 41981"/>
                  <a:gd name="connsiteX9" fmla="*/ 42252 w 41981"/>
                  <a:gd name="connsiteY9" fmla="*/ 21144 h 41981"/>
                  <a:gd name="connsiteX10" fmla="*/ 42252 w 41981"/>
                  <a:gd name="connsiteY10" fmla="*/ 21144 h 41981"/>
                  <a:gd name="connsiteX11" fmla="*/ 21262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53"/>
                    </a:moveTo>
                    <a:cubicBezTo>
                      <a:pt x="30204" y="4953"/>
                      <a:pt x="37452" y="12202"/>
                      <a:pt x="37452" y="21144"/>
                    </a:cubicBezTo>
                    <a:lnTo>
                      <a:pt x="37452" y="21144"/>
                    </a:lnTo>
                    <a:cubicBezTo>
                      <a:pt x="37452" y="30085"/>
                      <a:pt x="30204" y="37334"/>
                      <a:pt x="21262" y="37334"/>
                    </a:cubicBezTo>
                    <a:cubicBezTo>
                      <a:pt x="12320" y="37334"/>
                      <a:pt x="5072" y="30085"/>
                      <a:pt x="5072" y="21144"/>
                    </a:cubicBezTo>
                    <a:cubicBezTo>
                      <a:pt x="5072" y="12202"/>
                      <a:pt x="12320" y="4953"/>
                      <a:pt x="21262" y="4953"/>
                    </a:cubicBezTo>
                    <a:close/>
                    <a:moveTo>
                      <a:pt x="21262" y="153"/>
                    </a:moveTo>
                    <a:cubicBezTo>
                      <a:pt x="9669" y="153"/>
                      <a:pt x="271" y="9551"/>
                      <a:pt x="271" y="21144"/>
                    </a:cubicBezTo>
                    <a:cubicBezTo>
                      <a:pt x="271" y="32736"/>
                      <a:pt x="9669" y="42134"/>
                      <a:pt x="21262" y="42134"/>
                    </a:cubicBezTo>
                    <a:cubicBezTo>
                      <a:pt x="32854" y="42134"/>
                      <a:pt x="42252" y="32736"/>
                      <a:pt x="42252" y="21144"/>
                    </a:cubicBezTo>
                    <a:lnTo>
                      <a:pt x="42252" y="21144"/>
                    </a:lnTo>
                    <a:cubicBezTo>
                      <a:pt x="42252" y="9551"/>
                      <a:pt x="32854" y="153"/>
                      <a:pt x="21262" y="153"/>
                    </a:cubicBezTo>
                    <a:close/>
                  </a:path>
                </a:pathLst>
              </a:custGeom>
              <a:solidFill>
                <a:srgbClr val="000000"/>
              </a:solidFill>
              <a:ln w="4794" cap="sq">
                <a:noFill/>
                <a:prstDash val="solid"/>
                <a:round/>
              </a:ln>
            </p:spPr>
            <p:txBody>
              <a:bodyPr rtlCol="0" anchor="ctr"/>
              <a:lstStyle/>
              <a:p>
                <a:endParaRPr lang="en-US"/>
              </a:p>
            </p:txBody>
          </p:sp>
          <p:sp>
            <p:nvSpPr>
              <p:cNvPr id="1396" name="Freeform: Shape 1395">
                <a:extLst>
                  <a:ext uri="{FF2B5EF4-FFF2-40B4-BE49-F238E27FC236}">
                    <a16:creationId xmlns:a16="http://schemas.microsoft.com/office/drawing/2014/main" id="{1908647C-D5A0-A45C-2D6A-598C2A840A1B}"/>
                  </a:ext>
                </a:extLst>
              </p:cNvPr>
              <p:cNvSpPr/>
              <p:nvPr/>
            </p:nvSpPr>
            <p:spPr>
              <a:xfrm>
                <a:off x="7818632" y="8106722"/>
                <a:ext cx="37180" cy="37180"/>
              </a:xfrm>
              <a:custGeom>
                <a:avLst/>
                <a:gdLst>
                  <a:gd name="connsiteX0" fmla="*/ 37463 w 37180"/>
                  <a:gd name="connsiteY0" fmla="*/ 18782 h 37180"/>
                  <a:gd name="connsiteX1" fmla="*/ 18872 w 37180"/>
                  <a:gd name="connsiteY1" fmla="*/ 37372 h 37180"/>
                  <a:gd name="connsiteX2" fmla="*/ 282 w 37180"/>
                  <a:gd name="connsiteY2" fmla="*/ 18782 h 37180"/>
                  <a:gd name="connsiteX3" fmla="*/ 18872 w 37180"/>
                  <a:gd name="connsiteY3" fmla="*/ 192 h 37180"/>
                  <a:gd name="connsiteX4" fmla="*/ 37463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82"/>
                    </a:moveTo>
                    <a:cubicBezTo>
                      <a:pt x="37463" y="29049"/>
                      <a:pt x="29139" y="37372"/>
                      <a:pt x="18872" y="37372"/>
                    </a:cubicBezTo>
                    <a:cubicBezTo>
                      <a:pt x="8605" y="37372"/>
                      <a:pt x="282" y="29049"/>
                      <a:pt x="282" y="18782"/>
                    </a:cubicBezTo>
                    <a:cubicBezTo>
                      <a:pt x="282" y="8515"/>
                      <a:pt x="8605" y="192"/>
                      <a:pt x="18872" y="192"/>
                    </a:cubicBezTo>
                    <a:cubicBezTo>
                      <a:pt x="29139" y="192"/>
                      <a:pt x="37463" y="8515"/>
                      <a:pt x="37463" y="18782"/>
                    </a:cubicBezTo>
                    <a:close/>
                  </a:path>
                </a:pathLst>
              </a:custGeom>
              <a:solidFill>
                <a:srgbClr val="EBF7EB"/>
              </a:solidFill>
              <a:ln w="5753" cap="sq">
                <a:noFill/>
                <a:prstDash val="solid"/>
                <a:miter/>
              </a:ln>
            </p:spPr>
            <p:txBody>
              <a:bodyPr rtlCol="0" anchor="ctr"/>
              <a:lstStyle/>
              <a:p>
                <a:endParaRPr lang="en-US"/>
              </a:p>
            </p:txBody>
          </p:sp>
          <p:sp>
            <p:nvSpPr>
              <p:cNvPr id="1397" name="Freeform: Shape 1396">
                <a:extLst>
                  <a:ext uri="{FF2B5EF4-FFF2-40B4-BE49-F238E27FC236}">
                    <a16:creationId xmlns:a16="http://schemas.microsoft.com/office/drawing/2014/main" id="{3DE68864-4CCB-D4C8-04C4-F01D03029F51}"/>
                  </a:ext>
                </a:extLst>
              </p:cNvPr>
              <p:cNvSpPr/>
              <p:nvPr/>
            </p:nvSpPr>
            <p:spPr>
              <a:xfrm>
                <a:off x="7816232" y="8104322"/>
                <a:ext cx="41981" cy="41981"/>
              </a:xfrm>
              <a:custGeom>
                <a:avLst/>
                <a:gdLst>
                  <a:gd name="connsiteX0" fmla="*/ 21272 w 41981"/>
                  <a:gd name="connsiteY0" fmla="*/ 4992 h 41981"/>
                  <a:gd name="connsiteX1" fmla="*/ 37463 w 41981"/>
                  <a:gd name="connsiteY1" fmla="*/ 21182 h 41981"/>
                  <a:gd name="connsiteX2" fmla="*/ 37463 w 41981"/>
                  <a:gd name="connsiteY2" fmla="*/ 21182 h 41981"/>
                  <a:gd name="connsiteX3" fmla="*/ 21272 w 41981"/>
                  <a:gd name="connsiteY3" fmla="*/ 37372 h 41981"/>
                  <a:gd name="connsiteX4" fmla="*/ 5082 w 41981"/>
                  <a:gd name="connsiteY4" fmla="*/ 21182 h 41981"/>
                  <a:gd name="connsiteX5" fmla="*/ 21272 w 41981"/>
                  <a:gd name="connsiteY5" fmla="*/ 4992 h 41981"/>
                  <a:gd name="connsiteX6" fmla="*/ 21272 w 41981"/>
                  <a:gd name="connsiteY6" fmla="*/ 192 h 41981"/>
                  <a:gd name="connsiteX7" fmla="*/ 282 w 41981"/>
                  <a:gd name="connsiteY7" fmla="*/ 21182 h 41981"/>
                  <a:gd name="connsiteX8" fmla="*/ 21272 w 41981"/>
                  <a:gd name="connsiteY8" fmla="*/ 42173 h 41981"/>
                  <a:gd name="connsiteX9" fmla="*/ 42263 w 41981"/>
                  <a:gd name="connsiteY9" fmla="*/ 21182 h 41981"/>
                  <a:gd name="connsiteX10" fmla="*/ 42263 w 41981"/>
                  <a:gd name="connsiteY10" fmla="*/ 21182 h 41981"/>
                  <a:gd name="connsiteX11" fmla="*/ 21272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92"/>
                    </a:moveTo>
                    <a:cubicBezTo>
                      <a:pt x="30214" y="4992"/>
                      <a:pt x="37463" y="12240"/>
                      <a:pt x="37463" y="21182"/>
                    </a:cubicBezTo>
                    <a:lnTo>
                      <a:pt x="37463" y="21182"/>
                    </a:lnTo>
                    <a:cubicBezTo>
                      <a:pt x="37463" y="30124"/>
                      <a:pt x="30214" y="37372"/>
                      <a:pt x="21272" y="37372"/>
                    </a:cubicBezTo>
                    <a:cubicBezTo>
                      <a:pt x="12330" y="37372"/>
                      <a:pt x="5082" y="30124"/>
                      <a:pt x="5082" y="21182"/>
                    </a:cubicBezTo>
                    <a:cubicBezTo>
                      <a:pt x="5082" y="12240"/>
                      <a:pt x="12330" y="4992"/>
                      <a:pt x="21272" y="4992"/>
                    </a:cubicBezTo>
                    <a:close/>
                    <a:moveTo>
                      <a:pt x="21272" y="192"/>
                    </a:moveTo>
                    <a:cubicBezTo>
                      <a:pt x="9680" y="192"/>
                      <a:pt x="282" y="9590"/>
                      <a:pt x="282" y="21182"/>
                    </a:cubicBezTo>
                    <a:cubicBezTo>
                      <a:pt x="282" y="32775"/>
                      <a:pt x="9680" y="42173"/>
                      <a:pt x="21272" y="42173"/>
                    </a:cubicBezTo>
                    <a:cubicBezTo>
                      <a:pt x="32865" y="42173"/>
                      <a:pt x="42263" y="32775"/>
                      <a:pt x="42263" y="21182"/>
                    </a:cubicBezTo>
                    <a:lnTo>
                      <a:pt x="42263" y="21182"/>
                    </a:lnTo>
                    <a:cubicBezTo>
                      <a:pt x="42263" y="9590"/>
                      <a:pt x="32865" y="192"/>
                      <a:pt x="21272" y="192"/>
                    </a:cubicBezTo>
                    <a:close/>
                  </a:path>
                </a:pathLst>
              </a:custGeom>
              <a:solidFill>
                <a:srgbClr val="000000"/>
              </a:solidFill>
              <a:ln w="4794" cap="sq">
                <a:noFill/>
                <a:prstDash val="solid"/>
                <a:round/>
              </a:ln>
            </p:spPr>
            <p:txBody>
              <a:bodyPr rtlCol="0" anchor="ctr"/>
              <a:lstStyle/>
              <a:p>
                <a:endParaRPr lang="en-US"/>
              </a:p>
            </p:txBody>
          </p:sp>
          <p:sp>
            <p:nvSpPr>
              <p:cNvPr id="1398" name="Freeform: Shape 1397">
                <a:extLst>
                  <a:ext uri="{FF2B5EF4-FFF2-40B4-BE49-F238E27FC236}">
                    <a16:creationId xmlns:a16="http://schemas.microsoft.com/office/drawing/2014/main" id="{6B94BB35-A65E-BD73-08B6-B7C3A1A5EEA5}"/>
                  </a:ext>
                </a:extLst>
              </p:cNvPr>
              <p:cNvSpPr/>
              <p:nvPr/>
            </p:nvSpPr>
            <p:spPr>
              <a:xfrm>
                <a:off x="7692194" y="8056132"/>
                <a:ext cx="37180" cy="37180"/>
              </a:xfrm>
              <a:custGeom>
                <a:avLst/>
                <a:gdLst>
                  <a:gd name="connsiteX0" fmla="*/ 37441 w 37180"/>
                  <a:gd name="connsiteY0" fmla="*/ 18773 h 37180"/>
                  <a:gd name="connsiteX1" fmla="*/ 18850 w 37180"/>
                  <a:gd name="connsiteY1" fmla="*/ 37364 h 37180"/>
                  <a:gd name="connsiteX2" fmla="*/ 260 w 37180"/>
                  <a:gd name="connsiteY2" fmla="*/ 18773 h 37180"/>
                  <a:gd name="connsiteX3" fmla="*/ 18850 w 37180"/>
                  <a:gd name="connsiteY3" fmla="*/ 183 h 37180"/>
                  <a:gd name="connsiteX4" fmla="*/ 3744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3"/>
                    </a:moveTo>
                    <a:cubicBezTo>
                      <a:pt x="37441" y="29040"/>
                      <a:pt x="29117" y="37364"/>
                      <a:pt x="18850" y="37364"/>
                    </a:cubicBezTo>
                    <a:cubicBezTo>
                      <a:pt x="8583" y="37364"/>
                      <a:pt x="260" y="29040"/>
                      <a:pt x="260" y="18773"/>
                    </a:cubicBezTo>
                    <a:cubicBezTo>
                      <a:pt x="260" y="8506"/>
                      <a:pt x="8583" y="183"/>
                      <a:pt x="18850" y="183"/>
                    </a:cubicBezTo>
                    <a:cubicBezTo>
                      <a:pt x="29117" y="183"/>
                      <a:pt x="37441" y="8506"/>
                      <a:pt x="37441" y="18773"/>
                    </a:cubicBezTo>
                    <a:close/>
                  </a:path>
                </a:pathLst>
              </a:custGeom>
              <a:solidFill>
                <a:srgbClr val="F7E2E2"/>
              </a:solidFill>
              <a:ln w="5753" cap="sq">
                <a:noFill/>
                <a:prstDash val="solid"/>
                <a:miter/>
              </a:ln>
            </p:spPr>
            <p:txBody>
              <a:bodyPr rtlCol="0" anchor="ctr"/>
              <a:lstStyle/>
              <a:p>
                <a:endParaRPr lang="en-US"/>
              </a:p>
            </p:txBody>
          </p:sp>
          <p:sp>
            <p:nvSpPr>
              <p:cNvPr id="1399" name="Freeform: Shape 1398">
                <a:extLst>
                  <a:ext uri="{FF2B5EF4-FFF2-40B4-BE49-F238E27FC236}">
                    <a16:creationId xmlns:a16="http://schemas.microsoft.com/office/drawing/2014/main" id="{E849CF0F-2F5D-E62D-F3F1-06CF9A63D3B0}"/>
                  </a:ext>
                </a:extLst>
              </p:cNvPr>
              <p:cNvSpPr/>
              <p:nvPr/>
            </p:nvSpPr>
            <p:spPr>
              <a:xfrm>
                <a:off x="7689794" y="8053731"/>
                <a:ext cx="41981" cy="41981"/>
              </a:xfrm>
              <a:custGeom>
                <a:avLst/>
                <a:gdLst>
                  <a:gd name="connsiteX0" fmla="*/ 21250 w 41981"/>
                  <a:gd name="connsiteY0" fmla="*/ 4983 h 41981"/>
                  <a:gd name="connsiteX1" fmla="*/ 37441 w 41981"/>
                  <a:gd name="connsiteY1" fmla="*/ 21173 h 41981"/>
                  <a:gd name="connsiteX2" fmla="*/ 37441 w 41981"/>
                  <a:gd name="connsiteY2" fmla="*/ 21173 h 41981"/>
                  <a:gd name="connsiteX3" fmla="*/ 21250 w 41981"/>
                  <a:gd name="connsiteY3" fmla="*/ 37364 h 41981"/>
                  <a:gd name="connsiteX4" fmla="*/ 5060 w 41981"/>
                  <a:gd name="connsiteY4" fmla="*/ 21173 h 41981"/>
                  <a:gd name="connsiteX5" fmla="*/ 21250 w 41981"/>
                  <a:gd name="connsiteY5" fmla="*/ 4983 h 41981"/>
                  <a:gd name="connsiteX6" fmla="*/ 21250 w 41981"/>
                  <a:gd name="connsiteY6" fmla="*/ 183 h 41981"/>
                  <a:gd name="connsiteX7" fmla="*/ 260 w 41981"/>
                  <a:gd name="connsiteY7" fmla="*/ 21173 h 41981"/>
                  <a:gd name="connsiteX8" fmla="*/ 21250 w 41981"/>
                  <a:gd name="connsiteY8" fmla="*/ 42164 h 41981"/>
                  <a:gd name="connsiteX9" fmla="*/ 42241 w 41981"/>
                  <a:gd name="connsiteY9" fmla="*/ 21173 h 41981"/>
                  <a:gd name="connsiteX10" fmla="*/ 42241 w 41981"/>
                  <a:gd name="connsiteY10" fmla="*/ 21173 h 41981"/>
                  <a:gd name="connsiteX11" fmla="*/ 21250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3"/>
                    </a:moveTo>
                    <a:cubicBezTo>
                      <a:pt x="30192" y="4983"/>
                      <a:pt x="37441" y="12232"/>
                      <a:pt x="37441" y="21173"/>
                    </a:cubicBezTo>
                    <a:lnTo>
                      <a:pt x="37441" y="21173"/>
                    </a:lnTo>
                    <a:cubicBezTo>
                      <a:pt x="37441" y="30115"/>
                      <a:pt x="30192" y="37364"/>
                      <a:pt x="21250" y="37364"/>
                    </a:cubicBezTo>
                    <a:cubicBezTo>
                      <a:pt x="12309" y="37364"/>
                      <a:pt x="5060" y="30115"/>
                      <a:pt x="5060" y="21173"/>
                    </a:cubicBezTo>
                    <a:cubicBezTo>
                      <a:pt x="5060" y="12232"/>
                      <a:pt x="12309" y="4983"/>
                      <a:pt x="21250" y="4983"/>
                    </a:cubicBezTo>
                    <a:close/>
                    <a:moveTo>
                      <a:pt x="21250" y="183"/>
                    </a:moveTo>
                    <a:cubicBezTo>
                      <a:pt x="9658" y="183"/>
                      <a:pt x="260" y="9581"/>
                      <a:pt x="260" y="21173"/>
                    </a:cubicBezTo>
                    <a:cubicBezTo>
                      <a:pt x="260" y="32766"/>
                      <a:pt x="9658" y="42164"/>
                      <a:pt x="21250" y="42164"/>
                    </a:cubicBezTo>
                    <a:cubicBezTo>
                      <a:pt x="32843" y="42164"/>
                      <a:pt x="42241" y="32766"/>
                      <a:pt x="42241" y="21173"/>
                    </a:cubicBezTo>
                    <a:lnTo>
                      <a:pt x="42241" y="21173"/>
                    </a:lnTo>
                    <a:cubicBezTo>
                      <a:pt x="42241" y="9581"/>
                      <a:pt x="32843" y="183"/>
                      <a:pt x="21250" y="183"/>
                    </a:cubicBezTo>
                    <a:close/>
                  </a:path>
                </a:pathLst>
              </a:custGeom>
              <a:solidFill>
                <a:srgbClr val="000000"/>
              </a:solidFill>
              <a:ln w="4794" cap="sq">
                <a:noFill/>
                <a:prstDash val="solid"/>
                <a:round/>
              </a:ln>
            </p:spPr>
            <p:txBody>
              <a:bodyPr rtlCol="0" anchor="ctr"/>
              <a:lstStyle/>
              <a:p>
                <a:endParaRPr lang="en-US"/>
              </a:p>
            </p:txBody>
          </p:sp>
          <p:sp>
            <p:nvSpPr>
              <p:cNvPr id="1400" name="Freeform: Shape 1399">
                <a:extLst>
                  <a:ext uri="{FF2B5EF4-FFF2-40B4-BE49-F238E27FC236}">
                    <a16:creationId xmlns:a16="http://schemas.microsoft.com/office/drawing/2014/main" id="{7E5679D2-C442-88C7-8A97-329C03C2C6CB}"/>
                  </a:ext>
                </a:extLst>
              </p:cNvPr>
              <p:cNvSpPr/>
              <p:nvPr/>
            </p:nvSpPr>
            <p:spPr>
              <a:xfrm>
                <a:off x="7716409" y="8120701"/>
                <a:ext cx="37180" cy="37180"/>
              </a:xfrm>
              <a:custGeom>
                <a:avLst/>
                <a:gdLst>
                  <a:gd name="connsiteX0" fmla="*/ 37445 w 37180"/>
                  <a:gd name="connsiteY0" fmla="*/ 18784 h 37180"/>
                  <a:gd name="connsiteX1" fmla="*/ 18854 w 37180"/>
                  <a:gd name="connsiteY1" fmla="*/ 37375 h 37180"/>
                  <a:gd name="connsiteX2" fmla="*/ 264 w 37180"/>
                  <a:gd name="connsiteY2" fmla="*/ 18784 h 37180"/>
                  <a:gd name="connsiteX3" fmla="*/ 18854 w 37180"/>
                  <a:gd name="connsiteY3" fmla="*/ 194 h 37180"/>
                  <a:gd name="connsiteX4" fmla="*/ 37445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84"/>
                    </a:moveTo>
                    <a:cubicBezTo>
                      <a:pt x="37445" y="29052"/>
                      <a:pt x="29122" y="37375"/>
                      <a:pt x="18854" y="37375"/>
                    </a:cubicBezTo>
                    <a:cubicBezTo>
                      <a:pt x="8587" y="37375"/>
                      <a:pt x="264" y="29052"/>
                      <a:pt x="264" y="18784"/>
                    </a:cubicBezTo>
                    <a:cubicBezTo>
                      <a:pt x="264" y="8517"/>
                      <a:pt x="8587" y="194"/>
                      <a:pt x="18854" y="194"/>
                    </a:cubicBezTo>
                    <a:cubicBezTo>
                      <a:pt x="29122" y="194"/>
                      <a:pt x="37445" y="8517"/>
                      <a:pt x="37445" y="18784"/>
                    </a:cubicBezTo>
                    <a:close/>
                  </a:path>
                </a:pathLst>
              </a:custGeom>
              <a:solidFill>
                <a:srgbClr val="A1F7A1"/>
              </a:solidFill>
              <a:ln w="5753" cap="sq">
                <a:noFill/>
                <a:prstDash val="solid"/>
                <a:miter/>
              </a:ln>
            </p:spPr>
            <p:txBody>
              <a:bodyPr rtlCol="0" anchor="ctr"/>
              <a:lstStyle/>
              <a:p>
                <a:endParaRPr lang="en-US"/>
              </a:p>
            </p:txBody>
          </p:sp>
          <p:sp>
            <p:nvSpPr>
              <p:cNvPr id="1401" name="Freeform: Shape 1400">
                <a:extLst>
                  <a:ext uri="{FF2B5EF4-FFF2-40B4-BE49-F238E27FC236}">
                    <a16:creationId xmlns:a16="http://schemas.microsoft.com/office/drawing/2014/main" id="{2544690A-9701-CB13-1EA8-7A0D838FE3BC}"/>
                  </a:ext>
                </a:extLst>
              </p:cNvPr>
              <p:cNvSpPr/>
              <p:nvPr/>
            </p:nvSpPr>
            <p:spPr>
              <a:xfrm>
                <a:off x="7714009" y="8118301"/>
                <a:ext cx="41981" cy="41981"/>
              </a:xfrm>
              <a:custGeom>
                <a:avLst/>
                <a:gdLst>
                  <a:gd name="connsiteX0" fmla="*/ 21255 w 41981"/>
                  <a:gd name="connsiteY0" fmla="*/ 4994 h 41981"/>
                  <a:gd name="connsiteX1" fmla="*/ 37445 w 41981"/>
                  <a:gd name="connsiteY1" fmla="*/ 21185 h 41981"/>
                  <a:gd name="connsiteX2" fmla="*/ 37445 w 41981"/>
                  <a:gd name="connsiteY2" fmla="*/ 21185 h 41981"/>
                  <a:gd name="connsiteX3" fmla="*/ 21255 w 41981"/>
                  <a:gd name="connsiteY3" fmla="*/ 37375 h 41981"/>
                  <a:gd name="connsiteX4" fmla="*/ 5064 w 41981"/>
                  <a:gd name="connsiteY4" fmla="*/ 21185 h 41981"/>
                  <a:gd name="connsiteX5" fmla="*/ 21255 w 41981"/>
                  <a:gd name="connsiteY5" fmla="*/ 4994 h 41981"/>
                  <a:gd name="connsiteX6" fmla="*/ 21255 w 41981"/>
                  <a:gd name="connsiteY6" fmla="*/ 194 h 41981"/>
                  <a:gd name="connsiteX7" fmla="*/ 264 w 41981"/>
                  <a:gd name="connsiteY7" fmla="*/ 21185 h 41981"/>
                  <a:gd name="connsiteX8" fmla="*/ 21255 w 41981"/>
                  <a:gd name="connsiteY8" fmla="*/ 42175 h 41981"/>
                  <a:gd name="connsiteX9" fmla="*/ 42245 w 41981"/>
                  <a:gd name="connsiteY9" fmla="*/ 21185 h 41981"/>
                  <a:gd name="connsiteX10" fmla="*/ 42245 w 41981"/>
                  <a:gd name="connsiteY10" fmla="*/ 21185 h 41981"/>
                  <a:gd name="connsiteX11" fmla="*/ 21255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94"/>
                    </a:moveTo>
                    <a:cubicBezTo>
                      <a:pt x="30196" y="4994"/>
                      <a:pt x="37445" y="12243"/>
                      <a:pt x="37445" y="21185"/>
                    </a:cubicBezTo>
                    <a:lnTo>
                      <a:pt x="37445" y="21185"/>
                    </a:lnTo>
                    <a:cubicBezTo>
                      <a:pt x="37445" y="30127"/>
                      <a:pt x="30196" y="37375"/>
                      <a:pt x="21255" y="37375"/>
                    </a:cubicBezTo>
                    <a:cubicBezTo>
                      <a:pt x="12313" y="37375"/>
                      <a:pt x="5064" y="30127"/>
                      <a:pt x="5064" y="21185"/>
                    </a:cubicBezTo>
                    <a:cubicBezTo>
                      <a:pt x="5064" y="12243"/>
                      <a:pt x="12313" y="4994"/>
                      <a:pt x="21255" y="4994"/>
                    </a:cubicBezTo>
                    <a:close/>
                    <a:moveTo>
                      <a:pt x="21255" y="194"/>
                    </a:moveTo>
                    <a:cubicBezTo>
                      <a:pt x="9662" y="194"/>
                      <a:pt x="264" y="9592"/>
                      <a:pt x="264" y="21185"/>
                    </a:cubicBezTo>
                    <a:cubicBezTo>
                      <a:pt x="264" y="32777"/>
                      <a:pt x="9662" y="42175"/>
                      <a:pt x="21255" y="42175"/>
                    </a:cubicBezTo>
                    <a:cubicBezTo>
                      <a:pt x="32847" y="42175"/>
                      <a:pt x="42245" y="32777"/>
                      <a:pt x="42245" y="21185"/>
                    </a:cubicBezTo>
                    <a:lnTo>
                      <a:pt x="42245" y="21185"/>
                    </a:lnTo>
                    <a:cubicBezTo>
                      <a:pt x="42245" y="9592"/>
                      <a:pt x="32847" y="194"/>
                      <a:pt x="21255" y="194"/>
                    </a:cubicBezTo>
                    <a:close/>
                  </a:path>
                </a:pathLst>
              </a:custGeom>
              <a:solidFill>
                <a:srgbClr val="000000"/>
              </a:solidFill>
              <a:ln w="4794" cap="sq">
                <a:noFill/>
                <a:prstDash val="solid"/>
                <a:round/>
              </a:ln>
            </p:spPr>
            <p:txBody>
              <a:bodyPr rtlCol="0" anchor="ctr"/>
              <a:lstStyle/>
              <a:p>
                <a:endParaRPr lang="en-US"/>
              </a:p>
            </p:txBody>
          </p:sp>
          <p:sp>
            <p:nvSpPr>
              <p:cNvPr id="1402" name="Freeform: Shape 1401">
                <a:extLst>
                  <a:ext uri="{FF2B5EF4-FFF2-40B4-BE49-F238E27FC236}">
                    <a16:creationId xmlns:a16="http://schemas.microsoft.com/office/drawing/2014/main" id="{ACEE62D0-E64E-703F-D4FF-8303A049CE57}"/>
                  </a:ext>
                </a:extLst>
              </p:cNvPr>
              <p:cNvSpPr/>
              <p:nvPr/>
            </p:nvSpPr>
            <p:spPr>
              <a:xfrm>
                <a:off x="7660791" y="7924458"/>
                <a:ext cx="37180" cy="37180"/>
              </a:xfrm>
              <a:custGeom>
                <a:avLst/>
                <a:gdLst>
                  <a:gd name="connsiteX0" fmla="*/ 37435 w 37180"/>
                  <a:gd name="connsiteY0" fmla="*/ 18750 h 37180"/>
                  <a:gd name="connsiteX1" fmla="*/ 18845 w 37180"/>
                  <a:gd name="connsiteY1" fmla="*/ 37341 h 37180"/>
                  <a:gd name="connsiteX2" fmla="*/ 254 w 37180"/>
                  <a:gd name="connsiteY2" fmla="*/ 18750 h 37180"/>
                  <a:gd name="connsiteX3" fmla="*/ 18845 w 37180"/>
                  <a:gd name="connsiteY3" fmla="*/ 160 h 37180"/>
                  <a:gd name="connsiteX4" fmla="*/ 37435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0"/>
                    </a:moveTo>
                    <a:cubicBezTo>
                      <a:pt x="37435" y="29018"/>
                      <a:pt x="29112" y="37341"/>
                      <a:pt x="18845" y="37341"/>
                    </a:cubicBezTo>
                    <a:cubicBezTo>
                      <a:pt x="8578" y="37341"/>
                      <a:pt x="254" y="29018"/>
                      <a:pt x="254" y="18750"/>
                    </a:cubicBezTo>
                    <a:cubicBezTo>
                      <a:pt x="254" y="8483"/>
                      <a:pt x="8578" y="160"/>
                      <a:pt x="18845" y="160"/>
                    </a:cubicBezTo>
                    <a:cubicBezTo>
                      <a:pt x="29112" y="160"/>
                      <a:pt x="37435" y="8483"/>
                      <a:pt x="37435" y="18750"/>
                    </a:cubicBezTo>
                    <a:close/>
                  </a:path>
                </a:pathLst>
              </a:custGeom>
              <a:solidFill>
                <a:srgbClr val="F7A500"/>
              </a:solidFill>
              <a:ln w="5753" cap="sq">
                <a:noFill/>
                <a:prstDash val="solid"/>
                <a:miter/>
              </a:ln>
            </p:spPr>
            <p:txBody>
              <a:bodyPr rtlCol="0" anchor="ctr"/>
              <a:lstStyle/>
              <a:p>
                <a:endParaRPr lang="en-US"/>
              </a:p>
            </p:txBody>
          </p:sp>
          <p:sp>
            <p:nvSpPr>
              <p:cNvPr id="1403" name="Freeform: Shape 1402">
                <a:extLst>
                  <a:ext uri="{FF2B5EF4-FFF2-40B4-BE49-F238E27FC236}">
                    <a16:creationId xmlns:a16="http://schemas.microsoft.com/office/drawing/2014/main" id="{9678B907-4013-AB92-E77D-3FEBD2C384C4}"/>
                  </a:ext>
                </a:extLst>
              </p:cNvPr>
              <p:cNvSpPr/>
              <p:nvPr/>
            </p:nvSpPr>
            <p:spPr>
              <a:xfrm>
                <a:off x="7658390" y="7922058"/>
                <a:ext cx="41981" cy="41981"/>
              </a:xfrm>
              <a:custGeom>
                <a:avLst/>
                <a:gdLst>
                  <a:gd name="connsiteX0" fmla="*/ 21245 w 41981"/>
                  <a:gd name="connsiteY0" fmla="*/ 4960 h 41981"/>
                  <a:gd name="connsiteX1" fmla="*/ 37435 w 41981"/>
                  <a:gd name="connsiteY1" fmla="*/ 21151 h 41981"/>
                  <a:gd name="connsiteX2" fmla="*/ 37435 w 41981"/>
                  <a:gd name="connsiteY2" fmla="*/ 21151 h 41981"/>
                  <a:gd name="connsiteX3" fmla="*/ 21245 w 41981"/>
                  <a:gd name="connsiteY3" fmla="*/ 37341 h 41981"/>
                  <a:gd name="connsiteX4" fmla="*/ 5055 w 41981"/>
                  <a:gd name="connsiteY4" fmla="*/ 21151 h 41981"/>
                  <a:gd name="connsiteX5" fmla="*/ 21245 w 41981"/>
                  <a:gd name="connsiteY5" fmla="*/ 4960 h 41981"/>
                  <a:gd name="connsiteX6" fmla="*/ 21245 w 41981"/>
                  <a:gd name="connsiteY6" fmla="*/ 160 h 41981"/>
                  <a:gd name="connsiteX7" fmla="*/ 254 w 41981"/>
                  <a:gd name="connsiteY7" fmla="*/ 21151 h 41981"/>
                  <a:gd name="connsiteX8" fmla="*/ 21245 w 41981"/>
                  <a:gd name="connsiteY8" fmla="*/ 42141 h 41981"/>
                  <a:gd name="connsiteX9" fmla="*/ 42236 w 41981"/>
                  <a:gd name="connsiteY9" fmla="*/ 21151 h 41981"/>
                  <a:gd name="connsiteX10" fmla="*/ 42236 w 41981"/>
                  <a:gd name="connsiteY10" fmla="*/ 21151 h 41981"/>
                  <a:gd name="connsiteX11" fmla="*/ 21245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0"/>
                    </a:moveTo>
                    <a:cubicBezTo>
                      <a:pt x="30187" y="4960"/>
                      <a:pt x="37435" y="12209"/>
                      <a:pt x="37435" y="21151"/>
                    </a:cubicBezTo>
                    <a:lnTo>
                      <a:pt x="37435" y="21151"/>
                    </a:lnTo>
                    <a:cubicBezTo>
                      <a:pt x="37435" y="30092"/>
                      <a:pt x="30187" y="37341"/>
                      <a:pt x="21245" y="37341"/>
                    </a:cubicBezTo>
                    <a:cubicBezTo>
                      <a:pt x="12303" y="37341"/>
                      <a:pt x="5055" y="30092"/>
                      <a:pt x="5055" y="21151"/>
                    </a:cubicBezTo>
                    <a:cubicBezTo>
                      <a:pt x="5055" y="12209"/>
                      <a:pt x="12303" y="4960"/>
                      <a:pt x="21245" y="4960"/>
                    </a:cubicBezTo>
                    <a:close/>
                    <a:moveTo>
                      <a:pt x="21245" y="160"/>
                    </a:moveTo>
                    <a:cubicBezTo>
                      <a:pt x="9652" y="160"/>
                      <a:pt x="254" y="9558"/>
                      <a:pt x="254" y="21151"/>
                    </a:cubicBezTo>
                    <a:cubicBezTo>
                      <a:pt x="254" y="32743"/>
                      <a:pt x="9652" y="42141"/>
                      <a:pt x="21245" y="42141"/>
                    </a:cubicBezTo>
                    <a:cubicBezTo>
                      <a:pt x="32837" y="42141"/>
                      <a:pt x="42236" y="32743"/>
                      <a:pt x="42236" y="21151"/>
                    </a:cubicBezTo>
                    <a:lnTo>
                      <a:pt x="42236" y="21151"/>
                    </a:lnTo>
                    <a:cubicBezTo>
                      <a:pt x="42236" y="9558"/>
                      <a:pt x="32837" y="160"/>
                      <a:pt x="21245" y="160"/>
                    </a:cubicBezTo>
                    <a:close/>
                  </a:path>
                </a:pathLst>
              </a:custGeom>
              <a:solidFill>
                <a:srgbClr val="000000"/>
              </a:solidFill>
              <a:ln w="4794" cap="sq">
                <a:noFill/>
                <a:prstDash val="solid"/>
                <a:round/>
              </a:ln>
            </p:spPr>
            <p:txBody>
              <a:bodyPr rtlCol="0" anchor="ctr"/>
              <a:lstStyle/>
              <a:p>
                <a:endParaRPr lang="en-US"/>
              </a:p>
            </p:txBody>
          </p:sp>
          <p:sp>
            <p:nvSpPr>
              <p:cNvPr id="1404" name="Freeform: Shape 1403">
                <a:extLst>
                  <a:ext uri="{FF2B5EF4-FFF2-40B4-BE49-F238E27FC236}">
                    <a16:creationId xmlns:a16="http://schemas.microsoft.com/office/drawing/2014/main" id="{9CD5826B-0690-79D9-507D-7137A202CA57}"/>
                  </a:ext>
                </a:extLst>
              </p:cNvPr>
              <p:cNvSpPr/>
              <p:nvPr/>
            </p:nvSpPr>
            <p:spPr>
              <a:xfrm>
                <a:off x="7725458" y="8076240"/>
                <a:ext cx="37180" cy="37180"/>
              </a:xfrm>
              <a:custGeom>
                <a:avLst/>
                <a:gdLst>
                  <a:gd name="connsiteX0" fmla="*/ 37446 w 37180"/>
                  <a:gd name="connsiteY0" fmla="*/ 18777 h 37180"/>
                  <a:gd name="connsiteX1" fmla="*/ 18856 w 37180"/>
                  <a:gd name="connsiteY1" fmla="*/ 37367 h 37180"/>
                  <a:gd name="connsiteX2" fmla="*/ 266 w 37180"/>
                  <a:gd name="connsiteY2" fmla="*/ 18777 h 37180"/>
                  <a:gd name="connsiteX3" fmla="*/ 18856 w 37180"/>
                  <a:gd name="connsiteY3" fmla="*/ 186 h 37180"/>
                  <a:gd name="connsiteX4" fmla="*/ 37446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7"/>
                    </a:moveTo>
                    <a:cubicBezTo>
                      <a:pt x="37446" y="29044"/>
                      <a:pt x="29123" y="37367"/>
                      <a:pt x="18856" y="37367"/>
                    </a:cubicBezTo>
                    <a:cubicBezTo>
                      <a:pt x="8589" y="37367"/>
                      <a:pt x="266" y="29044"/>
                      <a:pt x="266" y="18777"/>
                    </a:cubicBezTo>
                    <a:cubicBezTo>
                      <a:pt x="266" y="8510"/>
                      <a:pt x="8589" y="186"/>
                      <a:pt x="18856" y="186"/>
                    </a:cubicBezTo>
                    <a:cubicBezTo>
                      <a:pt x="29123" y="186"/>
                      <a:pt x="37446" y="8510"/>
                      <a:pt x="37446" y="18777"/>
                    </a:cubicBezTo>
                    <a:close/>
                  </a:path>
                </a:pathLst>
              </a:custGeom>
              <a:solidFill>
                <a:srgbClr val="F7A584"/>
              </a:solidFill>
              <a:ln w="5753" cap="sq">
                <a:noFill/>
                <a:prstDash val="solid"/>
                <a:miter/>
              </a:ln>
            </p:spPr>
            <p:txBody>
              <a:bodyPr rtlCol="0" anchor="ctr"/>
              <a:lstStyle/>
              <a:p>
                <a:endParaRPr lang="en-US"/>
              </a:p>
            </p:txBody>
          </p:sp>
          <p:sp>
            <p:nvSpPr>
              <p:cNvPr id="1405" name="Freeform: Shape 1404">
                <a:extLst>
                  <a:ext uri="{FF2B5EF4-FFF2-40B4-BE49-F238E27FC236}">
                    <a16:creationId xmlns:a16="http://schemas.microsoft.com/office/drawing/2014/main" id="{120E52DB-7191-62D7-BF44-9D39E104BBE4}"/>
                  </a:ext>
                </a:extLst>
              </p:cNvPr>
              <p:cNvSpPr/>
              <p:nvPr/>
            </p:nvSpPr>
            <p:spPr>
              <a:xfrm>
                <a:off x="7723058" y="8073840"/>
                <a:ext cx="41981" cy="41981"/>
              </a:xfrm>
              <a:custGeom>
                <a:avLst/>
                <a:gdLst>
                  <a:gd name="connsiteX0" fmla="*/ 21256 w 41981"/>
                  <a:gd name="connsiteY0" fmla="*/ 4987 h 41981"/>
                  <a:gd name="connsiteX1" fmla="*/ 37446 w 41981"/>
                  <a:gd name="connsiteY1" fmla="*/ 21177 h 41981"/>
                  <a:gd name="connsiteX2" fmla="*/ 37446 w 41981"/>
                  <a:gd name="connsiteY2" fmla="*/ 21177 h 41981"/>
                  <a:gd name="connsiteX3" fmla="*/ 21256 w 41981"/>
                  <a:gd name="connsiteY3" fmla="*/ 37367 h 41981"/>
                  <a:gd name="connsiteX4" fmla="*/ 5066 w 41981"/>
                  <a:gd name="connsiteY4" fmla="*/ 21177 h 41981"/>
                  <a:gd name="connsiteX5" fmla="*/ 21256 w 41981"/>
                  <a:gd name="connsiteY5" fmla="*/ 4987 h 41981"/>
                  <a:gd name="connsiteX6" fmla="*/ 21256 w 41981"/>
                  <a:gd name="connsiteY6" fmla="*/ 186 h 41981"/>
                  <a:gd name="connsiteX7" fmla="*/ 266 w 41981"/>
                  <a:gd name="connsiteY7" fmla="*/ 21177 h 41981"/>
                  <a:gd name="connsiteX8" fmla="*/ 21256 w 41981"/>
                  <a:gd name="connsiteY8" fmla="*/ 42168 h 41981"/>
                  <a:gd name="connsiteX9" fmla="*/ 42247 w 41981"/>
                  <a:gd name="connsiteY9" fmla="*/ 21177 h 41981"/>
                  <a:gd name="connsiteX10" fmla="*/ 42247 w 41981"/>
                  <a:gd name="connsiteY10" fmla="*/ 21177 h 41981"/>
                  <a:gd name="connsiteX11" fmla="*/ 21256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7"/>
                    </a:moveTo>
                    <a:cubicBezTo>
                      <a:pt x="30198" y="4987"/>
                      <a:pt x="37446" y="12235"/>
                      <a:pt x="37446" y="21177"/>
                    </a:cubicBezTo>
                    <a:lnTo>
                      <a:pt x="37446" y="21177"/>
                    </a:lnTo>
                    <a:cubicBezTo>
                      <a:pt x="37446" y="30119"/>
                      <a:pt x="30198" y="37367"/>
                      <a:pt x="21256" y="37367"/>
                    </a:cubicBezTo>
                    <a:cubicBezTo>
                      <a:pt x="12314" y="37367"/>
                      <a:pt x="5066" y="30119"/>
                      <a:pt x="5066" y="21177"/>
                    </a:cubicBezTo>
                    <a:cubicBezTo>
                      <a:pt x="5066" y="12235"/>
                      <a:pt x="12314" y="4987"/>
                      <a:pt x="21256" y="4987"/>
                    </a:cubicBezTo>
                    <a:close/>
                    <a:moveTo>
                      <a:pt x="21256" y="186"/>
                    </a:moveTo>
                    <a:cubicBezTo>
                      <a:pt x="9664" y="186"/>
                      <a:pt x="266" y="9584"/>
                      <a:pt x="266" y="21177"/>
                    </a:cubicBezTo>
                    <a:cubicBezTo>
                      <a:pt x="266" y="32770"/>
                      <a:pt x="9664" y="42168"/>
                      <a:pt x="21256" y="42168"/>
                    </a:cubicBezTo>
                    <a:cubicBezTo>
                      <a:pt x="32849" y="42168"/>
                      <a:pt x="42247" y="32770"/>
                      <a:pt x="42247" y="21177"/>
                    </a:cubicBezTo>
                    <a:lnTo>
                      <a:pt x="42247" y="21177"/>
                    </a:lnTo>
                    <a:cubicBezTo>
                      <a:pt x="42247" y="9584"/>
                      <a:pt x="32849" y="186"/>
                      <a:pt x="21256" y="186"/>
                    </a:cubicBezTo>
                    <a:close/>
                  </a:path>
                </a:pathLst>
              </a:custGeom>
              <a:solidFill>
                <a:srgbClr val="000000"/>
              </a:solidFill>
              <a:ln w="4794" cap="sq">
                <a:noFill/>
                <a:prstDash val="solid"/>
                <a:round/>
              </a:ln>
            </p:spPr>
            <p:txBody>
              <a:bodyPr rtlCol="0" anchor="ctr"/>
              <a:lstStyle/>
              <a:p>
                <a:endParaRPr lang="en-US"/>
              </a:p>
            </p:txBody>
          </p:sp>
          <p:sp>
            <p:nvSpPr>
              <p:cNvPr id="1406" name="Freeform: Shape 1405">
                <a:extLst>
                  <a:ext uri="{FF2B5EF4-FFF2-40B4-BE49-F238E27FC236}">
                    <a16:creationId xmlns:a16="http://schemas.microsoft.com/office/drawing/2014/main" id="{5B387054-D499-8BE2-7C52-4B48C2FCB905}"/>
                  </a:ext>
                </a:extLst>
              </p:cNvPr>
              <p:cNvSpPr/>
              <p:nvPr/>
            </p:nvSpPr>
            <p:spPr>
              <a:xfrm>
                <a:off x="7841488" y="7993204"/>
                <a:ext cx="37180" cy="37180"/>
              </a:xfrm>
              <a:custGeom>
                <a:avLst/>
                <a:gdLst>
                  <a:gd name="connsiteX0" fmla="*/ 37466 w 37180"/>
                  <a:gd name="connsiteY0" fmla="*/ 18762 h 37180"/>
                  <a:gd name="connsiteX1" fmla="*/ 18876 w 37180"/>
                  <a:gd name="connsiteY1" fmla="*/ 37353 h 37180"/>
                  <a:gd name="connsiteX2" fmla="*/ 286 w 37180"/>
                  <a:gd name="connsiteY2" fmla="*/ 18762 h 37180"/>
                  <a:gd name="connsiteX3" fmla="*/ 18876 w 37180"/>
                  <a:gd name="connsiteY3" fmla="*/ 172 h 37180"/>
                  <a:gd name="connsiteX4" fmla="*/ 37466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2"/>
                    </a:moveTo>
                    <a:cubicBezTo>
                      <a:pt x="37466" y="29030"/>
                      <a:pt x="29143" y="37353"/>
                      <a:pt x="18876" y="37353"/>
                    </a:cubicBezTo>
                    <a:cubicBezTo>
                      <a:pt x="8609" y="37353"/>
                      <a:pt x="286" y="29030"/>
                      <a:pt x="286" y="18762"/>
                    </a:cubicBezTo>
                    <a:cubicBezTo>
                      <a:pt x="286" y="8495"/>
                      <a:pt x="8609" y="172"/>
                      <a:pt x="18876" y="172"/>
                    </a:cubicBezTo>
                    <a:cubicBezTo>
                      <a:pt x="29143" y="172"/>
                      <a:pt x="37466" y="8495"/>
                      <a:pt x="37466" y="18762"/>
                    </a:cubicBezTo>
                    <a:close/>
                  </a:path>
                </a:pathLst>
              </a:custGeom>
              <a:solidFill>
                <a:srgbClr val="F7A597"/>
              </a:solidFill>
              <a:ln w="5753" cap="sq">
                <a:noFill/>
                <a:prstDash val="solid"/>
                <a:miter/>
              </a:ln>
            </p:spPr>
            <p:txBody>
              <a:bodyPr rtlCol="0" anchor="ctr"/>
              <a:lstStyle/>
              <a:p>
                <a:endParaRPr lang="en-US"/>
              </a:p>
            </p:txBody>
          </p:sp>
          <p:sp>
            <p:nvSpPr>
              <p:cNvPr id="1407" name="Freeform: Shape 1406">
                <a:extLst>
                  <a:ext uri="{FF2B5EF4-FFF2-40B4-BE49-F238E27FC236}">
                    <a16:creationId xmlns:a16="http://schemas.microsoft.com/office/drawing/2014/main" id="{B1F0A16D-3069-9A01-ED91-58E33F84916A}"/>
                  </a:ext>
                </a:extLst>
              </p:cNvPr>
              <p:cNvSpPr/>
              <p:nvPr/>
            </p:nvSpPr>
            <p:spPr>
              <a:xfrm>
                <a:off x="7839087" y="7990803"/>
                <a:ext cx="41981" cy="41981"/>
              </a:xfrm>
              <a:custGeom>
                <a:avLst/>
                <a:gdLst>
                  <a:gd name="connsiteX0" fmla="*/ 21276 w 41981"/>
                  <a:gd name="connsiteY0" fmla="*/ 4972 h 41981"/>
                  <a:gd name="connsiteX1" fmla="*/ 37467 w 41981"/>
                  <a:gd name="connsiteY1" fmla="*/ 21163 h 41981"/>
                  <a:gd name="connsiteX2" fmla="*/ 37467 w 41981"/>
                  <a:gd name="connsiteY2" fmla="*/ 21163 h 41981"/>
                  <a:gd name="connsiteX3" fmla="*/ 21276 w 41981"/>
                  <a:gd name="connsiteY3" fmla="*/ 37353 h 41981"/>
                  <a:gd name="connsiteX4" fmla="*/ 5086 w 41981"/>
                  <a:gd name="connsiteY4" fmla="*/ 21163 h 41981"/>
                  <a:gd name="connsiteX5" fmla="*/ 21276 w 41981"/>
                  <a:gd name="connsiteY5" fmla="*/ 4972 h 41981"/>
                  <a:gd name="connsiteX6" fmla="*/ 21276 w 41981"/>
                  <a:gd name="connsiteY6" fmla="*/ 172 h 41981"/>
                  <a:gd name="connsiteX7" fmla="*/ 286 w 41981"/>
                  <a:gd name="connsiteY7" fmla="*/ 21163 h 41981"/>
                  <a:gd name="connsiteX8" fmla="*/ 21276 w 41981"/>
                  <a:gd name="connsiteY8" fmla="*/ 42153 h 41981"/>
                  <a:gd name="connsiteX9" fmla="*/ 42267 w 41981"/>
                  <a:gd name="connsiteY9" fmla="*/ 21163 h 41981"/>
                  <a:gd name="connsiteX10" fmla="*/ 42267 w 41981"/>
                  <a:gd name="connsiteY10" fmla="*/ 21163 h 41981"/>
                  <a:gd name="connsiteX11" fmla="*/ 21276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72"/>
                    </a:moveTo>
                    <a:cubicBezTo>
                      <a:pt x="30218" y="4972"/>
                      <a:pt x="37467" y="12221"/>
                      <a:pt x="37467" y="21163"/>
                    </a:cubicBezTo>
                    <a:lnTo>
                      <a:pt x="37467" y="21163"/>
                    </a:lnTo>
                    <a:cubicBezTo>
                      <a:pt x="37467" y="30104"/>
                      <a:pt x="30218" y="37353"/>
                      <a:pt x="21276" y="37353"/>
                    </a:cubicBezTo>
                    <a:cubicBezTo>
                      <a:pt x="12334" y="37353"/>
                      <a:pt x="5086" y="30104"/>
                      <a:pt x="5086" y="21163"/>
                    </a:cubicBezTo>
                    <a:cubicBezTo>
                      <a:pt x="5086" y="12221"/>
                      <a:pt x="12334" y="4972"/>
                      <a:pt x="21276" y="4972"/>
                    </a:cubicBezTo>
                    <a:close/>
                    <a:moveTo>
                      <a:pt x="21276" y="172"/>
                    </a:moveTo>
                    <a:cubicBezTo>
                      <a:pt x="9684" y="172"/>
                      <a:pt x="286" y="9570"/>
                      <a:pt x="286" y="21163"/>
                    </a:cubicBezTo>
                    <a:cubicBezTo>
                      <a:pt x="286" y="32755"/>
                      <a:pt x="9684" y="42153"/>
                      <a:pt x="21276" y="42153"/>
                    </a:cubicBezTo>
                    <a:cubicBezTo>
                      <a:pt x="32869" y="42153"/>
                      <a:pt x="42267" y="32755"/>
                      <a:pt x="42267" y="21163"/>
                    </a:cubicBezTo>
                    <a:lnTo>
                      <a:pt x="42267" y="21163"/>
                    </a:lnTo>
                    <a:cubicBezTo>
                      <a:pt x="42267" y="9570"/>
                      <a:pt x="32869" y="172"/>
                      <a:pt x="21276" y="172"/>
                    </a:cubicBezTo>
                    <a:close/>
                  </a:path>
                </a:pathLst>
              </a:custGeom>
              <a:solidFill>
                <a:srgbClr val="000000"/>
              </a:solidFill>
              <a:ln w="4794" cap="sq">
                <a:noFill/>
                <a:prstDash val="solid"/>
                <a:round/>
              </a:ln>
            </p:spPr>
            <p:txBody>
              <a:bodyPr rtlCol="0" anchor="ctr"/>
              <a:lstStyle/>
              <a:p>
                <a:endParaRPr lang="en-US"/>
              </a:p>
            </p:txBody>
          </p:sp>
          <p:sp>
            <p:nvSpPr>
              <p:cNvPr id="1408" name="Freeform: Shape 1407">
                <a:extLst>
                  <a:ext uri="{FF2B5EF4-FFF2-40B4-BE49-F238E27FC236}">
                    <a16:creationId xmlns:a16="http://schemas.microsoft.com/office/drawing/2014/main" id="{BC7B5C7F-6613-8AE0-030E-8B397AF2C77D}"/>
                  </a:ext>
                </a:extLst>
              </p:cNvPr>
              <p:cNvSpPr/>
              <p:nvPr/>
            </p:nvSpPr>
            <p:spPr>
              <a:xfrm>
                <a:off x="7705817" y="7992852"/>
                <a:ext cx="37180" cy="37180"/>
              </a:xfrm>
              <a:custGeom>
                <a:avLst/>
                <a:gdLst>
                  <a:gd name="connsiteX0" fmla="*/ 37443 w 37180"/>
                  <a:gd name="connsiteY0" fmla="*/ 18762 h 37180"/>
                  <a:gd name="connsiteX1" fmla="*/ 18853 w 37180"/>
                  <a:gd name="connsiteY1" fmla="*/ 37353 h 37180"/>
                  <a:gd name="connsiteX2" fmla="*/ 262 w 37180"/>
                  <a:gd name="connsiteY2" fmla="*/ 18762 h 37180"/>
                  <a:gd name="connsiteX3" fmla="*/ 18853 w 37180"/>
                  <a:gd name="connsiteY3" fmla="*/ 172 h 37180"/>
                  <a:gd name="connsiteX4" fmla="*/ 3744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2"/>
                    </a:moveTo>
                    <a:cubicBezTo>
                      <a:pt x="37443" y="29029"/>
                      <a:pt x="29120" y="37353"/>
                      <a:pt x="18853" y="37353"/>
                    </a:cubicBezTo>
                    <a:cubicBezTo>
                      <a:pt x="8585" y="37353"/>
                      <a:pt x="262" y="29029"/>
                      <a:pt x="262" y="18762"/>
                    </a:cubicBezTo>
                    <a:cubicBezTo>
                      <a:pt x="262" y="8495"/>
                      <a:pt x="8585" y="172"/>
                      <a:pt x="18853" y="172"/>
                    </a:cubicBezTo>
                    <a:cubicBezTo>
                      <a:pt x="29120" y="172"/>
                      <a:pt x="37443" y="8495"/>
                      <a:pt x="37443" y="18762"/>
                    </a:cubicBezTo>
                    <a:close/>
                  </a:path>
                </a:pathLst>
              </a:custGeom>
              <a:solidFill>
                <a:srgbClr val="E4F7E4"/>
              </a:solidFill>
              <a:ln w="5753" cap="sq">
                <a:noFill/>
                <a:prstDash val="solid"/>
                <a:miter/>
              </a:ln>
            </p:spPr>
            <p:txBody>
              <a:bodyPr rtlCol="0" anchor="ctr"/>
              <a:lstStyle/>
              <a:p>
                <a:endParaRPr lang="en-US"/>
              </a:p>
            </p:txBody>
          </p:sp>
          <p:sp>
            <p:nvSpPr>
              <p:cNvPr id="1409" name="Freeform: Shape 1408">
                <a:extLst>
                  <a:ext uri="{FF2B5EF4-FFF2-40B4-BE49-F238E27FC236}">
                    <a16:creationId xmlns:a16="http://schemas.microsoft.com/office/drawing/2014/main" id="{5EAE7547-0B3E-EEE5-44A6-B6B7A25A7517}"/>
                  </a:ext>
                </a:extLst>
              </p:cNvPr>
              <p:cNvSpPr/>
              <p:nvPr/>
            </p:nvSpPr>
            <p:spPr>
              <a:xfrm>
                <a:off x="7703416" y="7990452"/>
                <a:ext cx="41981" cy="41981"/>
              </a:xfrm>
              <a:custGeom>
                <a:avLst/>
                <a:gdLst>
                  <a:gd name="connsiteX0" fmla="*/ 21253 w 41981"/>
                  <a:gd name="connsiteY0" fmla="*/ 4972 h 41981"/>
                  <a:gd name="connsiteX1" fmla="*/ 37443 w 41981"/>
                  <a:gd name="connsiteY1" fmla="*/ 21162 h 41981"/>
                  <a:gd name="connsiteX2" fmla="*/ 37443 w 41981"/>
                  <a:gd name="connsiteY2" fmla="*/ 21162 h 41981"/>
                  <a:gd name="connsiteX3" fmla="*/ 21253 w 41981"/>
                  <a:gd name="connsiteY3" fmla="*/ 37353 h 41981"/>
                  <a:gd name="connsiteX4" fmla="*/ 5063 w 41981"/>
                  <a:gd name="connsiteY4" fmla="*/ 21162 h 41981"/>
                  <a:gd name="connsiteX5" fmla="*/ 21253 w 41981"/>
                  <a:gd name="connsiteY5" fmla="*/ 4972 h 41981"/>
                  <a:gd name="connsiteX6" fmla="*/ 21253 w 41981"/>
                  <a:gd name="connsiteY6" fmla="*/ 172 h 41981"/>
                  <a:gd name="connsiteX7" fmla="*/ 262 w 41981"/>
                  <a:gd name="connsiteY7" fmla="*/ 21162 h 41981"/>
                  <a:gd name="connsiteX8" fmla="*/ 21253 w 41981"/>
                  <a:gd name="connsiteY8" fmla="*/ 42153 h 41981"/>
                  <a:gd name="connsiteX9" fmla="*/ 42243 w 41981"/>
                  <a:gd name="connsiteY9" fmla="*/ 21162 h 41981"/>
                  <a:gd name="connsiteX10" fmla="*/ 42243 w 41981"/>
                  <a:gd name="connsiteY10" fmla="*/ 21162 h 41981"/>
                  <a:gd name="connsiteX11" fmla="*/ 21253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2"/>
                    </a:moveTo>
                    <a:cubicBezTo>
                      <a:pt x="30195" y="4972"/>
                      <a:pt x="37443" y="12221"/>
                      <a:pt x="37443" y="21162"/>
                    </a:cubicBezTo>
                    <a:lnTo>
                      <a:pt x="37443" y="21162"/>
                    </a:lnTo>
                    <a:cubicBezTo>
                      <a:pt x="37443" y="30104"/>
                      <a:pt x="30195" y="37353"/>
                      <a:pt x="21253" y="37353"/>
                    </a:cubicBezTo>
                    <a:cubicBezTo>
                      <a:pt x="12311" y="37353"/>
                      <a:pt x="5063" y="30104"/>
                      <a:pt x="5063" y="21162"/>
                    </a:cubicBezTo>
                    <a:cubicBezTo>
                      <a:pt x="5063" y="12221"/>
                      <a:pt x="12311" y="4972"/>
                      <a:pt x="21253" y="4972"/>
                    </a:cubicBezTo>
                    <a:close/>
                    <a:moveTo>
                      <a:pt x="21253" y="172"/>
                    </a:moveTo>
                    <a:cubicBezTo>
                      <a:pt x="9660" y="172"/>
                      <a:pt x="262" y="9570"/>
                      <a:pt x="262" y="21162"/>
                    </a:cubicBezTo>
                    <a:cubicBezTo>
                      <a:pt x="262" y="32755"/>
                      <a:pt x="9660" y="42153"/>
                      <a:pt x="21253" y="42153"/>
                    </a:cubicBezTo>
                    <a:cubicBezTo>
                      <a:pt x="32845" y="42153"/>
                      <a:pt x="42243" y="32755"/>
                      <a:pt x="42243" y="21162"/>
                    </a:cubicBezTo>
                    <a:lnTo>
                      <a:pt x="42243" y="21162"/>
                    </a:lnTo>
                    <a:cubicBezTo>
                      <a:pt x="42243" y="9570"/>
                      <a:pt x="32845" y="172"/>
                      <a:pt x="21253" y="172"/>
                    </a:cubicBezTo>
                    <a:close/>
                  </a:path>
                </a:pathLst>
              </a:custGeom>
              <a:solidFill>
                <a:srgbClr val="000000"/>
              </a:solidFill>
              <a:ln w="4794" cap="sq">
                <a:noFill/>
                <a:prstDash val="solid"/>
                <a:round/>
              </a:ln>
            </p:spPr>
            <p:txBody>
              <a:bodyPr rtlCol="0" anchor="ctr"/>
              <a:lstStyle/>
              <a:p>
                <a:endParaRPr lang="en-US"/>
              </a:p>
            </p:txBody>
          </p:sp>
          <p:sp>
            <p:nvSpPr>
              <p:cNvPr id="1410" name="Freeform: Shape 1409">
                <a:extLst>
                  <a:ext uri="{FF2B5EF4-FFF2-40B4-BE49-F238E27FC236}">
                    <a16:creationId xmlns:a16="http://schemas.microsoft.com/office/drawing/2014/main" id="{629A5D94-EEE6-5241-CD10-17D0109FD136}"/>
                  </a:ext>
                </a:extLst>
              </p:cNvPr>
              <p:cNvSpPr/>
              <p:nvPr/>
            </p:nvSpPr>
            <p:spPr>
              <a:xfrm>
                <a:off x="7735325" y="7995548"/>
                <a:ext cx="37180" cy="37180"/>
              </a:xfrm>
              <a:custGeom>
                <a:avLst/>
                <a:gdLst>
                  <a:gd name="connsiteX0" fmla="*/ 37448 w 37180"/>
                  <a:gd name="connsiteY0" fmla="*/ 18763 h 37180"/>
                  <a:gd name="connsiteX1" fmla="*/ 18858 w 37180"/>
                  <a:gd name="connsiteY1" fmla="*/ 37353 h 37180"/>
                  <a:gd name="connsiteX2" fmla="*/ 267 w 37180"/>
                  <a:gd name="connsiteY2" fmla="*/ 18763 h 37180"/>
                  <a:gd name="connsiteX3" fmla="*/ 18858 w 37180"/>
                  <a:gd name="connsiteY3" fmla="*/ 172 h 37180"/>
                  <a:gd name="connsiteX4" fmla="*/ 37448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3"/>
                    </a:moveTo>
                    <a:cubicBezTo>
                      <a:pt x="37448" y="29030"/>
                      <a:pt x="29125" y="37353"/>
                      <a:pt x="18858" y="37353"/>
                    </a:cubicBezTo>
                    <a:cubicBezTo>
                      <a:pt x="8590" y="37353"/>
                      <a:pt x="267" y="29030"/>
                      <a:pt x="267" y="18763"/>
                    </a:cubicBezTo>
                    <a:cubicBezTo>
                      <a:pt x="267" y="8496"/>
                      <a:pt x="8590" y="172"/>
                      <a:pt x="18858" y="172"/>
                    </a:cubicBezTo>
                    <a:cubicBezTo>
                      <a:pt x="29125" y="172"/>
                      <a:pt x="37448" y="8496"/>
                      <a:pt x="37448" y="18763"/>
                    </a:cubicBezTo>
                    <a:close/>
                  </a:path>
                </a:pathLst>
              </a:custGeom>
              <a:solidFill>
                <a:srgbClr val="ECF7EC"/>
              </a:solidFill>
              <a:ln w="5753" cap="sq">
                <a:noFill/>
                <a:prstDash val="solid"/>
                <a:miter/>
              </a:ln>
            </p:spPr>
            <p:txBody>
              <a:bodyPr rtlCol="0" anchor="ctr"/>
              <a:lstStyle/>
              <a:p>
                <a:endParaRPr lang="en-US"/>
              </a:p>
            </p:txBody>
          </p:sp>
          <p:sp>
            <p:nvSpPr>
              <p:cNvPr id="1411" name="Freeform: Shape 1410">
                <a:extLst>
                  <a:ext uri="{FF2B5EF4-FFF2-40B4-BE49-F238E27FC236}">
                    <a16:creationId xmlns:a16="http://schemas.microsoft.com/office/drawing/2014/main" id="{7E1EEF97-6B9C-DBE6-903F-E36F3850F4D8}"/>
                  </a:ext>
                </a:extLst>
              </p:cNvPr>
              <p:cNvSpPr/>
              <p:nvPr/>
            </p:nvSpPr>
            <p:spPr>
              <a:xfrm>
                <a:off x="7732925" y="7993148"/>
                <a:ext cx="41981" cy="41981"/>
              </a:xfrm>
              <a:custGeom>
                <a:avLst/>
                <a:gdLst>
                  <a:gd name="connsiteX0" fmla="*/ 21258 w 41981"/>
                  <a:gd name="connsiteY0" fmla="*/ 4973 h 41981"/>
                  <a:gd name="connsiteX1" fmla="*/ 37448 w 41981"/>
                  <a:gd name="connsiteY1" fmla="*/ 21163 h 41981"/>
                  <a:gd name="connsiteX2" fmla="*/ 37448 w 41981"/>
                  <a:gd name="connsiteY2" fmla="*/ 21163 h 41981"/>
                  <a:gd name="connsiteX3" fmla="*/ 21258 w 41981"/>
                  <a:gd name="connsiteY3" fmla="*/ 37353 h 41981"/>
                  <a:gd name="connsiteX4" fmla="*/ 5068 w 41981"/>
                  <a:gd name="connsiteY4" fmla="*/ 21163 h 41981"/>
                  <a:gd name="connsiteX5" fmla="*/ 21258 w 41981"/>
                  <a:gd name="connsiteY5" fmla="*/ 4973 h 41981"/>
                  <a:gd name="connsiteX6" fmla="*/ 21258 w 41981"/>
                  <a:gd name="connsiteY6" fmla="*/ 172 h 41981"/>
                  <a:gd name="connsiteX7" fmla="*/ 267 w 41981"/>
                  <a:gd name="connsiteY7" fmla="*/ 21163 h 41981"/>
                  <a:gd name="connsiteX8" fmla="*/ 21258 w 41981"/>
                  <a:gd name="connsiteY8" fmla="*/ 42154 h 41981"/>
                  <a:gd name="connsiteX9" fmla="*/ 42248 w 41981"/>
                  <a:gd name="connsiteY9" fmla="*/ 21163 h 41981"/>
                  <a:gd name="connsiteX10" fmla="*/ 42248 w 41981"/>
                  <a:gd name="connsiteY10" fmla="*/ 21163 h 41981"/>
                  <a:gd name="connsiteX11" fmla="*/ 2125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3"/>
                    </a:moveTo>
                    <a:cubicBezTo>
                      <a:pt x="30200" y="4973"/>
                      <a:pt x="37448" y="12221"/>
                      <a:pt x="37448" y="21163"/>
                    </a:cubicBezTo>
                    <a:lnTo>
                      <a:pt x="37448" y="21163"/>
                    </a:lnTo>
                    <a:cubicBezTo>
                      <a:pt x="37448" y="30105"/>
                      <a:pt x="30200" y="37353"/>
                      <a:pt x="21258" y="37353"/>
                    </a:cubicBezTo>
                    <a:cubicBezTo>
                      <a:pt x="12316" y="37353"/>
                      <a:pt x="5068" y="30105"/>
                      <a:pt x="5068" y="21163"/>
                    </a:cubicBezTo>
                    <a:cubicBezTo>
                      <a:pt x="5068" y="12221"/>
                      <a:pt x="12316" y="4973"/>
                      <a:pt x="21258" y="4973"/>
                    </a:cubicBezTo>
                    <a:close/>
                    <a:moveTo>
                      <a:pt x="21258" y="172"/>
                    </a:moveTo>
                    <a:cubicBezTo>
                      <a:pt x="9665" y="172"/>
                      <a:pt x="267" y="9570"/>
                      <a:pt x="267" y="21163"/>
                    </a:cubicBezTo>
                    <a:cubicBezTo>
                      <a:pt x="267" y="32756"/>
                      <a:pt x="9665" y="42154"/>
                      <a:pt x="21258" y="42154"/>
                    </a:cubicBezTo>
                    <a:cubicBezTo>
                      <a:pt x="32850" y="42154"/>
                      <a:pt x="42248" y="32756"/>
                      <a:pt x="42248" y="21163"/>
                    </a:cubicBezTo>
                    <a:lnTo>
                      <a:pt x="42248" y="21163"/>
                    </a:lnTo>
                    <a:cubicBezTo>
                      <a:pt x="42248" y="9570"/>
                      <a:pt x="32850" y="172"/>
                      <a:pt x="21258" y="172"/>
                    </a:cubicBezTo>
                    <a:close/>
                  </a:path>
                </a:pathLst>
              </a:custGeom>
              <a:solidFill>
                <a:srgbClr val="000000"/>
              </a:solidFill>
              <a:ln w="4794" cap="sq">
                <a:noFill/>
                <a:prstDash val="solid"/>
                <a:round/>
              </a:ln>
            </p:spPr>
            <p:txBody>
              <a:bodyPr rtlCol="0" anchor="ctr"/>
              <a:lstStyle/>
              <a:p>
                <a:endParaRPr lang="en-US"/>
              </a:p>
            </p:txBody>
          </p:sp>
          <p:sp>
            <p:nvSpPr>
              <p:cNvPr id="1412" name="Freeform: Shape 1411">
                <a:extLst>
                  <a:ext uri="{FF2B5EF4-FFF2-40B4-BE49-F238E27FC236}">
                    <a16:creationId xmlns:a16="http://schemas.microsoft.com/office/drawing/2014/main" id="{A6C3C902-0A81-0B15-3DCD-56D0F6A9BEF7}"/>
                  </a:ext>
                </a:extLst>
              </p:cNvPr>
              <p:cNvSpPr/>
              <p:nvPr/>
            </p:nvSpPr>
            <p:spPr>
              <a:xfrm>
                <a:off x="7708639" y="7988688"/>
                <a:ext cx="37180" cy="37180"/>
              </a:xfrm>
              <a:custGeom>
                <a:avLst/>
                <a:gdLst>
                  <a:gd name="connsiteX0" fmla="*/ 37443 w 37180"/>
                  <a:gd name="connsiteY0" fmla="*/ 18762 h 37180"/>
                  <a:gd name="connsiteX1" fmla="*/ 18853 w 37180"/>
                  <a:gd name="connsiteY1" fmla="*/ 37352 h 37180"/>
                  <a:gd name="connsiteX2" fmla="*/ 263 w 37180"/>
                  <a:gd name="connsiteY2" fmla="*/ 18762 h 37180"/>
                  <a:gd name="connsiteX3" fmla="*/ 18853 w 37180"/>
                  <a:gd name="connsiteY3" fmla="*/ 171 h 37180"/>
                  <a:gd name="connsiteX4" fmla="*/ 3744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2"/>
                    </a:moveTo>
                    <a:cubicBezTo>
                      <a:pt x="37443" y="29029"/>
                      <a:pt x="29120" y="37352"/>
                      <a:pt x="18853" y="37352"/>
                    </a:cubicBezTo>
                    <a:cubicBezTo>
                      <a:pt x="8586" y="37352"/>
                      <a:pt x="263" y="29029"/>
                      <a:pt x="263" y="18762"/>
                    </a:cubicBezTo>
                    <a:cubicBezTo>
                      <a:pt x="263" y="8494"/>
                      <a:pt x="8586" y="171"/>
                      <a:pt x="18853" y="171"/>
                    </a:cubicBezTo>
                    <a:cubicBezTo>
                      <a:pt x="29120" y="171"/>
                      <a:pt x="37443" y="8494"/>
                      <a:pt x="37443" y="18762"/>
                    </a:cubicBezTo>
                    <a:close/>
                  </a:path>
                </a:pathLst>
              </a:custGeom>
              <a:solidFill>
                <a:srgbClr val="F7E4E4"/>
              </a:solidFill>
              <a:ln w="5753" cap="sq">
                <a:noFill/>
                <a:prstDash val="solid"/>
                <a:miter/>
              </a:ln>
            </p:spPr>
            <p:txBody>
              <a:bodyPr rtlCol="0" anchor="ctr"/>
              <a:lstStyle/>
              <a:p>
                <a:endParaRPr lang="en-US"/>
              </a:p>
            </p:txBody>
          </p:sp>
          <p:sp>
            <p:nvSpPr>
              <p:cNvPr id="1413" name="Freeform: Shape 1412">
                <a:extLst>
                  <a:ext uri="{FF2B5EF4-FFF2-40B4-BE49-F238E27FC236}">
                    <a16:creationId xmlns:a16="http://schemas.microsoft.com/office/drawing/2014/main" id="{F2D66F6B-C5E1-E0D0-5851-AC8C52CB9DBB}"/>
                  </a:ext>
                </a:extLst>
              </p:cNvPr>
              <p:cNvSpPr/>
              <p:nvPr/>
            </p:nvSpPr>
            <p:spPr>
              <a:xfrm>
                <a:off x="7706239" y="7986288"/>
                <a:ext cx="41981" cy="41981"/>
              </a:xfrm>
              <a:custGeom>
                <a:avLst/>
                <a:gdLst>
                  <a:gd name="connsiteX0" fmla="*/ 21253 w 41981"/>
                  <a:gd name="connsiteY0" fmla="*/ 4972 h 41981"/>
                  <a:gd name="connsiteX1" fmla="*/ 37443 w 41981"/>
                  <a:gd name="connsiteY1" fmla="*/ 21162 h 41981"/>
                  <a:gd name="connsiteX2" fmla="*/ 37443 w 41981"/>
                  <a:gd name="connsiteY2" fmla="*/ 21162 h 41981"/>
                  <a:gd name="connsiteX3" fmla="*/ 21253 w 41981"/>
                  <a:gd name="connsiteY3" fmla="*/ 37352 h 41981"/>
                  <a:gd name="connsiteX4" fmla="*/ 5063 w 41981"/>
                  <a:gd name="connsiteY4" fmla="*/ 21162 h 41981"/>
                  <a:gd name="connsiteX5" fmla="*/ 21253 w 41981"/>
                  <a:gd name="connsiteY5" fmla="*/ 4972 h 41981"/>
                  <a:gd name="connsiteX6" fmla="*/ 21253 w 41981"/>
                  <a:gd name="connsiteY6" fmla="*/ 171 h 41981"/>
                  <a:gd name="connsiteX7" fmla="*/ 263 w 41981"/>
                  <a:gd name="connsiteY7" fmla="*/ 21162 h 41981"/>
                  <a:gd name="connsiteX8" fmla="*/ 21253 w 41981"/>
                  <a:gd name="connsiteY8" fmla="*/ 42152 h 41981"/>
                  <a:gd name="connsiteX9" fmla="*/ 42244 w 41981"/>
                  <a:gd name="connsiteY9" fmla="*/ 21162 h 41981"/>
                  <a:gd name="connsiteX10" fmla="*/ 42244 w 41981"/>
                  <a:gd name="connsiteY10" fmla="*/ 21162 h 41981"/>
                  <a:gd name="connsiteX11" fmla="*/ 21253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2"/>
                    </a:moveTo>
                    <a:cubicBezTo>
                      <a:pt x="30195" y="4972"/>
                      <a:pt x="37443" y="12220"/>
                      <a:pt x="37443" y="21162"/>
                    </a:cubicBezTo>
                    <a:lnTo>
                      <a:pt x="37443" y="21162"/>
                    </a:lnTo>
                    <a:cubicBezTo>
                      <a:pt x="37443" y="30104"/>
                      <a:pt x="30195" y="37352"/>
                      <a:pt x="21253" y="37352"/>
                    </a:cubicBezTo>
                    <a:cubicBezTo>
                      <a:pt x="12311" y="37352"/>
                      <a:pt x="5063" y="30104"/>
                      <a:pt x="5063" y="21162"/>
                    </a:cubicBezTo>
                    <a:cubicBezTo>
                      <a:pt x="5063" y="12220"/>
                      <a:pt x="12311" y="4972"/>
                      <a:pt x="21253" y="4972"/>
                    </a:cubicBezTo>
                    <a:close/>
                    <a:moveTo>
                      <a:pt x="21253" y="171"/>
                    </a:moveTo>
                    <a:cubicBezTo>
                      <a:pt x="9661" y="171"/>
                      <a:pt x="263" y="9569"/>
                      <a:pt x="263" y="21162"/>
                    </a:cubicBezTo>
                    <a:cubicBezTo>
                      <a:pt x="263" y="32754"/>
                      <a:pt x="9661" y="42152"/>
                      <a:pt x="21253" y="42152"/>
                    </a:cubicBezTo>
                    <a:cubicBezTo>
                      <a:pt x="32846" y="42152"/>
                      <a:pt x="42244" y="32754"/>
                      <a:pt x="42244" y="21162"/>
                    </a:cubicBezTo>
                    <a:lnTo>
                      <a:pt x="42244" y="21162"/>
                    </a:lnTo>
                    <a:cubicBezTo>
                      <a:pt x="42244" y="9569"/>
                      <a:pt x="32846" y="171"/>
                      <a:pt x="21253" y="171"/>
                    </a:cubicBezTo>
                    <a:close/>
                  </a:path>
                </a:pathLst>
              </a:custGeom>
              <a:solidFill>
                <a:srgbClr val="000000"/>
              </a:solidFill>
              <a:ln w="4794" cap="sq">
                <a:noFill/>
                <a:prstDash val="solid"/>
                <a:round/>
              </a:ln>
            </p:spPr>
            <p:txBody>
              <a:bodyPr rtlCol="0" anchor="ctr"/>
              <a:lstStyle/>
              <a:p>
                <a:endParaRPr lang="en-US"/>
              </a:p>
            </p:txBody>
          </p:sp>
          <p:sp>
            <p:nvSpPr>
              <p:cNvPr id="1414" name="Freeform: Shape 1413">
                <a:extLst>
                  <a:ext uri="{FF2B5EF4-FFF2-40B4-BE49-F238E27FC236}">
                    <a16:creationId xmlns:a16="http://schemas.microsoft.com/office/drawing/2014/main" id="{C3291B3E-9D07-F6F7-93D4-F4B752817144}"/>
                  </a:ext>
                </a:extLst>
              </p:cNvPr>
              <p:cNvSpPr/>
              <p:nvPr/>
            </p:nvSpPr>
            <p:spPr>
              <a:xfrm>
                <a:off x="7668618" y="7904459"/>
                <a:ext cx="37180" cy="37180"/>
              </a:xfrm>
              <a:custGeom>
                <a:avLst/>
                <a:gdLst>
                  <a:gd name="connsiteX0" fmla="*/ 37436 w 37180"/>
                  <a:gd name="connsiteY0" fmla="*/ 18747 h 37180"/>
                  <a:gd name="connsiteX1" fmla="*/ 18846 w 37180"/>
                  <a:gd name="connsiteY1" fmla="*/ 37337 h 37180"/>
                  <a:gd name="connsiteX2" fmla="*/ 256 w 37180"/>
                  <a:gd name="connsiteY2" fmla="*/ 18747 h 37180"/>
                  <a:gd name="connsiteX3" fmla="*/ 18846 w 37180"/>
                  <a:gd name="connsiteY3" fmla="*/ 157 h 37180"/>
                  <a:gd name="connsiteX4" fmla="*/ 37436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47"/>
                    </a:moveTo>
                    <a:cubicBezTo>
                      <a:pt x="37436" y="29014"/>
                      <a:pt x="29113" y="37337"/>
                      <a:pt x="18846" y="37337"/>
                    </a:cubicBezTo>
                    <a:cubicBezTo>
                      <a:pt x="8579" y="37337"/>
                      <a:pt x="256" y="29014"/>
                      <a:pt x="256" y="18747"/>
                    </a:cubicBezTo>
                    <a:cubicBezTo>
                      <a:pt x="256" y="8480"/>
                      <a:pt x="8579" y="157"/>
                      <a:pt x="18846" y="157"/>
                    </a:cubicBezTo>
                    <a:cubicBezTo>
                      <a:pt x="29113" y="157"/>
                      <a:pt x="37436" y="8480"/>
                      <a:pt x="37436" y="18747"/>
                    </a:cubicBezTo>
                    <a:close/>
                  </a:path>
                </a:pathLst>
              </a:custGeom>
              <a:solidFill>
                <a:srgbClr val="F7F1F1"/>
              </a:solidFill>
              <a:ln w="5753" cap="sq">
                <a:noFill/>
                <a:prstDash val="solid"/>
                <a:miter/>
              </a:ln>
            </p:spPr>
            <p:txBody>
              <a:bodyPr rtlCol="0" anchor="ctr"/>
              <a:lstStyle/>
              <a:p>
                <a:endParaRPr lang="en-US"/>
              </a:p>
            </p:txBody>
          </p:sp>
          <p:sp>
            <p:nvSpPr>
              <p:cNvPr id="1415" name="Freeform: Shape 1414">
                <a:extLst>
                  <a:ext uri="{FF2B5EF4-FFF2-40B4-BE49-F238E27FC236}">
                    <a16:creationId xmlns:a16="http://schemas.microsoft.com/office/drawing/2014/main" id="{746D128E-41E8-39A3-C734-BFAE465FD8CE}"/>
                  </a:ext>
                </a:extLst>
              </p:cNvPr>
              <p:cNvSpPr/>
              <p:nvPr/>
            </p:nvSpPr>
            <p:spPr>
              <a:xfrm>
                <a:off x="7666218" y="7902059"/>
                <a:ext cx="41981" cy="41981"/>
              </a:xfrm>
              <a:custGeom>
                <a:avLst/>
                <a:gdLst>
                  <a:gd name="connsiteX0" fmla="*/ 21246 w 41981"/>
                  <a:gd name="connsiteY0" fmla="*/ 4957 h 41981"/>
                  <a:gd name="connsiteX1" fmla="*/ 37436 w 41981"/>
                  <a:gd name="connsiteY1" fmla="*/ 21147 h 41981"/>
                  <a:gd name="connsiteX2" fmla="*/ 37436 w 41981"/>
                  <a:gd name="connsiteY2" fmla="*/ 21147 h 41981"/>
                  <a:gd name="connsiteX3" fmla="*/ 21246 w 41981"/>
                  <a:gd name="connsiteY3" fmla="*/ 37337 h 41981"/>
                  <a:gd name="connsiteX4" fmla="*/ 5056 w 41981"/>
                  <a:gd name="connsiteY4" fmla="*/ 21147 h 41981"/>
                  <a:gd name="connsiteX5" fmla="*/ 21246 w 41981"/>
                  <a:gd name="connsiteY5" fmla="*/ 4957 h 41981"/>
                  <a:gd name="connsiteX6" fmla="*/ 21246 w 41981"/>
                  <a:gd name="connsiteY6" fmla="*/ 157 h 41981"/>
                  <a:gd name="connsiteX7" fmla="*/ 256 w 41981"/>
                  <a:gd name="connsiteY7" fmla="*/ 21147 h 41981"/>
                  <a:gd name="connsiteX8" fmla="*/ 21246 w 41981"/>
                  <a:gd name="connsiteY8" fmla="*/ 42138 h 41981"/>
                  <a:gd name="connsiteX9" fmla="*/ 42237 w 41981"/>
                  <a:gd name="connsiteY9" fmla="*/ 21147 h 41981"/>
                  <a:gd name="connsiteX10" fmla="*/ 42237 w 41981"/>
                  <a:gd name="connsiteY10" fmla="*/ 21147 h 41981"/>
                  <a:gd name="connsiteX11" fmla="*/ 21246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57"/>
                    </a:moveTo>
                    <a:cubicBezTo>
                      <a:pt x="30188" y="4957"/>
                      <a:pt x="37436" y="12205"/>
                      <a:pt x="37436" y="21147"/>
                    </a:cubicBezTo>
                    <a:lnTo>
                      <a:pt x="37436" y="21147"/>
                    </a:lnTo>
                    <a:cubicBezTo>
                      <a:pt x="37436" y="30089"/>
                      <a:pt x="30188" y="37337"/>
                      <a:pt x="21246" y="37337"/>
                    </a:cubicBezTo>
                    <a:cubicBezTo>
                      <a:pt x="12304" y="37337"/>
                      <a:pt x="5056" y="30089"/>
                      <a:pt x="5056" y="21147"/>
                    </a:cubicBezTo>
                    <a:cubicBezTo>
                      <a:pt x="5056" y="12205"/>
                      <a:pt x="12304" y="4957"/>
                      <a:pt x="21246" y="4957"/>
                    </a:cubicBezTo>
                    <a:close/>
                    <a:moveTo>
                      <a:pt x="21246" y="157"/>
                    </a:moveTo>
                    <a:cubicBezTo>
                      <a:pt x="9654" y="157"/>
                      <a:pt x="256" y="9555"/>
                      <a:pt x="256" y="21147"/>
                    </a:cubicBezTo>
                    <a:cubicBezTo>
                      <a:pt x="256" y="32740"/>
                      <a:pt x="9654" y="42138"/>
                      <a:pt x="21246" y="42138"/>
                    </a:cubicBezTo>
                    <a:cubicBezTo>
                      <a:pt x="32839" y="42138"/>
                      <a:pt x="42237" y="32740"/>
                      <a:pt x="42237" y="21147"/>
                    </a:cubicBezTo>
                    <a:lnTo>
                      <a:pt x="42237" y="21147"/>
                    </a:lnTo>
                    <a:cubicBezTo>
                      <a:pt x="42237" y="9555"/>
                      <a:pt x="32839" y="157"/>
                      <a:pt x="21246" y="157"/>
                    </a:cubicBezTo>
                    <a:close/>
                  </a:path>
                </a:pathLst>
              </a:custGeom>
              <a:solidFill>
                <a:srgbClr val="000000"/>
              </a:solidFill>
              <a:ln w="4794" cap="sq">
                <a:noFill/>
                <a:prstDash val="solid"/>
                <a:round/>
              </a:ln>
            </p:spPr>
            <p:txBody>
              <a:bodyPr rtlCol="0" anchor="ctr"/>
              <a:lstStyle/>
              <a:p>
                <a:endParaRPr lang="en-US"/>
              </a:p>
            </p:txBody>
          </p:sp>
          <p:sp>
            <p:nvSpPr>
              <p:cNvPr id="1416" name="Freeform: Shape 1415">
                <a:extLst>
                  <a:ext uri="{FF2B5EF4-FFF2-40B4-BE49-F238E27FC236}">
                    <a16:creationId xmlns:a16="http://schemas.microsoft.com/office/drawing/2014/main" id="{96302A0C-6650-80C2-4848-BFB88916DF62}"/>
                  </a:ext>
                </a:extLst>
              </p:cNvPr>
              <p:cNvSpPr/>
              <p:nvPr/>
            </p:nvSpPr>
            <p:spPr>
              <a:xfrm>
                <a:off x="7652778" y="7823837"/>
                <a:ext cx="37180" cy="37180"/>
              </a:xfrm>
              <a:custGeom>
                <a:avLst/>
                <a:gdLst>
                  <a:gd name="connsiteX0" fmla="*/ 37434 w 37180"/>
                  <a:gd name="connsiteY0" fmla="*/ 18733 h 37180"/>
                  <a:gd name="connsiteX1" fmla="*/ 18843 w 37180"/>
                  <a:gd name="connsiteY1" fmla="*/ 37323 h 37180"/>
                  <a:gd name="connsiteX2" fmla="*/ 253 w 37180"/>
                  <a:gd name="connsiteY2" fmla="*/ 18733 h 37180"/>
                  <a:gd name="connsiteX3" fmla="*/ 18843 w 37180"/>
                  <a:gd name="connsiteY3" fmla="*/ 143 h 37180"/>
                  <a:gd name="connsiteX4" fmla="*/ 37434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33"/>
                    </a:moveTo>
                    <a:cubicBezTo>
                      <a:pt x="37434" y="29000"/>
                      <a:pt x="29111" y="37323"/>
                      <a:pt x="18843" y="37323"/>
                    </a:cubicBezTo>
                    <a:cubicBezTo>
                      <a:pt x="8576" y="37323"/>
                      <a:pt x="253" y="29000"/>
                      <a:pt x="253" y="18733"/>
                    </a:cubicBezTo>
                    <a:cubicBezTo>
                      <a:pt x="253" y="8466"/>
                      <a:pt x="8576" y="143"/>
                      <a:pt x="18843" y="143"/>
                    </a:cubicBezTo>
                    <a:cubicBezTo>
                      <a:pt x="29111" y="143"/>
                      <a:pt x="37434" y="8466"/>
                      <a:pt x="37434" y="18733"/>
                    </a:cubicBezTo>
                    <a:close/>
                  </a:path>
                </a:pathLst>
              </a:custGeom>
              <a:solidFill>
                <a:srgbClr val="EEF7EE"/>
              </a:solidFill>
              <a:ln w="5753" cap="sq">
                <a:noFill/>
                <a:prstDash val="solid"/>
                <a:miter/>
              </a:ln>
            </p:spPr>
            <p:txBody>
              <a:bodyPr rtlCol="0" anchor="ctr"/>
              <a:lstStyle/>
              <a:p>
                <a:endParaRPr lang="en-US"/>
              </a:p>
            </p:txBody>
          </p:sp>
          <p:sp>
            <p:nvSpPr>
              <p:cNvPr id="1417" name="Freeform: Shape 1416">
                <a:extLst>
                  <a:ext uri="{FF2B5EF4-FFF2-40B4-BE49-F238E27FC236}">
                    <a16:creationId xmlns:a16="http://schemas.microsoft.com/office/drawing/2014/main" id="{E924FC1A-AA0B-82E7-7CD0-9795505CB798}"/>
                  </a:ext>
                </a:extLst>
              </p:cNvPr>
              <p:cNvSpPr/>
              <p:nvPr/>
            </p:nvSpPr>
            <p:spPr>
              <a:xfrm>
                <a:off x="7650378" y="7821436"/>
                <a:ext cx="41981" cy="41981"/>
              </a:xfrm>
              <a:custGeom>
                <a:avLst/>
                <a:gdLst>
                  <a:gd name="connsiteX0" fmla="*/ 21244 w 41981"/>
                  <a:gd name="connsiteY0" fmla="*/ 4943 h 41981"/>
                  <a:gd name="connsiteX1" fmla="*/ 37434 w 41981"/>
                  <a:gd name="connsiteY1" fmla="*/ 21133 h 41981"/>
                  <a:gd name="connsiteX2" fmla="*/ 37434 w 41981"/>
                  <a:gd name="connsiteY2" fmla="*/ 21133 h 41981"/>
                  <a:gd name="connsiteX3" fmla="*/ 21244 w 41981"/>
                  <a:gd name="connsiteY3" fmla="*/ 37323 h 41981"/>
                  <a:gd name="connsiteX4" fmla="*/ 5053 w 41981"/>
                  <a:gd name="connsiteY4" fmla="*/ 21133 h 41981"/>
                  <a:gd name="connsiteX5" fmla="*/ 21244 w 41981"/>
                  <a:gd name="connsiteY5" fmla="*/ 4943 h 41981"/>
                  <a:gd name="connsiteX6" fmla="*/ 21244 w 41981"/>
                  <a:gd name="connsiteY6" fmla="*/ 143 h 41981"/>
                  <a:gd name="connsiteX7" fmla="*/ 253 w 41981"/>
                  <a:gd name="connsiteY7" fmla="*/ 21133 h 41981"/>
                  <a:gd name="connsiteX8" fmla="*/ 21244 w 41981"/>
                  <a:gd name="connsiteY8" fmla="*/ 42124 h 41981"/>
                  <a:gd name="connsiteX9" fmla="*/ 42234 w 41981"/>
                  <a:gd name="connsiteY9" fmla="*/ 21133 h 41981"/>
                  <a:gd name="connsiteX10" fmla="*/ 42234 w 41981"/>
                  <a:gd name="connsiteY10" fmla="*/ 21133 h 41981"/>
                  <a:gd name="connsiteX11" fmla="*/ 21244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43"/>
                    </a:moveTo>
                    <a:cubicBezTo>
                      <a:pt x="30185" y="4943"/>
                      <a:pt x="37434" y="12191"/>
                      <a:pt x="37434" y="21133"/>
                    </a:cubicBezTo>
                    <a:lnTo>
                      <a:pt x="37434" y="21133"/>
                    </a:lnTo>
                    <a:cubicBezTo>
                      <a:pt x="37434" y="30075"/>
                      <a:pt x="30185" y="37323"/>
                      <a:pt x="21244" y="37323"/>
                    </a:cubicBezTo>
                    <a:cubicBezTo>
                      <a:pt x="12302" y="37323"/>
                      <a:pt x="5053" y="30075"/>
                      <a:pt x="5053" y="21133"/>
                    </a:cubicBezTo>
                    <a:cubicBezTo>
                      <a:pt x="5053" y="12191"/>
                      <a:pt x="12302" y="4943"/>
                      <a:pt x="21244" y="4943"/>
                    </a:cubicBezTo>
                    <a:close/>
                    <a:moveTo>
                      <a:pt x="21244" y="143"/>
                    </a:moveTo>
                    <a:cubicBezTo>
                      <a:pt x="9651" y="143"/>
                      <a:pt x="253" y="9541"/>
                      <a:pt x="253" y="21133"/>
                    </a:cubicBezTo>
                    <a:cubicBezTo>
                      <a:pt x="253" y="32726"/>
                      <a:pt x="9651" y="42124"/>
                      <a:pt x="21244" y="42124"/>
                    </a:cubicBezTo>
                    <a:cubicBezTo>
                      <a:pt x="32836" y="42124"/>
                      <a:pt x="42234" y="32726"/>
                      <a:pt x="42234" y="21133"/>
                    </a:cubicBezTo>
                    <a:lnTo>
                      <a:pt x="42234" y="21133"/>
                    </a:lnTo>
                    <a:cubicBezTo>
                      <a:pt x="42234" y="9541"/>
                      <a:pt x="32836" y="143"/>
                      <a:pt x="21244" y="143"/>
                    </a:cubicBezTo>
                    <a:close/>
                  </a:path>
                </a:pathLst>
              </a:custGeom>
              <a:solidFill>
                <a:srgbClr val="000000"/>
              </a:solidFill>
              <a:ln w="4794" cap="sq">
                <a:noFill/>
                <a:prstDash val="solid"/>
                <a:round/>
              </a:ln>
            </p:spPr>
            <p:txBody>
              <a:bodyPr rtlCol="0" anchor="ctr"/>
              <a:lstStyle/>
              <a:p>
                <a:endParaRPr lang="en-US"/>
              </a:p>
            </p:txBody>
          </p:sp>
          <p:sp>
            <p:nvSpPr>
              <p:cNvPr id="1418" name="Freeform: Shape 1417">
                <a:extLst>
                  <a:ext uri="{FF2B5EF4-FFF2-40B4-BE49-F238E27FC236}">
                    <a16:creationId xmlns:a16="http://schemas.microsoft.com/office/drawing/2014/main" id="{B8AFEF82-8D80-55A8-DC22-C4057FAE6B16}"/>
                  </a:ext>
                </a:extLst>
              </p:cNvPr>
              <p:cNvSpPr/>
              <p:nvPr/>
            </p:nvSpPr>
            <p:spPr>
              <a:xfrm>
                <a:off x="7723868" y="7860246"/>
                <a:ext cx="37180" cy="37180"/>
              </a:xfrm>
              <a:custGeom>
                <a:avLst/>
                <a:gdLst>
                  <a:gd name="connsiteX0" fmla="*/ 37446 w 37180"/>
                  <a:gd name="connsiteY0" fmla="*/ 18739 h 37180"/>
                  <a:gd name="connsiteX1" fmla="*/ 18856 w 37180"/>
                  <a:gd name="connsiteY1" fmla="*/ 37330 h 37180"/>
                  <a:gd name="connsiteX2" fmla="*/ 265 w 37180"/>
                  <a:gd name="connsiteY2" fmla="*/ 18739 h 37180"/>
                  <a:gd name="connsiteX3" fmla="*/ 18856 w 37180"/>
                  <a:gd name="connsiteY3" fmla="*/ 149 h 37180"/>
                  <a:gd name="connsiteX4" fmla="*/ 37446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39"/>
                    </a:moveTo>
                    <a:cubicBezTo>
                      <a:pt x="37446" y="29006"/>
                      <a:pt x="29123" y="37330"/>
                      <a:pt x="18856" y="37330"/>
                    </a:cubicBezTo>
                    <a:cubicBezTo>
                      <a:pt x="8588" y="37330"/>
                      <a:pt x="265" y="29006"/>
                      <a:pt x="265" y="18739"/>
                    </a:cubicBezTo>
                    <a:cubicBezTo>
                      <a:pt x="265" y="8472"/>
                      <a:pt x="8588" y="149"/>
                      <a:pt x="18856" y="149"/>
                    </a:cubicBezTo>
                    <a:cubicBezTo>
                      <a:pt x="29123" y="149"/>
                      <a:pt x="37446" y="8472"/>
                      <a:pt x="37446" y="18739"/>
                    </a:cubicBezTo>
                    <a:close/>
                  </a:path>
                </a:pathLst>
              </a:custGeom>
              <a:solidFill>
                <a:srgbClr val="BBF7BB"/>
              </a:solidFill>
              <a:ln w="5753" cap="sq">
                <a:noFill/>
                <a:prstDash val="solid"/>
                <a:miter/>
              </a:ln>
            </p:spPr>
            <p:txBody>
              <a:bodyPr rtlCol="0" anchor="ctr"/>
              <a:lstStyle/>
              <a:p>
                <a:endParaRPr lang="en-US"/>
              </a:p>
            </p:txBody>
          </p:sp>
          <p:sp>
            <p:nvSpPr>
              <p:cNvPr id="1419" name="Freeform: Shape 1418">
                <a:extLst>
                  <a:ext uri="{FF2B5EF4-FFF2-40B4-BE49-F238E27FC236}">
                    <a16:creationId xmlns:a16="http://schemas.microsoft.com/office/drawing/2014/main" id="{24D019EE-C03C-47DB-AFC3-D3162AF15381}"/>
                  </a:ext>
                </a:extLst>
              </p:cNvPr>
              <p:cNvSpPr/>
              <p:nvPr/>
            </p:nvSpPr>
            <p:spPr>
              <a:xfrm>
                <a:off x="7721468" y="7857845"/>
                <a:ext cx="41981" cy="41981"/>
              </a:xfrm>
              <a:custGeom>
                <a:avLst/>
                <a:gdLst>
                  <a:gd name="connsiteX0" fmla="*/ 21256 w 41981"/>
                  <a:gd name="connsiteY0" fmla="*/ 4949 h 41981"/>
                  <a:gd name="connsiteX1" fmla="*/ 37446 w 41981"/>
                  <a:gd name="connsiteY1" fmla="*/ 21139 h 41981"/>
                  <a:gd name="connsiteX2" fmla="*/ 37446 w 41981"/>
                  <a:gd name="connsiteY2" fmla="*/ 21139 h 41981"/>
                  <a:gd name="connsiteX3" fmla="*/ 21256 w 41981"/>
                  <a:gd name="connsiteY3" fmla="*/ 37330 h 41981"/>
                  <a:gd name="connsiteX4" fmla="*/ 5066 w 41981"/>
                  <a:gd name="connsiteY4" fmla="*/ 21139 h 41981"/>
                  <a:gd name="connsiteX5" fmla="*/ 21256 w 41981"/>
                  <a:gd name="connsiteY5" fmla="*/ 4949 h 41981"/>
                  <a:gd name="connsiteX6" fmla="*/ 21256 w 41981"/>
                  <a:gd name="connsiteY6" fmla="*/ 149 h 41981"/>
                  <a:gd name="connsiteX7" fmla="*/ 265 w 41981"/>
                  <a:gd name="connsiteY7" fmla="*/ 21139 h 41981"/>
                  <a:gd name="connsiteX8" fmla="*/ 21256 w 41981"/>
                  <a:gd name="connsiteY8" fmla="*/ 42130 h 41981"/>
                  <a:gd name="connsiteX9" fmla="*/ 42246 w 41981"/>
                  <a:gd name="connsiteY9" fmla="*/ 21139 h 41981"/>
                  <a:gd name="connsiteX10" fmla="*/ 42246 w 41981"/>
                  <a:gd name="connsiteY10" fmla="*/ 21139 h 41981"/>
                  <a:gd name="connsiteX11" fmla="*/ 21256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49"/>
                    </a:moveTo>
                    <a:cubicBezTo>
                      <a:pt x="30198" y="4949"/>
                      <a:pt x="37446" y="12198"/>
                      <a:pt x="37446" y="21139"/>
                    </a:cubicBezTo>
                    <a:lnTo>
                      <a:pt x="37446" y="21139"/>
                    </a:lnTo>
                    <a:cubicBezTo>
                      <a:pt x="37446" y="30081"/>
                      <a:pt x="30198" y="37330"/>
                      <a:pt x="21256" y="37330"/>
                    </a:cubicBezTo>
                    <a:cubicBezTo>
                      <a:pt x="12314" y="37330"/>
                      <a:pt x="5066" y="30081"/>
                      <a:pt x="5066" y="21139"/>
                    </a:cubicBezTo>
                    <a:cubicBezTo>
                      <a:pt x="5066" y="12198"/>
                      <a:pt x="12314" y="4949"/>
                      <a:pt x="21256" y="4949"/>
                    </a:cubicBezTo>
                    <a:close/>
                    <a:moveTo>
                      <a:pt x="21256" y="149"/>
                    </a:moveTo>
                    <a:cubicBezTo>
                      <a:pt x="9663" y="149"/>
                      <a:pt x="265" y="9547"/>
                      <a:pt x="265" y="21139"/>
                    </a:cubicBezTo>
                    <a:cubicBezTo>
                      <a:pt x="265" y="32732"/>
                      <a:pt x="9663" y="42130"/>
                      <a:pt x="21256" y="42130"/>
                    </a:cubicBezTo>
                    <a:cubicBezTo>
                      <a:pt x="32848" y="42130"/>
                      <a:pt x="42246" y="32732"/>
                      <a:pt x="42246" y="21139"/>
                    </a:cubicBezTo>
                    <a:lnTo>
                      <a:pt x="42246" y="21139"/>
                    </a:lnTo>
                    <a:cubicBezTo>
                      <a:pt x="42246" y="9547"/>
                      <a:pt x="32848" y="149"/>
                      <a:pt x="21256" y="149"/>
                    </a:cubicBezTo>
                    <a:close/>
                  </a:path>
                </a:pathLst>
              </a:custGeom>
              <a:solidFill>
                <a:srgbClr val="000000"/>
              </a:solidFill>
              <a:ln w="4794" cap="sq">
                <a:noFill/>
                <a:prstDash val="solid"/>
                <a:round/>
              </a:ln>
            </p:spPr>
            <p:txBody>
              <a:bodyPr rtlCol="0" anchor="ctr"/>
              <a:lstStyle/>
              <a:p>
                <a:endParaRPr lang="en-US"/>
              </a:p>
            </p:txBody>
          </p:sp>
          <p:sp>
            <p:nvSpPr>
              <p:cNvPr id="1420" name="Freeform: Shape 1419">
                <a:extLst>
                  <a:ext uri="{FF2B5EF4-FFF2-40B4-BE49-F238E27FC236}">
                    <a16:creationId xmlns:a16="http://schemas.microsoft.com/office/drawing/2014/main" id="{85DA49F2-385F-A995-4A5F-99B9F2BAD124}"/>
                  </a:ext>
                </a:extLst>
              </p:cNvPr>
              <p:cNvSpPr/>
              <p:nvPr/>
            </p:nvSpPr>
            <p:spPr>
              <a:xfrm>
                <a:off x="7762656" y="8090767"/>
                <a:ext cx="37180" cy="37180"/>
              </a:xfrm>
              <a:custGeom>
                <a:avLst/>
                <a:gdLst>
                  <a:gd name="connsiteX0" fmla="*/ 37453 w 37180"/>
                  <a:gd name="connsiteY0" fmla="*/ 18779 h 37180"/>
                  <a:gd name="connsiteX1" fmla="*/ 18862 w 37180"/>
                  <a:gd name="connsiteY1" fmla="*/ 37370 h 37180"/>
                  <a:gd name="connsiteX2" fmla="*/ 272 w 37180"/>
                  <a:gd name="connsiteY2" fmla="*/ 18779 h 37180"/>
                  <a:gd name="connsiteX3" fmla="*/ 18862 w 37180"/>
                  <a:gd name="connsiteY3" fmla="*/ 189 h 37180"/>
                  <a:gd name="connsiteX4" fmla="*/ 37453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79"/>
                    </a:moveTo>
                    <a:cubicBezTo>
                      <a:pt x="37453" y="29046"/>
                      <a:pt x="29130" y="37370"/>
                      <a:pt x="18862" y="37370"/>
                    </a:cubicBezTo>
                    <a:cubicBezTo>
                      <a:pt x="8595" y="37370"/>
                      <a:pt x="272" y="29046"/>
                      <a:pt x="272" y="18779"/>
                    </a:cubicBezTo>
                    <a:cubicBezTo>
                      <a:pt x="272" y="8512"/>
                      <a:pt x="8595" y="189"/>
                      <a:pt x="18862" y="189"/>
                    </a:cubicBezTo>
                    <a:cubicBezTo>
                      <a:pt x="29130" y="189"/>
                      <a:pt x="37453" y="8512"/>
                      <a:pt x="37453" y="18779"/>
                    </a:cubicBezTo>
                    <a:close/>
                  </a:path>
                </a:pathLst>
              </a:custGeom>
              <a:solidFill>
                <a:srgbClr val="F7E7E7"/>
              </a:solidFill>
              <a:ln w="5753" cap="sq">
                <a:noFill/>
                <a:prstDash val="solid"/>
                <a:miter/>
              </a:ln>
            </p:spPr>
            <p:txBody>
              <a:bodyPr rtlCol="0" anchor="ctr"/>
              <a:lstStyle/>
              <a:p>
                <a:endParaRPr lang="en-US"/>
              </a:p>
            </p:txBody>
          </p:sp>
          <p:sp>
            <p:nvSpPr>
              <p:cNvPr id="1421" name="Freeform: Shape 1420">
                <a:extLst>
                  <a:ext uri="{FF2B5EF4-FFF2-40B4-BE49-F238E27FC236}">
                    <a16:creationId xmlns:a16="http://schemas.microsoft.com/office/drawing/2014/main" id="{27574557-7CA2-CF24-850A-CC8795AEC51A}"/>
                  </a:ext>
                </a:extLst>
              </p:cNvPr>
              <p:cNvSpPr/>
              <p:nvPr/>
            </p:nvSpPr>
            <p:spPr>
              <a:xfrm>
                <a:off x="7760256" y="8088366"/>
                <a:ext cx="41981" cy="41981"/>
              </a:xfrm>
              <a:custGeom>
                <a:avLst/>
                <a:gdLst>
                  <a:gd name="connsiteX0" fmla="*/ 21263 w 41981"/>
                  <a:gd name="connsiteY0" fmla="*/ 4989 h 41981"/>
                  <a:gd name="connsiteX1" fmla="*/ 37453 w 41981"/>
                  <a:gd name="connsiteY1" fmla="*/ 21179 h 41981"/>
                  <a:gd name="connsiteX2" fmla="*/ 37453 w 41981"/>
                  <a:gd name="connsiteY2" fmla="*/ 21179 h 41981"/>
                  <a:gd name="connsiteX3" fmla="*/ 21263 w 41981"/>
                  <a:gd name="connsiteY3" fmla="*/ 37370 h 41981"/>
                  <a:gd name="connsiteX4" fmla="*/ 5072 w 41981"/>
                  <a:gd name="connsiteY4" fmla="*/ 21179 h 41981"/>
                  <a:gd name="connsiteX5" fmla="*/ 21263 w 41981"/>
                  <a:gd name="connsiteY5" fmla="*/ 4989 h 41981"/>
                  <a:gd name="connsiteX6" fmla="*/ 21263 w 41981"/>
                  <a:gd name="connsiteY6" fmla="*/ 189 h 41981"/>
                  <a:gd name="connsiteX7" fmla="*/ 272 w 41981"/>
                  <a:gd name="connsiteY7" fmla="*/ 21179 h 41981"/>
                  <a:gd name="connsiteX8" fmla="*/ 21263 w 41981"/>
                  <a:gd name="connsiteY8" fmla="*/ 42170 h 41981"/>
                  <a:gd name="connsiteX9" fmla="*/ 42253 w 41981"/>
                  <a:gd name="connsiteY9" fmla="*/ 21179 h 41981"/>
                  <a:gd name="connsiteX10" fmla="*/ 42253 w 41981"/>
                  <a:gd name="connsiteY10" fmla="*/ 21179 h 41981"/>
                  <a:gd name="connsiteX11" fmla="*/ 21263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9"/>
                    </a:moveTo>
                    <a:cubicBezTo>
                      <a:pt x="30204" y="4989"/>
                      <a:pt x="37453" y="12238"/>
                      <a:pt x="37453" y="21179"/>
                    </a:cubicBezTo>
                    <a:lnTo>
                      <a:pt x="37453" y="21179"/>
                    </a:lnTo>
                    <a:cubicBezTo>
                      <a:pt x="37453" y="30121"/>
                      <a:pt x="30204" y="37370"/>
                      <a:pt x="21263" y="37370"/>
                    </a:cubicBezTo>
                    <a:cubicBezTo>
                      <a:pt x="12321" y="37370"/>
                      <a:pt x="5072" y="30121"/>
                      <a:pt x="5072" y="21179"/>
                    </a:cubicBezTo>
                    <a:cubicBezTo>
                      <a:pt x="5072" y="12238"/>
                      <a:pt x="12321" y="4989"/>
                      <a:pt x="21263" y="4989"/>
                    </a:cubicBezTo>
                    <a:close/>
                    <a:moveTo>
                      <a:pt x="21263" y="189"/>
                    </a:moveTo>
                    <a:cubicBezTo>
                      <a:pt x="9670" y="189"/>
                      <a:pt x="272" y="9587"/>
                      <a:pt x="272" y="21179"/>
                    </a:cubicBezTo>
                    <a:cubicBezTo>
                      <a:pt x="272" y="32772"/>
                      <a:pt x="9670" y="42170"/>
                      <a:pt x="21263" y="42170"/>
                    </a:cubicBezTo>
                    <a:cubicBezTo>
                      <a:pt x="32855" y="42170"/>
                      <a:pt x="42253" y="32772"/>
                      <a:pt x="42253" y="21179"/>
                    </a:cubicBezTo>
                    <a:lnTo>
                      <a:pt x="42253" y="21179"/>
                    </a:lnTo>
                    <a:cubicBezTo>
                      <a:pt x="42253" y="9587"/>
                      <a:pt x="32855" y="189"/>
                      <a:pt x="21263" y="189"/>
                    </a:cubicBezTo>
                    <a:close/>
                  </a:path>
                </a:pathLst>
              </a:custGeom>
              <a:solidFill>
                <a:srgbClr val="000000"/>
              </a:solidFill>
              <a:ln w="4794" cap="sq">
                <a:noFill/>
                <a:prstDash val="solid"/>
                <a:round/>
              </a:ln>
            </p:spPr>
            <p:txBody>
              <a:bodyPr rtlCol="0" anchor="ctr"/>
              <a:lstStyle/>
              <a:p>
                <a:endParaRPr lang="en-US"/>
              </a:p>
            </p:txBody>
          </p:sp>
          <p:sp>
            <p:nvSpPr>
              <p:cNvPr id="1422" name="Freeform: Shape 1421">
                <a:extLst>
                  <a:ext uri="{FF2B5EF4-FFF2-40B4-BE49-F238E27FC236}">
                    <a16:creationId xmlns:a16="http://schemas.microsoft.com/office/drawing/2014/main" id="{89EAEFD0-B7CB-0936-45E0-4047AA0E6513}"/>
                  </a:ext>
                </a:extLst>
              </p:cNvPr>
              <p:cNvSpPr/>
              <p:nvPr/>
            </p:nvSpPr>
            <p:spPr>
              <a:xfrm>
                <a:off x="7775063" y="7941047"/>
                <a:ext cx="37180" cy="37180"/>
              </a:xfrm>
              <a:custGeom>
                <a:avLst/>
                <a:gdLst>
                  <a:gd name="connsiteX0" fmla="*/ 37455 w 37180"/>
                  <a:gd name="connsiteY0" fmla="*/ 18753 h 37180"/>
                  <a:gd name="connsiteX1" fmla="*/ 18865 w 37180"/>
                  <a:gd name="connsiteY1" fmla="*/ 37344 h 37180"/>
                  <a:gd name="connsiteX2" fmla="*/ 274 w 37180"/>
                  <a:gd name="connsiteY2" fmla="*/ 18753 h 37180"/>
                  <a:gd name="connsiteX3" fmla="*/ 18865 w 37180"/>
                  <a:gd name="connsiteY3" fmla="*/ 163 h 37180"/>
                  <a:gd name="connsiteX4" fmla="*/ 3745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3"/>
                    </a:moveTo>
                    <a:cubicBezTo>
                      <a:pt x="37455" y="29020"/>
                      <a:pt x="29132" y="37344"/>
                      <a:pt x="18865" y="37344"/>
                    </a:cubicBezTo>
                    <a:cubicBezTo>
                      <a:pt x="8597" y="37344"/>
                      <a:pt x="274" y="29020"/>
                      <a:pt x="274" y="18753"/>
                    </a:cubicBezTo>
                    <a:cubicBezTo>
                      <a:pt x="274" y="8486"/>
                      <a:pt x="8597" y="163"/>
                      <a:pt x="18865" y="163"/>
                    </a:cubicBezTo>
                    <a:cubicBezTo>
                      <a:pt x="29132" y="163"/>
                      <a:pt x="37455" y="8486"/>
                      <a:pt x="37455" y="18753"/>
                    </a:cubicBezTo>
                    <a:close/>
                  </a:path>
                </a:pathLst>
              </a:custGeom>
              <a:solidFill>
                <a:srgbClr val="F7EAEA"/>
              </a:solidFill>
              <a:ln w="5753" cap="sq">
                <a:noFill/>
                <a:prstDash val="solid"/>
                <a:miter/>
              </a:ln>
            </p:spPr>
            <p:txBody>
              <a:bodyPr rtlCol="0" anchor="ctr"/>
              <a:lstStyle/>
              <a:p>
                <a:endParaRPr lang="en-US"/>
              </a:p>
            </p:txBody>
          </p:sp>
          <p:sp>
            <p:nvSpPr>
              <p:cNvPr id="1423" name="Freeform: Shape 1422">
                <a:extLst>
                  <a:ext uri="{FF2B5EF4-FFF2-40B4-BE49-F238E27FC236}">
                    <a16:creationId xmlns:a16="http://schemas.microsoft.com/office/drawing/2014/main" id="{10C0B093-10D1-F681-BDF6-BE2454E767E2}"/>
                  </a:ext>
                </a:extLst>
              </p:cNvPr>
              <p:cNvSpPr/>
              <p:nvPr/>
            </p:nvSpPr>
            <p:spPr>
              <a:xfrm>
                <a:off x="7772663" y="7938647"/>
                <a:ext cx="41981" cy="41981"/>
              </a:xfrm>
              <a:custGeom>
                <a:avLst/>
                <a:gdLst>
                  <a:gd name="connsiteX0" fmla="*/ 21265 w 41981"/>
                  <a:gd name="connsiteY0" fmla="*/ 4963 h 41981"/>
                  <a:gd name="connsiteX1" fmla="*/ 37455 w 41981"/>
                  <a:gd name="connsiteY1" fmla="*/ 21153 h 41981"/>
                  <a:gd name="connsiteX2" fmla="*/ 37455 w 41981"/>
                  <a:gd name="connsiteY2" fmla="*/ 21153 h 41981"/>
                  <a:gd name="connsiteX3" fmla="*/ 21265 w 41981"/>
                  <a:gd name="connsiteY3" fmla="*/ 37344 h 41981"/>
                  <a:gd name="connsiteX4" fmla="*/ 5075 w 41981"/>
                  <a:gd name="connsiteY4" fmla="*/ 21153 h 41981"/>
                  <a:gd name="connsiteX5" fmla="*/ 21265 w 41981"/>
                  <a:gd name="connsiteY5" fmla="*/ 4963 h 41981"/>
                  <a:gd name="connsiteX6" fmla="*/ 21265 w 41981"/>
                  <a:gd name="connsiteY6" fmla="*/ 163 h 41981"/>
                  <a:gd name="connsiteX7" fmla="*/ 274 w 41981"/>
                  <a:gd name="connsiteY7" fmla="*/ 21153 h 41981"/>
                  <a:gd name="connsiteX8" fmla="*/ 21265 w 41981"/>
                  <a:gd name="connsiteY8" fmla="*/ 42144 h 41981"/>
                  <a:gd name="connsiteX9" fmla="*/ 42255 w 41981"/>
                  <a:gd name="connsiteY9" fmla="*/ 21153 h 41981"/>
                  <a:gd name="connsiteX10" fmla="*/ 42255 w 41981"/>
                  <a:gd name="connsiteY10" fmla="*/ 21153 h 41981"/>
                  <a:gd name="connsiteX11" fmla="*/ 21265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3"/>
                    </a:moveTo>
                    <a:cubicBezTo>
                      <a:pt x="30207" y="4963"/>
                      <a:pt x="37455" y="12212"/>
                      <a:pt x="37455" y="21153"/>
                    </a:cubicBezTo>
                    <a:lnTo>
                      <a:pt x="37455" y="21153"/>
                    </a:lnTo>
                    <a:cubicBezTo>
                      <a:pt x="37455" y="30095"/>
                      <a:pt x="30207" y="37344"/>
                      <a:pt x="21265" y="37344"/>
                    </a:cubicBezTo>
                    <a:cubicBezTo>
                      <a:pt x="12323" y="37344"/>
                      <a:pt x="5075" y="30095"/>
                      <a:pt x="5075" y="21153"/>
                    </a:cubicBezTo>
                    <a:cubicBezTo>
                      <a:pt x="5075" y="12212"/>
                      <a:pt x="12323" y="4963"/>
                      <a:pt x="21265" y="4963"/>
                    </a:cubicBezTo>
                    <a:close/>
                    <a:moveTo>
                      <a:pt x="21265" y="163"/>
                    </a:moveTo>
                    <a:cubicBezTo>
                      <a:pt x="9672" y="163"/>
                      <a:pt x="274" y="9561"/>
                      <a:pt x="274" y="21153"/>
                    </a:cubicBezTo>
                    <a:cubicBezTo>
                      <a:pt x="274" y="32746"/>
                      <a:pt x="9672" y="42144"/>
                      <a:pt x="21265" y="42144"/>
                    </a:cubicBezTo>
                    <a:cubicBezTo>
                      <a:pt x="32857" y="42144"/>
                      <a:pt x="42255" y="32746"/>
                      <a:pt x="42255" y="21153"/>
                    </a:cubicBezTo>
                    <a:lnTo>
                      <a:pt x="42255" y="21153"/>
                    </a:lnTo>
                    <a:cubicBezTo>
                      <a:pt x="42255" y="9561"/>
                      <a:pt x="32857" y="163"/>
                      <a:pt x="21265" y="163"/>
                    </a:cubicBezTo>
                    <a:close/>
                  </a:path>
                </a:pathLst>
              </a:custGeom>
              <a:solidFill>
                <a:srgbClr val="000000"/>
              </a:solidFill>
              <a:ln w="4794" cap="sq">
                <a:noFill/>
                <a:prstDash val="solid"/>
                <a:round/>
              </a:ln>
            </p:spPr>
            <p:txBody>
              <a:bodyPr rtlCol="0" anchor="ctr"/>
              <a:lstStyle/>
              <a:p>
                <a:endParaRPr lang="en-US"/>
              </a:p>
            </p:txBody>
          </p:sp>
          <p:sp>
            <p:nvSpPr>
              <p:cNvPr id="1424" name="Freeform: Shape 1423">
                <a:extLst>
                  <a:ext uri="{FF2B5EF4-FFF2-40B4-BE49-F238E27FC236}">
                    <a16:creationId xmlns:a16="http://schemas.microsoft.com/office/drawing/2014/main" id="{365A0341-63DB-F515-EF72-2A0615F3E483}"/>
                  </a:ext>
                </a:extLst>
              </p:cNvPr>
              <p:cNvSpPr/>
              <p:nvPr/>
            </p:nvSpPr>
            <p:spPr>
              <a:xfrm>
                <a:off x="7742358" y="7872589"/>
                <a:ext cx="37180" cy="37180"/>
              </a:xfrm>
              <a:custGeom>
                <a:avLst/>
                <a:gdLst>
                  <a:gd name="connsiteX0" fmla="*/ 37449 w 37180"/>
                  <a:gd name="connsiteY0" fmla="*/ 18741 h 37180"/>
                  <a:gd name="connsiteX1" fmla="*/ 18859 w 37180"/>
                  <a:gd name="connsiteY1" fmla="*/ 37332 h 37180"/>
                  <a:gd name="connsiteX2" fmla="*/ 268 w 37180"/>
                  <a:gd name="connsiteY2" fmla="*/ 18741 h 37180"/>
                  <a:gd name="connsiteX3" fmla="*/ 18859 w 37180"/>
                  <a:gd name="connsiteY3" fmla="*/ 151 h 37180"/>
                  <a:gd name="connsiteX4" fmla="*/ 37449 w 37180"/>
                  <a:gd name="connsiteY4" fmla="*/ 1874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41"/>
                    </a:moveTo>
                    <a:cubicBezTo>
                      <a:pt x="37449" y="29009"/>
                      <a:pt x="29126" y="37332"/>
                      <a:pt x="18859" y="37332"/>
                    </a:cubicBezTo>
                    <a:cubicBezTo>
                      <a:pt x="8592" y="37332"/>
                      <a:pt x="268" y="29009"/>
                      <a:pt x="268" y="18741"/>
                    </a:cubicBezTo>
                    <a:cubicBezTo>
                      <a:pt x="268" y="8474"/>
                      <a:pt x="8592" y="151"/>
                      <a:pt x="18859" y="151"/>
                    </a:cubicBezTo>
                    <a:cubicBezTo>
                      <a:pt x="29126" y="151"/>
                      <a:pt x="37449" y="8474"/>
                      <a:pt x="37449" y="18741"/>
                    </a:cubicBezTo>
                    <a:close/>
                  </a:path>
                </a:pathLst>
              </a:custGeom>
              <a:solidFill>
                <a:srgbClr val="F7A500"/>
              </a:solidFill>
              <a:ln w="5753" cap="sq">
                <a:noFill/>
                <a:prstDash val="solid"/>
                <a:miter/>
              </a:ln>
            </p:spPr>
            <p:txBody>
              <a:bodyPr rtlCol="0" anchor="ctr"/>
              <a:lstStyle/>
              <a:p>
                <a:endParaRPr lang="en-US"/>
              </a:p>
            </p:txBody>
          </p:sp>
          <p:sp>
            <p:nvSpPr>
              <p:cNvPr id="1425" name="Freeform: Shape 1424">
                <a:extLst>
                  <a:ext uri="{FF2B5EF4-FFF2-40B4-BE49-F238E27FC236}">
                    <a16:creationId xmlns:a16="http://schemas.microsoft.com/office/drawing/2014/main" id="{8E0DF80D-4535-E560-1BCB-AA4C90031F1F}"/>
                  </a:ext>
                </a:extLst>
              </p:cNvPr>
              <p:cNvSpPr/>
              <p:nvPr/>
            </p:nvSpPr>
            <p:spPr>
              <a:xfrm>
                <a:off x="7739958" y="7870189"/>
                <a:ext cx="41981" cy="41981"/>
              </a:xfrm>
              <a:custGeom>
                <a:avLst/>
                <a:gdLst>
                  <a:gd name="connsiteX0" fmla="*/ 21259 w 41981"/>
                  <a:gd name="connsiteY0" fmla="*/ 4951 h 41981"/>
                  <a:gd name="connsiteX1" fmla="*/ 37449 w 41981"/>
                  <a:gd name="connsiteY1" fmla="*/ 21142 h 41981"/>
                  <a:gd name="connsiteX2" fmla="*/ 37449 w 41981"/>
                  <a:gd name="connsiteY2" fmla="*/ 21142 h 41981"/>
                  <a:gd name="connsiteX3" fmla="*/ 21259 w 41981"/>
                  <a:gd name="connsiteY3" fmla="*/ 37332 h 41981"/>
                  <a:gd name="connsiteX4" fmla="*/ 5069 w 41981"/>
                  <a:gd name="connsiteY4" fmla="*/ 21142 h 41981"/>
                  <a:gd name="connsiteX5" fmla="*/ 21259 w 41981"/>
                  <a:gd name="connsiteY5" fmla="*/ 4951 h 41981"/>
                  <a:gd name="connsiteX6" fmla="*/ 21259 w 41981"/>
                  <a:gd name="connsiteY6" fmla="*/ 151 h 41981"/>
                  <a:gd name="connsiteX7" fmla="*/ 268 w 41981"/>
                  <a:gd name="connsiteY7" fmla="*/ 21142 h 41981"/>
                  <a:gd name="connsiteX8" fmla="*/ 21259 w 41981"/>
                  <a:gd name="connsiteY8" fmla="*/ 42132 h 41981"/>
                  <a:gd name="connsiteX9" fmla="*/ 42250 w 41981"/>
                  <a:gd name="connsiteY9" fmla="*/ 21142 h 41981"/>
                  <a:gd name="connsiteX10" fmla="*/ 42250 w 41981"/>
                  <a:gd name="connsiteY10" fmla="*/ 21142 h 41981"/>
                  <a:gd name="connsiteX11" fmla="*/ 21259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1"/>
                    </a:moveTo>
                    <a:cubicBezTo>
                      <a:pt x="30201" y="4951"/>
                      <a:pt x="37449" y="12200"/>
                      <a:pt x="37449" y="21142"/>
                    </a:cubicBezTo>
                    <a:lnTo>
                      <a:pt x="37449" y="21142"/>
                    </a:lnTo>
                    <a:cubicBezTo>
                      <a:pt x="37449" y="30083"/>
                      <a:pt x="30201" y="37332"/>
                      <a:pt x="21259" y="37332"/>
                    </a:cubicBezTo>
                    <a:cubicBezTo>
                      <a:pt x="12317" y="37332"/>
                      <a:pt x="5069" y="30083"/>
                      <a:pt x="5069" y="21142"/>
                    </a:cubicBezTo>
                    <a:cubicBezTo>
                      <a:pt x="5069" y="12200"/>
                      <a:pt x="12317" y="4951"/>
                      <a:pt x="21259" y="4951"/>
                    </a:cubicBezTo>
                    <a:close/>
                    <a:moveTo>
                      <a:pt x="21259" y="151"/>
                    </a:moveTo>
                    <a:cubicBezTo>
                      <a:pt x="9667" y="151"/>
                      <a:pt x="268" y="9549"/>
                      <a:pt x="268" y="21142"/>
                    </a:cubicBezTo>
                    <a:cubicBezTo>
                      <a:pt x="268" y="32734"/>
                      <a:pt x="9667" y="42132"/>
                      <a:pt x="21259" y="42132"/>
                    </a:cubicBezTo>
                    <a:cubicBezTo>
                      <a:pt x="32852" y="42132"/>
                      <a:pt x="42250" y="32734"/>
                      <a:pt x="42250" y="21142"/>
                    </a:cubicBezTo>
                    <a:lnTo>
                      <a:pt x="42250" y="21142"/>
                    </a:lnTo>
                    <a:cubicBezTo>
                      <a:pt x="42250" y="9549"/>
                      <a:pt x="32852" y="151"/>
                      <a:pt x="21259" y="151"/>
                    </a:cubicBezTo>
                    <a:close/>
                  </a:path>
                </a:pathLst>
              </a:custGeom>
              <a:solidFill>
                <a:srgbClr val="000000"/>
              </a:solidFill>
              <a:ln w="4794" cap="sq">
                <a:noFill/>
                <a:prstDash val="solid"/>
                <a:round/>
              </a:ln>
            </p:spPr>
            <p:txBody>
              <a:bodyPr rtlCol="0" anchor="ctr"/>
              <a:lstStyle/>
              <a:p>
                <a:endParaRPr lang="en-US"/>
              </a:p>
            </p:txBody>
          </p:sp>
          <p:sp>
            <p:nvSpPr>
              <p:cNvPr id="1426" name="Freeform: Shape 1425">
                <a:extLst>
                  <a:ext uri="{FF2B5EF4-FFF2-40B4-BE49-F238E27FC236}">
                    <a16:creationId xmlns:a16="http://schemas.microsoft.com/office/drawing/2014/main" id="{B0B8742B-77F5-6289-56B2-0C4E5D1D7A7C}"/>
                  </a:ext>
                </a:extLst>
              </p:cNvPr>
              <p:cNvSpPr/>
              <p:nvPr/>
            </p:nvSpPr>
            <p:spPr>
              <a:xfrm>
                <a:off x="7940318" y="8046501"/>
                <a:ext cx="37180" cy="37180"/>
              </a:xfrm>
              <a:custGeom>
                <a:avLst/>
                <a:gdLst>
                  <a:gd name="connsiteX0" fmla="*/ 37484 w 37180"/>
                  <a:gd name="connsiteY0" fmla="*/ 18772 h 37180"/>
                  <a:gd name="connsiteX1" fmla="*/ 18893 w 37180"/>
                  <a:gd name="connsiteY1" fmla="*/ 37362 h 37180"/>
                  <a:gd name="connsiteX2" fmla="*/ 303 w 37180"/>
                  <a:gd name="connsiteY2" fmla="*/ 18772 h 37180"/>
                  <a:gd name="connsiteX3" fmla="*/ 18893 w 37180"/>
                  <a:gd name="connsiteY3" fmla="*/ 181 h 37180"/>
                  <a:gd name="connsiteX4" fmla="*/ 37484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4" y="18772"/>
                    </a:moveTo>
                    <a:cubicBezTo>
                      <a:pt x="37484" y="29039"/>
                      <a:pt x="29160" y="37362"/>
                      <a:pt x="18893" y="37362"/>
                    </a:cubicBezTo>
                    <a:cubicBezTo>
                      <a:pt x="8626" y="37362"/>
                      <a:pt x="303" y="29039"/>
                      <a:pt x="303" y="18772"/>
                    </a:cubicBezTo>
                    <a:cubicBezTo>
                      <a:pt x="303" y="8504"/>
                      <a:pt x="8626" y="181"/>
                      <a:pt x="18893" y="181"/>
                    </a:cubicBezTo>
                    <a:cubicBezTo>
                      <a:pt x="29160" y="181"/>
                      <a:pt x="37484" y="8504"/>
                      <a:pt x="37484" y="18772"/>
                    </a:cubicBezTo>
                    <a:close/>
                  </a:path>
                </a:pathLst>
              </a:custGeom>
              <a:solidFill>
                <a:srgbClr val="C4F7C4"/>
              </a:solidFill>
              <a:ln w="5753" cap="sq">
                <a:noFill/>
                <a:prstDash val="solid"/>
                <a:miter/>
              </a:ln>
            </p:spPr>
            <p:txBody>
              <a:bodyPr rtlCol="0" anchor="ctr"/>
              <a:lstStyle/>
              <a:p>
                <a:endParaRPr lang="en-US"/>
              </a:p>
            </p:txBody>
          </p:sp>
          <p:sp>
            <p:nvSpPr>
              <p:cNvPr id="1427" name="Freeform: Shape 1426">
                <a:extLst>
                  <a:ext uri="{FF2B5EF4-FFF2-40B4-BE49-F238E27FC236}">
                    <a16:creationId xmlns:a16="http://schemas.microsoft.com/office/drawing/2014/main" id="{31BE4049-8206-E4C2-B81F-AB4091FF2850}"/>
                  </a:ext>
                </a:extLst>
              </p:cNvPr>
              <p:cNvSpPr/>
              <p:nvPr/>
            </p:nvSpPr>
            <p:spPr>
              <a:xfrm>
                <a:off x="7937917" y="8044101"/>
                <a:ext cx="41981" cy="41981"/>
              </a:xfrm>
              <a:custGeom>
                <a:avLst/>
                <a:gdLst>
                  <a:gd name="connsiteX0" fmla="*/ 21293 w 41981"/>
                  <a:gd name="connsiteY0" fmla="*/ 4982 h 41981"/>
                  <a:gd name="connsiteX1" fmla="*/ 37484 w 41981"/>
                  <a:gd name="connsiteY1" fmla="*/ 21172 h 41981"/>
                  <a:gd name="connsiteX2" fmla="*/ 37484 w 41981"/>
                  <a:gd name="connsiteY2" fmla="*/ 21172 h 41981"/>
                  <a:gd name="connsiteX3" fmla="*/ 21293 w 41981"/>
                  <a:gd name="connsiteY3" fmla="*/ 37362 h 41981"/>
                  <a:gd name="connsiteX4" fmla="*/ 5103 w 41981"/>
                  <a:gd name="connsiteY4" fmla="*/ 21172 h 41981"/>
                  <a:gd name="connsiteX5" fmla="*/ 21293 w 41981"/>
                  <a:gd name="connsiteY5" fmla="*/ 4982 h 41981"/>
                  <a:gd name="connsiteX6" fmla="*/ 21293 w 41981"/>
                  <a:gd name="connsiteY6" fmla="*/ 181 h 41981"/>
                  <a:gd name="connsiteX7" fmla="*/ 303 w 41981"/>
                  <a:gd name="connsiteY7" fmla="*/ 21172 h 41981"/>
                  <a:gd name="connsiteX8" fmla="*/ 21293 w 41981"/>
                  <a:gd name="connsiteY8" fmla="*/ 42162 h 41981"/>
                  <a:gd name="connsiteX9" fmla="*/ 42284 w 41981"/>
                  <a:gd name="connsiteY9" fmla="*/ 21172 h 41981"/>
                  <a:gd name="connsiteX10" fmla="*/ 42284 w 41981"/>
                  <a:gd name="connsiteY10" fmla="*/ 21172 h 41981"/>
                  <a:gd name="connsiteX11" fmla="*/ 21293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3" y="4982"/>
                    </a:moveTo>
                    <a:cubicBezTo>
                      <a:pt x="30235" y="4982"/>
                      <a:pt x="37484" y="12230"/>
                      <a:pt x="37484" y="21172"/>
                    </a:cubicBezTo>
                    <a:lnTo>
                      <a:pt x="37484" y="21172"/>
                    </a:lnTo>
                    <a:cubicBezTo>
                      <a:pt x="37484" y="30114"/>
                      <a:pt x="30235" y="37362"/>
                      <a:pt x="21293" y="37362"/>
                    </a:cubicBezTo>
                    <a:cubicBezTo>
                      <a:pt x="12352" y="37362"/>
                      <a:pt x="5103" y="30114"/>
                      <a:pt x="5103" y="21172"/>
                    </a:cubicBezTo>
                    <a:cubicBezTo>
                      <a:pt x="5103" y="12230"/>
                      <a:pt x="12352" y="4982"/>
                      <a:pt x="21293" y="4982"/>
                    </a:cubicBezTo>
                    <a:close/>
                    <a:moveTo>
                      <a:pt x="21293" y="181"/>
                    </a:moveTo>
                    <a:cubicBezTo>
                      <a:pt x="9701" y="181"/>
                      <a:pt x="303" y="9579"/>
                      <a:pt x="303" y="21172"/>
                    </a:cubicBezTo>
                    <a:cubicBezTo>
                      <a:pt x="303" y="32764"/>
                      <a:pt x="9701" y="42162"/>
                      <a:pt x="21293" y="42162"/>
                    </a:cubicBezTo>
                    <a:cubicBezTo>
                      <a:pt x="32886" y="42162"/>
                      <a:pt x="42284" y="32764"/>
                      <a:pt x="42284" y="21172"/>
                    </a:cubicBezTo>
                    <a:lnTo>
                      <a:pt x="42284" y="21172"/>
                    </a:lnTo>
                    <a:cubicBezTo>
                      <a:pt x="42284" y="9579"/>
                      <a:pt x="32886" y="181"/>
                      <a:pt x="21293" y="181"/>
                    </a:cubicBezTo>
                    <a:close/>
                  </a:path>
                </a:pathLst>
              </a:custGeom>
              <a:solidFill>
                <a:srgbClr val="000000"/>
              </a:solidFill>
              <a:ln w="4794" cap="sq">
                <a:noFill/>
                <a:prstDash val="solid"/>
                <a:round/>
              </a:ln>
            </p:spPr>
            <p:txBody>
              <a:bodyPr rtlCol="0" anchor="ctr"/>
              <a:lstStyle/>
              <a:p>
                <a:endParaRPr lang="en-US"/>
              </a:p>
            </p:txBody>
          </p:sp>
          <p:sp>
            <p:nvSpPr>
              <p:cNvPr id="1428" name="Freeform: Shape 1427">
                <a:extLst>
                  <a:ext uri="{FF2B5EF4-FFF2-40B4-BE49-F238E27FC236}">
                    <a16:creationId xmlns:a16="http://schemas.microsoft.com/office/drawing/2014/main" id="{D719435D-902B-ED6A-B1F3-A2B08E41B48C}"/>
                  </a:ext>
                </a:extLst>
              </p:cNvPr>
              <p:cNvSpPr/>
              <p:nvPr/>
            </p:nvSpPr>
            <p:spPr>
              <a:xfrm>
                <a:off x="7734887" y="7916636"/>
                <a:ext cx="37180" cy="37180"/>
              </a:xfrm>
              <a:custGeom>
                <a:avLst/>
                <a:gdLst>
                  <a:gd name="connsiteX0" fmla="*/ 37448 w 37180"/>
                  <a:gd name="connsiteY0" fmla="*/ 18749 h 37180"/>
                  <a:gd name="connsiteX1" fmla="*/ 18858 w 37180"/>
                  <a:gd name="connsiteY1" fmla="*/ 37339 h 37180"/>
                  <a:gd name="connsiteX2" fmla="*/ 267 w 37180"/>
                  <a:gd name="connsiteY2" fmla="*/ 18749 h 37180"/>
                  <a:gd name="connsiteX3" fmla="*/ 18858 w 37180"/>
                  <a:gd name="connsiteY3" fmla="*/ 159 h 37180"/>
                  <a:gd name="connsiteX4" fmla="*/ 37448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9"/>
                    </a:moveTo>
                    <a:cubicBezTo>
                      <a:pt x="37448" y="29016"/>
                      <a:pt x="29125" y="37339"/>
                      <a:pt x="18858" y="37339"/>
                    </a:cubicBezTo>
                    <a:cubicBezTo>
                      <a:pt x="8590" y="37339"/>
                      <a:pt x="267" y="29016"/>
                      <a:pt x="267" y="18749"/>
                    </a:cubicBezTo>
                    <a:cubicBezTo>
                      <a:pt x="267" y="8482"/>
                      <a:pt x="8590" y="159"/>
                      <a:pt x="18858" y="159"/>
                    </a:cubicBezTo>
                    <a:cubicBezTo>
                      <a:pt x="29125" y="159"/>
                      <a:pt x="37448" y="8482"/>
                      <a:pt x="37448" y="18749"/>
                    </a:cubicBezTo>
                    <a:close/>
                  </a:path>
                </a:pathLst>
              </a:custGeom>
              <a:solidFill>
                <a:srgbClr val="F7D3D3"/>
              </a:solidFill>
              <a:ln w="5753" cap="sq">
                <a:noFill/>
                <a:prstDash val="solid"/>
                <a:miter/>
              </a:ln>
            </p:spPr>
            <p:txBody>
              <a:bodyPr rtlCol="0" anchor="ctr"/>
              <a:lstStyle/>
              <a:p>
                <a:endParaRPr lang="en-US"/>
              </a:p>
            </p:txBody>
          </p:sp>
          <p:sp>
            <p:nvSpPr>
              <p:cNvPr id="1429" name="Freeform: Shape 1428">
                <a:extLst>
                  <a:ext uri="{FF2B5EF4-FFF2-40B4-BE49-F238E27FC236}">
                    <a16:creationId xmlns:a16="http://schemas.microsoft.com/office/drawing/2014/main" id="{22027F36-77C1-1846-6540-8AB74B64994A}"/>
                  </a:ext>
                </a:extLst>
              </p:cNvPr>
              <p:cNvSpPr/>
              <p:nvPr/>
            </p:nvSpPr>
            <p:spPr>
              <a:xfrm>
                <a:off x="7732487" y="7914236"/>
                <a:ext cx="41981" cy="41981"/>
              </a:xfrm>
              <a:custGeom>
                <a:avLst/>
                <a:gdLst>
                  <a:gd name="connsiteX0" fmla="*/ 21258 w 41981"/>
                  <a:gd name="connsiteY0" fmla="*/ 4959 h 41981"/>
                  <a:gd name="connsiteX1" fmla="*/ 37448 w 41981"/>
                  <a:gd name="connsiteY1" fmla="*/ 21149 h 41981"/>
                  <a:gd name="connsiteX2" fmla="*/ 37448 w 41981"/>
                  <a:gd name="connsiteY2" fmla="*/ 21149 h 41981"/>
                  <a:gd name="connsiteX3" fmla="*/ 21258 w 41981"/>
                  <a:gd name="connsiteY3" fmla="*/ 37339 h 41981"/>
                  <a:gd name="connsiteX4" fmla="*/ 5068 w 41981"/>
                  <a:gd name="connsiteY4" fmla="*/ 21149 h 41981"/>
                  <a:gd name="connsiteX5" fmla="*/ 21258 w 41981"/>
                  <a:gd name="connsiteY5" fmla="*/ 4959 h 41981"/>
                  <a:gd name="connsiteX6" fmla="*/ 21258 w 41981"/>
                  <a:gd name="connsiteY6" fmla="*/ 159 h 41981"/>
                  <a:gd name="connsiteX7" fmla="*/ 267 w 41981"/>
                  <a:gd name="connsiteY7" fmla="*/ 21149 h 41981"/>
                  <a:gd name="connsiteX8" fmla="*/ 21258 w 41981"/>
                  <a:gd name="connsiteY8" fmla="*/ 42140 h 41981"/>
                  <a:gd name="connsiteX9" fmla="*/ 42248 w 41981"/>
                  <a:gd name="connsiteY9" fmla="*/ 21149 h 41981"/>
                  <a:gd name="connsiteX10" fmla="*/ 42248 w 41981"/>
                  <a:gd name="connsiteY10" fmla="*/ 21149 h 41981"/>
                  <a:gd name="connsiteX11" fmla="*/ 21258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59"/>
                    </a:moveTo>
                    <a:cubicBezTo>
                      <a:pt x="30200" y="4959"/>
                      <a:pt x="37448" y="12207"/>
                      <a:pt x="37448" y="21149"/>
                    </a:cubicBezTo>
                    <a:lnTo>
                      <a:pt x="37448" y="21149"/>
                    </a:lnTo>
                    <a:cubicBezTo>
                      <a:pt x="37448" y="30091"/>
                      <a:pt x="30200" y="37339"/>
                      <a:pt x="21258" y="37339"/>
                    </a:cubicBezTo>
                    <a:cubicBezTo>
                      <a:pt x="12316" y="37339"/>
                      <a:pt x="5068" y="30091"/>
                      <a:pt x="5068" y="21149"/>
                    </a:cubicBezTo>
                    <a:cubicBezTo>
                      <a:pt x="5068" y="12207"/>
                      <a:pt x="12316" y="4959"/>
                      <a:pt x="21258" y="4959"/>
                    </a:cubicBezTo>
                    <a:close/>
                    <a:moveTo>
                      <a:pt x="21258" y="159"/>
                    </a:moveTo>
                    <a:cubicBezTo>
                      <a:pt x="9665" y="159"/>
                      <a:pt x="267" y="9557"/>
                      <a:pt x="267" y="21149"/>
                    </a:cubicBezTo>
                    <a:cubicBezTo>
                      <a:pt x="267" y="32742"/>
                      <a:pt x="9665" y="42140"/>
                      <a:pt x="21258" y="42140"/>
                    </a:cubicBezTo>
                    <a:cubicBezTo>
                      <a:pt x="32850" y="42140"/>
                      <a:pt x="42248" y="32742"/>
                      <a:pt x="42248" y="21149"/>
                    </a:cubicBezTo>
                    <a:lnTo>
                      <a:pt x="42248" y="21149"/>
                    </a:lnTo>
                    <a:cubicBezTo>
                      <a:pt x="42248" y="9557"/>
                      <a:pt x="32850" y="159"/>
                      <a:pt x="21258" y="159"/>
                    </a:cubicBezTo>
                    <a:close/>
                  </a:path>
                </a:pathLst>
              </a:custGeom>
              <a:solidFill>
                <a:srgbClr val="000000"/>
              </a:solidFill>
              <a:ln w="4794" cap="sq">
                <a:noFill/>
                <a:prstDash val="solid"/>
                <a:round/>
              </a:ln>
            </p:spPr>
            <p:txBody>
              <a:bodyPr rtlCol="0" anchor="ctr"/>
              <a:lstStyle/>
              <a:p>
                <a:endParaRPr lang="en-US"/>
              </a:p>
            </p:txBody>
          </p:sp>
          <p:sp>
            <p:nvSpPr>
              <p:cNvPr id="1430" name="Freeform: Shape 1429">
                <a:extLst>
                  <a:ext uri="{FF2B5EF4-FFF2-40B4-BE49-F238E27FC236}">
                    <a16:creationId xmlns:a16="http://schemas.microsoft.com/office/drawing/2014/main" id="{834218DD-5AE3-EBF3-3DDC-63E3C26F7743}"/>
                  </a:ext>
                </a:extLst>
              </p:cNvPr>
              <p:cNvSpPr/>
              <p:nvPr/>
            </p:nvSpPr>
            <p:spPr>
              <a:xfrm>
                <a:off x="7538010" y="7308879"/>
                <a:ext cx="37180" cy="37180"/>
              </a:xfrm>
              <a:custGeom>
                <a:avLst/>
                <a:gdLst>
                  <a:gd name="connsiteX0" fmla="*/ 37414 w 37180"/>
                  <a:gd name="connsiteY0" fmla="*/ 18644 h 37180"/>
                  <a:gd name="connsiteX1" fmla="*/ 18823 w 37180"/>
                  <a:gd name="connsiteY1" fmla="*/ 37234 h 37180"/>
                  <a:gd name="connsiteX2" fmla="*/ 233 w 37180"/>
                  <a:gd name="connsiteY2" fmla="*/ 18644 h 37180"/>
                  <a:gd name="connsiteX3" fmla="*/ 18823 w 37180"/>
                  <a:gd name="connsiteY3" fmla="*/ 53 h 37180"/>
                  <a:gd name="connsiteX4" fmla="*/ 37414 w 37180"/>
                  <a:gd name="connsiteY4" fmla="*/ 186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644"/>
                    </a:moveTo>
                    <a:cubicBezTo>
                      <a:pt x="37414" y="28911"/>
                      <a:pt x="29091" y="37234"/>
                      <a:pt x="18823" y="37234"/>
                    </a:cubicBezTo>
                    <a:cubicBezTo>
                      <a:pt x="8556" y="37234"/>
                      <a:pt x="233" y="28911"/>
                      <a:pt x="233" y="18644"/>
                    </a:cubicBezTo>
                    <a:cubicBezTo>
                      <a:pt x="233" y="8376"/>
                      <a:pt x="8556" y="53"/>
                      <a:pt x="18823" y="53"/>
                    </a:cubicBezTo>
                    <a:cubicBezTo>
                      <a:pt x="29091" y="53"/>
                      <a:pt x="37414" y="8376"/>
                      <a:pt x="37414" y="18644"/>
                    </a:cubicBezTo>
                    <a:close/>
                  </a:path>
                </a:pathLst>
              </a:custGeom>
              <a:solidFill>
                <a:srgbClr val="DBF7DB"/>
              </a:solidFill>
              <a:ln w="5753" cap="sq">
                <a:noFill/>
                <a:prstDash val="solid"/>
                <a:miter/>
              </a:ln>
            </p:spPr>
            <p:txBody>
              <a:bodyPr rtlCol="0" anchor="ctr"/>
              <a:lstStyle/>
              <a:p>
                <a:endParaRPr lang="en-US"/>
              </a:p>
            </p:txBody>
          </p:sp>
          <p:sp>
            <p:nvSpPr>
              <p:cNvPr id="1431" name="Freeform: Shape 1430">
                <a:extLst>
                  <a:ext uri="{FF2B5EF4-FFF2-40B4-BE49-F238E27FC236}">
                    <a16:creationId xmlns:a16="http://schemas.microsoft.com/office/drawing/2014/main" id="{0113C984-00EC-B34E-3CE3-092E20263740}"/>
                  </a:ext>
                </a:extLst>
              </p:cNvPr>
              <p:cNvSpPr/>
              <p:nvPr/>
            </p:nvSpPr>
            <p:spPr>
              <a:xfrm>
                <a:off x="7535610" y="7306479"/>
                <a:ext cx="41981" cy="41981"/>
              </a:xfrm>
              <a:custGeom>
                <a:avLst/>
                <a:gdLst>
                  <a:gd name="connsiteX0" fmla="*/ 21224 w 41981"/>
                  <a:gd name="connsiteY0" fmla="*/ 4854 h 41981"/>
                  <a:gd name="connsiteX1" fmla="*/ 37414 w 41981"/>
                  <a:gd name="connsiteY1" fmla="*/ 21044 h 41981"/>
                  <a:gd name="connsiteX2" fmla="*/ 37414 w 41981"/>
                  <a:gd name="connsiteY2" fmla="*/ 21044 h 41981"/>
                  <a:gd name="connsiteX3" fmla="*/ 21224 w 41981"/>
                  <a:gd name="connsiteY3" fmla="*/ 37234 h 41981"/>
                  <a:gd name="connsiteX4" fmla="*/ 5033 w 41981"/>
                  <a:gd name="connsiteY4" fmla="*/ 21044 h 41981"/>
                  <a:gd name="connsiteX5" fmla="*/ 21224 w 41981"/>
                  <a:gd name="connsiteY5" fmla="*/ 4854 h 41981"/>
                  <a:gd name="connsiteX6" fmla="*/ 21224 w 41981"/>
                  <a:gd name="connsiteY6" fmla="*/ 53 h 41981"/>
                  <a:gd name="connsiteX7" fmla="*/ 233 w 41981"/>
                  <a:gd name="connsiteY7" fmla="*/ 21044 h 41981"/>
                  <a:gd name="connsiteX8" fmla="*/ 21224 w 41981"/>
                  <a:gd name="connsiteY8" fmla="*/ 42034 h 41981"/>
                  <a:gd name="connsiteX9" fmla="*/ 42214 w 41981"/>
                  <a:gd name="connsiteY9" fmla="*/ 21044 h 41981"/>
                  <a:gd name="connsiteX10" fmla="*/ 42214 w 41981"/>
                  <a:gd name="connsiteY10" fmla="*/ 21044 h 41981"/>
                  <a:gd name="connsiteX11" fmla="*/ 21224 w 41981"/>
                  <a:gd name="connsiteY11" fmla="*/ 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854"/>
                    </a:moveTo>
                    <a:cubicBezTo>
                      <a:pt x="30165" y="4854"/>
                      <a:pt x="37414" y="12102"/>
                      <a:pt x="37414" y="21044"/>
                    </a:cubicBezTo>
                    <a:lnTo>
                      <a:pt x="37414" y="21044"/>
                    </a:lnTo>
                    <a:cubicBezTo>
                      <a:pt x="37414" y="29986"/>
                      <a:pt x="30165" y="37234"/>
                      <a:pt x="21224" y="37234"/>
                    </a:cubicBezTo>
                    <a:cubicBezTo>
                      <a:pt x="12282" y="37234"/>
                      <a:pt x="5033" y="29986"/>
                      <a:pt x="5033" y="21044"/>
                    </a:cubicBezTo>
                    <a:cubicBezTo>
                      <a:pt x="5033" y="12102"/>
                      <a:pt x="12282" y="4854"/>
                      <a:pt x="21224" y="4854"/>
                    </a:cubicBezTo>
                    <a:close/>
                    <a:moveTo>
                      <a:pt x="21224" y="53"/>
                    </a:moveTo>
                    <a:cubicBezTo>
                      <a:pt x="9631" y="53"/>
                      <a:pt x="233" y="9451"/>
                      <a:pt x="233" y="21044"/>
                    </a:cubicBezTo>
                    <a:cubicBezTo>
                      <a:pt x="233" y="32636"/>
                      <a:pt x="9631" y="42034"/>
                      <a:pt x="21224" y="42034"/>
                    </a:cubicBezTo>
                    <a:cubicBezTo>
                      <a:pt x="32816" y="42034"/>
                      <a:pt x="42214" y="32636"/>
                      <a:pt x="42214" y="21044"/>
                    </a:cubicBezTo>
                    <a:lnTo>
                      <a:pt x="42214" y="21044"/>
                    </a:lnTo>
                    <a:cubicBezTo>
                      <a:pt x="42214" y="9451"/>
                      <a:pt x="32816" y="53"/>
                      <a:pt x="21224" y="53"/>
                    </a:cubicBezTo>
                    <a:close/>
                  </a:path>
                </a:pathLst>
              </a:custGeom>
              <a:solidFill>
                <a:srgbClr val="000000"/>
              </a:solidFill>
              <a:ln w="4794" cap="sq">
                <a:noFill/>
                <a:prstDash val="solid"/>
                <a:round/>
              </a:ln>
            </p:spPr>
            <p:txBody>
              <a:bodyPr rtlCol="0" anchor="ctr"/>
              <a:lstStyle/>
              <a:p>
                <a:endParaRPr lang="en-US"/>
              </a:p>
            </p:txBody>
          </p:sp>
          <p:sp>
            <p:nvSpPr>
              <p:cNvPr id="1432" name="Freeform: Shape 1431">
                <a:extLst>
                  <a:ext uri="{FF2B5EF4-FFF2-40B4-BE49-F238E27FC236}">
                    <a16:creationId xmlns:a16="http://schemas.microsoft.com/office/drawing/2014/main" id="{3F16FAB0-43BC-197B-F354-88FD3D9E21F5}"/>
                  </a:ext>
                </a:extLst>
              </p:cNvPr>
              <p:cNvSpPr/>
              <p:nvPr/>
            </p:nvSpPr>
            <p:spPr>
              <a:xfrm>
                <a:off x="7768560" y="8003370"/>
                <a:ext cx="37180" cy="37180"/>
              </a:xfrm>
              <a:custGeom>
                <a:avLst/>
                <a:gdLst>
                  <a:gd name="connsiteX0" fmla="*/ 37454 w 37180"/>
                  <a:gd name="connsiteY0" fmla="*/ 18764 h 37180"/>
                  <a:gd name="connsiteX1" fmla="*/ 18863 w 37180"/>
                  <a:gd name="connsiteY1" fmla="*/ 37355 h 37180"/>
                  <a:gd name="connsiteX2" fmla="*/ 273 w 37180"/>
                  <a:gd name="connsiteY2" fmla="*/ 18764 h 37180"/>
                  <a:gd name="connsiteX3" fmla="*/ 18863 w 37180"/>
                  <a:gd name="connsiteY3" fmla="*/ 174 h 37180"/>
                  <a:gd name="connsiteX4" fmla="*/ 37454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64"/>
                    </a:moveTo>
                    <a:cubicBezTo>
                      <a:pt x="37454" y="29031"/>
                      <a:pt x="29131" y="37355"/>
                      <a:pt x="18863" y="37355"/>
                    </a:cubicBezTo>
                    <a:cubicBezTo>
                      <a:pt x="8596" y="37355"/>
                      <a:pt x="273" y="29031"/>
                      <a:pt x="273" y="18764"/>
                    </a:cubicBezTo>
                    <a:cubicBezTo>
                      <a:pt x="273" y="8497"/>
                      <a:pt x="8596" y="174"/>
                      <a:pt x="18863" y="174"/>
                    </a:cubicBezTo>
                    <a:cubicBezTo>
                      <a:pt x="29131" y="174"/>
                      <a:pt x="37454" y="8497"/>
                      <a:pt x="37454" y="18764"/>
                    </a:cubicBezTo>
                    <a:close/>
                  </a:path>
                </a:pathLst>
              </a:custGeom>
              <a:solidFill>
                <a:srgbClr val="F7A55C"/>
              </a:solidFill>
              <a:ln w="5753" cap="sq">
                <a:noFill/>
                <a:prstDash val="solid"/>
                <a:miter/>
              </a:ln>
            </p:spPr>
            <p:txBody>
              <a:bodyPr rtlCol="0" anchor="ctr"/>
              <a:lstStyle/>
              <a:p>
                <a:endParaRPr lang="en-US"/>
              </a:p>
            </p:txBody>
          </p:sp>
          <p:sp>
            <p:nvSpPr>
              <p:cNvPr id="1433" name="Freeform: Shape 1432">
                <a:extLst>
                  <a:ext uri="{FF2B5EF4-FFF2-40B4-BE49-F238E27FC236}">
                    <a16:creationId xmlns:a16="http://schemas.microsoft.com/office/drawing/2014/main" id="{64D96466-338D-0935-A098-A20B2174758B}"/>
                  </a:ext>
                </a:extLst>
              </p:cNvPr>
              <p:cNvSpPr/>
              <p:nvPr/>
            </p:nvSpPr>
            <p:spPr>
              <a:xfrm>
                <a:off x="7766160" y="8000970"/>
                <a:ext cx="41981" cy="41981"/>
              </a:xfrm>
              <a:custGeom>
                <a:avLst/>
                <a:gdLst>
                  <a:gd name="connsiteX0" fmla="*/ 21264 w 41981"/>
                  <a:gd name="connsiteY0" fmla="*/ 4974 h 41981"/>
                  <a:gd name="connsiteX1" fmla="*/ 37454 w 41981"/>
                  <a:gd name="connsiteY1" fmla="*/ 21164 h 41981"/>
                  <a:gd name="connsiteX2" fmla="*/ 37454 w 41981"/>
                  <a:gd name="connsiteY2" fmla="*/ 21164 h 41981"/>
                  <a:gd name="connsiteX3" fmla="*/ 21264 w 41981"/>
                  <a:gd name="connsiteY3" fmla="*/ 37355 h 41981"/>
                  <a:gd name="connsiteX4" fmla="*/ 5073 w 41981"/>
                  <a:gd name="connsiteY4" fmla="*/ 21164 h 41981"/>
                  <a:gd name="connsiteX5" fmla="*/ 21264 w 41981"/>
                  <a:gd name="connsiteY5" fmla="*/ 4974 h 41981"/>
                  <a:gd name="connsiteX6" fmla="*/ 21264 w 41981"/>
                  <a:gd name="connsiteY6" fmla="*/ 174 h 41981"/>
                  <a:gd name="connsiteX7" fmla="*/ 273 w 41981"/>
                  <a:gd name="connsiteY7" fmla="*/ 21164 h 41981"/>
                  <a:gd name="connsiteX8" fmla="*/ 21264 w 41981"/>
                  <a:gd name="connsiteY8" fmla="*/ 42155 h 41981"/>
                  <a:gd name="connsiteX9" fmla="*/ 42254 w 41981"/>
                  <a:gd name="connsiteY9" fmla="*/ 21164 h 41981"/>
                  <a:gd name="connsiteX10" fmla="*/ 42254 w 41981"/>
                  <a:gd name="connsiteY10" fmla="*/ 21164 h 41981"/>
                  <a:gd name="connsiteX11" fmla="*/ 21264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4"/>
                    </a:moveTo>
                    <a:cubicBezTo>
                      <a:pt x="30205" y="4974"/>
                      <a:pt x="37454" y="12222"/>
                      <a:pt x="37454" y="21164"/>
                    </a:cubicBezTo>
                    <a:lnTo>
                      <a:pt x="37454" y="21164"/>
                    </a:lnTo>
                    <a:cubicBezTo>
                      <a:pt x="37454" y="30106"/>
                      <a:pt x="30205" y="37355"/>
                      <a:pt x="21264" y="37355"/>
                    </a:cubicBezTo>
                    <a:cubicBezTo>
                      <a:pt x="12322" y="37355"/>
                      <a:pt x="5073" y="30106"/>
                      <a:pt x="5073" y="21164"/>
                    </a:cubicBezTo>
                    <a:cubicBezTo>
                      <a:pt x="5073" y="12222"/>
                      <a:pt x="12322" y="4974"/>
                      <a:pt x="21264" y="4974"/>
                    </a:cubicBezTo>
                    <a:close/>
                    <a:moveTo>
                      <a:pt x="21264" y="174"/>
                    </a:moveTo>
                    <a:cubicBezTo>
                      <a:pt x="9671" y="174"/>
                      <a:pt x="273" y="9572"/>
                      <a:pt x="273" y="21164"/>
                    </a:cubicBezTo>
                    <a:cubicBezTo>
                      <a:pt x="273" y="32757"/>
                      <a:pt x="9671" y="42155"/>
                      <a:pt x="21264" y="42155"/>
                    </a:cubicBezTo>
                    <a:cubicBezTo>
                      <a:pt x="32856" y="42155"/>
                      <a:pt x="42254" y="32757"/>
                      <a:pt x="42254" y="21164"/>
                    </a:cubicBezTo>
                    <a:lnTo>
                      <a:pt x="42254" y="21164"/>
                    </a:lnTo>
                    <a:cubicBezTo>
                      <a:pt x="42254" y="9572"/>
                      <a:pt x="32856" y="174"/>
                      <a:pt x="21264" y="174"/>
                    </a:cubicBezTo>
                    <a:close/>
                  </a:path>
                </a:pathLst>
              </a:custGeom>
              <a:solidFill>
                <a:srgbClr val="000000"/>
              </a:solidFill>
              <a:ln w="4794" cap="sq">
                <a:noFill/>
                <a:prstDash val="solid"/>
                <a:round/>
              </a:ln>
            </p:spPr>
            <p:txBody>
              <a:bodyPr rtlCol="0" anchor="ctr"/>
              <a:lstStyle/>
              <a:p>
                <a:endParaRPr lang="en-US"/>
              </a:p>
            </p:txBody>
          </p:sp>
          <p:sp>
            <p:nvSpPr>
              <p:cNvPr id="1434" name="Freeform: Shape 1433">
                <a:extLst>
                  <a:ext uri="{FF2B5EF4-FFF2-40B4-BE49-F238E27FC236}">
                    <a16:creationId xmlns:a16="http://schemas.microsoft.com/office/drawing/2014/main" id="{C2518A1A-6BAE-92EB-44E7-237997DAB9D3}"/>
                  </a:ext>
                </a:extLst>
              </p:cNvPr>
              <p:cNvSpPr/>
              <p:nvPr/>
            </p:nvSpPr>
            <p:spPr>
              <a:xfrm>
                <a:off x="7519388" y="7809183"/>
                <a:ext cx="37180" cy="37180"/>
              </a:xfrm>
              <a:custGeom>
                <a:avLst/>
                <a:gdLst>
                  <a:gd name="connsiteX0" fmla="*/ 37411 w 37180"/>
                  <a:gd name="connsiteY0" fmla="*/ 18730 h 37180"/>
                  <a:gd name="connsiteX1" fmla="*/ 18820 w 37180"/>
                  <a:gd name="connsiteY1" fmla="*/ 37321 h 37180"/>
                  <a:gd name="connsiteX2" fmla="*/ 230 w 37180"/>
                  <a:gd name="connsiteY2" fmla="*/ 18730 h 37180"/>
                  <a:gd name="connsiteX3" fmla="*/ 18820 w 37180"/>
                  <a:gd name="connsiteY3" fmla="*/ 140 h 37180"/>
                  <a:gd name="connsiteX4" fmla="*/ 37411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1" y="18730"/>
                    </a:moveTo>
                    <a:cubicBezTo>
                      <a:pt x="37411" y="28998"/>
                      <a:pt x="29087" y="37321"/>
                      <a:pt x="18820" y="37321"/>
                    </a:cubicBezTo>
                    <a:cubicBezTo>
                      <a:pt x="8553" y="37321"/>
                      <a:pt x="230" y="28998"/>
                      <a:pt x="230" y="18730"/>
                    </a:cubicBezTo>
                    <a:cubicBezTo>
                      <a:pt x="230" y="8463"/>
                      <a:pt x="8553" y="140"/>
                      <a:pt x="18820" y="140"/>
                    </a:cubicBezTo>
                    <a:cubicBezTo>
                      <a:pt x="29087" y="140"/>
                      <a:pt x="37411" y="8463"/>
                      <a:pt x="37411" y="18730"/>
                    </a:cubicBezTo>
                    <a:close/>
                  </a:path>
                </a:pathLst>
              </a:custGeom>
              <a:solidFill>
                <a:srgbClr val="F7A8A8"/>
              </a:solidFill>
              <a:ln w="5753" cap="sq">
                <a:noFill/>
                <a:prstDash val="solid"/>
                <a:miter/>
              </a:ln>
            </p:spPr>
            <p:txBody>
              <a:bodyPr rtlCol="0" anchor="ctr"/>
              <a:lstStyle/>
              <a:p>
                <a:endParaRPr lang="en-US"/>
              </a:p>
            </p:txBody>
          </p:sp>
          <p:sp>
            <p:nvSpPr>
              <p:cNvPr id="1435" name="Freeform: Shape 1434">
                <a:extLst>
                  <a:ext uri="{FF2B5EF4-FFF2-40B4-BE49-F238E27FC236}">
                    <a16:creationId xmlns:a16="http://schemas.microsoft.com/office/drawing/2014/main" id="{C80E7E98-7CD6-8E20-8055-E08CEDDE6064}"/>
                  </a:ext>
                </a:extLst>
              </p:cNvPr>
              <p:cNvSpPr/>
              <p:nvPr/>
            </p:nvSpPr>
            <p:spPr>
              <a:xfrm>
                <a:off x="7516988" y="7806783"/>
                <a:ext cx="41981" cy="41981"/>
              </a:xfrm>
              <a:custGeom>
                <a:avLst/>
                <a:gdLst>
                  <a:gd name="connsiteX0" fmla="*/ 21220 w 41981"/>
                  <a:gd name="connsiteY0" fmla="*/ 4940 h 41981"/>
                  <a:gd name="connsiteX1" fmla="*/ 37411 w 41981"/>
                  <a:gd name="connsiteY1" fmla="*/ 21131 h 41981"/>
                  <a:gd name="connsiteX2" fmla="*/ 37411 w 41981"/>
                  <a:gd name="connsiteY2" fmla="*/ 21131 h 41981"/>
                  <a:gd name="connsiteX3" fmla="*/ 21220 w 41981"/>
                  <a:gd name="connsiteY3" fmla="*/ 37321 h 41981"/>
                  <a:gd name="connsiteX4" fmla="*/ 5030 w 41981"/>
                  <a:gd name="connsiteY4" fmla="*/ 21131 h 41981"/>
                  <a:gd name="connsiteX5" fmla="*/ 21220 w 41981"/>
                  <a:gd name="connsiteY5" fmla="*/ 4940 h 41981"/>
                  <a:gd name="connsiteX6" fmla="*/ 21220 w 41981"/>
                  <a:gd name="connsiteY6" fmla="*/ 140 h 41981"/>
                  <a:gd name="connsiteX7" fmla="*/ 230 w 41981"/>
                  <a:gd name="connsiteY7" fmla="*/ 21131 h 41981"/>
                  <a:gd name="connsiteX8" fmla="*/ 21220 w 41981"/>
                  <a:gd name="connsiteY8" fmla="*/ 42121 h 41981"/>
                  <a:gd name="connsiteX9" fmla="*/ 42211 w 41981"/>
                  <a:gd name="connsiteY9" fmla="*/ 21131 h 41981"/>
                  <a:gd name="connsiteX10" fmla="*/ 42211 w 41981"/>
                  <a:gd name="connsiteY10" fmla="*/ 21131 h 41981"/>
                  <a:gd name="connsiteX11" fmla="*/ 21220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0" y="4940"/>
                    </a:moveTo>
                    <a:cubicBezTo>
                      <a:pt x="30162" y="4940"/>
                      <a:pt x="37411" y="12189"/>
                      <a:pt x="37411" y="21131"/>
                    </a:cubicBezTo>
                    <a:lnTo>
                      <a:pt x="37411" y="21131"/>
                    </a:lnTo>
                    <a:cubicBezTo>
                      <a:pt x="37411" y="30072"/>
                      <a:pt x="30162" y="37321"/>
                      <a:pt x="21220" y="37321"/>
                    </a:cubicBezTo>
                    <a:cubicBezTo>
                      <a:pt x="12279" y="37321"/>
                      <a:pt x="5030" y="30072"/>
                      <a:pt x="5030" y="21131"/>
                    </a:cubicBezTo>
                    <a:cubicBezTo>
                      <a:pt x="5030" y="12189"/>
                      <a:pt x="12279" y="4940"/>
                      <a:pt x="21220" y="4940"/>
                    </a:cubicBezTo>
                    <a:close/>
                    <a:moveTo>
                      <a:pt x="21220" y="140"/>
                    </a:moveTo>
                    <a:cubicBezTo>
                      <a:pt x="9628" y="140"/>
                      <a:pt x="230" y="9538"/>
                      <a:pt x="230" y="21131"/>
                    </a:cubicBezTo>
                    <a:cubicBezTo>
                      <a:pt x="230" y="32723"/>
                      <a:pt x="9628" y="42121"/>
                      <a:pt x="21220" y="42121"/>
                    </a:cubicBezTo>
                    <a:cubicBezTo>
                      <a:pt x="32813" y="42121"/>
                      <a:pt x="42211" y="32723"/>
                      <a:pt x="42211" y="21131"/>
                    </a:cubicBezTo>
                    <a:lnTo>
                      <a:pt x="42211" y="21131"/>
                    </a:lnTo>
                    <a:cubicBezTo>
                      <a:pt x="42211" y="9538"/>
                      <a:pt x="32813" y="140"/>
                      <a:pt x="21220" y="140"/>
                    </a:cubicBezTo>
                    <a:close/>
                  </a:path>
                </a:pathLst>
              </a:custGeom>
              <a:solidFill>
                <a:srgbClr val="000000"/>
              </a:solidFill>
              <a:ln w="4794" cap="sq">
                <a:noFill/>
                <a:prstDash val="solid"/>
                <a:round/>
              </a:ln>
            </p:spPr>
            <p:txBody>
              <a:bodyPr rtlCol="0" anchor="ctr"/>
              <a:lstStyle/>
              <a:p>
                <a:endParaRPr lang="en-US"/>
              </a:p>
            </p:txBody>
          </p:sp>
          <p:sp>
            <p:nvSpPr>
              <p:cNvPr id="1436" name="Freeform: Shape 1435">
                <a:extLst>
                  <a:ext uri="{FF2B5EF4-FFF2-40B4-BE49-F238E27FC236}">
                    <a16:creationId xmlns:a16="http://schemas.microsoft.com/office/drawing/2014/main" id="{316E0EB8-475F-CD7C-8CDB-A641B3B1BBA6}"/>
                  </a:ext>
                </a:extLst>
              </p:cNvPr>
              <p:cNvSpPr/>
              <p:nvPr/>
            </p:nvSpPr>
            <p:spPr>
              <a:xfrm>
                <a:off x="8144210" y="8040488"/>
                <a:ext cx="37180" cy="37180"/>
              </a:xfrm>
              <a:custGeom>
                <a:avLst/>
                <a:gdLst>
                  <a:gd name="connsiteX0" fmla="*/ 37519 w 37180"/>
                  <a:gd name="connsiteY0" fmla="*/ 18771 h 37180"/>
                  <a:gd name="connsiteX1" fmla="*/ 18929 w 37180"/>
                  <a:gd name="connsiteY1" fmla="*/ 37361 h 37180"/>
                  <a:gd name="connsiteX2" fmla="*/ 338 w 37180"/>
                  <a:gd name="connsiteY2" fmla="*/ 18771 h 37180"/>
                  <a:gd name="connsiteX3" fmla="*/ 18929 w 37180"/>
                  <a:gd name="connsiteY3" fmla="*/ 180 h 37180"/>
                  <a:gd name="connsiteX4" fmla="*/ 3751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9" y="18771"/>
                    </a:moveTo>
                    <a:cubicBezTo>
                      <a:pt x="37519" y="29038"/>
                      <a:pt x="29196" y="37361"/>
                      <a:pt x="18929" y="37361"/>
                    </a:cubicBezTo>
                    <a:cubicBezTo>
                      <a:pt x="8661" y="37361"/>
                      <a:pt x="338" y="29038"/>
                      <a:pt x="338" y="18771"/>
                    </a:cubicBezTo>
                    <a:cubicBezTo>
                      <a:pt x="338" y="8503"/>
                      <a:pt x="8661" y="180"/>
                      <a:pt x="18929" y="180"/>
                    </a:cubicBezTo>
                    <a:cubicBezTo>
                      <a:pt x="29196" y="180"/>
                      <a:pt x="37519" y="8503"/>
                      <a:pt x="37519" y="18771"/>
                    </a:cubicBezTo>
                    <a:close/>
                  </a:path>
                </a:pathLst>
              </a:custGeom>
              <a:solidFill>
                <a:srgbClr val="00F700"/>
              </a:solidFill>
              <a:ln w="5753" cap="sq">
                <a:noFill/>
                <a:prstDash val="solid"/>
                <a:miter/>
              </a:ln>
            </p:spPr>
            <p:txBody>
              <a:bodyPr rtlCol="0" anchor="ctr"/>
              <a:lstStyle/>
              <a:p>
                <a:endParaRPr lang="en-US"/>
              </a:p>
            </p:txBody>
          </p:sp>
          <p:sp>
            <p:nvSpPr>
              <p:cNvPr id="1437" name="Freeform: Shape 1436">
                <a:extLst>
                  <a:ext uri="{FF2B5EF4-FFF2-40B4-BE49-F238E27FC236}">
                    <a16:creationId xmlns:a16="http://schemas.microsoft.com/office/drawing/2014/main" id="{AC039C80-73AD-C776-11E1-82985828BA47}"/>
                  </a:ext>
                </a:extLst>
              </p:cNvPr>
              <p:cNvSpPr/>
              <p:nvPr/>
            </p:nvSpPr>
            <p:spPr>
              <a:xfrm>
                <a:off x="8141810" y="8038087"/>
                <a:ext cx="41981" cy="41981"/>
              </a:xfrm>
              <a:custGeom>
                <a:avLst/>
                <a:gdLst>
                  <a:gd name="connsiteX0" fmla="*/ 21329 w 41981"/>
                  <a:gd name="connsiteY0" fmla="*/ 4981 h 41981"/>
                  <a:gd name="connsiteX1" fmla="*/ 37519 w 41981"/>
                  <a:gd name="connsiteY1" fmla="*/ 21171 h 41981"/>
                  <a:gd name="connsiteX2" fmla="*/ 37519 w 41981"/>
                  <a:gd name="connsiteY2" fmla="*/ 21171 h 41981"/>
                  <a:gd name="connsiteX3" fmla="*/ 21329 w 41981"/>
                  <a:gd name="connsiteY3" fmla="*/ 37361 h 41981"/>
                  <a:gd name="connsiteX4" fmla="*/ 5139 w 41981"/>
                  <a:gd name="connsiteY4" fmla="*/ 21171 h 41981"/>
                  <a:gd name="connsiteX5" fmla="*/ 21329 w 41981"/>
                  <a:gd name="connsiteY5" fmla="*/ 4981 h 41981"/>
                  <a:gd name="connsiteX6" fmla="*/ 21329 w 41981"/>
                  <a:gd name="connsiteY6" fmla="*/ 180 h 41981"/>
                  <a:gd name="connsiteX7" fmla="*/ 338 w 41981"/>
                  <a:gd name="connsiteY7" fmla="*/ 21171 h 41981"/>
                  <a:gd name="connsiteX8" fmla="*/ 21329 w 41981"/>
                  <a:gd name="connsiteY8" fmla="*/ 42161 h 41981"/>
                  <a:gd name="connsiteX9" fmla="*/ 42319 w 41981"/>
                  <a:gd name="connsiteY9" fmla="*/ 21171 h 41981"/>
                  <a:gd name="connsiteX10" fmla="*/ 42319 w 41981"/>
                  <a:gd name="connsiteY10" fmla="*/ 21171 h 41981"/>
                  <a:gd name="connsiteX11" fmla="*/ 2132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9" y="4981"/>
                    </a:moveTo>
                    <a:cubicBezTo>
                      <a:pt x="30271" y="4981"/>
                      <a:pt x="37519" y="12229"/>
                      <a:pt x="37519" y="21171"/>
                    </a:cubicBezTo>
                    <a:lnTo>
                      <a:pt x="37519" y="21171"/>
                    </a:lnTo>
                    <a:cubicBezTo>
                      <a:pt x="37519" y="30113"/>
                      <a:pt x="30271" y="37361"/>
                      <a:pt x="21329" y="37361"/>
                    </a:cubicBezTo>
                    <a:cubicBezTo>
                      <a:pt x="12387" y="37361"/>
                      <a:pt x="5139" y="30113"/>
                      <a:pt x="5139" y="21171"/>
                    </a:cubicBezTo>
                    <a:cubicBezTo>
                      <a:pt x="5139" y="12229"/>
                      <a:pt x="12387" y="4981"/>
                      <a:pt x="21329" y="4981"/>
                    </a:cubicBezTo>
                    <a:close/>
                    <a:moveTo>
                      <a:pt x="21329" y="180"/>
                    </a:moveTo>
                    <a:cubicBezTo>
                      <a:pt x="9736" y="180"/>
                      <a:pt x="338" y="9578"/>
                      <a:pt x="338" y="21171"/>
                    </a:cubicBezTo>
                    <a:cubicBezTo>
                      <a:pt x="338" y="32763"/>
                      <a:pt x="9736" y="42161"/>
                      <a:pt x="21329" y="42161"/>
                    </a:cubicBezTo>
                    <a:cubicBezTo>
                      <a:pt x="32921" y="42161"/>
                      <a:pt x="42319" y="32763"/>
                      <a:pt x="42319" y="21171"/>
                    </a:cubicBezTo>
                    <a:lnTo>
                      <a:pt x="42319" y="21171"/>
                    </a:lnTo>
                    <a:cubicBezTo>
                      <a:pt x="42319" y="9578"/>
                      <a:pt x="32921" y="180"/>
                      <a:pt x="21329" y="180"/>
                    </a:cubicBezTo>
                    <a:close/>
                  </a:path>
                </a:pathLst>
              </a:custGeom>
              <a:solidFill>
                <a:srgbClr val="000000"/>
              </a:solidFill>
              <a:ln w="4794" cap="sq">
                <a:noFill/>
                <a:prstDash val="solid"/>
                <a:round/>
              </a:ln>
            </p:spPr>
            <p:txBody>
              <a:bodyPr rtlCol="0" anchor="ctr"/>
              <a:lstStyle/>
              <a:p>
                <a:endParaRPr lang="en-US"/>
              </a:p>
            </p:txBody>
          </p:sp>
          <p:sp>
            <p:nvSpPr>
              <p:cNvPr id="1438" name="Freeform: Shape 1437">
                <a:extLst>
                  <a:ext uri="{FF2B5EF4-FFF2-40B4-BE49-F238E27FC236}">
                    <a16:creationId xmlns:a16="http://schemas.microsoft.com/office/drawing/2014/main" id="{C7CE4AA1-E733-3836-BC5F-0B0454BC81B6}"/>
                  </a:ext>
                </a:extLst>
              </p:cNvPr>
              <p:cNvSpPr/>
              <p:nvPr/>
            </p:nvSpPr>
            <p:spPr>
              <a:xfrm>
                <a:off x="7579229" y="7404575"/>
                <a:ext cx="37180" cy="37180"/>
              </a:xfrm>
              <a:custGeom>
                <a:avLst/>
                <a:gdLst>
                  <a:gd name="connsiteX0" fmla="*/ 37421 w 37180"/>
                  <a:gd name="connsiteY0" fmla="*/ 18660 h 37180"/>
                  <a:gd name="connsiteX1" fmla="*/ 18831 w 37180"/>
                  <a:gd name="connsiteY1" fmla="*/ 37251 h 37180"/>
                  <a:gd name="connsiteX2" fmla="*/ 240 w 37180"/>
                  <a:gd name="connsiteY2" fmla="*/ 18660 h 37180"/>
                  <a:gd name="connsiteX3" fmla="*/ 18831 w 37180"/>
                  <a:gd name="connsiteY3" fmla="*/ 70 h 37180"/>
                  <a:gd name="connsiteX4" fmla="*/ 37421 w 37180"/>
                  <a:gd name="connsiteY4" fmla="*/ 186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660"/>
                    </a:moveTo>
                    <a:cubicBezTo>
                      <a:pt x="37421" y="28927"/>
                      <a:pt x="29098" y="37251"/>
                      <a:pt x="18831" y="37251"/>
                    </a:cubicBezTo>
                    <a:cubicBezTo>
                      <a:pt x="8563" y="37251"/>
                      <a:pt x="240" y="28927"/>
                      <a:pt x="240" y="18660"/>
                    </a:cubicBezTo>
                    <a:cubicBezTo>
                      <a:pt x="240" y="8393"/>
                      <a:pt x="8563" y="70"/>
                      <a:pt x="18831" y="70"/>
                    </a:cubicBezTo>
                    <a:cubicBezTo>
                      <a:pt x="29098" y="70"/>
                      <a:pt x="37421" y="8393"/>
                      <a:pt x="37421" y="18660"/>
                    </a:cubicBezTo>
                    <a:close/>
                  </a:path>
                </a:pathLst>
              </a:custGeom>
              <a:solidFill>
                <a:srgbClr val="F7A500"/>
              </a:solidFill>
              <a:ln w="5753" cap="sq">
                <a:noFill/>
                <a:prstDash val="solid"/>
                <a:miter/>
              </a:ln>
            </p:spPr>
            <p:txBody>
              <a:bodyPr rtlCol="0" anchor="ctr"/>
              <a:lstStyle/>
              <a:p>
                <a:endParaRPr lang="en-US"/>
              </a:p>
            </p:txBody>
          </p:sp>
          <p:sp>
            <p:nvSpPr>
              <p:cNvPr id="1439" name="Freeform: Shape 1438">
                <a:extLst>
                  <a:ext uri="{FF2B5EF4-FFF2-40B4-BE49-F238E27FC236}">
                    <a16:creationId xmlns:a16="http://schemas.microsoft.com/office/drawing/2014/main" id="{DE56E9D9-5FA2-A9FA-4637-6DFD5D2E090A}"/>
                  </a:ext>
                </a:extLst>
              </p:cNvPr>
              <p:cNvSpPr/>
              <p:nvPr/>
            </p:nvSpPr>
            <p:spPr>
              <a:xfrm>
                <a:off x="7576829" y="7402175"/>
                <a:ext cx="41981" cy="41981"/>
              </a:xfrm>
              <a:custGeom>
                <a:avLst/>
                <a:gdLst>
                  <a:gd name="connsiteX0" fmla="*/ 21231 w 41981"/>
                  <a:gd name="connsiteY0" fmla="*/ 4870 h 41981"/>
                  <a:gd name="connsiteX1" fmla="*/ 37421 w 41981"/>
                  <a:gd name="connsiteY1" fmla="*/ 21060 h 41981"/>
                  <a:gd name="connsiteX2" fmla="*/ 37421 w 41981"/>
                  <a:gd name="connsiteY2" fmla="*/ 21060 h 41981"/>
                  <a:gd name="connsiteX3" fmla="*/ 21231 w 41981"/>
                  <a:gd name="connsiteY3" fmla="*/ 37251 h 41981"/>
                  <a:gd name="connsiteX4" fmla="*/ 5041 w 41981"/>
                  <a:gd name="connsiteY4" fmla="*/ 21060 h 41981"/>
                  <a:gd name="connsiteX5" fmla="*/ 21231 w 41981"/>
                  <a:gd name="connsiteY5" fmla="*/ 4870 h 41981"/>
                  <a:gd name="connsiteX6" fmla="*/ 21231 w 41981"/>
                  <a:gd name="connsiteY6" fmla="*/ 70 h 41981"/>
                  <a:gd name="connsiteX7" fmla="*/ 240 w 41981"/>
                  <a:gd name="connsiteY7" fmla="*/ 21060 h 41981"/>
                  <a:gd name="connsiteX8" fmla="*/ 21231 w 41981"/>
                  <a:gd name="connsiteY8" fmla="*/ 42051 h 41981"/>
                  <a:gd name="connsiteX9" fmla="*/ 42221 w 41981"/>
                  <a:gd name="connsiteY9" fmla="*/ 21060 h 41981"/>
                  <a:gd name="connsiteX10" fmla="*/ 42221 w 41981"/>
                  <a:gd name="connsiteY10" fmla="*/ 21060 h 41981"/>
                  <a:gd name="connsiteX11" fmla="*/ 21231 w 41981"/>
                  <a:gd name="connsiteY11" fmla="*/ 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870"/>
                    </a:moveTo>
                    <a:cubicBezTo>
                      <a:pt x="30173" y="4870"/>
                      <a:pt x="37421" y="12119"/>
                      <a:pt x="37421" y="21060"/>
                    </a:cubicBezTo>
                    <a:lnTo>
                      <a:pt x="37421" y="21060"/>
                    </a:lnTo>
                    <a:cubicBezTo>
                      <a:pt x="37421" y="30002"/>
                      <a:pt x="30173" y="37251"/>
                      <a:pt x="21231" y="37251"/>
                    </a:cubicBezTo>
                    <a:cubicBezTo>
                      <a:pt x="12289" y="37251"/>
                      <a:pt x="5041" y="30002"/>
                      <a:pt x="5041" y="21060"/>
                    </a:cubicBezTo>
                    <a:cubicBezTo>
                      <a:pt x="5041" y="12119"/>
                      <a:pt x="12289" y="4870"/>
                      <a:pt x="21231" y="4870"/>
                    </a:cubicBezTo>
                    <a:close/>
                    <a:moveTo>
                      <a:pt x="21231" y="70"/>
                    </a:moveTo>
                    <a:cubicBezTo>
                      <a:pt x="9638" y="70"/>
                      <a:pt x="240" y="9468"/>
                      <a:pt x="240" y="21060"/>
                    </a:cubicBezTo>
                    <a:cubicBezTo>
                      <a:pt x="240" y="32653"/>
                      <a:pt x="9638" y="42051"/>
                      <a:pt x="21231" y="42051"/>
                    </a:cubicBezTo>
                    <a:cubicBezTo>
                      <a:pt x="32823" y="42051"/>
                      <a:pt x="42221" y="32653"/>
                      <a:pt x="42221" y="21060"/>
                    </a:cubicBezTo>
                    <a:lnTo>
                      <a:pt x="42221" y="21060"/>
                    </a:lnTo>
                    <a:cubicBezTo>
                      <a:pt x="42221" y="9468"/>
                      <a:pt x="32823" y="70"/>
                      <a:pt x="21231" y="70"/>
                    </a:cubicBezTo>
                    <a:close/>
                  </a:path>
                </a:pathLst>
              </a:custGeom>
              <a:solidFill>
                <a:srgbClr val="000000"/>
              </a:solidFill>
              <a:ln w="4794" cap="sq">
                <a:noFill/>
                <a:prstDash val="solid"/>
                <a:round/>
              </a:ln>
            </p:spPr>
            <p:txBody>
              <a:bodyPr rtlCol="0" anchor="ctr"/>
              <a:lstStyle/>
              <a:p>
                <a:endParaRPr lang="en-US"/>
              </a:p>
            </p:txBody>
          </p:sp>
          <p:sp>
            <p:nvSpPr>
              <p:cNvPr id="1440" name="Freeform: Shape 1439">
                <a:extLst>
                  <a:ext uri="{FF2B5EF4-FFF2-40B4-BE49-F238E27FC236}">
                    <a16:creationId xmlns:a16="http://schemas.microsoft.com/office/drawing/2014/main" id="{41D8E7C5-FD18-22EC-BF64-50120AADEA8F}"/>
                  </a:ext>
                </a:extLst>
              </p:cNvPr>
              <p:cNvSpPr/>
              <p:nvPr/>
            </p:nvSpPr>
            <p:spPr>
              <a:xfrm>
                <a:off x="7719474" y="7939624"/>
                <a:ext cx="37180" cy="37180"/>
              </a:xfrm>
              <a:custGeom>
                <a:avLst/>
                <a:gdLst>
                  <a:gd name="connsiteX0" fmla="*/ 37445 w 37180"/>
                  <a:gd name="connsiteY0" fmla="*/ 18753 h 37180"/>
                  <a:gd name="connsiteX1" fmla="*/ 18855 w 37180"/>
                  <a:gd name="connsiteY1" fmla="*/ 37343 h 37180"/>
                  <a:gd name="connsiteX2" fmla="*/ 265 w 37180"/>
                  <a:gd name="connsiteY2" fmla="*/ 18753 h 37180"/>
                  <a:gd name="connsiteX3" fmla="*/ 18855 w 37180"/>
                  <a:gd name="connsiteY3" fmla="*/ 163 h 37180"/>
                  <a:gd name="connsiteX4" fmla="*/ 3744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3"/>
                    </a:moveTo>
                    <a:cubicBezTo>
                      <a:pt x="37445" y="29020"/>
                      <a:pt x="29122" y="37343"/>
                      <a:pt x="18855" y="37343"/>
                    </a:cubicBezTo>
                    <a:cubicBezTo>
                      <a:pt x="8588" y="37343"/>
                      <a:pt x="265" y="29020"/>
                      <a:pt x="265" y="18753"/>
                    </a:cubicBezTo>
                    <a:cubicBezTo>
                      <a:pt x="265" y="8486"/>
                      <a:pt x="8588" y="163"/>
                      <a:pt x="18855" y="163"/>
                    </a:cubicBezTo>
                    <a:cubicBezTo>
                      <a:pt x="29122" y="163"/>
                      <a:pt x="37445" y="8486"/>
                      <a:pt x="37445" y="18753"/>
                    </a:cubicBezTo>
                    <a:close/>
                  </a:path>
                </a:pathLst>
              </a:custGeom>
              <a:solidFill>
                <a:srgbClr val="F7F3F3"/>
              </a:solidFill>
              <a:ln w="5753" cap="sq">
                <a:noFill/>
                <a:prstDash val="solid"/>
                <a:miter/>
              </a:ln>
            </p:spPr>
            <p:txBody>
              <a:bodyPr rtlCol="0" anchor="ctr"/>
              <a:lstStyle/>
              <a:p>
                <a:endParaRPr lang="en-US"/>
              </a:p>
            </p:txBody>
          </p:sp>
          <p:sp>
            <p:nvSpPr>
              <p:cNvPr id="1441" name="Freeform: Shape 1440">
                <a:extLst>
                  <a:ext uri="{FF2B5EF4-FFF2-40B4-BE49-F238E27FC236}">
                    <a16:creationId xmlns:a16="http://schemas.microsoft.com/office/drawing/2014/main" id="{3AB7EA6F-771D-DDFD-DDC0-B9AD92161EFF}"/>
                  </a:ext>
                </a:extLst>
              </p:cNvPr>
              <p:cNvSpPr/>
              <p:nvPr/>
            </p:nvSpPr>
            <p:spPr>
              <a:xfrm>
                <a:off x="7717073" y="7937224"/>
                <a:ext cx="41981" cy="41981"/>
              </a:xfrm>
              <a:custGeom>
                <a:avLst/>
                <a:gdLst>
                  <a:gd name="connsiteX0" fmla="*/ 21255 w 41981"/>
                  <a:gd name="connsiteY0" fmla="*/ 4963 h 41981"/>
                  <a:gd name="connsiteX1" fmla="*/ 37445 w 41981"/>
                  <a:gd name="connsiteY1" fmla="*/ 21153 h 41981"/>
                  <a:gd name="connsiteX2" fmla="*/ 37445 w 41981"/>
                  <a:gd name="connsiteY2" fmla="*/ 21153 h 41981"/>
                  <a:gd name="connsiteX3" fmla="*/ 21255 w 41981"/>
                  <a:gd name="connsiteY3" fmla="*/ 37343 h 41981"/>
                  <a:gd name="connsiteX4" fmla="*/ 5065 w 41981"/>
                  <a:gd name="connsiteY4" fmla="*/ 21153 h 41981"/>
                  <a:gd name="connsiteX5" fmla="*/ 21255 w 41981"/>
                  <a:gd name="connsiteY5" fmla="*/ 4963 h 41981"/>
                  <a:gd name="connsiteX6" fmla="*/ 21255 w 41981"/>
                  <a:gd name="connsiteY6" fmla="*/ 163 h 41981"/>
                  <a:gd name="connsiteX7" fmla="*/ 265 w 41981"/>
                  <a:gd name="connsiteY7" fmla="*/ 21153 h 41981"/>
                  <a:gd name="connsiteX8" fmla="*/ 21255 w 41981"/>
                  <a:gd name="connsiteY8" fmla="*/ 42144 h 41981"/>
                  <a:gd name="connsiteX9" fmla="*/ 42246 w 41981"/>
                  <a:gd name="connsiteY9" fmla="*/ 21153 h 41981"/>
                  <a:gd name="connsiteX10" fmla="*/ 42246 w 41981"/>
                  <a:gd name="connsiteY10" fmla="*/ 21153 h 41981"/>
                  <a:gd name="connsiteX11" fmla="*/ 21255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63"/>
                    </a:moveTo>
                    <a:cubicBezTo>
                      <a:pt x="30197" y="4963"/>
                      <a:pt x="37445" y="12211"/>
                      <a:pt x="37445" y="21153"/>
                    </a:cubicBezTo>
                    <a:lnTo>
                      <a:pt x="37445" y="21153"/>
                    </a:lnTo>
                    <a:cubicBezTo>
                      <a:pt x="37445" y="30095"/>
                      <a:pt x="30197" y="37343"/>
                      <a:pt x="21255" y="37343"/>
                    </a:cubicBezTo>
                    <a:cubicBezTo>
                      <a:pt x="12313" y="37343"/>
                      <a:pt x="5065" y="30095"/>
                      <a:pt x="5065" y="21153"/>
                    </a:cubicBezTo>
                    <a:cubicBezTo>
                      <a:pt x="5065" y="12211"/>
                      <a:pt x="12313" y="4963"/>
                      <a:pt x="21255" y="4963"/>
                    </a:cubicBezTo>
                    <a:close/>
                    <a:moveTo>
                      <a:pt x="21255" y="163"/>
                    </a:moveTo>
                    <a:cubicBezTo>
                      <a:pt x="9663" y="163"/>
                      <a:pt x="265" y="9561"/>
                      <a:pt x="265" y="21153"/>
                    </a:cubicBezTo>
                    <a:cubicBezTo>
                      <a:pt x="265" y="32746"/>
                      <a:pt x="9663" y="42144"/>
                      <a:pt x="21255" y="42144"/>
                    </a:cubicBezTo>
                    <a:cubicBezTo>
                      <a:pt x="32848" y="42144"/>
                      <a:pt x="42246" y="32746"/>
                      <a:pt x="42246" y="21153"/>
                    </a:cubicBezTo>
                    <a:lnTo>
                      <a:pt x="42246" y="21153"/>
                    </a:lnTo>
                    <a:cubicBezTo>
                      <a:pt x="42246" y="9561"/>
                      <a:pt x="32848" y="163"/>
                      <a:pt x="21255" y="163"/>
                    </a:cubicBezTo>
                    <a:close/>
                  </a:path>
                </a:pathLst>
              </a:custGeom>
              <a:solidFill>
                <a:srgbClr val="000000"/>
              </a:solidFill>
              <a:ln w="4794" cap="sq">
                <a:noFill/>
                <a:prstDash val="solid"/>
                <a:round/>
              </a:ln>
            </p:spPr>
            <p:txBody>
              <a:bodyPr rtlCol="0" anchor="ctr"/>
              <a:lstStyle/>
              <a:p>
                <a:endParaRPr lang="en-US"/>
              </a:p>
            </p:txBody>
          </p:sp>
          <p:sp>
            <p:nvSpPr>
              <p:cNvPr id="1442" name="Freeform: Shape 1441">
                <a:extLst>
                  <a:ext uri="{FF2B5EF4-FFF2-40B4-BE49-F238E27FC236}">
                    <a16:creationId xmlns:a16="http://schemas.microsoft.com/office/drawing/2014/main" id="{4480A066-FA7B-CF22-AB5F-DD08CFE50C0E}"/>
                  </a:ext>
                </a:extLst>
              </p:cNvPr>
              <p:cNvSpPr/>
              <p:nvPr/>
            </p:nvSpPr>
            <p:spPr>
              <a:xfrm>
                <a:off x="8088666" y="7924464"/>
                <a:ext cx="37180" cy="37180"/>
              </a:xfrm>
              <a:custGeom>
                <a:avLst/>
                <a:gdLst>
                  <a:gd name="connsiteX0" fmla="*/ 37509 w 37180"/>
                  <a:gd name="connsiteY0" fmla="*/ 18750 h 37180"/>
                  <a:gd name="connsiteX1" fmla="*/ 18919 w 37180"/>
                  <a:gd name="connsiteY1" fmla="*/ 37341 h 37180"/>
                  <a:gd name="connsiteX2" fmla="*/ 329 w 37180"/>
                  <a:gd name="connsiteY2" fmla="*/ 18750 h 37180"/>
                  <a:gd name="connsiteX3" fmla="*/ 18919 w 37180"/>
                  <a:gd name="connsiteY3" fmla="*/ 160 h 37180"/>
                  <a:gd name="connsiteX4" fmla="*/ 37509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9" y="18750"/>
                    </a:moveTo>
                    <a:cubicBezTo>
                      <a:pt x="37509" y="29018"/>
                      <a:pt x="29186" y="37341"/>
                      <a:pt x="18919" y="37341"/>
                    </a:cubicBezTo>
                    <a:cubicBezTo>
                      <a:pt x="8652" y="37341"/>
                      <a:pt x="329" y="29018"/>
                      <a:pt x="329" y="18750"/>
                    </a:cubicBezTo>
                    <a:cubicBezTo>
                      <a:pt x="329" y="8483"/>
                      <a:pt x="8652" y="160"/>
                      <a:pt x="18919" y="160"/>
                    </a:cubicBezTo>
                    <a:cubicBezTo>
                      <a:pt x="29186" y="160"/>
                      <a:pt x="37509" y="8483"/>
                      <a:pt x="37509" y="18750"/>
                    </a:cubicBezTo>
                    <a:close/>
                  </a:path>
                </a:pathLst>
              </a:custGeom>
              <a:solidFill>
                <a:srgbClr val="00F700"/>
              </a:solidFill>
              <a:ln w="5753" cap="sq">
                <a:noFill/>
                <a:prstDash val="solid"/>
                <a:miter/>
              </a:ln>
            </p:spPr>
            <p:txBody>
              <a:bodyPr rtlCol="0" anchor="ctr"/>
              <a:lstStyle/>
              <a:p>
                <a:endParaRPr lang="en-US"/>
              </a:p>
            </p:txBody>
          </p:sp>
          <p:sp>
            <p:nvSpPr>
              <p:cNvPr id="1443" name="Freeform: Shape 1442">
                <a:extLst>
                  <a:ext uri="{FF2B5EF4-FFF2-40B4-BE49-F238E27FC236}">
                    <a16:creationId xmlns:a16="http://schemas.microsoft.com/office/drawing/2014/main" id="{8247536E-25A8-1644-A17F-A43BDDF92D15}"/>
                  </a:ext>
                </a:extLst>
              </p:cNvPr>
              <p:cNvSpPr/>
              <p:nvPr/>
            </p:nvSpPr>
            <p:spPr>
              <a:xfrm>
                <a:off x="8086266" y="7922064"/>
                <a:ext cx="41981" cy="41981"/>
              </a:xfrm>
              <a:custGeom>
                <a:avLst/>
                <a:gdLst>
                  <a:gd name="connsiteX0" fmla="*/ 21319 w 41981"/>
                  <a:gd name="connsiteY0" fmla="*/ 4960 h 41981"/>
                  <a:gd name="connsiteX1" fmla="*/ 37509 w 41981"/>
                  <a:gd name="connsiteY1" fmla="*/ 21151 h 41981"/>
                  <a:gd name="connsiteX2" fmla="*/ 37509 w 41981"/>
                  <a:gd name="connsiteY2" fmla="*/ 21151 h 41981"/>
                  <a:gd name="connsiteX3" fmla="*/ 21319 w 41981"/>
                  <a:gd name="connsiteY3" fmla="*/ 37341 h 41981"/>
                  <a:gd name="connsiteX4" fmla="*/ 5129 w 41981"/>
                  <a:gd name="connsiteY4" fmla="*/ 21151 h 41981"/>
                  <a:gd name="connsiteX5" fmla="*/ 21319 w 41981"/>
                  <a:gd name="connsiteY5" fmla="*/ 4960 h 41981"/>
                  <a:gd name="connsiteX6" fmla="*/ 21319 w 41981"/>
                  <a:gd name="connsiteY6" fmla="*/ 160 h 41981"/>
                  <a:gd name="connsiteX7" fmla="*/ 329 w 41981"/>
                  <a:gd name="connsiteY7" fmla="*/ 21151 h 41981"/>
                  <a:gd name="connsiteX8" fmla="*/ 21319 w 41981"/>
                  <a:gd name="connsiteY8" fmla="*/ 42141 h 41981"/>
                  <a:gd name="connsiteX9" fmla="*/ 42310 w 41981"/>
                  <a:gd name="connsiteY9" fmla="*/ 21151 h 41981"/>
                  <a:gd name="connsiteX10" fmla="*/ 42310 w 41981"/>
                  <a:gd name="connsiteY10" fmla="*/ 21151 h 41981"/>
                  <a:gd name="connsiteX11" fmla="*/ 2131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9" y="4960"/>
                    </a:moveTo>
                    <a:cubicBezTo>
                      <a:pt x="30261" y="4960"/>
                      <a:pt x="37509" y="12209"/>
                      <a:pt x="37509" y="21151"/>
                    </a:cubicBezTo>
                    <a:lnTo>
                      <a:pt x="37509" y="21151"/>
                    </a:lnTo>
                    <a:cubicBezTo>
                      <a:pt x="37509" y="30092"/>
                      <a:pt x="30261" y="37341"/>
                      <a:pt x="21319" y="37341"/>
                    </a:cubicBezTo>
                    <a:cubicBezTo>
                      <a:pt x="12377" y="37341"/>
                      <a:pt x="5129" y="30092"/>
                      <a:pt x="5129" y="21151"/>
                    </a:cubicBezTo>
                    <a:cubicBezTo>
                      <a:pt x="5129" y="12209"/>
                      <a:pt x="12377" y="4960"/>
                      <a:pt x="21319" y="4960"/>
                    </a:cubicBezTo>
                    <a:close/>
                    <a:moveTo>
                      <a:pt x="21319" y="160"/>
                    </a:moveTo>
                    <a:cubicBezTo>
                      <a:pt x="9727" y="160"/>
                      <a:pt x="329" y="9558"/>
                      <a:pt x="329" y="21151"/>
                    </a:cubicBezTo>
                    <a:cubicBezTo>
                      <a:pt x="329" y="32743"/>
                      <a:pt x="9727" y="42141"/>
                      <a:pt x="21319" y="42141"/>
                    </a:cubicBezTo>
                    <a:cubicBezTo>
                      <a:pt x="32912" y="42141"/>
                      <a:pt x="42310" y="32743"/>
                      <a:pt x="42310" y="21151"/>
                    </a:cubicBezTo>
                    <a:lnTo>
                      <a:pt x="42310" y="21151"/>
                    </a:lnTo>
                    <a:cubicBezTo>
                      <a:pt x="42310" y="9558"/>
                      <a:pt x="32912" y="160"/>
                      <a:pt x="21319" y="160"/>
                    </a:cubicBezTo>
                    <a:close/>
                  </a:path>
                </a:pathLst>
              </a:custGeom>
              <a:solidFill>
                <a:srgbClr val="000000"/>
              </a:solidFill>
              <a:ln w="4794" cap="sq">
                <a:noFill/>
                <a:prstDash val="solid"/>
                <a:round/>
              </a:ln>
            </p:spPr>
            <p:txBody>
              <a:bodyPr rtlCol="0" anchor="ctr"/>
              <a:lstStyle/>
              <a:p>
                <a:endParaRPr lang="en-US"/>
              </a:p>
            </p:txBody>
          </p:sp>
          <p:sp>
            <p:nvSpPr>
              <p:cNvPr id="1444" name="Freeform: Shape 1443">
                <a:extLst>
                  <a:ext uri="{FF2B5EF4-FFF2-40B4-BE49-F238E27FC236}">
                    <a16:creationId xmlns:a16="http://schemas.microsoft.com/office/drawing/2014/main" id="{5E7D851F-61FF-F114-DDB1-6C6905D04DA4}"/>
                  </a:ext>
                </a:extLst>
              </p:cNvPr>
              <p:cNvSpPr/>
              <p:nvPr/>
            </p:nvSpPr>
            <p:spPr>
              <a:xfrm>
                <a:off x="7601687" y="7728670"/>
                <a:ext cx="37180" cy="37180"/>
              </a:xfrm>
              <a:custGeom>
                <a:avLst/>
                <a:gdLst>
                  <a:gd name="connsiteX0" fmla="*/ 37425 w 37180"/>
                  <a:gd name="connsiteY0" fmla="*/ 18716 h 37180"/>
                  <a:gd name="connsiteX1" fmla="*/ 18834 w 37180"/>
                  <a:gd name="connsiteY1" fmla="*/ 37307 h 37180"/>
                  <a:gd name="connsiteX2" fmla="*/ 244 w 37180"/>
                  <a:gd name="connsiteY2" fmla="*/ 18716 h 37180"/>
                  <a:gd name="connsiteX3" fmla="*/ 18834 w 37180"/>
                  <a:gd name="connsiteY3" fmla="*/ 126 h 37180"/>
                  <a:gd name="connsiteX4" fmla="*/ 37425 w 37180"/>
                  <a:gd name="connsiteY4" fmla="*/ 1871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16"/>
                    </a:moveTo>
                    <a:cubicBezTo>
                      <a:pt x="37425" y="28984"/>
                      <a:pt x="29102" y="37307"/>
                      <a:pt x="18834" y="37307"/>
                    </a:cubicBezTo>
                    <a:cubicBezTo>
                      <a:pt x="8567" y="37307"/>
                      <a:pt x="244" y="28984"/>
                      <a:pt x="244" y="18716"/>
                    </a:cubicBezTo>
                    <a:cubicBezTo>
                      <a:pt x="244" y="8449"/>
                      <a:pt x="8567" y="126"/>
                      <a:pt x="18834" y="126"/>
                    </a:cubicBezTo>
                    <a:cubicBezTo>
                      <a:pt x="29102" y="126"/>
                      <a:pt x="37425" y="8449"/>
                      <a:pt x="37425" y="18716"/>
                    </a:cubicBezTo>
                    <a:close/>
                  </a:path>
                </a:pathLst>
              </a:custGeom>
              <a:solidFill>
                <a:srgbClr val="F7D7D7"/>
              </a:solidFill>
              <a:ln w="5753" cap="sq">
                <a:noFill/>
                <a:prstDash val="solid"/>
                <a:miter/>
              </a:ln>
            </p:spPr>
            <p:txBody>
              <a:bodyPr rtlCol="0" anchor="ctr"/>
              <a:lstStyle/>
              <a:p>
                <a:endParaRPr lang="en-US"/>
              </a:p>
            </p:txBody>
          </p:sp>
          <p:sp>
            <p:nvSpPr>
              <p:cNvPr id="1445" name="Freeform: Shape 1444">
                <a:extLst>
                  <a:ext uri="{FF2B5EF4-FFF2-40B4-BE49-F238E27FC236}">
                    <a16:creationId xmlns:a16="http://schemas.microsoft.com/office/drawing/2014/main" id="{5A9BEF39-6243-C774-30B6-0AF3945BBF66}"/>
                  </a:ext>
                </a:extLst>
              </p:cNvPr>
              <p:cNvSpPr/>
              <p:nvPr/>
            </p:nvSpPr>
            <p:spPr>
              <a:xfrm>
                <a:off x="7599287" y="7726270"/>
                <a:ext cx="41981" cy="41981"/>
              </a:xfrm>
              <a:custGeom>
                <a:avLst/>
                <a:gdLst>
                  <a:gd name="connsiteX0" fmla="*/ 21235 w 41981"/>
                  <a:gd name="connsiteY0" fmla="*/ 4926 h 41981"/>
                  <a:gd name="connsiteX1" fmla="*/ 37425 w 41981"/>
                  <a:gd name="connsiteY1" fmla="*/ 21117 h 41981"/>
                  <a:gd name="connsiteX2" fmla="*/ 37425 w 41981"/>
                  <a:gd name="connsiteY2" fmla="*/ 21117 h 41981"/>
                  <a:gd name="connsiteX3" fmla="*/ 21235 w 41981"/>
                  <a:gd name="connsiteY3" fmla="*/ 37307 h 41981"/>
                  <a:gd name="connsiteX4" fmla="*/ 5044 w 41981"/>
                  <a:gd name="connsiteY4" fmla="*/ 21117 h 41981"/>
                  <a:gd name="connsiteX5" fmla="*/ 21235 w 41981"/>
                  <a:gd name="connsiteY5" fmla="*/ 4926 h 41981"/>
                  <a:gd name="connsiteX6" fmla="*/ 21235 w 41981"/>
                  <a:gd name="connsiteY6" fmla="*/ 126 h 41981"/>
                  <a:gd name="connsiteX7" fmla="*/ 244 w 41981"/>
                  <a:gd name="connsiteY7" fmla="*/ 21117 h 41981"/>
                  <a:gd name="connsiteX8" fmla="*/ 21235 w 41981"/>
                  <a:gd name="connsiteY8" fmla="*/ 42107 h 41981"/>
                  <a:gd name="connsiteX9" fmla="*/ 42225 w 41981"/>
                  <a:gd name="connsiteY9" fmla="*/ 21117 h 41981"/>
                  <a:gd name="connsiteX10" fmla="*/ 42225 w 41981"/>
                  <a:gd name="connsiteY10" fmla="*/ 21117 h 41981"/>
                  <a:gd name="connsiteX11" fmla="*/ 21235 w 41981"/>
                  <a:gd name="connsiteY11" fmla="*/ 12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26"/>
                    </a:moveTo>
                    <a:cubicBezTo>
                      <a:pt x="30176" y="4926"/>
                      <a:pt x="37425" y="12175"/>
                      <a:pt x="37425" y="21117"/>
                    </a:cubicBezTo>
                    <a:lnTo>
                      <a:pt x="37425" y="21117"/>
                    </a:lnTo>
                    <a:cubicBezTo>
                      <a:pt x="37425" y="30058"/>
                      <a:pt x="30176" y="37307"/>
                      <a:pt x="21235" y="37307"/>
                    </a:cubicBezTo>
                    <a:cubicBezTo>
                      <a:pt x="12293" y="37307"/>
                      <a:pt x="5044" y="30058"/>
                      <a:pt x="5044" y="21117"/>
                    </a:cubicBezTo>
                    <a:cubicBezTo>
                      <a:pt x="5044" y="12175"/>
                      <a:pt x="12293" y="4926"/>
                      <a:pt x="21235" y="4926"/>
                    </a:cubicBezTo>
                    <a:close/>
                    <a:moveTo>
                      <a:pt x="21235" y="126"/>
                    </a:moveTo>
                    <a:cubicBezTo>
                      <a:pt x="9642" y="126"/>
                      <a:pt x="244" y="9524"/>
                      <a:pt x="244" y="21117"/>
                    </a:cubicBezTo>
                    <a:cubicBezTo>
                      <a:pt x="244" y="32709"/>
                      <a:pt x="9642" y="42107"/>
                      <a:pt x="21235" y="42107"/>
                    </a:cubicBezTo>
                    <a:cubicBezTo>
                      <a:pt x="32827" y="42107"/>
                      <a:pt x="42225" y="32709"/>
                      <a:pt x="42225" y="21117"/>
                    </a:cubicBezTo>
                    <a:lnTo>
                      <a:pt x="42225" y="21117"/>
                    </a:lnTo>
                    <a:cubicBezTo>
                      <a:pt x="42225" y="9524"/>
                      <a:pt x="32827" y="126"/>
                      <a:pt x="21235" y="126"/>
                    </a:cubicBezTo>
                    <a:close/>
                  </a:path>
                </a:pathLst>
              </a:custGeom>
              <a:solidFill>
                <a:srgbClr val="000000"/>
              </a:solidFill>
              <a:ln w="4794" cap="sq">
                <a:noFill/>
                <a:prstDash val="solid"/>
                <a:round/>
              </a:ln>
            </p:spPr>
            <p:txBody>
              <a:bodyPr rtlCol="0" anchor="ctr"/>
              <a:lstStyle/>
              <a:p>
                <a:endParaRPr lang="en-US"/>
              </a:p>
            </p:txBody>
          </p:sp>
          <p:sp>
            <p:nvSpPr>
              <p:cNvPr id="1446" name="Freeform: Shape 1445">
                <a:extLst>
                  <a:ext uri="{FF2B5EF4-FFF2-40B4-BE49-F238E27FC236}">
                    <a16:creationId xmlns:a16="http://schemas.microsoft.com/office/drawing/2014/main" id="{AF5A0F24-7A9D-72A9-D3AF-78C14E581735}"/>
                  </a:ext>
                </a:extLst>
              </p:cNvPr>
              <p:cNvSpPr/>
              <p:nvPr/>
            </p:nvSpPr>
            <p:spPr>
              <a:xfrm>
                <a:off x="7759125" y="7843156"/>
                <a:ext cx="37180" cy="37180"/>
              </a:xfrm>
              <a:custGeom>
                <a:avLst/>
                <a:gdLst>
                  <a:gd name="connsiteX0" fmla="*/ 37452 w 37180"/>
                  <a:gd name="connsiteY0" fmla="*/ 18736 h 37180"/>
                  <a:gd name="connsiteX1" fmla="*/ 18862 w 37180"/>
                  <a:gd name="connsiteY1" fmla="*/ 37327 h 37180"/>
                  <a:gd name="connsiteX2" fmla="*/ 271 w 37180"/>
                  <a:gd name="connsiteY2" fmla="*/ 18736 h 37180"/>
                  <a:gd name="connsiteX3" fmla="*/ 18862 w 37180"/>
                  <a:gd name="connsiteY3" fmla="*/ 146 h 37180"/>
                  <a:gd name="connsiteX4" fmla="*/ 37452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36"/>
                    </a:moveTo>
                    <a:cubicBezTo>
                      <a:pt x="37452" y="29004"/>
                      <a:pt x="29129" y="37327"/>
                      <a:pt x="18862" y="37327"/>
                    </a:cubicBezTo>
                    <a:cubicBezTo>
                      <a:pt x="8595" y="37327"/>
                      <a:pt x="271" y="29004"/>
                      <a:pt x="271" y="18736"/>
                    </a:cubicBezTo>
                    <a:cubicBezTo>
                      <a:pt x="271" y="8469"/>
                      <a:pt x="8595" y="146"/>
                      <a:pt x="18862" y="146"/>
                    </a:cubicBezTo>
                    <a:cubicBezTo>
                      <a:pt x="29129" y="146"/>
                      <a:pt x="37452" y="8469"/>
                      <a:pt x="37452" y="18736"/>
                    </a:cubicBezTo>
                    <a:close/>
                  </a:path>
                </a:pathLst>
              </a:custGeom>
              <a:solidFill>
                <a:srgbClr val="F7A546"/>
              </a:solidFill>
              <a:ln w="5753" cap="sq">
                <a:noFill/>
                <a:prstDash val="solid"/>
                <a:miter/>
              </a:ln>
            </p:spPr>
            <p:txBody>
              <a:bodyPr rtlCol="0" anchor="ctr"/>
              <a:lstStyle/>
              <a:p>
                <a:endParaRPr lang="en-US"/>
              </a:p>
            </p:txBody>
          </p:sp>
          <p:sp>
            <p:nvSpPr>
              <p:cNvPr id="1447" name="Freeform: Shape 1446">
                <a:extLst>
                  <a:ext uri="{FF2B5EF4-FFF2-40B4-BE49-F238E27FC236}">
                    <a16:creationId xmlns:a16="http://schemas.microsoft.com/office/drawing/2014/main" id="{D8AC9333-B99B-38E0-32DF-8B628B5C9D31}"/>
                  </a:ext>
                </a:extLst>
              </p:cNvPr>
              <p:cNvSpPr/>
              <p:nvPr/>
            </p:nvSpPr>
            <p:spPr>
              <a:xfrm>
                <a:off x="7756725" y="7840755"/>
                <a:ext cx="41981" cy="41981"/>
              </a:xfrm>
              <a:custGeom>
                <a:avLst/>
                <a:gdLst>
                  <a:gd name="connsiteX0" fmla="*/ 21262 w 41981"/>
                  <a:gd name="connsiteY0" fmla="*/ 4946 h 41981"/>
                  <a:gd name="connsiteX1" fmla="*/ 37452 w 41981"/>
                  <a:gd name="connsiteY1" fmla="*/ 21136 h 41981"/>
                  <a:gd name="connsiteX2" fmla="*/ 37452 w 41981"/>
                  <a:gd name="connsiteY2" fmla="*/ 21136 h 41981"/>
                  <a:gd name="connsiteX3" fmla="*/ 21262 w 41981"/>
                  <a:gd name="connsiteY3" fmla="*/ 37327 h 41981"/>
                  <a:gd name="connsiteX4" fmla="*/ 5072 w 41981"/>
                  <a:gd name="connsiteY4" fmla="*/ 21136 h 41981"/>
                  <a:gd name="connsiteX5" fmla="*/ 21262 w 41981"/>
                  <a:gd name="connsiteY5" fmla="*/ 4946 h 41981"/>
                  <a:gd name="connsiteX6" fmla="*/ 21262 w 41981"/>
                  <a:gd name="connsiteY6" fmla="*/ 146 h 41981"/>
                  <a:gd name="connsiteX7" fmla="*/ 271 w 41981"/>
                  <a:gd name="connsiteY7" fmla="*/ 21136 h 41981"/>
                  <a:gd name="connsiteX8" fmla="*/ 21262 w 41981"/>
                  <a:gd name="connsiteY8" fmla="*/ 42127 h 41981"/>
                  <a:gd name="connsiteX9" fmla="*/ 42253 w 41981"/>
                  <a:gd name="connsiteY9" fmla="*/ 21136 h 41981"/>
                  <a:gd name="connsiteX10" fmla="*/ 42253 w 41981"/>
                  <a:gd name="connsiteY10" fmla="*/ 21136 h 41981"/>
                  <a:gd name="connsiteX11" fmla="*/ 21262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46"/>
                    </a:moveTo>
                    <a:cubicBezTo>
                      <a:pt x="30204" y="4946"/>
                      <a:pt x="37452" y="12195"/>
                      <a:pt x="37452" y="21136"/>
                    </a:cubicBezTo>
                    <a:lnTo>
                      <a:pt x="37452" y="21136"/>
                    </a:lnTo>
                    <a:cubicBezTo>
                      <a:pt x="37452" y="30078"/>
                      <a:pt x="30204" y="37327"/>
                      <a:pt x="21262" y="37327"/>
                    </a:cubicBezTo>
                    <a:cubicBezTo>
                      <a:pt x="12320" y="37327"/>
                      <a:pt x="5072" y="30078"/>
                      <a:pt x="5072" y="21136"/>
                    </a:cubicBezTo>
                    <a:cubicBezTo>
                      <a:pt x="5072" y="12195"/>
                      <a:pt x="12320" y="4946"/>
                      <a:pt x="21262" y="4946"/>
                    </a:cubicBezTo>
                    <a:close/>
                    <a:moveTo>
                      <a:pt x="21262" y="146"/>
                    </a:moveTo>
                    <a:cubicBezTo>
                      <a:pt x="9669" y="146"/>
                      <a:pt x="271" y="9544"/>
                      <a:pt x="271" y="21136"/>
                    </a:cubicBezTo>
                    <a:cubicBezTo>
                      <a:pt x="271" y="32729"/>
                      <a:pt x="9669" y="42127"/>
                      <a:pt x="21262" y="42127"/>
                    </a:cubicBezTo>
                    <a:cubicBezTo>
                      <a:pt x="32855" y="42127"/>
                      <a:pt x="42253" y="32729"/>
                      <a:pt x="42253" y="21136"/>
                    </a:cubicBezTo>
                    <a:lnTo>
                      <a:pt x="42253" y="21136"/>
                    </a:lnTo>
                    <a:cubicBezTo>
                      <a:pt x="42253" y="9544"/>
                      <a:pt x="32855" y="146"/>
                      <a:pt x="21262" y="146"/>
                    </a:cubicBezTo>
                    <a:close/>
                  </a:path>
                </a:pathLst>
              </a:custGeom>
              <a:solidFill>
                <a:srgbClr val="000000"/>
              </a:solidFill>
              <a:ln w="4794" cap="sq">
                <a:noFill/>
                <a:prstDash val="solid"/>
                <a:round/>
              </a:ln>
            </p:spPr>
            <p:txBody>
              <a:bodyPr rtlCol="0" anchor="ctr"/>
              <a:lstStyle/>
              <a:p>
                <a:endParaRPr lang="en-US"/>
              </a:p>
            </p:txBody>
          </p:sp>
          <p:sp>
            <p:nvSpPr>
              <p:cNvPr id="1448" name="Freeform: Shape 1447">
                <a:extLst>
                  <a:ext uri="{FF2B5EF4-FFF2-40B4-BE49-F238E27FC236}">
                    <a16:creationId xmlns:a16="http://schemas.microsoft.com/office/drawing/2014/main" id="{00983DC8-2218-D767-EB1F-E594333400D6}"/>
                  </a:ext>
                </a:extLst>
              </p:cNvPr>
              <p:cNvSpPr/>
              <p:nvPr/>
            </p:nvSpPr>
            <p:spPr>
              <a:xfrm>
                <a:off x="7621565" y="7429265"/>
                <a:ext cx="37180" cy="37180"/>
              </a:xfrm>
              <a:custGeom>
                <a:avLst/>
                <a:gdLst>
                  <a:gd name="connsiteX0" fmla="*/ 37428 w 37180"/>
                  <a:gd name="connsiteY0" fmla="*/ 18664 h 37180"/>
                  <a:gd name="connsiteX1" fmla="*/ 18838 w 37180"/>
                  <a:gd name="connsiteY1" fmla="*/ 37255 h 37180"/>
                  <a:gd name="connsiteX2" fmla="*/ 248 w 37180"/>
                  <a:gd name="connsiteY2" fmla="*/ 18664 h 37180"/>
                  <a:gd name="connsiteX3" fmla="*/ 18838 w 37180"/>
                  <a:gd name="connsiteY3" fmla="*/ 74 h 37180"/>
                  <a:gd name="connsiteX4" fmla="*/ 37428 w 37180"/>
                  <a:gd name="connsiteY4" fmla="*/ 186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664"/>
                    </a:moveTo>
                    <a:cubicBezTo>
                      <a:pt x="37428" y="28932"/>
                      <a:pt x="29105" y="37255"/>
                      <a:pt x="18838" y="37255"/>
                    </a:cubicBezTo>
                    <a:cubicBezTo>
                      <a:pt x="8571" y="37255"/>
                      <a:pt x="248" y="28932"/>
                      <a:pt x="248" y="18664"/>
                    </a:cubicBezTo>
                    <a:cubicBezTo>
                      <a:pt x="248" y="8397"/>
                      <a:pt x="8571" y="74"/>
                      <a:pt x="18838" y="74"/>
                    </a:cubicBezTo>
                    <a:cubicBezTo>
                      <a:pt x="29105" y="74"/>
                      <a:pt x="37428" y="8397"/>
                      <a:pt x="37428" y="18664"/>
                    </a:cubicBezTo>
                    <a:close/>
                  </a:path>
                </a:pathLst>
              </a:custGeom>
              <a:solidFill>
                <a:srgbClr val="F7A500"/>
              </a:solidFill>
              <a:ln w="5753" cap="sq">
                <a:noFill/>
                <a:prstDash val="solid"/>
                <a:miter/>
              </a:ln>
            </p:spPr>
            <p:txBody>
              <a:bodyPr rtlCol="0" anchor="ctr"/>
              <a:lstStyle/>
              <a:p>
                <a:endParaRPr lang="en-US"/>
              </a:p>
            </p:txBody>
          </p:sp>
          <p:sp>
            <p:nvSpPr>
              <p:cNvPr id="1449" name="Freeform: Shape 1448">
                <a:extLst>
                  <a:ext uri="{FF2B5EF4-FFF2-40B4-BE49-F238E27FC236}">
                    <a16:creationId xmlns:a16="http://schemas.microsoft.com/office/drawing/2014/main" id="{8924CBC8-88A1-38B5-F036-FFE6E2189672}"/>
                  </a:ext>
                </a:extLst>
              </p:cNvPr>
              <p:cNvSpPr/>
              <p:nvPr/>
            </p:nvSpPr>
            <p:spPr>
              <a:xfrm>
                <a:off x="7619165" y="7426865"/>
                <a:ext cx="41981" cy="41981"/>
              </a:xfrm>
              <a:custGeom>
                <a:avLst/>
                <a:gdLst>
                  <a:gd name="connsiteX0" fmla="*/ 21238 w 41981"/>
                  <a:gd name="connsiteY0" fmla="*/ 4874 h 41981"/>
                  <a:gd name="connsiteX1" fmla="*/ 37428 w 41981"/>
                  <a:gd name="connsiteY1" fmla="*/ 21065 h 41981"/>
                  <a:gd name="connsiteX2" fmla="*/ 37428 w 41981"/>
                  <a:gd name="connsiteY2" fmla="*/ 21065 h 41981"/>
                  <a:gd name="connsiteX3" fmla="*/ 21238 w 41981"/>
                  <a:gd name="connsiteY3" fmla="*/ 37255 h 41981"/>
                  <a:gd name="connsiteX4" fmla="*/ 5048 w 41981"/>
                  <a:gd name="connsiteY4" fmla="*/ 21065 h 41981"/>
                  <a:gd name="connsiteX5" fmla="*/ 21238 w 41981"/>
                  <a:gd name="connsiteY5" fmla="*/ 4874 h 41981"/>
                  <a:gd name="connsiteX6" fmla="*/ 21238 w 41981"/>
                  <a:gd name="connsiteY6" fmla="*/ 74 h 41981"/>
                  <a:gd name="connsiteX7" fmla="*/ 248 w 41981"/>
                  <a:gd name="connsiteY7" fmla="*/ 21065 h 41981"/>
                  <a:gd name="connsiteX8" fmla="*/ 21238 w 41981"/>
                  <a:gd name="connsiteY8" fmla="*/ 42055 h 41981"/>
                  <a:gd name="connsiteX9" fmla="*/ 42229 w 41981"/>
                  <a:gd name="connsiteY9" fmla="*/ 21065 h 41981"/>
                  <a:gd name="connsiteX10" fmla="*/ 42229 w 41981"/>
                  <a:gd name="connsiteY10" fmla="*/ 21065 h 41981"/>
                  <a:gd name="connsiteX11" fmla="*/ 21238 w 41981"/>
                  <a:gd name="connsiteY11" fmla="*/ 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874"/>
                    </a:moveTo>
                    <a:cubicBezTo>
                      <a:pt x="30180" y="4874"/>
                      <a:pt x="37428" y="12123"/>
                      <a:pt x="37428" y="21065"/>
                    </a:cubicBezTo>
                    <a:lnTo>
                      <a:pt x="37428" y="21065"/>
                    </a:lnTo>
                    <a:cubicBezTo>
                      <a:pt x="37428" y="30006"/>
                      <a:pt x="30180" y="37255"/>
                      <a:pt x="21238" y="37255"/>
                    </a:cubicBezTo>
                    <a:cubicBezTo>
                      <a:pt x="12296" y="37255"/>
                      <a:pt x="5048" y="30006"/>
                      <a:pt x="5048" y="21065"/>
                    </a:cubicBezTo>
                    <a:cubicBezTo>
                      <a:pt x="5048" y="12123"/>
                      <a:pt x="12296" y="4874"/>
                      <a:pt x="21238" y="4874"/>
                    </a:cubicBezTo>
                    <a:close/>
                    <a:moveTo>
                      <a:pt x="21238" y="74"/>
                    </a:moveTo>
                    <a:cubicBezTo>
                      <a:pt x="9646" y="74"/>
                      <a:pt x="248" y="9472"/>
                      <a:pt x="248" y="21065"/>
                    </a:cubicBezTo>
                    <a:cubicBezTo>
                      <a:pt x="248" y="32657"/>
                      <a:pt x="9646" y="42055"/>
                      <a:pt x="21238" y="42055"/>
                    </a:cubicBezTo>
                    <a:cubicBezTo>
                      <a:pt x="32831" y="42055"/>
                      <a:pt x="42229" y="32657"/>
                      <a:pt x="42229" y="21065"/>
                    </a:cubicBezTo>
                    <a:lnTo>
                      <a:pt x="42229" y="21065"/>
                    </a:lnTo>
                    <a:cubicBezTo>
                      <a:pt x="42229" y="9472"/>
                      <a:pt x="32831" y="74"/>
                      <a:pt x="21238" y="74"/>
                    </a:cubicBezTo>
                    <a:close/>
                  </a:path>
                </a:pathLst>
              </a:custGeom>
              <a:solidFill>
                <a:srgbClr val="000000"/>
              </a:solidFill>
              <a:ln w="4794" cap="sq">
                <a:noFill/>
                <a:prstDash val="solid"/>
                <a:round/>
              </a:ln>
            </p:spPr>
            <p:txBody>
              <a:bodyPr rtlCol="0" anchor="ctr"/>
              <a:lstStyle/>
              <a:p>
                <a:endParaRPr lang="en-US"/>
              </a:p>
            </p:txBody>
          </p:sp>
          <p:sp>
            <p:nvSpPr>
              <p:cNvPr id="1450" name="Freeform: Shape 1449">
                <a:extLst>
                  <a:ext uri="{FF2B5EF4-FFF2-40B4-BE49-F238E27FC236}">
                    <a16:creationId xmlns:a16="http://schemas.microsoft.com/office/drawing/2014/main" id="{785F062E-A756-D76D-DFDF-EC2F5C248A06}"/>
                  </a:ext>
                </a:extLst>
              </p:cNvPr>
              <p:cNvSpPr/>
              <p:nvPr/>
            </p:nvSpPr>
            <p:spPr>
              <a:xfrm>
                <a:off x="7697787" y="8073371"/>
                <a:ext cx="37180" cy="37180"/>
              </a:xfrm>
              <a:custGeom>
                <a:avLst/>
                <a:gdLst>
                  <a:gd name="connsiteX0" fmla="*/ 37442 w 37180"/>
                  <a:gd name="connsiteY0" fmla="*/ 18776 h 37180"/>
                  <a:gd name="connsiteX1" fmla="*/ 18851 w 37180"/>
                  <a:gd name="connsiteY1" fmla="*/ 37367 h 37180"/>
                  <a:gd name="connsiteX2" fmla="*/ 261 w 37180"/>
                  <a:gd name="connsiteY2" fmla="*/ 18776 h 37180"/>
                  <a:gd name="connsiteX3" fmla="*/ 18851 w 37180"/>
                  <a:gd name="connsiteY3" fmla="*/ 186 h 37180"/>
                  <a:gd name="connsiteX4" fmla="*/ 37442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76"/>
                    </a:moveTo>
                    <a:cubicBezTo>
                      <a:pt x="37442" y="29043"/>
                      <a:pt x="29118" y="37367"/>
                      <a:pt x="18851" y="37367"/>
                    </a:cubicBezTo>
                    <a:cubicBezTo>
                      <a:pt x="8584" y="37367"/>
                      <a:pt x="261" y="29043"/>
                      <a:pt x="261" y="18776"/>
                    </a:cubicBezTo>
                    <a:cubicBezTo>
                      <a:pt x="261" y="8509"/>
                      <a:pt x="8584" y="186"/>
                      <a:pt x="18851" y="186"/>
                    </a:cubicBezTo>
                    <a:cubicBezTo>
                      <a:pt x="29118" y="186"/>
                      <a:pt x="37442" y="8509"/>
                      <a:pt x="37442" y="18776"/>
                    </a:cubicBezTo>
                    <a:close/>
                  </a:path>
                </a:pathLst>
              </a:custGeom>
              <a:solidFill>
                <a:srgbClr val="F7A5A1"/>
              </a:solidFill>
              <a:ln w="5753" cap="sq">
                <a:noFill/>
                <a:prstDash val="solid"/>
                <a:miter/>
              </a:ln>
            </p:spPr>
            <p:txBody>
              <a:bodyPr rtlCol="0" anchor="ctr"/>
              <a:lstStyle/>
              <a:p>
                <a:endParaRPr lang="en-US"/>
              </a:p>
            </p:txBody>
          </p:sp>
          <p:sp>
            <p:nvSpPr>
              <p:cNvPr id="1451" name="Freeform: Shape 1450">
                <a:extLst>
                  <a:ext uri="{FF2B5EF4-FFF2-40B4-BE49-F238E27FC236}">
                    <a16:creationId xmlns:a16="http://schemas.microsoft.com/office/drawing/2014/main" id="{7900CACB-EABC-FC87-887A-C8F10BDBF852}"/>
                  </a:ext>
                </a:extLst>
              </p:cNvPr>
              <p:cNvSpPr/>
              <p:nvPr/>
            </p:nvSpPr>
            <p:spPr>
              <a:xfrm>
                <a:off x="7695387" y="8070971"/>
                <a:ext cx="41981" cy="41981"/>
              </a:xfrm>
              <a:custGeom>
                <a:avLst/>
                <a:gdLst>
                  <a:gd name="connsiteX0" fmla="*/ 21251 w 41981"/>
                  <a:gd name="connsiteY0" fmla="*/ 4986 h 41981"/>
                  <a:gd name="connsiteX1" fmla="*/ 37442 w 41981"/>
                  <a:gd name="connsiteY1" fmla="*/ 21176 h 41981"/>
                  <a:gd name="connsiteX2" fmla="*/ 37442 w 41981"/>
                  <a:gd name="connsiteY2" fmla="*/ 21176 h 41981"/>
                  <a:gd name="connsiteX3" fmla="*/ 21251 w 41981"/>
                  <a:gd name="connsiteY3" fmla="*/ 37367 h 41981"/>
                  <a:gd name="connsiteX4" fmla="*/ 5061 w 41981"/>
                  <a:gd name="connsiteY4" fmla="*/ 21176 h 41981"/>
                  <a:gd name="connsiteX5" fmla="*/ 21251 w 41981"/>
                  <a:gd name="connsiteY5" fmla="*/ 4986 h 41981"/>
                  <a:gd name="connsiteX6" fmla="*/ 21251 w 41981"/>
                  <a:gd name="connsiteY6" fmla="*/ 186 h 41981"/>
                  <a:gd name="connsiteX7" fmla="*/ 261 w 41981"/>
                  <a:gd name="connsiteY7" fmla="*/ 21176 h 41981"/>
                  <a:gd name="connsiteX8" fmla="*/ 21251 w 41981"/>
                  <a:gd name="connsiteY8" fmla="*/ 42167 h 41981"/>
                  <a:gd name="connsiteX9" fmla="*/ 42242 w 41981"/>
                  <a:gd name="connsiteY9" fmla="*/ 21176 h 41981"/>
                  <a:gd name="connsiteX10" fmla="*/ 42242 w 41981"/>
                  <a:gd name="connsiteY10" fmla="*/ 21176 h 41981"/>
                  <a:gd name="connsiteX11" fmla="*/ 21251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6"/>
                    </a:moveTo>
                    <a:cubicBezTo>
                      <a:pt x="30193" y="4986"/>
                      <a:pt x="37442" y="12235"/>
                      <a:pt x="37442" y="21176"/>
                    </a:cubicBezTo>
                    <a:lnTo>
                      <a:pt x="37442" y="21176"/>
                    </a:lnTo>
                    <a:cubicBezTo>
                      <a:pt x="37442" y="30118"/>
                      <a:pt x="30193" y="37367"/>
                      <a:pt x="21251" y="37367"/>
                    </a:cubicBezTo>
                    <a:cubicBezTo>
                      <a:pt x="12310" y="37367"/>
                      <a:pt x="5061" y="30118"/>
                      <a:pt x="5061" y="21176"/>
                    </a:cubicBezTo>
                    <a:cubicBezTo>
                      <a:pt x="5061" y="12235"/>
                      <a:pt x="12310" y="4986"/>
                      <a:pt x="21251" y="4986"/>
                    </a:cubicBezTo>
                    <a:close/>
                    <a:moveTo>
                      <a:pt x="21251" y="186"/>
                    </a:moveTo>
                    <a:cubicBezTo>
                      <a:pt x="9659" y="186"/>
                      <a:pt x="261" y="9584"/>
                      <a:pt x="261" y="21176"/>
                    </a:cubicBezTo>
                    <a:cubicBezTo>
                      <a:pt x="261" y="32769"/>
                      <a:pt x="9659" y="42167"/>
                      <a:pt x="21251" y="42167"/>
                    </a:cubicBezTo>
                    <a:cubicBezTo>
                      <a:pt x="32844" y="42167"/>
                      <a:pt x="42242" y="32769"/>
                      <a:pt x="42242" y="21176"/>
                    </a:cubicBezTo>
                    <a:lnTo>
                      <a:pt x="42242" y="21176"/>
                    </a:lnTo>
                    <a:cubicBezTo>
                      <a:pt x="42242" y="9584"/>
                      <a:pt x="32844" y="186"/>
                      <a:pt x="21251" y="186"/>
                    </a:cubicBezTo>
                    <a:close/>
                  </a:path>
                </a:pathLst>
              </a:custGeom>
              <a:solidFill>
                <a:srgbClr val="000000"/>
              </a:solidFill>
              <a:ln w="4794" cap="sq">
                <a:noFill/>
                <a:prstDash val="solid"/>
                <a:round/>
              </a:ln>
            </p:spPr>
            <p:txBody>
              <a:bodyPr rtlCol="0" anchor="ctr"/>
              <a:lstStyle/>
              <a:p>
                <a:endParaRPr lang="en-US"/>
              </a:p>
            </p:txBody>
          </p:sp>
          <p:sp>
            <p:nvSpPr>
              <p:cNvPr id="1452" name="Freeform: Shape 1451">
                <a:extLst>
                  <a:ext uri="{FF2B5EF4-FFF2-40B4-BE49-F238E27FC236}">
                    <a16:creationId xmlns:a16="http://schemas.microsoft.com/office/drawing/2014/main" id="{6E807239-F160-09C8-E4A6-5E66CD578793}"/>
                  </a:ext>
                </a:extLst>
              </p:cNvPr>
              <p:cNvSpPr/>
              <p:nvPr/>
            </p:nvSpPr>
            <p:spPr>
              <a:xfrm>
                <a:off x="7724030" y="7856726"/>
                <a:ext cx="37180" cy="37180"/>
              </a:xfrm>
              <a:custGeom>
                <a:avLst/>
                <a:gdLst>
                  <a:gd name="connsiteX0" fmla="*/ 37446 w 37180"/>
                  <a:gd name="connsiteY0" fmla="*/ 18739 h 37180"/>
                  <a:gd name="connsiteX1" fmla="*/ 18856 w 37180"/>
                  <a:gd name="connsiteY1" fmla="*/ 37329 h 37180"/>
                  <a:gd name="connsiteX2" fmla="*/ 265 w 37180"/>
                  <a:gd name="connsiteY2" fmla="*/ 18739 h 37180"/>
                  <a:gd name="connsiteX3" fmla="*/ 18856 w 37180"/>
                  <a:gd name="connsiteY3" fmla="*/ 148 h 37180"/>
                  <a:gd name="connsiteX4" fmla="*/ 37446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39"/>
                    </a:moveTo>
                    <a:cubicBezTo>
                      <a:pt x="37446" y="29006"/>
                      <a:pt x="29123" y="37329"/>
                      <a:pt x="18856" y="37329"/>
                    </a:cubicBezTo>
                    <a:cubicBezTo>
                      <a:pt x="8589" y="37329"/>
                      <a:pt x="265" y="29006"/>
                      <a:pt x="265" y="18739"/>
                    </a:cubicBezTo>
                    <a:cubicBezTo>
                      <a:pt x="265" y="8471"/>
                      <a:pt x="8589" y="148"/>
                      <a:pt x="18856" y="148"/>
                    </a:cubicBezTo>
                    <a:cubicBezTo>
                      <a:pt x="29123" y="148"/>
                      <a:pt x="37446" y="8471"/>
                      <a:pt x="37446" y="18739"/>
                    </a:cubicBezTo>
                    <a:close/>
                  </a:path>
                </a:pathLst>
              </a:custGeom>
              <a:solidFill>
                <a:srgbClr val="F7DEDE"/>
              </a:solidFill>
              <a:ln w="5753" cap="sq">
                <a:noFill/>
                <a:prstDash val="solid"/>
                <a:miter/>
              </a:ln>
            </p:spPr>
            <p:txBody>
              <a:bodyPr rtlCol="0" anchor="ctr"/>
              <a:lstStyle/>
              <a:p>
                <a:endParaRPr lang="en-US"/>
              </a:p>
            </p:txBody>
          </p:sp>
          <p:sp>
            <p:nvSpPr>
              <p:cNvPr id="1453" name="Freeform: Shape 1452">
                <a:extLst>
                  <a:ext uri="{FF2B5EF4-FFF2-40B4-BE49-F238E27FC236}">
                    <a16:creationId xmlns:a16="http://schemas.microsoft.com/office/drawing/2014/main" id="{CC71BF42-113E-19F1-619F-97EBB01599A5}"/>
                  </a:ext>
                </a:extLst>
              </p:cNvPr>
              <p:cNvSpPr/>
              <p:nvPr/>
            </p:nvSpPr>
            <p:spPr>
              <a:xfrm>
                <a:off x="7721629" y="7854326"/>
                <a:ext cx="41981" cy="41981"/>
              </a:xfrm>
              <a:custGeom>
                <a:avLst/>
                <a:gdLst>
                  <a:gd name="connsiteX0" fmla="*/ 21256 w 41981"/>
                  <a:gd name="connsiteY0" fmla="*/ 4949 h 41981"/>
                  <a:gd name="connsiteX1" fmla="*/ 37446 w 41981"/>
                  <a:gd name="connsiteY1" fmla="*/ 21139 h 41981"/>
                  <a:gd name="connsiteX2" fmla="*/ 37446 w 41981"/>
                  <a:gd name="connsiteY2" fmla="*/ 21139 h 41981"/>
                  <a:gd name="connsiteX3" fmla="*/ 21256 w 41981"/>
                  <a:gd name="connsiteY3" fmla="*/ 37329 h 41981"/>
                  <a:gd name="connsiteX4" fmla="*/ 5066 w 41981"/>
                  <a:gd name="connsiteY4" fmla="*/ 21139 h 41981"/>
                  <a:gd name="connsiteX5" fmla="*/ 21256 w 41981"/>
                  <a:gd name="connsiteY5" fmla="*/ 4949 h 41981"/>
                  <a:gd name="connsiteX6" fmla="*/ 21256 w 41981"/>
                  <a:gd name="connsiteY6" fmla="*/ 148 h 41981"/>
                  <a:gd name="connsiteX7" fmla="*/ 265 w 41981"/>
                  <a:gd name="connsiteY7" fmla="*/ 21139 h 41981"/>
                  <a:gd name="connsiteX8" fmla="*/ 21256 w 41981"/>
                  <a:gd name="connsiteY8" fmla="*/ 42129 h 41981"/>
                  <a:gd name="connsiteX9" fmla="*/ 42246 w 41981"/>
                  <a:gd name="connsiteY9" fmla="*/ 21139 h 41981"/>
                  <a:gd name="connsiteX10" fmla="*/ 42246 w 41981"/>
                  <a:gd name="connsiteY10" fmla="*/ 21139 h 41981"/>
                  <a:gd name="connsiteX11" fmla="*/ 21256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49"/>
                    </a:moveTo>
                    <a:cubicBezTo>
                      <a:pt x="30198" y="4949"/>
                      <a:pt x="37446" y="12197"/>
                      <a:pt x="37446" y="21139"/>
                    </a:cubicBezTo>
                    <a:lnTo>
                      <a:pt x="37446" y="21139"/>
                    </a:lnTo>
                    <a:cubicBezTo>
                      <a:pt x="37446" y="30081"/>
                      <a:pt x="30198" y="37329"/>
                      <a:pt x="21256" y="37329"/>
                    </a:cubicBezTo>
                    <a:cubicBezTo>
                      <a:pt x="12314" y="37329"/>
                      <a:pt x="5066" y="30081"/>
                      <a:pt x="5066" y="21139"/>
                    </a:cubicBezTo>
                    <a:cubicBezTo>
                      <a:pt x="5066" y="12197"/>
                      <a:pt x="12314" y="4949"/>
                      <a:pt x="21256" y="4949"/>
                    </a:cubicBezTo>
                    <a:close/>
                    <a:moveTo>
                      <a:pt x="21256" y="148"/>
                    </a:moveTo>
                    <a:cubicBezTo>
                      <a:pt x="9663" y="148"/>
                      <a:pt x="265" y="9546"/>
                      <a:pt x="265" y="21139"/>
                    </a:cubicBezTo>
                    <a:cubicBezTo>
                      <a:pt x="265" y="32731"/>
                      <a:pt x="9663" y="42129"/>
                      <a:pt x="21256" y="42129"/>
                    </a:cubicBezTo>
                    <a:cubicBezTo>
                      <a:pt x="32848" y="42129"/>
                      <a:pt x="42246" y="32731"/>
                      <a:pt x="42246" y="21139"/>
                    </a:cubicBezTo>
                    <a:lnTo>
                      <a:pt x="42246" y="21139"/>
                    </a:lnTo>
                    <a:cubicBezTo>
                      <a:pt x="42246" y="9546"/>
                      <a:pt x="32848" y="148"/>
                      <a:pt x="21256" y="148"/>
                    </a:cubicBezTo>
                    <a:close/>
                  </a:path>
                </a:pathLst>
              </a:custGeom>
              <a:solidFill>
                <a:srgbClr val="000000"/>
              </a:solidFill>
              <a:ln w="4794" cap="sq">
                <a:noFill/>
                <a:prstDash val="solid"/>
                <a:round/>
              </a:ln>
            </p:spPr>
            <p:txBody>
              <a:bodyPr rtlCol="0" anchor="ctr"/>
              <a:lstStyle/>
              <a:p>
                <a:endParaRPr lang="en-US"/>
              </a:p>
            </p:txBody>
          </p:sp>
          <p:sp>
            <p:nvSpPr>
              <p:cNvPr id="1454" name="Freeform: Shape 1453">
                <a:extLst>
                  <a:ext uri="{FF2B5EF4-FFF2-40B4-BE49-F238E27FC236}">
                    <a16:creationId xmlns:a16="http://schemas.microsoft.com/office/drawing/2014/main" id="{73EE6027-E771-0CE0-0D01-B03F2A4A9DA8}"/>
                  </a:ext>
                </a:extLst>
              </p:cNvPr>
              <p:cNvSpPr/>
              <p:nvPr/>
            </p:nvSpPr>
            <p:spPr>
              <a:xfrm>
                <a:off x="7639721" y="7970279"/>
                <a:ext cx="37180" cy="37180"/>
              </a:xfrm>
              <a:custGeom>
                <a:avLst/>
                <a:gdLst>
                  <a:gd name="connsiteX0" fmla="*/ 37431 w 37180"/>
                  <a:gd name="connsiteY0" fmla="*/ 18758 h 37180"/>
                  <a:gd name="connsiteX1" fmla="*/ 18841 w 37180"/>
                  <a:gd name="connsiteY1" fmla="*/ 37349 h 37180"/>
                  <a:gd name="connsiteX2" fmla="*/ 251 w 37180"/>
                  <a:gd name="connsiteY2" fmla="*/ 18758 h 37180"/>
                  <a:gd name="connsiteX3" fmla="*/ 18841 w 37180"/>
                  <a:gd name="connsiteY3" fmla="*/ 168 h 37180"/>
                  <a:gd name="connsiteX4" fmla="*/ 37431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58"/>
                    </a:moveTo>
                    <a:cubicBezTo>
                      <a:pt x="37431" y="29026"/>
                      <a:pt x="29108" y="37349"/>
                      <a:pt x="18841" y="37349"/>
                    </a:cubicBezTo>
                    <a:cubicBezTo>
                      <a:pt x="8574" y="37349"/>
                      <a:pt x="251" y="29026"/>
                      <a:pt x="251" y="18758"/>
                    </a:cubicBezTo>
                    <a:cubicBezTo>
                      <a:pt x="251" y="8491"/>
                      <a:pt x="8574" y="168"/>
                      <a:pt x="18841" y="168"/>
                    </a:cubicBezTo>
                    <a:cubicBezTo>
                      <a:pt x="29108" y="168"/>
                      <a:pt x="37431" y="8491"/>
                      <a:pt x="37431" y="18758"/>
                    </a:cubicBezTo>
                    <a:close/>
                  </a:path>
                </a:pathLst>
              </a:custGeom>
              <a:solidFill>
                <a:srgbClr val="F7A6A6"/>
              </a:solidFill>
              <a:ln w="5753" cap="sq">
                <a:noFill/>
                <a:prstDash val="solid"/>
                <a:miter/>
              </a:ln>
            </p:spPr>
            <p:txBody>
              <a:bodyPr rtlCol="0" anchor="ctr"/>
              <a:lstStyle/>
              <a:p>
                <a:endParaRPr lang="en-US"/>
              </a:p>
            </p:txBody>
          </p:sp>
          <p:sp>
            <p:nvSpPr>
              <p:cNvPr id="1455" name="Freeform: Shape 1454">
                <a:extLst>
                  <a:ext uri="{FF2B5EF4-FFF2-40B4-BE49-F238E27FC236}">
                    <a16:creationId xmlns:a16="http://schemas.microsoft.com/office/drawing/2014/main" id="{FB5436D2-29BF-96DC-815C-7C7ED1CB89B1}"/>
                  </a:ext>
                </a:extLst>
              </p:cNvPr>
              <p:cNvSpPr/>
              <p:nvPr/>
            </p:nvSpPr>
            <p:spPr>
              <a:xfrm>
                <a:off x="7637320" y="7967879"/>
                <a:ext cx="41981" cy="41981"/>
              </a:xfrm>
              <a:custGeom>
                <a:avLst/>
                <a:gdLst>
                  <a:gd name="connsiteX0" fmla="*/ 21241 w 41981"/>
                  <a:gd name="connsiteY0" fmla="*/ 4968 h 41981"/>
                  <a:gd name="connsiteX1" fmla="*/ 37431 w 41981"/>
                  <a:gd name="connsiteY1" fmla="*/ 21159 h 41981"/>
                  <a:gd name="connsiteX2" fmla="*/ 37431 w 41981"/>
                  <a:gd name="connsiteY2" fmla="*/ 21159 h 41981"/>
                  <a:gd name="connsiteX3" fmla="*/ 21241 w 41981"/>
                  <a:gd name="connsiteY3" fmla="*/ 37349 h 41981"/>
                  <a:gd name="connsiteX4" fmla="*/ 5051 w 41981"/>
                  <a:gd name="connsiteY4" fmla="*/ 21159 h 41981"/>
                  <a:gd name="connsiteX5" fmla="*/ 21241 w 41981"/>
                  <a:gd name="connsiteY5" fmla="*/ 4968 h 41981"/>
                  <a:gd name="connsiteX6" fmla="*/ 21241 w 41981"/>
                  <a:gd name="connsiteY6" fmla="*/ 168 h 41981"/>
                  <a:gd name="connsiteX7" fmla="*/ 251 w 41981"/>
                  <a:gd name="connsiteY7" fmla="*/ 21159 h 41981"/>
                  <a:gd name="connsiteX8" fmla="*/ 21241 w 41981"/>
                  <a:gd name="connsiteY8" fmla="*/ 42149 h 41981"/>
                  <a:gd name="connsiteX9" fmla="*/ 42232 w 41981"/>
                  <a:gd name="connsiteY9" fmla="*/ 21159 h 41981"/>
                  <a:gd name="connsiteX10" fmla="*/ 42232 w 41981"/>
                  <a:gd name="connsiteY10" fmla="*/ 21159 h 41981"/>
                  <a:gd name="connsiteX11" fmla="*/ 2124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68"/>
                    </a:moveTo>
                    <a:cubicBezTo>
                      <a:pt x="30183" y="4968"/>
                      <a:pt x="37431" y="12217"/>
                      <a:pt x="37431" y="21159"/>
                    </a:cubicBezTo>
                    <a:lnTo>
                      <a:pt x="37431" y="21159"/>
                    </a:lnTo>
                    <a:cubicBezTo>
                      <a:pt x="37431" y="30100"/>
                      <a:pt x="30183" y="37349"/>
                      <a:pt x="21241" y="37349"/>
                    </a:cubicBezTo>
                    <a:cubicBezTo>
                      <a:pt x="12299" y="37349"/>
                      <a:pt x="5051" y="30100"/>
                      <a:pt x="5051" y="21159"/>
                    </a:cubicBezTo>
                    <a:cubicBezTo>
                      <a:pt x="5051" y="12217"/>
                      <a:pt x="12299" y="4968"/>
                      <a:pt x="21241" y="4968"/>
                    </a:cubicBezTo>
                    <a:close/>
                    <a:moveTo>
                      <a:pt x="21241" y="168"/>
                    </a:moveTo>
                    <a:cubicBezTo>
                      <a:pt x="9649" y="168"/>
                      <a:pt x="251" y="9566"/>
                      <a:pt x="251" y="21159"/>
                    </a:cubicBezTo>
                    <a:cubicBezTo>
                      <a:pt x="251" y="32751"/>
                      <a:pt x="9649" y="42149"/>
                      <a:pt x="21241" y="42149"/>
                    </a:cubicBezTo>
                    <a:cubicBezTo>
                      <a:pt x="32834" y="42149"/>
                      <a:pt x="42232" y="32751"/>
                      <a:pt x="42232" y="21159"/>
                    </a:cubicBezTo>
                    <a:lnTo>
                      <a:pt x="42232" y="21159"/>
                    </a:lnTo>
                    <a:cubicBezTo>
                      <a:pt x="42232" y="9566"/>
                      <a:pt x="32834" y="168"/>
                      <a:pt x="21241" y="168"/>
                    </a:cubicBezTo>
                    <a:close/>
                  </a:path>
                </a:pathLst>
              </a:custGeom>
              <a:solidFill>
                <a:srgbClr val="000000"/>
              </a:solidFill>
              <a:ln w="4794" cap="sq">
                <a:noFill/>
                <a:prstDash val="solid"/>
                <a:round/>
              </a:ln>
            </p:spPr>
            <p:txBody>
              <a:bodyPr rtlCol="0" anchor="ctr"/>
              <a:lstStyle/>
              <a:p>
                <a:endParaRPr lang="en-US"/>
              </a:p>
            </p:txBody>
          </p:sp>
          <p:sp>
            <p:nvSpPr>
              <p:cNvPr id="1456" name="Freeform: Shape 1455">
                <a:extLst>
                  <a:ext uri="{FF2B5EF4-FFF2-40B4-BE49-F238E27FC236}">
                    <a16:creationId xmlns:a16="http://schemas.microsoft.com/office/drawing/2014/main" id="{80DF04CA-7A69-94A5-EE55-7ED9522CFBF4}"/>
                  </a:ext>
                </a:extLst>
              </p:cNvPr>
              <p:cNvSpPr/>
              <p:nvPr/>
            </p:nvSpPr>
            <p:spPr>
              <a:xfrm>
                <a:off x="7638390" y="7835362"/>
                <a:ext cx="37180" cy="37180"/>
              </a:xfrm>
              <a:custGeom>
                <a:avLst/>
                <a:gdLst>
                  <a:gd name="connsiteX0" fmla="*/ 37431 w 37180"/>
                  <a:gd name="connsiteY0" fmla="*/ 18735 h 37180"/>
                  <a:gd name="connsiteX1" fmla="*/ 18841 w 37180"/>
                  <a:gd name="connsiteY1" fmla="*/ 37325 h 37180"/>
                  <a:gd name="connsiteX2" fmla="*/ 250 w 37180"/>
                  <a:gd name="connsiteY2" fmla="*/ 18735 h 37180"/>
                  <a:gd name="connsiteX3" fmla="*/ 18841 w 37180"/>
                  <a:gd name="connsiteY3" fmla="*/ 145 h 37180"/>
                  <a:gd name="connsiteX4" fmla="*/ 37431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35"/>
                    </a:moveTo>
                    <a:cubicBezTo>
                      <a:pt x="37431" y="29002"/>
                      <a:pt x="29108" y="37325"/>
                      <a:pt x="18841" y="37325"/>
                    </a:cubicBezTo>
                    <a:cubicBezTo>
                      <a:pt x="8574" y="37325"/>
                      <a:pt x="250" y="29002"/>
                      <a:pt x="250" y="18735"/>
                    </a:cubicBezTo>
                    <a:cubicBezTo>
                      <a:pt x="250" y="8468"/>
                      <a:pt x="8574" y="145"/>
                      <a:pt x="18841" y="145"/>
                    </a:cubicBezTo>
                    <a:cubicBezTo>
                      <a:pt x="29108" y="145"/>
                      <a:pt x="37431" y="8468"/>
                      <a:pt x="37431" y="18735"/>
                    </a:cubicBezTo>
                    <a:close/>
                  </a:path>
                </a:pathLst>
              </a:custGeom>
              <a:solidFill>
                <a:srgbClr val="F7D1D1"/>
              </a:solidFill>
              <a:ln w="5753" cap="sq">
                <a:noFill/>
                <a:prstDash val="solid"/>
                <a:miter/>
              </a:ln>
            </p:spPr>
            <p:txBody>
              <a:bodyPr rtlCol="0" anchor="ctr"/>
              <a:lstStyle/>
              <a:p>
                <a:endParaRPr lang="en-US"/>
              </a:p>
            </p:txBody>
          </p:sp>
          <p:sp>
            <p:nvSpPr>
              <p:cNvPr id="1457" name="Freeform: Shape 1456">
                <a:extLst>
                  <a:ext uri="{FF2B5EF4-FFF2-40B4-BE49-F238E27FC236}">
                    <a16:creationId xmlns:a16="http://schemas.microsoft.com/office/drawing/2014/main" id="{A53EE69E-9ECC-7725-AB64-BD54765C3AA0}"/>
                  </a:ext>
                </a:extLst>
              </p:cNvPr>
              <p:cNvSpPr/>
              <p:nvPr/>
            </p:nvSpPr>
            <p:spPr>
              <a:xfrm>
                <a:off x="7635990" y="7832962"/>
                <a:ext cx="41981" cy="41981"/>
              </a:xfrm>
              <a:custGeom>
                <a:avLst/>
                <a:gdLst>
                  <a:gd name="connsiteX0" fmla="*/ 21241 w 41981"/>
                  <a:gd name="connsiteY0" fmla="*/ 4945 h 41981"/>
                  <a:gd name="connsiteX1" fmla="*/ 37431 w 41981"/>
                  <a:gd name="connsiteY1" fmla="*/ 21135 h 41981"/>
                  <a:gd name="connsiteX2" fmla="*/ 37431 w 41981"/>
                  <a:gd name="connsiteY2" fmla="*/ 21135 h 41981"/>
                  <a:gd name="connsiteX3" fmla="*/ 21241 w 41981"/>
                  <a:gd name="connsiteY3" fmla="*/ 37325 h 41981"/>
                  <a:gd name="connsiteX4" fmla="*/ 5051 w 41981"/>
                  <a:gd name="connsiteY4" fmla="*/ 21135 h 41981"/>
                  <a:gd name="connsiteX5" fmla="*/ 21241 w 41981"/>
                  <a:gd name="connsiteY5" fmla="*/ 4945 h 41981"/>
                  <a:gd name="connsiteX6" fmla="*/ 21241 w 41981"/>
                  <a:gd name="connsiteY6" fmla="*/ 145 h 41981"/>
                  <a:gd name="connsiteX7" fmla="*/ 250 w 41981"/>
                  <a:gd name="connsiteY7" fmla="*/ 21135 h 41981"/>
                  <a:gd name="connsiteX8" fmla="*/ 21241 w 41981"/>
                  <a:gd name="connsiteY8" fmla="*/ 42126 h 41981"/>
                  <a:gd name="connsiteX9" fmla="*/ 42232 w 41981"/>
                  <a:gd name="connsiteY9" fmla="*/ 21135 h 41981"/>
                  <a:gd name="connsiteX10" fmla="*/ 42232 w 41981"/>
                  <a:gd name="connsiteY10" fmla="*/ 21135 h 41981"/>
                  <a:gd name="connsiteX11" fmla="*/ 21241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45"/>
                    </a:moveTo>
                    <a:cubicBezTo>
                      <a:pt x="30183" y="4945"/>
                      <a:pt x="37431" y="12193"/>
                      <a:pt x="37431" y="21135"/>
                    </a:cubicBezTo>
                    <a:lnTo>
                      <a:pt x="37431" y="21135"/>
                    </a:lnTo>
                    <a:cubicBezTo>
                      <a:pt x="37431" y="30077"/>
                      <a:pt x="30183" y="37325"/>
                      <a:pt x="21241" y="37325"/>
                    </a:cubicBezTo>
                    <a:cubicBezTo>
                      <a:pt x="12299" y="37325"/>
                      <a:pt x="5051" y="30077"/>
                      <a:pt x="5051" y="21135"/>
                    </a:cubicBezTo>
                    <a:cubicBezTo>
                      <a:pt x="5051" y="12193"/>
                      <a:pt x="12299" y="4945"/>
                      <a:pt x="21241" y="4945"/>
                    </a:cubicBezTo>
                    <a:close/>
                    <a:moveTo>
                      <a:pt x="21241" y="145"/>
                    </a:moveTo>
                    <a:cubicBezTo>
                      <a:pt x="9648" y="145"/>
                      <a:pt x="250" y="9543"/>
                      <a:pt x="250" y="21135"/>
                    </a:cubicBezTo>
                    <a:cubicBezTo>
                      <a:pt x="250" y="32728"/>
                      <a:pt x="9648" y="42126"/>
                      <a:pt x="21241" y="42126"/>
                    </a:cubicBezTo>
                    <a:cubicBezTo>
                      <a:pt x="32834" y="42126"/>
                      <a:pt x="42232" y="32728"/>
                      <a:pt x="42232" y="21135"/>
                    </a:cubicBezTo>
                    <a:lnTo>
                      <a:pt x="42232" y="21135"/>
                    </a:lnTo>
                    <a:cubicBezTo>
                      <a:pt x="42232" y="9543"/>
                      <a:pt x="32834" y="145"/>
                      <a:pt x="21241" y="145"/>
                    </a:cubicBezTo>
                    <a:close/>
                  </a:path>
                </a:pathLst>
              </a:custGeom>
              <a:solidFill>
                <a:srgbClr val="000000"/>
              </a:solidFill>
              <a:ln w="4794" cap="sq">
                <a:noFill/>
                <a:prstDash val="solid"/>
                <a:round/>
              </a:ln>
            </p:spPr>
            <p:txBody>
              <a:bodyPr rtlCol="0" anchor="ctr"/>
              <a:lstStyle/>
              <a:p>
                <a:endParaRPr lang="en-US"/>
              </a:p>
            </p:txBody>
          </p:sp>
          <p:sp>
            <p:nvSpPr>
              <p:cNvPr id="1458" name="Freeform: Shape 1457">
                <a:extLst>
                  <a:ext uri="{FF2B5EF4-FFF2-40B4-BE49-F238E27FC236}">
                    <a16:creationId xmlns:a16="http://schemas.microsoft.com/office/drawing/2014/main" id="{F0947F8E-E9AE-7B95-A163-09BFFE3CB2E0}"/>
                  </a:ext>
                </a:extLst>
              </p:cNvPr>
              <p:cNvSpPr/>
              <p:nvPr/>
            </p:nvSpPr>
            <p:spPr>
              <a:xfrm>
                <a:off x="7716064" y="7901752"/>
                <a:ext cx="37180" cy="37180"/>
              </a:xfrm>
              <a:custGeom>
                <a:avLst/>
                <a:gdLst>
                  <a:gd name="connsiteX0" fmla="*/ 37445 w 37180"/>
                  <a:gd name="connsiteY0" fmla="*/ 18746 h 37180"/>
                  <a:gd name="connsiteX1" fmla="*/ 18854 w 37180"/>
                  <a:gd name="connsiteY1" fmla="*/ 37337 h 37180"/>
                  <a:gd name="connsiteX2" fmla="*/ 264 w 37180"/>
                  <a:gd name="connsiteY2" fmla="*/ 18746 h 37180"/>
                  <a:gd name="connsiteX3" fmla="*/ 18854 w 37180"/>
                  <a:gd name="connsiteY3" fmla="*/ 156 h 37180"/>
                  <a:gd name="connsiteX4" fmla="*/ 37445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46"/>
                    </a:moveTo>
                    <a:cubicBezTo>
                      <a:pt x="37445" y="29014"/>
                      <a:pt x="29122" y="37337"/>
                      <a:pt x="18854" y="37337"/>
                    </a:cubicBezTo>
                    <a:cubicBezTo>
                      <a:pt x="8587" y="37337"/>
                      <a:pt x="264" y="29014"/>
                      <a:pt x="264" y="18746"/>
                    </a:cubicBezTo>
                    <a:cubicBezTo>
                      <a:pt x="264" y="8479"/>
                      <a:pt x="8587" y="156"/>
                      <a:pt x="18854" y="156"/>
                    </a:cubicBezTo>
                    <a:cubicBezTo>
                      <a:pt x="29122" y="156"/>
                      <a:pt x="37445" y="8479"/>
                      <a:pt x="37445" y="18746"/>
                    </a:cubicBezTo>
                    <a:close/>
                  </a:path>
                </a:pathLst>
              </a:custGeom>
              <a:solidFill>
                <a:srgbClr val="D1F7D1"/>
              </a:solidFill>
              <a:ln w="5753" cap="sq">
                <a:noFill/>
                <a:prstDash val="solid"/>
                <a:miter/>
              </a:ln>
            </p:spPr>
            <p:txBody>
              <a:bodyPr rtlCol="0" anchor="ctr"/>
              <a:lstStyle/>
              <a:p>
                <a:endParaRPr lang="en-US"/>
              </a:p>
            </p:txBody>
          </p:sp>
          <p:sp>
            <p:nvSpPr>
              <p:cNvPr id="1459" name="Freeform: Shape 1458">
                <a:extLst>
                  <a:ext uri="{FF2B5EF4-FFF2-40B4-BE49-F238E27FC236}">
                    <a16:creationId xmlns:a16="http://schemas.microsoft.com/office/drawing/2014/main" id="{3A924DC6-C5D8-5D24-6658-3E19FBEE2E00}"/>
                  </a:ext>
                </a:extLst>
              </p:cNvPr>
              <p:cNvSpPr/>
              <p:nvPr/>
            </p:nvSpPr>
            <p:spPr>
              <a:xfrm>
                <a:off x="7713663" y="7899352"/>
                <a:ext cx="41981" cy="41981"/>
              </a:xfrm>
              <a:custGeom>
                <a:avLst/>
                <a:gdLst>
                  <a:gd name="connsiteX0" fmla="*/ 21255 w 41981"/>
                  <a:gd name="connsiteY0" fmla="*/ 4956 h 41981"/>
                  <a:gd name="connsiteX1" fmla="*/ 37445 w 41981"/>
                  <a:gd name="connsiteY1" fmla="*/ 21147 h 41981"/>
                  <a:gd name="connsiteX2" fmla="*/ 37445 w 41981"/>
                  <a:gd name="connsiteY2" fmla="*/ 21147 h 41981"/>
                  <a:gd name="connsiteX3" fmla="*/ 21255 w 41981"/>
                  <a:gd name="connsiteY3" fmla="*/ 37337 h 41981"/>
                  <a:gd name="connsiteX4" fmla="*/ 5064 w 41981"/>
                  <a:gd name="connsiteY4" fmla="*/ 21147 h 41981"/>
                  <a:gd name="connsiteX5" fmla="*/ 21255 w 41981"/>
                  <a:gd name="connsiteY5" fmla="*/ 4956 h 41981"/>
                  <a:gd name="connsiteX6" fmla="*/ 21255 w 41981"/>
                  <a:gd name="connsiteY6" fmla="*/ 156 h 41981"/>
                  <a:gd name="connsiteX7" fmla="*/ 264 w 41981"/>
                  <a:gd name="connsiteY7" fmla="*/ 21147 h 41981"/>
                  <a:gd name="connsiteX8" fmla="*/ 21255 w 41981"/>
                  <a:gd name="connsiteY8" fmla="*/ 42137 h 41981"/>
                  <a:gd name="connsiteX9" fmla="*/ 42245 w 41981"/>
                  <a:gd name="connsiteY9" fmla="*/ 21147 h 41981"/>
                  <a:gd name="connsiteX10" fmla="*/ 42245 w 41981"/>
                  <a:gd name="connsiteY10" fmla="*/ 21147 h 41981"/>
                  <a:gd name="connsiteX11" fmla="*/ 21255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56"/>
                    </a:moveTo>
                    <a:cubicBezTo>
                      <a:pt x="30196" y="4956"/>
                      <a:pt x="37445" y="12205"/>
                      <a:pt x="37445" y="21147"/>
                    </a:cubicBezTo>
                    <a:lnTo>
                      <a:pt x="37445" y="21147"/>
                    </a:lnTo>
                    <a:cubicBezTo>
                      <a:pt x="37445" y="30088"/>
                      <a:pt x="30196" y="37337"/>
                      <a:pt x="21255" y="37337"/>
                    </a:cubicBezTo>
                    <a:cubicBezTo>
                      <a:pt x="12313" y="37337"/>
                      <a:pt x="5064" y="30088"/>
                      <a:pt x="5064" y="21147"/>
                    </a:cubicBezTo>
                    <a:cubicBezTo>
                      <a:pt x="5064" y="12205"/>
                      <a:pt x="12313" y="4956"/>
                      <a:pt x="21255" y="4956"/>
                    </a:cubicBezTo>
                    <a:close/>
                    <a:moveTo>
                      <a:pt x="21255" y="156"/>
                    </a:moveTo>
                    <a:cubicBezTo>
                      <a:pt x="9662" y="156"/>
                      <a:pt x="264" y="9554"/>
                      <a:pt x="264" y="21147"/>
                    </a:cubicBezTo>
                    <a:cubicBezTo>
                      <a:pt x="264" y="32739"/>
                      <a:pt x="9662" y="42137"/>
                      <a:pt x="21255" y="42137"/>
                    </a:cubicBezTo>
                    <a:cubicBezTo>
                      <a:pt x="32847" y="42137"/>
                      <a:pt x="42245" y="32739"/>
                      <a:pt x="42245" y="21147"/>
                    </a:cubicBezTo>
                    <a:lnTo>
                      <a:pt x="42245" y="21147"/>
                    </a:lnTo>
                    <a:cubicBezTo>
                      <a:pt x="42245" y="9554"/>
                      <a:pt x="32847" y="156"/>
                      <a:pt x="21255" y="156"/>
                    </a:cubicBezTo>
                    <a:close/>
                  </a:path>
                </a:pathLst>
              </a:custGeom>
              <a:solidFill>
                <a:srgbClr val="000000"/>
              </a:solidFill>
              <a:ln w="4794" cap="sq">
                <a:noFill/>
                <a:prstDash val="solid"/>
                <a:round/>
              </a:ln>
            </p:spPr>
            <p:txBody>
              <a:bodyPr rtlCol="0" anchor="ctr"/>
              <a:lstStyle/>
              <a:p>
                <a:endParaRPr lang="en-US"/>
              </a:p>
            </p:txBody>
          </p:sp>
          <p:sp>
            <p:nvSpPr>
              <p:cNvPr id="1460" name="Freeform: Shape 1459">
                <a:extLst>
                  <a:ext uri="{FF2B5EF4-FFF2-40B4-BE49-F238E27FC236}">
                    <a16:creationId xmlns:a16="http://schemas.microsoft.com/office/drawing/2014/main" id="{9909CD56-F794-7346-131C-6FF536A6E85C}"/>
                  </a:ext>
                </a:extLst>
              </p:cNvPr>
              <p:cNvSpPr/>
              <p:nvPr/>
            </p:nvSpPr>
            <p:spPr>
              <a:xfrm>
                <a:off x="7691831" y="8039710"/>
                <a:ext cx="37180" cy="37180"/>
              </a:xfrm>
              <a:custGeom>
                <a:avLst/>
                <a:gdLst>
                  <a:gd name="connsiteX0" fmla="*/ 37441 w 37180"/>
                  <a:gd name="connsiteY0" fmla="*/ 18770 h 37180"/>
                  <a:gd name="connsiteX1" fmla="*/ 18850 w 37180"/>
                  <a:gd name="connsiteY1" fmla="*/ 37361 h 37180"/>
                  <a:gd name="connsiteX2" fmla="*/ 260 w 37180"/>
                  <a:gd name="connsiteY2" fmla="*/ 18770 h 37180"/>
                  <a:gd name="connsiteX3" fmla="*/ 18850 w 37180"/>
                  <a:gd name="connsiteY3" fmla="*/ 180 h 37180"/>
                  <a:gd name="connsiteX4" fmla="*/ 37441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0"/>
                    </a:moveTo>
                    <a:cubicBezTo>
                      <a:pt x="37441" y="29038"/>
                      <a:pt x="29117" y="37361"/>
                      <a:pt x="18850" y="37361"/>
                    </a:cubicBezTo>
                    <a:cubicBezTo>
                      <a:pt x="8583" y="37361"/>
                      <a:pt x="260" y="29038"/>
                      <a:pt x="260" y="18770"/>
                    </a:cubicBezTo>
                    <a:cubicBezTo>
                      <a:pt x="260" y="8503"/>
                      <a:pt x="8583" y="180"/>
                      <a:pt x="18850" y="180"/>
                    </a:cubicBezTo>
                    <a:cubicBezTo>
                      <a:pt x="29117" y="180"/>
                      <a:pt x="37441" y="8503"/>
                      <a:pt x="37441" y="18770"/>
                    </a:cubicBezTo>
                    <a:close/>
                  </a:path>
                </a:pathLst>
              </a:custGeom>
              <a:solidFill>
                <a:srgbClr val="EDF7ED"/>
              </a:solidFill>
              <a:ln w="5753" cap="sq">
                <a:noFill/>
                <a:prstDash val="solid"/>
                <a:miter/>
              </a:ln>
            </p:spPr>
            <p:txBody>
              <a:bodyPr rtlCol="0" anchor="ctr"/>
              <a:lstStyle/>
              <a:p>
                <a:endParaRPr lang="en-US"/>
              </a:p>
            </p:txBody>
          </p:sp>
          <p:sp>
            <p:nvSpPr>
              <p:cNvPr id="1461" name="Freeform: Shape 1460">
                <a:extLst>
                  <a:ext uri="{FF2B5EF4-FFF2-40B4-BE49-F238E27FC236}">
                    <a16:creationId xmlns:a16="http://schemas.microsoft.com/office/drawing/2014/main" id="{C99E884E-88C7-3603-9FBD-53C51799D089}"/>
                  </a:ext>
                </a:extLst>
              </p:cNvPr>
              <p:cNvSpPr/>
              <p:nvPr/>
            </p:nvSpPr>
            <p:spPr>
              <a:xfrm>
                <a:off x="7689431" y="8037310"/>
                <a:ext cx="41981" cy="41981"/>
              </a:xfrm>
              <a:custGeom>
                <a:avLst/>
                <a:gdLst>
                  <a:gd name="connsiteX0" fmla="*/ 21250 w 41981"/>
                  <a:gd name="connsiteY0" fmla="*/ 4980 h 41981"/>
                  <a:gd name="connsiteX1" fmla="*/ 37441 w 41981"/>
                  <a:gd name="connsiteY1" fmla="*/ 21171 h 41981"/>
                  <a:gd name="connsiteX2" fmla="*/ 37441 w 41981"/>
                  <a:gd name="connsiteY2" fmla="*/ 21171 h 41981"/>
                  <a:gd name="connsiteX3" fmla="*/ 21250 w 41981"/>
                  <a:gd name="connsiteY3" fmla="*/ 37361 h 41981"/>
                  <a:gd name="connsiteX4" fmla="*/ 5060 w 41981"/>
                  <a:gd name="connsiteY4" fmla="*/ 21171 h 41981"/>
                  <a:gd name="connsiteX5" fmla="*/ 21250 w 41981"/>
                  <a:gd name="connsiteY5" fmla="*/ 4980 h 41981"/>
                  <a:gd name="connsiteX6" fmla="*/ 21250 w 41981"/>
                  <a:gd name="connsiteY6" fmla="*/ 180 h 41981"/>
                  <a:gd name="connsiteX7" fmla="*/ 260 w 41981"/>
                  <a:gd name="connsiteY7" fmla="*/ 21171 h 41981"/>
                  <a:gd name="connsiteX8" fmla="*/ 21250 w 41981"/>
                  <a:gd name="connsiteY8" fmla="*/ 42161 h 41981"/>
                  <a:gd name="connsiteX9" fmla="*/ 42241 w 41981"/>
                  <a:gd name="connsiteY9" fmla="*/ 21171 h 41981"/>
                  <a:gd name="connsiteX10" fmla="*/ 42241 w 41981"/>
                  <a:gd name="connsiteY10" fmla="*/ 21171 h 41981"/>
                  <a:gd name="connsiteX11" fmla="*/ 21250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0"/>
                    </a:moveTo>
                    <a:cubicBezTo>
                      <a:pt x="30192" y="4980"/>
                      <a:pt x="37441" y="12229"/>
                      <a:pt x="37441" y="21171"/>
                    </a:cubicBezTo>
                    <a:lnTo>
                      <a:pt x="37441" y="21171"/>
                    </a:lnTo>
                    <a:cubicBezTo>
                      <a:pt x="37441" y="30112"/>
                      <a:pt x="30192" y="37361"/>
                      <a:pt x="21250" y="37361"/>
                    </a:cubicBezTo>
                    <a:cubicBezTo>
                      <a:pt x="12308" y="37361"/>
                      <a:pt x="5060" y="30112"/>
                      <a:pt x="5060" y="21171"/>
                    </a:cubicBezTo>
                    <a:cubicBezTo>
                      <a:pt x="5060" y="12229"/>
                      <a:pt x="12308" y="4980"/>
                      <a:pt x="21250" y="4980"/>
                    </a:cubicBezTo>
                    <a:close/>
                    <a:moveTo>
                      <a:pt x="21250" y="180"/>
                    </a:moveTo>
                    <a:cubicBezTo>
                      <a:pt x="9658" y="180"/>
                      <a:pt x="260" y="9578"/>
                      <a:pt x="260" y="21171"/>
                    </a:cubicBezTo>
                    <a:cubicBezTo>
                      <a:pt x="260" y="32763"/>
                      <a:pt x="9658" y="42161"/>
                      <a:pt x="21250" y="42161"/>
                    </a:cubicBezTo>
                    <a:cubicBezTo>
                      <a:pt x="32843" y="42161"/>
                      <a:pt x="42241" y="32763"/>
                      <a:pt x="42241" y="21171"/>
                    </a:cubicBezTo>
                    <a:lnTo>
                      <a:pt x="42241" y="21171"/>
                    </a:lnTo>
                    <a:cubicBezTo>
                      <a:pt x="42241" y="9578"/>
                      <a:pt x="32843" y="180"/>
                      <a:pt x="21250" y="180"/>
                    </a:cubicBezTo>
                    <a:close/>
                  </a:path>
                </a:pathLst>
              </a:custGeom>
              <a:solidFill>
                <a:srgbClr val="000000"/>
              </a:solidFill>
              <a:ln w="4794" cap="sq">
                <a:noFill/>
                <a:prstDash val="solid"/>
                <a:round/>
              </a:ln>
            </p:spPr>
            <p:txBody>
              <a:bodyPr rtlCol="0" anchor="ctr"/>
              <a:lstStyle/>
              <a:p>
                <a:endParaRPr lang="en-US"/>
              </a:p>
            </p:txBody>
          </p:sp>
          <p:sp>
            <p:nvSpPr>
              <p:cNvPr id="1462" name="Freeform: Shape 1461">
                <a:extLst>
                  <a:ext uri="{FF2B5EF4-FFF2-40B4-BE49-F238E27FC236}">
                    <a16:creationId xmlns:a16="http://schemas.microsoft.com/office/drawing/2014/main" id="{72502D4F-785E-ADD3-CE13-3EE4463F40AE}"/>
                  </a:ext>
                </a:extLst>
              </p:cNvPr>
              <p:cNvSpPr/>
              <p:nvPr/>
            </p:nvSpPr>
            <p:spPr>
              <a:xfrm>
                <a:off x="7716622" y="8012235"/>
                <a:ext cx="37180" cy="37180"/>
              </a:xfrm>
              <a:custGeom>
                <a:avLst/>
                <a:gdLst>
                  <a:gd name="connsiteX0" fmla="*/ 37445 w 37180"/>
                  <a:gd name="connsiteY0" fmla="*/ 18766 h 37180"/>
                  <a:gd name="connsiteX1" fmla="*/ 18854 w 37180"/>
                  <a:gd name="connsiteY1" fmla="*/ 37356 h 37180"/>
                  <a:gd name="connsiteX2" fmla="*/ 264 w 37180"/>
                  <a:gd name="connsiteY2" fmla="*/ 18766 h 37180"/>
                  <a:gd name="connsiteX3" fmla="*/ 18854 w 37180"/>
                  <a:gd name="connsiteY3" fmla="*/ 175 h 37180"/>
                  <a:gd name="connsiteX4" fmla="*/ 37445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6"/>
                    </a:moveTo>
                    <a:cubicBezTo>
                      <a:pt x="37445" y="29033"/>
                      <a:pt x="29122" y="37356"/>
                      <a:pt x="18854" y="37356"/>
                    </a:cubicBezTo>
                    <a:cubicBezTo>
                      <a:pt x="8587" y="37356"/>
                      <a:pt x="264" y="29033"/>
                      <a:pt x="264" y="18766"/>
                    </a:cubicBezTo>
                    <a:cubicBezTo>
                      <a:pt x="264" y="8498"/>
                      <a:pt x="8587" y="175"/>
                      <a:pt x="18854" y="175"/>
                    </a:cubicBezTo>
                    <a:cubicBezTo>
                      <a:pt x="29122" y="175"/>
                      <a:pt x="37445" y="8498"/>
                      <a:pt x="37445" y="18766"/>
                    </a:cubicBezTo>
                    <a:close/>
                  </a:path>
                </a:pathLst>
              </a:custGeom>
              <a:solidFill>
                <a:srgbClr val="F7F0F0"/>
              </a:solidFill>
              <a:ln w="5753" cap="sq">
                <a:noFill/>
                <a:prstDash val="solid"/>
                <a:miter/>
              </a:ln>
            </p:spPr>
            <p:txBody>
              <a:bodyPr rtlCol="0" anchor="ctr"/>
              <a:lstStyle/>
              <a:p>
                <a:endParaRPr lang="en-US"/>
              </a:p>
            </p:txBody>
          </p:sp>
          <p:sp>
            <p:nvSpPr>
              <p:cNvPr id="1463" name="Freeform: Shape 1462">
                <a:extLst>
                  <a:ext uri="{FF2B5EF4-FFF2-40B4-BE49-F238E27FC236}">
                    <a16:creationId xmlns:a16="http://schemas.microsoft.com/office/drawing/2014/main" id="{F538EF33-A232-0403-B177-E3E1139B4E49}"/>
                  </a:ext>
                </a:extLst>
              </p:cNvPr>
              <p:cNvSpPr/>
              <p:nvPr/>
            </p:nvSpPr>
            <p:spPr>
              <a:xfrm>
                <a:off x="7714222" y="8009835"/>
                <a:ext cx="41981" cy="41981"/>
              </a:xfrm>
              <a:custGeom>
                <a:avLst/>
                <a:gdLst>
                  <a:gd name="connsiteX0" fmla="*/ 21255 w 41981"/>
                  <a:gd name="connsiteY0" fmla="*/ 4976 h 41981"/>
                  <a:gd name="connsiteX1" fmla="*/ 37445 w 41981"/>
                  <a:gd name="connsiteY1" fmla="*/ 21166 h 41981"/>
                  <a:gd name="connsiteX2" fmla="*/ 37445 w 41981"/>
                  <a:gd name="connsiteY2" fmla="*/ 21166 h 41981"/>
                  <a:gd name="connsiteX3" fmla="*/ 21255 w 41981"/>
                  <a:gd name="connsiteY3" fmla="*/ 37356 h 41981"/>
                  <a:gd name="connsiteX4" fmla="*/ 5064 w 41981"/>
                  <a:gd name="connsiteY4" fmla="*/ 21166 h 41981"/>
                  <a:gd name="connsiteX5" fmla="*/ 21255 w 41981"/>
                  <a:gd name="connsiteY5" fmla="*/ 4976 h 41981"/>
                  <a:gd name="connsiteX6" fmla="*/ 21255 w 41981"/>
                  <a:gd name="connsiteY6" fmla="*/ 175 h 41981"/>
                  <a:gd name="connsiteX7" fmla="*/ 264 w 41981"/>
                  <a:gd name="connsiteY7" fmla="*/ 21166 h 41981"/>
                  <a:gd name="connsiteX8" fmla="*/ 21255 w 41981"/>
                  <a:gd name="connsiteY8" fmla="*/ 42156 h 41981"/>
                  <a:gd name="connsiteX9" fmla="*/ 42245 w 41981"/>
                  <a:gd name="connsiteY9" fmla="*/ 21166 h 41981"/>
                  <a:gd name="connsiteX10" fmla="*/ 42245 w 41981"/>
                  <a:gd name="connsiteY10" fmla="*/ 21166 h 41981"/>
                  <a:gd name="connsiteX11" fmla="*/ 21255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6"/>
                    </a:moveTo>
                    <a:cubicBezTo>
                      <a:pt x="30196" y="4976"/>
                      <a:pt x="37445" y="12224"/>
                      <a:pt x="37445" y="21166"/>
                    </a:cubicBezTo>
                    <a:lnTo>
                      <a:pt x="37445" y="21166"/>
                    </a:lnTo>
                    <a:cubicBezTo>
                      <a:pt x="37445" y="30108"/>
                      <a:pt x="30196" y="37356"/>
                      <a:pt x="21255" y="37356"/>
                    </a:cubicBezTo>
                    <a:cubicBezTo>
                      <a:pt x="12313" y="37356"/>
                      <a:pt x="5064" y="30108"/>
                      <a:pt x="5064" y="21166"/>
                    </a:cubicBezTo>
                    <a:cubicBezTo>
                      <a:pt x="5064" y="12224"/>
                      <a:pt x="12313" y="4976"/>
                      <a:pt x="21255" y="4976"/>
                    </a:cubicBezTo>
                    <a:close/>
                    <a:moveTo>
                      <a:pt x="21255" y="175"/>
                    </a:moveTo>
                    <a:cubicBezTo>
                      <a:pt x="9662" y="175"/>
                      <a:pt x="264" y="9573"/>
                      <a:pt x="264" y="21166"/>
                    </a:cubicBezTo>
                    <a:cubicBezTo>
                      <a:pt x="264" y="32758"/>
                      <a:pt x="9662" y="42156"/>
                      <a:pt x="21255" y="42156"/>
                    </a:cubicBezTo>
                    <a:cubicBezTo>
                      <a:pt x="32847" y="42156"/>
                      <a:pt x="42245" y="32758"/>
                      <a:pt x="42245" y="21166"/>
                    </a:cubicBezTo>
                    <a:lnTo>
                      <a:pt x="42245" y="21166"/>
                    </a:lnTo>
                    <a:cubicBezTo>
                      <a:pt x="42245" y="9573"/>
                      <a:pt x="32847" y="175"/>
                      <a:pt x="21255" y="175"/>
                    </a:cubicBezTo>
                    <a:close/>
                  </a:path>
                </a:pathLst>
              </a:custGeom>
              <a:solidFill>
                <a:srgbClr val="000000"/>
              </a:solidFill>
              <a:ln w="4794" cap="sq">
                <a:noFill/>
                <a:prstDash val="solid"/>
                <a:round/>
              </a:ln>
            </p:spPr>
            <p:txBody>
              <a:bodyPr rtlCol="0" anchor="ctr"/>
              <a:lstStyle/>
              <a:p>
                <a:endParaRPr lang="en-US"/>
              </a:p>
            </p:txBody>
          </p:sp>
          <p:sp>
            <p:nvSpPr>
              <p:cNvPr id="1464" name="Freeform: Shape 1463">
                <a:extLst>
                  <a:ext uri="{FF2B5EF4-FFF2-40B4-BE49-F238E27FC236}">
                    <a16:creationId xmlns:a16="http://schemas.microsoft.com/office/drawing/2014/main" id="{89FDB633-95E1-C5C0-0773-A37CCCED0192}"/>
                  </a:ext>
                </a:extLst>
              </p:cNvPr>
              <p:cNvSpPr/>
              <p:nvPr/>
            </p:nvSpPr>
            <p:spPr>
              <a:xfrm>
                <a:off x="7756706" y="8038270"/>
                <a:ext cx="37180" cy="37180"/>
              </a:xfrm>
              <a:custGeom>
                <a:avLst/>
                <a:gdLst>
                  <a:gd name="connsiteX0" fmla="*/ 37452 w 37180"/>
                  <a:gd name="connsiteY0" fmla="*/ 18770 h 37180"/>
                  <a:gd name="connsiteX1" fmla="*/ 18861 w 37180"/>
                  <a:gd name="connsiteY1" fmla="*/ 37361 h 37180"/>
                  <a:gd name="connsiteX2" fmla="*/ 271 w 37180"/>
                  <a:gd name="connsiteY2" fmla="*/ 18770 h 37180"/>
                  <a:gd name="connsiteX3" fmla="*/ 18861 w 37180"/>
                  <a:gd name="connsiteY3" fmla="*/ 180 h 37180"/>
                  <a:gd name="connsiteX4" fmla="*/ 3745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70"/>
                    </a:moveTo>
                    <a:cubicBezTo>
                      <a:pt x="37452" y="29037"/>
                      <a:pt x="29129" y="37361"/>
                      <a:pt x="18861" y="37361"/>
                    </a:cubicBezTo>
                    <a:cubicBezTo>
                      <a:pt x="8594" y="37361"/>
                      <a:pt x="271" y="29037"/>
                      <a:pt x="271" y="18770"/>
                    </a:cubicBezTo>
                    <a:cubicBezTo>
                      <a:pt x="271" y="8503"/>
                      <a:pt x="8594" y="180"/>
                      <a:pt x="18861" y="180"/>
                    </a:cubicBezTo>
                    <a:cubicBezTo>
                      <a:pt x="29129" y="180"/>
                      <a:pt x="37452" y="8503"/>
                      <a:pt x="37452" y="18770"/>
                    </a:cubicBezTo>
                    <a:close/>
                  </a:path>
                </a:pathLst>
              </a:custGeom>
              <a:solidFill>
                <a:srgbClr val="F7F6F6"/>
              </a:solidFill>
              <a:ln w="5753" cap="sq">
                <a:noFill/>
                <a:prstDash val="solid"/>
                <a:miter/>
              </a:ln>
            </p:spPr>
            <p:txBody>
              <a:bodyPr rtlCol="0" anchor="ctr"/>
              <a:lstStyle/>
              <a:p>
                <a:endParaRPr lang="en-US"/>
              </a:p>
            </p:txBody>
          </p:sp>
          <p:sp>
            <p:nvSpPr>
              <p:cNvPr id="1465" name="Freeform: Shape 1464">
                <a:extLst>
                  <a:ext uri="{FF2B5EF4-FFF2-40B4-BE49-F238E27FC236}">
                    <a16:creationId xmlns:a16="http://schemas.microsoft.com/office/drawing/2014/main" id="{2CE0FC73-3638-1D97-27B3-6157D0E5748B}"/>
                  </a:ext>
                </a:extLst>
              </p:cNvPr>
              <p:cNvSpPr/>
              <p:nvPr/>
            </p:nvSpPr>
            <p:spPr>
              <a:xfrm>
                <a:off x="7754306" y="8035870"/>
                <a:ext cx="41981" cy="41981"/>
              </a:xfrm>
              <a:custGeom>
                <a:avLst/>
                <a:gdLst>
                  <a:gd name="connsiteX0" fmla="*/ 21262 w 41981"/>
                  <a:gd name="connsiteY0" fmla="*/ 4980 h 41981"/>
                  <a:gd name="connsiteX1" fmla="*/ 37452 w 41981"/>
                  <a:gd name="connsiteY1" fmla="*/ 21170 h 41981"/>
                  <a:gd name="connsiteX2" fmla="*/ 37452 w 41981"/>
                  <a:gd name="connsiteY2" fmla="*/ 21170 h 41981"/>
                  <a:gd name="connsiteX3" fmla="*/ 21262 w 41981"/>
                  <a:gd name="connsiteY3" fmla="*/ 37361 h 41981"/>
                  <a:gd name="connsiteX4" fmla="*/ 5071 w 41981"/>
                  <a:gd name="connsiteY4" fmla="*/ 21170 h 41981"/>
                  <a:gd name="connsiteX5" fmla="*/ 21262 w 41981"/>
                  <a:gd name="connsiteY5" fmla="*/ 4980 h 41981"/>
                  <a:gd name="connsiteX6" fmla="*/ 21262 w 41981"/>
                  <a:gd name="connsiteY6" fmla="*/ 180 h 41981"/>
                  <a:gd name="connsiteX7" fmla="*/ 271 w 41981"/>
                  <a:gd name="connsiteY7" fmla="*/ 21170 h 41981"/>
                  <a:gd name="connsiteX8" fmla="*/ 21262 w 41981"/>
                  <a:gd name="connsiteY8" fmla="*/ 42161 h 41981"/>
                  <a:gd name="connsiteX9" fmla="*/ 42252 w 41981"/>
                  <a:gd name="connsiteY9" fmla="*/ 21170 h 41981"/>
                  <a:gd name="connsiteX10" fmla="*/ 42252 w 41981"/>
                  <a:gd name="connsiteY10" fmla="*/ 21170 h 41981"/>
                  <a:gd name="connsiteX11" fmla="*/ 21262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80"/>
                    </a:moveTo>
                    <a:cubicBezTo>
                      <a:pt x="30203" y="4980"/>
                      <a:pt x="37452" y="12229"/>
                      <a:pt x="37452" y="21170"/>
                    </a:cubicBezTo>
                    <a:lnTo>
                      <a:pt x="37452" y="21170"/>
                    </a:lnTo>
                    <a:cubicBezTo>
                      <a:pt x="37452" y="30112"/>
                      <a:pt x="30203" y="37361"/>
                      <a:pt x="21262" y="37361"/>
                    </a:cubicBezTo>
                    <a:cubicBezTo>
                      <a:pt x="12320" y="37361"/>
                      <a:pt x="5071" y="30112"/>
                      <a:pt x="5071" y="21170"/>
                    </a:cubicBezTo>
                    <a:cubicBezTo>
                      <a:pt x="5071" y="12229"/>
                      <a:pt x="12320" y="4980"/>
                      <a:pt x="21262" y="4980"/>
                    </a:cubicBezTo>
                    <a:close/>
                    <a:moveTo>
                      <a:pt x="21262" y="180"/>
                    </a:moveTo>
                    <a:cubicBezTo>
                      <a:pt x="9669" y="180"/>
                      <a:pt x="271" y="9578"/>
                      <a:pt x="271" y="21170"/>
                    </a:cubicBezTo>
                    <a:cubicBezTo>
                      <a:pt x="271" y="32763"/>
                      <a:pt x="9669" y="42161"/>
                      <a:pt x="21262" y="42161"/>
                    </a:cubicBezTo>
                    <a:cubicBezTo>
                      <a:pt x="32854" y="42161"/>
                      <a:pt x="42252" y="32763"/>
                      <a:pt x="42252" y="21170"/>
                    </a:cubicBezTo>
                    <a:lnTo>
                      <a:pt x="42252" y="21170"/>
                    </a:lnTo>
                    <a:cubicBezTo>
                      <a:pt x="42252" y="9578"/>
                      <a:pt x="32854" y="180"/>
                      <a:pt x="21262" y="180"/>
                    </a:cubicBezTo>
                    <a:close/>
                  </a:path>
                </a:pathLst>
              </a:custGeom>
              <a:solidFill>
                <a:srgbClr val="000000"/>
              </a:solidFill>
              <a:ln w="4794" cap="sq">
                <a:noFill/>
                <a:prstDash val="solid"/>
                <a:round/>
              </a:ln>
            </p:spPr>
            <p:txBody>
              <a:bodyPr rtlCol="0" anchor="ctr"/>
              <a:lstStyle/>
              <a:p>
                <a:endParaRPr lang="en-US"/>
              </a:p>
            </p:txBody>
          </p:sp>
          <p:sp>
            <p:nvSpPr>
              <p:cNvPr id="1466" name="Freeform: Shape 1465">
                <a:extLst>
                  <a:ext uri="{FF2B5EF4-FFF2-40B4-BE49-F238E27FC236}">
                    <a16:creationId xmlns:a16="http://schemas.microsoft.com/office/drawing/2014/main" id="{2F1B0133-EC55-7DBE-AC0C-49BD9FFACD2E}"/>
                  </a:ext>
                </a:extLst>
              </p:cNvPr>
              <p:cNvSpPr/>
              <p:nvPr/>
            </p:nvSpPr>
            <p:spPr>
              <a:xfrm>
                <a:off x="7737139" y="7982634"/>
                <a:ext cx="37180" cy="37180"/>
              </a:xfrm>
              <a:custGeom>
                <a:avLst/>
                <a:gdLst>
                  <a:gd name="connsiteX0" fmla="*/ 37448 w 37180"/>
                  <a:gd name="connsiteY0" fmla="*/ 18761 h 37180"/>
                  <a:gd name="connsiteX1" fmla="*/ 18858 w 37180"/>
                  <a:gd name="connsiteY1" fmla="*/ 37351 h 37180"/>
                  <a:gd name="connsiteX2" fmla="*/ 268 w 37180"/>
                  <a:gd name="connsiteY2" fmla="*/ 18761 h 37180"/>
                  <a:gd name="connsiteX3" fmla="*/ 18858 w 37180"/>
                  <a:gd name="connsiteY3" fmla="*/ 170 h 37180"/>
                  <a:gd name="connsiteX4" fmla="*/ 37448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1"/>
                    </a:moveTo>
                    <a:cubicBezTo>
                      <a:pt x="37448" y="29028"/>
                      <a:pt x="29125" y="37351"/>
                      <a:pt x="18858" y="37351"/>
                    </a:cubicBezTo>
                    <a:cubicBezTo>
                      <a:pt x="8591" y="37351"/>
                      <a:pt x="268" y="29028"/>
                      <a:pt x="268" y="18761"/>
                    </a:cubicBezTo>
                    <a:cubicBezTo>
                      <a:pt x="268" y="8493"/>
                      <a:pt x="8591" y="170"/>
                      <a:pt x="18858" y="170"/>
                    </a:cubicBezTo>
                    <a:cubicBezTo>
                      <a:pt x="29125" y="170"/>
                      <a:pt x="37448" y="8493"/>
                      <a:pt x="37448" y="18761"/>
                    </a:cubicBezTo>
                    <a:close/>
                  </a:path>
                </a:pathLst>
              </a:custGeom>
              <a:solidFill>
                <a:srgbClr val="E5F7E5"/>
              </a:solidFill>
              <a:ln w="5753" cap="sq">
                <a:noFill/>
                <a:prstDash val="solid"/>
                <a:miter/>
              </a:ln>
            </p:spPr>
            <p:txBody>
              <a:bodyPr rtlCol="0" anchor="ctr"/>
              <a:lstStyle/>
              <a:p>
                <a:endParaRPr lang="en-US"/>
              </a:p>
            </p:txBody>
          </p:sp>
          <p:sp>
            <p:nvSpPr>
              <p:cNvPr id="1467" name="Freeform: Shape 1466">
                <a:extLst>
                  <a:ext uri="{FF2B5EF4-FFF2-40B4-BE49-F238E27FC236}">
                    <a16:creationId xmlns:a16="http://schemas.microsoft.com/office/drawing/2014/main" id="{0F158E11-3944-B4C6-6EFA-97644DD2D890}"/>
                  </a:ext>
                </a:extLst>
              </p:cNvPr>
              <p:cNvSpPr/>
              <p:nvPr/>
            </p:nvSpPr>
            <p:spPr>
              <a:xfrm>
                <a:off x="7734739" y="7980234"/>
                <a:ext cx="41981" cy="41981"/>
              </a:xfrm>
              <a:custGeom>
                <a:avLst/>
                <a:gdLst>
                  <a:gd name="connsiteX0" fmla="*/ 21258 w 41981"/>
                  <a:gd name="connsiteY0" fmla="*/ 4971 h 41981"/>
                  <a:gd name="connsiteX1" fmla="*/ 37448 w 41981"/>
                  <a:gd name="connsiteY1" fmla="*/ 21161 h 41981"/>
                  <a:gd name="connsiteX2" fmla="*/ 37448 w 41981"/>
                  <a:gd name="connsiteY2" fmla="*/ 21161 h 41981"/>
                  <a:gd name="connsiteX3" fmla="*/ 21258 w 41981"/>
                  <a:gd name="connsiteY3" fmla="*/ 37351 h 41981"/>
                  <a:gd name="connsiteX4" fmla="*/ 5068 w 41981"/>
                  <a:gd name="connsiteY4" fmla="*/ 21161 h 41981"/>
                  <a:gd name="connsiteX5" fmla="*/ 21258 w 41981"/>
                  <a:gd name="connsiteY5" fmla="*/ 4971 h 41981"/>
                  <a:gd name="connsiteX6" fmla="*/ 21258 w 41981"/>
                  <a:gd name="connsiteY6" fmla="*/ 170 h 41981"/>
                  <a:gd name="connsiteX7" fmla="*/ 268 w 41981"/>
                  <a:gd name="connsiteY7" fmla="*/ 21161 h 41981"/>
                  <a:gd name="connsiteX8" fmla="*/ 21258 w 41981"/>
                  <a:gd name="connsiteY8" fmla="*/ 42151 h 41981"/>
                  <a:gd name="connsiteX9" fmla="*/ 42249 w 41981"/>
                  <a:gd name="connsiteY9" fmla="*/ 21161 h 41981"/>
                  <a:gd name="connsiteX10" fmla="*/ 42249 w 41981"/>
                  <a:gd name="connsiteY10" fmla="*/ 21161 h 41981"/>
                  <a:gd name="connsiteX11" fmla="*/ 21258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1"/>
                    </a:moveTo>
                    <a:cubicBezTo>
                      <a:pt x="30200" y="4971"/>
                      <a:pt x="37448" y="12219"/>
                      <a:pt x="37448" y="21161"/>
                    </a:cubicBezTo>
                    <a:lnTo>
                      <a:pt x="37448" y="21161"/>
                    </a:lnTo>
                    <a:cubicBezTo>
                      <a:pt x="37448" y="30103"/>
                      <a:pt x="30200" y="37351"/>
                      <a:pt x="21258" y="37351"/>
                    </a:cubicBezTo>
                    <a:cubicBezTo>
                      <a:pt x="12316" y="37351"/>
                      <a:pt x="5068" y="30103"/>
                      <a:pt x="5068" y="21161"/>
                    </a:cubicBezTo>
                    <a:cubicBezTo>
                      <a:pt x="5068" y="12219"/>
                      <a:pt x="12316" y="4971"/>
                      <a:pt x="21258" y="4971"/>
                    </a:cubicBezTo>
                    <a:close/>
                    <a:moveTo>
                      <a:pt x="21258" y="170"/>
                    </a:moveTo>
                    <a:cubicBezTo>
                      <a:pt x="9666" y="170"/>
                      <a:pt x="268" y="9568"/>
                      <a:pt x="268" y="21161"/>
                    </a:cubicBezTo>
                    <a:cubicBezTo>
                      <a:pt x="268" y="32753"/>
                      <a:pt x="9666" y="42151"/>
                      <a:pt x="21258" y="42151"/>
                    </a:cubicBezTo>
                    <a:cubicBezTo>
                      <a:pt x="32851" y="42151"/>
                      <a:pt x="42249" y="32753"/>
                      <a:pt x="42249" y="21161"/>
                    </a:cubicBezTo>
                    <a:lnTo>
                      <a:pt x="42249" y="21161"/>
                    </a:lnTo>
                    <a:cubicBezTo>
                      <a:pt x="42249" y="9568"/>
                      <a:pt x="32851" y="170"/>
                      <a:pt x="21258" y="170"/>
                    </a:cubicBezTo>
                    <a:close/>
                  </a:path>
                </a:pathLst>
              </a:custGeom>
              <a:solidFill>
                <a:srgbClr val="000000"/>
              </a:solidFill>
              <a:ln w="4794" cap="sq">
                <a:noFill/>
                <a:prstDash val="solid"/>
                <a:round/>
              </a:ln>
            </p:spPr>
            <p:txBody>
              <a:bodyPr rtlCol="0" anchor="ctr"/>
              <a:lstStyle/>
              <a:p>
                <a:endParaRPr lang="en-US"/>
              </a:p>
            </p:txBody>
          </p:sp>
          <p:sp>
            <p:nvSpPr>
              <p:cNvPr id="1468" name="Freeform: Shape 1467">
                <a:extLst>
                  <a:ext uri="{FF2B5EF4-FFF2-40B4-BE49-F238E27FC236}">
                    <a16:creationId xmlns:a16="http://schemas.microsoft.com/office/drawing/2014/main" id="{C815ECFF-15A0-E91F-250F-E53679B495A7}"/>
                  </a:ext>
                </a:extLst>
              </p:cNvPr>
              <p:cNvSpPr/>
              <p:nvPr/>
            </p:nvSpPr>
            <p:spPr>
              <a:xfrm>
                <a:off x="7742099" y="7819678"/>
                <a:ext cx="37180" cy="37180"/>
              </a:xfrm>
              <a:custGeom>
                <a:avLst/>
                <a:gdLst>
                  <a:gd name="connsiteX0" fmla="*/ 37449 w 37180"/>
                  <a:gd name="connsiteY0" fmla="*/ 18732 h 37180"/>
                  <a:gd name="connsiteX1" fmla="*/ 18859 w 37180"/>
                  <a:gd name="connsiteY1" fmla="*/ 37323 h 37180"/>
                  <a:gd name="connsiteX2" fmla="*/ 268 w 37180"/>
                  <a:gd name="connsiteY2" fmla="*/ 18732 h 37180"/>
                  <a:gd name="connsiteX3" fmla="*/ 18859 w 37180"/>
                  <a:gd name="connsiteY3" fmla="*/ 142 h 37180"/>
                  <a:gd name="connsiteX4" fmla="*/ 37449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32"/>
                    </a:moveTo>
                    <a:cubicBezTo>
                      <a:pt x="37449" y="28999"/>
                      <a:pt x="29126" y="37323"/>
                      <a:pt x="18859" y="37323"/>
                    </a:cubicBezTo>
                    <a:cubicBezTo>
                      <a:pt x="8592" y="37323"/>
                      <a:pt x="268" y="28999"/>
                      <a:pt x="268" y="18732"/>
                    </a:cubicBezTo>
                    <a:cubicBezTo>
                      <a:pt x="268" y="8465"/>
                      <a:pt x="8592" y="142"/>
                      <a:pt x="18859" y="142"/>
                    </a:cubicBezTo>
                    <a:cubicBezTo>
                      <a:pt x="29126" y="142"/>
                      <a:pt x="37449" y="8465"/>
                      <a:pt x="37449" y="18732"/>
                    </a:cubicBezTo>
                    <a:close/>
                  </a:path>
                </a:pathLst>
              </a:custGeom>
              <a:solidFill>
                <a:srgbClr val="D7F7D7"/>
              </a:solidFill>
              <a:ln w="5753" cap="sq">
                <a:noFill/>
                <a:prstDash val="solid"/>
                <a:miter/>
              </a:ln>
            </p:spPr>
            <p:txBody>
              <a:bodyPr rtlCol="0" anchor="ctr"/>
              <a:lstStyle/>
              <a:p>
                <a:endParaRPr lang="en-US"/>
              </a:p>
            </p:txBody>
          </p:sp>
          <p:sp>
            <p:nvSpPr>
              <p:cNvPr id="1469" name="Freeform: Shape 1468">
                <a:extLst>
                  <a:ext uri="{FF2B5EF4-FFF2-40B4-BE49-F238E27FC236}">
                    <a16:creationId xmlns:a16="http://schemas.microsoft.com/office/drawing/2014/main" id="{46AB87F2-4618-E21F-1B1A-B74BDC16169E}"/>
                  </a:ext>
                </a:extLst>
              </p:cNvPr>
              <p:cNvSpPr/>
              <p:nvPr/>
            </p:nvSpPr>
            <p:spPr>
              <a:xfrm>
                <a:off x="7739699" y="7817278"/>
                <a:ext cx="41981" cy="41981"/>
              </a:xfrm>
              <a:custGeom>
                <a:avLst/>
                <a:gdLst>
                  <a:gd name="connsiteX0" fmla="*/ 21259 w 41981"/>
                  <a:gd name="connsiteY0" fmla="*/ 4942 h 41981"/>
                  <a:gd name="connsiteX1" fmla="*/ 37449 w 41981"/>
                  <a:gd name="connsiteY1" fmla="*/ 21132 h 41981"/>
                  <a:gd name="connsiteX2" fmla="*/ 37449 w 41981"/>
                  <a:gd name="connsiteY2" fmla="*/ 21132 h 41981"/>
                  <a:gd name="connsiteX3" fmla="*/ 21259 w 41981"/>
                  <a:gd name="connsiteY3" fmla="*/ 37323 h 41981"/>
                  <a:gd name="connsiteX4" fmla="*/ 5069 w 41981"/>
                  <a:gd name="connsiteY4" fmla="*/ 21132 h 41981"/>
                  <a:gd name="connsiteX5" fmla="*/ 21259 w 41981"/>
                  <a:gd name="connsiteY5" fmla="*/ 4942 h 41981"/>
                  <a:gd name="connsiteX6" fmla="*/ 21259 w 41981"/>
                  <a:gd name="connsiteY6" fmla="*/ 142 h 41981"/>
                  <a:gd name="connsiteX7" fmla="*/ 268 w 41981"/>
                  <a:gd name="connsiteY7" fmla="*/ 21132 h 41981"/>
                  <a:gd name="connsiteX8" fmla="*/ 21259 w 41981"/>
                  <a:gd name="connsiteY8" fmla="*/ 42123 h 41981"/>
                  <a:gd name="connsiteX9" fmla="*/ 42250 w 41981"/>
                  <a:gd name="connsiteY9" fmla="*/ 21132 h 41981"/>
                  <a:gd name="connsiteX10" fmla="*/ 42250 w 41981"/>
                  <a:gd name="connsiteY10" fmla="*/ 21132 h 41981"/>
                  <a:gd name="connsiteX11" fmla="*/ 21259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42"/>
                    </a:moveTo>
                    <a:cubicBezTo>
                      <a:pt x="30201" y="4942"/>
                      <a:pt x="37449" y="12191"/>
                      <a:pt x="37449" y="21132"/>
                    </a:cubicBezTo>
                    <a:lnTo>
                      <a:pt x="37449" y="21132"/>
                    </a:lnTo>
                    <a:cubicBezTo>
                      <a:pt x="37449" y="30074"/>
                      <a:pt x="30201" y="37323"/>
                      <a:pt x="21259" y="37323"/>
                    </a:cubicBezTo>
                    <a:cubicBezTo>
                      <a:pt x="12317" y="37323"/>
                      <a:pt x="5069" y="30074"/>
                      <a:pt x="5069" y="21132"/>
                    </a:cubicBezTo>
                    <a:cubicBezTo>
                      <a:pt x="5069" y="12191"/>
                      <a:pt x="12317" y="4942"/>
                      <a:pt x="21259" y="4942"/>
                    </a:cubicBezTo>
                    <a:close/>
                    <a:moveTo>
                      <a:pt x="21259" y="142"/>
                    </a:moveTo>
                    <a:cubicBezTo>
                      <a:pt x="9666" y="142"/>
                      <a:pt x="268" y="9540"/>
                      <a:pt x="268" y="21132"/>
                    </a:cubicBezTo>
                    <a:cubicBezTo>
                      <a:pt x="268" y="32725"/>
                      <a:pt x="9666" y="42123"/>
                      <a:pt x="21259" y="42123"/>
                    </a:cubicBezTo>
                    <a:cubicBezTo>
                      <a:pt x="32852" y="42123"/>
                      <a:pt x="42250" y="32725"/>
                      <a:pt x="42250" y="21132"/>
                    </a:cubicBezTo>
                    <a:lnTo>
                      <a:pt x="42250" y="21132"/>
                    </a:lnTo>
                    <a:cubicBezTo>
                      <a:pt x="42250" y="9540"/>
                      <a:pt x="32852" y="142"/>
                      <a:pt x="21259" y="142"/>
                    </a:cubicBezTo>
                    <a:close/>
                  </a:path>
                </a:pathLst>
              </a:custGeom>
              <a:solidFill>
                <a:srgbClr val="000000"/>
              </a:solidFill>
              <a:ln w="4794" cap="sq">
                <a:noFill/>
                <a:prstDash val="solid"/>
                <a:round/>
              </a:ln>
            </p:spPr>
            <p:txBody>
              <a:bodyPr rtlCol="0" anchor="ctr"/>
              <a:lstStyle/>
              <a:p>
                <a:endParaRPr lang="en-US"/>
              </a:p>
            </p:txBody>
          </p:sp>
          <p:sp>
            <p:nvSpPr>
              <p:cNvPr id="1470" name="Freeform: Shape 1469">
                <a:extLst>
                  <a:ext uri="{FF2B5EF4-FFF2-40B4-BE49-F238E27FC236}">
                    <a16:creationId xmlns:a16="http://schemas.microsoft.com/office/drawing/2014/main" id="{5A1710CE-D6D6-541B-5569-004C5424E846}"/>
                  </a:ext>
                </a:extLst>
              </p:cNvPr>
              <p:cNvSpPr/>
              <p:nvPr/>
            </p:nvSpPr>
            <p:spPr>
              <a:xfrm>
                <a:off x="7761717" y="7967647"/>
                <a:ext cx="37180" cy="37180"/>
              </a:xfrm>
              <a:custGeom>
                <a:avLst/>
                <a:gdLst>
                  <a:gd name="connsiteX0" fmla="*/ 37453 w 37180"/>
                  <a:gd name="connsiteY0" fmla="*/ 18758 h 37180"/>
                  <a:gd name="connsiteX1" fmla="*/ 18862 w 37180"/>
                  <a:gd name="connsiteY1" fmla="*/ 37348 h 37180"/>
                  <a:gd name="connsiteX2" fmla="*/ 272 w 37180"/>
                  <a:gd name="connsiteY2" fmla="*/ 18758 h 37180"/>
                  <a:gd name="connsiteX3" fmla="*/ 18862 w 37180"/>
                  <a:gd name="connsiteY3" fmla="*/ 168 h 37180"/>
                  <a:gd name="connsiteX4" fmla="*/ 3745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8"/>
                    </a:moveTo>
                    <a:cubicBezTo>
                      <a:pt x="37453" y="29025"/>
                      <a:pt x="29129" y="37348"/>
                      <a:pt x="18862" y="37348"/>
                    </a:cubicBezTo>
                    <a:cubicBezTo>
                      <a:pt x="8595" y="37348"/>
                      <a:pt x="272" y="29025"/>
                      <a:pt x="272" y="18758"/>
                    </a:cubicBezTo>
                    <a:cubicBezTo>
                      <a:pt x="272" y="8491"/>
                      <a:pt x="8595" y="168"/>
                      <a:pt x="18862" y="168"/>
                    </a:cubicBezTo>
                    <a:cubicBezTo>
                      <a:pt x="29129" y="168"/>
                      <a:pt x="37453" y="8491"/>
                      <a:pt x="37453" y="18758"/>
                    </a:cubicBezTo>
                    <a:close/>
                  </a:path>
                </a:pathLst>
              </a:custGeom>
              <a:solidFill>
                <a:srgbClr val="F3F7F3"/>
              </a:solidFill>
              <a:ln w="5753" cap="sq">
                <a:noFill/>
                <a:prstDash val="solid"/>
                <a:miter/>
              </a:ln>
            </p:spPr>
            <p:txBody>
              <a:bodyPr rtlCol="0" anchor="ctr"/>
              <a:lstStyle/>
              <a:p>
                <a:endParaRPr lang="en-US"/>
              </a:p>
            </p:txBody>
          </p:sp>
          <p:sp>
            <p:nvSpPr>
              <p:cNvPr id="1471" name="Freeform: Shape 1470">
                <a:extLst>
                  <a:ext uri="{FF2B5EF4-FFF2-40B4-BE49-F238E27FC236}">
                    <a16:creationId xmlns:a16="http://schemas.microsoft.com/office/drawing/2014/main" id="{28851751-EF9E-C4A2-99DB-CCDCA8F4A73E}"/>
                  </a:ext>
                </a:extLst>
              </p:cNvPr>
              <p:cNvSpPr/>
              <p:nvPr/>
            </p:nvSpPr>
            <p:spPr>
              <a:xfrm>
                <a:off x="7759317" y="7965246"/>
                <a:ext cx="41981" cy="41981"/>
              </a:xfrm>
              <a:custGeom>
                <a:avLst/>
                <a:gdLst>
                  <a:gd name="connsiteX0" fmla="*/ 21262 w 41981"/>
                  <a:gd name="connsiteY0" fmla="*/ 4968 h 41981"/>
                  <a:gd name="connsiteX1" fmla="*/ 37453 w 41981"/>
                  <a:gd name="connsiteY1" fmla="*/ 21158 h 41981"/>
                  <a:gd name="connsiteX2" fmla="*/ 37453 w 41981"/>
                  <a:gd name="connsiteY2" fmla="*/ 21158 h 41981"/>
                  <a:gd name="connsiteX3" fmla="*/ 21262 w 41981"/>
                  <a:gd name="connsiteY3" fmla="*/ 37348 h 41981"/>
                  <a:gd name="connsiteX4" fmla="*/ 5072 w 41981"/>
                  <a:gd name="connsiteY4" fmla="*/ 21158 h 41981"/>
                  <a:gd name="connsiteX5" fmla="*/ 21262 w 41981"/>
                  <a:gd name="connsiteY5" fmla="*/ 4968 h 41981"/>
                  <a:gd name="connsiteX6" fmla="*/ 21262 w 41981"/>
                  <a:gd name="connsiteY6" fmla="*/ 168 h 41981"/>
                  <a:gd name="connsiteX7" fmla="*/ 272 w 41981"/>
                  <a:gd name="connsiteY7" fmla="*/ 21158 h 41981"/>
                  <a:gd name="connsiteX8" fmla="*/ 21262 w 41981"/>
                  <a:gd name="connsiteY8" fmla="*/ 42149 h 41981"/>
                  <a:gd name="connsiteX9" fmla="*/ 42253 w 41981"/>
                  <a:gd name="connsiteY9" fmla="*/ 21158 h 41981"/>
                  <a:gd name="connsiteX10" fmla="*/ 42253 w 41981"/>
                  <a:gd name="connsiteY10" fmla="*/ 21158 h 41981"/>
                  <a:gd name="connsiteX11" fmla="*/ 21262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8"/>
                    </a:moveTo>
                    <a:cubicBezTo>
                      <a:pt x="30204" y="4968"/>
                      <a:pt x="37453" y="12216"/>
                      <a:pt x="37453" y="21158"/>
                    </a:cubicBezTo>
                    <a:lnTo>
                      <a:pt x="37453" y="21158"/>
                    </a:lnTo>
                    <a:cubicBezTo>
                      <a:pt x="37453" y="30100"/>
                      <a:pt x="30204" y="37348"/>
                      <a:pt x="21262" y="37348"/>
                    </a:cubicBezTo>
                    <a:cubicBezTo>
                      <a:pt x="12321" y="37348"/>
                      <a:pt x="5072" y="30100"/>
                      <a:pt x="5072" y="21158"/>
                    </a:cubicBezTo>
                    <a:cubicBezTo>
                      <a:pt x="5072" y="12216"/>
                      <a:pt x="12321" y="4968"/>
                      <a:pt x="21262" y="4968"/>
                    </a:cubicBezTo>
                    <a:close/>
                    <a:moveTo>
                      <a:pt x="21262" y="168"/>
                    </a:moveTo>
                    <a:cubicBezTo>
                      <a:pt x="9670" y="168"/>
                      <a:pt x="272" y="9566"/>
                      <a:pt x="272" y="21158"/>
                    </a:cubicBezTo>
                    <a:cubicBezTo>
                      <a:pt x="272" y="32751"/>
                      <a:pt x="9670" y="42149"/>
                      <a:pt x="21262" y="42149"/>
                    </a:cubicBezTo>
                    <a:cubicBezTo>
                      <a:pt x="32855" y="42149"/>
                      <a:pt x="42253" y="32751"/>
                      <a:pt x="42253" y="21158"/>
                    </a:cubicBezTo>
                    <a:lnTo>
                      <a:pt x="42253" y="21158"/>
                    </a:lnTo>
                    <a:cubicBezTo>
                      <a:pt x="42253" y="9566"/>
                      <a:pt x="32855" y="168"/>
                      <a:pt x="21262" y="168"/>
                    </a:cubicBezTo>
                    <a:close/>
                  </a:path>
                </a:pathLst>
              </a:custGeom>
              <a:solidFill>
                <a:srgbClr val="000000"/>
              </a:solidFill>
              <a:ln w="4794" cap="sq">
                <a:noFill/>
                <a:prstDash val="solid"/>
                <a:round/>
              </a:ln>
            </p:spPr>
            <p:txBody>
              <a:bodyPr rtlCol="0" anchor="ctr"/>
              <a:lstStyle/>
              <a:p>
                <a:endParaRPr lang="en-US"/>
              </a:p>
            </p:txBody>
          </p:sp>
          <p:sp>
            <p:nvSpPr>
              <p:cNvPr id="1472" name="Freeform: Shape 1471">
                <a:extLst>
                  <a:ext uri="{FF2B5EF4-FFF2-40B4-BE49-F238E27FC236}">
                    <a16:creationId xmlns:a16="http://schemas.microsoft.com/office/drawing/2014/main" id="{8D601729-A458-4FC4-E7F5-00A7D48FC994}"/>
                  </a:ext>
                </a:extLst>
              </p:cNvPr>
              <p:cNvSpPr/>
              <p:nvPr/>
            </p:nvSpPr>
            <p:spPr>
              <a:xfrm>
                <a:off x="7693674" y="7952826"/>
                <a:ext cx="37180" cy="37180"/>
              </a:xfrm>
              <a:custGeom>
                <a:avLst/>
                <a:gdLst>
                  <a:gd name="connsiteX0" fmla="*/ 37441 w 37180"/>
                  <a:gd name="connsiteY0" fmla="*/ 18755 h 37180"/>
                  <a:gd name="connsiteX1" fmla="*/ 18850 w 37180"/>
                  <a:gd name="connsiteY1" fmla="*/ 37346 h 37180"/>
                  <a:gd name="connsiteX2" fmla="*/ 260 w 37180"/>
                  <a:gd name="connsiteY2" fmla="*/ 18755 h 37180"/>
                  <a:gd name="connsiteX3" fmla="*/ 18850 w 37180"/>
                  <a:gd name="connsiteY3" fmla="*/ 165 h 37180"/>
                  <a:gd name="connsiteX4" fmla="*/ 37441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5"/>
                    </a:moveTo>
                    <a:cubicBezTo>
                      <a:pt x="37441" y="29023"/>
                      <a:pt x="29118" y="37346"/>
                      <a:pt x="18850" y="37346"/>
                    </a:cubicBezTo>
                    <a:cubicBezTo>
                      <a:pt x="8583" y="37346"/>
                      <a:pt x="260" y="29023"/>
                      <a:pt x="260" y="18755"/>
                    </a:cubicBezTo>
                    <a:cubicBezTo>
                      <a:pt x="260" y="8488"/>
                      <a:pt x="8583" y="165"/>
                      <a:pt x="18850" y="165"/>
                    </a:cubicBezTo>
                    <a:cubicBezTo>
                      <a:pt x="29118" y="165"/>
                      <a:pt x="37441" y="8488"/>
                      <a:pt x="37441" y="18755"/>
                    </a:cubicBezTo>
                    <a:close/>
                  </a:path>
                </a:pathLst>
              </a:custGeom>
              <a:solidFill>
                <a:srgbClr val="F7EDED"/>
              </a:solidFill>
              <a:ln w="5753" cap="sq">
                <a:noFill/>
                <a:prstDash val="solid"/>
                <a:miter/>
              </a:ln>
            </p:spPr>
            <p:txBody>
              <a:bodyPr rtlCol="0" anchor="ctr"/>
              <a:lstStyle/>
              <a:p>
                <a:endParaRPr lang="en-US"/>
              </a:p>
            </p:txBody>
          </p:sp>
          <p:sp>
            <p:nvSpPr>
              <p:cNvPr id="1473" name="Freeform: Shape 1472">
                <a:extLst>
                  <a:ext uri="{FF2B5EF4-FFF2-40B4-BE49-F238E27FC236}">
                    <a16:creationId xmlns:a16="http://schemas.microsoft.com/office/drawing/2014/main" id="{636E2859-CD22-B5D3-4FD6-57261F03EA64}"/>
                  </a:ext>
                </a:extLst>
              </p:cNvPr>
              <p:cNvSpPr/>
              <p:nvPr/>
            </p:nvSpPr>
            <p:spPr>
              <a:xfrm>
                <a:off x="7691274" y="7950426"/>
                <a:ext cx="41981" cy="41981"/>
              </a:xfrm>
              <a:custGeom>
                <a:avLst/>
                <a:gdLst>
                  <a:gd name="connsiteX0" fmla="*/ 21251 w 41981"/>
                  <a:gd name="connsiteY0" fmla="*/ 4965 h 41981"/>
                  <a:gd name="connsiteX1" fmla="*/ 37441 w 41981"/>
                  <a:gd name="connsiteY1" fmla="*/ 21156 h 41981"/>
                  <a:gd name="connsiteX2" fmla="*/ 37441 w 41981"/>
                  <a:gd name="connsiteY2" fmla="*/ 21156 h 41981"/>
                  <a:gd name="connsiteX3" fmla="*/ 21251 w 41981"/>
                  <a:gd name="connsiteY3" fmla="*/ 37346 h 41981"/>
                  <a:gd name="connsiteX4" fmla="*/ 5060 w 41981"/>
                  <a:gd name="connsiteY4" fmla="*/ 21156 h 41981"/>
                  <a:gd name="connsiteX5" fmla="*/ 21251 w 41981"/>
                  <a:gd name="connsiteY5" fmla="*/ 4965 h 41981"/>
                  <a:gd name="connsiteX6" fmla="*/ 21251 w 41981"/>
                  <a:gd name="connsiteY6" fmla="*/ 165 h 41981"/>
                  <a:gd name="connsiteX7" fmla="*/ 260 w 41981"/>
                  <a:gd name="connsiteY7" fmla="*/ 21156 h 41981"/>
                  <a:gd name="connsiteX8" fmla="*/ 21251 w 41981"/>
                  <a:gd name="connsiteY8" fmla="*/ 42146 h 41981"/>
                  <a:gd name="connsiteX9" fmla="*/ 42241 w 41981"/>
                  <a:gd name="connsiteY9" fmla="*/ 21156 h 41981"/>
                  <a:gd name="connsiteX10" fmla="*/ 42241 w 41981"/>
                  <a:gd name="connsiteY10" fmla="*/ 21156 h 41981"/>
                  <a:gd name="connsiteX11" fmla="*/ 21251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5"/>
                    </a:moveTo>
                    <a:cubicBezTo>
                      <a:pt x="30192" y="4965"/>
                      <a:pt x="37441" y="12214"/>
                      <a:pt x="37441" y="21156"/>
                    </a:cubicBezTo>
                    <a:lnTo>
                      <a:pt x="37441" y="21156"/>
                    </a:lnTo>
                    <a:cubicBezTo>
                      <a:pt x="37441" y="30097"/>
                      <a:pt x="30192" y="37346"/>
                      <a:pt x="21251" y="37346"/>
                    </a:cubicBezTo>
                    <a:cubicBezTo>
                      <a:pt x="12309" y="37346"/>
                      <a:pt x="5060" y="30097"/>
                      <a:pt x="5060" y="21156"/>
                    </a:cubicBezTo>
                    <a:cubicBezTo>
                      <a:pt x="5060" y="12214"/>
                      <a:pt x="12309" y="4965"/>
                      <a:pt x="21251" y="4965"/>
                    </a:cubicBezTo>
                    <a:close/>
                    <a:moveTo>
                      <a:pt x="21251" y="165"/>
                    </a:moveTo>
                    <a:cubicBezTo>
                      <a:pt x="9658" y="165"/>
                      <a:pt x="260" y="9563"/>
                      <a:pt x="260" y="21156"/>
                    </a:cubicBezTo>
                    <a:cubicBezTo>
                      <a:pt x="260" y="32748"/>
                      <a:pt x="9658" y="42146"/>
                      <a:pt x="21251" y="42146"/>
                    </a:cubicBezTo>
                    <a:cubicBezTo>
                      <a:pt x="32843" y="42146"/>
                      <a:pt x="42241" y="32748"/>
                      <a:pt x="42241" y="21156"/>
                    </a:cubicBezTo>
                    <a:lnTo>
                      <a:pt x="42241" y="21156"/>
                    </a:lnTo>
                    <a:cubicBezTo>
                      <a:pt x="42241" y="9563"/>
                      <a:pt x="32843" y="165"/>
                      <a:pt x="21251" y="165"/>
                    </a:cubicBezTo>
                    <a:close/>
                  </a:path>
                </a:pathLst>
              </a:custGeom>
              <a:solidFill>
                <a:srgbClr val="000000"/>
              </a:solidFill>
              <a:ln w="4794" cap="sq">
                <a:noFill/>
                <a:prstDash val="solid"/>
                <a:round/>
              </a:ln>
            </p:spPr>
            <p:txBody>
              <a:bodyPr rtlCol="0" anchor="ctr"/>
              <a:lstStyle/>
              <a:p>
                <a:endParaRPr lang="en-US"/>
              </a:p>
            </p:txBody>
          </p:sp>
          <p:sp>
            <p:nvSpPr>
              <p:cNvPr id="1474" name="Freeform: Shape 1473">
                <a:extLst>
                  <a:ext uri="{FF2B5EF4-FFF2-40B4-BE49-F238E27FC236}">
                    <a16:creationId xmlns:a16="http://schemas.microsoft.com/office/drawing/2014/main" id="{380922DB-5970-E513-AB0B-90AC545C5FF4}"/>
                  </a:ext>
                </a:extLst>
              </p:cNvPr>
              <p:cNvSpPr/>
              <p:nvPr/>
            </p:nvSpPr>
            <p:spPr>
              <a:xfrm>
                <a:off x="7750048" y="7839037"/>
                <a:ext cx="37180" cy="37180"/>
              </a:xfrm>
              <a:custGeom>
                <a:avLst/>
                <a:gdLst>
                  <a:gd name="connsiteX0" fmla="*/ 37451 w 37180"/>
                  <a:gd name="connsiteY0" fmla="*/ 18736 h 37180"/>
                  <a:gd name="connsiteX1" fmla="*/ 18860 w 37180"/>
                  <a:gd name="connsiteY1" fmla="*/ 37326 h 37180"/>
                  <a:gd name="connsiteX2" fmla="*/ 270 w 37180"/>
                  <a:gd name="connsiteY2" fmla="*/ 18736 h 37180"/>
                  <a:gd name="connsiteX3" fmla="*/ 18860 w 37180"/>
                  <a:gd name="connsiteY3" fmla="*/ 145 h 37180"/>
                  <a:gd name="connsiteX4" fmla="*/ 37451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36"/>
                    </a:moveTo>
                    <a:cubicBezTo>
                      <a:pt x="37451" y="29003"/>
                      <a:pt x="29127" y="37326"/>
                      <a:pt x="18860" y="37326"/>
                    </a:cubicBezTo>
                    <a:cubicBezTo>
                      <a:pt x="8593" y="37326"/>
                      <a:pt x="270" y="29003"/>
                      <a:pt x="270" y="18736"/>
                    </a:cubicBezTo>
                    <a:cubicBezTo>
                      <a:pt x="270" y="8468"/>
                      <a:pt x="8593" y="145"/>
                      <a:pt x="18860" y="145"/>
                    </a:cubicBezTo>
                    <a:cubicBezTo>
                      <a:pt x="29127" y="145"/>
                      <a:pt x="37451" y="8468"/>
                      <a:pt x="37451" y="18736"/>
                    </a:cubicBezTo>
                    <a:close/>
                  </a:path>
                </a:pathLst>
              </a:custGeom>
              <a:solidFill>
                <a:srgbClr val="D9F7D9"/>
              </a:solidFill>
              <a:ln w="5753" cap="sq">
                <a:noFill/>
                <a:prstDash val="solid"/>
                <a:miter/>
              </a:ln>
            </p:spPr>
            <p:txBody>
              <a:bodyPr rtlCol="0" anchor="ctr"/>
              <a:lstStyle/>
              <a:p>
                <a:endParaRPr lang="en-US"/>
              </a:p>
            </p:txBody>
          </p:sp>
          <p:sp>
            <p:nvSpPr>
              <p:cNvPr id="1475" name="Freeform: Shape 1474">
                <a:extLst>
                  <a:ext uri="{FF2B5EF4-FFF2-40B4-BE49-F238E27FC236}">
                    <a16:creationId xmlns:a16="http://schemas.microsoft.com/office/drawing/2014/main" id="{261DC7BE-AADE-E59D-ED4C-AE5CFD936655}"/>
                  </a:ext>
                </a:extLst>
              </p:cNvPr>
              <p:cNvSpPr/>
              <p:nvPr/>
            </p:nvSpPr>
            <p:spPr>
              <a:xfrm>
                <a:off x="7747647" y="7836637"/>
                <a:ext cx="41981" cy="41981"/>
              </a:xfrm>
              <a:custGeom>
                <a:avLst/>
                <a:gdLst>
                  <a:gd name="connsiteX0" fmla="*/ 21260 w 41981"/>
                  <a:gd name="connsiteY0" fmla="*/ 4946 h 41981"/>
                  <a:gd name="connsiteX1" fmla="*/ 37451 w 41981"/>
                  <a:gd name="connsiteY1" fmla="*/ 21136 h 41981"/>
                  <a:gd name="connsiteX2" fmla="*/ 37451 w 41981"/>
                  <a:gd name="connsiteY2" fmla="*/ 21136 h 41981"/>
                  <a:gd name="connsiteX3" fmla="*/ 21260 w 41981"/>
                  <a:gd name="connsiteY3" fmla="*/ 37326 h 41981"/>
                  <a:gd name="connsiteX4" fmla="*/ 5070 w 41981"/>
                  <a:gd name="connsiteY4" fmla="*/ 21136 h 41981"/>
                  <a:gd name="connsiteX5" fmla="*/ 21260 w 41981"/>
                  <a:gd name="connsiteY5" fmla="*/ 4946 h 41981"/>
                  <a:gd name="connsiteX6" fmla="*/ 21260 w 41981"/>
                  <a:gd name="connsiteY6" fmla="*/ 145 h 41981"/>
                  <a:gd name="connsiteX7" fmla="*/ 270 w 41981"/>
                  <a:gd name="connsiteY7" fmla="*/ 21136 h 41981"/>
                  <a:gd name="connsiteX8" fmla="*/ 21260 w 41981"/>
                  <a:gd name="connsiteY8" fmla="*/ 42126 h 41981"/>
                  <a:gd name="connsiteX9" fmla="*/ 42251 w 41981"/>
                  <a:gd name="connsiteY9" fmla="*/ 21136 h 41981"/>
                  <a:gd name="connsiteX10" fmla="*/ 42251 w 41981"/>
                  <a:gd name="connsiteY10" fmla="*/ 21136 h 41981"/>
                  <a:gd name="connsiteX11" fmla="*/ 21260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46"/>
                    </a:moveTo>
                    <a:cubicBezTo>
                      <a:pt x="30202" y="4946"/>
                      <a:pt x="37451" y="12194"/>
                      <a:pt x="37451" y="21136"/>
                    </a:cubicBezTo>
                    <a:lnTo>
                      <a:pt x="37451" y="21136"/>
                    </a:lnTo>
                    <a:cubicBezTo>
                      <a:pt x="37451" y="30078"/>
                      <a:pt x="30202" y="37326"/>
                      <a:pt x="21260" y="37326"/>
                    </a:cubicBezTo>
                    <a:cubicBezTo>
                      <a:pt x="12319" y="37326"/>
                      <a:pt x="5070" y="30078"/>
                      <a:pt x="5070" y="21136"/>
                    </a:cubicBezTo>
                    <a:cubicBezTo>
                      <a:pt x="5070" y="12194"/>
                      <a:pt x="12319" y="4946"/>
                      <a:pt x="21260" y="4946"/>
                    </a:cubicBezTo>
                    <a:close/>
                    <a:moveTo>
                      <a:pt x="21260" y="145"/>
                    </a:moveTo>
                    <a:cubicBezTo>
                      <a:pt x="9668" y="145"/>
                      <a:pt x="270" y="9543"/>
                      <a:pt x="270" y="21136"/>
                    </a:cubicBezTo>
                    <a:cubicBezTo>
                      <a:pt x="270" y="32728"/>
                      <a:pt x="9668" y="42126"/>
                      <a:pt x="21260" y="42126"/>
                    </a:cubicBezTo>
                    <a:cubicBezTo>
                      <a:pt x="32853" y="42126"/>
                      <a:pt x="42251" y="32728"/>
                      <a:pt x="42251" y="21136"/>
                    </a:cubicBezTo>
                    <a:lnTo>
                      <a:pt x="42251" y="21136"/>
                    </a:lnTo>
                    <a:cubicBezTo>
                      <a:pt x="42251" y="9543"/>
                      <a:pt x="32853" y="145"/>
                      <a:pt x="21260" y="145"/>
                    </a:cubicBezTo>
                    <a:close/>
                  </a:path>
                </a:pathLst>
              </a:custGeom>
              <a:solidFill>
                <a:srgbClr val="000000"/>
              </a:solidFill>
              <a:ln w="4794" cap="sq">
                <a:noFill/>
                <a:prstDash val="solid"/>
                <a:round/>
              </a:ln>
            </p:spPr>
            <p:txBody>
              <a:bodyPr rtlCol="0" anchor="ctr"/>
              <a:lstStyle/>
              <a:p>
                <a:endParaRPr lang="en-US"/>
              </a:p>
            </p:txBody>
          </p:sp>
          <p:sp>
            <p:nvSpPr>
              <p:cNvPr id="1476" name="Freeform: Shape 1475">
                <a:extLst>
                  <a:ext uri="{FF2B5EF4-FFF2-40B4-BE49-F238E27FC236}">
                    <a16:creationId xmlns:a16="http://schemas.microsoft.com/office/drawing/2014/main" id="{334B655C-99D5-566A-84BC-3AFE43D8674D}"/>
                  </a:ext>
                </a:extLst>
              </p:cNvPr>
              <p:cNvSpPr/>
              <p:nvPr/>
            </p:nvSpPr>
            <p:spPr>
              <a:xfrm>
                <a:off x="7720862" y="8027689"/>
                <a:ext cx="37180" cy="37180"/>
              </a:xfrm>
              <a:custGeom>
                <a:avLst/>
                <a:gdLst>
                  <a:gd name="connsiteX0" fmla="*/ 37446 w 37180"/>
                  <a:gd name="connsiteY0" fmla="*/ 18768 h 37180"/>
                  <a:gd name="connsiteX1" fmla="*/ 18855 w 37180"/>
                  <a:gd name="connsiteY1" fmla="*/ 37359 h 37180"/>
                  <a:gd name="connsiteX2" fmla="*/ 265 w 37180"/>
                  <a:gd name="connsiteY2" fmla="*/ 18768 h 37180"/>
                  <a:gd name="connsiteX3" fmla="*/ 18855 w 37180"/>
                  <a:gd name="connsiteY3" fmla="*/ 178 h 37180"/>
                  <a:gd name="connsiteX4" fmla="*/ 37446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8"/>
                    </a:moveTo>
                    <a:cubicBezTo>
                      <a:pt x="37446" y="29036"/>
                      <a:pt x="29122" y="37359"/>
                      <a:pt x="18855" y="37359"/>
                    </a:cubicBezTo>
                    <a:cubicBezTo>
                      <a:pt x="8588" y="37359"/>
                      <a:pt x="265" y="29036"/>
                      <a:pt x="265" y="18768"/>
                    </a:cubicBezTo>
                    <a:cubicBezTo>
                      <a:pt x="265" y="8501"/>
                      <a:pt x="8588" y="178"/>
                      <a:pt x="18855" y="178"/>
                    </a:cubicBezTo>
                    <a:cubicBezTo>
                      <a:pt x="29122" y="178"/>
                      <a:pt x="37446" y="8501"/>
                      <a:pt x="37446" y="18768"/>
                    </a:cubicBezTo>
                    <a:close/>
                  </a:path>
                </a:pathLst>
              </a:custGeom>
              <a:solidFill>
                <a:srgbClr val="F6F7F6"/>
              </a:solidFill>
              <a:ln w="5753" cap="sq">
                <a:noFill/>
                <a:prstDash val="solid"/>
                <a:miter/>
              </a:ln>
            </p:spPr>
            <p:txBody>
              <a:bodyPr rtlCol="0" anchor="ctr"/>
              <a:lstStyle/>
              <a:p>
                <a:endParaRPr lang="en-US"/>
              </a:p>
            </p:txBody>
          </p:sp>
          <p:sp>
            <p:nvSpPr>
              <p:cNvPr id="1477" name="Freeform: Shape 1476">
                <a:extLst>
                  <a:ext uri="{FF2B5EF4-FFF2-40B4-BE49-F238E27FC236}">
                    <a16:creationId xmlns:a16="http://schemas.microsoft.com/office/drawing/2014/main" id="{5677BFC5-7A12-84D4-3D9D-DC26507A94AD}"/>
                  </a:ext>
                </a:extLst>
              </p:cNvPr>
              <p:cNvSpPr/>
              <p:nvPr/>
            </p:nvSpPr>
            <p:spPr>
              <a:xfrm>
                <a:off x="7718461" y="8025289"/>
                <a:ext cx="41981" cy="41981"/>
              </a:xfrm>
              <a:custGeom>
                <a:avLst/>
                <a:gdLst>
                  <a:gd name="connsiteX0" fmla="*/ 21255 w 41981"/>
                  <a:gd name="connsiteY0" fmla="*/ 4978 h 41981"/>
                  <a:gd name="connsiteX1" fmla="*/ 37446 w 41981"/>
                  <a:gd name="connsiteY1" fmla="*/ 21169 h 41981"/>
                  <a:gd name="connsiteX2" fmla="*/ 37446 w 41981"/>
                  <a:gd name="connsiteY2" fmla="*/ 21169 h 41981"/>
                  <a:gd name="connsiteX3" fmla="*/ 21255 w 41981"/>
                  <a:gd name="connsiteY3" fmla="*/ 37359 h 41981"/>
                  <a:gd name="connsiteX4" fmla="*/ 5065 w 41981"/>
                  <a:gd name="connsiteY4" fmla="*/ 21169 h 41981"/>
                  <a:gd name="connsiteX5" fmla="*/ 21255 w 41981"/>
                  <a:gd name="connsiteY5" fmla="*/ 4978 h 41981"/>
                  <a:gd name="connsiteX6" fmla="*/ 21255 w 41981"/>
                  <a:gd name="connsiteY6" fmla="*/ 178 h 41981"/>
                  <a:gd name="connsiteX7" fmla="*/ 265 w 41981"/>
                  <a:gd name="connsiteY7" fmla="*/ 21169 h 41981"/>
                  <a:gd name="connsiteX8" fmla="*/ 21255 w 41981"/>
                  <a:gd name="connsiteY8" fmla="*/ 42159 h 41981"/>
                  <a:gd name="connsiteX9" fmla="*/ 42246 w 41981"/>
                  <a:gd name="connsiteY9" fmla="*/ 21169 h 41981"/>
                  <a:gd name="connsiteX10" fmla="*/ 42246 w 41981"/>
                  <a:gd name="connsiteY10" fmla="*/ 21169 h 41981"/>
                  <a:gd name="connsiteX11" fmla="*/ 21255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8"/>
                    </a:moveTo>
                    <a:cubicBezTo>
                      <a:pt x="30197" y="4978"/>
                      <a:pt x="37446" y="12227"/>
                      <a:pt x="37446" y="21169"/>
                    </a:cubicBezTo>
                    <a:lnTo>
                      <a:pt x="37446" y="21169"/>
                    </a:lnTo>
                    <a:cubicBezTo>
                      <a:pt x="37446" y="30110"/>
                      <a:pt x="30197" y="37359"/>
                      <a:pt x="21255" y="37359"/>
                    </a:cubicBezTo>
                    <a:cubicBezTo>
                      <a:pt x="12314" y="37359"/>
                      <a:pt x="5065" y="30110"/>
                      <a:pt x="5065" y="21169"/>
                    </a:cubicBezTo>
                    <a:cubicBezTo>
                      <a:pt x="5065" y="12227"/>
                      <a:pt x="12314" y="4978"/>
                      <a:pt x="21255" y="4978"/>
                    </a:cubicBezTo>
                    <a:close/>
                    <a:moveTo>
                      <a:pt x="21255" y="178"/>
                    </a:moveTo>
                    <a:cubicBezTo>
                      <a:pt x="9663" y="178"/>
                      <a:pt x="265" y="9576"/>
                      <a:pt x="265" y="21169"/>
                    </a:cubicBezTo>
                    <a:cubicBezTo>
                      <a:pt x="265" y="32761"/>
                      <a:pt x="9663" y="42159"/>
                      <a:pt x="21255" y="42159"/>
                    </a:cubicBezTo>
                    <a:cubicBezTo>
                      <a:pt x="32848" y="42159"/>
                      <a:pt x="42246" y="32761"/>
                      <a:pt x="42246" y="21169"/>
                    </a:cubicBezTo>
                    <a:lnTo>
                      <a:pt x="42246" y="21169"/>
                    </a:lnTo>
                    <a:cubicBezTo>
                      <a:pt x="42246" y="9576"/>
                      <a:pt x="32848" y="178"/>
                      <a:pt x="21255" y="178"/>
                    </a:cubicBezTo>
                    <a:close/>
                  </a:path>
                </a:pathLst>
              </a:custGeom>
              <a:solidFill>
                <a:srgbClr val="000000"/>
              </a:solidFill>
              <a:ln w="4794" cap="sq">
                <a:noFill/>
                <a:prstDash val="solid"/>
                <a:round/>
              </a:ln>
            </p:spPr>
            <p:txBody>
              <a:bodyPr rtlCol="0" anchor="ctr"/>
              <a:lstStyle/>
              <a:p>
                <a:endParaRPr lang="en-US"/>
              </a:p>
            </p:txBody>
          </p:sp>
          <p:sp>
            <p:nvSpPr>
              <p:cNvPr id="1478" name="Freeform: Shape 1477">
                <a:extLst>
                  <a:ext uri="{FF2B5EF4-FFF2-40B4-BE49-F238E27FC236}">
                    <a16:creationId xmlns:a16="http://schemas.microsoft.com/office/drawing/2014/main" id="{422885FF-1C9F-1E6B-564D-2A40175D3F83}"/>
                  </a:ext>
                </a:extLst>
              </p:cNvPr>
              <p:cNvSpPr/>
              <p:nvPr/>
            </p:nvSpPr>
            <p:spPr>
              <a:xfrm>
                <a:off x="7782142" y="7936306"/>
                <a:ext cx="37180" cy="37180"/>
              </a:xfrm>
              <a:custGeom>
                <a:avLst/>
                <a:gdLst>
                  <a:gd name="connsiteX0" fmla="*/ 37456 w 37180"/>
                  <a:gd name="connsiteY0" fmla="*/ 18752 h 37180"/>
                  <a:gd name="connsiteX1" fmla="*/ 18866 w 37180"/>
                  <a:gd name="connsiteY1" fmla="*/ 37343 h 37180"/>
                  <a:gd name="connsiteX2" fmla="*/ 275 w 37180"/>
                  <a:gd name="connsiteY2" fmla="*/ 18752 h 37180"/>
                  <a:gd name="connsiteX3" fmla="*/ 18866 w 37180"/>
                  <a:gd name="connsiteY3" fmla="*/ 162 h 37180"/>
                  <a:gd name="connsiteX4" fmla="*/ 37456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52"/>
                    </a:moveTo>
                    <a:cubicBezTo>
                      <a:pt x="37456" y="29020"/>
                      <a:pt x="29133" y="37343"/>
                      <a:pt x="18866" y="37343"/>
                    </a:cubicBezTo>
                    <a:cubicBezTo>
                      <a:pt x="8599" y="37343"/>
                      <a:pt x="275" y="29020"/>
                      <a:pt x="275" y="18752"/>
                    </a:cubicBezTo>
                    <a:cubicBezTo>
                      <a:pt x="275" y="8485"/>
                      <a:pt x="8599" y="162"/>
                      <a:pt x="18866" y="162"/>
                    </a:cubicBezTo>
                    <a:cubicBezTo>
                      <a:pt x="29133" y="162"/>
                      <a:pt x="37456" y="8485"/>
                      <a:pt x="37456" y="18752"/>
                    </a:cubicBezTo>
                    <a:close/>
                  </a:path>
                </a:pathLst>
              </a:custGeom>
              <a:solidFill>
                <a:srgbClr val="F7C8C8"/>
              </a:solidFill>
              <a:ln w="5753" cap="sq">
                <a:noFill/>
                <a:prstDash val="solid"/>
                <a:miter/>
              </a:ln>
            </p:spPr>
            <p:txBody>
              <a:bodyPr rtlCol="0" anchor="ctr"/>
              <a:lstStyle/>
              <a:p>
                <a:endParaRPr lang="en-US"/>
              </a:p>
            </p:txBody>
          </p:sp>
          <p:sp>
            <p:nvSpPr>
              <p:cNvPr id="1479" name="Freeform: Shape 1478">
                <a:extLst>
                  <a:ext uri="{FF2B5EF4-FFF2-40B4-BE49-F238E27FC236}">
                    <a16:creationId xmlns:a16="http://schemas.microsoft.com/office/drawing/2014/main" id="{41BAD60C-385E-42C1-D081-55E72EBF53AA}"/>
                  </a:ext>
                </a:extLst>
              </p:cNvPr>
              <p:cNvSpPr/>
              <p:nvPr/>
            </p:nvSpPr>
            <p:spPr>
              <a:xfrm>
                <a:off x="7779742" y="7933906"/>
                <a:ext cx="41981" cy="41981"/>
              </a:xfrm>
              <a:custGeom>
                <a:avLst/>
                <a:gdLst>
                  <a:gd name="connsiteX0" fmla="*/ 21266 w 41981"/>
                  <a:gd name="connsiteY0" fmla="*/ 4962 h 41981"/>
                  <a:gd name="connsiteX1" fmla="*/ 37456 w 41981"/>
                  <a:gd name="connsiteY1" fmla="*/ 21153 h 41981"/>
                  <a:gd name="connsiteX2" fmla="*/ 37456 w 41981"/>
                  <a:gd name="connsiteY2" fmla="*/ 21153 h 41981"/>
                  <a:gd name="connsiteX3" fmla="*/ 21266 w 41981"/>
                  <a:gd name="connsiteY3" fmla="*/ 37343 h 41981"/>
                  <a:gd name="connsiteX4" fmla="*/ 5076 w 41981"/>
                  <a:gd name="connsiteY4" fmla="*/ 21153 h 41981"/>
                  <a:gd name="connsiteX5" fmla="*/ 21266 w 41981"/>
                  <a:gd name="connsiteY5" fmla="*/ 4962 h 41981"/>
                  <a:gd name="connsiteX6" fmla="*/ 21266 w 41981"/>
                  <a:gd name="connsiteY6" fmla="*/ 162 h 41981"/>
                  <a:gd name="connsiteX7" fmla="*/ 275 w 41981"/>
                  <a:gd name="connsiteY7" fmla="*/ 21153 h 41981"/>
                  <a:gd name="connsiteX8" fmla="*/ 21266 w 41981"/>
                  <a:gd name="connsiteY8" fmla="*/ 42143 h 41981"/>
                  <a:gd name="connsiteX9" fmla="*/ 42257 w 41981"/>
                  <a:gd name="connsiteY9" fmla="*/ 21153 h 41981"/>
                  <a:gd name="connsiteX10" fmla="*/ 42257 w 41981"/>
                  <a:gd name="connsiteY10" fmla="*/ 21153 h 41981"/>
                  <a:gd name="connsiteX11" fmla="*/ 21266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62"/>
                    </a:moveTo>
                    <a:cubicBezTo>
                      <a:pt x="30208" y="4962"/>
                      <a:pt x="37456" y="12211"/>
                      <a:pt x="37456" y="21153"/>
                    </a:cubicBezTo>
                    <a:lnTo>
                      <a:pt x="37456" y="21153"/>
                    </a:lnTo>
                    <a:cubicBezTo>
                      <a:pt x="37456" y="30094"/>
                      <a:pt x="30208" y="37343"/>
                      <a:pt x="21266" y="37343"/>
                    </a:cubicBezTo>
                    <a:cubicBezTo>
                      <a:pt x="12324" y="37343"/>
                      <a:pt x="5076" y="30094"/>
                      <a:pt x="5076" y="21153"/>
                    </a:cubicBezTo>
                    <a:cubicBezTo>
                      <a:pt x="5076" y="12211"/>
                      <a:pt x="12324" y="4962"/>
                      <a:pt x="21266" y="4962"/>
                    </a:cubicBezTo>
                    <a:close/>
                    <a:moveTo>
                      <a:pt x="21266" y="162"/>
                    </a:moveTo>
                    <a:cubicBezTo>
                      <a:pt x="9673" y="162"/>
                      <a:pt x="275" y="9560"/>
                      <a:pt x="275" y="21153"/>
                    </a:cubicBezTo>
                    <a:cubicBezTo>
                      <a:pt x="275" y="32745"/>
                      <a:pt x="9673" y="42143"/>
                      <a:pt x="21266" y="42143"/>
                    </a:cubicBezTo>
                    <a:cubicBezTo>
                      <a:pt x="32859" y="42143"/>
                      <a:pt x="42257" y="32745"/>
                      <a:pt x="42257" y="21153"/>
                    </a:cubicBezTo>
                    <a:lnTo>
                      <a:pt x="42257" y="21153"/>
                    </a:lnTo>
                    <a:cubicBezTo>
                      <a:pt x="42257" y="9560"/>
                      <a:pt x="32859" y="162"/>
                      <a:pt x="21266" y="162"/>
                    </a:cubicBezTo>
                    <a:close/>
                  </a:path>
                </a:pathLst>
              </a:custGeom>
              <a:solidFill>
                <a:srgbClr val="000000"/>
              </a:solidFill>
              <a:ln w="4794" cap="sq">
                <a:noFill/>
                <a:prstDash val="solid"/>
                <a:round/>
              </a:ln>
            </p:spPr>
            <p:txBody>
              <a:bodyPr rtlCol="0" anchor="ctr"/>
              <a:lstStyle/>
              <a:p>
                <a:endParaRPr lang="en-US"/>
              </a:p>
            </p:txBody>
          </p:sp>
          <p:sp>
            <p:nvSpPr>
              <p:cNvPr id="1480" name="Freeform: Shape 1479">
                <a:extLst>
                  <a:ext uri="{FF2B5EF4-FFF2-40B4-BE49-F238E27FC236}">
                    <a16:creationId xmlns:a16="http://schemas.microsoft.com/office/drawing/2014/main" id="{8A1E57FB-B1FB-D243-EEA5-0BFCA2EEFFF5}"/>
                  </a:ext>
                </a:extLst>
              </p:cNvPr>
              <p:cNvSpPr/>
              <p:nvPr/>
            </p:nvSpPr>
            <p:spPr>
              <a:xfrm>
                <a:off x="7774666" y="8009833"/>
                <a:ext cx="37180" cy="37180"/>
              </a:xfrm>
              <a:custGeom>
                <a:avLst/>
                <a:gdLst>
                  <a:gd name="connsiteX0" fmla="*/ 37455 w 37180"/>
                  <a:gd name="connsiteY0" fmla="*/ 18765 h 37180"/>
                  <a:gd name="connsiteX1" fmla="*/ 18864 w 37180"/>
                  <a:gd name="connsiteY1" fmla="*/ 37356 h 37180"/>
                  <a:gd name="connsiteX2" fmla="*/ 274 w 37180"/>
                  <a:gd name="connsiteY2" fmla="*/ 18765 h 37180"/>
                  <a:gd name="connsiteX3" fmla="*/ 18864 w 37180"/>
                  <a:gd name="connsiteY3" fmla="*/ 175 h 37180"/>
                  <a:gd name="connsiteX4" fmla="*/ 37455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65"/>
                    </a:moveTo>
                    <a:cubicBezTo>
                      <a:pt x="37455" y="29032"/>
                      <a:pt x="29132" y="37356"/>
                      <a:pt x="18864" y="37356"/>
                    </a:cubicBezTo>
                    <a:cubicBezTo>
                      <a:pt x="8597" y="37356"/>
                      <a:pt x="274" y="29032"/>
                      <a:pt x="274" y="18765"/>
                    </a:cubicBezTo>
                    <a:cubicBezTo>
                      <a:pt x="274" y="8498"/>
                      <a:pt x="8597" y="175"/>
                      <a:pt x="18864" y="175"/>
                    </a:cubicBezTo>
                    <a:cubicBezTo>
                      <a:pt x="29132" y="175"/>
                      <a:pt x="37455" y="8498"/>
                      <a:pt x="37455" y="18765"/>
                    </a:cubicBezTo>
                    <a:close/>
                  </a:path>
                </a:pathLst>
              </a:custGeom>
              <a:solidFill>
                <a:srgbClr val="F7EAEA"/>
              </a:solidFill>
              <a:ln w="5753" cap="sq">
                <a:noFill/>
                <a:prstDash val="solid"/>
                <a:miter/>
              </a:ln>
            </p:spPr>
            <p:txBody>
              <a:bodyPr rtlCol="0" anchor="ctr"/>
              <a:lstStyle/>
              <a:p>
                <a:endParaRPr lang="en-US"/>
              </a:p>
            </p:txBody>
          </p:sp>
          <p:sp>
            <p:nvSpPr>
              <p:cNvPr id="1481" name="Freeform: Shape 1480">
                <a:extLst>
                  <a:ext uri="{FF2B5EF4-FFF2-40B4-BE49-F238E27FC236}">
                    <a16:creationId xmlns:a16="http://schemas.microsoft.com/office/drawing/2014/main" id="{65079474-72A7-67E0-ED87-F02E5AA33AD9}"/>
                  </a:ext>
                </a:extLst>
              </p:cNvPr>
              <p:cNvSpPr/>
              <p:nvPr/>
            </p:nvSpPr>
            <p:spPr>
              <a:xfrm>
                <a:off x="7772266" y="8007433"/>
                <a:ext cx="41981" cy="41981"/>
              </a:xfrm>
              <a:custGeom>
                <a:avLst/>
                <a:gdLst>
                  <a:gd name="connsiteX0" fmla="*/ 21265 w 41981"/>
                  <a:gd name="connsiteY0" fmla="*/ 4975 h 41981"/>
                  <a:gd name="connsiteX1" fmla="*/ 37455 w 41981"/>
                  <a:gd name="connsiteY1" fmla="*/ 21165 h 41981"/>
                  <a:gd name="connsiteX2" fmla="*/ 37455 w 41981"/>
                  <a:gd name="connsiteY2" fmla="*/ 21165 h 41981"/>
                  <a:gd name="connsiteX3" fmla="*/ 21265 w 41981"/>
                  <a:gd name="connsiteY3" fmla="*/ 37356 h 41981"/>
                  <a:gd name="connsiteX4" fmla="*/ 5074 w 41981"/>
                  <a:gd name="connsiteY4" fmla="*/ 21165 h 41981"/>
                  <a:gd name="connsiteX5" fmla="*/ 21265 w 41981"/>
                  <a:gd name="connsiteY5" fmla="*/ 4975 h 41981"/>
                  <a:gd name="connsiteX6" fmla="*/ 21265 w 41981"/>
                  <a:gd name="connsiteY6" fmla="*/ 175 h 41981"/>
                  <a:gd name="connsiteX7" fmla="*/ 274 w 41981"/>
                  <a:gd name="connsiteY7" fmla="*/ 21165 h 41981"/>
                  <a:gd name="connsiteX8" fmla="*/ 21265 w 41981"/>
                  <a:gd name="connsiteY8" fmla="*/ 42156 h 41981"/>
                  <a:gd name="connsiteX9" fmla="*/ 42255 w 41981"/>
                  <a:gd name="connsiteY9" fmla="*/ 21165 h 41981"/>
                  <a:gd name="connsiteX10" fmla="*/ 42255 w 41981"/>
                  <a:gd name="connsiteY10" fmla="*/ 21165 h 41981"/>
                  <a:gd name="connsiteX11" fmla="*/ 21265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75"/>
                    </a:moveTo>
                    <a:cubicBezTo>
                      <a:pt x="30207" y="4975"/>
                      <a:pt x="37455" y="12224"/>
                      <a:pt x="37455" y="21165"/>
                    </a:cubicBezTo>
                    <a:lnTo>
                      <a:pt x="37455" y="21165"/>
                    </a:lnTo>
                    <a:cubicBezTo>
                      <a:pt x="37455" y="30107"/>
                      <a:pt x="30207" y="37356"/>
                      <a:pt x="21265" y="37356"/>
                    </a:cubicBezTo>
                    <a:cubicBezTo>
                      <a:pt x="12323" y="37356"/>
                      <a:pt x="5074" y="30107"/>
                      <a:pt x="5074" y="21165"/>
                    </a:cubicBezTo>
                    <a:cubicBezTo>
                      <a:pt x="5074" y="12224"/>
                      <a:pt x="12323" y="4975"/>
                      <a:pt x="21265" y="4975"/>
                    </a:cubicBezTo>
                    <a:close/>
                    <a:moveTo>
                      <a:pt x="21265" y="175"/>
                    </a:moveTo>
                    <a:cubicBezTo>
                      <a:pt x="9672" y="175"/>
                      <a:pt x="274" y="9573"/>
                      <a:pt x="274" y="21165"/>
                    </a:cubicBezTo>
                    <a:cubicBezTo>
                      <a:pt x="274" y="32758"/>
                      <a:pt x="9672" y="42156"/>
                      <a:pt x="21265" y="42156"/>
                    </a:cubicBezTo>
                    <a:cubicBezTo>
                      <a:pt x="32857" y="42156"/>
                      <a:pt x="42255" y="32758"/>
                      <a:pt x="42255" y="21165"/>
                    </a:cubicBezTo>
                    <a:lnTo>
                      <a:pt x="42255" y="21165"/>
                    </a:lnTo>
                    <a:cubicBezTo>
                      <a:pt x="42255" y="9573"/>
                      <a:pt x="32857" y="175"/>
                      <a:pt x="21265" y="175"/>
                    </a:cubicBezTo>
                    <a:close/>
                  </a:path>
                </a:pathLst>
              </a:custGeom>
              <a:solidFill>
                <a:srgbClr val="000000"/>
              </a:solidFill>
              <a:ln w="4794" cap="sq">
                <a:noFill/>
                <a:prstDash val="solid"/>
                <a:round/>
              </a:ln>
            </p:spPr>
            <p:txBody>
              <a:bodyPr rtlCol="0" anchor="ctr"/>
              <a:lstStyle/>
              <a:p>
                <a:endParaRPr lang="en-US"/>
              </a:p>
            </p:txBody>
          </p:sp>
          <p:sp>
            <p:nvSpPr>
              <p:cNvPr id="1482" name="Freeform: Shape 1481">
                <a:extLst>
                  <a:ext uri="{FF2B5EF4-FFF2-40B4-BE49-F238E27FC236}">
                    <a16:creationId xmlns:a16="http://schemas.microsoft.com/office/drawing/2014/main" id="{5A4D592E-361D-B676-6343-0BF6A28519BE}"/>
                  </a:ext>
                </a:extLst>
              </p:cNvPr>
              <p:cNvSpPr/>
              <p:nvPr/>
            </p:nvSpPr>
            <p:spPr>
              <a:xfrm>
                <a:off x="7707585" y="7950954"/>
                <a:ext cx="37180" cy="37180"/>
              </a:xfrm>
              <a:custGeom>
                <a:avLst/>
                <a:gdLst>
                  <a:gd name="connsiteX0" fmla="*/ 37443 w 37180"/>
                  <a:gd name="connsiteY0" fmla="*/ 18755 h 37180"/>
                  <a:gd name="connsiteX1" fmla="*/ 18853 w 37180"/>
                  <a:gd name="connsiteY1" fmla="*/ 37345 h 37180"/>
                  <a:gd name="connsiteX2" fmla="*/ 262 w 37180"/>
                  <a:gd name="connsiteY2" fmla="*/ 18755 h 37180"/>
                  <a:gd name="connsiteX3" fmla="*/ 18853 w 37180"/>
                  <a:gd name="connsiteY3" fmla="*/ 165 h 37180"/>
                  <a:gd name="connsiteX4" fmla="*/ 37443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5"/>
                    </a:moveTo>
                    <a:cubicBezTo>
                      <a:pt x="37443" y="29022"/>
                      <a:pt x="29120" y="37345"/>
                      <a:pt x="18853" y="37345"/>
                    </a:cubicBezTo>
                    <a:cubicBezTo>
                      <a:pt x="8586" y="37345"/>
                      <a:pt x="262" y="29022"/>
                      <a:pt x="262" y="18755"/>
                    </a:cubicBezTo>
                    <a:cubicBezTo>
                      <a:pt x="262" y="8488"/>
                      <a:pt x="8586" y="165"/>
                      <a:pt x="18853" y="165"/>
                    </a:cubicBezTo>
                    <a:cubicBezTo>
                      <a:pt x="29120" y="165"/>
                      <a:pt x="37443" y="8488"/>
                      <a:pt x="37443" y="18755"/>
                    </a:cubicBezTo>
                    <a:close/>
                  </a:path>
                </a:pathLst>
              </a:custGeom>
              <a:solidFill>
                <a:srgbClr val="F7ECEC"/>
              </a:solidFill>
              <a:ln w="5753" cap="sq">
                <a:noFill/>
                <a:prstDash val="solid"/>
                <a:miter/>
              </a:ln>
            </p:spPr>
            <p:txBody>
              <a:bodyPr rtlCol="0" anchor="ctr"/>
              <a:lstStyle/>
              <a:p>
                <a:endParaRPr lang="en-US"/>
              </a:p>
            </p:txBody>
          </p:sp>
          <p:sp>
            <p:nvSpPr>
              <p:cNvPr id="1483" name="Freeform: Shape 1482">
                <a:extLst>
                  <a:ext uri="{FF2B5EF4-FFF2-40B4-BE49-F238E27FC236}">
                    <a16:creationId xmlns:a16="http://schemas.microsoft.com/office/drawing/2014/main" id="{F788A7CE-1772-61AB-97D0-323812E29A08}"/>
                  </a:ext>
                </a:extLst>
              </p:cNvPr>
              <p:cNvSpPr/>
              <p:nvPr/>
            </p:nvSpPr>
            <p:spPr>
              <a:xfrm>
                <a:off x="7705185" y="7948554"/>
                <a:ext cx="41981" cy="41981"/>
              </a:xfrm>
              <a:custGeom>
                <a:avLst/>
                <a:gdLst>
                  <a:gd name="connsiteX0" fmla="*/ 21253 w 41981"/>
                  <a:gd name="connsiteY0" fmla="*/ 4965 h 41981"/>
                  <a:gd name="connsiteX1" fmla="*/ 37443 w 41981"/>
                  <a:gd name="connsiteY1" fmla="*/ 21155 h 41981"/>
                  <a:gd name="connsiteX2" fmla="*/ 37443 w 41981"/>
                  <a:gd name="connsiteY2" fmla="*/ 21155 h 41981"/>
                  <a:gd name="connsiteX3" fmla="*/ 21253 w 41981"/>
                  <a:gd name="connsiteY3" fmla="*/ 37345 h 41981"/>
                  <a:gd name="connsiteX4" fmla="*/ 5063 w 41981"/>
                  <a:gd name="connsiteY4" fmla="*/ 21155 h 41981"/>
                  <a:gd name="connsiteX5" fmla="*/ 21253 w 41981"/>
                  <a:gd name="connsiteY5" fmla="*/ 4965 h 41981"/>
                  <a:gd name="connsiteX6" fmla="*/ 21253 w 41981"/>
                  <a:gd name="connsiteY6" fmla="*/ 165 h 41981"/>
                  <a:gd name="connsiteX7" fmla="*/ 262 w 41981"/>
                  <a:gd name="connsiteY7" fmla="*/ 21155 h 41981"/>
                  <a:gd name="connsiteX8" fmla="*/ 21253 w 41981"/>
                  <a:gd name="connsiteY8" fmla="*/ 42146 h 41981"/>
                  <a:gd name="connsiteX9" fmla="*/ 42244 w 41981"/>
                  <a:gd name="connsiteY9" fmla="*/ 21155 h 41981"/>
                  <a:gd name="connsiteX10" fmla="*/ 42244 w 41981"/>
                  <a:gd name="connsiteY10" fmla="*/ 21155 h 41981"/>
                  <a:gd name="connsiteX11" fmla="*/ 21253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5"/>
                    </a:moveTo>
                    <a:cubicBezTo>
                      <a:pt x="30195" y="4965"/>
                      <a:pt x="37443" y="12213"/>
                      <a:pt x="37443" y="21155"/>
                    </a:cubicBezTo>
                    <a:lnTo>
                      <a:pt x="37443" y="21155"/>
                    </a:lnTo>
                    <a:cubicBezTo>
                      <a:pt x="37443" y="30097"/>
                      <a:pt x="30195" y="37345"/>
                      <a:pt x="21253" y="37345"/>
                    </a:cubicBezTo>
                    <a:cubicBezTo>
                      <a:pt x="12311" y="37345"/>
                      <a:pt x="5063" y="30097"/>
                      <a:pt x="5063" y="21155"/>
                    </a:cubicBezTo>
                    <a:cubicBezTo>
                      <a:pt x="5063" y="12213"/>
                      <a:pt x="12311" y="4965"/>
                      <a:pt x="21253" y="4965"/>
                    </a:cubicBezTo>
                    <a:close/>
                    <a:moveTo>
                      <a:pt x="21253" y="165"/>
                    </a:moveTo>
                    <a:cubicBezTo>
                      <a:pt x="9660" y="165"/>
                      <a:pt x="262" y="9563"/>
                      <a:pt x="262" y="21155"/>
                    </a:cubicBezTo>
                    <a:cubicBezTo>
                      <a:pt x="262" y="32748"/>
                      <a:pt x="9660" y="42146"/>
                      <a:pt x="21253" y="42146"/>
                    </a:cubicBezTo>
                    <a:cubicBezTo>
                      <a:pt x="32846" y="42146"/>
                      <a:pt x="42244" y="32748"/>
                      <a:pt x="42244" y="21155"/>
                    </a:cubicBezTo>
                    <a:lnTo>
                      <a:pt x="42244" y="21155"/>
                    </a:lnTo>
                    <a:cubicBezTo>
                      <a:pt x="42244" y="9563"/>
                      <a:pt x="32846" y="165"/>
                      <a:pt x="21253" y="165"/>
                    </a:cubicBezTo>
                    <a:close/>
                  </a:path>
                </a:pathLst>
              </a:custGeom>
              <a:solidFill>
                <a:srgbClr val="000000"/>
              </a:solidFill>
              <a:ln w="4794" cap="sq">
                <a:noFill/>
                <a:prstDash val="solid"/>
                <a:round/>
              </a:ln>
            </p:spPr>
            <p:txBody>
              <a:bodyPr rtlCol="0" anchor="ctr"/>
              <a:lstStyle/>
              <a:p>
                <a:endParaRPr lang="en-US"/>
              </a:p>
            </p:txBody>
          </p:sp>
          <p:sp>
            <p:nvSpPr>
              <p:cNvPr id="1484" name="Freeform: Shape 1483">
                <a:extLst>
                  <a:ext uri="{FF2B5EF4-FFF2-40B4-BE49-F238E27FC236}">
                    <a16:creationId xmlns:a16="http://schemas.microsoft.com/office/drawing/2014/main" id="{71B69FC8-F1FA-E654-4C95-F5F9633AF887}"/>
                  </a:ext>
                </a:extLst>
              </p:cNvPr>
              <p:cNvSpPr/>
              <p:nvPr/>
            </p:nvSpPr>
            <p:spPr>
              <a:xfrm>
                <a:off x="7664546" y="7836232"/>
                <a:ext cx="37180" cy="37180"/>
              </a:xfrm>
              <a:custGeom>
                <a:avLst/>
                <a:gdLst>
                  <a:gd name="connsiteX0" fmla="*/ 37436 w 37180"/>
                  <a:gd name="connsiteY0" fmla="*/ 18735 h 37180"/>
                  <a:gd name="connsiteX1" fmla="*/ 18845 w 37180"/>
                  <a:gd name="connsiteY1" fmla="*/ 37326 h 37180"/>
                  <a:gd name="connsiteX2" fmla="*/ 255 w 37180"/>
                  <a:gd name="connsiteY2" fmla="*/ 18735 h 37180"/>
                  <a:gd name="connsiteX3" fmla="*/ 18845 w 37180"/>
                  <a:gd name="connsiteY3" fmla="*/ 145 h 37180"/>
                  <a:gd name="connsiteX4" fmla="*/ 37436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35"/>
                    </a:moveTo>
                    <a:cubicBezTo>
                      <a:pt x="37436" y="29002"/>
                      <a:pt x="29113" y="37326"/>
                      <a:pt x="18845" y="37326"/>
                    </a:cubicBezTo>
                    <a:cubicBezTo>
                      <a:pt x="8578" y="37326"/>
                      <a:pt x="255" y="29002"/>
                      <a:pt x="255" y="18735"/>
                    </a:cubicBezTo>
                    <a:cubicBezTo>
                      <a:pt x="255" y="8468"/>
                      <a:pt x="8578" y="145"/>
                      <a:pt x="18845" y="145"/>
                    </a:cubicBezTo>
                    <a:cubicBezTo>
                      <a:pt x="29113" y="145"/>
                      <a:pt x="37436" y="8468"/>
                      <a:pt x="37436" y="18735"/>
                    </a:cubicBezTo>
                    <a:close/>
                  </a:path>
                </a:pathLst>
              </a:custGeom>
              <a:solidFill>
                <a:srgbClr val="F7E7E7"/>
              </a:solidFill>
              <a:ln w="5753" cap="sq">
                <a:noFill/>
                <a:prstDash val="solid"/>
                <a:miter/>
              </a:ln>
            </p:spPr>
            <p:txBody>
              <a:bodyPr rtlCol="0" anchor="ctr"/>
              <a:lstStyle/>
              <a:p>
                <a:endParaRPr lang="en-US"/>
              </a:p>
            </p:txBody>
          </p:sp>
          <p:sp>
            <p:nvSpPr>
              <p:cNvPr id="1485" name="Freeform: Shape 1484">
                <a:extLst>
                  <a:ext uri="{FF2B5EF4-FFF2-40B4-BE49-F238E27FC236}">
                    <a16:creationId xmlns:a16="http://schemas.microsoft.com/office/drawing/2014/main" id="{A7D48541-5019-B189-CA2D-7F332CF579E4}"/>
                  </a:ext>
                </a:extLst>
              </p:cNvPr>
              <p:cNvSpPr/>
              <p:nvPr/>
            </p:nvSpPr>
            <p:spPr>
              <a:xfrm>
                <a:off x="7662146" y="7833832"/>
                <a:ext cx="41981" cy="41981"/>
              </a:xfrm>
              <a:custGeom>
                <a:avLst/>
                <a:gdLst>
                  <a:gd name="connsiteX0" fmla="*/ 21246 w 41981"/>
                  <a:gd name="connsiteY0" fmla="*/ 4945 h 41981"/>
                  <a:gd name="connsiteX1" fmla="*/ 37436 w 41981"/>
                  <a:gd name="connsiteY1" fmla="*/ 21135 h 41981"/>
                  <a:gd name="connsiteX2" fmla="*/ 37436 w 41981"/>
                  <a:gd name="connsiteY2" fmla="*/ 21135 h 41981"/>
                  <a:gd name="connsiteX3" fmla="*/ 21246 w 41981"/>
                  <a:gd name="connsiteY3" fmla="*/ 37326 h 41981"/>
                  <a:gd name="connsiteX4" fmla="*/ 5055 w 41981"/>
                  <a:gd name="connsiteY4" fmla="*/ 21135 h 41981"/>
                  <a:gd name="connsiteX5" fmla="*/ 21246 w 41981"/>
                  <a:gd name="connsiteY5" fmla="*/ 4945 h 41981"/>
                  <a:gd name="connsiteX6" fmla="*/ 21246 w 41981"/>
                  <a:gd name="connsiteY6" fmla="*/ 145 h 41981"/>
                  <a:gd name="connsiteX7" fmla="*/ 255 w 41981"/>
                  <a:gd name="connsiteY7" fmla="*/ 21135 h 41981"/>
                  <a:gd name="connsiteX8" fmla="*/ 21246 w 41981"/>
                  <a:gd name="connsiteY8" fmla="*/ 42126 h 41981"/>
                  <a:gd name="connsiteX9" fmla="*/ 42236 w 41981"/>
                  <a:gd name="connsiteY9" fmla="*/ 21135 h 41981"/>
                  <a:gd name="connsiteX10" fmla="*/ 42236 w 41981"/>
                  <a:gd name="connsiteY10" fmla="*/ 21135 h 41981"/>
                  <a:gd name="connsiteX11" fmla="*/ 21246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45"/>
                    </a:moveTo>
                    <a:cubicBezTo>
                      <a:pt x="30187" y="4945"/>
                      <a:pt x="37436" y="12193"/>
                      <a:pt x="37436" y="21135"/>
                    </a:cubicBezTo>
                    <a:lnTo>
                      <a:pt x="37436" y="21135"/>
                    </a:lnTo>
                    <a:cubicBezTo>
                      <a:pt x="37436" y="30077"/>
                      <a:pt x="30187" y="37326"/>
                      <a:pt x="21246" y="37326"/>
                    </a:cubicBezTo>
                    <a:cubicBezTo>
                      <a:pt x="12304" y="37326"/>
                      <a:pt x="5055" y="30077"/>
                      <a:pt x="5055" y="21135"/>
                    </a:cubicBezTo>
                    <a:cubicBezTo>
                      <a:pt x="5055" y="12193"/>
                      <a:pt x="12304" y="4945"/>
                      <a:pt x="21246" y="4945"/>
                    </a:cubicBezTo>
                    <a:close/>
                    <a:moveTo>
                      <a:pt x="21246" y="145"/>
                    </a:moveTo>
                    <a:cubicBezTo>
                      <a:pt x="9653" y="145"/>
                      <a:pt x="255" y="9543"/>
                      <a:pt x="255" y="21135"/>
                    </a:cubicBezTo>
                    <a:cubicBezTo>
                      <a:pt x="255" y="32728"/>
                      <a:pt x="9653" y="42126"/>
                      <a:pt x="21246" y="42126"/>
                    </a:cubicBezTo>
                    <a:cubicBezTo>
                      <a:pt x="32838" y="42126"/>
                      <a:pt x="42236" y="32728"/>
                      <a:pt x="42236" y="21135"/>
                    </a:cubicBezTo>
                    <a:lnTo>
                      <a:pt x="42236" y="21135"/>
                    </a:lnTo>
                    <a:cubicBezTo>
                      <a:pt x="42236" y="9543"/>
                      <a:pt x="32838" y="145"/>
                      <a:pt x="21246" y="145"/>
                    </a:cubicBezTo>
                    <a:close/>
                  </a:path>
                </a:pathLst>
              </a:custGeom>
              <a:solidFill>
                <a:srgbClr val="000000"/>
              </a:solidFill>
              <a:ln w="4794" cap="sq">
                <a:noFill/>
                <a:prstDash val="solid"/>
                <a:round/>
              </a:ln>
            </p:spPr>
            <p:txBody>
              <a:bodyPr rtlCol="0" anchor="ctr"/>
              <a:lstStyle/>
              <a:p>
                <a:endParaRPr lang="en-US"/>
              </a:p>
            </p:txBody>
          </p:sp>
          <p:sp>
            <p:nvSpPr>
              <p:cNvPr id="1486" name="Freeform: Shape 1485">
                <a:extLst>
                  <a:ext uri="{FF2B5EF4-FFF2-40B4-BE49-F238E27FC236}">
                    <a16:creationId xmlns:a16="http://schemas.microsoft.com/office/drawing/2014/main" id="{E4011676-5390-ED42-C1B4-90A52F8E8667}"/>
                  </a:ext>
                </a:extLst>
              </p:cNvPr>
              <p:cNvSpPr/>
              <p:nvPr/>
            </p:nvSpPr>
            <p:spPr>
              <a:xfrm>
                <a:off x="7732036" y="7911999"/>
                <a:ext cx="37180" cy="37180"/>
              </a:xfrm>
              <a:custGeom>
                <a:avLst/>
                <a:gdLst>
                  <a:gd name="connsiteX0" fmla="*/ 37447 w 37180"/>
                  <a:gd name="connsiteY0" fmla="*/ 18748 h 37180"/>
                  <a:gd name="connsiteX1" fmla="*/ 18857 w 37180"/>
                  <a:gd name="connsiteY1" fmla="*/ 37339 h 37180"/>
                  <a:gd name="connsiteX2" fmla="*/ 267 w 37180"/>
                  <a:gd name="connsiteY2" fmla="*/ 18748 h 37180"/>
                  <a:gd name="connsiteX3" fmla="*/ 18857 w 37180"/>
                  <a:gd name="connsiteY3" fmla="*/ 158 h 37180"/>
                  <a:gd name="connsiteX4" fmla="*/ 37447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48"/>
                    </a:moveTo>
                    <a:cubicBezTo>
                      <a:pt x="37447" y="29015"/>
                      <a:pt x="29124" y="37339"/>
                      <a:pt x="18857" y="37339"/>
                    </a:cubicBezTo>
                    <a:cubicBezTo>
                      <a:pt x="8590" y="37339"/>
                      <a:pt x="267" y="29015"/>
                      <a:pt x="267" y="18748"/>
                    </a:cubicBezTo>
                    <a:cubicBezTo>
                      <a:pt x="267" y="8481"/>
                      <a:pt x="8590" y="158"/>
                      <a:pt x="18857" y="158"/>
                    </a:cubicBezTo>
                    <a:cubicBezTo>
                      <a:pt x="29124" y="158"/>
                      <a:pt x="37447" y="8481"/>
                      <a:pt x="37447" y="18748"/>
                    </a:cubicBezTo>
                    <a:close/>
                  </a:path>
                </a:pathLst>
              </a:custGeom>
              <a:solidFill>
                <a:srgbClr val="F7EBEB"/>
              </a:solidFill>
              <a:ln w="5753" cap="sq">
                <a:noFill/>
                <a:prstDash val="solid"/>
                <a:miter/>
              </a:ln>
            </p:spPr>
            <p:txBody>
              <a:bodyPr rtlCol="0" anchor="ctr"/>
              <a:lstStyle/>
              <a:p>
                <a:endParaRPr lang="en-US"/>
              </a:p>
            </p:txBody>
          </p:sp>
          <p:sp>
            <p:nvSpPr>
              <p:cNvPr id="1487" name="Freeform: Shape 1486">
                <a:extLst>
                  <a:ext uri="{FF2B5EF4-FFF2-40B4-BE49-F238E27FC236}">
                    <a16:creationId xmlns:a16="http://schemas.microsoft.com/office/drawing/2014/main" id="{E6D3D066-E613-DDF9-D3AE-CDA3160FC66E}"/>
                  </a:ext>
                </a:extLst>
              </p:cNvPr>
              <p:cNvSpPr/>
              <p:nvPr/>
            </p:nvSpPr>
            <p:spPr>
              <a:xfrm>
                <a:off x="7729636" y="7909599"/>
                <a:ext cx="41981" cy="41981"/>
              </a:xfrm>
              <a:custGeom>
                <a:avLst/>
                <a:gdLst>
                  <a:gd name="connsiteX0" fmla="*/ 21257 w 41981"/>
                  <a:gd name="connsiteY0" fmla="*/ 4958 h 41981"/>
                  <a:gd name="connsiteX1" fmla="*/ 37447 w 41981"/>
                  <a:gd name="connsiteY1" fmla="*/ 21148 h 41981"/>
                  <a:gd name="connsiteX2" fmla="*/ 37447 w 41981"/>
                  <a:gd name="connsiteY2" fmla="*/ 21148 h 41981"/>
                  <a:gd name="connsiteX3" fmla="*/ 21257 w 41981"/>
                  <a:gd name="connsiteY3" fmla="*/ 37339 h 41981"/>
                  <a:gd name="connsiteX4" fmla="*/ 5067 w 41981"/>
                  <a:gd name="connsiteY4" fmla="*/ 21148 h 41981"/>
                  <a:gd name="connsiteX5" fmla="*/ 21257 w 41981"/>
                  <a:gd name="connsiteY5" fmla="*/ 4958 h 41981"/>
                  <a:gd name="connsiteX6" fmla="*/ 21257 w 41981"/>
                  <a:gd name="connsiteY6" fmla="*/ 158 h 41981"/>
                  <a:gd name="connsiteX7" fmla="*/ 267 w 41981"/>
                  <a:gd name="connsiteY7" fmla="*/ 21148 h 41981"/>
                  <a:gd name="connsiteX8" fmla="*/ 21257 w 41981"/>
                  <a:gd name="connsiteY8" fmla="*/ 42139 h 41981"/>
                  <a:gd name="connsiteX9" fmla="*/ 42248 w 41981"/>
                  <a:gd name="connsiteY9" fmla="*/ 21148 h 41981"/>
                  <a:gd name="connsiteX10" fmla="*/ 42248 w 41981"/>
                  <a:gd name="connsiteY10" fmla="*/ 21148 h 41981"/>
                  <a:gd name="connsiteX11" fmla="*/ 21257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58"/>
                    </a:moveTo>
                    <a:cubicBezTo>
                      <a:pt x="30199" y="4958"/>
                      <a:pt x="37447" y="12207"/>
                      <a:pt x="37447" y="21148"/>
                    </a:cubicBezTo>
                    <a:lnTo>
                      <a:pt x="37447" y="21148"/>
                    </a:lnTo>
                    <a:cubicBezTo>
                      <a:pt x="37447" y="30090"/>
                      <a:pt x="30199" y="37339"/>
                      <a:pt x="21257" y="37339"/>
                    </a:cubicBezTo>
                    <a:cubicBezTo>
                      <a:pt x="12315" y="37339"/>
                      <a:pt x="5067" y="30090"/>
                      <a:pt x="5067" y="21148"/>
                    </a:cubicBezTo>
                    <a:cubicBezTo>
                      <a:pt x="5067" y="12207"/>
                      <a:pt x="12315" y="4958"/>
                      <a:pt x="21257" y="4958"/>
                    </a:cubicBezTo>
                    <a:close/>
                    <a:moveTo>
                      <a:pt x="21257" y="158"/>
                    </a:moveTo>
                    <a:cubicBezTo>
                      <a:pt x="9665" y="158"/>
                      <a:pt x="267" y="9556"/>
                      <a:pt x="267" y="21148"/>
                    </a:cubicBezTo>
                    <a:cubicBezTo>
                      <a:pt x="267" y="32741"/>
                      <a:pt x="9665" y="42139"/>
                      <a:pt x="21257" y="42139"/>
                    </a:cubicBezTo>
                    <a:cubicBezTo>
                      <a:pt x="32850" y="42139"/>
                      <a:pt x="42248" y="32741"/>
                      <a:pt x="42248" y="21148"/>
                    </a:cubicBezTo>
                    <a:lnTo>
                      <a:pt x="42248" y="21148"/>
                    </a:lnTo>
                    <a:cubicBezTo>
                      <a:pt x="42248" y="9556"/>
                      <a:pt x="32850" y="158"/>
                      <a:pt x="21257" y="158"/>
                    </a:cubicBezTo>
                    <a:close/>
                  </a:path>
                </a:pathLst>
              </a:custGeom>
              <a:solidFill>
                <a:srgbClr val="000000"/>
              </a:solidFill>
              <a:ln w="4794" cap="sq">
                <a:noFill/>
                <a:prstDash val="solid"/>
                <a:round/>
              </a:ln>
            </p:spPr>
            <p:txBody>
              <a:bodyPr rtlCol="0" anchor="ctr"/>
              <a:lstStyle/>
              <a:p>
                <a:endParaRPr lang="en-US"/>
              </a:p>
            </p:txBody>
          </p:sp>
          <p:sp>
            <p:nvSpPr>
              <p:cNvPr id="1488" name="Freeform: Shape 1487">
                <a:extLst>
                  <a:ext uri="{FF2B5EF4-FFF2-40B4-BE49-F238E27FC236}">
                    <a16:creationId xmlns:a16="http://schemas.microsoft.com/office/drawing/2014/main" id="{21BE9482-873A-E5CB-999B-E07B4BCCB1BA}"/>
                  </a:ext>
                </a:extLst>
              </p:cNvPr>
              <p:cNvSpPr/>
              <p:nvPr/>
            </p:nvSpPr>
            <p:spPr>
              <a:xfrm>
                <a:off x="7766930" y="8051921"/>
                <a:ext cx="37180" cy="37180"/>
              </a:xfrm>
              <a:custGeom>
                <a:avLst/>
                <a:gdLst>
                  <a:gd name="connsiteX0" fmla="*/ 37454 w 37180"/>
                  <a:gd name="connsiteY0" fmla="*/ 18773 h 37180"/>
                  <a:gd name="connsiteX1" fmla="*/ 18863 w 37180"/>
                  <a:gd name="connsiteY1" fmla="*/ 37363 h 37180"/>
                  <a:gd name="connsiteX2" fmla="*/ 273 w 37180"/>
                  <a:gd name="connsiteY2" fmla="*/ 18773 h 37180"/>
                  <a:gd name="connsiteX3" fmla="*/ 18863 w 37180"/>
                  <a:gd name="connsiteY3" fmla="*/ 182 h 37180"/>
                  <a:gd name="connsiteX4" fmla="*/ 37454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73"/>
                    </a:moveTo>
                    <a:cubicBezTo>
                      <a:pt x="37454" y="29040"/>
                      <a:pt x="29130" y="37363"/>
                      <a:pt x="18863" y="37363"/>
                    </a:cubicBezTo>
                    <a:cubicBezTo>
                      <a:pt x="8596" y="37363"/>
                      <a:pt x="273" y="29040"/>
                      <a:pt x="273" y="18773"/>
                    </a:cubicBezTo>
                    <a:cubicBezTo>
                      <a:pt x="273" y="8505"/>
                      <a:pt x="8596" y="182"/>
                      <a:pt x="18863" y="182"/>
                    </a:cubicBezTo>
                    <a:cubicBezTo>
                      <a:pt x="29130" y="182"/>
                      <a:pt x="37454" y="8505"/>
                      <a:pt x="37454" y="18773"/>
                    </a:cubicBezTo>
                    <a:close/>
                  </a:path>
                </a:pathLst>
              </a:custGeom>
              <a:solidFill>
                <a:srgbClr val="F7EAEA"/>
              </a:solidFill>
              <a:ln w="5753" cap="sq">
                <a:noFill/>
                <a:prstDash val="solid"/>
                <a:miter/>
              </a:ln>
            </p:spPr>
            <p:txBody>
              <a:bodyPr rtlCol="0" anchor="ctr"/>
              <a:lstStyle/>
              <a:p>
                <a:endParaRPr lang="en-US"/>
              </a:p>
            </p:txBody>
          </p:sp>
          <p:sp>
            <p:nvSpPr>
              <p:cNvPr id="1489" name="Freeform: Shape 1488">
                <a:extLst>
                  <a:ext uri="{FF2B5EF4-FFF2-40B4-BE49-F238E27FC236}">
                    <a16:creationId xmlns:a16="http://schemas.microsoft.com/office/drawing/2014/main" id="{ED476CFD-D433-B8B7-95AC-CDAF16999B33}"/>
                  </a:ext>
                </a:extLst>
              </p:cNvPr>
              <p:cNvSpPr/>
              <p:nvPr/>
            </p:nvSpPr>
            <p:spPr>
              <a:xfrm>
                <a:off x="7764530" y="8049521"/>
                <a:ext cx="41981" cy="41981"/>
              </a:xfrm>
              <a:custGeom>
                <a:avLst/>
                <a:gdLst>
                  <a:gd name="connsiteX0" fmla="*/ 21263 w 41981"/>
                  <a:gd name="connsiteY0" fmla="*/ 4983 h 41981"/>
                  <a:gd name="connsiteX1" fmla="*/ 37454 w 41981"/>
                  <a:gd name="connsiteY1" fmla="*/ 21173 h 41981"/>
                  <a:gd name="connsiteX2" fmla="*/ 37454 w 41981"/>
                  <a:gd name="connsiteY2" fmla="*/ 21173 h 41981"/>
                  <a:gd name="connsiteX3" fmla="*/ 21263 w 41981"/>
                  <a:gd name="connsiteY3" fmla="*/ 37363 h 41981"/>
                  <a:gd name="connsiteX4" fmla="*/ 5073 w 41981"/>
                  <a:gd name="connsiteY4" fmla="*/ 21173 h 41981"/>
                  <a:gd name="connsiteX5" fmla="*/ 21263 w 41981"/>
                  <a:gd name="connsiteY5" fmla="*/ 4983 h 41981"/>
                  <a:gd name="connsiteX6" fmla="*/ 21263 w 41981"/>
                  <a:gd name="connsiteY6" fmla="*/ 182 h 41981"/>
                  <a:gd name="connsiteX7" fmla="*/ 273 w 41981"/>
                  <a:gd name="connsiteY7" fmla="*/ 21173 h 41981"/>
                  <a:gd name="connsiteX8" fmla="*/ 21263 w 41981"/>
                  <a:gd name="connsiteY8" fmla="*/ 42163 h 41981"/>
                  <a:gd name="connsiteX9" fmla="*/ 42254 w 41981"/>
                  <a:gd name="connsiteY9" fmla="*/ 21173 h 41981"/>
                  <a:gd name="connsiteX10" fmla="*/ 42254 w 41981"/>
                  <a:gd name="connsiteY10" fmla="*/ 21173 h 41981"/>
                  <a:gd name="connsiteX11" fmla="*/ 2126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3"/>
                    </a:moveTo>
                    <a:cubicBezTo>
                      <a:pt x="30205" y="4983"/>
                      <a:pt x="37454" y="12231"/>
                      <a:pt x="37454" y="21173"/>
                    </a:cubicBezTo>
                    <a:lnTo>
                      <a:pt x="37454" y="21173"/>
                    </a:lnTo>
                    <a:cubicBezTo>
                      <a:pt x="37454" y="30115"/>
                      <a:pt x="30205" y="37363"/>
                      <a:pt x="21263" y="37363"/>
                    </a:cubicBezTo>
                    <a:cubicBezTo>
                      <a:pt x="12322" y="37363"/>
                      <a:pt x="5073" y="30115"/>
                      <a:pt x="5073" y="21173"/>
                    </a:cubicBezTo>
                    <a:cubicBezTo>
                      <a:pt x="5073" y="12231"/>
                      <a:pt x="12322" y="4983"/>
                      <a:pt x="21263" y="4983"/>
                    </a:cubicBezTo>
                    <a:close/>
                    <a:moveTo>
                      <a:pt x="21263" y="182"/>
                    </a:moveTo>
                    <a:cubicBezTo>
                      <a:pt x="9671" y="182"/>
                      <a:pt x="273" y="9580"/>
                      <a:pt x="273" y="21173"/>
                    </a:cubicBezTo>
                    <a:cubicBezTo>
                      <a:pt x="273" y="32765"/>
                      <a:pt x="9671" y="42163"/>
                      <a:pt x="21263" y="42163"/>
                    </a:cubicBezTo>
                    <a:cubicBezTo>
                      <a:pt x="32856" y="42163"/>
                      <a:pt x="42254" y="32765"/>
                      <a:pt x="42254" y="21173"/>
                    </a:cubicBezTo>
                    <a:lnTo>
                      <a:pt x="42254" y="21173"/>
                    </a:lnTo>
                    <a:cubicBezTo>
                      <a:pt x="42254" y="9580"/>
                      <a:pt x="32856" y="182"/>
                      <a:pt x="21263" y="182"/>
                    </a:cubicBezTo>
                    <a:close/>
                  </a:path>
                </a:pathLst>
              </a:custGeom>
              <a:solidFill>
                <a:srgbClr val="000000"/>
              </a:solidFill>
              <a:ln w="4794" cap="sq">
                <a:noFill/>
                <a:prstDash val="solid"/>
                <a:round/>
              </a:ln>
            </p:spPr>
            <p:txBody>
              <a:bodyPr rtlCol="0" anchor="ctr"/>
              <a:lstStyle/>
              <a:p>
                <a:endParaRPr lang="en-US"/>
              </a:p>
            </p:txBody>
          </p:sp>
          <p:sp>
            <p:nvSpPr>
              <p:cNvPr id="1490" name="Freeform: Shape 1489">
                <a:extLst>
                  <a:ext uri="{FF2B5EF4-FFF2-40B4-BE49-F238E27FC236}">
                    <a16:creationId xmlns:a16="http://schemas.microsoft.com/office/drawing/2014/main" id="{019C4001-E061-E11E-1EB2-64CE1F216F57}"/>
                  </a:ext>
                </a:extLst>
              </p:cNvPr>
              <p:cNvSpPr/>
              <p:nvPr/>
            </p:nvSpPr>
            <p:spPr>
              <a:xfrm>
                <a:off x="7665658" y="7327936"/>
                <a:ext cx="37180" cy="37180"/>
              </a:xfrm>
              <a:custGeom>
                <a:avLst/>
                <a:gdLst>
                  <a:gd name="connsiteX0" fmla="*/ 37436 w 37180"/>
                  <a:gd name="connsiteY0" fmla="*/ 18647 h 37180"/>
                  <a:gd name="connsiteX1" fmla="*/ 18846 w 37180"/>
                  <a:gd name="connsiteY1" fmla="*/ 37237 h 37180"/>
                  <a:gd name="connsiteX2" fmla="*/ 255 w 37180"/>
                  <a:gd name="connsiteY2" fmla="*/ 18647 h 37180"/>
                  <a:gd name="connsiteX3" fmla="*/ 18846 w 37180"/>
                  <a:gd name="connsiteY3" fmla="*/ 56 h 37180"/>
                  <a:gd name="connsiteX4" fmla="*/ 37436 w 37180"/>
                  <a:gd name="connsiteY4" fmla="*/ 186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647"/>
                    </a:moveTo>
                    <a:cubicBezTo>
                      <a:pt x="37436" y="28914"/>
                      <a:pt x="29113" y="37237"/>
                      <a:pt x="18846" y="37237"/>
                    </a:cubicBezTo>
                    <a:cubicBezTo>
                      <a:pt x="8578" y="37237"/>
                      <a:pt x="255" y="28914"/>
                      <a:pt x="255" y="18647"/>
                    </a:cubicBezTo>
                    <a:cubicBezTo>
                      <a:pt x="255" y="8380"/>
                      <a:pt x="8578" y="56"/>
                      <a:pt x="18846" y="56"/>
                    </a:cubicBezTo>
                    <a:cubicBezTo>
                      <a:pt x="29113" y="56"/>
                      <a:pt x="37436" y="8380"/>
                      <a:pt x="37436" y="18647"/>
                    </a:cubicBezTo>
                    <a:close/>
                  </a:path>
                </a:pathLst>
              </a:custGeom>
              <a:solidFill>
                <a:srgbClr val="F7DEDE"/>
              </a:solidFill>
              <a:ln w="5753" cap="sq">
                <a:noFill/>
                <a:prstDash val="solid"/>
                <a:miter/>
              </a:ln>
            </p:spPr>
            <p:txBody>
              <a:bodyPr rtlCol="0" anchor="ctr"/>
              <a:lstStyle/>
              <a:p>
                <a:endParaRPr lang="en-US"/>
              </a:p>
            </p:txBody>
          </p:sp>
          <p:sp>
            <p:nvSpPr>
              <p:cNvPr id="1491" name="Freeform: Shape 1490">
                <a:extLst>
                  <a:ext uri="{FF2B5EF4-FFF2-40B4-BE49-F238E27FC236}">
                    <a16:creationId xmlns:a16="http://schemas.microsoft.com/office/drawing/2014/main" id="{8CCB56F6-18BC-53CA-CE63-51CCAFECA9B7}"/>
                  </a:ext>
                </a:extLst>
              </p:cNvPr>
              <p:cNvSpPr/>
              <p:nvPr/>
            </p:nvSpPr>
            <p:spPr>
              <a:xfrm>
                <a:off x="7663258" y="7325536"/>
                <a:ext cx="41981" cy="41981"/>
              </a:xfrm>
              <a:custGeom>
                <a:avLst/>
                <a:gdLst>
                  <a:gd name="connsiteX0" fmla="*/ 21246 w 41981"/>
                  <a:gd name="connsiteY0" fmla="*/ 4857 h 41981"/>
                  <a:gd name="connsiteX1" fmla="*/ 37436 w 41981"/>
                  <a:gd name="connsiteY1" fmla="*/ 21047 h 41981"/>
                  <a:gd name="connsiteX2" fmla="*/ 37436 w 41981"/>
                  <a:gd name="connsiteY2" fmla="*/ 21047 h 41981"/>
                  <a:gd name="connsiteX3" fmla="*/ 21246 w 41981"/>
                  <a:gd name="connsiteY3" fmla="*/ 37237 h 41981"/>
                  <a:gd name="connsiteX4" fmla="*/ 5056 w 41981"/>
                  <a:gd name="connsiteY4" fmla="*/ 21047 h 41981"/>
                  <a:gd name="connsiteX5" fmla="*/ 21246 w 41981"/>
                  <a:gd name="connsiteY5" fmla="*/ 4857 h 41981"/>
                  <a:gd name="connsiteX6" fmla="*/ 21246 w 41981"/>
                  <a:gd name="connsiteY6" fmla="*/ 56 h 41981"/>
                  <a:gd name="connsiteX7" fmla="*/ 255 w 41981"/>
                  <a:gd name="connsiteY7" fmla="*/ 21047 h 41981"/>
                  <a:gd name="connsiteX8" fmla="*/ 21246 w 41981"/>
                  <a:gd name="connsiteY8" fmla="*/ 42038 h 41981"/>
                  <a:gd name="connsiteX9" fmla="*/ 42236 w 41981"/>
                  <a:gd name="connsiteY9" fmla="*/ 21047 h 41981"/>
                  <a:gd name="connsiteX10" fmla="*/ 42236 w 41981"/>
                  <a:gd name="connsiteY10" fmla="*/ 21047 h 41981"/>
                  <a:gd name="connsiteX11" fmla="*/ 21246 w 41981"/>
                  <a:gd name="connsiteY11" fmla="*/ 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857"/>
                    </a:moveTo>
                    <a:cubicBezTo>
                      <a:pt x="30188" y="4857"/>
                      <a:pt x="37436" y="12105"/>
                      <a:pt x="37436" y="21047"/>
                    </a:cubicBezTo>
                    <a:lnTo>
                      <a:pt x="37436" y="21047"/>
                    </a:lnTo>
                    <a:cubicBezTo>
                      <a:pt x="37436" y="29989"/>
                      <a:pt x="30188" y="37237"/>
                      <a:pt x="21246" y="37237"/>
                    </a:cubicBezTo>
                    <a:cubicBezTo>
                      <a:pt x="12304" y="37237"/>
                      <a:pt x="5056" y="29989"/>
                      <a:pt x="5056" y="21047"/>
                    </a:cubicBezTo>
                    <a:cubicBezTo>
                      <a:pt x="5056" y="12105"/>
                      <a:pt x="12304" y="4857"/>
                      <a:pt x="21246" y="4857"/>
                    </a:cubicBezTo>
                    <a:close/>
                    <a:moveTo>
                      <a:pt x="21246" y="56"/>
                    </a:moveTo>
                    <a:cubicBezTo>
                      <a:pt x="9653" y="56"/>
                      <a:pt x="255" y="9454"/>
                      <a:pt x="255" y="21047"/>
                    </a:cubicBezTo>
                    <a:cubicBezTo>
                      <a:pt x="255" y="32640"/>
                      <a:pt x="9653" y="42038"/>
                      <a:pt x="21246" y="42038"/>
                    </a:cubicBezTo>
                    <a:cubicBezTo>
                      <a:pt x="32838" y="42038"/>
                      <a:pt x="42236" y="32640"/>
                      <a:pt x="42236" y="21047"/>
                    </a:cubicBezTo>
                    <a:lnTo>
                      <a:pt x="42236" y="21047"/>
                    </a:lnTo>
                    <a:cubicBezTo>
                      <a:pt x="42236" y="9454"/>
                      <a:pt x="32838" y="56"/>
                      <a:pt x="21246" y="56"/>
                    </a:cubicBezTo>
                    <a:close/>
                  </a:path>
                </a:pathLst>
              </a:custGeom>
              <a:solidFill>
                <a:srgbClr val="000000"/>
              </a:solidFill>
              <a:ln w="4794" cap="sq">
                <a:noFill/>
                <a:prstDash val="solid"/>
                <a:round/>
              </a:ln>
            </p:spPr>
            <p:txBody>
              <a:bodyPr rtlCol="0" anchor="ctr"/>
              <a:lstStyle/>
              <a:p>
                <a:endParaRPr lang="en-US"/>
              </a:p>
            </p:txBody>
          </p:sp>
          <p:sp>
            <p:nvSpPr>
              <p:cNvPr id="1492" name="Freeform: Shape 1491">
                <a:extLst>
                  <a:ext uri="{FF2B5EF4-FFF2-40B4-BE49-F238E27FC236}">
                    <a16:creationId xmlns:a16="http://schemas.microsoft.com/office/drawing/2014/main" id="{06214E54-CE01-0ED1-34A8-13C83F47EB2E}"/>
                  </a:ext>
                </a:extLst>
              </p:cNvPr>
              <p:cNvSpPr/>
              <p:nvPr/>
            </p:nvSpPr>
            <p:spPr>
              <a:xfrm>
                <a:off x="7897803" y="8039883"/>
                <a:ext cx="37180" cy="37180"/>
              </a:xfrm>
              <a:custGeom>
                <a:avLst/>
                <a:gdLst>
                  <a:gd name="connsiteX0" fmla="*/ 37476 w 37180"/>
                  <a:gd name="connsiteY0" fmla="*/ 18770 h 37180"/>
                  <a:gd name="connsiteX1" fmla="*/ 18886 w 37180"/>
                  <a:gd name="connsiteY1" fmla="*/ 37361 h 37180"/>
                  <a:gd name="connsiteX2" fmla="*/ 295 w 37180"/>
                  <a:gd name="connsiteY2" fmla="*/ 18770 h 37180"/>
                  <a:gd name="connsiteX3" fmla="*/ 18886 w 37180"/>
                  <a:gd name="connsiteY3" fmla="*/ 180 h 37180"/>
                  <a:gd name="connsiteX4" fmla="*/ 3747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70"/>
                    </a:moveTo>
                    <a:cubicBezTo>
                      <a:pt x="37476" y="29038"/>
                      <a:pt x="29153" y="37361"/>
                      <a:pt x="18886" y="37361"/>
                    </a:cubicBezTo>
                    <a:cubicBezTo>
                      <a:pt x="8619" y="37361"/>
                      <a:pt x="295" y="29038"/>
                      <a:pt x="295" y="18770"/>
                    </a:cubicBezTo>
                    <a:cubicBezTo>
                      <a:pt x="295" y="8503"/>
                      <a:pt x="8619" y="180"/>
                      <a:pt x="18886" y="180"/>
                    </a:cubicBezTo>
                    <a:cubicBezTo>
                      <a:pt x="29153" y="180"/>
                      <a:pt x="37476" y="8503"/>
                      <a:pt x="37476" y="18770"/>
                    </a:cubicBezTo>
                    <a:close/>
                  </a:path>
                </a:pathLst>
              </a:custGeom>
              <a:solidFill>
                <a:srgbClr val="F7ECEC"/>
              </a:solidFill>
              <a:ln w="5753" cap="sq">
                <a:noFill/>
                <a:prstDash val="solid"/>
                <a:miter/>
              </a:ln>
            </p:spPr>
            <p:txBody>
              <a:bodyPr rtlCol="0" anchor="ctr"/>
              <a:lstStyle/>
              <a:p>
                <a:endParaRPr lang="en-US"/>
              </a:p>
            </p:txBody>
          </p:sp>
          <p:sp>
            <p:nvSpPr>
              <p:cNvPr id="1493" name="Freeform: Shape 1492">
                <a:extLst>
                  <a:ext uri="{FF2B5EF4-FFF2-40B4-BE49-F238E27FC236}">
                    <a16:creationId xmlns:a16="http://schemas.microsoft.com/office/drawing/2014/main" id="{24468347-5F4F-70CF-9296-92B3CE8E42CF}"/>
                  </a:ext>
                </a:extLst>
              </p:cNvPr>
              <p:cNvSpPr/>
              <p:nvPr/>
            </p:nvSpPr>
            <p:spPr>
              <a:xfrm>
                <a:off x="7895403" y="8037483"/>
                <a:ext cx="41981" cy="41981"/>
              </a:xfrm>
              <a:custGeom>
                <a:avLst/>
                <a:gdLst>
                  <a:gd name="connsiteX0" fmla="*/ 21286 w 41981"/>
                  <a:gd name="connsiteY0" fmla="*/ 4980 h 41981"/>
                  <a:gd name="connsiteX1" fmla="*/ 37476 w 41981"/>
                  <a:gd name="connsiteY1" fmla="*/ 21171 h 41981"/>
                  <a:gd name="connsiteX2" fmla="*/ 37476 w 41981"/>
                  <a:gd name="connsiteY2" fmla="*/ 21171 h 41981"/>
                  <a:gd name="connsiteX3" fmla="*/ 21286 w 41981"/>
                  <a:gd name="connsiteY3" fmla="*/ 37361 h 41981"/>
                  <a:gd name="connsiteX4" fmla="*/ 5096 w 41981"/>
                  <a:gd name="connsiteY4" fmla="*/ 21171 h 41981"/>
                  <a:gd name="connsiteX5" fmla="*/ 21286 w 41981"/>
                  <a:gd name="connsiteY5" fmla="*/ 4980 h 41981"/>
                  <a:gd name="connsiteX6" fmla="*/ 21286 w 41981"/>
                  <a:gd name="connsiteY6" fmla="*/ 180 h 41981"/>
                  <a:gd name="connsiteX7" fmla="*/ 295 w 41981"/>
                  <a:gd name="connsiteY7" fmla="*/ 21171 h 41981"/>
                  <a:gd name="connsiteX8" fmla="*/ 21286 w 41981"/>
                  <a:gd name="connsiteY8" fmla="*/ 42161 h 41981"/>
                  <a:gd name="connsiteX9" fmla="*/ 42277 w 41981"/>
                  <a:gd name="connsiteY9" fmla="*/ 21171 h 41981"/>
                  <a:gd name="connsiteX10" fmla="*/ 42277 w 41981"/>
                  <a:gd name="connsiteY10" fmla="*/ 21171 h 41981"/>
                  <a:gd name="connsiteX11" fmla="*/ 21286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80"/>
                    </a:moveTo>
                    <a:cubicBezTo>
                      <a:pt x="30228" y="4980"/>
                      <a:pt x="37476" y="12229"/>
                      <a:pt x="37476" y="21171"/>
                    </a:cubicBezTo>
                    <a:lnTo>
                      <a:pt x="37476" y="21171"/>
                    </a:lnTo>
                    <a:cubicBezTo>
                      <a:pt x="37476" y="30112"/>
                      <a:pt x="30228" y="37361"/>
                      <a:pt x="21286" y="37361"/>
                    </a:cubicBezTo>
                    <a:cubicBezTo>
                      <a:pt x="12344" y="37361"/>
                      <a:pt x="5096" y="30112"/>
                      <a:pt x="5096" y="21171"/>
                    </a:cubicBezTo>
                    <a:cubicBezTo>
                      <a:pt x="5096" y="12229"/>
                      <a:pt x="12344" y="4980"/>
                      <a:pt x="21286" y="4980"/>
                    </a:cubicBezTo>
                    <a:close/>
                    <a:moveTo>
                      <a:pt x="21286" y="180"/>
                    </a:moveTo>
                    <a:cubicBezTo>
                      <a:pt x="9693" y="180"/>
                      <a:pt x="295" y="9578"/>
                      <a:pt x="295" y="21171"/>
                    </a:cubicBezTo>
                    <a:cubicBezTo>
                      <a:pt x="295" y="32763"/>
                      <a:pt x="9693" y="42161"/>
                      <a:pt x="21286" y="42161"/>
                    </a:cubicBezTo>
                    <a:cubicBezTo>
                      <a:pt x="32879" y="42161"/>
                      <a:pt x="42277" y="32763"/>
                      <a:pt x="42277" y="21171"/>
                    </a:cubicBezTo>
                    <a:lnTo>
                      <a:pt x="42277" y="21171"/>
                    </a:lnTo>
                    <a:cubicBezTo>
                      <a:pt x="42277" y="9578"/>
                      <a:pt x="32879" y="180"/>
                      <a:pt x="21286" y="180"/>
                    </a:cubicBezTo>
                    <a:close/>
                  </a:path>
                </a:pathLst>
              </a:custGeom>
              <a:solidFill>
                <a:srgbClr val="000000"/>
              </a:solidFill>
              <a:ln w="4794" cap="sq">
                <a:noFill/>
                <a:prstDash val="solid"/>
                <a:round/>
              </a:ln>
            </p:spPr>
            <p:txBody>
              <a:bodyPr rtlCol="0" anchor="ctr"/>
              <a:lstStyle/>
              <a:p>
                <a:endParaRPr lang="en-US"/>
              </a:p>
            </p:txBody>
          </p:sp>
          <p:sp>
            <p:nvSpPr>
              <p:cNvPr id="1494" name="Freeform: Shape 1493">
                <a:extLst>
                  <a:ext uri="{FF2B5EF4-FFF2-40B4-BE49-F238E27FC236}">
                    <a16:creationId xmlns:a16="http://schemas.microsoft.com/office/drawing/2014/main" id="{E72FA421-B866-08B7-A7DE-E5CB7A524E3E}"/>
                  </a:ext>
                </a:extLst>
              </p:cNvPr>
              <p:cNvSpPr/>
              <p:nvPr/>
            </p:nvSpPr>
            <p:spPr>
              <a:xfrm>
                <a:off x="7689038" y="7692670"/>
                <a:ext cx="37180" cy="37180"/>
              </a:xfrm>
              <a:custGeom>
                <a:avLst/>
                <a:gdLst>
                  <a:gd name="connsiteX0" fmla="*/ 37440 w 37180"/>
                  <a:gd name="connsiteY0" fmla="*/ 18710 h 37180"/>
                  <a:gd name="connsiteX1" fmla="*/ 18850 w 37180"/>
                  <a:gd name="connsiteY1" fmla="*/ 37301 h 37180"/>
                  <a:gd name="connsiteX2" fmla="*/ 259 w 37180"/>
                  <a:gd name="connsiteY2" fmla="*/ 18710 h 37180"/>
                  <a:gd name="connsiteX3" fmla="*/ 18850 w 37180"/>
                  <a:gd name="connsiteY3" fmla="*/ 120 h 37180"/>
                  <a:gd name="connsiteX4" fmla="*/ 37440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10"/>
                    </a:moveTo>
                    <a:cubicBezTo>
                      <a:pt x="37440" y="28977"/>
                      <a:pt x="29117" y="37301"/>
                      <a:pt x="18850" y="37301"/>
                    </a:cubicBezTo>
                    <a:cubicBezTo>
                      <a:pt x="8582" y="37301"/>
                      <a:pt x="259" y="28977"/>
                      <a:pt x="259" y="18710"/>
                    </a:cubicBezTo>
                    <a:cubicBezTo>
                      <a:pt x="259" y="8443"/>
                      <a:pt x="8582" y="120"/>
                      <a:pt x="18850" y="120"/>
                    </a:cubicBezTo>
                    <a:cubicBezTo>
                      <a:pt x="29117" y="120"/>
                      <a:pt x="37440" y="8443"/>
                      <a:pt x="37440" y="18710"/>
                    </a:cubicBezTo>
                    <a:close/>
                  </a:path>
                </a:pathLst>
              </a:custGeom>
              <a:solidFill>
                <a:srgbClr val="E7F7E7"/>
              </a:solidFill>
              <a:ln w="5753" cap="sq">
                <a:noFill/>
                <a:prstDash val="solid"/>
                <a:miter/>
              </a:ln>
            </p:spPr>
            <p:txBody>
              <a:bodyPr rtlCol="0" anchor="ctr"/>
              <a:lstStyle/>
              <a:p>
                <a:endParaRPr lang="en-US"/>
              </a:p>
            </p:txBody>
          </p:sp>
          <p:sp>
            <p:nvSpPr>
              <p:cNvPr id="1495" name="Freeform: Shape 1494">
                <a:extLst>
                  <a:ext uri="{FF2B5EF4-FFF2-40B4-BE49-F238E27FC236}">
                    <a16:creationId xmlns:a16="http://schemas.microsoft.com/office/drawing/2014/main" id="{B5FFBEBD-B925-A84D-B97F-CCF61C4D7E09}"/>
                  </a:ext>
                </a:extLst>
              </p:cNvPr>
              <p:cNvSpPr/>
              <p:nvPr/>
            </p:nvSpPr>
            <p:spPr>
              <a:xfrm>
                <a:off x="7686637" y="7690270"/>
                <a:ext cx="41981" cy="41981"/>
              </a:xfrm>
              <a:custGeom>
                <a:avLst/>
                <a:gdLst>
                  <a:gd name="connsiteX0" fmla="*/ 21250 w 41981"/>
                  <a:gd name="connsiteY0" fmla="*/ 4920 h 41981"/>
                  <a:gd name="connsiteX1" fmla="*/ 37440 w 41981"/>
                  <a:gd name="connsiteY1" fmla="*/ 21110 h 41981"/>
                  <a:gd name="connsiteX2" fmla="*/ 37440 w 41981"/>
                  <a:gd name="connsiteY2" fmla="*/ 21110 h 41981"/>
                  <a:gd name="connsiteX3" fmla="*/ 21250 w 41981"/>
                  <a:gd name="connsiteY3" fmla="*/ 37301 h 41981"/>
                  <a:gd name="connsiteX4" fmla="*/ 5060 w 41981"/>
                  <a:gd name="connsiteY4" fmla="*/ 21110 h 41981"/>
                  <a:gd name="connsiteX5" fmla="*/ 21250 w 41981"/>
                  <a:gd name="connsiteY5" fmla="*/ 4920 h 41981"/>
                  <a:gd name="connsiteX6" fmla="*/ 21250 w 41981"/>
                  <a:gd name="connsiteY6" fmla="*/ 120 h 41981"/>
                  <a:gd name="connsiteX7" fmla="*/ 259 w 41981"/>
                  <a:gd name="connsiteY7" fmla="*/ 21110 h 41981"/>
                  <a:gd name="connsiteX8" fmla="*/ 21250 w 41981"/>
                  <a:gd name="connsiteY8" fmla="*/ 42101 h 41981"/>
                  <a:gd name="connsiteX9" fmla="*/ 42240 w 41981"/>
                  <a:gd name="connsiteY9" fmla="*/ 21110 h 41981"/>
                  <a:gd name="connsiteX10" fmla="*/ 42240 w 41981"/>
                  <a:gd name="connsiteY10" fmla="*/ 21110 h 41981"/>
                  <a:gd name="connsiteX11" fmla="*/ 21250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20"/>
                    </a:moveTo>
                    <a:cubicBezTo>
                      <a:pt x="30192" y="4920"/>
                      <a:pt x="37440" y="12169"/>
                      <a:pt x="37440" y="21110"/>
                    </a:cubicBezTo>
                    <a:lnTo>
                      <a:pt x="37440" y="21110"/>
                    </a:lnTo>
                    <a:cubicBezTo>
                      <a:pt x="37440" y="30052"/>
                      <a:pt x="30192" y="37301"/>
                      <a:pt x="21250" y="37301"/>
                    </a:cubicBezTo>
                    <a:cubicBezTo>
                      <a:pt x="12308" y="37301"/>
                      <a:pt x="5060" y="30052"/>
                      <a:pt x="5060" y="21110"/>
                    </a:cubicBezTo>
                    <a:cubicBezTo>
                      <a:pt x="5060" y="12169"/>
                      <a:pt x="12308" y="4920"/>
                      <a:pt x="21250" y="4920"/>
                    </a:cubicBezTo>
                    <a:close/>
                    <a:moveTo>
                      <a:pt x="21250" y="120"/>
                    </a:moveTo>
                    <a:cubicBezTo>
                      <a:pt x="9657" y="120"/>
                      <a:pt x="259" y="9518"/>
                      <a:pt x="259" y="21110"/>
                    </a:cubicBezTo>
                    <a:cubicBezTo>
                      <a:pt x="259" y="32703"/>
                      <a:pt x="9657" y="42101"/>
                      <a:pt x="21250" y="42101"/>
                    </a:cubicBezTo>
                    <a:cubicBezTo>
                      <a:pt x="32842" y="42101"/>
                      <a:pt x="42240" y="32703"/>
                      <a:pt x="42240" y="21110"/>
                    </a:cubicBezTo>
                    <a:lnTo>
                      <a:pt x="42240" y="21110"/>
                    </a:lnTo>
                    <a:cubicBezTo>
                      <a:pt x="42240" y="9518"/>
                      <a:pt x="32842" y="120"/>
                      <a:pt x="21250" y="120"/>
                    </a:cubicBezTo>
                    <a:close/>
                  </a:path>
                </a:pathLst>
              </a:custGeom>
              <a:solidFill>
                <a:srgbClr val="000000"/>
              </a:solidFill>
              <a:ln w="4794" cap="sq">
                <a:noFill/>
                <a:prstDash val="solid"/>
                <a:round/>
              </a:ln>
            </p:spPr>
            <p:txBody>
              <a:bodyPr rtlCol="0" anchor="ctr"/>
              <a:lstStyle/>
              <a:p>
                <a:endParaRPr lang="en-US"/>
              </a:p>
            </p:txBody>
          </p:sp>
          <p:sp>
            <p:nvSpPr>
              <p:cNvPr id="1496" name="Freeform: Shape 1495">
                <a:extLst>
                  <a:ext uri="{FF2B5EF4-FFF2-40B4-BE49-F238E27FC236}">
                    <a16:creationId xmlns:a16="http://schemas.microsoft.com/office/drawing/2014/main" id="{FD3C4583-EE5C-DAC1-01D0-06BF6BFE25D0}"/>
                  </a:ext>
                </a:extLst>
              </p:cNvPr>
              <p:cNvSpPr/>
              <p:nvPr/>
            </p:nvSpPr>
            <p:spPr>
              <a:xfrm>
                <a:off x="7728770" y="8008203"/>
                <a:ext cx="37180" cy="37180"/>
              </a:xfrm>
              <a:custGeom>
                <a:avLst/>
                <a:gdLst>
                  <a:gd name="connsiteX0" fmla="*/ 37447 w 37180"/>
                  <a:gd name="connsiteY0" fmla="*/ 18765 h 37180"/>
                  <a:gd name="connsiteX1" fmla="*/ 18857 w 37180"/>
                  <a:gd name="connsiteY1" fmla="*/ 37355 h 37180"/>
                  <a:gd name="connsiteX2" fmla="*/ 266 w 37180"/>
                  <a:gd name="connsiteY2" fmla="*/ 18765 h 37180"/>
                  <a:gd name="connsiteX3" fmla="*/ 18857 w 37180"/>
                  <a:gd name="connsiteY3" fmla="*/ 175 h 37180"/>
                  <a:gd name="connsiteX4" fmla="*/ 37447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5"/>
                    </a:moveTo>
                    <a:cubicBezTo>
                      <a:pt x="37447" y="29032"/>
                      <a:pt x="29124" y="37355"/>
                      <a:pt x="18857" y="37355"/>
                    </a:cubicBezTo>
                    <a:cubicBezTo>
                      <a:pt x="8589" y="37355"/>
                      <a:pt x="266" y="29032"/>
                      <a:pt x="266" y="18765"/>
                    </a:cubicBezTo>
                    <a:cubicBezTo>
                      <a:pt x="266" y="8498"/>
                      <a:pt x="8589" y="175"/>
                      <a:pt x="18857" y="175"/>
                    </a:cubicBezTo>
                    <a:cubicBezTo>
                      <a:pt x="29124" y="175"/>
                      <a:pt x="37447" y="8498"/>
                      <a:pt x="37447" y="18765"/>
                    </a:cubicBezTo>
                    <a:close/>
                  </a:path>
                </a:pathLst>
              </a:custGeom>
              <a:solidFill>
                <a:srgbClr val="EEF7EE"/>
              </a:solidFill>
              <a:ln w="5753" cap="sq">
                <a:noFill/>
                <a:prstDash val="solid"/>
                <a:miter/>
              </a:ln>
            </p:spPr>
            <p:txBody>
              <a:bodyPr rtlCol="0" anchor="ctr"/>
              <a:lstStyle/>
              <a:p>
                <a:endParaRPr lang="en-US"/>
              </a:p>
            </p:txBody>
          </p:sp>
          <p:sp>
            <p:nvSpPr>
              <p:cNvPr id="1497" name="Freeform: Shape 1496">
                <a:extLst>
                  <a:ext uri="{FF2B5EF4-FFF2-40B4-BE49-F238E27FC236}">
                    <a16:creationId xmlns:a16="http://schemas.microsoft.com/office/drawing/2014/main" id="{6AC2F134-4FDE-BA99-F351-67E7D34E1CE3}"/>
                  </a:ext>
                </a:extLst>
              </p:cNvPr>
              <p:cNvSpPr/>
              <p:nvPr/>
            </p:nvSpPr>
            <p:spPr>
              <a:xfrm>
                <a:off x="7726370" y="8005803"/>
                <a:ext cx="41981" cy="41981"/>
              </a:xfrm>
              <a:custGeom>
                <a:avLst/>
                <a:gdLst>
                  <a:gd name="connsiteX0" fmla="*/ 21257 w 41981"/>
                  <a:gd name="connsiteY0" fmla="*/ 4975 h 41981"/>
                  <a:gd name="connsiteX1" fmla="*/ 37447 w 41981"/>
                  <a:gd name="connsiteY1" fmla="*/ 21165 h 41981"/>
                  <a:gd name="connsiteX2" fmla="*/ 37447 w 41981"/>
                  <a:gd name="connsiteY2" fmla="*/ 21165 h 41981"/>
                  <a:gd name="connsiteX3" fmla="*/ 21257 w 41981"/>
                  <a:gd name="connsiteY3" fmla="*/ 37355 h 41981"/>
                  <a:gd name="connsiteX4" fmla="*/ 5067 w 41981"/>
                  <a:gd name="connsiteY4" fmla="*/ 21165 h 41981"/>
                  <a:gd name="connsiteX5" fmla="*/ 21257 w 41981"/>
                  <a:gd name="connsiteY5" fmla="*/ 4975 h 41981"/>
                  <a:gd name="connsiteX6" fmla="*/ 21257 w 41981"/>
                  <a:gd name="connsiteY6" fmla="*/ 175 h 41981"/>
                  <a:gd name="connsiteX7" fmla="*/ 266 w 41981"/>
                  <a:gd name="connsiteY7" fmla="*/ 21165 h 41981"/>
                  <a:gd name="connsiteX8" fmla="*/ 21257 w 41981"/>
                  <a:gd name="connsiteY8" fmla="*/ 42156 h 41981"/>
                  <a:gd name="connsiteX9" fmla="*/ 42247 w 41981"/>
                  <a:gd name="connsiteY9" fmla="*/ 21165 h 41981"/>
                  <a:gd name="connsiteX10" fmla="*/ 42247 w 41981"/>
                  <a:gd name="connsiteY10" fmla="*/ 21165 h 41981"/>
                  <a:gd name="connsiteX11" fmla="*/ 21257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75"/>
                    </a:moveTo>
                    <a:cubicBezTo>
                      <a:pt x="30199" y="4975"/>
                      <a:pt x="37447" y="12223"/>
                      <a:pt x="37447" y="21165"/>
                    </a:cubicBezTo>
                    <a:lnTo>
                      <a:pt x="37447" y="21165"/>
                    </a:lnTo>
                    <a:cubicBezTo>
                      <a:pt x="37447" y="30107"/>
                      <a:pt x="30199" y="37355"/>
                      <a:pt x="21257" y="37355"/>
                    </a:cubicBezTo>
                    <a:cubicBezTo>
                      <a:pt x="12315" y="37355"/>
                      <a:pt x="5067" y="30107"/>
                      <a:pt x="5067" y="21165"/>
                    </a:cubicBezTo>
                    <a:cubicBezTo>
                      <a:pt x="5067" y="12223"/>
                      <a:pt x="12315" y="4975"/>
                      <a:pt x="21257" y="4975"/>
                    </a:cubicBezTo>
                    <a:close/>
                    <a:moveTo>
                      <a:pt x="21257" y="175"/>
                    </a:moveTo>
                    <a:cubicBezTo>
                      <a:pt x="9664" y="175"/>
                      <a:pt x="266" y="9573"/>
                      <a:pt x="266" y="21165"/>
                    </a:cubicBezTo>
                    <a:cubicBezTo>
                      <a:pt x="266" y="32758"/>
                      <a:pt x="9664" y="42156"/>
                      <a:pt x="21257" y="42156"/>
                    </a:cubicBezTo>
                    <a:cubicBezTo>
                      <a:pt x="32849" y="42156"/>
                      <a:pt x="42247" y="32758"/>
                      <a:pt x="42247" y="21165"/>
                    </a:cubicBezTo>
                    <a:lnTo>
                      <a:pt x="42247" y="21165"/>
                    </a:lnTo>
                    <a:cubicBezTo>
                      <a:pt x="42247" y="9573"/>
                      <a:pt x="32849" y="175"/>
                      <a:pt x="21257" y="175"/>
                    </a:cubicBezTo>
                    <a:close/>
                  </a:path>
                </a:pathLst>
              </a:custGeom>
              <a:solidFill>
                <a:srgbClr val="000000"/>
              </a:solidFill>
              <a:ln w="4794" cap="sq">
                <a:noFill/>
                <a:prstDash val="solid"/>
                <a:round/>
              </a:ln>
            </p:spPr>
            <p:txBody>
              <a:bodyPr rtlCol="0" anchor="ctr"/>
              <a:lstStyle/>
              <a:p>
                <a:endParaRPr lang="en-US"/>
              </a:p>
            </p:txBody>
          </p:sp>
          <p:sp>
            <p:nvSpPr>
              <p:cNvPr id="1498" name="Freeform: Shape 1497">
                <a:extLst>
                  <a:ext uri="{FF2B5EF4-FFF2-40B4-BE49-F238E27FC236}">
                    <a16:creationId xmlns:a16="http://schemas.microsoft.com/office/drawing/2014/main" id="{B6266B01-246A-5327-579E-36A484B04FC6}"/>
                  </a:ext>
                </a:extLst>
              </p:cNvPr>
              <p:cNvSpPr/>
              <p:nvPr/>
            </p:nvSpPr>
            <p:spPr>
              <a:xfrm>
                <a:off x="7767679" y="7738756"/>
                <a:ext cx="37180" cy="37180"/>
              </a:xfrm>
              <a:custGeom>
                <a:avLst/>
                <a:gdLst>
                  <a:gd name="connsiteX0" fmla="*/ 37454 w 37180"/>
                  <a:gd name="connsiteY0" fmla="*/ 18718 h 37180"/>
                  <a:gd name="connsiteX1" fmla="*/ 18863 w 37180"/>
                  <a:gd name="connsiteY1" fmla="*/ 37309 h 37180"/>
                  <a:gd name="connsiteX2" fmla="*/ 273 w 37180"/>
                  <a:gd name="connsiteY2" fmla="*/ 18718 h 37180"/>
                  <a:gd name="connsiteX3" fmla="*/ 18863 w 37180"/>
                  <a:gd name="connsiteY3" fmla="*/ 128 h 37180"/>
                  <a:gd name="connsiteX4" fmla="*/ 37454 w 37180"/>
                  <a:gd name="connsiteY4" fmla="*/ 1871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18"/>
                    </a:moveTo>
                    <a:cubicBezTo>
                      <a:pt x="37454" y="28985"/>
                      <a:pt x="29130" y="37309"/>
                      <a:pt x="18863" y="37309"/>
                    </a:cubicBezTo>
                    <a:cubicBezTo>
                      <a:pt x="8596" y="37309"/>
                      <a:pt x="273" y="28985"/>
                      <a:pt x="273" y="18718"/>
                    </a:cubicBezTo>
                    <a:cubicBezTo>
                      <a:pt x="273" y="8451"/>
                      <a:pt x="8596" y="128"/>
                      <a:pt x="18863" y="128"/>
                    </a:cubicBezTo>
                    <a:cubicBezTo>
                      <a:pt x="29130" y="128"/>
                      <a:pt x="37454" y="8451"/>
                      <a:pt x="37454" y="18718"/>
                    </a:cubicBezTo>
                    <a:close/>
                  </a:path>
                </a:pathLst>
              </a:custGeom>
              <a:solidFill>
                <a:srgbClr val="F7CFCF"/>
              </a:solidFill>
              <a:ln w="5753" cap="sq">
                <a:noFill/>
                <a:prstDash val="solid"/>
                <a:miter/>
              </a:ln>
            </p:spPr>
            <p:txBody>
              <a:bodyPr rtlCol="0" anchor="ctr"/>
              <a:lstStyle/>
              <a:p>
                <a:endParaRPr lang="en-US"/>
              </a:p>
            </p:txBody>
          </p:sp>
          <p:sp>
            <p:nvSpPr>
              <p:cNvPr id="1499" name="Freeform: Shape 1498">
                <a:extLst>
                  <a:ext uri="{FF2B5EF4-FFF2-40B4-BE49-F238E27FC236}">
                    <a16:creationId xmlns:a16="http://schemas.microsoft.com/office/drawing/2014/main" id="{D42A4321-96E8-EDC8-FFD1-D950A927A5FF}"/>
                  </a:ext>
                </a:extLst>
              </p:cNvPr>
              <p:cNvSpPr/>
              <p:nvPr/>
            </p:nvSpPr>
            <p:spPr>
              <a:xfrm>
                <a:off x="7765279" y="7736355"/>
                <a:ext cx="41981" cy="41981"/>
              </a:xfrm>
              <a:custGeom>
                <a:avLst/>
                <a:gdLst>
                  <a:gd name="connsiteX0" fmla="*/ 21263 w 41981"/>
                  <a:gd name="connsiteY0" fmla="*/ 4928 h 41981"/>
                  <a:gd name="connsiteX1" fmla="*/ 37454 w 41981"/>
                  <a:gd name="connsiteY1" fmla="*/ 21118 h 41981"/>
                  <a:gd name="connsiteX2" fmla="*/ 37454 w 41981"/>
                  <a:gd name="connsiteY2" fmla="*/ 21118 h 41981"/>
                  <a:gd name="connsiteX3" fmla="*/ 21263 w 41981"/>
                  <a:gd name="connsiteY3" fmla="*/ 37309 h 41981"/>
                  <a:gd name="connsiteX4" fmla="*/ 5073 w 41981"/>
                  <a:gd name="connsiteY4" fmla="*/ 21118 h 41981"/>
                  <a:gd name="connsiteX5" fmla="*/ 21263 w 41981"/>
                  <a:gd name="connsiteY5" fmla="*/ 4928 h 41981"/>
                  <a:gd name="connsiteX6" fmla="*/ 21263 w 41981"/>
                  <a:gd name="connsiteY6" fmla="*/ 128 h 41981"/>
                  <a:gd name="connsiteX7" fmla="*/ 273 w 41981"/>
                  <a:gd name="connsiteY7" fmla="*/ 21118 h 41981"/>
                  <a:gd name="connsiteX8" fmla="*/ 21263 w 41981"/>
                  <a:gd name="connsiteY8" fmla="*/ 42109 h 41981"/>
                  <a:gd name="connsiteX9" fmla="*/ 42254 w 41981"/>
                  <a:gd name="connsiteY9" fmla="*/ 21118 h 41981"/>
                  <a:gd name="connsiteX10" fmla="*/ 42254 w 41981"/>
                  <a:gd name="connsiteY10" fmla="*/ 21118 h 41981"/>
                  <a:gd name="connsiteX11" fmla="*/ 21263 w 41981"/>
                  <a:gd name="connsiteY11" fmla="*/ 12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28"/>
                    </a:moveTo>
                    <a:cubicBezTo>
                      <a:pt x="30205" y="4928"/>
                      <a:pt x="37454" y="12177"/>
                      <a:pt x="37454" y="21118"/>
                    </a:cubicBezTo>
                    <a:lnTo>
                      <a:pt x="37454" y="21118"/>
                    </a:lnTo>
                    <a:cubicBezTo>
                      <a:pt x="37454" y="30060"/>
                      <a:pt x="30205" y="37309"/>
                      <a:pt x="21263" y="37309"/>
                    </a:cubicBezTo>
                    <a:cubicBezTo>
                      <a:pt x="12322" y="37309"/>
                      <a:pt x="5073" y="30060"/>
                      <a:pt x="5073" y="21118"/>
                    </a:cubicBezTo>
                    <a:cubicBezTo>
                      <a:pt x="5073" y="12177"/>
                      <a:pt x="12322" y="4928"/>
                      <a:pt x="21263" y="4928"/>
                    </a:cubicBezTo>
                    <a:close/>
                    <a:moveTo>
                      <a:pt x="21263" y="128"/>
                    </a:moveTo>
                    <a:cubicBezTo>
                      <a:pt x="9671" y="128"/>
                      <a:pt x="273" y="9526"/>
                      <a:pt x="273" y="21118"/>
                    </a:cubicBezTo>
                    <a:cubicBezTo>
                      <a:pt x="273" y="32711"/>
                      <a:pt x="9671" y="42109"/>
                      <a:pt x="21263" y="42109"/>
                    </a:cubicBezTo>
                    <a:cubicBezTo>
                      <a:pt x="32856" y="42109"/>
                      <a:pt x="42254" y="32711"/>
                      <a:pt x="42254" y="21118"/>
                    </a:cubicBezTo>
                    <a:lnTo>
                      <a:pt x="42254" y="21118"/>
                    </a:lnTo>
                    <a:cubicBezTo>
                      <a:pt x="42254" y="9526"/>
                      <a:pt x="32856" y="128"/>
                      <a:pt x="21263" y="128"/>
                    </a:cubicBezTo>
                    <a:close/>
                  </a:path>
                </a:pathLst>
              </a:custGeom>
              <a:solidFill>
                <a:srgbClr val="000000"/>
              </a:solidFill>
              <a:ln w="4794" cap="sq">
                <a:noFill/>
                <a:prstDash val="solid"/>
                <a:round/>
              </a:ln>
            </p:spPr>
            <p:txBody>
              <a:bodyPr rtlCol="0" anchor="ctr"/>
              <a:lstStyle/>
              <a:p>
                <a:endParaRPr lang="en-US"/>
              </a:p>
            </p:txBody>
          </p:sp>
          <p:sp>
            <p:nvSpPr>
              <p:cNvPr id="1500" name="Freeform: Shape 1499">
                <a:extLst>
                  <a:ext uri="{FF2B5EF4-FFF2-40B4-BE49-F238E27FC236}">
                    <a16:creationId xmlns:a16="http://schemas.microsoft.com/office/drawing/2014/main" id="{CAA26583-2A02-10FE-4899-B3728306CC24}"/>
                  </a:ext>
                </a:extLst>
              </p:cNvPr>
              <p:cNvSpPr/>
              <p:nvPr/>
            </p:nvSpPr>
            <p:spPr>
              <a:xfrm>
                <a:off x="7678698" y="7916377"/>
                <a:ext cx="37180" cy="37180"/>
              </a:xfrm>
              <a:custGeom>
                <a:avLst/>
                <a:gdLst>
                  <a:gd name="connsiteX0" fmla="*/ 37438 w 37180"/>
                  <a:gd name="connsiteY0" fmla="*/ 18749 h 37180"/>
                  <a:gd name="connsiteX1" fmla="*/ 18848 w 37180"/>
                  <a:gd name="connsiteY1" fmla="*/ 37339 h 37180"/>
                  <a:gd name="connsiteX2" fmla="*/ 257 w 37180"/>
                  <a:gd name="connsiteY2" fmla="*/ 18749 h 37180"/>
                  <a:gd name="connsiteX3" fmla="*/ 18848 w 37180"/>
                  <a:gd name="connsiteY3" fmla="*/ 159 h 37180"/>
                  <a:gd name="connsiteX4" fmla="*/ 37438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49"/>
                    </a:moveTo>
                    <a:cubicBezTo>
                      <a:pt x="37438" y="29016"/>
                      <a:pt x="29115" y="37339"/>
                      <a:pt x="18848" y="37339"/>
                    </a:cubicBezTo>
                    <a:cubicBezTo>
                      <a:pt x="8581" y="37339"/>
                      <a:pt x="257" y="29016"/>
                      <a:pt x="257" y="18749"/>
                    </a:cubicBezTo>
                    <a:cubicBezTo>
                      <a:pt x="257" y="8482"/>
                      <a:pt x="8581" y="159"/>
                      <a:pt x="18848" y="159"/>
                    </a:cubicBezTo>
                    <a:cubicBezTo>
                      <a:pt x="29115" y="159"/>
                      <a:pt x="37438" y="8482"/>
                      <a:pt x="37438" y="18749"/>
                    </a:cubicBezTo>
                    <a:close/>
                  </a:path>
                </a:pathLst>
              </a:custGeom>
              <a:solidFill>
                <a:srgbClr val="F7F5F5"/>
              </a:solidFill>
              <a:ln w="5753" cap="sq">
                <a:noFill/>
                <a:prstDash val="solid"/>
                <a:miter/>
              </a:ln>
            </p:spPr>
            <p:txBody>
              <a:bodyPr rtlCol="0" anchor="ctr"/>
              <a:lstStyle/>
              <a:p>
                <a:endParaRPr lang="en-US"/>
              </a:p>
            </p:txBody>
          </p:sp>
          <p:sp>
            <p:nvSpPr>
              <p:cNvPr id="1501" name="Freeform: Shape 1500">
                <a:extLst>
                  <a:ext uri="{FF2B5EF4-FFF2-40B4-BE49-F238E27FC236}">
                    <a16:creationId xmlns:a16="http://schemas.microsoft.com/office/drawing/2014/main" id="{CA69829F-0FD9-9422-08A3-BC3417B41025}"/>
                  </a:ext>
                </a:extLst>
              </p:cNvPr>
              <p:cNvSpPr/>
              <p:nvPr/>
            </p:nvSpPr>
            <p:spPr>
              <a:xfrm>
                <a:off x="7676298" y="7913977"/>
                <a:ext cx="41981" cy="41981"/>
              </a:xfrm>
              <a:custGeom>
                <a:avLst/>
                <a:gdLst>
                  <a:gd name="connsiteX0" fmla="*/ 21248 w 41981"/>
                  <a:gd name="connsiteY0" fmla="*/ 4959 h 41981"/>
                  <a:gd name="connsiteX1" fmla="*/ 37438 w 41981"/>
                  <a:gd name="connsiteY1" fmla="*/ 21149 h 41981"/>
                  <a:gd name="connsiteX2" fmla="*/ 37438 w 41981"/>
                  <a:gd name="connsiteY2" fmla="*/ 21149 h 41981"/>
                  <a:gd name="connsiteX3" fmla="*/ 21248 w 41981"/>
                  <a:gd name="connsiteY3" fmla="*/ 37339 h 41981"/>
                  <a:gd name="connsiteX4" fmla="*/ 5058 w 41981"/>
                  <a:gd name="connsiteY4" fmla="*/ 21149 h 41981"/>
                  <a:gd name="connsiteX5" fmla="*/ 21248 w 41981"/>
                  <a:gd name="connsiteY5" fmla="*/ 4959 h 41981"/>
                  <a:gd name="connsiteX6" fmla="*/ 21248 w 41981"/>
                  <a:gd name="connsiteY6" fmla="*/ 159 h 41981"/>
                  <a:gd name="connsiteX7" fmla="*/ 257 w 41981"/>
                  <a:gd name="connsiteY7" fmla="*/ 21149 h 41981"/>
                  <a:gd name="connsiteX8" fmla="*/ 21248 w 41981"/>
                  <a:gd name="connsiteY8" fmla="*/ 42140 h 41981"/>
                  <a:gd name="connsiteX9" fmla="*/ 42239 w 41981"/>
                  <a:gd name="connsiteY9" fmla="*/ 21149 h 41981"/>
                  <a:gd name="connsiteX10" fmla="*/ 42239 w 41981"/>
                  <a:gd name="connsiteY10" fmla="*/ 21149 h 41981"/>
                  <a:gd name="connsiteX11" fmla="*/ 21248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59"/>
                    </a:moveTo>
                    <a:cubicBezTo>
                      <a:pt x="30190" y="4959"/>
                      <a:pt x="37438" y="12207"/>
                      <a:pt x="37438" y="21149"/>
                    </a:cubicBezTo>
                    <a:lnTo>
                      <a:pt x="37438" y="21149"/>
                    </a:lnTo>
                    <a:cubicBezTo>
                      <a:pt x="37438" y="30091"/>
                      <a:pt x="30190" y="37339"/>
                      <a:pt x="21248" y="37339"/>
                    </a:cubicBezTo>
                    <a:cubicBezTo>
                      <a:pt x="12306" y="37339"/>
                      <a:pt x="5058" y="30091"/>
                      <a:pt x="5058" y="21149"/>
                    </a:cubicBezTo>
                    <a:cubicBezTo>
                      <a:pt x="5058" y="12207"/>
                      <a:pt x="12306" y="4959"/>
                      <a:pt x="21248" y="4959"/>
                    </a:cubicBezTo>
                    <a:close/>
                    <a:moveTo>
                      <a:pt x="21248" y="159"/>
                    </a:moveTo>
                    <a:cubicBezTo>
                      <a:pt x="9655" y="159"/>
                      <a:pt x="257" y="9557"/>
                      <a:pt x="257" y="21149"/>
                    </a:cubicBezTo>
                    <a:cubicBezTo>
                      <a:pt x="257" y="32742"/>
                      <a:pt x="9655" y="42140"/>
                      <a:pt x="21248" y="42140"/>
                    </a:cubicBezTo>
                    <a:cubicBezTo>
                      <a:pt x="32841" y="42140"/>
                      <a:pt x="42239" y="32742"/>
                      <a:pt x="42239" y="21149"/>
                    </a:cubicBezTo>
                    <a:lnTo>
                      <a:pt x="42239" y="21149"/>
                    </a:lnTo>
                    <a:cubicBezTo>
                      <a:pt x="42239" y="9557"/>
                      <a:pt x="32841" y="159"/>
                      <a:pt x="21248" y="159"/>
                    </a:cubicBezTo>
                    <a:close/>
                  </a:path>
                </a:pathLst>
              </a:custGeom>
              <a:solidFill>
                <a:srgbClr val="000000"/>
              </a:solidFill>
              <a:ln w="4794" cap="sq">
                <a:noFill/>
                <a:prstDash val="solid"/>
                <a:round/>
              </a:ln>
            </p:spPr>
            <p:txBody>
              <a:bodyPr rtlCol="0" anchor="ctr"/>
              <a:lstStyle/>
              <a:p>
                <a:endParaRPr lang="en-US"/>
              </a:p>
            </p:txBody>
          </p:sp>
          <p:sp>
            <p:nvSpPr>
              <p:cNvPr id="1502" name="Freeform: Shape 1501">
                <a:extLst>
                  <a:ext uri="{FF2B5EF4-FFF2-40B4-BE49-F238E27FC236}">
                    <a16:creationId xmlns:a16="http://schemas.microsoft.com/office/drawing/2014/main" id="{23C12938-0DE6-FB90-2A83-ACB07851506C}"/>
                  </a:ext>
                </a:extLst>
              </p:cNvPr>
              <p:cNvSpPr/>
              <p:nvPr/>
            </p:nvSpPr>
            <p:spPr>
              <a:xfrm>
                <a:off x="8087837" y="7633077"/>
                <a:ext cx="37180" cy="37180"/>
              </a:xfrm>
              <a:custGeom>
                <a:avLst/>
                <a:gdLst>
                  <a:gd name="connsiteX0" fmla="*/ 37509 w 37180"/>
                  <a:gd name="connsiteY0" fmla="*/ 18700 h 37180"/>
                  <a:gd name="connsiteX1" fmla="*/ 18919 w 37180"/>
                  <a:gd name="connsiteY1" fmla="*/ 37290 h 37180"/>
                  <a:gd name="connsiteX2" fmla="*/ 328 w 37180"/>
                  <a:gd name="connsiteY2" fmla="*/ 18700 h 37180"/>
                  <a:gd name="connsiteX3" fmla="*/ 18919 w 37180"/>
                  <a:gd name="connsiteY3" fmla="*/ 109 h 37180"/>
                  <a:gd name="connsiteX4" fmla="*/ 37509 w 37180"/>
                  <a:gd name="connsiteY4" fmla="*/ 1870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9" y="18700"/>
                    </a:moveTo>
                    <a:cubicBezTo>
                      <a:pt x="37509" y="28967"/>
                      <a:pt x="29186" y="37290"/>
                      <a:pt x="18919" y="37290"/>
                    </a:cubicBezTo>
                    <a:cubicBezTo>
                      <a:pt x="8652" y="37290"/>
                      <a:pt x="328" y="28967"/>
                      <a:pt x="328" y="18700"/>
                    </a:cubicBezTo>
                    <a:cubicBezTo>
                      <a:pt x="328" y="8433"/>
                      <a:pt x="8652" y="109"/>
                      <a:pt x="18919" y="109"/>
                    </a:cubicBezTo>
                    <a:cubicBezTo>
                      <a:pt x="29186" y="109"/>
                      <a:pt x="37509" y="8433"/>
                      <a:pt x="37509" y="18700"/>
                    </a:cubicBezTo>
                    <a:close/>
                  </a:path>
                </a:pathLst>
              </a:custGeom>
              <a:solidFill>
                <a:srgbClr val="3DF73D"/>
              </a:solidFill>
              <a:ln w="5753" cap="sq">
                <a:noFill/>
                <a:prstDash val="solid"/>
                <a:miter/>
              </a:ln>
            </p:spPr>
            <p:txBody>
              <a:bodyPr rtlCol="0" anchor="ctr"/>
              <a:lstStyle/>
              <a:p>
                <a:endParaRPr lang="en-US"/>
              </a:p>
            </p:txBody>
          </p:sp>
          <p:sp>
            <p:nvSpPr>
              <p:cNvPr id="1503" name="Freeform: Shape 1502">
                <a:extLst>
                  <a:ext uri="{FF2B5EF4-FFF2-40B4-BE49-F238E27FC236}">
                    <a16:creationId xmlns:a16="http://schemas.microsoft.com/office/drawing/2014/main" id="{C770E325-0B15-0288-2098-BC529D1A55DA}"/>
                  </a:ext>
                </a:extLst>
              </p:cNvPr>
              <p:cNvSpPr/>
              <p:nvPr/>
            </p:nvSpPr>
            <p:spPr>
              <a:xfrm>
                <a:off x="8085437" y="7630677"/>
                <a:ext cx="41981" cy="41981"/>
              </a:xfrm>
              <a:custGeom>
                <a:avLst/>
                <a:gdLst>
                  <a:gd name="connsiteX0" fmla="*/ 21319 w 41981"/>
                  <a:gd name="connsiteY0" fmla="*/ 4910 h 41981"/>
                  <a:gd name="connsiteX1" fmla="*/ 37509 w 41981"/>
                  <a:gd name="connsiteY1" fmla="*/ 21100 h 41981"/>
                  <a:gd name="connsiteX2" fmla="*/ 37509 w 41981"/>
                  <a:gd name="connsiteY2" fmla="*/ 21100 h 41981"/>
                  <a:gd name="connsiteX3" fmla="*/ 21319 w 41981"/>
                  <a:gd name="connsiteY3" fmla="*/ 37290 h 41981"/>
                  <a:gd name="connsiteX4" fmla="*/ 5129 w 41981"/>
                  <a:gd name="connsiteY4" fmla="*/ 21100 h 41981"/>
                  <a:gd name="connsiteX5" fmla="*/ 21319 w 41981"/>
                  <a:gd name="connsiteY5" fmla="*/ 4910 h 41981"/>
                  <a:gd name="connsiteX6" fmla="*/ 21319 w 41981"/>
                  <a:gd name="connsiteY6" fmla="*/ 109 h 41981"/>
                  <a:gd name="connsiteX7" fmla="*/ 328 w 41981"/>
                  <a:gd name="connsiteY7" fmla="*/ 21100 h 41981"/>
                  <a:gd name="connsiteX8" fmla="*/ 21319 w 41981"/>
                  <a:gd name="connsiteY8" fmla="*/ 42091 h 41981"/>
                  <a:gd name="connsiteX9" fmla="*/ 42310 w 41981"/>
                  <a:gd name="connsiteY9" fmla="*/ 21100 h 41981"/>
                  <a:gd name="connsiteX10" fmla="*/ 42310 w 41981"/>
                  <a:gd name="connsiteY10" fmla="*/ 21100 h 41981"/>
                  <a:gd name="connsiteX11" fmla="*/ 21319 w 41981"/>
                  <a:gd name="connsiteY11" fmla="*/ 1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9" y="4910"/>
                    </a:moveTo>
                    <a:cubicBezTo>
                      <a:pt x="30261" y="4910"/>
                      <a:pt x="37509" y="12158"/>
                      <a:pt x="37509" y="21100"/>
                    </a:cubicBezTo>
                    <a:lnTo>
                      <a:pt x="37509" y="21100"/>
                    </a:lnTo>
                    <a:cubicBezTo>
                      <a:pt x="37509" y="30042"/>
                      <a:pt x="30261" y="37290"/>
                      <a:pt x="21319" y="37290"/>
                    </a:cubicBezTo>
                    <a:cubicBezTo>
                      <a:pt x="12377" y="37290"/>
                      <a:pt x="5129" y="30042"/>
                      <a:pt x="5129" y="21100"/>
                    </a:cubicBezTo>
                    <a:cubicBezTo>
                      <a:pt x="5129" y="12158"/>
                      <a:pt x="12377" y="4910"/>
                      <a:pt x="21319" y="4910"/>
                    </a:cubicBezTo>
                    <a:close/>
                    <a:moveTo>
                      <a:pt x="21319" y="109"/>
                    </a:moveTo>
                    <a:cubicBezTo>
                      <a:pt x="9726" y="109"/>
                      <a:pt x="328" y="9507"/>
                      <a:pt x="328" y="21100"/>
                    </a:cubicBezTo>
                    <a:cubicBezTo>
                      <a:pt x="328" y="32693"/>
                      <a:pt x="9726" y="42091"/>
                      <a:pt x="21319" y="42091"/>
                    </a:cubicBezTo>
                    <a:cubicBezTo>
                      <a:pt x="32912" y="42091"/>
                      <a:pt x="42310" y="32693"/>
                      <a:pt x="42310" y="21100"/>
                    </a:cubicBezTo>
                    <a:lnTo>
                      <a:pt x="42310" y="21100"/>
                    </a:lnTo>
                    <a:cubicBezTo>
                      <a:pt x="42310" y="9507"/>
                      <a:pt x="32912" y="109"/>
                      <a:pt x="21319" y="109"/>
                    </a:cubicBezTo>
                    <a:close/>
                  </a:path>
                </a:pathLst>
              </a:custGeom>
              <a:solidFill>
                <a:srgbClr val="000000"/>
              </a:solidFill>
              <a:ln w="4794" cap="sq">
                <a:noFill/>
                <a:prstDash val="solid"/>
                <a:round/>
              </a:ln>
            </p:spPr>
            <p:txBody>
              <a:bodyPr rtlCol="0" anchor="ctr"/>
              <a:lstStyle/>
              <a:p>
                <a:endParaRPr lang="en-US"/>
              </a:p>
            </p:txBody>
          </p:sp>
          <p:sp>
            <p:nvSpPr>
              <p:cNvPr id="1504" name="Freeform: Shape 1503">
                <a:extLst>
                  <a:ext uri="{FF2B5EF4-FFF2-40B4-BE49-F238E27FC236}">
                    <a16:creationId xmlns:a16="http://schemas.microsoft.com/office/drawing/2014/main" id="{3EF9E66A-DC9D-58CC-3616-142C1191566B}"/>
                  </a:ext>
                </a:extLst>
              </p:cNvPr>
              <p:cNvSpPr/>
              <p:nvPr/>
            </p:nvSpPr>
            <p:spPr>
              <a:xfrm>
                <a:off x="7654541" y="8023421"/>
                <a:ext cx="37180" cy="37180"/>
              </a:xfrm>
              <a:custGeom>
                <a:avLst/>
                <a:gdLst>
                  <a:gd name="connsiteX0" fmla="*/ 37434 w 37180"/>
                  <a:gd name="connsiteY0" fmla="*/ 18768 h 37180"/>
                  <a:gd name="connsiteX1" fmla="*/ 18844 w 37180"/>
                  <a:gd name="connsiteY1" fmla="*/ 37358 h 37180"/>
                  <a:gd name="connsiteX2" fmla="*/ 253 w 37180"/>
                  <a:gd name="connsiteY2" fmla="*/ 18768 h 37180"/>
                  <a:gd name="connsiteX3" fmla="*/ 18844 w 37180"/>
                  <a:gd name="connsiteY3" fmla="*/ 177 h 37180"/>
                  <a:gd name="connsiteX4" fmla="*/ 37434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68"/>
                    </a:moveTo>
                    <a:cubicBezTo>
                      <a:pt x="37434" y="29035"/>
                      <a:pt x="29111" y="37358"/>
                      <a:pt x="18844" y="37358"/>
                    </a:cubicBezTo>
                    <a:cubicBezTo>
                      <a:pt x="8576" y="37358"/>
                      <a:pt x="253" y="29035"/>
                      <a:pt x="253" y="18768"/>
                    </a:cubicBezTo>
                    <a:cubicBezTo>
                      <a:pt x="253" y="8500"/>
                      <a:pt x="8576" y="177"/>
                      <a:pt x="18844" y="177"/>
                    </a:cubicBezTo>
                    <a:cubicBezTo>
                      <a:pt x="29111" y="177"/>
                      <a:pt x="37434" y="8500"/>
                      <a:pt x="37434" y="18768"/>
                    </a:cubicBezTo>
                    <a:close/>
                  </a:path>
                </a:pathLst>
              </a:custGeom>
              <a:solidFill>
                <a:srgbClr val="F7E9E9"/>
              </a:solidFill>
              <a:ln w="5753" cap="sq">
                <a:noFill/>
                <a:prstDash val="solid"/>
                <a:miter/>
              </a:ln>
            </p:spPr>
            <p:txBody>
              <a:bodyPr rtlCol="0" anchor="ctr"/>
              <a:lstStyle/>
              <a:p>
                <a:endParaRPr lang="en-US"/>
              </a:p>
            </p:txBody>
          </p:sp>
          <p:sp>
            <p:nvSpPr>
              <p:cNvPr id="1505" name="Freeform: Shape 1504">
                <a:extLst>
                  <a:ext uri="{FF2B5EF4-FFF2-40B4-BE49-F238E27FC236}">
                    <a16:creationId xmlns:a16="http://schemas.microsoft.com/office/drawing/2014/main" id="{0D25585E-B69F-5CA8-D09B-E8BAC0DCEC8C}"/>
                  </a:ext>
                </a:extLst>
              </p:cNvPr>
              <p:cNvSpPr/>
              <p:nvPr/>
            </p:nvSpPr>
            <p:spPr>
              <a:xfrm>
                <a:off x="7652141" y="8021020"/>
                <a:ext cx="41981" cy="41981"/>
              </a:xfrm>
              <a:custGeom>
                <a:avLst/>
                <a:gdLst>
                  <a:gd name="connsiteX0" fmla="*/ 21244 w 41981"/>
                  <a:gd name="connsiteY0" fmla="*/ 4978 h 41981"/>
                  <a:gd name="connsiteX1" fmla="*/ 37434 w 41981"/>
                  <a:gd name="connsiteY1" fmla="*/ 21168 h 41981"/>
                  <a:gd name="connsiteX2" fmla="*/ 37434 w 41981"/>
                  <a:gd name="connsiteY2" fmla="*/ 21168 h 41981"/>
                  <a:gd name="connsiteX3" fmla="*/ 21244 w 41981"/>
                  <a:gd name="connsiteY3" fmla="*/ 37358 h 41981"/>
                  <a:gd name="connsiteX4" fmla="*/ 5054 w 41981"/>
                  <a:gd name="connsiteY4" fmla="*/ 21168 h 41981"/>
                  <a:gd name="connsiteX5" fmla="*/ 21244 w 41981"/>
                  <a:gd name="connsiteY5" fmla="*/ 4978 h 41981"/>
                  <a:gd name="connsiteX6" fmla="*/ 21244 w 41981"/>
                  <a:gd name="connsiteY6" fmla="*/ 177 h 41981"/>
                  <a:gd name="connsiteX7" fmla="*/ 253 w 41981"/>
                  <a:gd name="connsiteY7" fmla="*/ 21168 h 41981"/>
                  <a:gd name="connsiteX8" fmla="*/ 21244 w 41981"/>
                  <a:gd name="connsiteY8" fmla="*/ 42158 h 41981"/>
                  <a:gd name="connsiteX9" fmla="*/ 42234 w 41981"/>
                  <a:gd name="connsiteY9" fmla="*/ 21168 h 41981"/>
                  <a:gd name="connsiteX10" fmla="*/ 42234 w 41981"/>
                  <a:gd name="connsiteY10" fmla="*/ 21168 h 41981"/>
                  <a:gd name="connsiteX11" fmla="*/ 21244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8"/>
                    </a:moveTo>
                    <a:cubicBezTo>
                      <a:pt x="30186" y="4978"/>
                      <a:pt x="37434" y="12226"/>
                      <a:pt x="37434" y="21168"/>
                    </a:cubicBezTo>
                    <a:lnTo>
                      <a:pt x="37434" y="21168"/>
                    </a:lnTo>
                    <a:cubicBezTo>
                      <a:pt x="37434" y="30110"/>
                      <a:pt x="30186" y="37358"/>
                      <a:pt x="21244" y="37358"/>
                    </a:cubicBezTo>
                    <a:cubicBezTo>
                      <a:pt x="12302" y="37358"/>
                      <a:pt x="5054" y="30110"/>
                      <a:pt x="5054" y="21168"/>
                    </a:cubicBezTo>
                    <a:cubicBezTo>
                      <a:pt x="5054" y="12226"/>
                      <a:pt x="12302" y="4978"/>
                      <a:pt x="21244" y="4978"/>
                    </a:cubicBezTo>
                    <a:close/>
                    <a:moveTo>
                      <a:pt x="21244" y="177"/>
                    </a:moveTo>
                    <a:cubicBezTo>
                      <a:pt x="9651" y="177"/>
                      <a:pt x="253" y="9575"/>
                      <a:pt x="253" y="21168"/>
                    </a:cubicBezTo>
                    <a:cubicBezTo>
                      <a:pt x="253" y="32760"/>
                      <a:pt x="9651" y="42158"/>
                      <a:pt x="21244" y="42158"/>
                    </a:cubicBezTo>
                    <a:cubicBezTo>
                      <a:pt x="32836" y="42158"/>
                      <a:pt x="42234" y="32760"/>
                      <a:pt x="42234" y="21168"/>
                    </a:cubicBezTo>
                    <a:lnTo>
                      <a:pt x="42234" y="21168"/>
                    </a:lnTo>
                    <a:cubicBezTo>
                      <a:pt x="42234" y="9575"/>
                      <a:pt x="32836" y="177"/>
                      <a:pt x="21244" y="177"/>
                    </a:cubicBezTo>
                    <a:close/>
                  </a:path>
                </a:pathLst>
              </a:custGeom>
              <a:solidFill>
                <a:srgbClr val="000000"/>
              </a:solidFill>
              <a:ln w="4794" cap="sq">
                <a:noFill/>
                <a:prstDash val="solid"/>
                <a:round/>
              </a:ln>
            </p:spPr>
            <p:txBody>
              <a:bodyPr rtlCol="0" anchor="ctr"/>
              <a:lstStyle/>
              <a:p>
                <a:endParaRPr lang="en-US"/>
              </a:p>
            </p:txBody>
          </p:sp>
          <p:sp>
            <p:nvSpPr>
              <p:cNvPr id="1506" name="Freeform: Shape 1505">
                <a:extLst>
                  <a:ext uri="{FF2B5EF4-FFF2-40B4-BE49-F238E27FC236}">
                    <a16:creationId xmlns:a16="http://schemas.microsoft.com/office/drawing/2014/main" id="{D62468CE-6DF9-8C20-725D-B363CCD81CC3}"/>
                  </a:ext>
                </a:extLst>
              </p:cNvPr>
              <p:cNvSpPr/>
              <p:nvPr/>
            </p:nvSpPr>
            <p:spPr>
              <a:xfrm>
                <a:off x="7670905" y="7835581"/>
                <a:ext cx="37180" cy="37180"/>
              </a:xfrm>
              <a:custGeom>
                <a:avLst/>
                <a:gdLst>
                  <a:gd name="connsiteX0" fmla="*/ 37437 w 37180"/>
                  <a:gd name="connsiteY0" fmla="*/ 18735 h 37180"/>
                  <a:gd name="connsiteX1" fmla="*/ 18846 w 37180"/>
                  <a:gd name="connsiteY1" fmla="*/ 37325 h 37180"/>
                  <a:gd name="connsiteX2" fmla="*/ 256 w 37180"/>
                  <a:gd name="connsiteY2" fmla="*/ 18735 h 37180"/>
                  <a:gd name="connsiteX3" fmla="*/ 18846 w 37180"/>
                  <a:gd name="connsiteY3" fmla="*/ 145 h 37180"/>
                  <a:gd name="connsiteX4" fmla="*/ 37437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35"/>
                    </a:moveTo>
                    <a:cubicBezTo>
                      <a:pt x="37437" y="29002"/>
                      <a:pt x="29114" y="37325"/>
                      <a:pt x="18846" y="37325"/>
                    </a:cubicBezTo>
                    <a:cubicBezTo>
                      <a:pt x="8579" y="37325"/>
                      <a:pt x="256" y="29002"/>
                      <a:pt x="256" y="18735"/>
                    </a:cubicBezTo>
                    <a:cubicBezTo>
                      <a:pt x="256" y="8468"/>
                      <a:pt x="8579" y="145"/>
                      <a:pt x="18846" y="145"/>
                    </a:cubicBezTo>
                    <a:cubicBezTo>
                      <a:pt x="29114" y="145"/>
                      <a:pt x="37437" y="8468"/>
                      <a:pt x="37437" y="18735"/>
                    </a:cubicBezTo>
                    <a:close/>
                  </a:path>
                </a:pathLst>
              </a:custGeom>
              <a:solidFill>
                <a:srgbClr val="F7D3D3"/>
              </a:solidFill>
              <a:ln w="5753" cap="sq">
                <a:noFill/>
                <a:prstDash val="solid"/>
                <a:miter/>
              </a:ln>
            </p:spPr>
            <p:txBody>
              <a:bodyPr rtlCol="0" anchor="ctr"/>
              <a:lstStyle/>
              <a:p>
                <a:endParaRPr lang="en-US"/>
              </a:p>
            </p:txBody>
          </p:sp>
          <p:sp>
            <p:nvSpPr>
              <p:cNvPr id="1507" name="Freeform: Shape 1506">
                <a:extLst>
                  <a:ext uri="{FF2B5EF4-FFF2-40B4-BE49-F238E27FC236}">
                    <a16:creationId xmlns:a16="http://schemas.microsoft.com/office/drawing/2014/main" id="{24A7CFD0-87B7-2D04-785A-AB31839A5E26}"/>
                  </a:ext>
                </a:extLst>
              </p:cNvPr>
              <p:cNvSpPr/>
              <p:nvPr/>
            </p:nvSpPr>
            <p:spPr>
              <a:xfrm>
                <a:off x="7668505" y="7833181"/>
                <a:ext cx="41981" cy="41981"/>
              </a:xfrm>
              <a:custGeom>
                <a:avLst/>
                <a:gdLst>
                  <a:gd name="connsiteX0" fmla="*/ 21247 w 41981"/>
                  <a:gd name="connsiteY0" fmla="*/ 4945 h 41981"/>
                  <a:gd name="connsiteX1" fmla="*/ 37437 w 41981"/>
                  <a:gd name="connsiteY1" fmla="*/ 21135 h 41981"/>
                  <a:gd name="connsiteX2" fmla="*/ 37437 w 41981"/>
                  <a:gd name="connsiteY2" fmla="*/ 21135 h 41981"/>
                  <a:gd name="connsiteX3" fmla="*/ 21247 w 41981"/>
                  <a:gd name="connsiteY3" fmla="*/ 37325 h 41981"/>
                  <a:gd name="connsiteX4" fmla="*/ 5056 w 41981"/>
                  <a:gd name="connsiteY4" fmla="*/ 21135 h 41981"/>
                  <a:gd name="connsiteX5" fmla="*/ 21247 w 41981"/>
                  <a:gd name="connsiteY5" fmla="*/ 4945 h 41981"/>
                  <a:gd name="connsiteX6" fmla="*/ 21247 w 41981"/>
                  <a:gd name="connsiteY6" fmla="*/ 145 h 41981"/>
                  <a:gd name="connsiteX7" fmla="*/ 256 w 41981"/>
                  <a:gd name="connsiteY7" fmla="*/ 21135 h 41981"/>
                  <a:gd name="connsiteX8" fmla="*/ 21247 w 41981"/>
                  <a:gd name="connsiteY8" fmla="*/ 42126 h 41981"/>
                  <a:gd name="connsiteX9" fmla="*/ 42237 w 41981"/>
                  <a:gd name="connsiteY9" fmla="*/ 21135 h 41981"/>
                  <a:gd name="connsiteX10" fmla="*/ 42237 w 41981"/>
                  <a:gd name="connsiteY10" fmla="*/ 21135 h 41981"/>
                  <a:gd name="connsiteX11" fmla="*/ 21247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45"/>
                    </a:moveTo>
                    <a:cubicBezTo>
                      <a:pt x="30189" y="4945"/>
                      <a:pt x="37437" y="12193"/>
                      <a:pt x="37437" y="21135"/>
                    </a:cubicBezTo>
                    <a:lnTo>
                      <a:pt x="37437" y="21135"/>
                    </a:lnTo>
                    <a:cubicBezTo>
                      <a:pt x="37437" y="30077"/>
                      <a:pt x="30189" y="37325"/>
                      <a:pt x="21247" y="37325"/>
                    </a:cubicBezTo>
                    <a:cubicBezTo>
                      <a:pt x="12305" y="37325"/>
                      <a:pt x="5056" y="30077"/>
                      <a:pt x="5056" y="21135"/>
                    </a:cubicBezTo>
                    <a:cubicBezTo>
                      <a:pt x="5056" y="12193"/>
                      <a:pt x="12305" y="4945"/>
                      <a:pt x="21247" y="4945"/>
                    </a:cubicBezTo>
                    <a:close/>
                    <a:moveTo>
                      <a:pt x="21247" y="145"/>
                    </a:moveTo>
                    <a:cubicBezTo>
                      <a:pt x="9654" y="145"/>
                      <a:pt x="256" y="9543"/>
                      <a:pt x="256" y="21135"/>
                    </a:cubicBezTo>
                    <a:cubicBezTo>
                      <a:pt x="256" y="32728"/>
                      <a:pt x="9654" y="42126"/>
                      <a:pt x="21247" y="42126"/>
                    </a:cubicBezTo>
                    <a:cubicBezTo>
                      <a:pt x="32839" y="42126"/>
                      <a:pt x="42237" y="32728"/>
                      <a:pt x="42237" y="21135"/>
                    </a:cubicBezTo>
                    <a:lnTo>
                      <a:pt x="42237" y="21135"/>
                    </a:lnTo>
                    <a:cubicBezTo>
                      <a:pt x="42237" y="9543"/>
                      <a:pt x="32839" y="145"/>
                      <a:pt x="21247" y="145"/>
                    </a:cubicBezTo>
                    <a:close/>
                  </a:path>
                </a:pathLst>
              </a:custGeom>
              <a:solidFill>
                <a:srgbClr val="000000"/>
              </a:solidFill>
              <a:ln w="4794" cap="sq">
                <a:noFill/>
                <a:prstDash val="solid"/>
                <a:round/>
              </a:ln>
            </p:spPr>
            <p:txBody>
              <a:bodyPr rtlCol="0" anchor="ctr"/>
              <a:lstStyle/>
              <a:p>
                <a:endParaRPr lang="en-US"/>
              </a:p>
            </p:txBody>
          </p:sp>
          <p:sp>
            <p:nvSpPr>
              <p:cNvPr id="1508" name="Freeform: Shape 1507">
                <a:extLst>
                  <a:ext uri="{FF2B5EF4-FFF2-40B4-BE49-F238E27FC236}">
                    <a16:creationId xmlns:a16="http://schemas.microsoft.com/office/drawing/2014/main" id="{D42E4788-5F96-063F-A76F-3F4D2B6A9C27}"/>
                  </a:ext>
                </a:extLst>
              </p:cNvPr>
              <p:cNvSpPr/>
              <p:nvPr/>
            </p:nvSpPr>
            <p:spPr>
              <a:xfrm>
                <a:off x="7575992" y="7745806"/>
                <a:ext cx="37180" cy="37180"/>
              </a:xfrm>
              <a:custGeom>
                <a:avLst/>
                <a:gdLst>
                  <a:gd name="connsiteX0" fmla="*/ 37420 w 37180"/>
                  <a:gd name="connsiteY0" fmla="*/ 18719 h 37180"/>
                  <a:gd name="connsiteX1" fmla="*/ 18830 w 37180"/>
                  <a:gd name="connsiteY1" fmla="*/ 37310 h 37180"/>
                  <a:gd name="connsiteX2" fmla="*/ 240 w 37180"/>
                  <a:gd name="connsiteY2" fmla="*/ 18719 h 37180"/>
                  <a:gd name="connsiteX3" fmla="*/ 18830 w 37180"/>
                  <a:gd name="connsiteY3" fmla="*/ 129 h 37180"/>
                  <a:gd name="connsiteX4" fmla="*/ 37420 w 37180"/>
                  <a:gd name="connsiteY4" fmla="*/ 1871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19"/>
                    </a:moveTo>
                    <a:cubicBezTo>
                      <a:pt x="37420" y="28987"/>
                      <a:pt x="29097" y="37310"/>
                      <a:pt x="18830" y="37310"/>
                    </a:cubicBezTo>
                    <a:cubicBezTo>
                      <a:pt x="8563" y="37310"/>
                      <a:pt x="240" y="28987"/>
                      <a:pt x="240" y="18719"/>
                    </a:cubicBezTo>
                    <a:cubicBezTo>
                      <a:pt x="240" y="8452"/>
                      <a:pt x="8563" y="129"/>
                      <a:pt x="18830" y="129"/>
                    </a:cubicBezTo>
                    <a:cubicBezTo>
                      <a:pt x="29097" y="129"/>
                      <a:pt x="37420" y="8452"/>
                      <a:pt x="37420" y="18719"/>
                    </a:cubicBezTo>
                    <a:close/>
                  </a:path>
                </a:pathLst>
              </a:custGeom>
              <a:solidFill>
                <a:srgbClr val="F7A500"/>
              </a:solidFill>
              <a:ln w="5753" cap="sq">
                <a:noFill/>
                <a:prstDash val="solid"/>
                <a:miter/>
              </a:ln>
            </p:spPr>
            <p:txBody>
              <a:bodyPr rtlCol="0" anchor="ctr"/>
              <a:lstStyle/>
              <a:p>
                <a:endParaRPr lang="en-US"/>
              </a:p>
            </p:txBody>
          </p:sp>
          <p:sp>
            <p:nvSpPr>
              <p:cNvPr id="1509" name="Freeform: Shape 1508">
                <a:extLst>
                  <a:ext uri="{FF2B5EF4-FFF2-40B4-BE49-F238E27FC236}">
                    <a16:creationId xmlns:a16="http://schemas.microsoft.com/office/drawing/2014/main" id="{14FF62C2-DA6D-0A8B-7997-CCD78FD74C77}"/>
                  </a:ext>
                </a:extLst>
              </p:cNvPr>
              <p:cNvSpPr/>
              <p:nvPr/>
            </p:nvSpPr>
            <p:spPr>
              <a:xfrm>
                <a:off x="7573592" y="7743406"/>
                <a:ext cx="41981" cy="41981"/>
              </a:xfrm>
              <a:custGeom>
                <a:avLst/>
                <a:gdLst>
                  <a:gd name="connsiteX0" fmla="*/ 21230 w 41981"/>
                  <a:gd name="connsiteY0" fmla="*/ 4929 h 41981"/>
                  <a:gd name="connsiteX1" fmla="*/ 37420 w 41981"/>
                  <a:gd name="connsiteY1" fmla="*/ 21120 h 41981"/>
                  <a:gd name="connsiteX2" fmla="*/ 37420 w 41981"/>
                  <a:gd name="connsiteY2" fmla="*/ 21120 h 41981"/>
                  <a:gd name="connsiteX3" fmla="*/ 21230 w 41981"/>
                  <a:gd name="connsiteY3" fmla="*/ 37310 h 41981"/>
                  <a:gd name="connsiteX4" fmla="*/ 5040 w 41981"/>
                  <a:gd name="connsiteY4" fmla="*/ 21120 h 41981"/>
                  <a:gd name="connsiteX5" fmla="*/ 21230 w 41981"/>
                  <a:gd name="connsiteY5" fmla="*/ 4929 h 41981"/>
                  <a:gd name="connsiteX6" fmla="*/ 21230 w 41981"/>
                  <a:gd name="connsiteY6" fmla="*/ 129 h 41981"/>
                  <a:gd name="connsiteX7" fmla="*/ 240 w 41981"/>
                  <a:gd name="connsiteY7" fmla="*/ 21120 h 41981"/>
                  <a:gd name="connsiteX8" fmla="*/ 21230 w 41981"/>
                  <a:gd name="connsiteY8" fmla="*/ 42110 h 41981"/>
                  <a:gd name="connsiteX9" fmla="*/ 42221 w 41981"/>
                  <a:gd name="connsiteY9" fmla="*/ 21120 h 41981"/>
                  <a:gd name="connsiteX10" fmla="*/ 42221 w 41981"/>
                  <a:gd name="connsiteY10" fmla="*/ 21120 h 41981"/>
                  <a:gd name="connsiteX11" fmla="*/ 21230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29"/>
                    </a:moveTo>
                    <a:cubicBezTo>
                      <a:pt x="30172" y="4929"/>
                      <a:pt x="37420" y="12178"/>
                      <a:pt x="37420" y="21120"/>
                    </a:cubicBezTo>
                    <a:lnTo>
                      <a:pt x="37420" y="21120"/>
                    </a:lnTo>
                    <a:cubicBezTo>
                      <a:pt x="37420" y="30061"/>
                      <a:pt x="30172" y="37310"/>
                      <a:pt x="21230" y="37310"/>
                    </a:cubicBezTo>
                    <a:cubicBezTo>
                      <a:pt x="12288" y="37310"/>
                      <a:pt x="5040" y="30061"/>
                      <a:pt x="5040" y="21120"/>
                    </a:cubicBezTo>
                    <a:cubicBezTo>
                      <a:pt x="5040" y="12178"/>
                      <a:pt x="12288" y="4929"/>
                      <a:pt x="21230" y="4929"/>
                    </a:cubicBezTo>
                    <a:close/>
                    <a:moveTo>
                      <a:pt x="21230" y="129"/>
                    </a:moveTo>
                    <a:cubicBezTo>
                      <a:pt x="9638" y="129"/>
                      <a:pt x="240" y="9527"/>
                      <a:pt x="240" y="21120"/>
                    </a:cubicBezTo>
                    <a:cubicBezTo>
                      <a:pt x="240" y="32712"/>
                      <a:pt x="9638" y="42110"/>
                      <a:pt x="21230" y="42110"/>
                    </a:cubicBezTo>
                    <a:cubicBezTo>
                      <a:pt x="32823" y="42110"/>
                      <a:pt x="42221" y="32712"/>
                      <a:pt x="42221" y="21120"/>
                    </a:cubicBezTo>
                    <a:lnTo>
                      <a:pt x="42221" y="21120"/>
                    </a:lnTo>
                    <a:cubicBezTo>
                      <a:pt x="42221" y="9527"/>
                      <a:pt x="32823" y="129"/>
                      <a:pt x="21230" y="129"/>
                    </a:cubicBezTo>
                    <a:close/>
                  </a:path>
                </a:pathLst>
              </a:custGeom>
              <a:solidFill>
                <a:srgbClr val="000000"/>
              </a:solidFill>
              <a:ln w="4794" cap="sq">
                <a:noFill/>
                <a:prstDash val="solid"/>
                <a:round/>
              </a:ln>
            </p:spPr>
            <p:txBody>
              <a:bodyPr rtlCol="0" anchor="ctr"/>
              <a:lstStyle/>
              <a:p>
                <a:endParaRPr lang="en-US"/>
              </a:p>
            </p:txBody>
          </p:sp>
          <p:sp>
            <p:nvSpPr>
              <p:cNvPr id="1510" name="Freeform: Shape 1509">
                <a:extLst>
                  <a:ext uri="{FF2B5EF4-FFF2-40B4-BE49-F238E27FC236}">
                    <a16:creationId xmlns:a16="http://schemas.microsoft.com/office/drawing/2014/main" id="{21CAB8A5-BBA5-1755-0B20-50BF35B5585B}"/>
                  </a:ext>
                </a:extLst>
              </p:cNvPr>
              <p:cNvSpPr/>
              <p:nvPr/>
            </p:nvSpPr>
            <p:spPr>
              <a:xfrm>
                <a:off x="7662830" y="7976517"/>
                <a:ext cx="37180" cy="37180"/>
              </a:xfrm>
              <a:custGeom>
                <a:avLst/>
                <a:gdLst>
                  <a:gd name="connsiteX0" fmla="*/ 37435 w 37180"/>
                  <a:gd name="connsiteY0" fmla="*/ 18759 h 37180"/>
                  <a:gd name="connsiteX1" fmla="*/ 18845 w 37180"/>
                  <a:gd name="connsiteY1" fmla="*/ 37350 h 37180"/>
                  <a:gd name="connsiteX2" fmla="*/ 255 w 37180"/>
                  <a:gd name="connsiteY2" fmla="*/ 18759 h 37180"/>
                  <a:gd name="connsiteX3" fmla="*/ 18845 w 37180"/>
                  <a:gd name="connsiteY3" fmla="*/ 169 h 37180"/>
                  <a:gd name="connsiteX4" fmla="*/ 37435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9"/>
                    </a:moveTo>
                    <a:cubicBezTo>
                      <a:pt x="37435" y="29027"/>
                      <a:pt x="29112" y="37350"/>
                      <a:pt x="18845" y="37350"/>
                    </a:cubicBezTo>
                    <a:cubicBezTo>
                      <a:pt x="8578" y="37350"/>
                      <a:pt x="255" y="29027"/>
                      <a:pt x="255" y="18759"/>
                    </a:cubicBezTo>
                    <a:cubicBezTo>
                      <a:pt x="255" y="8492"/>
                      <a:pt x="8578" y="169"/>
                      <a:pt x="18845" y="169"/>
                    </a:cubicBezTo>
                    <a:cubicBezTo>
                      <a:pt x="29112" y="169"/>
                      <a:pt x="37435" y="8492"/>
                      <a:pt x="37435" y="18759"/>
                    </a:cubicBezTo>
                    <a:close/>
                  </a:path>
                </a:pathLst>
              </a:custGeom>
              <a:solidFill>
                <a:srgbClr val="F7E4E4"/>
              </a:solidFill>
              <a:ln w="5753" cap="sq">
                <a:noFill/>
                <a:prstDash val="solid"/>
                <a:miter/>
              </a:ln>
            </p:spPr>
            <p:txBody>
              <a:bodyPr rtlCol="0" anchor="ctr"/>
              <a:lstStyle/>
              <a:p>
                <a:endParaRPr lang="en-US"/>
              </a:p>
            </p:txBody>
          </p:sp>
          <p:sp>
            <p:nvSpPr>
              <p:cNvPr id="1511" name="Freeform: Shape 1510">
                <a:extLst>
                  <a:ext uri="{FF2B5EF4-FFF2-40B4-BE49-F238E27FC236}">
                    <a16:creationId xmlns:a16="http://schemas.microsoft.com/office/drawing/2014/main" id="{0F8BA20F-0A1B-150C-6C9B-853FD49DCD0E}"/>
                  </a:ext>
                </a:extLst>
              </p:cNvPr>
              <p:cNvSpPr/>
              <p:nvPr/>
            </p:nvSpPr>
            <p:spPr>
              <a:xfrm>
                <a:off x="7660429" y="7974117"/>
                <a:ext cx="41981" cy="41981"/>
              </a:xfrm>
              <a:custGeom>
                <a:avLst/>
                <a:gdLst>
                  <a:gd name="connsiteX0" fmla="*/ 21245 w 41981"/>
                  <a:gd name="connsiteY0" fmla="*/ 4969 h 41981"/>
                  <a:gd name="connsiteX1" fmla="*/ 37435 w 41981"/>
                  <a:gd name="connsiteY1" fmla="*/ 21160 h 41981"/>
                  <a:gd name="connsiteX2" fmla="*/ 37435 w 41981"/>
                  <a:gd name="connsiteY2" fmla="*/ 21160 h 41981"/>
                  <a:gd name="connsiteX3" fmla="*/ 21245 w 41981"/>
                  <a:gd name="connsiteY3" fmla="*/ 37350 h 41981"/>
                  <a:gd name="connsiteX4" fmla="*/ 5055 w 41981"/>
                  <a:gd name="connsiteY4" fmla="*/ 21160 h 41981"/>
                  <a:gd name="connsiteX5" fmla="*/ 21245 w 41981"/>
                  <a:gd name="connsiteY5" fmla="*/ 4969 h 41981"/>
                  <a:gd name="connsiteX6" fmla="*/ 21245 w 41981"/>
                  <a:gd name="connsiteY6" fmla="*/ 169 h 41981"/>
                  <a:gd name="connsiteX7" fmla="*/ 255 w 41981"/>
                  <a:gd name="connsiteY7" fmla="*/ 21160 h 41981"/>
                  <a:gd name="connsiteX8" fmla="*/ 21245 w 41981"/>
                  <a:gd name="connsiteY8" fmla="*/ 42150 h 41981"/>
                  <a:gd name="connsiteX9" fmla="*/ 42236 w 41981"/>
                  <a:gd name="connsiteY9" fmla="*/ 21160 h 41981"/>
                  <a:gd name="connsiteX10" fmla="*/ 42236 w 41981"/>
                  <a:gd name="connsiteY10" fmla="*/ 21160 h 41981"/>
                  <a:gd name="connsiteX11" fmla="*/ 21245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9"/>
                    </a:moveTo>
                    <a:cubicBezTo>
                      <a:pt x="30187" y="4969"/>
                      <a:pt x="37435" y="12218"/>
                      <a:pt x="37435" y="21160"/>
                    </a:cubicBezTo>
                    <a:lnTo>
                      <a:pt x="37435" y="21160"/>
                    </a:lnTo>
                    <a:cubicBezTo>
                      <a:pt x="37435" y="30101"/>
                      <a:pt x="30187" y="37350"/>
                      <a:pt x="21245" y="37350"/>
                    </a:cubicBezTo>
                    <a:cubicBezTo>
                      <a:pt x="12303" y="37350"/>
                      <a:pt x="5055" y="30101"/>
                      <a:pt x="5055" y="21160"/>
                    </a:cubicBezTo>
                    <a:cubicBezTo>
                      <a:pt x="5055" y="12218"/>
                      <a:pt x="12303" y="4969"/>
                      <a:pt x="21245" y="4969"/>
                    </a:cubicBezTo>
                    <a:close/>
                    <a:moveTo>
                      <a:pt x="21245" y="169"/>
                    </a:moveTo>
                    <a:cubicBezTo>
                      <a:pt x="9653" y="169"/>
                      <a:pt x="255" y="9567"/>
                      <a:pt x="255" y="21160"/>
                    </a:cubicBezTo>
                    <a:cubicBezTo>
                      <a:pt x="255" y="32752"/>
                      <a:pt x="9653" y="42150"/>
                      <a:pt x="21245" y="42150"/>
                    </a:cubicBezTo>
                    <a:cubicBezTo>
                      <a:pt x="32838" y="42150"/>
                      <a:pt x="42236" y="32752"/>
                      <a:pt x="42236" y="21160"/>
                    </a:cubicBezTo>
                    <a:lnTo>
                      <a:pt x="42236" y="21160"/>
                    </a:lnTo>
                    <a:cubicBezTo>
                      <a:pt x="42236" y="9567"/>
                      <a:pt x="32838" y="169"/>
                      <a:pt x="21245" y="169"/>
                    </a:cubicBezTo>
                    <a:close/>
                  </a:path>
                </a:pathLst>
              </a:custGeom>
              <a:solidFill>
                <a:srgbClr val="000000"/>
              </a:solidFill>
              <a:ln w="4794" cap="sq">
                <a:noFill/>
                <a:prstDash val="solid"/>
                <a:round/>
              </a:ln>
            </p:spPr>
            <p:txBody>
              <a:bodyPr rtlCol="0" anchor="ctr"/>
              <a:lstStyle/>
              <a:p>
                <a:endParaRPr lang="en-US"/>
              </a:p>
            </p:txBody>
          </p:sp>
          <p:sp>
            <p:nvSpPr>
              <p:cNvPr id="1512" name="Freeform: Shape 1511">
                <a:extLst>
                  <a:ext uri="{FF2B5EF4-FFF2-40B4-BE49-F238E27FC236}">
                    <a16:creationId xmlns:a16="http://schemas.microsoft.com/office/drawing/2014/main" id="{26AE1060-BF4E-37CA-4CA0-18D3E293C44D}"/>
                  </a:ext>
                </a:extLst>
              </p:cNvPr>
              <p:cNvSpPr/>
              <p:nvPr/>
            </p:nvSpPr>
            <p:spPr>
              <a:xfrm>
                <a:off x="7928976" y="8108663"/>
                <a:ext cx="37180" cy="37180"/>
              </a:xfrm>
              <a:custGeom>
                <a:avLst/>
                <a:gdLst>
                  <a:gd name="connsiteX0" fmla="*/ 37482 w 37180"/>
                  <a:gd name="connsiteY0" fmla="*/ 18782 h 37180"/>
                  <a:gd name="connsiteX1" fmla="*/ 18891 w 37180"/>
                  <a:gd name="connsiteY1" fmla="*/ 37373 h 37180"/>
                  <a:gd name="connsiteX2" fmla="*/ 301 w 37180"/>
                  <a:gd name="connsiteY2" fmla="*/ 18782 h 37180"/>
                  <a:gd name="connsiteX3" fmla="*/ 18891 w 37180"/>
                  <a:gd name="connsiteY3" fmla="*/ 192 h 37180"/>
                  <a:gd name="connsiteX4" fmla="*/ 37482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782"/>
                    </a:moveTo>
                    <a:cubicBezTo>
                      <a:pt x="37482" y="29050"/>
                      <a:pt x="29158" y="37373"/>
                      <a:pt x="18891" y="37373"/>
                    </a:cubicBezTo>
                    <a:cubicBezTo>
                      <a:pt x="8624" y="37373"/>
                      <a:pt x="301" y="29050"/>
                      <a:pt x="301" y="18782"/>
                    </a:cubicBezTo>
                    <a:cubicBezTo>
                      <a:pt x="301" y="8515"/>
                      <a:pt x="8624" y="192"/>
                      <a:pt x="18891" y="192"/>
                    </a:cubicBezTo>
                    <a:cubicBezTo>
                      <a:pt x="29158" y="192"/>
                      <a:pt x="37482" y="8515"/>
                      <a:pt x="37482" y="18782"/>
                    </a:cubicBezTo>
                    <a:close/>
                  </a:path>
                </a:pathLst>
              </a:custGeom>
              <a:solidFill>
                <a:srgbClr val="F7AFAF"/>
              </a:solidFill>
              <a:ln w="5753" cap="sq">
                <a:noFill/>
                <a:prstDash val="solid"/>
                <a:miter/>
              </a:ln>
            </p:spPr>
            <p:txBody>
              <a:bodyPr rtlCol="0" anchor="ctr"/>
              <a:lstStyle/>
              <a:p>
                <a:endParaRPr lang="en-US"/>
              </a:p>
            </p:txBody>
          </p:sp>
          <p:sp>
            <p:nvSpPr>
              <p:cNvPr id="1513" name="Freeform: Shape 1512">
                <a:extLst>
                  <a:ext uri="{FF2B5EF4-FFF2-40B4-BE49-F238E27FC236}">
                    <a16:creationId xmlns:a16="http://schemas.microsoft.com/office/drawing/2014/main" id="{884C555A-43CB-06AF-4ACD-C30D10E4D5D2}"/>
                  </a:ext>
                </a:extLst>
              </p:cNvPr>
              <p:cNvSpPr/>
              <p:nvPr/>
            </p:nvSpPr>
            <p:spPr>
              <a:xfrm>
                <a:off x="7926576" y="8106263"/>
                <a:ext cx="41981" cy="41981"/>
              </a:xfrm>
              <a:custGeom>
                <a:avLst/>
                <a:gdLst>
                  <a:gd name="connsiteX0" fmla="*/ 21291 w 41981"/>
                  <a:gd name="connsiteY0" fmla="*/ 4992 h 41981"/>
                  <a:gd name="connsiteX1" fmla="*/ 37482 w 41981"/>
                  <a:gd name="connsiteY1" fmla="*/ 21183 h 41981"/>
                  <a:gd name="connsiteX2" fmla="*/ 37482 w 41981"/>
                  <a:gd name="connsiteY2" fmla="*/ 21183 h 41981"/>
                  <a:gd name="connsiteX3" fmla="*/ 21291 w 41981"/>
                  <a:gd name="connsiteY3" fmla="*/ 37373 h 41981"/>
                  <a:gd name="connsiteX4" fmla="*/ 5101 w 41981"/>
                  <a:gd name="connsiteY4" fmla="*/ 21183 h 41981"/>
                  <a:gd name="connsiteX5" fmla="*/ 21291 w 41981"/>
                  <a:gd name="connsiteY5" fmla="*/ 4992 h 41981"/>
                  <a:gd name="connsiteX6" fmla="*/ 21291 w 41981"/>
                  <a:gd name="connsiteY6" fmla="*/ 192 h 41981"/>
                  <a:gd name="connsiteX7" fmla="*/ 301 w 41981"/>
                  <a:gd name="connsiteY7" fmla="*/ 21183 h 41981"/>
                  <a:gd name="connsiteX8" fmla="*/ 21291 w 41981"/>
                  <a:gd name="connsiteY8" fmla="*/ 42173 h 41981"/>
                  <a:gd name="connsiteX9" fmla="*/ 42282 w 41981"/>
                  <a:gd name="connsiteY9" fmla="*/ 21183 h 41981"/>
                  <a:gd name="connsiteX10" fmla="*/ 42282 w 41981"/>
                  <a:gd name="connsiteY10" fmla="*/ 21183 h 41981"/>
                  <a:gd name="connsiteX11" fmla="*/ 21291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92"/>
                    </a:moveTo>
                    <a:cubicBezTo>
                      <a:pt x="30233" y="4992"/>
                      <a:pt x="37482" y="12241"/>
                      <a:pt x="37482" y="21183"/>
                    </a:cubicBezTo>
                    <a:lnTo>
                      <a:pt x="37482" y="21183"/>
                    </a:lnTo>
                    <a:cubicBezTo>
                      <a:pt x="37482" y="30124"/>
                      <a:pt x="30233" y="37373"/>
                      <a:pt x="21291" y="37373"/>
                    </a:cubicBezTo>
                    <a:cubicBezTo>
                      <a:pt x="12350" y="37373"/>
                      <a:pt x="5101" y="30124"/>
                      <a:pt x="5101" y="21183"/>
                    </a:cubicBezTo>
                    <a:cubicBezTo>
                      <a:pt x="5101" y="12241"/>
                      <a:pt x="12350" y="4992"/>
                      <a:pt x="21291" y="4992"/>
                    </a:cubicBezTo>
                    <a:close/>
                    <a:moveTo>
                      <a:pt x="21291" y="192"/>
                    </a:moveTo>
                    <a:cubicBezTo>
                      <a:pt x="9699" y="192"/>
                      <a:pt x="301" y="9590"/>
                      <a:pt x="301" y="21183"/>
                    </a:cubicBezTo>
                    <a:cubicBezTo>
                      <a:pt x="301" y="32775"/>
                      <a:pt x="9699" y="42173"/>
                      <a:pt x="21291" y="42173"/>
                    </a:cubicBezTo>
                    <a:cubicBezTo>
                      <a:pt x="32884" y="42173"/>
                      <a:pt x="42282" y="32775"/>
                      <a:pt x="42282" y="21183"/>
                    </a:cubicBezTo>
                    <a:lnTo>
                      <a:pt x="42282" y="21183"/>
                    </a:lnTo>
                    <a:cubicBezTo>
                      <a:pt x="42282" y="9590"/>
                      <a:pt x="32884" y="192"/>
                      <a:pt x="21291" y="192"/>
                    </a:cubicBezTo>
                    <a:close/>
                  </a:path>
                </a:pathLst>
              </a:custGeom>
              <a:solidFill>
                <a:srgbClr val="000000"/>
              </a:solidFill>
              <a:ln w="4794" cap="sq">
                <a:noFill/>
                <a:prstDash val="solid"/>
                <a:round/>
              </a:ln>
            </p:spPr>
            <p:txBody>
              <a:bodyPr rtlCol="0" anchor="ctr"/>
              <a:lstStyle/>
              <a:p>
                <a:endParaRPr lang="en-US"/>
              </a:p>
            </p:txBody>
          </p:sp>
          <p:sp>
            <p:nvSpPr>
              <p:cNvPr id="1514" name="Freeform: Shape 1513">
                <a:extLst>
                  <a:ext uri="{FF2B5EF4-FFF2-40B4-BE49-F238E27FC236}">
                    <a16:creationId xmlns:a16="http://schemas.microsoft.com/office/drawing/2014/main" id="{047E07C5-E800-993B-D94B-95A2D722C387}"/>
                  </a:ext>
                </a:extLst>
              </p:cNvPr>
              <p:cNvSpPr/>
              <p:nvPr/>
            </p:nvSpPr>
            <p:spPr>
              <a:xfrm>
                <a:off x="7668135" y="8052065"/>
                <a:ext cx="37180" cy="37180"/>
              </a:xfrm>
              <a:custGeom>
                <a:avLst/>
                <a:gdLst>
                  <a:gd name="connsiteX0" fmla="*/ 37436 w 37180"/>
                  <a:gd name="connsiteY0" fmla="*/ 18773 h 37180"/>
                  <a:gd name="connsiteX1" fmla="*/ 18846 w 37180"/>
                  <a:gd name="connsiteY1" fmla="*/ 37363 h 37180"/>
                  <a:gd name="connsiteX2" fmla="*/ 256 w 37180"/>
                  <a:gd name="connsiteY2" fmla="*/ 18773 h 37180"/>
                  <a:gd name="connsiteX3" fmla="*/ 18846 w 37180"/>
                  <a:gd name="connsiteY3" fmla="*/ 182 h 37180"/>
                  <a:gd name="connsiteX4" fmla="*/ 3743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3"/>
                    </a:moveTo>
                    <a:cubicBezTo>
                      <a:pt x="37436" y="29040"/>
                      <a:pt x="29113" y="37363"/>
                      <a:pt x="18846" y="37363"/>
                    </a:cubicBezTo>
                    <a:cubicBezTo>
                      <a:pt x="8579" y="37363"/>
                      <a:pt x="256" y="29040"/>
                      <a:pt x="256" y="18773"/>
                    </a:cubicBezTo>
                    <a:cubicBezTo>
                      <a:pt x="256" y="8505"/>
                      <a:pt x="8579" y="182"/>
                      <a:pt x="18846" y="182"/>
                    </a:cubicBezTo>
                    <a:cubicBezTo>
                      <a:pt x="29113" y="182"/>
                      <a:pt x="37436" y="8505"/>
                      <a:pt x="37436" y="18773"/>
                    </a:cubicBezTo>
                    <a:close/>
                  </a:path>
                </a:pathLst>
              </a:custGeom>
              <a:solidFill>
                <a:srgbClr val="F5F7F5"/>
              </a:solidFill>
              <a:ln w="5753" cap="sq">
                <a:noFill/>
                <a:prstDash val="solid"/>
                <a:miter/>
              </a:ln>
            </p:spPr>
            <p:txBody>
              <a:bodyPr rtlCol="0" anchor="ctr"/>
              <a:lstStyle/>
              <a:p>
                <a:endParaRPr lang="en-US"/>
              </a:p>
            </p:txBody>
          </p:sp>
          <p:sp>
            <p:nvSpPr>
              <p:cNvPr id="1515" name="Freeform: Shape 1514">
                <a:extLst>
                  <a:ext uri="{FF2B5EF4-FFF2-40B4-BE49-F238E27FC236}">
                    <a16:creationId xmlns:a16="http://schemas.microsoft.com/office/drawing/2014/main" id="{FCA6263C-9B16-77F1-8506-F20185C08FF6}"/>
                  </a:ext>
                </a:extLst>
              </p:cNvPr>
              <p:cNvSpPr/>
              <p:nvPr/>
            </p:nvSpPr>
            <p:spPr>
              <a:xfrm>
                <a:off x="7665734" y="8049665"/>
                <a:ext cx="41981" cy="41981"/>
              </a:xfrm>
              <a:custGeom>
                <a:avLst/>
                <a:gdLst>
                  <a:gd name="connsiteX0" fmla="*/ 21246 w 41981"/>
                  <a:gd name="connsiteY0" fmla="*/ 4983 h 41981"/>
                  <a:gd name="connsiteX1" fmla="*/ 37436 w 41981"/>
                  <a:gd name="connsiteY1" fmla="*/ 21173 h 41981"/>
                  <a:gd name="connsiteX2" fmla="*/ 37436 w 41981"/>
                  <a:gd name="connsiteY2" fmla="*/ 21173 h 41981"/>
                  <a:gd name="connsiteX3" fmla="*/ 21246 w 41981"/>
                  <a:gd name="connsiteY3" fmla="*/ 37363 h 41981"/>
                  <a:gd name="connsiteX4" fmla="*/ 5056 w 41981"/>
                  <a:gd name="connsiteY4" fmla="*/ 21173 h 41981"/>
                  <a:gd name="connsiteX5" fmla="*/ 21246 w 41981"/>
                  <a:gd name="connsiteY5" fmla="*/ 4983 h 41981"/>
                  <a:gd name="connsiteX6" fmla="*/ 21246 w 41981"/>
                  <a:gd name="connsiteY6" fmla="*/ 182 h 41981"/>
                  <a:gd name="connsiteX7" fmla="*/ 256 w 41981"/>
                  <a:gd name="connsiteY7" fmla="*/ 21173 h 41981"/>
                  <a:gd name="connsiteX8" fmla="*/ 21246 w 41981"/>
                  <a:gd name="connsiteY8" fmla="*/ 42163 h 41981"/>
                  <a:gd name="connsiteX9" fmla="*/ 42237 w 41981"/>
                  <a:gd name="connsiteY9" fmla="*/ 21173 h 41981"/>
                  <a:gd name="connsiteX10" fmla="*/ 42237 w 41981"/>
                  <a:gd name="connsiteY10" fmla="*/ 21173 h 41981"/>
                  <a:gd name="connsiteX11" fmla="*/ 2124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3"/>
                    </a:moveTo>
                    <a:cubicBezTo>
                      <a:pt x="30188" y="4983"/>
                      <a:pt x="37436" y="12231"/>
                      <a:pt x="37436" y="21173"/>
                    </a:cubicBezTo>
                    <a:lnTo>
                      <a:pt x="37436" y="21173"/>
                    </a:lnTo>
                    <a:cubicBezTo>
                      <a:pt x="37436" y="30115"/>
                      <a:pt x="30188" y="37363"/>
                      <a:pt x="21246" y="37363"/>
                    </a:cubicBezTo>
                    <a:cubicBezTo>
                      <a:pt x="12304" y="37363"/>
                      <a:pt x="5056" y="30115"/>
                      <a:pt x="5056" y="21173"/>
                    </a:cubicBezTo>
                    <a:cubicBezTo>
                      <a:pt x="5056" y="12231"/>
                      <a:pt x="12304" y="4983"/>
                      <a:pt x="21246" y="4983"/>
                    </a:cubicBezTo>
                    <a:close/>
                    <a:moveTo>
                      <a:pt x="21246" y="182"/>
                    </a:moveTo>
                    <a:cubicBezTo>
                      <a:pt x="9654" y="182"/>
                      <a:pt x="256" y="9580"/>
                      <a:pt x="256" y="21173"/>
                    </a:cubicBezTo>
                    <a:cubicBezTo>
                      <a:pt x="256" y="32765"/>
                      <a:pt x="9654" y="42163"/>
                      <a:pt x="21246" y="42163"/>
                    </a:cubicBezTo>
                    <a:cubicBezTo>
                      <a:pt x="32839" y="42163"/>
                      <a:pt x="42237" y="32765"/>
                      <a:pt x="42237" y="21173"/>
                    </a:cubicBezTo>
                    <a:lnTo>
                      <a:pt x="42237" y="21173"/>
                    </a:lnTo>
                    <a:cubicBezTo>
                      <a:pt x="42237" y="9580"/>
                      <a:pt x="32839" y="182"/>
                      <a:pt x="21246" y="182"/>
                    </a:cubicBezTo>
                    <a:close/>
                  </a:path>
                </a:pathLst>
              </a:custGeom>
              <a:solidFill>
                <a:srgbClr val="000000"/>
              </a:solidFill>
              <a:ln w="4794" cap="sq">
                <a:noFill/>
                <a:prstDash val="solid"/>
                <a:round/>
              </a:ln>
            </p:spPr>
            <p:txBody>
              <a:bodyPr rtlCol="0" anchor="ctr"/>
              <a:lstStyle/>
              <a:p>
                <a:endParaRPr lang="en-US"/>
              </a:p>
            </p:txBody>
          </p:sp>
          <p:sp>
            <p:nvSpPr>
              <p:cNvPr id="1516" name="Freeform: Shape 1515">
                <a:extLst>
                  <a:ext uri="{FF2B5EF4-FFF2-40B4-BE49-F238E27FC236}">
                    <a16:creationId xmlns:a16="http://schemas.microsoft.com/office/drawing/2014/main" id="{723DBD10-3240-5F44-3EAB-66D436A06C31}"/>
                  </a:ext>
                </a:extLst>
              </p:cNvPr>
              <p:cNvSpPr/>
              <p:nvPr/>
            </p:nvSpPr>
            <p:spPr>
              <a:xfrm>
                <a:off x="7911529" y="7972658"/>
                <a:ext cx="37180" cy="37180"/>
              </a:xfrm>
              <a:custGeom>
                <a:avLst/>
                <a:gdLst>
                  <a:gd name="connsiteX0" fmla="*/ 37479 w 37180"/>
                  <a:gd name="connsiteY0" fmla="*/ 18759 h 37180"/>
                  <a:gd name="connsiteX1" fmla="*/ 18888 w 37180"/>
                  <a:gd name="connsiteY1" fmla="*/ 37349 h 37180"/>
                  <a:gd name="connsiteX2" fmla="*/ 298 w 37180"/>
                  <a:gd name="connsiteY2" fmla="*/ 18759 h 37180"/>
                  <a:gd name="connsiteX3" fmla="*/ 18888 w 37180"/>
                  <a:gd name="connsiteY3" fmla="*/ 168 h 37180"/>
                  <a:gd name="connsiteX4" fmla="*/ 37479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9" y="18759"/>
                    </a:moveTo>
                    <a:cubicBezTo>
                      <a:pt x="37479" y="29026"/>
                      <a:pt x="29155" y="37349"/>
                      <a:pt x="18888" y="37349"/>
                    </a:cubicBezTo>
                    <a:cubicBezTo>
                      <a:pt x="8621" y="37349"/>
                      <a:pt x="298" y="29026"/>
                      <a:pt x="298" y="18759"/>
                    </a:cubicBezTo>
                    <a:cubicBezTo>
                      <a:pt x="298" y="8492"/>
                      <a:pt x="8621" y="168"/>
                      <a:pt x="18888" y="168"/>
                    </a:cubicBezTo>
                    <a:cubicBezTo>
                      <a:pt x="29155" y="168"/>
                      <a:pt x="37479" y="8492"/>
                      <a:pt x="37479" y="18759"/>
                    </a:cubicBezTo>
                    <a:close/>
                  </a:path>
                </a:pathLst>
              </a:custGeom>
              <a:solidFill>
                <a:srgbClr val="F7AEAE"/>
              </a:solidFill>
              <a:ln w="5753" cap="sq">
                <a:noFill/>
                <a:prstDash val="solid"/>
                <a:miter/>
              </a:ln>
            </p:spPr>
            <p:txBody>
              <a:bodyPr rtlCol="0" anchor="ctr"/>
              <a:lstStyle/>
              <a:p>
                <a:endParaRPr lang="en-US"/>
              </a:p>
            </p:txBody>
          </p:sp>
          <p:sp>
            <p:nvSpPr>
              <p:cNvPr id="1517" name="Freeform: Shape 1516">
                <a:extLst>
                  <a:ext uri="{FF2B5EF4-FFF2-40B4-BE49-F238E27FC236}">
                    <a16:creationId xmlns:a16="http://schemas.microsoft.com/office/drawing/2014/main" id="{6767CC78-452B-2D0A-5953-FD27D6D00FCE}"/>
                  </a:ext>
                </a:extLst>
              </p:cNvPr>
              <p:cNvSpPr/>
              <p:nvPr/>
            </p:nvSpPr>
            <p:spPr>
              <a:xfrm>
                <a:off x="7909129" y="7970258"/>
                <a:ext cx="41981" cy="41981"/>
              </a:xfrm>
              <a:custGeom>
                <a:avLst/>
                <a:gdLst>
                  <a:gd name="connsiteX0" fmla="*/ 21288 w 41981"/>
                  <a:gd name="connsiteY0" fmla="*/ 4969 h 41981"/>
                  <a:gd name="connsiteX1" fmla="*/ 37479 w 41981"/>
                  <a:gd name="connsiteY1" fmla="*/ 21159 h 41981"/>
                  <a:gd name="connsiteX2" fmla="*/ 37479 w 41981"/>
                  <a:gd name="connsiteY2" fmla="*/ 21159 h 41981"/>
                  <a:gd name="connsiteX3" fmla="*/ 21288 w 41981"/>
                  <a:gd name="connsiteY3" fmla="*/ 37349 h 41981"/>
                  <a:gd name="connsiteX4" fmla="*/ 5098 w 41981"/>
                  <a:gd name="connsiteY4" fmla="*/ 21159 h 41981"/>
                  <a:gd name="connsiteX5" fmla="*/ 21288 w 41981"/>
                  <a:gd name="connsiteY5" fmla="*/ 4969 h 41981"/>
                  <a:gd name="connsiteX6" fmla="*/ 21288 w 41981"/>
                  <a:gd name="connsiteY6" fmla="*/ 168 h 41981"/>
                  <a:gd name="connsiteX7" fmla="*/ 298 w 41981"/>
                  <a:gd name="connsiteY7" fmla="*/ 21159 h 41981"/>
                  <a:gd name="connsiteX8" fmla="*/ 21288 w 41981"/>
                  <a:gd name="connsiteY8" fmla="*/ 42150 h 41981"/>
                  <a:gd name="connsiteX9" fmla="*/ 42279 w 41981"/>
                  <a:gd name="connsiteY9" fmla="*/ 21159 h 41981"/>
                  <a:gd name="connsiteX10" fmla="*/ 42279 w 41981"/>
                  <a:gd name="connsiteY10" fmla="*/ 21159 h 41981"/>
                  <a:gd name="connsiteX11" fmla="*/ 21288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8" y="4969"/>
                    </a:moveTo>
                    <a:cubicBezTo>
                      <a:pt x="30230" y="4969"/>
                      <a:pt x="37479" y="12217"/>
                      <a:pt x="37479" y="21159"/>
                    </a:cubicBezTo>
                    <a:lnTo>
                      <a:pt x="37479" y="21159"/>
                    </a:lnTo>
                    <a:cubicBezTo>
                      <a:pt x="37479" y="30101"/>
                      <a:pt x="30230" y="37349"/>
                      <a:pt x="21288" y="37349"/>
                    </a:cubicBezTo>
                    <a:cubicBezTo>
                      <a:pt x="12347" y="37349"/>
                      <a:pt x="5098" y="30101"/>
                      <a:pt x="5098" y="21159"/>
                    </a:cubicBezTo>
                    <a:cubicBezTo>
                      <a:pt x="5098" y="12217"/>
                      <a:pt x="12347" y="4969"/>
                      <a:pt x="21288" y="4969"/>
                    </a:cubicBezTo>
                    <a:close/>
                    <a:moveTo>
                      <a:pt x="21288" y="168"/>
                    </a:moveTo>
                    <a:cubicBezTo>
                      <a:pt x="9696" y="168"/>
                      <a:pt x="298" y="9566"/>
                      <a:pt x="298" y="21159"/>
                    </a:cubicBezTo>
                    <a:cubicBezTo>
                      <a:pt x="298" y="32752"/>
                      <a:pt x="9696" y="42150"/>
                      <a:pt x="21288" y="42150"/>
                    </a:cubicBezTo>
                    <a:cubicBezTo>
                      <a:pt x="32881" y="42150"/>
                      <a:pt x="42279" y="32752"/>
                      <a:pt x="42279" y="21159"/>
                    </a:cubicBezTo>
                    <a:lnTo>
                      <a:pt x="42279" y="21159"/>
                    </a:lnTo>
                    <a:cubicBezTo>
                      <a:pt x="42279" y="9566"/>
                      <a:pt x="32881" y="168"/>
                      <a:pt x="21288" y="168"/>
                    </a:cubicBezTo>
                    <a:close/>
                  </a:path>
                </a:pathLst>
              </a:custGeom>
              <a:solidFill>
                <a:srgbClr val="000000"/>
              </a:solidFill>
              <a:ln w="4794" cap="sq">
                <a:noFill/>
                <a:prstDash val="solid"/>
                <a:round/>
              </a:ln>
            </p:spPr>
            <p:txBody>
              <a:bodyPr rtlCol="0" anchor="ctr"/>
              <a:lstStyle/>
              <a:p>
                <a:endParaRPr lang="en-US"/>
              </a:p>
            </p:txBody>
          </p:sp>
          <p:sp>
            <p:nvSpPr>
              <p:cNvPr id="1518" name="Freeform: Shape 1517">
                <a:extLst>
                  <a:ext uri="{FF2B5EF4-FFF2-40B4-BE49-F238E27FC236}">
                    <a16:creationId xmlns:a16="http://schemas.microsoft.com/office/drawing/2014/main" id="{8AB7504A-16D4-AD99-F385-EA404008D87B}"/>
                  </a:ext>
                </a:extLst>
              </p:cNvPr>
              <p:cNvSpPr/>
              <p:nvPr/>
            </p:nvSpPr>
            <p:spPr>
              <a:xfrm>
                <a:off x="7773664" y="7972675"/>
                <a:ext cx="37180" cy="37180"/>
              </a:xfrm>
              <a:custGeom>
                <a:avLst/>
                <a:gdLst>
                  <a:gd name="connsiteX0" fmla="*/ 37455 w 37180"/>
                  <a:gd name="connsiteY0" fmla="*/ 18759 h 37180"/>
                  <a:gd name="connsiteX1" fmla="*/ 18864 w 37180"/>
                  <a:gd name="connsiteY1" fmla="*/ 37349 h 37180"/>
                  <a:gd name="connsiteX2" fmla="*/ 274 w 37180"/>
                  <a:gd name="connsiteY2" fmla="*/ 18759 h 37180"/>
                  <a:gd name="connsiteX3" fmla="*/ 18864 w 37180"/>
                  <a:gd name="connsiteY3" fmla="*/ 168 h 37180"/>
                  <a:gd name="connsiteX4" fmla="*/ 37455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9"/>
                    </a:moveTo>
                    <a:cubicBezTo>
                      <a:pt x="37455" y="29026"/>
                      <a:pt x="29132" y="37349"/>
                      <a:pt x="18864" y="37349"/>
                    </a:cubicBezTo>
                    <a:cubicBezTo>
                      <a:pt x="8597" y="37349"/>
                      <a:pt x="274" y="29026"/>
                      <a:pt x="274" y="18759"/>
                    </a:cubicBezTo>
                    <a:cubicBezTo>
                      <a:pt x="274" y="8492"/>
                      <a:pt x="8597" y="168"/>
                      <a:pt x="18864" y="168"/>
                    </a:cubicBezTo>
                    <a:cubicBezTo>
                      <a:pt x="29132" y="168"/>
                      <a:pt x="37455" y="8492"/>
                      <a:pt x="37455" y="18759"/>
                    </a:cubicBezTo>
                    <a:close/>
                  </a:path>
                </a:pathLst>
              </a:custGeom>
              <a:solidFill>
                <a:srgbClr val="F7A5A3"/>
              </a:solidFill>
              <a:ln w="5753" cap="sq">
                <a:noFill/>
                <a:prstDash val="solid"/>
                <a:miter/>
              </a:ln>
            </p:spPr>
            <p:txBody>
              <a:bodyPr rtlCol="0" anchor="ctr"/>
              <a:lstStyle/>
              <a:p>
                <a:endParaRPr lang="en-US"/>
              </a:p>
            </p:txBody>
          </p:sp>
          <p:sp>
            <p:nvSpPr>
              <p:cNvPr id="1519" name="Freeform: Shape 1518">
                <a:extLst>
                  <a:ext uri="{FF2B5EF4-FFF2-40B4-BE49-F238E27FC236}">
                    <a16:creationId xmlns:a16="http://schemas.microsoft.com/office/drawing/2014/main" id="{02546B77-C8FB-AC42-2968-FFB42910DCF2}"/>
                  </a:ext>
                </a:extLst>
              </p:cNvPr>
              <p:cNvSpPr/>
              <p:nvPr/>
            </p:nvSpPr>
            <p:spPr>
              <a:xfrm>
                <a:off x="7771263" y="7970275"/>
                <a:ext cx="41981" cy="41981"/>
              </a:xfrm>
              <a:custGeom>
                <a:avLst/>
                <a:gdLst>
                  <a:gd name="connsiteX0" fmla="*/ 21265 w 41981"/>
                  <a:gd name="connsiteY0" fmla="*/ 4969 h 41981"/>
                  <a:gd name="connsiteX1" fmla="*/ 37455 w 41981"/>
                  <a:gd name="connsiteY1" fmla="*/ 21159 h 41981"/>
                  <a:gd name="connsiteX2" fmla="*/ 37455 w 41981"/>
                  <a:gd name="connsiteY2" fmla="*/ 21159 h 41981"/>
                  <a:gd name="connsiteX3" fmla="*/ 21265 w 41981"/>
                  <a:gd name="connsiteY3" fmla="*/ 37349 h 41981"/>
                  <a:gd name="connsiteX4" fmla="*/ 5074 w 41981"/>
                  <a:gd name="connsiteY4" fmla="*/ 21159 h 41981"/>
                  <a:gd name="connsiteX5" fmla="*/ 21265 w 41981"/>
                  <a:gd name="connsiteY5" fmla="*/ 4969 h 41981"/>
                  <a:gd name="connsiteX6" fmla="*/ 21265 w 41981"/>
                  <a:gd name="connsiteY6" fmla="*/ 168 h 41981"/>
                  <a:gd name="connsiteX7" fmla="*/ 274 w 41981"/>
                  <a:gd name="connsiteY7" fmla="*/ 21159 h 41981"/>
                  <a:gd name="connsiteX8" fmla="*/ 21265 w 41981"/>
                  <a:gd name="connsiteY8" fmla="*/ 42150 h 41981"/>
                  <a:gd name="connsiteX9" fmla="*/ 42255 w 41981"/>
                  <a:gd name="connsiteY9" fmla="*/ 21159 h 41981"/>
                  <a:gd name="connsiteX10" fmla="*/ 42255 w 41981"/>
                  <a:gd name="connsiteY10" fmla="*/ 21159 h 41981"/>
                  <a:gd name="connsiteX11" fmla="*/ 21265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9"/>
                    </a:moveTo>
                    <a:cubicBezTo>
                      <a:pt x="30206" y="4969"/>
                      <a:pt x="37455" y="12217"/>
                      <a:pt x="37455" y="21159"/>
                    </a:cubicBezTo>
                    <a:lnTo>
                      <a:pt x="37455" y="21159"/>
                    </a:lnTo>
                    <a:cubicBezTo>
                      <a:pt x="37455" y="30101"/>
                      <a:pt x="30206" y="37349"/>
                      <a:pt x="21265" y="37349"/>
                    </a:cubicBezTo>
                    <a:cubicBezTo>
                      <a:pt x="12323" y="37349"/>
                      <a:pt x="5074" y="30101"/>
                      <a:pt x="5074" y="21159"/>
                    </a:cubicBezTo>
                    <a:cubicBezTo>
                      <a:pt x="5074" y="12217"/>
                      <a:pt x="12323" y="4969"/>
                      <a:pt x="21265" y="4969"/>
                    </a:cubicBezTo>
                    <a:close/>
                    <a:moveTo>
                      <a:pt x="21265" y="168"/>
                    </a:moveTo>
                    <a:cubicBezTo>
                      <a:pt x="9672" y="168"/>
                      <a:pt x="274" y="9566"/>
                      <a:pt x="274" y="21159"/>
                    </a:cubicBezTo>
                    <a:cubicBezTo>
                      <a:pt x="274" y="32752"/>
                      <a:pt x="9672" y="42150"/>
                      <a:pt x="21265" y="42150"/>
                    </a:cubicBezTo>
                    <a:cubicBezTo>
                      <a:pt x="32857" y="42150"/>
                      <a:pt x="42255" y="32752"/>
                      <a:pt x="42255" y="21159"/>
                    </a:cubicBezTo>
                    <a:lnTo>
                      <a:pt x="42255" y="21159"/>
                    </a:lnTo>
                    <a:cubicBezTo>
                      <a:pt x="42255" y="9566"/>
                      <a:pt x="32857" y="168"/>
                      <a:pt x="21265" y="168"/>
                    </a:cubicBezTo>
                    <a:close/>
                  </a:path>
                </a:pathLst>
              </a:custGeom>
              <a:solidFill>
                <a:srgbClr val="000000"/>
              </a:solidFill>
              <a:ln w="4794" cap="sq">
                <a:noFill/>
                <a:prstDash val="solid"/>
                <a:round/>
              </a:ln>
            </p:spPr>
            <p:txBody>
              <a:bodyPr rtlCol="0" anchor="ctr"/>
              <a:lstStyle/>
              <a:p>
                <a:endParaRPr lang="en-US"/>
              </a:p>
            </p:txBody>
          </p:sp>
          <p:sp>
            <p:nvSpPr>
              <p:cNvPr id="1520" name="Freeform: Shape 1519">
                <a:extLst>
                  <a:ext uri="{FF2B5EF4-FFF2-40B4-BE49-F238E27FC236}">
                    <a16:creationId xmlns:a16="http://schemas.microsoft.com/office/drawing/2014/main" id="{64698161-067A-2F85-E218-8D3ACB1A186F}"/>
                  </a:ext>
                </a:extLst>
              </p:cNvPr>
              <p:cNvSpPr/>
              <p:nvPr/>
            </p:nvSpPr>
            <p:spPr>
              <a:xfrm>
                <a:off x="7708224" y="7887640"/>
                <a:ext cx="37180" cy="37180"/>
              </a:xfrm>
              <a:custGeom>
                <a:avLst/>
                <a:gdLst>
                  <a:gd name="connsiteX0" fmla="*/ 37443 w 37180"/>
                  <a:gd name="connsiteY0" fmla="*/ 18744 h 37180"/>
                  <a:gd name="connsiteX1" fmla="*/ 18853 w 37180"/>
                  <a:gd name="connsiteY1" fmla="*/ 37334 h 37180"/>
                  <a:gd name="connsiteX2" fmla="*/ 263 w 37180"/>
                  <a:gd name="connsiteY2" fmla="*/ 18744 h 37180"/>
                  <a:gd name="connsiteX3" fmla="*/ 18853 w 37180"/>
                  <a:gd name="connsiteY3" fmla="*/ 154 h 37180"/>
                  <a:gd name="connsiteX4" fmla="*/ 37443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4"/>
                    </a:moveTo>
                    <a:cubicBezTo>
                      <a:pt x="37443" y="29011"/>
                      <a:pt x="29120" y="37334"/>
                      <a:pt x="18853" y="37334"/>
                    </a:cubicBezTo>
                    <a:cubicBezTo>
                      <a:pt x="8586" y="37334"/>
                      <a:pt x="263" y="29011"/>
                      <a:pt x="263" y="18744"/>
                    </a:cubicBezTo>
                    <a:cubicBezTo>
                      <a:pt x="263" y="8477"/>
                      <a:pt x="8586" y="154"/>
                      <a:pt x="18853" y="154"/>
                    </a:cubicBezTo>
                    <a:cubicBezTo>
                      <a:pt x="29120" y="154"/>
                      <a:pt x="37443" y="8477"/>
                      <a:pt x="37443" y="18744"/>
                    </a:cubicBezTo>
                    <a:close/>
                  </a:path>
                </a:pathLst>
              </a:custGeom>
              <a:solidFill>
                <a:srgbClr val="EDF7ED"/>
              </a:solidFill>
              <a:ln w="5753" cap="sq">
                <a:noFill/>
                <a:prstDash val="solid"/>
                <a:miter/>
              </a:ln>
            </p:spPr>
            <p:txBody>
              <a:bodyPr rtlCol="0" anchor="ctr"/>
              <a:lstStyle/>
              <a:p>
                <a:endParaRPr lang="en-US"/>
              </a:p>
            </p:txBody>
          </p:sp>
          <p:sp>
            <p:nvSpPr>
              <p:cNvPr id="1521" name="Freeform: Shape 1520">
                <a:extLst>
                  <a:ext uri="{FF2B5EF4-FFF2-40B4-BE49-F238E27FC236}">
                    <a16:creationId xmlns:a16="http://schemas.microsoft.com/office/drawing/2014/main" id="{C014526C-B7B8-30FF-8220-7486FC4F84BF}"/>
                  </a:ext>
                </a:extLst>
              </p:cNvPr>
              <p:cNvSpPr/>
              <p:nvPr/>
            </p:nvSpPr>
            <p:spPr>
              <a:xfrm>
                <a:off x="7705824" y="7885240"/>
                <a:ext cx="41981" cy="41981"/>
              </a:xfrm>
              <a:custGeom>
                <a:avLst/>
                <a:gdLst>
                  <a:gd name="connsiteX0" fmla="*/ 21253 w 41981"/>
                  <a:gd name="connsiteY0" fmla="*/ 4954 h 41981"/>
                  <a:gd name="connsiteX1" fmla="*/ 37443 w 41981"/>
                  <a:gd name="connsiteY1" fmla="*/ 21144 h 41981"/>
                  <a:gd name="connsiteX2" fmla="*/ 37443 w 41981"/>
                  <a:gd name="connsiteY2" fmla="*/ 21144 h 41981"/>
                  <a:gd name="connsiteX3" fmla="*/ 21253 w 41981"/>
                  <a:gd name="connsiteY3" fmla="*/ 37334 h 41981"/>
                  <a:gd name="connsiteX4" fmla="*/ 5063 w 41981"/>
                  <a:gd name="connsiteY4" fmla="*/ 21144 h 41981"/>
                  <a:gd name="connsiteX5" fmla="*/ 21253 w 41981"/>
                  <a:gd name="connsiteY5" fmla="*/ 4954 h 41981"/>
                  <a:gd name="connsiteX6" fmla="*/ 21253 w 41981"/>
                  <a:gd name="connsiteY6" fmla="*/ 154 h 41981"/>
                  <a:gd name="connsiteX7" fmla="*/ 263 w 41981"/>
                  <a:gd name="connsiteY7" fmla="*/ 21144 h 41981"/>
                  <a:gd name="connsiteX8" fmla="*/ 21253 w 41981"/>
                  <a:gd name="connsiteY8" fmla="*/ 42135 h 41981"/>
                  <a:gd name="connsiteX9" fmla="*/ 42244 w 41981"/>
                  <a:gd name="connsiteY9" fmla="*/ 21144 h 41981"/>
                  <a:gd name="connsiteX10" fmla="*/ 42244 w 41981"/>
                  <a:gd name="connsiteY10" fmla="*/ 21144 h 41981"/>
                  <a:gd name="connsiteX11" fmla="*/ 21253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54"/>
                    </a:moveTo>
                    <a:cubicBezTo>
                      <a:pt x="30195" y="4954"/>
                      <a:pt x="37443" y="12202"/>
                      <a:pt x="37443" y="21144"/>
                    </a:cubicBezTo>
                    <a:lnTo>
                      <a:pt x="37443" y="21144"/>
                    </a:lnTo>
                    <a:cubicBezTo>
                      <a:pt x="37443" y="30086"/>
                      <a:pt x="30195" y="37334"/>
                      <a:pt x="21253" y="37334"/>
                    </a:cubicBezTo>
                    <a:cubicBezTo>
                      <a:pt x="12311" y="37334"/>
                      <a:pt x="5063" y="30086"/>
                      <a:pt x="5063" y="21144"/>
                    </a:cubicBezTo>
                    <a:cubicBezTo>
                      <a:pt x="5063" y="12202"/>
                      <a:pt x="12311" y="4954"/>
                      <a:pt x="21253" y="4954"/>
                    </a:cubicBezTo>
                    <a:close/>
                    <a:moveTo>
                      <a:pt x="21253" y="154"/>
                    </a:moveTo>
                    <a:cubicBezTo>
                      <a:pt x="9661" y="154"/>
                      <a:pt x="263" y="9552"/>
                      <a:pt x="263" y="21144"/>
                    </a:cubicBezTo>
                    <a:cubicBezTo>
                      <a:pt x="263" y="32737"/>
                      <a:pt x="9661" y="42135"/>
                      <a:pt x="21253" y="42135"/>
                    </a:cubicBezTo>
                    <a:cubicBezTo>
                      <a:pt x="32846" y="42135"/>
                      <a:pt x="42244" y="32737"/>
                      <a:pt x="42244" y="21144"/>
                    </a:cubicBezTo>
                    <a:lnTo>
                      <a:pt x="42244" y="21144"/>
                    </a:lnTo>
                    <a:cubicBezTo>
                      <a:pt x="42244" y="9552"/>
                      <a:pt x="32846" y="154"/>
                      <a:pt x="21253" y="154"/>
                    </a:cubicBezTo>
                    <a:close/>
                  </a:path>
                </a:pathLst>
              </a:custGeom>
              <a:solidFill>
                <a:srgbClr val="000000"/>
              </a:solidFill>
              <a:ln w="4794" cap="sq">
                <a:noFill/>
                <a:prstDash val="solid"/>
                <a:round/>
              </a:ln>
            </p:spPr>
            <p:txBody>
              <a:bodyPr rtlCol="0" anchor="ctr"/>
              <a:lstStyle/>
              <a:p>
                <a:endParaRPr lang="en-US"/>
              </a:p>
            </p:txBody>
          </p:sp>
          <p:sp>
            <p:nvSpPr>
              <p:cNvPr id="1522" name="Freeform: Shape 1521">
                <a:extLst>
                  <a:ext uri="{FF2B5EF4-FFF2-40B4-BE49-F238E27FC236}">
                    <a16:creationId xmlns:a16="http://schemas.microsoft.com/office/drawing/2014/main" id="{9E6C3329-2B70-A3CD-8B5C-13DA4D52EF80}"/>
                  </a:ext>
                </a:extLst>
              </p:cNvPr>
              <p:cNvSpPr/>
              <p:nvPr/>
            </p:nvSpPr>
            <p:spPr>
              <a:xfrm>
                <a:off x="7894324" y="8060918"/>
                <a:ext cx="37180" cy="37180"/>
              </a:xfrm>
              <a:custGeom>
                <a:avLst/>
                <a:gdLst>
                  <a:gd name="connsiteX0" fmla="*/ 37476 w 37180"/>
                  <a:gd name="connsiteY0" fmla="*/ 18774 h 37180"/>
                  <a:gd name="connsiteX1" fmla="*/ 18885 w 37180"/>
                  <a:gd name="connsiteY1" fmla="*/ 37365 h 37180"/>
                  <a:gd name="connsiteX2" fmla="*/ 295 w 37180"/>
                  <a:gd name="connsiteY2" fmla="*/ 18774 h 37180"/>
                  <a:gd name="connsiteX3" fmla="*/ 18885 w 37180"/>
                  <a:gd name="connsiteY3" fmla="*/ 184 h 37180"/>
                  <a:gd name="connsiteX4" fmla="*/ 37476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74"/>
                    </a:moveTo>
                    <a:cubicBezTo>
                      <a:pt x="37476" y="29041"/>
                      <a:pt x="29152" y="37365"/>
                      <a:pt x="18885" y="37365"/>
                    </a:cubicBezTo>
                    <a:cubicBezTo>
                      <a:pt x="8618" y="37365"/>
                      <a:pt x="295" y="29041"/>
                      <a:pt x="295" y="18774"/>
                    </a:cubicBezTo>
                    <a:cubicBezTo>
                      <a:pt x="295" y="8507"/>
                      <a:pt x="8618" y="184"/>
                      <a:pt x="18885" y="184"/>
                    </a:cubicBezTo>
                    <a:cubicBezTo>
                      <a:pt x="29152" y="184"/>
                      <a:pt x="37476" y="8507"/>
                      <a:pt x="37476" y="18774"/>
                    </a:cubicBezTo>
                    <a:close/>
                  </a:path>
                </a:pathLst>
              </a:custGeom>
              <a:solidFill>
                <a:srgbClr val="3BF73B"/>
              </a:solidFill>
              <a:ln w="5753" cap="sq">
                <a:noFill/>
                <a:prstDash val="solid"/>
                <a:miter/>
              </a:ln>
            </p:spPr>
            <p:txBody>
              <a:bodyPr rtlCol="0" anchor="ctr"/>
              <a:lstStyle/>
              <a:p>
                <a:endParaRPr lang="en-US"/>
              </a:p>
            </p:txBody>
          </p:sp>
          <p:sp>
            <p:nvSpPr>
              <p:cNvPr id="1523" name="Freeform: Shape 1522">
                <a:extLst>
                  <a:ext uri="{FF2B5EF4-FFF2-40B4-BE49-F238E27FC236}">
                    <a16:creationId xmlns:a16="http://schemas.microsoft.com/office/drawing/2014/main" id="{A4341CC5-9954-5635-5724-18007F8E6215}"/>
                  </a:ext>
                </a:extLst>
              </p:cNvPr>
              <p:cNvSpPr/>
              <p:nvPr/>
            </p:nvSpPr>
            <p:spPr>
              <a:xfrm>
                <a:off x="7891924" y="8058518"/>
                <a:ext cx="41981" cy="41981"/>
              </a:xfrm>
              <a:custGeom>
                <a:avLst/>
                <a:gdLst>
                  <a:gd name="connsiteX0" fmla="*/ 21285 w 41981"/>
                  <a:gd name="connsiteY0" fmla="*/ 4984 h 41981"/>
                  <a:gd name="connsiteX1" fmla="*/ 37476 w 41981"/>
                  <a:gd name="connsiteY1" fmla="*/ 21174 h 41981"/>
                  <a:gd name="connsiteX2" fmla="*/ 37476 w 41981"/>
                  <a:gd name="connsiteY2" fmla="*/ 21174 h 41981"/>
                  <a:gd name="connsiteX3" fmla="*/ 21285 w 41981"/>
                  <a:gd name="connsiteY3" fmla="*/ 37365 h 41981"/>
                  <a:gd name="connsiteX4" fmla="*/ 5095 w 41981"/>
                  <a:gd name="connsiteY4" fmla="*/ 21174 h 41981"/>
                  <a:gd name="connsiteX5" fmla="*/ 21285 w 41981"/>
                  <a:gd name="connsiteY5" fmla="*/ 4984 h 41981"/>
                  <a:gd name="connsiteX6" fmla="*/ 21285 w 41981"/>
                  <a:gd name="connsiteY6" fmla="*/ 184 h 41981"/>
                  <a:gd name="connsiteX7" fmla="*/ 295 w 41981"/>
                  <a:gd name="connsiteY7" fmla="*/ 21174 h 41981"/>
                  <a:gd name="connsiteX8" fmla="*/ 21285 w 41981"/>
                  <a:gd name="connsiteY8" fmla="*/ 42165 h 41981"/>
                  <a:gd name="connsiteX9" fmla="*/ 42276 w 41981"/>
                  <a:gd name="connsiteY9" fmla="*/ 21174 h 41981"/>
                  <a:gd name="connsiteX10" fmla="*/ 42276 w 41981"/>
                  <a:gd name="connsiteY10" fmla="*/ 21174 h 41981"/>
                  <a:gd name="connsiteX11" fmla="*/ 21285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84"/>
                    </a:moveTo>
                    <a:cubicBezTo>
                      <a:pt x="30227" y="4984"/>
                      <a:pt x="37476" y="12232"/>
                      <a:pt x="37476" y="21174"/>
                    </a:cubicBezTo>
                    <a:lnTo>
                      <a:pt x="37476" y="21174"/>
                    </a:lnTo>
                    <a:cubicBezTo>
                      <a:pt x="37476" y="30116"/>
                      <a:pt x="30227" y="37365"/>
                      <a:pt x="21285" y="37365"/>
                    </a:cubicBezTo>
                    <a:cubicBezTo>
                      <a:pt x="12344" y="37365"/>
                      <a:pt x="5095" y="30116"/>
                      <a:pt x="5095" y="21174"/>
                    </a:cubicBezTo>
                    <a:cubicBezTo>
                      <a:pt x="5095" y="12232"/>
                      <a:pt x="12344" y="4984"/>
                      <a:pt x="21285" y="4984"/>
                    </a:cubicBezTo>
                    <a:close/>
                    <a:moveTo>
                      <a:pt x="21285" y="184"/>
                    </a:moveTo>
                    <a:cubicBezTo>
                      <a:pt x="9693" y="184"/>
                      <a:pt x="295" y="9582"/>
                      <a:pt x="295" y="21174"/>
                    </a:cubicBezTo>
                    <a:cubicBezTo>
                      <a:pt x="295" y="32767"/>
                      <a:pt x="9693" y="42165"/>
                      <a:pt x="21285" y="42165"/>
                    </a:cubicBezTo>
                    <a:cubicBezTo>
                      <a:pt x="32878" y="42165"/>
                      <a:pt x="42276" y="32767"/>
                      <a:pt x="42276" y="21174"/>
                    </a:cubicBezTo>
                    <a:lnTo>
                      <a:pt x="42276" y="21174"/>
                    </a:lnTo>
                    <a:cubicBezTo>
                      <a:pt x="42276" y="9582"/>
                      <a:pt x="32878" y="184"/>
                      <a:pt x="21285" y="184"/>
                    </a:cubicBezTo>
                    <a:close/>
                  </a:path>
                </a:pathLst>
              </a:custGeom>
              <a:solidFill>
                <a:srgbClr val="000000"/>
              </a:solidFill>
              <a:ln w="4794" cap="sq">
                <a:noFill/>
                <a:prstDash val="solid"/>
                <a:round/>
              </a:ln>
            </p:spPr>
            <p:txBody>
              <a:bodyPr rtlCol="0" anchor="ctr"/>
              <a:lstStyle/>
              <a:p>
                <a:endParaRPr lang="en-US"/>
              </a:p>
            </p:txBody>
          </p:sp>
          <p:sp>
            <p:nvSpPr>
              <p:cNvPr id="1524" name="Freeform: Shape 1523">
                <a:extLst>
                  <a:ext uri="{FF2B5EF4-FFF2-40B4-BE49-F238E27FC236}">
                    <a16:creationId xmlns:a16="http://schemas.microsoft.com/office/drawing/2014/main" id="{40EB59A2-49F0-3090-71C0-30E225942C4E}"/>
                  </a:ext>
                </a:extLst>
              </p:cNvPr>
              <p:cNvSpPr/>
              <p:nvPr/>
            </p:nvSpPr>
            <p:spPr>
              <a:xfrm>
                <a:off x="7998229" y="7937631"/>
                <a:ext cx="37180" cy="37180"/>
              </a:xfrm>
              <a:custGeom>
                <a:avLst/>
                <a:gdLst>
                  <a:gd name="connsiteX0" fmla="*/ 37494 w 37180"/>
                  <a:gd name="connsiteY0" fmla="*/ 18753 h 37180"/>
                  <a:gd name="connsiteX1" fmla="*/ 18903 w 37180"/>
                  <a:gd name="connsiteY1" fmla="*/ 37343 h 37180"/>
                  <a:gd name="connsiteX2" fmla="*/ 313 w 37180"/>
                  <a:gd name="connsiteY2" fmla="*/ 18753 h 37180"/>
                  <a:gd name="connsiteX3" fmla="*/ 18903 w 37180"/>
                  <a:gd name="connsiteY3" fmla="*/ 162 h 37180"/>
                  <a:gd name="connsiteX4" fmla="*/ 37494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4" y="18753"/>
                    </a:moveTo>
                    <a:cubicBezTo>
                      <a:pt x="37494" y="29020"/>
                      <a:pt x="29171" y="37343"/>
                      <a:pt x="18903" y="37343"/>
                    </a:cubicBezTo>
                    <a:cubicBezTo>
                      <a:pt x="8636" y="37343"/>
                      <a:pt x="313" y="29020"/>
                      <a:pt x="313" y="18753"/>
                    </a:cubicBezTo>
                    <a:cubicBezTo>
                      <a:pt x="313" y="8486"/>
                      <a:pt x="8636" y="162"/>
                      <a:pt x="18903" y="162"/>
                    </a:cubicBezTo>
                    <a:cubicBezTo>
                      <a:pt x="29171" y="162"/>
                      <a:pt x="37494" y="8486"/>
                      <a:pt x="37494" y="18753"/>
                    </a:cubicBezTo>
                    <a:close/>
                  </a:path>
                </a:pathLst>
              </a:custGeom>
              <a:solidFill>
                <a:srgbClr val="00F700"/>
              </a:solidFill>
              <a:ln w="5753" cap="sq">
                <a:noFill/>
                <a:prstDash val="solid"/>
                <a:miter/>
              </a:ln>
            </p:spPr>
            <p:txBody>
              <a:bodyPr rtlCol="0" anchor="ctr"/>
              <a:lstStyle/>
              <a:p>
                <a:endParaRPr lang="en-US"/>
              </a:p>
            </p:txBody>
          </p:sp>
          <p:sp>
            <p:nvSpPr>
              <p:cNvPr id="1525" name="Freeform: Shape 1524">
                <a:extLst>
                  <a:ext uri="{FF2B5EF4-FFF2-40B4-BE49-F238E27FC236}">
                    <a16:creationId xmlns:a16="http://schemas.microsoft.com/office/drawing/2014/main" id="{7641A96F-502D-D8A2-7E1B-972D901F867D}"/>
                  </a:ext>
                </a:extLst>
              </p:cNvPr>
              <p:cNvSpPr/>
              <p:nvPr/>
            </p:nvSpPr>
            <p:spPr>
              <a:xfrm>
                <a:off x="7995829" y="7935231"/>
                <a:ext cx="41981" cy="41981"/>
              </a:xfrm>
              <a:custGeom>
                <a:avLst/>
                <a:gdLst>
                  <a:gd name="connsiteX0" fmla="*/ 21304 w 41981"/>
                  <a:gd name="connsiteY0" fmla="*/ 4963 h 41981"/>
                  <a:gd name="connsiteX1" fmla="*/ 37494 w 41981"/>
                  <a:gd name="connsiteY1" fmla="*/ 21153 h 41981"/>
                  <a:gd name="connsiteX2" fmla="*/ 37494 w 41981"/>
                  <a:gd name="connsiteY2" fmla="*/ 21153 h 41981"/>
                  <a:gd name="connsiteX3" fmla="*/ 21304 w 41981"/>
                  <a:gd name="connsiteY3" fmla="*/ 37343 h 41981"/>
                  <a:gd name="connsiteX4" fmla="*/ 5113 w 41981"/>
                  <a:gd name="connsiteY4" fmla="*/ 21153 h 41981"/>
                  <a:gd name="connsiteX5" fmla="*/ 21304 w 41981"/>
                  <a:gd name="connsiteY5" fmla="*/ 4963 h 41981"/>
                  <a:gd name="connsiteX6" fmla="*/ 21304 w 41981"/>
                  <a:gd name="connsiteY6" fmla="*/ 162 h 41981"/>
                  <a:gd name="connsiteX7" fmla="*/ 313 w 41981"/>
                  <a:gd name="connsiteY7" fmla="*/ 21153 h 41981"/>
                  <a:gd name="connsiteX8" fmla="*/ 21304 w 41981"/>
                  <a:gd name="connsiteY8" fmla="*/ 42143 h 41981"/>
                  <a:gd name="connsiteX9" fmla="*/ 42294 w 41981"/>
                  <a:gd name="connsiteY9" fmla="*/ 21153 h 41981"/>
                  <a:gd name="connsiteX10" fmla="*/ 42294 w 41981"/>
                  <a:gd name="connsiteY10" fmla="*/ 21153 h 41981"/>
                  <a:gd name="connsiteX11" fmla="*/ 2130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4" y="4963"/>
                    </a:moveTo>
                    <a:cubicBezTo>
                      <a:pt x="30245" y="4963"/>
                      <a:pt x="37494" y="12211"/>
                      <a:pt x="37494" y="21153"/>
                    </a:cubicBezTo>
                    <a:lnTo>
                      <a:pt x="37494" y="21153"/>
                    </a:lnTo>
                    <a:cubicBezTo>
                      <a:pt x="37494" y="30095"/>
                      <a:pt x="30245" y="37343"/>
                      <a:pt x="21304" y="37343"/>
                    </a:cubicBezTo>
                    <a:cubicBezTo>
                      <a:pt x="12362" y="37343"/>
                      <a:pt x="5113" y="30095"/>
                      <a:pt x="5113" y="21153"/>
                    </a:cubicBezTo>
                    <a:cubicBezTo>
                      <a:pt x="5113" y="12211"/>
                      <a:pt x="12362" y="4963"/>
                      <a:pt x="21304" y="4963"/>
                    </a:cubicBezTo>
                    <a:close/>
                    <a:moveTo>
                      <a:pt x="21304" y="162"/>
                    </a:moveTo>
                    <a:cubicBezTo>
                      <a:pt x="9711" y="162"/>
                      <a:pt x="313" y="9560"/>
                      <a:pt x="313" y="21153"/>
                    </a:cubicBezTo>
                    <a:cubicBezTo>
                      <a:pt x="313" y="32745"/>
                      <a:pt x="9711" y="42143"/>
                      <a:pt x="21304" y="42143"/>
                    </a:cubicBezTo>
                    <a:cubicBezTo>
                      <a:pt x="32896" y="42143"/>
                      <a:pt x="42294" y="32745"/>
                      <a:pt x="42294" y="21153"/>
                    </a:cubicBezTo>
                    <a:lnTo>
                      <a:pt x="42294" y="21153"/>
                    </a:lnTo>
                    <a:cubicBezTo>
                      <a:pt x="42294" y="9560"/>
                      <a:pt x="32896" y="162"/>
                      <a:pt x="21304" y="162"/>
                    </a:cubicBezTo>
                    <a:close/>
                  </a:path>
                </a:pathLst>
              </a:custGeom>
              <a:solidFill>
                <a:srgbClr val="000000"/>
              </a:solidFill>
              <a:ln w="4794" cap="sq">
                <a:noFill/>
                <a:prstDash val="solid"/>
                <a:round/>
              </a:ln>
            </p:spPr>
            <p:txBody>
              <a:bodyPr rtlCol="0" anchor="ctr"/>
              <a:lstStyle/>
              <a:p>
                <a:endParaRPr lang="en-US"/>
              </a:p>
            </p:txBody>
          </p:sp>
          <p:sp>
            <p:nvSpPr>
              <p:cNvPr id="1526" name="Freeform: Shape 1525">
                <a:extLst>
                  <a:ext uri="{FF2B5EF4-FFF2-40B4-BE49-F238E27FC236}">
                    <a16:creationId xmlns:a16="http://schemas.microsoft.com/office/drawing/2014/main" id="{6C975D6A-F774-CEEA-FB3A-6DEF024DC0E5}"/>
                  </a:ext>
                </a:extLst>
              </p:cNvPr>
              <p:cNvSpPr/>
              <p:nvPr/>
            </p:nvSpPr>
            <p:spPr>
              <a:xfrm>
                <a:off x="7647364" y="8148349"/>
                <a:ext cx="37180" cy="37180"/>
              </a:xfrm>
              <a:custGeom>
                <a:avLst/>
                <a:gdLst>
                  <a:gd name="connsiteX0" fmla="*/ 37433 w 37180"/>
                  <a:gd name="connsiteY0" fmla="*/ 18789 h 37180"/>
                  <a:gd name="connsiteX1" fmla="*/ 18842 w 37180"/>
                  <a:gd name="connsiteY1" fmla="*/ 37380 h 37180"/>
                  <a:gd name="connsiteX2" fmla="*/ 252 w 37180"/>
                  <a:gd name="connsiteY2" fmla="*/ 18789 h 37180"/>
                  <a:gd name="connsiteX3" fmla="*/ 18842 w 37180"/>
                  <a:gd name="connsiteY3" fmla="*/ 199 h 37180"/>
                  <a:gd name="connsiteX4" fmla="*/ 37433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89"/>
                    </a:moveTo>
                    <a:cubicBezTo>
                      <a:pt x="37433" y="29056"/>
                      <a:pt x="29110" y="37380"/>
                      <a:pt x="18842" y="37380"/>
                    </a:cubicBezTo>
                    <a:cubicBezTo>
                      <a:pt x="8575" y="37380"/>
                      <a:pt x="252" y="29056"/>
                      <a:pt x="252" y="18789"/>
                    </a:cubicBezTo>
                    <a:cubicBezTo>
                      <a:pt x="252" y="8522"/>
                      <a:pt x="8575" y="199"/>
                      <a:pt x="18842" y="199"/>
                    </a:cubicBezTo>
                    <a:cubicBezTo>
                      <a:pt x="29110" y="199"/>
                      <a:pt x="37433" y="8522"/>
                      <a:pt x="37433" y="18789"/>
                    </a:cubicBezTo>
                    <a:close/>
                  </a:path>
                </a:pathLst>
              </a:custGeom>
              <a:solidFill>
                <a:srgbClr val="F7C6C6"/>
              </a:solidFill>
              <a:ln w="5753" cap="sq">
                <a:noFill/>
                <a:prstDash val="solid"/>
                <a:miter/>
              </a:ln>
            </p:spPr>
            <p:txBody>
              <a:bodyPr rtlCol="0" anchor="ctr"/>
              <a:lstStyle/>
              <a:p>
                <a:endParaRPr lang="en-US"/>
              </a:p>
            </p:txBody>
          </p:sp>
          <p:sp>
            <p:nvSpPr>
              <p:cNvPr id="1527" name="Freeform: Shape 1526">
                <a:extLst>
                  <a:ext uri="{FF2B5EF4-FFF2-40B4-BE49-F238E27FC236}">
                    <a16:creationId xmlns:a16="http://schemas.microsoft.com/office/drawing/2014/main" id="{30A7A158-2AEB-D25B-750C-D06403538669}"/>
                  </a:ext>
                </a:extLst>
              </p:cNvPr>
              <p:cNvSpPr/>
              <p:nvPr/>
            </p:nvSpPr>
            <p:spPr>
              <a:xfrm>
                <a:off x="7644964" y="8145949"/>
                <a:ext cx="41981" cy="41981"/>
              </a:xfrm>
              <a:custGeom>
                <a:avLst/>
                <a:gdLst>
                  <a:gd name="connsiteX0" fmla="*/ 21243 w 41981"/>
                  <a:gd name="connsiteY0" fmla="*/ 4999 h 41981"/>
                  <a:gd name="connsiteX1" fmla="*/ 37433 w 41981"/>
                  <a:gd name="connsiteY1" fmla="*/ 21189 h 41981"/>
                  <a:gd name="connsiteX2" fmla="*/ 37433 w 41981"/>
                  <a:gd name="connsiteY2" fmla="*/ 21189 h 41981"/>
                  <a:gd name="connsiteX3" fmla="*/ 21243 w 41981"/>
                  <a:gd name="connsiteY3" fmla="*/ 37380 h 41981"/>
                  <a:gd name="connsiteX4" fmla="*/ 5052 w 41981"/>
                  <a:gd name="connsiteY4" fmla="*/ 21189 h 41981"/>
                  <a:gd name="connsiteX5" fmla="*/ 21243 w 41981"/>
                  <a:gd name="connsiteY5" fmla="*/ 4999 h 41981"/>
                  <a:gd name="connsiteX6" fmla="*/ 21243 w 41981"/>
                  <a:gd name="connsiteY6" fmla="*/ 199 h 41981"/>
                  <a:gd name="connsiteX7" fmla="*/ 252 w 41981"/>
                  <a:gd name="connsiteY7" fmla="*/ 21189 h 41981"/>
                  <a:gd name="connsiteX8" fmla="*/ 21243 w 41981"/>
                  <a:gd name="connsiteY8" fmla="*/ 42180 h 41981"/>
                  <a:gd name="connsiteX9" fmla="*/ 42233 w 41981"/>
                  <a:gd name="connsiteY9" fmla="*/ 21189 h 41981"/>
                  <a:gd name="connsiteX10" fmla="*/ 42233 w 41981"/>
                  <a:gd name="connsiteY10" fmla="*/ 21189 h 41981"/>
                  <a:gd name="connsiteX11" fmla="*/ 21243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99"/>
                    </a:moveTo>
                    <a:cubicBezTo>
                      <a:pt x="30184" y="4999"/>
                      <a:pt x="37433" y="12248"/>
                      <a:pt x="37433" y="21189"/>
                    </a:cubicBezTo>
                    <a:lnTo>
                      <a:pt x="37433" y="21189"/>
                    </a:lnTo>
                    <a:cubicBezTo>
                      <a:pt x="37433" y="30131"/>
                      <a:pt x="30184" y="37380"/>
                      <a:pt x="21243" y="37380"/>
                    </a:cubicBezTo>
                    <a:cubicBezTo>
                      <a:pt x="12301" y="37380"/>
                      <a:pt x="5052" y="30131"/>
                      <a:pt x="5052" y="21189"/>
                    </a:cubicBezTo>
                    <a:cubicBezTo>
                      <a:pt x="5052" y="12248"/>
                      <a:pt x="12301" y="4999"/>
                      <a:pt x="21243" y="4999"/>
                    </a:cubicBezTo>
                    <a:close/>
                    <a:moveTo>
                      <a:pt x="21243" y="199"/>
                    </a:moveTo>
                    <a:cubicBezTo>
                      <a:pt x="9650" y="199"/>
                      <a:pt x="252" y="9597"/>
                      <a:pt x="252" y="21189"/>
                    </a:cubicBezTo>
                    <a:cubicBezTo>
                      <a:pt x="252" y="32782"/>
                      <a:pt x="9650" y="42180"/>
                      <a:pt x="21243" y="42180"/>
                    </a:cubicBezTo>
                    <a:cubicBezTo>
                      <a:pt x="32835" y="42180"/>
                      <a:pt x="42233" y="32782"/>
                      <a:pt x="42233" y="21189"/>
                    </a:cubicBezTo>
                    <a:lnTo>
                      <a:pt x="42233" y="21189"/>
                    </a:lnTo>
                    <a:cubicBezTo>
                      <a:pt x="42233" y="9597"/>
                      <a:pt x="32835" y="199"/>
                      <a:pt x="21243" y="199"/>
                    </a:cubicBezTo>
                    <a:close/>
                  </a:path>
                </a:pathLst>
              </a:custGeom>
              <a:solidFill>
                <a:srgbClr val="000000"/>
              </a:solidFill>
              <a:ln w="4794" cap="sq">
                <a:noFill/>
                <a:prstDash val="solid"/>
                <a:round/>
              </a:ln>
            </p:spPr>
            <p:txBody>
              <a:bodyPr rtlCol="0" anchor="ctr"/>
              <a:lstStyle/>
              <a:p>
                <a:endParaRPr lang="en-US"/>
              </a:p>
            </p:txBody>
          </p:sp>
          <p:sp>
            <p:nvSpPr>
              <p:cNvPr id="1528" name="Freeform: Shape 1527">
                <a:extLst>
                  <a:ext uri="{FF2B5EF4-FFF2-40B4-BE49-F238E27FC236}">
                    <a16:creationId xmlns:a16="http://schemas.microsoft.com/office/drawing/2014/main" id="{9F18CC9A-5843-00C4-0AC6-9104BE4F19BD}"/>
                  </a:ext>
                </a:extLst>
              </p:cNvPr>
              <p:cNvSpPr/>
              <p:nvPr/>
            </p:nvSpPr>
            <p:spPr>
              <a:xfrm>
                <a:off x="7867794" y="7877410"/>
                <a:ext cx="37180" cy="37180"/>
              </a:xfrm>
              <a:custGeom>
                <a:avLst/>
                <a:gdLst>
                  <a:gd name="connsiteX0" fmla="*/ 37471 w 37180"/>
                  <a:gd name="connsiteY0" fmla="*/ 18742 h 37180"/>
                  <a:gd name="connsiteX1" fmla="*/ 18881 w 37180"/>
                  <a:gd name="connsiteY1" fmla="*/ 37333 h 37180"/>
                  <a:gd name="connsiteX2" fmla="*/ 290 w 37180"/>
                  <a:gd name="connsiteY2" fmla="*/ 18742 h 37180"/>
                  <a:gd name="connsiteX3" fmla="*/ 18881 w 37180"/>
                  <a:gd name="connsiteY3" fmla="*/ 152 h 37180"/>
                  <a:gd name="connsiteX4" fmla="*/ 37471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42"/>
                    </a:moveTo>
                    <a:cubicBezTo>
                      <a:pt x="37471" y="29009"/>
                      <a:pt x="29148" y="37333"/>
                      <a:pt x="18881" y="37333"/>
                    </a:cubicBezTo>
                    <a:cubicBezTo>
                      <a:pt x="8613" y="37333"/>
                      <a:pt x="290" y="29009"/>
                      <a:pt x="290" y="18742"/>
                    </a:cubicBezTo>
                    <a:cubicBezTo>
                      <a:pt x="290" y="8475"/>
                      <a:pt x="8613" y="152"/>
                      <a:pt x="18881" y="152"/>
                    </a:cubicBezTo>
                    <a:cubicBezTo>
                      <a:pt x="29148" y="152"/>
                      <a:pt x="37471" y="8475"/>
                      <a:pt x="37471" y="18742"/>
                    </a:cubicBezTo>
                    <a:close/>
                  </a:path>
                </a:pathLst>
              </a:custGeom>
              <a:solidFill>
                <a:srgbClr val="F7F1F1"/>
              </a:solidFill>
              <a:ln w="5753" cap="sq">
                <a:noFill/>
                <a:prstDash val="solid"/>
                <a:miter/>
              </a:ln>
            </p:spPr>
            <p:txBody>
              <a:bodyPr rtlCol="0" anchor="ctr"/>
              <a:lstStyle/>
              <a:p>
                <a:endParaRPr lang="en-US"/>
              </a:p>
            </p:txBody>
          </p:sp>
          <p:sp>
            <p:nvSpPr>
              <p:cNvPr id="1529" name="Freeform: Shape 1528">
                <a:extLst>
                  <a:ext uri="{FF2B5EF4-FFF2-40B4-BE49-F238E27FC236}">
                    <a16:creationId xmlns:a16="http://schemas.microsoft.com/office/drawing/2014/main" id="{643A1E1B-A313-540D-5C21-1540EFDB2288}"/>
                  </a:ext>
                </a:extLst>
              </p:cNvPr>
              <p:cNvSpPr/>
              <p:nvPr/>
            </p:nvSpPr>
            <p:spPr>
              <a:xfrm>
                <a:off x="7865393" y="7875010"/>
                <a:ext cx="41981" cy="41981"/>
              </a:xfrm>
              <a:custGeom>
                <a:avLst/>
                <a:gdLst>
                  <a:gd name="connsiteX0" fmla="*/ 21281 w 41981"/>
                  <a:gd name="connsiteY0" fmla="*/ 4952 h 41981"/>
                  <a:gd name="connsiteX1" fmla="*/ 37471 w 41981"/>
                  <a:gd name="connsiteY1" fmla="*/ 21142 h 41981"/>
                  <a:gd name="connsiteX2" fmla="*/ 37471 w 41981"/>
                  <a:gd name="connsiteY2" fmla="*/ 21142 h 41981"/>
                  <a:gd name="connsiteX3" fmla="*/ 21281 w 41981"/>
                  <a:gd name="connsiteY3" fmla="*/ 37333 h 41981"/>
                  <a:gd name="connsiteX4" fmla="*/ 5091 w 41981"/>
                  <a:gd name="connsiteY4" fmla="*/ 21142 h 41981"/>
                  <a:gd name="connsiteX5" fmla="*/ 21281 w 41981"/>
                  <a:gd name="connsiteY5" fmla="*/ 4952 h 41981"/>
                  <a:gd name="connsiteX6" fmla="*/ 21281 w 41981"/>
                  <a:gd name="connsiteY6" fmla="*/ 152 h 41981"/>
                  <a:gd name="connsiteX7" fmla="*/ 290 w 41981"/>
                  <a:gd name="connsiteY7" fmla="*/ 21142 h 41981"/>
                  <a:gd name="connsiteX8" fmla="*/ 21281 w 41981"/>
                  <a:gd name="connsiteY8" fmla="*/ 42133 h 41981"/>
                  <a:gd name="connsiteX9" fmla="*/ 42271 w 41981"/>
                  <a:gd name="connsiteY9" fmla="*/ 21142 h 41981"/>
                  <a:gd name="connsiteX10" fmla="*/ 42271 w 41981"/>
                  <a:gd name="connsiteY10" fmla="*/ 21142 h 41981"/>
                  <a:gd name="connsiteX11" fmla="*/ 21281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52"/>
                    </a:moveTo>
                    <a:cubicBezTo>
                      <a:pt x="30223" y="4952"/>
                      <a:pt x="37471" y="12201"/>
                      <a:pt x="37471" y="21142"/>
                    </a:cubicBezTo>
                    <a:lnTo>
                      <a:pt x="37471" y="21142"/>
                    </a:lnTo>
                    <a:cubicBezTo>
                      <a:pt x="37471" y="30084"/>
                      <a:pt x="30223" y="37333"/>
                      <a:pt x="21281" y="37333"/>
                    </a:cubicBezTo>
                    <a:cubicBezTo>
                      <a:pt x="12339" y="37333"/>
                      <a:pt x="5091" y="30084"/>
                      <a:pt x="5091" y="21142"/>
                    </a:cubicBezTo>
                    <a:cubicBezTo>
                      <a:pt x="5091" y="12201"/>
                      <a:pt x="12339" y="4952"/>
                      <a:pt x="21281" y="4952"/>
                    </a:cubicBezTo>
                    <a:close/>
                    <a:moveTo>
                      <a:pt x="21281" y="152"/>
                    </a:moveTo>
                    <a:cubicBezTo>
                      <a:pt x="9688" y="152"/>
                      <a:pt x="290" y="9550"/>
                      <a:pt x="290" y="21142"/>
                    </a:cubicBezTo>
                    <a:cubicBezTo>
                      <a:pt x="290" y="32735"/>
                      <a:pt x="9688" y="42133"/>
                      <a:pt x="21281" y="42133"/>
                    </a:cubicBezTo>
                    <a:cubicBezTo>
                      <a:pt x="32873" y="42133"/>
                      <a:pt x="42271" y="32735"/>
                      <a:pt x="42271" y="21142"/>
                    </a:cubicBezTo>
                    <a:lnTo>
                      <a:pt x="42271" y="21142"/>
                    </a:lnTo>
                    <a:cubicBezTo>
                      <a:pt x="42271" y="9550"/>
                      <a:pt x="32873" y="152"/>
                      <a:pt x="21281" y="152"/>
                    </a:cubicBezTo>
                    <a:close/>
                  </a:path>
                </a:pathLst>
              </a:custGeom>
              <a:solidFill>
                <a:srgbClr val="000000"/>
              </a:solidFill>
              <a:ln w="4794" cap="sq">
                <a:noFill/>
                <a:prstDash val="solid"/>
                <a:round/>
              </a:ln>
            </p:spPr>
            <p:txBody>
              <a:bodyPr rtlCol="0" anchor="ctr"/>
              <a:lstStyle/>
              <a:p>
                <a:endParaRPr lang="en-US"/>
              </a:p>
            </p:txBody>
          </p:sp>
          <p:sp>
            <p:nvSpPr>
              <p:cNvPr id="1530" name="Freeform: Shape 1529">
                <a:extLst>
                  <a:ext uri="{FF2B5EF4-FFF2-40B4-BE49-F238E27FC236}">
                    <a16:creationId xmlns:a16="http://schemas.microsoft.com/office/drawing/2014/main" id="{62FC27BD-DCC2-E504-A2E8-3029EEEFE453}"/>
                  </a:ext>
                </a:extLst>
              </p:cNvPr>
              <p:cNvSpPr/>
              <p:nvPr/>
            </p:nvSpPr>
            <p:spPr>
              <a:xfrm>
                <a:off x="7677091" y="8136397"/>
                <a:ext cx="37180" cy="37180"/>
              </a:xfrm>
              <a:custGeom>
                <a:avLst/>
                <a:gdLst>
                  <a:gd name="connsiteX0" fmla="*/ 37438 w 37180"/>
                  <a:gd name="connsiteY0" fmla="*/ 18787 h 37180"/>
                  <a:gd name="connsiteX1" fmla="*/ 18848 w 37180"/>
                  <a:gd name="connsiteY1" fmla="*/ 37378 h 37180"/>
                  <a:gd name="connsiteX2" fmla="*/ 257 w 37180"/>
                  <a:gd name="connsiteY2" fmla="*/ 18787 h 37180"/>
                  <a:gd name="connsiteX3" fmla="*/ 18848 w 37180"/>
                  <a:gd name="connsiteY3" fmla="*/ 197 h 37180"/>
                  <a:gd name="connsiteX4" fmla="*/ 37438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87"/>
                    </a:moveTo>
                    <a:cubicBezTo>
                      <a:pt x="37438" y="29054"/>
                      <a:pt x="29115" y="37378"/>
                      <a:pt x="18848" y="37378"/>
                    </a:cubicBezTo>
                    <a:cubicBezTo>
                      <a:pt x="8580" y="37378"/>
                      <a:pt x="257" y="29054"/>
                      <a:pt x="257" y="18787"/>
                    </a:cubicBezTo>
                    <a:cubicBezTo>
                      <a:pt x="257" y="8520"/>
                      <a:pt x="8580" y="197"/>
                      <a:pt x="18848" y="197"/>
                    </a:cubicBezTo>
                    <a:cubicBezTo>
                      <a:pt x="29115" y="197"/>
                      <a:pt x="37438" y="8520"/>
                      <a:pt x="37438" y="18787"/>
                    </a:cubicBezTo>
                    <a:close/>
                  </a:path>
                </a:pathLst>
              </a:custGeom>
              <a:solidFill>
                <a:srgbClr val="F7D0D0"/>
              </a:solidFill>
              <a:ln w="5753" cap="sq">
                <a:noFill/>
                <a:prstDash val="solid"/>
                <a:miter/>
              </a:ln>
            </p:spPr>
            <p:txBody>
              <a:bodyPr rtlCol="0" anchor="ctr"/>
              <a:lstStyle/>
              <a:p>
                <a:endParaRPr lang="en-US"/>
              </a:p>
            </p:txBody>
          </p:sp>
          <p:sp>
            <p:nvSpPr>
              <p:cNvPr id="1531" name="Freeform: Shape 1530">
                <a:extLst>
                  <a:ext uri="{FF2B5EF4-FFF2-40B4-BE49-F238E27FC236}">
                    <a16:creationId xmlns:a16="http://schemas.microsoft.com/office/drawing/2014/main" id="{4BA96268-5631-1F6D-0B31-B3FDA9C90B86}"/>
                  </a:ext>
                </a:extLst>
              </p:cNvPr>
              <p:cNvSpPr/>
              <p:nvPr/>
            </p:nvSpPr>
            <p:spPr>
              <a:xfrm>
                <a:off x="7674691" y="8133997"/>
                <a:ext cx="41981" cy="41981"/>
              </a:xfrm>
              <a:custGeom>
                <a:avLst/>
                <a:gdLst>
                  <a:gd name="connsiteX0" fmla="*/ 21248 w 41981"/>
                  <a:gd name="connsiteY0" fmla="*/ 4997 h 41981"/>
                  <a:gd name="connsiteX1" fmla="*/ 37438 w 41981"/>
                  <a:gd name="connsiteY1" fmla="*/ 21187 h 41981"/>
                  <a:gd name="connsiteX2" fmla="*/ 37438 w 41981"/>
                  <a:gd name="connsiteY2" fmla="*/ 21187 h 41981"/>
                  <a:gd name="connsiteX3" fmla="*/ 21248 w 41981"/>
                  <a:gd name="connsiteY3" fmla="*/ 37378 h 41981"/>
                  <a:gd name="connsiteX4" fmla="*/ 5058 w 41981"/>
                  <a:gd name="connsiteY4" fmla="*/ 21187 h 41981"/>
                  <a:gd name="connsiteX5" fmla="*/ 21248 w 41981"/>
                  <a:gd name="connsiteY5" fmla="*/ 4997 h 41981"/>
                  <a:gd name="connsiteX6" fmla="*/ 21248 w 41981"/>
                  <a:gd name="connsiteY6" fmla="*/ 197 h 41981"/>
                  <a:gd name="connsiteX7" fmla="*/ 257 w 41981"/>
                  <a:gd name="connsiteY7" fmla="*/ 21187 h 41981"/>
                  <a:gd name="connsiteX8" fmla="*/ 21248 w 41981"/>
                  <a:gd name="connsiteY8" fmla="*/ 42178 h 41981"/>
                  <a:gd name="connsiteX9" fmla="*/ 42238 w 41981"/>
                  <a:gd name="connsiteY9" fmla="*/ 21187 h 41981"/>
                  <a:gd name="connsiteX10" fmla="*/ 42238 w 41981"/>
                  <a:gd name="connsiteY10" fmla="*/ 21187 h 41981"/>
                  <a:gd name="connsiteX11" fmla="*/ 21248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97"/>
                    </a:moveTo>
                    <a:cubicBezTo>
                      <a:pt x="30190" y="4997"/>
                      <a:pt x="37438" y="12246"/>
                      <a:pt x="37438" y="21187"/>
                    </a:cubicBezTo>
                    <a:lnTo>
                      <a:pt x="37438" y="21187"/>
                    </a:lnTo>
                    <a:cubicBezTo>
                      <a:pt x="37438" y="30129"/>
                      <a:pt x="30190" y="37378"/>
                      <a:pt x="21248" y="37378"/>
                    </a:cubicBezTo>
                    <a:cubicBezTo>
                      <a:pt x="12306" y="37378"/>
                      <a:pt x="5058" y="30129"/>
                      <a:pt x="5058" y="21187"/>
                    </a:cubicBezTo>
                    <a:cubicBezTo>
                      <a:pt x="5058" y="12246"/>
                      <a:pt x="12306" y="4997"/>
                      <a:pt x="21248" y="4997"/>
                    </a:cubicBezTo>
                    <a:close/>
                    <a:moveTo>
                      <a:pt x="21248" y="197"/>
                    </a:moveTo>
                    <a:cubicBezTo>
                      <a:pt x="9655" y="197"/>
                      <a:pt x="257" y="9595"/>
                      <a:pt x="257" y="21187"/>
                    </a:cubicBezTo>
                    <a:cubicBezTo>
                      <a:pt x="257" y="32780"/>
                      <a:pt x="9655" y="42178"/>
                      <a:pt x="21248" y="42178"/>
                    </a:cubicBezTo>
                    <a:cubicBezTo>
                      <a:pt x="32840" y="42178"/>
                      <a:pt x="42238" y="32780"/>
                      <a:pt x="42238" y="21187"/>
                    </a:cubicBezTo>
                    <a:lnTo>
                      <a:pt x="42238" y="21187"/>
                    </a:lnTo>
                    <a:cubicBezTo>
                      <a:pt x="42238" y="9595"/>
                      <a:pt x="32840" y="197"/>
                      <a:pt x="21248" y="197"/>
                    </a:cubicBezTo>
                    <a:close/>
                  </a:path>
                </a:pathLst>
              </a:custGeom>
              <a:solidFill>
                <a:srgbClr val="000000"/>
              </a:solidFill>
              <a:ln w="4794" cap="sq">
                <a:noFill/>
                <a:prstDash val="solid"/>
                <a:round/>
              </a:ln>
            </p:spPr>
            <p:txBody>
              <a:bodyPr rtlCol="0" anchor="ctr"/>
              <a:lstStyle/>
              <a:p>
                <a:endParaRPr lang="en-US"/>
              </a:p>
            </p:txBody>
          </p:sp>
          <p:sp>
            <p:nvSpPr>
              <p:cNvPr id="1532" name="Freeform: Shape 1531">
                <a:extLst>
                  <a:ext uri="{FF2B5EF4-FFF2-40B4-BE49-F238E27FC236}">
                    <a16:creationId xmlns:a16="http://schemas.microsoft.com/office/drawing/2014/main" id="{DC393C6D-BC65-D882-AA61-C5837A714C36}"/>
                  </a:ext>
                </a:extLst>
              </p:cNvPr>
              <p:cNvSpPr/>
              <p:nvPr/>
            </p:nvSpPr>
            <p:spPr>
              <a:xfrm>
                <a:off x="8127662" y="8127567"/>
                <a:ext cx="37180" cy="37180"/>
              </a:xfrm>
              <a:custGeom>
                <a:avLst/>
                <a:gdLst>
                  <a:gd name="connsiteX0" fmla="*/ 37516 w 37180"/>
                  <a:gd name="connsiteY0" fmla="*/ 18786 h 37180"/>
                  <a:gd name="connsiteX1" fmla="*/ 18926 w 37180"/>
                  <a:gd name="connsiteY1" fmla="*/ 37376 h 37180"/>
                  <a:gd name="connsiteX2" fmla="*/ 335 w 37180"/>
                  <a:gd name="connsiteY2" fmla="*/ 18786 h 37180"/>
                  <a:gd name="connsiteX3" fmla="*/ 18926 w 37180"/>
                  <a:gd name="connsiteY3" fmla="*/ 195 h 37180"/>
                  <a:gd name="connsiteX4" fmla="*/ 37516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6" y="18786"/>
                    </a:moveTo>
                    <a:cubicBezTo>
                      <a:pt x="37516" y="29053"/>
                      <a:pt x="29193" y="37376"/>
                      <a:pt x="18926" y="37376"/>
                    </a:cubicBezTo>
                    <a:cubicBezTo>
                      <a:pt x="8659" y="37376"/>
                      <a:pt x="335" y="29053"/>
                      <a:pt x="335" y="18786"/>
                    </a:cubicBezTo>
                    <a:cubicBezTo>
                      <a:pt x="335" y="8518"/>
                      <a:pt x="8659" y="195"/>
                      <a:pt x="18926" y="195"/>
                    </a:cubicBezTo>
                    <a:cubicBezTo>
                      <a:pt x="29193" y="195"/>
                      <a:pt x="37516" y="8518"/>
                      <a:pt x="37516" y="18786"/>
                    </a:cubicBezTo>
                    <a:close/>
                  </a:path>
                </a:pathLst>
              </a:custGeom>
              <a:solidFill>
                <a:srgbClr val="F7A52B"/>
              </a:solidFill>
              <a:ln w="5753" cap="sq">
                <a:noFill/>
                <a:prstDash val="solid"/>
                <a:miter/>
              </a:ln>
            </p:spPr>
            <p:txBody>
              <a:bodyPr rtlCol="0" anchor="ctr"/>
              <a:lstStyle/>
              <a:p>
                <a:endParaRPr lang="en-US"/>
              </a:p>
            </p:txBody>
          </p:sp>
          <p:sp>
            <p:nvSpPr>
              <p:cNvPr id="1533" name="Freeform: Shape 1532">
                <a:extLst>
                  <a:ext uri="{FF2B5EF4-FFF2-40B4-BE49-F238E27FC236}">
                    <a16:creationId xmlns:a16="http://schemas.microsoft.com/office/drawing/2014/main" id="{D873A5FF-BA0B-83DD-B8A4-532E998F93E5}"/>
                  </a:ext>
                </a:extLst>
              </p:cNvPr>
              <p:cNvSpPr/>
              <p:nvPr/>
            </p:nvSpPr>
            <p:spPr>
              <a:xfrm>
                <a:off x="8125261" y="8125167"/>
                <a:ext cx="41981" cy="41981"/>
              </a:xfrm>
              <a:custGeom>
                <a:avLst/>
                <a:gdLst>
                  <a:gd name="connsiteX0" fmla="*/ 21326 w 41981"/>
                  <a:gd name="connsiteY0" fmla="*/ 4996 h 41981"/>
                  <a:gd name="connsiteX1" fmla="*/ 37516 w 41981"/>
                  <a:gd name="connsiteY1" fmla="*/ 21186 h 41981"/>
                  <a:gd name="connsiteX2" fmla="*/ 37516 w 41981"/>
                  <a:gd name="connsiteY2" fmla="*/ 21186 h 41981"/>
                  <a:gd name="connsiteX3" fmla="*/ 21326 w 41981"/>
                  <a:gd name="connsiteY3" fmla="*/ 37376 h 41981"/>
                  <a:gd name="connsiteX4" fmla="*/ 5136 w 41981"/>
                  <a:gd name="connsiteY4" fmla="*/ 21186 h 41981"/>
                  <a:gd name="connsiteX5" fmla="*/ 21326 w 41981"/>
                  <a:gd name="connsiteY5" fmla="*/ 4996 h 41981"/>
                  <a:gd name="connsiteX6" fmla="*/ 21326 w 41981"/>
                  <a:gd name="connsiteY6" fmla="*/ 195 h 41981"/>
                  <a:gd name="connsiteX7" fmla="*/ 335 w 41981"/>
                  <a:gd name="connsiteY7" fmla="*/ 21186 h 41981"/>
                  <a:gd name="connsiteX8" fmla="*/ 21326 w 41981"/>
                  <a:gd name="connsiteY8" fmla="*/ 42176 h 41981"/>
                  <a:gd name="connsiteX9" fmla="*/ 42317 w 41981"/>
                  <a:gd name="connsiteY9" fmla="*/ 21186 h 41981"/>
                  <a:gd name="connsiteX10" fmla="*/ 42317 w 41981"/>
                  <a:gd name="connsiteY10" fmla="*/ 21186 h 41981"/>
                  <a:gd name="connsiteX11" fmla="*/ 21326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6" y="4996"/>
                    </a:moveTo>
                    <a:cubicBezTo>
                      <a:pt x="30268" y="4996"/>
                      <a:pt x="37516" y="12244"/>
                      <a:pt x="37516" y="21186"/>
                    </a:cubicBezTo>
                    <a:lnTo>
                      <a:pt x="37516" y="21186"/>
                    </a:lnTo>
                    <a:cubicBezTo>
                      <a:pt x="37516" y="30128"/>
                      <a:pt x="30268" y="37376"/>
                      <a:pt x="21326" y="37376"/>
                    </a:cubicBezTo>
                    <a:cubicBezTo>
                      <a:pt x="12384" y="37376"/>
                      <a:pt x="5136" y="30128"/>
                      <a:pt x="5136" y="21186"/>
                    </a:cubicBezTo>
                    <a:cubicBezTo>
                      <a:pt x="5136" y="12244"/>
                      <a:pt x="12384" y="4996"/>
                      <a:pt x="21326" y="4996"/>
                    </a:cubicBezTo>
                    <a:close/>
                    <a:moveTo>
                      <a:pt x="21326" y="195"/>
                    </a:moveTo>
                    <a:cubicBezTo>
                      <a:pt x="9733" y="195"/>
                      <a:pt x="335" y="9593"/>
                      <a:pt x="335" y="21186"/>
                    </a:cubicBezTo>
                    <a:cubicBezTo>
                      <a:pt x="335" y="32778"/>
                      <a:pt x="9733" y="42176"/>
                      <a:pt x="21326" y="42176"/>
                    </a:cubicBezTo>
                    <a:cubicBezTo>
                      <a:pt x="32919" y="42176"/>
                      <a:pt x="42317" y="32778"/>
                      <a:pt x="42317" y="21186"/>
                    </a:cubicBezTo>
                    <a:lnTo>
                      <a:pt x="42317" y="21186"/>
                    </a:lnTo>
                    <a:cubicBezTo>
                      <a:pt x="42317" y="9593"/>
                      <a:pt x="32919" y="195"/>
                      <a:pt x="21326" y="195"/>
                    </a:cubicBezTo>
                    <a:close/>
                  </a:path>
                </a:pathLst>
              </a:custGeom>
              <a:solidFill>
                <a:srgbClr val="000000"/>
              </a:solidFill>
              <a:ln w="4794" cap="sq">
                <a:noFill/>
                <a:prstDash val="solid"/>
                <a:round/>
              </a:ln>
            </p:spPr>
            <p:txBody>
              <a:bodyPr rtlCol="0" anchor="ctr"/>
              <a:lstStyle/>
              <a:p>
                <a:endParaRPr lang="en-US"/>
              </a:p>
            </p:txBody>
          </p:sp>
          <p:sp>
            <p:nvSpPr>
              <p:cNvPr id="1534" name="Freeform: Shape 1533">
                <a:extLst>
                  <a:ext uri="{FF2B5EF4-FFF2-40B4-BE49-F238E27FC236}">
                    <a16:creationId xmlns:a16="http://schemas.microsoft.com/office/drawing/2014/main" id="{106B672B-95D6-C4F6-CBCD-3294F38FA079}"/>
                  </a:ext>
                </a:extLst>
              </p:cNvPr>
              <p:cNvSpPr/>
              <p:nvPr/>
            </p:nvSpPr>
            <p:spPr>
              <a:xfrm>
                <a:off x="7756810" y="7959525"/>
                <a:ext cx="37180" cy="37180"/>
              </a:xfrm>
              <a:custGeom>
                <a:avLst/>
                <a:gdLst>
                  <a:gd name="connsiteX0" fmla="*/ 37452 w 37180"/>
                  <a:gd name="connsiteY0" fmla="*/ 18757 h 37180"/>
                  <a:gd name="connsiteX1" fmla="*/ 18861 w 37180"/>
                  <a:gd name="connsiteY1" fmla="*/ 37347 h 37180"/>
                  <a:gd name="connsiteX2" fmla="*/ 271 w 37180"/>
                  <a:gd name="connsiteY2" fmla="*/ 18757 h 37180"/>
                  <a:gd name="connsiteX3" fmla="*/ 18861 w 37180"/>
                  <a:gd name="connsiteY3" fmla="*/ 166 h 37180"/>
                  <a:gd name="connsiteX4" fmla="*/ 37452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7"/>
                    </a:moveTo>
                    <a:cubicBezTo>
                      <a:pt x="37452" y="29024"/>
                      <a:pt x="29129" y="37347"/>
                      <a:pt x="18861" y="37347"/>
                    </a:cubicBezTo>
                    <a:cubicBezTo>
                      <a:pt x="8594" y="37347"/>
                      <a:pt x="271" y="29024"/>
                      <a:pt x="271" y="18757"/>
                    </a:cubicBezTo>
                    <a:cubicBezTo>
                      <a:pt x="271" y="8489"/>
                      <a:pt x="8594" y="166"/>
                      <a:pt x="18861" y="166"/>
                    </a:cubicBezTo>
                    <a:cubicBezTo>
                      <a:pt x="29129" y="166"/>
                      <a:pt x="37452" y="8489"/>
                      <a:pt x="37452" y="18757"/>
                    </a:cubicBezTo>
                    <a:close/>
                  </a:path>
                </a:pathLst>
              </a:custGeom>
              <a:solidFill>
                <a:srgbClr val="F7EFEF"/>
              </a:solidFill>
              <a:ln w="5753" cap="sq">
                <a:noFill/>
                <a:prstDash val="solid"/>
                <a:miter/>
              </a:ln>
            </p:spPr>
            <p:txBody>
              <a:bodyPr rtlCol="0" anchor="ctr"/>
              <a:lstStyle/>
              <a:p>
                <a:endParaRPr lang="en-US"/>
              </a:p>
            </p:txBody>
          </p:sp>
          <p:sp>
            <p:nvSpPr>
              <p:cNvPr id="1535" name="Freeform: Shape 1534">
                <a:extLst>
                  <a:ext uri="{FF2B5EF4-FFF2-40B4-BE49-F238E27FC236}">
                    <a16:creationId xmlns:a16="http://schemas.microsoft.com/office/drawing/2014/main" id="{0C9702D2-E1C2-FB3C-97A1-25D45B324A34}"/>
                  </a:ext>
                </a:extLst>
              </p:cNvPr>
              <p:cNvSpPr/>
              <p:nvPr/>
            </p:nvSpPr>
            <p:spPr>
              <a:xfrm>
                <a:off x="7754410" y="7957125"/>
                <a:ext cx="41981" cy="41981"/>
              </a:xfrm>
              <a:custGeom>
                <a:avLst/>
                <a:gdLst>
                  <a:gd name="connsiteX0" fmla="*/ 21262 w 41981"/>
                  <a:gd name="connsiteY0" fmla="*/ 4966 h 41981"/>
                  <a:gd name="connsiteX1" fmla="*/ 37452 w 41981"/>
                  <a:gd name="connsiteY1" fmla="*/ 21157 h 41981"/>
                  <a:gd name="connsiteX2" fmla="*/ 37452 w 41981"/>
                  <a:gd name="connsiteY2" fmla="*/ 21157 h 41981"/>
                  <a:gd name="connsiteX3" fmla="*/ 21262 w 41981"/>
                  <a:gd name="connsiteY3" fmla="*/ 37347 h 41981"/>
                  <a:gd name="connsiteX4" fmla="*/ 5071 w 41981"/>
                  <a:gd name="connsiteY4" fmla="*/ 21157 h 41981"/>
                  <a:gd name="connsiteX5" fmla="*/ 21262 w 41981"/>
                  <a:gd name="connsiteY5" fmla="*/ 4966 h 41981"/>
                  <a:gd name="connsiteX6" fmla="*/ 21262 w 41981"/>
                  <a:gd name="connsiteY6" fmla="*/ 166 h 41981"/>
                  <a:gd name="connsiteX7" fmla="*/ 271 w 41981"/>
                  <a:gd name="connsiteY7" fmla="*/ 21157 h 41981"/>
                  <a:gd name="connsiteX8" fmla="*/ 21262 w 41981"/>
                  <a:gd name="connsiteY8" fmla="*/ 42147 h 41981"/>
                  <a:gd name="connsiteX9" fmla="*/ 42252 w 41981"/>
                  <a:gd name="connsiteY9" fmla="*/ 21157 h 41981"/>
                  <a:gd name="connsiteX10" fmla="*/ 42252 w 41981"/>
                  <a:gd name="connsiteY10" fmla="*/ 21157 h 41981"/>
                  <a:gd name="connsiteX11" fmla="*/ 21262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6"/>
                    </a:moveTo>
                    <a:cubicBezTo>
                      <a:pt x="30203" y="4966"/>
                      <a:pt x="37452" y="12215"/>
                      <a:pt x="37452" y="21157"/>
                    </a:cubicBezTo>
                    <a:lnTo>
                      <a:pt x="37452" y="21157"/>
                    </a:lnTo>
                    <a:cubicBezTo>
                      <a:pt x="37452" y="30099"/>
                      <a:pt x="30203" y="37347"/>
                      <a:pt x="21262" y="37347"/>
                    </a:cubicBezTo>
                    <a:cubicBezTo>
                      <a:pt x="12320" y="37347"/>
                      <a:pt x="5071" y="30099"/>
                      <a:pt x="5071" y="21157"/>
                    </a:cubicBezTo>
                    <a:cubicBezTo>
                      <a:pt x="5071" y="12215"/>
                      <a:pt x="12320" y="4966"/>
                      <a:pt x="21262" y="4966"/>
                    </a:cubicBezTo>
                    <a:close/>
                    <a:moveTo>
                      <a:pt x="21262" y="166"/>
                    </a:moveTo>
                    <a:cubicBezTo>
                      <a:pt x="9669" y="166"/>
                      <a:pt x="271" y="9564"/>
                      <a:pt x="271" y="21157"/>
                    </a:cubicBezTo>
                    <a:cubicBezTo>
                      <a:pt x="271" y="32749"/>
                      <a:pt x="9669" y="42147"/>
                      <a:pt x="21262" y="42147"/>
                    </a:cubicBezTo>
                    <a:cubicBezTo>
                      <a:pt x="32854" y="42147"/>
                      <a:pt x="42252" y="32749"/>
                      <a:pt x="42252" y="21157"/>
                    </a:cubicBezTo>
                    <a:lnTo>
                      <a:pt x="42252" y="21157"/>
                    </a:lnTo>
                    <a:cubicBezTo>
                      <a:pt x="42252" y="9564"/>
                      <a:pt x="32854" y="166"/>
                      <a:pt x="21262" y="166"/>
                    </a:cubicBezTo>
                    <a:close/>
                  </a:path>
                </a:pathLst>
              </a:custGeom>
              <a:solidFill>
                <a:srgbClr val="000000"/>
              </a:solidFill>
              <a:ln w="4794" cap="sq">
                <a:noFill/>
                <a:prstDash val="solid"/>
                <a:round/>
              </a:ln>
            </p:spPr>
            <p:txBody>
              <a:bodyPr rtlCol="0" anchor="ctr"/>
              <a:lstStyle/>
              <a:p>
                <a:endParaRPr lang="en-US"/>
              </a:p>
            </p:txBody>
          </p:sp>
          <p:sp>
            <p:nvSpPr>
              <p:cNvPr id="1536" name="Freeform: Shape 1535">
                <a:extLst>
                  <a:ext uri="{FF2B5EF4-FFF2-40B4-BE49-F238E27FC236}">
                    <a16:creationId xmlns:a16="http://schemas.microsoft.com/office/drawing/2014/main" id="{19A6BCA4-1503-DE64-8910-367E0533CF9D}"/>
                  </a:ext>
                </a:extLst>
              </p:cNvPr>
              <p:cNvSpPr/>
              <p:nvPr/>
            </p:nvSpPr>
            <p:spPr>
              <a:xfrm>
                <a:off x="7836148" y="8048598"/>
                <a:ext cx="37180" cy="37180"/>
              </a:xfrm>
              <a:custGeom>
                <a:avLst/>
                <a:gdLst>
                  <a:gd name="connsiteX0" fmla="*/ 37466 w 37180"/>
                  <a:gd name="connsiteY0" fmla="*/ 18772 h 37180"/>
                  <a:gd name="connsiteX1" fmla="*/ 18875 w 37180"/>
                  <a:gd name="connsiteY1" fmla="*/ 37362 h 37180"/>
                  <a:gd name="connsiteX2" fmla="*/ 285 w 37180"/>
                  <a:gd name="connsiteY2" fmla="*/ 18772 h 37180"/>
                  <a:gd name="connsiteX3" fmla="*/ 18875 w 37180"/>
                  <a:gd name="connsiteY3" fmla="*/ 182 h 37180"/>
                  <a:gd name="connsiteX4" fmla="*/ 3746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72"/>
                    </a:moveTo>
                    <a:cubicBezTo>
                      <a:pt x="37466" y="29039"/>
                      <a:pt x="29142" y="37362"/>
                      <a:pt x="18875" y="37362"/>
                    </a:cubicBezTo>
                    <a:cubicBezTo>
                      <a:pt x="8608" y="37362"/>
                      <a:pt x="285" y="29039"/>
                      <a:pt x="285" y="18772"/>
                    </a:cubicBezTo>
                    <a:cubicBezTo>
                      <a:pt x="285" y="8505"/>
                      <a:pt x="8608" y="182"/>
                      <a:pt x="18875" y="182"/>
                    </a:cubicBezTo>
                    <a:cubicBezTo>
                      <a:pt x="29142" y="182"/>
                      <a:pt x="37466" y="8505"/>
                      <a:pt x="37466" y="18772"/>
                    </a:cubicBezTo>
                    <a:close/>
                  </a:path>
                </a:pathLst>
              </a:custGeom>
              <a:solidFill>
                <a:srgbClr val="EEF7EE"/>
              </a:solidFill>
              <a:ln w="5753" cap="sq">
                <a:noFill/>
                <a:prstDash val="solid"/>
                <a:miter/>
              </a:ln>
            </p:spPr>
            <p:txBody>
              <a:bodyPr rtlCol="0" anchor="ctr"/>
              <a:lstStyle/>
              <a:p>
                <a:endParaRPr lang="en-US"/>
              </a:p>
            </p:txBody>
          </p:sp>
          <p:sp>
            <p:nvSpPr>
              <p:cNvPr id="1537" name="Freeform: Shape 1536">
                <a:extLst>
                  <a:ext uri="{FF2B5EF4-FFF2-40B4-BE49-F238E27FC236}">
                    <a16:creationId xmlns:a16="http://schemas.microsoft.com/office/drawing/2014/main" id="{F553BE0C-58E9-0A9B-0FE7-F1EBA8E055F8}"/>
                  </a:ext>
                </a:extLst>
              </p:cNvPr>
              <p:cNvSpPr/>
              <p:nvPr/>
            </p:nvSpPr>
            <p:spPr>
              <a:xfrm>
                <a:off x="7833748" y="8046197"/>
                <a:ext cx="41981" cy="41981"/>
              </a:xfrm>
              <a:custGeom>
                <a:avLst/>
                <a:gdLst>
                  <a:gd name="connsiteX0" fmla="*/ 21275 w 41981"/>
                  <a:gd name="connsiteY0" fmla="*/ 4982 h 41981"/>
                  <a:gd name="connsiteX1" fmla="*/ 37466 w 41981"/>
                  <a:gd name="connsiteY1" fmla="*/ 21172 h 41981"/>
                  <a:gd name="connsiteX2" fmla="*/ 37466 w 41981"/>
                  <a:gd name="connsiteY2" fmla="*/ 21172 h 41981"/>
                  <a:gd name="connsiteX3" fmla="*/ 21275 w 41981"/>
                  <a:gd name="connsiteY3" fmla="*/ 37362 h 41981"/>
                  <a:gd name="connsiteX4" fmla="*/ 5085 w 41981"/>
                  <a:gd name="connsiteY4" fmla="*/ 21172 h 41981"/>
                  <a:gd name="connsiteX5" fmla="*/ 21275 w 41981"/>
                  <a:gd name="connsiteY5" fmla="*/ 4982 h 41981"/>
                  <a:gd name="connsiteX6" fmla="*/ 21275 w 41981"/>
                  <a:gd name="connsiteY6" fmla="*/ 182 h 41981"/>
                  <a:gd name="connsiteX7" fmla="*/ 285 w 41981"/>
                  <a:gd name="connsiteY7" fmla="*/ 21172 h 41981"/>
                  <a:gd name="connsiteX8" fmla="*/ 21275 w 41981"/>
                  <a:gd name="connsiteY8" fmla="*/ 42163 h 41981"/>
                  <a:gd name="connsiteX9" fmla="*/ 42266 w 41981"/>
                  <a:gd name="connsiteY9" fmla="*/ 21172 h 41981"/>
                  <a:gd name="connsiteX10" fmla="*/ 42266 w 41981"/>
                  <a:gd name="connsiteY10" fmla="*/ 21172 h 41981"/>
                  <a:gd name="connsiteX11" fmla="*/ 21275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82"/>
                    </a:moveTo>
                    <a:cubicBezTo>
                      <a:pt x="30217" y="4982"/>
                      <a:pt x="37466" y="12230"/>
                      <a:pt x="37466" y="21172"/>
                    </a:cubicBezTo>
                    <a:lnTo>
                      <a:pt x="37466" y="21172"/>
                    </a:lnTo>
                    <a:cubicBezTo>
                      <a:pt x="37466" y="30114"/>
                      <a:pt x="30217" y="37362"/>
                      <a:pt x="21275" y="37362"/>
                    </a:cubicBezTo>
                    <a:cubicBezTo>
                      <a:pt x="12334" y="37362"/>
                      <a:pt x="5085" y="30114"/>
                      <a:pt x="5085" y="21172"/>
                    </a:cubicBezTo>
                    <a:cubicBezTo>
                      <a:pt x="5085" y="12230"/>
                      <a:pt x="12334" y="4982"/>
                      <a:pt x="21275" y="4982"/>
                    </a:cubicBezTo>
                    <a:close/>
                    <a:moveTo>
                      <a:pt x="21275" y="182"/>
                    </a:moveTo>
                    <a:cubicBezTo>
                      <a:pt x="9683" y="182"/>
                      <a:pt x="285" y="9580"/>
                      <a:pt x="285" y="21172"/>
                    </a:cubicBezTo>
                    <a:cubicBezTo>
                      <a:pt x="285" y="32765"/>
                      <a:pt x="9683" y="42163"/>
                      <a:pt x="21275" y="42163"/>
                    </a:cubicBezTo>
                    <a:cubicBezTo>
                      <a:pt x="32868" y="42163"/>
                      <a:pt x="42266" y="32765"/>
                      <a:pt x="42266" y="21172"/>
                    </a:cubicBezTo>
                    <a:lnTo>
                      <a:pt x="42266" y="21172"/>
                    </a:lnTo>
                    <a:cubicBezTo>
                      <a:pt x="42266" y="9580"/>
                      <a:pt x="32868" y="182"/>
                      <a:pt x="21275" y="182"/>
                    </a:cubicBezTo>
                    <a:close/>
                  </a:path>
                </a:pathLst>
              </a:custGeom>
              <a:solidFill>
                <a:srgbClr val="000000"/>
              </a:solidFill>
              <a:ln w="4794" cap="sq">
                <a:noFill/>
                <a:prstDash val="solid"/>
                <a:round/>
              </a:ln>
            </p:spPr>
            <p:txBody>
              <a:bodyPr rtlCol="0" anchor="ctr"/>
              <a:lstStyle/>
              <a:p>
                <a:endParaRPr lang="en-US"/>
              </a:p>
            </p:txBody>
          </p:sp>
          <p:sp>
            <p:nvSpPr>
              <p:cNvPr id="1538" name="Freeform: Shape 1537">
                <a:extLst>
                  <a:ext uri="{FF2B5EF4-FFF2-40B4-BE49-F238E27FC236}">
                    <a16:creationId xmlns:a16="http://schemas.microsoft.com/office/drawing/2014/main" id="{A851ED9B-BF63-A9A9-C30C-2816BFA4B2EE}"/>
                  </a:ext>
                </a:extLst>
              </p:cNvPr>
              <p:cNvSpPr/>
              <p:nvPr/>
            </p:nvSpPr>
            <p:spPr>
              <a:xfrm>
                <a:off x="7883772" y="7985923"/>
                <a:ext cx="37180" cy="37180"/>
              </a:xfrm>
              <a:custGeom>
                <a:avLst/>
                <a:gdLst>
                  <a:gd name="connsiteX0" fmla="*/ 37474 w 37180"/>
                  <a:gd name="connsiteY0" fmla="*/ 18761 h 37180"/>
                  <a:gd name="connsiteX1" fmla="*/ 18883 w 37180"/>
                  <a:gd name="connsiteY1" fmla="*/ 37351 h 37180"/>
                  <a:gd name="connsiteX2" fmla="*/ 293 w 37180"/>
                  <a:gd name="connsiteY2" fmla="*/ 18761 h 37180"/>
                  <a:gd name="connsiteX3" fmla="*/ 18883 w 37180"/>
                  <a:gd name="connsiteY3" fmla="*/ 171 h 37180"/>
                  <a:gd name="connsiteX4" fmla="*/ 37474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61"/>
                    </a:moveTo>
                    <a:cubicBezTo>
                      <a:pt x="37474" y="29028"/>
                      <a:pt x="29151" y="37351"/>
                      <a:pt x="18883" y="37351"/>
                    </a:cubicBezTo>
                    <a:cubicBezTo>
                      <a:pt x="8616" y="37351"/>
                      <a:pt x="293" y="29028"/>
                      <a:pt x="293" y="18761"/>
                    </a:cubicBezTo>
                    <a:cubicBezTo>
                      <a:pt x="293" y="8494"/>
                      <a:pt x="8616" y="171"/>
                      <a:pt x="18883" y="171"/>
                    </a:cubicBezTo>
                    <a:cubicBezTo>
                      <a:pt x="29151" y="171"/>
                      <a:pt x="37474" y="8494"/>
                      <a:pt x="37474" y="18761"/>
                    </a:cubicBezTo>
                    <a:close/>
                  </a:path>
                </a:pathLst>
              </a:custGeom>
              <a:solidFill>
                <a:srgbClr val="F7D5D5"/>
              </a:solidFill>
              <a:ln w="5753" cap="sq">
                <a:noFill/>
                <a:prstDash val="solid"/>
                <a:miter/>
              </a:ln>
            </p:spPr>
            <p:txBody>
              <a:bodyPr rtlCol="0" anchor="ctr"/>
              <a:lstStyle/>
              <a:p>
                <a:endParaRPr lang="en-US"/>
              </a:p>
            </p:txBody>
          </p:sp>
          <p:sp>
            <p:nvSpPr>
              <p:cNvPr id="1539" name="Freeform: Shape 1538">
                <a:extLst>
                  <a:ext uri="{FF2B5EF4-FFF2-40B4-BE49-F238E27FC236}">
                    <a16:creationId xmlns:a16="http://schemas.microsoft.com/office/drawing/2014/main" id="{481DF975-4B6C-43F8-674A-EA62D7B5487B}"/>
                  </a:ext>
                </a:extLst>
              </p:cNvPr>
              <p:cNvSpPr/>
              <p:nvPr/>
            </p:nvSpPr>
            <p:spPr>
              <a:xfrm>
                <a:off x="7881372" y="7983523"/>
                <a:ext cx="41981" cy="41981"/>
              </a:xfrm>
              <a:custGeom>
                <a:avLst/>
                <a:gdLst>
                  <a:gd name="connsiteX0" fmla="*/ 21284 w 41981"/>
                  <a:gd name="connsiteY0" fmla="*/ 4971 h 41981"/>
                  <a:gd name="connsiteX1" fmla="*/ 37474 w 41981"/>
                  <a:gd name="connsiteY1" fmla="*/ 21161 h 41981"/>
                  <a:gd name="connsiteX2" fmla="*/ 37474 w 41981"/>
                  <a:gd name="connsiteY2" fmla="*/ 21161 h 41981"/>
                  <a:gd name="connsiteX3" fmla="*/ 21284 w 41981"/>
                  <a:gd name="connsiteY3" fmla="*/ 37351 h 41981"/>
                  <a:gd name="connsiteX4" fmla="*/ 5093 w 41981"/>
                  <a:gd name="connsiteY4" fmla="*/ 21161 h 41981"/>
                  <a:gd name="connsiteX5" fmla="*/ 21284 w 41981"/>
                  <a:gd name="connsiteY5" fmla="*/ 4971 h 41981"/>
                  <a:gd name="connsiteX6" fmla="*/ 21284 w 41981"/>
                  <a:gd name="connsiteY6" fmla="*/ 171 h 41981"/>
                  <a:gd name="connsiteX7" fmla="*/ 293 w 41981"/>
                  <a:gd name="connsiteY7" fmla="*/ 21161 h 41981"/>
                  <a:gd name="connsiteX8" fmla="*/ 21284 w 41981"/>
                  <a:gd name="connsiteY8" fmla="*/ 42152 h 41981"/>
                  <a:gd name="connsiteX9" fmla="*/ 42274 w 41981"/>
                  <a:gd name="connsiteY9" fmla="*/ 21161 h 41981"/>
                  <a:gd name="connsiteX10" fmla="*/ 42274 w 41981"/>
                  <a:gd name="connsiteY10" fmla="*/ 21161 h 41981"/>
                  <a:gd name="connsiteX11" fmla="*/ 21284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71"/>
                    </a:moveTo>
                    <a:cubicBezTo>
                      <a:pt x="30225" y="4971"/>
                      <a:pt x="37474" y="12219"/>
                      <a:pt x="37474" y="21161"/>
                    </a:cubicBezTo>
                    <a:lnTo>
                      <a:pt x="37474" y="21161"/>
                    </a:lnTo>
                    <a:cubicBezTo>
                      <a:pt x="37474" y="30103"/>
                      <a:pt x="30225" y="37351"/>
                      <a:pt x="21284" y="37351"/>
                    </a:cubicBezTo>
                    <a:cubicBezTo>
                      <a:pt x="12342" y="37351"/>
                      <a:pt x="5093" y="30103"/>
                      <a:pt x="5093" y="21161"/>
                    </a:cubicBezTo>
                    <a:cubicBezTo>
                      <a:pt x="5093" y="12219"/>
                      <a:pt x="12342" y="4971"/>
                      <a:pt x="21284" y="4971"/>
                    </a:cubicBezTo>
                    <a:close/>
                    <a:moveTo>
                      <a:pt x="21284" y="171"/>
                    </a:moveTo>
                    <a:cubicBezTo>
                      <a:pt x="9691" y="171"/>
                      <a:pt x="293" y="9569"/>
                      <a:pt x="293" y="21161"/>
                    </a:cubicBezTo>
                    <a:cubicBezTo>
                      <a:pt x="293" y="32754"/>
                      <a:pt x="9691" y="42152"/>
                      <a:pt x="21284" y="42152"/>
                    </a:cubicBezTo>
                    <a:cubicBezTo>
                      <a:pt x="32876" y="42152"/>
                      <a:pt x="42274" y="32754"/>
                      <a:pt x="42274" y="21161"/>
                    </a:cubicBezTo>
                    <a:lnTo>
                      <a:pt x="42274" y="21161"/>
                    </a:lnTo>
                    <a:cubicBezTo>
                      <a:pt x="42274" y="9569"/>
                      <a:pt x="32876" y="171"/>
                      <a:pt x="21284" y="171"/>
                    </a:cubicBezTo>
                    <a:close/>
                  </a:path>
                </a:pathLst>
              </a:custGeom>
              <a:solidFill>
                <a:srgbClr val="000000"/>
              </a:solidFill>
              <a:ln w="4794" cap="sq">
                <a:noFill/>
                <a:prstDash val="solid"/>
                <a:round/>
              </a:ln>
            </p:spPr>
            <p:txBody>
              <a:bodyPr rtlCol="0" anchor="ctr"/>
              <a:lstStyle/>
              <a:p>
                <a:endParaRPr lang="en-US"/>
              </a:p>
            </p:txBody>
          </p:sp>
          <p:sp>
            <p:nvSpPr>
              <p:cNvPr id="1540" name="Freeform: Shape 1539">
                <a:extLst>
                  <a:ext uri="{FF2B5EF4-FFF2-40B4-BE49-F238E27FC236}">
                    <a16:creationId xmlns:a16="http://schemas.microsoft.com/office/drawing/2014/main" id="{5044F840-E4F2-42CC-2E1B-BD56357C99D4}"/>
                  </a:ext>
                </a:extLst>
              </p:cNvPr>
              <p:cNvSpPr/>
              <p:nvPr/>
            </p:nvSpPr>
            <p:spPr>
              <a:xfrm>
                <a:off x="7735751" y="8032740"/>
                <a:ext cx="37180" cy="37180"/>
              </a:xfrm>
              <a:custGeom>
                <a:avLst/>
                <a:gdLst>
                  <a:gd name="connsiteX0" fmla="*/ 37448 w 37180"/>
                  <a:gd name="connsiteY0" fmla="*/ 18769 h 37180"/>
                  <a:gd name="connsiteX1" fmla="*/ 18858 w 37180"/>
                  <a:gd name="connsiteY1" fmla="*/ 37360 h 37180"/>
                  <a:gd name="connsiteX2" fmla="*/ 267 w 37180"/>
                  <a:gd name="connsiteY2" fmla="*/ 18769 h 37180"/>
                  <a:gd name="connsiteX3" fmla="*/ 18858 w 37180"/>
                  <a:gd name="connsiteY3" fmla="*/ 179 h 37180"/>
                  <a:gd name="connsiteX4" fmla="*/ 3744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9"/>
                    </a:moveTo>
                    <a:cubicBezTo>
                      <a:pt x="37448" y="29036"/>
                      <a:pt x="29125" y="37360"/>
                      <a:pt x="18858" y="37360"/>
                    </a:cubicBezTo>
                    <a:cubicBezTo>
                      <a:pt x="8591" y="37360"/>
                      <a:pt x="267" y="29036"/>
                      <a:pt x="267" y="18769"/>
                    </a:cubicBezTo>
                    <a:cubicBezTo>
                      <a:pt x="267" y="8502"/>
                      <a:pt x="8591" y="179"/>
                      <a:pt x="18858" y="179"/>
                    </a:cubicBezTo>
                    <a:cubicBezTo>
                      <a:pt x="29125" y="179"/>
                      <a:pt x="37448" y="8502"/>
                      <a:pt x="37448" y="18769"/>
                    </a:cubicBezTo>
                    <a:close/>
                  </a:path>
                </a:pathLst>
              </a:custGeom>
              <a:solidFill>
                <a:srgbClr val="F7E2E2"/>
              </a:solidFill>
              <a:ln w="5753" cap="sq">
                <a:noFill/>
                <a:prstDash val="solid"/>
                <a:miter/>
              </a:ln>
            </p:spPr>
            <p:txBody>
              <a:bodyPr rtlCol="0" anchor="ctr"/>
              <a:lstStyle/>
              <a:p>
                <a:endParaRPr lang="en-US"/>
              </a:p>
            </p:txBody>
          </p:sp>
          <p:sp>
            <p:nvSpPr>
              <p:cNvPr id="1541" name="Freeform: Shape 1540">
                <a:extLst>
                  <a:ext uri="{FF2B5EF4-FFF2-40B4-BE49-F238E27FC236}">
                    <a16:creationId xmlns:a16="http://schemas.microsoft.com/office/drawing/2014/main" id="{C3C9134D-BC55-3FFD-5D5A-2BD6F0C3393D}"/>
                  </a:ext>
                </a:extLst>
              </p:cNvPr>
              <p:cNvSpPr/>
              <p:nvPr/>
            </p:nvSpPr>
            <p:spPr>
              <a:xfrm>
                <a:off x="7733351" y="8030340"/>
                <a:ext cx="41981" cy="41981"/>
              </a:xfrm>
              <a:custGeom>
                <a:avLst/>
                <a:gdLst>
                  <a:gd name="connsiteX0" fmla="*/ 21258 w 41981"/>
                  <a:gd name="connsiteY0" fmla="*/ 4979 h 41981"/>
                  <a:gd name="connsiteX1" fmla="*/ 37448 w 41981"/>
                  <a:gd name="connsiteY1" fmla="*/ 21169 h 41981"/>
                  <a:gd name="connsiteX2" fmla="*/ 37448 w 41981"/>
                  <a:gd name="connsiteY2" fmla="*/ 21169 h 41981"/>
                  <a:gd name="connsiteX3" fmla="*/ 21258 w 41981"/>
                  <a:gd name="connsiteY3" fmla="*/ 37360 h 41981"/>
                  <a:gd name="connsiteX4" fmla="*/ 5068 w 41981"/>
                  <a:gd name="connsiteY4" fmla="*/ 21169 h 41981"/>
                  <a:gd name="connsiteX5" fmla="*/ 21258 w 41981"/>
                  <a:gd name="connsiteY5" fmla="*/ 4979 h 41981"/>
                  <a:gd name="connsiteX6" fmla="*/ 21258 w 41981"/>
                  <a:gd name="connsiteY6" fmla="*/ 179 h 41981"/>
                  <a:gd name="connsiteX7" fmla="*/ 267 w 41981"/>
                  <a:gd name="connsiteY7" fmla="*/ 21169 h 41981"/>
                  <a:gd name="connsiteX8" fmla="*/ 21258 w 41981"/>
                  <a:gd name="connsiteY8" fmla="*/ 42160 h 41981"/>
                  <a:gd name="connsiteX9" fmla="*/ 42249 w 41981"/>
                  <a:gd name="connsiteY9" fmla="*/ 21169 h 41981"/>
                  <a:gd name="connsiteX10" fmla="*/ 42249 w 41981"/>
                  <a:gd name="connsiteY10" fmla="*/ 21169 h 41981"/>
                  <a:gd name="connsiteX11" fmla="*/ 21258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9"/>
                    </a:moveTo>
                    <a:cubicBezTo>
                      <a:pt x="30200" y="4979"/>
                      <a:pt x="37448" y="12228"/>
                      <a:pt x="37448" y="21169"/>
                    </a:cubicBezTo>
                    <a:lnTo>
                      <a:pt x="37448" y="21169"/>
                    </a:lnTo>
                    <a:cubicBezTo>
                      <a:pt x="37448" y="30111"/>
                      <a:pt x="30200" y="37360"/>
                      <a:pt x="21258" y="37360"/>
                    </a:cubicBezTo>
                    <a:cubicBezTo>
                      <a:pt x="12316" y="37360"/>
                      <a:pt x="5068" y="30111"/>
                      <a:pt x="5068" y="21169"/>
                    </a:cubicBezTo>
                    <a:cubicBezTo>
                      <a:pt x="5068" y="12228"/>
                      <a:pt x="12316" y="4979"/>
                      <a:pt x="21258" y="4979"/>
                    </a:cubicBezTo>
                    <a:close/>
                    <a:moveTo>
                      <a:pt x="21258" y="179"/>
                    </a:moveTo>
                    <a:cubicBezTo>
                      <a:pt x="9665" y="179"/>
                      <a:pt x="267" y="9577"/>
                      <a:pt x="267" y="21169"/>
                    </a:cubicBezTo>
                    <a:cubicBezTo>
                      <a:pt x="267" y="32762"/>
                      <a:pt x="9665" y="42160"/>
                      <a:pt x="21258" y="42160"/>
                    </a:cubicBezTo>
                    <a:cubicBezTo>
                      <a:pt x="32851" y="42160"/>
                      <a:pt x="42249" y="32762"/>
                      <a:pt x="42249" y="21169"/>
                    </a:cubicBezTo>
                    <a:lnTo>
                      <a:pt x="42249" y="21169"/>
                    </a:lnTo>
                    <a:cubicBezTo>
                      <a:pt x="42249" y="9577"/>
                      <a:pt x="32851" y="179"/>
                      <a:pt x="21258" y="179"/>
                    </a:cubicBezTo>
                    <a:close/>
                  </a:path>
                </a:pathLst>
              </a:custGeom>
              <a:solidFill>
                <a:srgbClr val="000000"/>
              </a:solidFill>
              <a:ln w="4794" cap="sq">
                <a:noFill/>
                <a:prstDash val="solid"/>
                <a:round/>
              </a:ln>
            </p:spPr>
            <p:txBody>
              <a:bodyPr rtlCol="0" anchor="ctr"/>
              <a:lstStyle/>
              <a:p>
                <a:endParaRPr lang="en-US"/>
              </a:p>
            </p:txBody>
          </p:sp>
          <p:sp>
            <p:nvSpPr>
              <p:cNvPr id="1542" name="Freeform: Shape 1541">
                <a:extLst>
                  <a:ext uri="{FF2B5EF4-FFF2-40B4-BE49-F238E27FC236}">
                    <a16:creationId xmlns:a16="http://schemas.microsoft.com/office/drawing/2014/main" id="{01A8129A-597D-7CBD-E5B5-6BFCA4531609}"/>
                  </a:ext>
                </a:extLst>
              </p:cNvPr>
              <p:cNvSpPr/>
              <p:nvPr/>
            </p:nvSpPr>
            <p:spPr>
              <a:xfrm>
                <a:off x="7753377" y="7878833"/>
                <a:ext cx="37180" cy="37180"/>
              </a:xfrm>
              <a:custGeom>
                <a:avLst/>
                <a:gdLst>
                  <a:gd name="connsiteX0" fmla="*/ 37451 w 37180"/>
                  <a:gd name="connsiteY0" fmla="*/ 18743 h 37180"/>
                  <a:gd name="connsiteX1" fmla="*/ 18861 w 37180"/>
                  <a:gd name="connsiteY1" fmla="*/ 37333 h 37180"/>
                  <a:gd name="connsiteX2" fmla="*/ 270 w 37180"/>
                  <a:gd name="connsiteY2" fmla="*/ 18743 h 37180"/>
                  <a:gd name="connsiteX3" fmla="*/ 18861 w 37180"/>
                  <a:gd name="connsiteY3" fmla="*/ 152 h 37180"/>
                  <a:gd name="connsiteX4" fmla="*/ 37451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43"/>
                    </a:moveTo>
                    <a:cubicBezTo>
                      <a:pt x="37451" y="29010"/>
                      <a:pt x="29128" y="37333"/>
                      <a:pt x="18861" y="37333"/>
                    </a:cubicBezTo>
                    <a:cubicBezTo>
                      <a:pt x="8594" y="37333"/>
                      <a:pt x="270" y="29010"/>
                      <a:pt x="270" y="18743"/>
                    </a:cubicBezTo>
                    <a:cubicBezTo>
                      <a:pt x="270" y="8475"/>
                      <a:pt x="8594" y="152"/>
                      <a:pt x="18861" y="152"/>
                    </a:cubicBezTo>
                    <a:cubicBezTo>
                      <a:pt x="29128" y="152"/>
                      <a:pt x="37451" y="8475"/>
                      <a:pt x="37451" y="18743"/>
                    </a:cubicBezTo>
                    <a:close/>
                  </a:path>
                </a:pathLst>
              </a:custGeom>
              <a:solidFill>
                <a:srgbClr val="F7DBDB"/>
              </a:solidFill>
              <a:ln w="5753" cap="sq">
                <a:noFill/>
                <a:prstDash val="solid"/>
                <a:miter/>
              </a:ln>
            </p:spPr>
            <p:txBody>
              <a:bodyPr rtlCol="0" anchor="ctr"/>
              <a:lstStyle/>
              <a:p>
                <a:endParaRPr lang="en-US"/>
              </a:p>
            </p:txBody>
          </p:sp>
          <p:sp>
            <p:nvSpPr>
              <p:cNvPr id="1543" name="Freeform: Shape 1542">
                <a:extLst>
                  <a:ext uri="{FF2B5EF4-FFF2-40B4-BE49-F238E27FC236}">
                    <a16:creationId xmlns:a16="http://schemas.microsoft.com/office/drawing/2014/main" id="{41C60FBF-82B8-045D-8490-DECCA37086F8}"/>
                  </a:ext>
                </a:extLst>
              </p:cNvPr>
              <p:cNvSpPr/>
              <p:nvPr/>
            </p:nvSpPr>
            <p:spPr>
              <a:xfrm>
                <a:off x="7750977" y="7876433"/>
                <a:ext cx="41981" cy="41981"/>
              </a:xfrm>
              <a:custGeom>
                <a:avLst/>
                <a:gdLst>
                  <a:gd name="connsiteX0" fmla="*/ 21261 w 41981"/>
                  <a:gd name="connsiteY0" fmla="*/ 4952 h 41981"/>
                  <a:gd name="connsiteX1" fmla="*/ 37451 w 41981"/>
                  <a:gd name="connsiteY1" fmla="*/ 21143 h 41981"/>
                  <a:gd name="connsiteX2" fmla="*/ 37451 w 41981"/>
                  <a:gd name="connsiteY2" fmla="*/ 21143 h 41981"/>
                  <a:gd name="connsiteX3" fmla="*/ 21261 w 41981"/>
                  <a:gd name="connsiteY3" fmla="*/ 37333 h 41981"/>
                  <a:gd name="connsiteX4" fmla="*/ 5071 w 41981"/>
                  <a:gd name="connsiteY4" fmla="*/ 21143 h 41981"/>
                  <a:gd name="connsiteX5" fmla="*/ 21261 w 41981"/>
                  <a:gd name="connsiteY5" fmla="*/ 4952 h 41981"/>
                  <a:gd name="connsiteX6" fmla="*/ 21261 w 41981"/>
                  <a:gd name="connsiteY6" fmla="*/ 152 h 41981"/>
                  <a:gd name="connsiteX7" fmla="*/ 270 w 41981"/>
                  <a:gd name="connsiteY7" fmla="*/ 21143 h 41981"/>
                  <a:gd name="connsiteX8" fmla="*/ 21261 w 41981"/>
                  <a:gd name="connsiteY8" fmla="*/ 42133 h 41981"/>
                  <a:gd name="connsiteX9" fmla="*/ 42252 w 41981"/>
                  <a:gd name="connsiteY9" fmla="*/ 21143 h 41981"/>
                  <a:gd name="connsiteX10" fmla="*/ 42252 w 41981"/>
                  <a:gd name="connsiteY10" fmla="*/ 21143 h 41981"/>
                  <a:gd name="connsiteX11" fmla="*/ 21261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52"/>
                    </a:moveTo>
                    <a:cubicBezTo>
                      <a:pt x="30203" y="4952"/>
                      <a:pt x="37451" y="12201"/>
                      <a:pt x="37451" y="21143"/>
                    </a:cubicBezTo>
                    <a:lnTo>
                      <a:pt x="37451" y="21143"/>
                    </a:lnTo>
                    <a:cubicBezTo>
                      <a:pt x="37451" y="30085"/>
                      <a:pt x="30203" y="37333"/>
                      <a:pt x="21261" y="37333"/>
                    </a:cubicBezTo>
                    <a:cubicBezTo>
                      <a:pt x="12319" y="37333"/>
                      <a:pt x="5071" y="30085"/>
                      <a:pt x="5071" y="21143"/>
                    </a:cubicBezTo>
                    <a:cubicBezTo>
                      <a:pt x="5071" y="12201"/>
                      <a:pt x="12319" y="4952"/>
                      <a:pt x="21261" y="4952"/>
                    </a:cubicBezTo>
                    <a:close/>
                    <a:moveTo>
                      <a:pt x="21261" y="152"/>
                    </a:moveTo>
                    <a:cubicBezTo>
                      <a:pt x="9668" y="152"/>
                      <a:pt x="270" y="9550"/>
                      <a:pt x="270" y="21143"/>
                    </a:cubicBezTo>
                    <a:cubicBezTo>
                      <a:pt x="270" y="32735"/>
                      <a:pt x="9668" y="42133"/>
                      <a:pt x="21261" y="42133"/>
                    </a:cubicBezTo>
                    <a:cubicBezTo>
                      <a:pt x="32854" y="42133"/>
                      <a:pt x="42252" y="32735"/>
                      <a:pt x="42252" y="21143"/>
                    </a:cubicBezTo>
                    <a:lnTo>
                      <a:pt x="42252" y="21143"/>
                    </a:lnTo>
                    <a:cubicBezTo>
                      <a:pt x="42252" y="9550"/>
                      <a:pt x="32854" y="152"/>
                      <a:pt x="21261" y="152"/>
                    </a:cubicBezTo>
                    <a:close/>
                  </a:path>
                </a:pathLst>
              </a:custGeom>
              <a:solidFill>
                <a:srgbClr val="000000"/>
              </a:solidFill>
              <a:ln w="4794" cap="sq">
                <a:noFill/>
                <a:prstDash val="solid"/>
                <a:round/>
              </a:ln>
            </p:spPr>
            <p:txBody>
              <a:bodyPr rtlCol="0" anchor="ctr"/>
              <a:lstStyle/>
              <a:p>
                <a:endParaRPr lang="en-US"/>
              </a:p>
            </p:txBody>
          </p:sp>
          <p:sp>
            <p:nvSpPr>
              <p:cNvPr id="1544" name="Freeform: Shape 1543">
                <a:extLst>
                  <a:ext uri="{FF2B5EF4-FFF2-40B4-BE49-F238E27FC236}">
                    <a16:creationId xmlns:a16="http://schemas.microsoft.com/office/drawing/2014/main" id="{38863A99-6558-4E2A-0274-FCDB2907E896}"/>
                  </a:ext>
                </a:extLst>
              </p:cNvPr>
              <p:cNvSpPr/>
              <p:nvPr/>
            </p:nvSpPr>
            <p:spPr>
              <a:xfrm>
                <a:off x="7780691" y="7906700"/>
                <a:ext cx="37180" cy="37180"/>
              </a:xfrm>
              <a:custGeom>
                <a:avLst/>
                <a:gdLst>
                  <a:gd name="connsiteX0" fmla="*/ 37456 w 37180"/>
                  <a:gd name="connsiteY0" fmla="*/ 18747 h 37180"/>
                  <a:gd name="connsiteX1" fmla="*/ 18866 w 37180"/>
                  <a:gd name="connsiteY1" fmla="*/ 37338 h 37180"/>
                  <a:gd name="connsiteX2" fmla="*/ 275 w 37180"/>
                  <a:gd name="connsiteY2" fmla="*/ 18747 h 37180"/>
                  <a:gd name="connsiteX3" fmla="*/ 18866 w 37180"/>
                  <a:gd name="connsiteY3" fmla="*/ 157 h 37180"/>
                  <a:gd name="connsiteX4" fmla="*/ 37456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7"/>
                    </a:moveTo>
                    <a:cubicBezTo>
                      <a:pt x="37456" y="29015"/>
                      <a:pt x="29133" y="37338"/>
                      <a:pt x="18866" y="37338"/>
                    </a:cubicBezTo>
                    <a:cubicBezTo>
                      <a:pt x="8598" y="37338"/>
                      <a:pt x="275" y="29015"/>
                      <a:pt x="275" y="18747"/>
                    </a:cubicBezTo>
                    <a:cubicBezTo>
                      <a:pt x="275" y="8480"/>
                      <a:pt x="8598" y="157"/>
                      <a:pt x="18866" y="157"/>
                    </a:cubicBezTo>
                    <a:cubicBezTo>
                      <a:pt x="29133" y="157"/>
                      <a:pt x="37456" y="8480"/>
                      <a:pt x="37456" y="18747"/>
                    </a:cubicBezTo>
                    <a:close/>
                  </a:path>
                </a:pathLst>
              </a:custGeom>
              <a:solidFill>
                <a:srgbClr val="F7E1E1"/>
              </a:solidFill>
              <a:ln w="5753" cap="sq">
                <a:noFill/>
                <a:prstDash val="solid"/>
                <a:miter/>
              </a:ln>
            </p:spPr>
            <p:txBody>
              <a:bodyPr rtlCol="0" anchor="ctr"/>
              <a:lstStyle/>
              <a:p>
                <a:endParaRPr lang="en-US"/>
              </a:p>
            </p:txBody>
          </p:sp>
          <p:sp>
            <p:nvSpPr>
              <p:cNvPr id="1545" name="Freeform: Shape 1544">
                <a:extLst>
                  <a:ext uri="{FF2B5EF4-FFF2-40B4-BE49-F238E27FC236}">
                    <a16:creationId xmlns:a16="http://schemas.microsoft.com/office/drawing/2014/main" id="{5E1FFB7C-43C7-5F36-FF6C-514070BA6291}"/>
                  </a:ext>
                </a:extLst>
              </p:cNvPr>
              <p:cNvSpPr/>
              <p:nvPr/>
            </p:nvSpPr>
            <p:spPr>
              <a:xfrm>
                <a:off x="7778291" y="7904300"/>
                <a:ext cx="41981" cy="41981"/>
              </a:xfrm>
              <a:custGeom>
                <a:avLst/>
                <a:gdLst>
                  <a:gd name="connsiteX0" fmla="*/ 21266 w 41981"/>
                  <a:gd name="connsiteY0" fmla="*/ 4957 h 41981"/>
                  <a:gd name="connsiteX1" fmla="*/ 37456 w 41981"/>
                  <a:gd name="connsiteY1" fmla="*/ 21148 h 41981"/>
                  <a:gd name="connsiteX2" fmla="*/ 37456 w 41981"/>
                  <a:gd name="connsiteY2" fmla="*/ 21148 h 41981"/>
                  <a:gd name="connsiteX3" fmla="*/ 21266 w 41981"/>
                  <a:gd name="connsiteY3" fmla="*/ 37338 h 41981"/>
                  <a:gd name="connsiteX4" fmla="*/ 5076 w 41981"/>
                  <a:gd name="connsiteY4" fmla="*/ 21148 h 41981"/>
                  <a:gd name="connsiteX5" fmla="*/ 21266 w 41981"/>
                  <a:gd name="connsiteY5" fmla="*/ 4957 h 41981"/>
                  <a:gd name="connsiteX6" fmla="*/ 21266 w 41981"/>
                  <a:gd name="connsiteY6" fmla="*/ 157 h 41981"/>
                  <a:gd name="connsiteX7" fmla="*/ 275 w 41981"/>
                  <a:gd name="connsiteY7" fmla="*/ 21148 h 41981"/>
                  <a:gd name="connsiteX8" fmla="*/ 21266 w 41981"/>
                  <a:gd name="connsiteY8" fmla="*/ 42138 h 41981"/>
                  <a:gd name="connsiteX9" fmla="*/ 42256 w 41981"/>
                  <a:gd name="connsiteY9" fmla="*/ 21148 h 41981"/>
                  <a:gd name="connsiteX10" fmla="*/ 42256 w 41981"/>
                  <a:gd name="connsiteY10" fmla="*/ 21148 h 41981"/>
                  <a:gd name="connsiteX11" fmla="*/ 21266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7"/>
                    </a:moveTo>
                    <a:cubicBezTo>
                      <a:pt x="30208" y="4957"/>
                      <a:pt x="37456" y="12206"/>
                      <a:pt x="37456" y="21148"/>
                    </a:cubicBezTo>
                    <a:lnTo>
                      <a:pt x="37456" y="21148"/>
                    </a:lnTo>
                    <a:cubicBezTo>
                      <a:pt x="37456" y="30089"/>
                      <a:pt x="30208" y="37338"/>
                      <a:pt x="21266" y="37338"/>
                    </a:cubicBezTo>
                    <a:cubicBezTo>
                      <a:pt x="12324" y="37338"/>
                      <a:pt x="5076" y="30089"/>
                      <a:pt x="5076" y="21148"/>
                    </a:cubicBezTo>
                    <a:cubicBezTo>
                      <a:pt x="5076" y="12206"/>
                      <a:pt x="12324" y="4957"/>
                      <a:pt x="21266" y="4957"/>
                    </a:cubicBezTo>
                    <a:close/>
                    <a:moveTo>
                      <a:pt x="21266" y="157"/>
                    </a:moveTo>
                    <a:cubicBezTo>
                      <a:pt x="9673" y="157"/>
                      <a:pt x="275" y="9555"/>
                      <a:pt x="275" y="21148"/>
                    </a:cubicBezTo>
                    <a:cubicBezTo>
                      <a:pt x="275" y="32740"/>
                      <a:pt x="9673" y="42138"/>
                      <a:pt x="21266" y="42138"/>
                    </a:cubicBezTo>
                    <a:cubicBezTo>
                      <a:pt x="32858" y="42138"/>
                      <a:pt x="42256" y="32740"/>
                      <a:pt x="42256" y="21148"/>
                    </a:cubicBezTo>
                    <a:lnTo>
                      <a:pt x="42256" y="21148"/>
                    </a:lnTo>
                    <a:cubicBezTo>
                      <a:pt x="42256" y="9555"/>
                      <a:pt x="32858" y="157"/>
                      <a:pt x="21266" y="157"/>
                    </a:cubicBezTo>
                    <a:close/>
                  </a:path>
                </a:pathLst>
              </a:custGeom>
              <a:solidFill>
                <a:srgbClr val="000000"/>
              </a:solidFill>
              <a:ln w="4794" cap="sq">
                <a:noFill/>
                <a:prstDash val="solid"/>
                <a:round/>
              </a:ln>
            </p:spPr>
            <p:txBody>
              <a:bodyPr rtlCol="0" anchor="ctr"/>
              <a:lstStyle/>
              <a:p>
                <a:endParaRPr lang="en-US"/>
              </a:p>
            </p:txBody>
          </p:sp>
          <p:sp>
            <p:nvSpPr>
              <p:cNvPr id="1546" name="Freeform: Shape 1545">
                <a:extLst>
                  <a:ext uri="{FF2B5EF4-FFF2-40B4-BE49-F238E27FC236}">
                    <a16:creationId xmlns:a16="http://schemas.microsoft.com/office/drawing/2014/main" id="{2E02DB89-525B-E148-8B57-CE9DC9DFA77B}"/>
                  </a:ext>
                </a:extLst>
              </p:cNvPr>
              <p:cNvSpPr/>
              <p:nvPr/>
            </p:nvSpPr>
            <p:spPr>
              <a:xfrm>
                <a:off x="7789331" y="7955090"/>
                <a:ext cx="37180" cy="37180"/>
              </a:xfrm>
              <a:custGeom>
                <a:avLst/>
                <a:gdLst>
                  <a:gd name="connsiteX0" fmla="*/ 37457 w 37180"/>
                  <a:gd name="connsiteY0" fmla="*/ 18756 h 37180"/>
                  <a:gd name="connsiteX1" fmla="*/ 18867 w 37180"/>
                  <a:gd name="connsiteY1" fmla="*/ 37346 h 37180"/>
                  <a:gd name="connsiteX2" fmla="*/ 277 w 37180"/>
                  <a:gd name="connsiteY2" fmla="*/ 18756 h 37180"/>
                  <a:gd name="connsiteX3" fmla="*/ 18867 w 37180"/>
                  <a:gd name="connsiteY3" fmla="*/ 165 h 37180"/>
                  <a:gd name="connsiteX4" fmla="*/ 37457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6"/>
                    </a:moveTo>
                    <a:cubicBezTo>
                      <a:pt x="37457" y="29023"/>
                      <a:pt x="29134" y="37346"/>
                      <a:pt x="18867" y="37346"/>
                    </a:cubicBezTo>
                    <a:cubicBezTo>
                      <a:pt x="8600" y="37346"/>
                      <a:pt x="277" y="29023"/>
                      <a:pt x="277" y="18756"/>
                    </a:cubicBezTo>
                    <a:cubicBezTo>
                      <a:pt x="277" y="8489"/>
                      <a:pt x="8600" y="165"/>
                      <a:pt x="18867" y="165"/>
                    </a:cubicBezTo>
                    <a:cubicBezTo>
                      <a:pt x="29134" y="165"/>
                      <a:pt x="37457" y="8489"/>
                      <a:pt x="37457" y="18756"/>
                    </a:cubicBezTo>
                    <a:close/>
                  </a:path>
                </a:pathLst>
              </a:custGeom>
              <a:solidFill>
                <a:srgbClr val="F7F2F2"/>
              </a:solidFill>
              <a:ln w="5753" cap="sq">
                <a:noFill/>
                <a:prstDash val="solid"/>
                <a:miter/>
              </a:ln>
            </p:spPr>
            <p:txBody>
              <a:bodyPr rtlCol="0" anchor="ctr"/>
              <a:lstStyle/>
              <a:p>
                <a:endParaRPr lang="en-US"/>
              </a:p>
            </p:txBody>
          </p:sp>
          <p:sp>
            <p:nvSpPr>
              <p:cNvPr id="1547" name="Freeform: Shape 1546">
                <a:extLst>
                  <a:ext uri="{FF2B5EF4-FFF2-40B4-BE49-F238E27FC236}">
                    <a16:creationId xmlns:a16="http://schemas.microsoft.com/office/drawing/2014/main" id="{D5B07C8D-F541-704B-6522-0A5A4B82F6CA}"/>
                  </a:ext>
                </a:extLst>
              </p:cNvPr>
              <p:cNvSpPr/>
              <p:nvPr/>
            </p:nvSpPr>
            <p:spPr>
              <a:xfrm>
                <a:off x="7786931" y="7952690"/>
                <a:ext cx="41981" cy="41981"/>
              </a:xfrm>
              <a:custGeom>
                <a:avLst/>
                <a:gdLst>
                  <a:gd name="connsiteX0" fmla="*/ 21267 w 41981"/>
                  <a:gd name="connsiteY0" fmla="*/ 4966 h 41981"/>
                  <a:gd name="connsiteX1" fmla="*/ 37457 w 41981"/>
                  <a:gd name="connsiteY1" fmla="*/ 21156 h 41981"/>
                  <a:gd name="connsiteX2" fmla="*/ 37457 w 41981"/>
                  <a:gd name="connsiteY2" fmla="*/ 21156 h 41981"/>
                  <a:gd name="connsiteX3" fmla="*/ 21267 w 41981"/>
                  <a:gd name="connsiteY3" fmla="*/ 37346 h 41981"/>
                  <a:gd name="connsiteX4" fmla="*/ 5077 w 41981"/>
                  <a:gd name="connsiteY4" fmla="*/ 21156 h 41981"/>
                  <a:gd name="connsiteX5" fmla="*/ 21267 w 41981"/>
                  <a:gd name="connsiteY5" fmla="*/ 4966 h 41981"/>
                  <a:gd name="connsiteX6" fmla="*/ 21267 w 41981"/>
                  <a:gd name="connsiteY6" fmla="*/ 165 h 41981"/>
                  <a:gd name="connsiteX7" fmla="*/ 277 w 41981"/>
                  <a:gd name="connsiteY7" fmla="*/ 21156 h 41981"/>
                  <a:gd name="connsiteX8" fmla="*/ 21267 w 41981"/>
                  <a:gd name="connsiteY8" fmla="*/ 42147 h 41981"/>
                  <a:gd name="connsiteX9" fmla="*/ 42258 w 41981"/>
                  <a:gd name="connsiteY9" fmla="*/ 21156 h 41981"/>
                  <a:gd name="connsiteX10" fmla="*/ 42258 w 41981"/>
                  <a:gd name="connsiteY10" fmla="*/ 21156 h 41981"/>
                  <a:gd name="connsiteX11" fmla="*/ 21267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6"/>
                    </a:moveTo>
                    <a:cubicBezTo>
                      <a:pt x="30209" y="4966"/>
                      <a:pt x="37457" y="12214"/>
                      <a:pt x="37457" y="21156"/>
                    </a:cubicBezTo>
                    <a:lnTo>
                      <a:pt x="37457" y="21156"/>
                    </a:lnTo>
                    <a:cubicBezTo>
                      <a:pt x="37457" y="30098"/>
                      <a:pt x="30209" y="37346"/>
                      <a:pt x="21267" y="37346"/>
                    </a:cubicBezTo>
                    <a:cubicBezTo>
                      <a:pt x="12325" y="37346"/>
                      <a:pt x="5077" y="30098"/>
                      <a:pt x="5077" y="21156"/>
                    </a:cubicBezTo>
                    <a:cubicBezTo>
                      <a:pt x="5077" y="12214"/>
                      <a:pt x="12325" y="4966"/>
                      <a:pt x="21267" y="4966"/>
                    </a:cubicBezTo>
                    <a:close/>
                    <a:moveTo>
                      <a:pt x="21267" y="165"/>
                    </a:moveTo>
                    <a:cubicBezTo>
                      <a:pt x="9675" y="165"/>
                      <a:pt x="277" y="9563"/>
                      <a:pt x="277" y="21156"/>
                    </a:cubicBezTo>
                    <a:cubicBezTo>
                      <a:pt x="277" y="32749"/>
                      <a:pt x="9675" y="42147"/>
                      <a:pt x="21267" y="42147"/>
                    </a:cubicBezTo>
                    <a:cubicBezTo>
                      <a:pt x="32860" y="42147"/>
                      <a:pt x="42258" y="32749"/>
                      <a:pt x="42258" y="21156"/>
                    </a:cubicBezTo>
                    <a:lnTo>
                      <a:pt x="42258" y="21156"/>
                    </a:lnTo>
                    <a:cubicBezTo>
                      <a:pt x="42258" y="9563"/>
                      <a:pt x="32860" y="165"/>
                      <a:pt x="21267" y="165"/>
                    </a:cubicBezTo>
                    <a:close/>
                  </a:path>
                </a:pathLst>
              </a:custGeom>
              <a:solidFill>
                <a:srgbClr val="000000"/>
              </a:solidFill>
              <a:ln w="4794" cap="sq">
                <a:noFill/>
                <a:prstDash val="solid"/>
                <a:round/>
              </a:ln>
            </p:spPr>
            <p:txBody>
              <a:bodyPr rtlCol="0" anchor="ctr"/>
              <a:lstStyle/>
              <a:p>
                <a:endParaRPr lang="en-US"/>
              </a:p>
            </p:txBody>
          </p:sp>
          <p:sp>
            <p:nvSpPr>
              <p:cNvPr id="1548" name="Freeform: Shape 1547">
                <a:extLst>
                  <a:ext uri="{FF2B5EF4-FFF2-40B4-BE49-F238E27FC236}">
                    <a16:creationId xmlns:a16="http://schemas.microsoft.com/office/drawing/2014/main" id="{3C105735-0720-7205-167C-38FB62A7C8A9}"/>
                  </a:ext>
                </a:extLst>
              </p:cNvPr>
              <p:cNvSpPr/>
              <p:nvPr/>
            </p:nvSpPr>
            <p:spPr>
              <a:xfrm>
                <a:off x="7739731" y="7926635"/>
                <a:ext cx="37180" cy="37180"/>
              </a:xfrm>
              <a:custGeom>
                <a:avLst/>
                <a:gdLst>
                  <a:gd name="connsiteX0" fmla="*/ 37449 w 37180"/>
                  <a:gd name="connsiteY0" fmla="*/ 18751 h 37180"/>
                  <a:gd name="connsiteX1" fmla="*/ 18858 w 37180"/>
                  <a:gd name="connsiteY1" fmla="*/ 37341 h 37180"/>
                  <a:gd name="connsiteX2" fmla="*/ 268 w 37180"/>
                  <a:gd name="connsiteY2" fmla="*/ 18751 h 37180"/>
                  <a:gd name="connsiteX3" fmla="*/ 18858 w 37180"/>
                  <a:gd name="connsiteY3" fmla="*/ 160 h 37180"/>
                  <a:gd name="connsiteX4" fmla="*/ 37449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1"/>
                    </a:moveTo>
                    <a:cubicBezTo>
                      <a:pt x="37449" y="29018"/>
                      <a:pt x="29126" y="37341"/>
                      <a:pt x="18858" y="37341"/>
                    </a:cubicBezTo>
                    <a:cubicBezTo>
                      <a:pt x="8591" y="37341"/>
                      <a:pt x="268" y="29018"/>
                      <a:pt x="268" y="18751"/>
                    </a:cubicBezTo>
                    <a:cubicBezTo>
                      <a:pt x="268" y="8484"/>
                      <a:pt x="8591" y="160"/>
                      <a:pt x="18858" y="160"/>
                    </a:cubicBezTo>
                    <a:cubicBezTo>
                      <a:pt x="29126" y="160"/>
                      <a:pt x="37449" y="8484"/>
                      <a:pt x="37449" y="18751"/>
                    </a:cubicBezTo>
                    <a:close/>
                  </a:path>
                </a:pathLst>
              </a:custGeom>
              <a:solidFill>
                <a:srgbClr val="EDF7ED"/>
              </a:solidFill>
              <a:ln w="5753" cap="sq">
                <a:noFill/>
                <a:prstDash val="solid"/>
                <a:miter/>
              </a:ln>
            </p:spPr>
            <p:txBody>
              <a:bodyPr rtlCol="0" anchor="ctr"/>
              <a:lstStyle/>
              <a:p>
                <a:endParaRPr lang="en-US"/>
              </a:p>
            </p:txBody>
          </p:sp>
          <p:sp>
            <p:nvSpPr>
              <p:cNvPr id="1549" name="Freeform: Shape 1548">
                <a:extLst>
                  <a:ext uri="{FF2B5EF4-FFF2-40B4-BE49-F238E27FC236}">
                    <a16:creationId xmlns:a16="http://schemas.microsoft.com/office/drawing/2014/main" id="{5E49FA8E-6CB5-D5FB-D074-88D76847E211}"/>
                  </a:ext>
                </a:extLst>
              </p:cNvPr>
              <p:cNvSpPr/>
              <p:nvPr/>
            </p:nvSpPr>
            <p:spPr>
              <a:xfrm>
                <a:off x="7737331" y="7924235"/>
                <a:ext cx="41981" cy="41981"/>
              </a:xfrm>
              <a:custGeom>
                <a:avLst/>
                <a:gdLst>
                  <a:gd name="connsiteX0" fmla="*/ 21259 w 41981"/>
                  <a:gd name="connsiteY0" fmla="*/ 4961 h 41981"/>
                  <a:gd name="connsiteX1" fmla="*/ 37449 w 41981"/>
                  <a:gd name="connsiteY1" fmla="*/ 21151 h 41981"/>
                  <a:gd name="connsiteX2" fmla="*/ 37449 w 41981"/>
                  <a:gd name="connsiteY2" fmla="*/ 21151 h 41981"/>
                  <a:gd name="connsiteX3" fmla="*/ 21259 w 41981"/>
                  <a:gd name="connsiteY3" fmla="*/ 37341 h 41981"/>
                  <a:gd name="connsiteX4" fmla="*/ 5068 w 41981"/>
                  <a:gd name="connsiteY4" fmla="*/ 21151 h 41981"/>
                  <a:gd name="connsiteX5" fmla="*/ 21259 w 41981"/>
                  <a:gd name="connsiteY5" fmla="*/ 4961 h 41981"/>
                  <a:gd name="connsiteX6" fmla="*/ 21259 w 41981"/>
                  <a:gd name="connsiteY6" fmla="*/ 160 h 41981"/>
                  <a:gd name="connsiteX7" fmla="*/ 268 w 41981"/>
                  <a:gd name="connsiteY7" fmla="*/ 21151 h 41981"/>
                  <a:gd name="connsiteX8" fmla="*/ 21259 w 41981"/>
                  <a:gd name="connsiteY8" fmla="*/ 42142 h 41981"/>
                  <a:gd name="connsiteX9" fmla="*/ 42249 w 41981"/>
                  <a:gd name="connsiteY9" fmla="*/ 21151 h 41981"/>
                  <a:gd name="connsiteX10" fmla="*/ 42249 w 41981"/>
                  <a:gd name="connsiteY10" fmla="*/ 21151 h 41981"/>
                  <a:gd name="connsiteX11" fmla="*/ 2125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1"/>
                    </a:moveTo>
                    <a:cubicBezTo>
                      <a:pt x="30200" y="4961"/>
                      <a:pt x="37449" y="12209"/>
                      <a:pt x="37449" y="21151"/>
                    </a:cubicBezTo>
                    <a:lnTo>
                      <a:pt x="37449" y="21151"/>
                    </a:lnTo>
                    <a:cubicBezTo>
                      <a:pt x="37449" y="30093"/>
                      <a:pt x="30200" y="37341"/>
                      <a:pt x="21259" y="37341"/>
                    </a:cubicBezTo>
                    <a:cubicBezTo>
                      <a:pt x="12317" y="37341"/>
                      <a:pt x="5068" y="30093"/>
                      <a:pt x="5068" y="21151"/>
                    </a:cubicBezTo>
                    <a:cubicBezTo>
                      <a:pt x="5068" y="12209"/>
                      <a:pt x="12317" y="4961"/>
                      <a:pt x="21259" y="4961"/>
                    </a:cubicBezTo>
                    <a:close/>
                    <a:moveTo>
                      <a:pt x="21259" y="160"/>
                    </a:moveTo>
                    <a:cubicBezTo>
                      <a:pt x="9666" y="160"/>
                      <a:pt x="268" y="9558"/>
                      <a:pt x="268" y="21151"/>
                    </a:cubicBezTo>
                    <a:cubicBezTo>
                      <a:pt x="268" y="32744"/>
                      <a:pt x="9666" y="42142"/>
                      <a:pt x="21259" y="42142"/>
                    </a:cubicBezTo>
                    <a:cubicBezTo>
                      <a:pt x="32851" y="42142"/>
                      <a:pt x="42249" y="32744"/>
                      <a:pt x="42249" y="21151"/>
                    </a:cubicBezTo>
                    <a:lnTo>
                      <a:pt x="42249" y="21151"/>
                    </a:lnTo>
                    <a:cubicBezTo>
                      <a:pt x="42249" y="9558"/>
                      <a:pt x="32851" y="160"/>
                      <a:pt x="21259" y="160"/>
                    </a:cubicBezTo>
                    <a:close/>
                  </a:path>
                </a:pathLst>
              </a:custGeom>
              <a:solidFill>
                <a:srgbClr val="000000"/>
              </a:solidFill>
              <a:ln w="4794" cap="sq">
                <a:noFill/>
                <a:prstDash val="solid"/>
                <a:round/>
              </a:ln>
            </p:spPr>
            <p:txBody>
              <a:bodyPr rtlCol="0" anchor="ctr"/>
              <a:lstStyle/>
              <a:p>
                <a:endParaRPr lang="en-US"/>
              </a:p>
            </p:txBody>
          </p:sp>
          <p:sp>
            <p:nvSpPr>
              <p:cNvPr id="1550" name="Freeform: Shape 1549">
                <a:extLst>
                  <a:ext uri="{FF2B5EF4-FFF2-40B4-BE49-F238E27FC236}">
                    <a16:creationId xmlns:a16="http://schemas.microsoft.com/office/drawing/2014/main" id="{63D8E40C-5DFF-D43F-DADA-0B25122AC37A}"/>
                  </a:ext>
                </a:extLst>
              </p:cNvPr>
              <p:cNvSpPr/>
              <p:nvPr/>
            </p:nvSpPr>
            <p:spPr>
              <a:xfrm>
                <a:off x="7725003" y="7932125"/>
                <a:ext cx="37180" cy="37180"/>
              </a:xfrm>
              <a:custGeom>
                <a:avLst/>
                <a:gdLst>
                  <a:gd name="connsiteX0" fmla="*/ 37446 w 37180"/>
                  <a:gd name="connsiteY0" fmla="*/ 18752 h 37180"/>
                  <a:gd name="connsiteX1" fmla="*/ 18856 w 37180"/>
                  <a:gd name="connsiteY1" fmla="*/ 37342 h 37180"/>
                  <a:gd name="connsiteX2" fmla="*/ 265 w 37180"/>
                  <a:gd name="connsiteY2" fmla="*/ 18752 h 37180"/>
                  <a:gd name="connsiteX3" fmla="*/ 18856 w 37180"/>
                  <a:gd name="connsiteY3" fmla="*/ 161 h 37180"/>
                  <a:gd name="connsiteX4" fmla="*/ 37446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2"/>
                    </a:moveTo>
                    <a:cubicBezTo>
                      <a:pt x="37446" y="29019"/>
                      <a:pt x="29123" y="37342"/>
                      <a:pt x="18856" y="37342"/>
                    </a:cubicBezTo>
                    <a:cubicBezTo>
                      <a:pt x="8589" y="37342"/>
                      <a:pt x="265" y="29019"/>
                      <a:pt x="265" y="18752"/>
                    </a:cubicBezTo>
                    <a:cubicBezTo>
                      <a:pt x="265" y="8485"/>
                      <a:pt x="8589" y="161"/>
                      <a:pt x="18856" y="161"/>
                    </a:cubicBezTo>
                    <a:cubicBezTo>
                      <a:pt x="29123" y="161"/>
                      <a:pt x="37446" y="8485"/>
                      <a:pt x="37446" y="18752"/>
                    </a:cubicBezTo>
                    <a:close/>
                  </a:path>
                </a:pathLst>
              </a:custGeom>
              <a:solidFill>
                <a:srgbClr val="E6F7E6"/>
              </a:solidFill>
              <a:ln w="5753" cap="sq">
                <a:noFill/>
                <a:prstDash val="solid"/>
                <a:miter/>
              </a:ln>
            </p:spPr>
            <p:txBody>
              <a:bodyPr rtlCol="0" anchor="ctr"/>
              <a:lstStyle/>
              <a:p>
                <a:endParaRPr lang="en-US"/>
              </a:p>
            </p:txBody>
          </p:sp>
          <p:sp>
            <p:nvSpPr>
              <p:cNvPr id="1551" name="Freeform: Shape 1550">
                <a:extLst>
                  <a:ext uri="{FF2B5EF4-FFF2-40B4-BE49-F238E27FC236}">
                    <a16:creationId xmlns:a16="http://schemas.microsoft.com/office/drawing/2014/main" id="{BF592C48-FF73-DCC8-02DD-88A7412A11B9}"/>
                  </a:ext>
                </a:extLst>
              </p:cNvPr>
              <p:cNvSpPr/>
              <p:nvPr/>
            </p:nvSpPr>
            <p:spPr>
              <a:xfrm>
                <a:off x="7722603" y="7929724"/>
                <a:ext cx="41981" cy="41981"/>
              </a:xfrm>
              <a:custGeom>
                <a:avLst/>
                <a:gdLst>
                  <a:gd name="connsiteX0" fmla="*/ 21256 w 41981"/>
                  <a:gd name="connsiteY0" fmla="*/ 4962 h 41981"/>
                  <a:gd name="connsiteX1" fmla="*/ 37446 w 41981"/>
                  <a:gd name="connsiteY1" fmla="*/ 21152 h 41981"/>
                  <a:gd name="connsiteX2" fmla="*/ 37446 w 41981"/>
                  <a:gd name="connsiteY2" fmla="*/ 21152 h 41981"/>
                  <a:gd name="connsiteX3" fmla="*/ 21256 w 41981"/>
                  <a:gd name="connsiteY3" fmla="*/ 37342 h 41981"/>
                  <a:gd name="connsiteX4" fmla="*/ 5066 w 41981"/>
                  <a:gd name="connsiteY4" fmla="*/ 21152 h 41981"/>
                  <a:gd name="connsiteX5" fmla="*/ 21256 w 41981"/>
                  <a:gd name="connsiteY5" fmla="*/ 4962 h 41981"/>
                  <a:gd name="connsiteX6" fmla="*/ 21256 w 41981"/>
                  <a:gd name="connsiteY6" fmla="*/ 161 h 41981"/>
                  <a:gd name="connsiteX7" fmla="*/ 265 w 41981"/>
                  <a:gd name="connsiteY7" fmla="*/ 21152 h 41981"/>
                  <a:gd name="connsiteX8" fmla="*/ 21256 w 41981"/>
                  <a:gd name="connsiteY8" fmla="*/ 42143 h 41981"/>
                  <a:gd name="connsiteX9" fmla="*/ 42247 w 41981"/>
                  <a:gd name="connsiteY9" fmla="*/ 21152 h 41981"/>
                  <a:gd name="connsiteX10" fmla="*/ 42247 w 41981"/>
                  <a:gd name="connsiteY10" fmla="*/ 21152 h 41981"/>
                  <a:gd name="connsiteX11" fmla="*/ 21256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2"/>
                    </a:moveTo>
                    <a:cubicBezTo>
                      <a:pt x="30198" y="4962"/>
                      <a:pt x="37446" y="12210"/>
                      <a:pt x="37446" y="21152"/>
                    </a:cubicBezTo>
                    <a:lnTo>
                      <a:pt x="37446" y="21152"/>
                    </a:lnTo>
                    <a:cubicBezTo>
                      <a:pt x="37446" y="30094"/>
                      <a:pt x="30198" y="37342"/>
                      <a:pt x="21256" y="37342"/>
                    </a:cubicBezTo>
                    <a:cubicBezTo>
                      <a:pt x="12314" y="37342"/>
                      <a:pt x="5066" y="30094"/>
                      <a:pt x="5066" y="21152"/>
                    </a:cubicBezTo>
                    <a:cubicBezTo>
                      <a:pt x="5066" y="12210"/>
                      <a:pt x="12314" y="4962"/>
                      <a:pt x="21256" y="4962"/>
                    </a:cubicBezTo>
                    <a:close/>
                    <a:moveTo>
                      <a:pt x="21256" y="161"/>
                    </a:moveTo>
                    <a:cubicBezTo>
                      <a:pt x="9663" y="161"/>
                      <a:pt x="265" y="9559"/>
                      <a:pt x="265" y="21152"/>
                    </a:cubicBezTo>
                    <a:cubicBezTo>
                      <a:pt x="265" y="32745"/>
                      <a:pt x="9663" y="42143"/>
                      <a:pt x="21256" y="42143"/>
                    </a:cubicBezTo>
                    <a:cubicBezTo>
                      <a:pt x="32849" y="42143"/>
                      <a:pt x="42247" y="32745"/>
                      <a:pt x="42247" y="21152"/>
                    </a:cubicBezTo>
                    <a:lnTo>
                      <a:pt x="42247" y="21152"/>
                    </a:lnTo>
                    <a:cubicBezTo>
                      <a:pt x="42247" y="9559"/>
                      <a:pt x="32849" y="161"/>
                      <a:pt x="21256" y="161"/>
                    </a:cubicBezTo>
                    <a:close/>
                  </a:path>
                </a:pathLst>
              </a:custGeom>
              <a:solidFill>
                <a:srgbClr val="000000"/>
              </a:solidFill>
              <a:ln w="4794" cap="sq">
                <a:noFill/>
                <a:prstDash val="solid"/>
                <a:round/>
              </a:ln>
            </p:spPr>
            <p:txBody>
              <a:bodyPr rtlCol="0" anchor="ctr"/>
              <a:lstStyle/>
              <a:p>
                <a:endParaRPr lang="en-US"/>
              </a:p>
            </p:txBody>
          </p:sp>
          <p:sp>
            <p:nvSpPr>
              <p:cNvPr id="1552" name="Freeform: Shape 1551">
                <a:extLst>
                  <a:ext uri="{FF2B5EF4-FFF2-40B4-BE49-F238E27FC236}">
                    <a16:creationId xmlns:a16="http://schemas.microsoft.com/office/drawing/2014/main" id="{23353D85-0BDA-A0E6-E0D9-58DBD614DAB3}"/>
                  </a:ext>
                </a:extLst>
              </p:cNvPr>
              <p:cNvSpPr/>
              <p:nvPr/>
            </p:nvSpPr>
            <p:spPr>
              <a:xfrm>
                <a:off x="7705747" y="7955182"/>
                <a:ext cx="37180" cy="37180"/>
              </a:xfrm>
              <a:custGeom>
                <a:avLst/>
                <a:gdLst>
                  <a:gd name="connsiteX0" fmla="*/ 37443 w 37180"/>
                  <a:gd name="connsiteY0" fmla="*/ 18756 h 37180"/>
                  <a:gd name="connsiteX1" fmla="*/ 18853 w 37180"/>
                  <a:gd name="connsiteY1" fmla="*/ 37346 h 37180"/>
                  <a:gd name="connsiteX2" fmla="*/ 262 w 37180"/>
                  <a:gd name="connsiteY2" fmla="*/ 18756 h 37180"/>
                  <a:gd name="connsiteX3" fmla="*/ 18853 w 37180"/>
                  <a:gd name="connsiteY3" fmla="*/ 165 h 37180"/>
                  <a:gd name="connsiteX4" fmla="*/ 37443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6"/>
                    </a:moveTo>
                    <a:cubicBezTo>
                      <a:pt x="37443" y="29023"/>
                      <a:pt x="29120" y="37346"/>
                      <a:pt x="18853" y="37346"/>
                    </a:cubicBezTo>
                    <a:cubicBezTo>
                      <a:pt x="8585" y="37346"/>
                      <a:pt x="262" y="29023"/>
                      <a:pt x="262" y="18756"/>
                    </a:cubicBezTo>
                    <a:cubicBezTo>
                      <a:pt x="262" y="8489"/>
                      <a:pt x="8585" y="165"/>
                      <a:pt x="18853" y="165"/>
                    </a:cubicBezTo>
                    <a:cubicBezTo>
                      <a:pt x="29120" y="165"/>
                      <a:pt x="37443" y="8489"/>
                      <a:pt x="37443" y="18756"/>
                    </a:cubicBezTo>
                    <a:close/>
                  </a:path>
                </a:pathLst>
              </a:custGeom>
              <a:solidFill>
                <a:srgbClr val="EEF7EE"/>
              </a:solidFill>
              <a:ln w="5753" cap="sq">
                <a:noFill/>
                <a:prstDash val="solid"/>
                <a:miter/>
              </a:ln>
            </p:spPr>
            <p:txBody>
              <a:bodyPr rtlCol="0" anchor="ctr"/>
              <a:lstStyle/>
              <a:p>
                <a:endParaRPr lang="en-US"/>
              </a:p>
            </p:txBody>
          </p:sp>
          <p:sp>
            <p:nvSpPr>
              <p:cNvPr id="1553" name="Freeform: Shape 1552">
                <a:extLst>
                  <a:ext uri="{FF2B5EF4-FFF2-40B4-BE49-F238E27FC236}">
                    <a16:creationId xmlns:a16="http://schemas.microsoft.com/office/drawing/2014/main" id="{3FE4467A-1B50-5279-7FC6-D5621FBA3F3B}"/>
                  </a:ext>
                </a:extLst>
              </p:cNvPr>
              <p:cNvSpPr/>
              <p:nvPr/>
            </p:nvSpPr>
            <p:spPr>
              <a:xfrm>
                <a:off x="7703347" y="7952782"/>
                <a:ext cx="41981" cy="41981"/>
              </a:xfrm>
              <a:custGeom>
                <a:avLst/>
                <a:gdLst>
                  <a:gd name="connsiteX0" fmla="*/ 21253 w 41981"/>
                  <a:gd name="connsiteY0" fmla="*/ 4966 h 41981"/>
                  <a:gd name="connsiteX1" fmla="*/ 37443 w 41981"/>
                  <a:gd name="connsiteY1" fmla="*/ 21156 h 41981"/>
                  <a:gd name="connsiteX2" fmla="*/ 37443 w 41981"/>
                  <a:gd name="connsiteY2" fmla="*/ 21156 h 41981"/>
                  <a:gd name="connsiteX3" fmla="*/ 21253 w 41981"/>
                  <a:gd name="connsiteY3" fmla="*/ 37346 h 41981"/>
                  <a:gd name="connsiteX4" fmla="*/ 5063 w 41981"/>
                  <a:gd name="connsiteY4" fmla="*/ 21156 h 41981"/>
                  <a:gd name="connsiteX5" fmla="*/ 21253 w 41981"/>
                  <a:gd name="connsiteY5" fmla="*/ 4966 h 41981"/>
                  <a:gd name="connsiteX6" fmla="*/ 21253 w 41981"/>
                  <a:gd name="connsiteY6" fmla="*/ 165 h 41981"/>
                  <a:gd name="connsiteX7" fmla="*/ 262 w 41981"/>
                  <a:gd name="connsiteY7" fmla="*/ 21156 h 41981"/>
                  <a:gd name="connsiteX8" fmla="*/ 21253 w 41981"/>
                  <a:gd name="connsiteY8" fmla="*/ 42147 h 41981"/>
                  <a:gd name="connsiteX9" fmla="*/ 42243 w 41981"/>
                  <a:gd name="connsiteY9" fmla="*/ 21156 h 41981"/>
                  <a:gd name="connsiteX10" fmla="*/ 42243 w 41981"/>
                  <a:gd name="connsiteY10" fmla="*/ 21156 h 41981"/>
                  <a:gd name="connsiteX11" fmla="*/ 21253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6"/>
                    </a:moveTo>
                    <a:cubicBezTo>
                      <a:pt x="30195" y="4966"/>
                      <a:pt x="37443" y="12214"/>
                      <a:pt x="37443" y="21156"/>
                    </a:cubicBezTo>
                    <a:lnTo>
                      <a:pt x="37443" y="21156"/>
                    </a:lnTo>
                    <a:cubicBezTo>
                      <a:pt x="37443" y="30098"/>
                      <a:pt x="30195" y="37346"/>
                      <a:pt x="21253" y="37346"/>
                    </a:cubicBezTo>
                    <a:cubicBezTo>
                      <a:pt x="12311" y="37346"/>
                      <a:pt x="5063" y="30098"/>
                      <a:pt x="5063" y="21156"/>
                    </a:cubicBezTo>
                    <a:cubicBezTo>
                      <a:pt x="5063" y="12214"/>
                      <a:pt x="12311" y="4966"/>
                      <a:pt x="21253" y="4966"/>
                    </a:cubicBezTo>
                    <a:close/>
                    <a:moveTo>
                      <a:pt x="21253" y="165"/>
                    </a:moveTo>
                    <a:cubicBezTo>
                      <a:pt x="9660" y="165"/>
                      <a:pt x="262" y="9563"/>
                      <a:pt x="262" y="21156"/>
                    </a:cubicBezTo>
                    <a:cubicBezTo>
                      <a:pt x="262" y="32749"/>
                      <a:pt x="9660" y="42147"/>
                      <a:pt x="21253" y="42147"/>
                    </a:cubicBezTo>
                    <a:cubicBezTo>
                      <a:pt x="32845" y="42147"/>
                      <a:pt x="42243" y="32749"/>
                      <a:pt x="42243" y="21156"/>
                    </a:cubicBezTo>
                    <a:lnTo>
                      <a:pt x="42243" y="21156"/>
                    </a:lnTo>
                    <a:cubicBezTo>
                      <a:pt x="42243" y="9563"/>
                      <a:pt x="32845" y="165"/>
                      <a:pt x="21253" y="165"/>
                    </a:cubicBezTo>
                    <a:close/>
                  </a:path>
                </a:pathLst>
              </a:custGeom>
              <a:solidFill>
                <a:srgbClr val="000000"/>
              </a:solidFill>
              <a:ln w="4794" cap="sq">
                <a:noFill/>
                <a:prstDash val="solid"/>
                <a:round/>
              </a:ln>
            </p:spPr>
            <p:txBody>
              <a:bodyPr rtlCol="0" anchor="ctr"/>
              <a:lstStyle/>
              <a:p>
                <a:endParaRPr lang="en-US"/>
              </a:p>
            </p:txBody>
          </p:sp>
          <p:sp>
            <p:nvSpPr>
              <p:cNvPr id="1554" name="Freeform: Shape 1553">
                <a:extLst>
                  <a:ext uri="{FF2B5EF4-FFF2-40B4-BE49-F238E27FC236}">
                    <a16:creationId xmlns:a16="http://schemas.microsoft.com/office/drawing/2014/main" id="{6589F2F2-6D62-73FD-DB0F-0B81AB9C1CA4}"/>
                  </a:ext>
                </a:extLst>
              </p:cNvPr>
              <p:cNvSpPr/>
              <p:nvPr/>
            </p:nvSpPr>
            <p:spPr>
              <a:xfrm>
                <a:off x="7822428" y="7950286"/>
                <a:ext cx="37180" cy="37180"/>
              </a:xfrm>
              <a:custGeom>
                <a:avLst/>
                <a:gdLst>
                  <a:gd name="connsiteX0" fmla="*/ 37463 w 37180"/>
                  <a:gd name="connsiteY0" fmla="*/ 18755 h 37180"/>
                  <a:gd name="connsiteX1" fmla="*/ 18873 w 37180"/>
                  <a:gd name="connsiteY1" fmla="*/ 37345 h 37180"/>
                  <a:gd name="connsiteX2" fmla="*/ 282 w 37180"/>
                  <a:gd name="connsiteY2" fmla="*/ 18755 h 37180"/>
                  <a:gd name="connsiteX3" fmla="*/ 18873 w 37180"/>
                  <a:gd name="connsiteY3" fmla="*/ 165 h 37180"/>
                  <a:gd name="connsiteX4" fmla="*/ 37463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55"/>
                    </a:moveTo>
                    <a:cubicBezTo>
                      <a:pt x="37463" y="29022"/>
                      <a:pt x="29140" y="37345"/>
                      <a:pt x="18873" y="37345"/>
                    </a:cubicBezTo>
                    <a:cubicBezTo>
                      <a:pt x="8606" y="37345"/>
                      <a:pt x="282" y="29022"/>
                      <a:pt x="282" y="18755"/>
                    </a:cubicBezTo>
                    <a:cubicBezTo>
                      <a:pt x="282" y="8488"/>
                      <a:pt x="8606" y="165"/>
                      <a:pt x="18873" y="165"/>
                    </a:cubicBezTo>
                    <a:cubicBezTo>
                      <a:pt x="29140" y="165"/>
                      <a:pt x="37463" y="8488"/>
                      <a:pt x="37463" y="18755"/>
                    </a:cubicBezTo>
                    <a:close/>
                  </a:path>
                </a:pathLst>
              </a:custGeom>
              <a:solidFill>
                <a:srgbClr val="F7F1F1"/>
              </a:solidFill>
              <a:ln w="5753" cap="sq">
                <a:noFill/>
                <a:prstDash val="solid"/>
                <a:miter/>
              </a:ln>
            </p:spPr>
            <p:txBody>
              <a:bodyPr rtlCol="0" anchor="ctr"/>
              <a:lstStyle/>
              <a:p>
                <a:endParaRPr lang="en-US"/>
              </a:p>
            </p:txBody>
          </p:sp>
          <p:sp>
            <p:nvSpPr>
              <p:cNvPr id="1555" name="Freeform: Shape 1554">
                <a:extLst>
                  <a:ext uri="{FF2B5EF4-FFF2-40B4-BE49-F238E27FC236}">
                    <a16:creationId xmlns:a16="http://schemas.microsoft.com/office/drawing/2014/main" id="{F24F7A33-9412-752A-AE67-489ED6EEB559}"/>
                  </a:ext>
                </a:extLst>
              </p:cNvPr>
              <p:cNvSpPr/>
              <p:nvPr/>
            </p:nvSpPr>
            <p:spPr>
              <a:xfrm>
                <a:off x="7820028" y="7947886"/>
                <a:ext cx="41981" cy="41981"/>
              </a:xfrm>
              <a:custGeom>
                <a:avLst/>
                <a:gdLst>
                  <a:gd name="connsiteX0" fmla="*/ 21273 w 41981"/>
                  <a:gd name="connsiteY0" fmla="*/ 4965 h 41981"/>
                  <a:gd name="connsiteX1" fmla="*/ 37463 w 41981"/>
                  <a:gd name="connsiteY1" fmla="*/ 21155 h 41981"/>
                  <a:gd name="connsiteX2" fmla="*/ 37463 w 41981"/>
                  <a:gd name="connsiteY2" fmla="*/ 21155 h 41981"/>
                  <a:gd name="connsiteX3" fmla="*/ 21273 w 41981"/>
                  <a:gd name="connsiteY3" fmla="*/ 37345 h 41981"/>
                  <a:gd name="connsiteX4" fmla="*/ 5083 w 41981"/>
                  <a:gd name="connsiteY4" fmla="*/ 21155 h 41981"/>
                  <a:gd name="connsiteX5" fmla="*/ 21273 w 41981"/>
                  <a:gd name="connsiteY5" fmla="*/ 4965 h 41981"/>
                  <a:gd name="connsiteX6" fmla="*/ 21273 w 41981"/>
                  <a:gd name="connsiteY6" fmla="*/ 165 h 41981"/>
                  <a:gd name="connsiteX7" fmla="*/ 282 w 41981"/>
                  <a:gd name="connsiteY7" fmla="*/ 21155 h 41981"/>
                  <a:gd name="connsiteX8" fmla="*/ 21273 w 41981"/>
                  <a:gd name="connsiteY8" fmla="*/ 42146 h 41981"/>
                  <a:gd name="connsiteX9" fmla="*/ 42264 w 41981"/>
                  <a:gd name="connsiteY9" fmla="*/ 21155 h 41981"/>
                  <a:gd name="connsiteX10" fmla="*/ 42264 w 41981"/>
                  <a:gd name="connsiteY10" fmla="*/ 21155 h 41981"/>
                  <a:gd name="connsiteX11" fmla="*/ 21273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65"/>
                    </a:moveTo>
                    <a:cubicBezTo>
                      <a:pt x="30215" y="4965"/>
                      <a:pt x="37463" y="12213"/>
                      <a:pt x="37463" y="21155"/>
                    </a:cubicBezTo>
                    <a:lnTo>
                      <a:pt x="37463" y="21155"/>
                    </a:lnTo>
                    <a:cubicBezTo>
                      <a:pt x="37463" y="30097"/>
                      <a:pt x="30215" y="37345"/>
                      <a:pt x="21273" y="37345"/>
                    </a:cubicBezTo>
                    <a:cubicBezTo>
                      <a:pt x="12331" y="37345"/>
                      <a:pt x="5083" y="30097"/>
                      <a:pt x="5083" y="21155"/>
                    </a:cubicBezTo>
                    <a:cubicBezTo>
                      <a:pt x="5083" y="12213"/>
                      <a:pt x="12331" y="4965"/>
                      <a:pt x="21273" y="4965"/>
                    </a:cubicBezTo>
                    <a:close/>
                    <a:moveTo>
                      <a:pt x="21273" y="165"/>
                    </a:moveTo>
                    <a:cubicBezTo>
                      <a:pt x="9680" y="165"/>
                      <a:pt x="282" y="9563"/>
                      <a:pt x="282" y="21155"/>
                    </a:cubicBezTo>
                    <a:cubicBezTo>
                      <a:pt x="282" y="32748"/>
                      <a:pt x="9680" y="42146"/>
                      <a:pt x="21273" y="42146"/>
                    </a:cubicBezTo>
                    <a:cubicBezTo>
                      <a:pt x="32866" y="42146"/>
                      <a:pt x="42264" y="32748"/>
                      <a:pt x="42264" y="21155"/>
                    </a:cubicBezTo>
                    <a:lnTo>
                      <a:pt x="42264" y="21155"/>
                    </a:lnTo>
                    <a:cubicBezTo>
                      <a:pt x="42264" y="9563"/>
                      <a:pt x="32866" y="165"/>
                      <a:pt x="21273" y="165"/>
                    </a:cubicBezTo>
                    <a:close/>
                  </a:path>
                </a:pathLst>
              </a:custGeom>
              <a:solidFill>
                <a:srgbClr val="000000"/>
              </a:solidFill>
              <a:ln w="4794" cap="sq">
                <a:noFill/>
                <a:prstDash val="solid"/>
                <a:round/>
              </a:ln>
            </p:spPr>
            <p:txBody>
              <a:bodyPr rtlCol="0" anchor="ctr"/>
              <a:lstStyle/>
              <a:p>
                <a:endParaRPr lang="en-US"/>
              </a:p>
            </p:txBody>
          </p:sp>
          <p:sp>
            <p:nvSpPr>
              <p:cNvPr id="1556" name="Freeform: Shape 1555">
                <a:extLst>
                  <a:ext uri="{FF2B5EF4-FFF2-40B4-BE49-F238E27FC236}">
                    <a16:creationId xmlns:a16="http://schemas.microsoft.com/office/drawing/2014/main" id="{B1D2FB6F-E146-80AE-5D54-0110D31D9576}"/>
                  </a:ext>
                </a:extLst>
              </p:cNvPr>
              <p:cNvSpPr/>
              <p:nvPr/>
            </p:nvSpPr>
            <p:spPr>
              <a:xfrm>
                <a:off x="7782281" y="7976966"/>
                <a:ext cx="37180" cy="37180"/>
              </a:xfrm>
              <a:custGeom>
                <a:avLst/>
                <a:gdLst>
                  <a:gd name="connsiteX0" fmla="*/ 37456 w 37180"/>
                  <a:gd name="connsiteY0" fmla="*/ 18760 h 37180"/>
                  <a:gd name="connsiteX1" fmla="*/ 18866 w 37180"/>
                  <a:gd name="connsiteY1" fmla="*/ 37350 h 37180"/>
                  <a:gd name="connsiteX2" fmla="*/ 275 w 37180"/>
                  <a:gd name="connsiteY2" fmla="*/ 18760 h 37180"/>
                  <a:gd name="connsiteX3" fmla="*/ 18866 w 37180"/>
                  <a:gd name="connsiteY3" fmla="*/ 169 h 37180"/>
                  <a:gd name="connsiteX4" fmla="*/ 37456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60"/>
                    </a:moveTo>
                    <a:cubicBezTo>
                      <a:pt x="37456" y="29027"/>
                      <a:pt x="29133" y="37350"/>
                      <a:pt x="18866" y="37350"/>
                    </a:cubicBezTo>
                    <a:cubicBezTo>
                      <a:pt x="8599" y="37350"/>
                      <a:pt x="275" y="29027"/>
                      <a:pt x="275" y="18760"/>
                    </a:cubicBezTo>
                    <a:cubicBezTo>
                      <a:pt x="275" y="8492"/>
                      <a:pt x="8599" y="169"/>
                      <a:pt x="18866" y="169"/>
                    </a:cubicBezTo>
                    <a:cubicBezTo>
                      <a:pt x="29133" y="169"/>
                      <a:pt x="37456" y="8492"/>
                      <a:pt x="37456" y="18760"/>
                    </a:cubicBezTo>
                    <a:close/>
                  </a:path>
                </a:pathLst>
              </a:custGeom>
              <a:solidFill>
                <a:srgbClr val="E9F7E9"/>
              </a:solidFill>
              <a:ln w="5753" cap="sq">
                <a:noFill/>
                <a:prstDash val="solid"/>
                <a:miter/>
              </a:ln>
            </p:spPr>
            <p:txBody>
              <a:bodyPr rtlCol="0" anchor="ctr"/>
              <a:lstStyle/>
              <a:p>
                <a:endParaRPr lang="en-US"/>
              </a:p>
            </p:txBody>
          </p:sp>
          <p:sp>
            <p:nvSpPr>
              <p:cNvPr id="1557" name="Freeform: Shape 1556">
                <a:extLst>
                  <a:ext uri="{FF2B5EF4-FFF2-40B4-BE49-F238E27FC236}">
                    <a16:creationId xmlns:a16="http://schemas.microsoft.com/office/drawing/2014/main" id="{490724A8-FCA8-7A0F-71E3-38D525623C03}"/>
                  </a:ext>
                </a:extLst>
              </p:cNvPr>
              <p:cNvSpPr/>
              <p:nvPr/>
            </p:nvSpPr>
            <p:spPr>
              <a:xfrm>
                <a:off x="7779880" y="7974566"/>
                <a:ext cx="41981" cy="41981"/>
              </a:xfrm>
              <a:custGeom>
                <a:avLst/>
                <a:gdLst>
                  <a:gd name="connsiteX0" fmla="*/ 21266 w 41981"/>
                  <a:gd name="connsiteY0" fmla="*/ 4970 h 41981"/>
                  <a:gd name="connsiteX1" fmla="*/ 37456 w 41981"/>
                  <a:gd name="connsiteY1" fmla="*/ 21160 h 41981"/>
                  <a:gd name="connsiteX2" fmla="*/ 37456 w 41981"/>
                  <a:gd name="connsiteY2" fmla="*/ 21160 h 41981"/>
                  <a:gd name="connsiteX3" fmla="*/ 21266 w 41981"/>
                  <a:gd name="connsiteY3" fmla="*/ 37350 h 41981"/>
                  <a:gd name="connsiteX4" fmla="*/ 5076 w 41981"/>
                  <a:gd name="connsiteY4" fmla="*/ 21160 h 41981"/>
                  <a:gd name="connsiteX5" fmla="*/ 21266 w 41981"/>
                  <a:gd name="connsiteY5" fmla="*/ 4970 h 41981"/>
                  <a:gd name="connsiteX6" fmla="*/ 21266 w 41981"/>
                  <a:gd name="connsiteY6" fmla="*/ 169 h 41981"/>
                  <a:gd name="connsiteX7" fmla="*/ 275 w 41981"/>
                  <a:gd name="connsiteY7" fmla="*/ 21160 h 41981"/>
                  <a:gd name="connsiteX8" fmla="*/ 21266 w 41981"/>
                  <a:gd name="connsiteY8" fmla="*/ 42150 h 41981"/>
                  <a:gd name="connsiteX9" fmla="*/ 42257 w 41981"/>
                  <a:gd name="connsiteY9" fmla="*/ 21160 h 41981"/>
                  <a:gd name="connsiteX10" fmla="*/ 42257 w 41981"/>
                  <a:gd name="connsiteY10" fmla="*/ 21160 h 41981"/>
                  <a:gd name="connsiteX11" fmla="*/ 21266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70"/>
                    </a:moveTo>
                    <a:cubicBezTo>
                      <a:pt x="30208" y="4970"/>
                      <a:pt x="37456" y="12218"/>
                      <a:pt x="37456" y="21160"/>
                    </a:cubicBezTo>
                    <a:lnTo>
                      <a:pt x="37456" y="21160"/>
                    </a:lnTo>
                    <a:cubicBezTo>
                      <a:pt x="37456" y="30102"/>
                      <a:pt x="30208" y="37350"/>
                      <a:pt x="21266" y="37350"/>
                    </a:cubicBezTo>
                    <a:cubicBezTo>
                      <a:pt x="12324" y="37350"/>
                      <a:pt x="5076" y="30102"/>
                      <a:pt x="5076" y="21160"/>
                    </a:cubicBezTo>
                    <a:cubicBezTo>
                      <a:pt x="5076" y="12218"/>
                      <a:pt x="12324" y="4970"/>
                      <a:pt x="21266" y="4970"/>
                    </a:cubicBezTo>
                    <a:close/>
                    <a:moveTo>
                      <a:pt x="21266" y="169"/>
                    </a:moveTo>
                    <a:cubicBezTo>
                      <a:pt x="9673" y="169"/>
                      <a:pt x="275" y="9567"/>
                      <a:pt x="275" y="21160"/>
                    </a:cubicBezTo>
                    <a:cubicBezTo>
                      <a:pt x="275" y="32752"/>
                      <a:pt x="9673" y="42150"/>
                      <a:pt x="21266" y="42150"/>
                    </a:cubicBezTo>
                    <a:cubicBezTo>
                      <a:pt x="32859" y="42150"/>
                      <a:pt x="42257" y="32752"/>
                      <a:pt x="42257" y="21160"/>
                    </a:cubicBezTo>
                    <a:lnTo>
                      <a:pt x="42257" y="21160"/>
                    </a:lnTo>
                    <a:cubicBezTo>
                      <a:pt x="42257" y="9567"/>
                      <a:pt x="32859" y="169"/>
                      <a:pt x="21266" y="169"/>
                    </a:cubicBezTo>
                    <a:close/>
                  </a:path>
                </a:pathLst>
              </a:custGeom>
              <a:solidFill>
                <a:srgbClr val="000000"/>
              </a:solidFill>
              <a:ln w="4794" cap="sq">
                <a:noFill/>
                <a:prstDash val="solid"/>
                <a:round/>
              </a:ln>
            </p:spPr>
            <p:txBody>
              <a:bodyPr rtlCol="0" anchor="ctr"/>
              <a:lstStyle/>
              <a:p>
                <a:endParaRPr lang="en-US"/>
              </a:p>
            </p:txBody>
          </p:sp>
          <p:sp>
            <p:nvSpPr>
              <p:cNvPr id="1558" name="Freeform: Shape 1557">
                <a:extLst>
                  <a:ext uri="{FF2B5EF4-FFF2-40B4-BE49-F238E27FC236}">
                    <a16:creationId xmlns:a16="http://schemas.microsoft.com/office/drawing/2014/main" id="{326A8AE0-9F35-24A3-9333-8AB70EEF899B}"/>
                  </a:ext>
                </a:extLst>
              </p:cNvPr>
              <p:cNvSpPr/>
              <p:nvPr/>
            </p:nvSpPr>
            <p:spPr>
              <a:xfrm>
                <a:off x="7756372" y="7946928"/>
                <a:ext cx="37180" cy="37180"/>
              </a:xfrm>
              <a:custGeom>
                <a:avLst/>
                <a:gdLst>
                  <a:gd name="connsiteX0" fmla="*/ 37452 w 37180"/>
                  <a:gd name="connsiteY0" fmla="*/ 18754 h 37180"/>
                  <a:gd name="connsiteX1" fmla="*/ 18861 w 37180"/>
                  <a:gd name="connsiteY1" fmla="*/ 37345 h 37180"/>
                  <a:gd name="connsiteX2" fmla="*/ 271 w 37180"/>
                  <a:gd name="connsiteY2" fmla="*/ 18754 h 37180"/>
                  <a:gd name="connsiteX3" fmla="*/ 18861 w 37180"/>
                  <a:gd name="connsiteY3" fmla="*/ 164 h 37180"/>
                  <a:gd name="connsiteX4" fmla="*/ 37452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4"/>
                    </a:moveTo>
                    <a:cubicBezTo>
                      <a:pt x="37452" y="29022"/>
                      <a:pt x="29129" y="37345"/>
                      <a:pt x="18861" y="37345"/>
                    </a:cubicBezTo>
                    <a:cubicBezTo>
                      <a:pt x="8594" y="37345"/>
                      <a:pt x="271" y="29022"/>
                      <a:pt x="271" y="18754"/>
                    </a:cubicBezTo>
                    <a:cubicBezTo>
                      <a:pt x="271" y="8487"/>
                      <a:pt x="8594" y="164"/>
                      <a:pt x="18861" y="164"/>
                    </a:cubicBezTo>
                    <a:cubicBezTo>
                      <a:pt x="29129" y="164"/>
                      <a:pt x="37452" y="8487"/>
                      <a:pt x="37452" y="18754"/>
                    </a:cubicBezTo>
                    <a:close/>
                  </a:path>
                </a:pathLst>
              </a:custGeom>
              <a:solidFill>
                <a:srgbClr val="F7F5F5"/>
              </a:solidFill>
              <a:ln w="5753" cap="sq">
                <a:noFill/>
                <a:prstDash val="solid"/>
                <a:miter/>
              </a:ln>
            </p:spPr>
            <p:txBody>
              <a:bodyPr rtlCol="0" anchor="ctr"/>
              <a:lstStyle/>
              <a:p>
                <a:endParaRPr lang="en-US"/>
              </a:p>
            </p:txBody>
          </p:sp>
          <p:sp>
            <p:nvSpPr>
              <p:cNvPr id="1559" name="Freeform: Shape 1558">
                <a:extLst>
                  <a:ext uri="{FF2B5EF4-FFF2-40B4-BE49-F238E27FC236}">
                    <a16:creationId xmlns:a16="http://schemas.microsoft.com/office/drawing/2014/main" id="{E9E93B17-4FB2-8DB0-61C4-71BFEDF0344A}"/>
                  </a:ext>
                </a:extLst>
              </p:cNvPr>
              <p:cNvSpPr/>
              <p:nvPr/>
            </p:nvSpPr>
            <p:spPr>
              <a:xfrm>
                <a:off x="7753972" y="7944528"/>
                <a:ext cx="41981" cy="41981"/>
              </a:xfrm>
              <a:custGeom>
                <a:avLst/>
                <a:gdLst>
                  <a:gd name="connsiteX0" fmla="*/ 21262 w 41981"/>
                  <a:gd name="connsiteY0" fmla="*/ 4964 h 41981"/>
                  <a:gd name="connsiteX1" fmla="*/ 37452 w 41981"/>
                  <a:gd name="connsiteY1" fmla="*/ 21155 h 41981"/>
                  <a:gd name="connsiteX2" fmla="*/ 37452 w 41981"/>
                  <a:gd name="connsiteY2" fmla="*/ 21155 h 41981"/>
                  <a:gd name="connsiteX3" fmla="*/ 21262 w 41981"/>
                  <a:gd name="connsiteY3" fmla="*/ 37345 h 41981"/>
                  <a:gd name="connsiteX4" fmla="*/ 5071 w 41981"/>
                  <a:gd name="connsiteY4" fmla="*/ 21155 h 41981"/>
                  <a:gd name="connsiteX5" fmla="*/ 21262 w 41981"/>
                  <a:gd name="connsiteY5" fmla="*/ 4964 h 41981"/>
                  <a:gd name="connsiteX6" fmla="*/ 21262 w 41981"/>
                  <a:gd name="connsiteY6" fmla="*/ 164 h 41981"/>
                  <a:gd name="connsiteX7" fmla="*/ 271 w 41981"/>
                  <a:gd name="connsiteY7" fmla="*/ 21155 h 41981"/>
                  <a:gd name="connsiteX8" fmla="*/ 21262 w 41981"/>
                  <a:gd name="connsiteY8" fmla="*/ 42145 h 41981"/>
                  <a:gd name="connsiteX9" fmla="*/ 42252 w 41981"/>
                  <a:gd name="connsiteY9" fmla="*/ 21155 h 41981"/>
                  <a:gd name="connsiteX10" fmla="*/ 42252 w 41981"/>
                  <a:gd name="connsiteY10" fmla="*/ 21155 h 41981"/>
                  <a:gd name="connsiteX11" fmla="*/ 21262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4"/>
                    </a:moveTo>
                    <a:cubicBezTo>
                      <a:pt x="30203" y="4964"/>
                      <a:pt x="37452" y="12213"/>
                      <a:pt x="37452" y="21155"/>
                    </a:cubicBezTo>
                    <a:lnTo>
                      <a:pt x="37452" y="21155"/>
                    </a:lnTo>
                    <a:cubicBezTo>
                      <a:pt x="37452" y="30096"/>
                      <a:pt x="30203" y="37345"/>
                      <a:pt x="21262" y="37345"/>
                    </a:cubicBezTo>
                    <a:cubicBezTo>
                      <a:pt x="12320" y="37345"/>
                      <a:pt x="5071" y="30096"/>
                      <a:pt x="5071" y="21155"/>
                    </a:cubicBezTo>
                    <a:cubicBezTo>
                      <a:pt x="5071" y="12213"/>
                      <a:pt x="12320" y="4964"/>
                      <a:pt x="21262" y="4964"/>
                    </a:cubicBezTo>
                    <a:close/>
                    <a:moveTo>
                      <a:pt x="21262" y="164"/>
                    </a:moveTo>
                    <a:cubicBezTo>
                      <a:pt x="9669" y="164"/>
                      <a:pt x="271" y="9562"/>
                      <a:pt x="271" y="21155"/>
                    </a:cubicBezTo>
                    <a:cubicBezTo>
                      <a:pt x="271" y="32747"/>
                      <a:pt x="9669" y="42145"/>
                      <a:pt x="21262" y="42145"/>
                    </a:cubicBezTo>
                    <a:cubicBezTo>
                      <a:pt x="32854" y="42145"/>
                      <a:pt x="42252" y="32747"/>
                      <a:pt x="42252" y="21155"/>
                    </a:cubicBezTo>
                    <a:lnTo>
                      <a:pt x="42252" y="21155"/>
                    </a:lnTo>
                    <a:cubicBezTo>
                      <a:pt x="42252" y="9562"/>
                      <a:pt x="32854" y="164"/>
                      <a:pt x="21262" y="164"/>
                    </a:cubicBezTo>
                    <a:close/>
                  </a:path>
                </a:pathLst>
              </a:custGeom>
              <a:solidFill>
                <a:srgbClr val="000000"/>
              </a:solidFill>
              <a:ln w="4794" cap="sq">
                <a:noFill/>
                <a:prstDash val="solid"/>
                <a:round/>
              </a:ln>
            </p:spPr>
            <p:txBody>
              <a:bodyPr rtlCol="0" anchor="ctr"/>
              <a:lstStyle/>
              <a:p>
                <a:endParaRPr lang="en-US"/>
              </a:p>
            </p:txBody>
          </p:sp>
          <p:sp>
            <p:nvSpPr>
              <p:cNvPr id="1560" name="Freeform: Shape 1559">
                <a:extLst>
                  <a:ext uri="{FF2B5EF4-FFF2-40B4-BE49-F238E27FC236}">
                    <a16:creationId xmlns:a16="http://schemas.microsoft.com/office/drawing/2014/main" id="{883AF337-462C-4920-05A0-25A60FC30843}"/>
                  </a:ext>
                </a:extLst>
              </p:cNvPr>
              <p:cNvSpPr/>
              <p:nvPr/>
            </p:nvSpPr>
            <p:spPr>
              <a:xfrm>
                <a:off x="7710609" y="8031565"/>
                <a:ext cx="37180" cy="37180"/>
              </a:xfrm>
              <a:custGeom>
                <a:avLst/>
                <a:gdLst>
                  <a:gd name="connsiteX0" fmla="*/ 37444 w 37180"/>
                  <a:gd name="connsiteY0" fmla="*/ 18769 h 37180"/>
                  <a:gd name="connsiteX1" fmla="*/ 18853 w 37180"/>
                  <a:gd name="connsiteY1" fmla="*/ 37359 h 37180"/>
                  <a:gd name="connsiteX2" fmla="*/ 263 w 37180"/>
                  <a:gd name="connsiteY2" fmla="*/ 18769 h 37180"/>
                  <a:gd name="connsiteX3" fmla="*/ 18853 w 37180"/>
                  <a:gd name="connsiteY3" fmla="*/ 179 h 37180"/>
                  <a:gd name="connsiteX4" fmla="*/ 37444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9"/>
                    </a:moveTo>
                    <a:cubicBezTo>
                      <a:pt x="37444" y="29036"/>
                      <a:pt x="29121" y="37359"/>
                      <a:pt x="18853" y="37359"/>
                    </a:cubicBezTo>
                    <a:cubicBezTo>
                      <a:pt x="8586" y="37359"/>
                      <a:pt x="263" y="29036"/>
                      <a:pt x="263" y="18769"/>
                    </a:cubicBezTo>
                    <a:cubicBezTo>
                      <a:pt x="263" y="8502"/>
                      <a:pt x="8586" y="179"/>
                      <a:pt x="18853" y="179"/>
                    </a:cubicBezTo>
                    <a:cubicBezTo>
                      <a:pt x="29121" y="179"/>
                      <a:pt x="37444" y="8502"/>
                      <a:pt x="37444" y="18769"/>
                    </a:cubicBezTo>
                    <a:close/>
                  </a:path>
                </a:pathLst>
              </a:custGeom>
              <a:solidFill>
                <a:srgbClr val="F7D6D6"/>
              </a:solidFill>
              <a:ln w="5753" cap="sq">
                <a:noFill/>
                <a:prstDash val="solid"/>
                <a:miter/>
              </a:ln>
            </p:spPr>
            <p:txBody>
              <a:bodyPr rtlCol="0" anchor="ctr"/>
              <a:lstStyle/>
              <a:p>
                <a:endParaRPr lang="en-US"/>
              </a:p>
            </p:txBody>
          </p:sp>
          <p:sp>
            <p:nvSpPr>
              <p:cNvPr id="1561" name="Freeform: Shape 1560">
                <a:extLst>
                  <a:ext uri="{FF2B5EF4-FFF2-40B4-BE49-F238E27FC236}">
                    <a16:creationId xmlns:a16="http://schemas.microsoft.com/office/drawing/2014/main" id="{04274B0B-2BE2-0328-85B4-560F9F53398E}"/>
                  </a:ext>
                </a:extLst>
              </p:cNvPr>
              <p:cNvSpPr/>
              <p:nvPr/>
            </p:nvSpPr>
            <p:spPr>
              <a:xfrm>
                <a:off x="7708209" y="8029165"/>
                <a:ext cx="41981" cy="41981"/>
              </a:xfrm>
              <a:custGeom>
                <a:avLst/>
                <a:gdLst>
                  <a:gd name="connsiteX0" fmla="*/ 21254 w 41981"/>
                  <a:gd name="connsiteY0" fmla="*/ 4979 h 41981"/>
                  <a:gd name="connsiteX1" fmla="*/ 37444 w 41981"/>
                  <a:gd name="connsiteY1" fmla="*/ 21169 h 41981"/>
                  <a:gd name="connsiteX2" fmla="*/ 37444 w 41981"/>
                  <a:gd name="connsiteY2" fmla="*/ 21169 h 41981"/>
                  <a:gd name="connsiteX3" fmla="*/ 21254 w 41981"/>
                  <a:gd name="connsiteY3" fmla="*/ 37359 h 41981"/>
                  <a:gd name="connsiteX4" fmla="*/ 5063 w 41981"/>
                  <a:gd name="connsiteY4" fmla="*/ 21169 h 41981"/>
                  <a:gd name="connsiteX5" fmla="*/ 21254 w 41981"/>
                  <a:gd name="connsiteY5" fmla="*/ 4979 h 41981"/>
                  <a:gd name="connsiteX6" fmla="*/ 21254 w 41981"/>
                  <a:gd name="connsiteY6" fmla="*/ 179 h 41981"/>
                  <a:gd name="connsiteX7" fmla="*/ 263 w 41981"/>
                  <a:gd name="connsiteY7" fmla="*/ 21169 h 41981"/>
                  <a:gd name="connsiteX8" fmla="*/ 21254 w 41981"/>
                  <a:gd name="connsiteY8" fmla="*/ 42160 h 41981"/>
                  <a:gd name="connsiteX9" fmla="*/ 42244 w 41981"/>
                  <a:gd name="connsiteY9" fmla="*/ 21169 h 41981"/>
                  <a:gd name="connsiteX10" fmla="*/ 42244 w 41981"/>
                  <a:gd name="connsiteY10" fmla="*/ 21169 h 41981"/>
                  <a:gd name="connsiteX11" fmla="*/ 21254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9"/>
                    </a:moveTo>
                    <a:cubicBezTo>
                      <a:pt x="30195" y="4979"/>
                      <a:pt x="37444" y="12227"/>
                      <a:pt x="37444" y="21169"/>
                    </a:cubicBezTo>
                    <a:lnTo>
                      <a:pt x="37444" y="21169"/>
                    </a:lnTo>
                    <a:cubicBezTo>
                      <a:pt x="37444" y="30111"/>
                      <a:pt x="30195" y="37359"/>
                      <a:pt x="21254" y="37359"/>
                    </a:cubicBezTo>
                    <a:cubicBezTo>
                      <a:pt x="12312" y="37359"/>
                      <a:pt x="5063" y="30111"/>
                      <a:pt x="5063" y="21169"/>
                    </a:cubicBezTo>
                    <a:cubicBezTo>
                      <a:pt x="5063" y="12227"/>
                      <a:pt x="12312" y="4979"/>
                      <a:pt x="21254" y="4979"/>
                    </a:cubicBezTo>
                    <a:close/>
                    <a:moveTo>
                      <a:pt x="21254" y="179"/>
                    </a:moveTo>
                    <a:cubicBezTo>
                      <a:pt x="9661" y="179"/>
                      <a:pt x="263" y="9577"/>
                      <a:pt x="263" y="21169"/>
                    </a:cubicBezTo>
                    <a:cubicBezTo>
                      <a:pt x="263" y="32762"/>
                      <a:pt x="9661" y="42160"/>
                      <a:pt x="21254" y="42160"/>
                    </a:cubicBezTo>
                    <a:cubicBezTo>
                      <a:pt x="32846" y="42160"/>
                      <a:pt x="42244" y="32762"/>
                      <a:pt x="42244" y="21169"/>
                    </a:cubicBezTo>
                    <a:lnTo>
                      <a:pt x="42244" y="21169"/>
                    </a:lnTo>
                    <a:cubicBezTo>
                      <a:pt x="42244" y="9577"/>
                      <a:pt x="32846" y="179"/>
                      <a:pt x="21254" y="179"/>
                    </a:cubicBezTo>
                    <a:close/>
                  </a:path>
                </a:pathLst>
              </a:custGeom>
              <a:solidFill>
                <a:srgbClr val="000000"/>
              </a:solidFill>
              <a:ln w="4794" cap="sq">
                <a:noFill/>
                <a:prstDash val="solid"/>
                <a:round/>
              </a:ln>
            </p:spPr>
            <p:txBody>
              <a:bodyPr rtlCol="0" anchor="ctr"/>
              <a:lstStyle/>
              <a:p>
                <a:endParaRPr lang="en-US"/>
              </a:p>
            </p:txBody>
          </p:sp>
          <p:sp>
            <p:nvSpPr>
              <p:cNvPr id="1562" name="Freeform: Shape 1561">
                <a:extLst>
                  <a:ext uri="{FF2B5EF4-FFF2-40B4-BE49-F238E27FC236}">
                    <a16:creationId xmlns:a16="http://schemas.microsoft.com/office/drawing/2014/main" id="{3A83A764-411D-9A4A-6AA3-0E7F4CB3C99E}"/>
                  </a:ext>
                </a:extLst>
              </p:cNvPr>
              <p:cNvSpPr/>
              <p:nvPr/>
            </p:nvSpPr>
            <p:spPr>
              <a:xfrm>
                <a:off x="7772448" y="7994563"/>
                <a:ext cx="37180" cy="37180"/>
              </a:xfrm>
              <a:custGeom>
                <a:avLst/>
                <a:gdLst>
                  <a:gd name="connsiteX0" fmla="*/ 37455 w 37180"/>
                  <a:gd name="connsiteY0" fmla="*/ 18763 h 37180"/>
                  <a:gd name="connsiteX1" fmla="*/ 18864 w 37180"/>
                  <a:gd name="connsiteY1" fmla="*/ 37353 h 37180"/>
                  <a:gd name="connsiteX2" fmla="*/ 274 w 37180"/>
                  <a:gd name="connsiteY2" fmla="*/ 18763 h 37180"/>
                  <a:gd name="connsiteX3" fmla="*/ 18864 w 37180"/>
                  <a:gd name="connsiteY3" fmla="*/ 172 h 37180"/>
                  <a:gd name="connsiteX4" fmla="*/ 3745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63"/>
                    </a:moveTo>
                    <a:cubicBezTo>
                      <a:pt x="37455" y="29030"/>
                      <a:pt x="29131" y="37353"/>
                      <a:pt x="18864" y="37353"/>
                    </a:cubicBezTo>
                    <a:cubicBezTo>
                      <a:pt x="8597" y="37353"/>
                      <a:pt x="274" y="29030"/>
                      <a:pt x="274" y="18763"/>
                    </a:cubicBezTo>
                    <a:cubicBezTo>
                      <a:pt x="274" y="8495"/>
                      <a:pt x="8597" y="172"/>
                      <a:pt x="18864" y="172"/>
                    </a:cubicBezTo>
                    <a:cubicBezTo>
                      <a:pt x="29131" y="172"/>
                      <a:pt x="37455" y="8495"/>
                      <a:pt x="37455" y="18763"/>
                    </a:cubicBezTo>
                    <a:close/>
                  </a:path>
                </a:pathLst>
              </a:custGeom>
              <a:solidFill>
                <a:srgbClr val="F6F7F6"/>
              </a:solidFill>
              <a:ln w="5753" cap="sq">
                <a:noFill/>
                <a:prstDash val="solid"/>
                <a:miter/>
              </a:ln>
            </p:spPr>
            <p:txBody>
              <a:bodyPr rtlCol="0" anchor="ctr"/>
              <a:lstStyle/>
              <a:p>
                <a:endParaRPr lang="en-US"/>
              </a:p>
            </p:txBody>
          </p:sp>
          <p:sp>
            <p:nvSpPr>
              <p:cNvPr id="1563" name="Freeform: Shape 1562">
                <a:extLst>
                  <a:ext uri="{FF2B5EF4-FFF2-40B4-BE49-F238E27FC236}">
                    <a16:creationId xmlns:a16="http://schemas.microsoft.com/office/drawing/2014/main" id="{AF3CC317-80D0-EEA9-E748-00E796471652}"/>
                  </a:ext>
                </a:extLst>
              </p:cNvPr>
              <p:cNvSpPr/>
              <p:nvPr/>
            </p:nvSpPr>
            <p:spPr>
              <a:xfrm>
                <a:off x="7770048" y="7992163"/>
                <a:ext cx="41981" cy="41981"/>
              </a:xfrm>
              <a:custGeom>
                <a:avLst/>
                <a:gdLst>
                  <a:gd name="connsiteX0" fmla="*/ 21264 w 41981"/>
                  <a:gd name="connsiteY0" fmla="*/ 4973 h 41981"/>
                  <a:gd name="connsiteX1" fmla="*/ 37455 w 41981"/>
                  <a:gd name="connsiteY1" fmla="*/ 21163 h 41981"/>
                  <a:gd name="connsiteX2" fmla="*/ 37455 w 41981"/>
                  <a:gd name="connsiteY2" fmla="*/ 21163 h 41981"/>
                  <a:gd name="connsiteX3" fmla="*/ 21264 w 41981"/>
                  <a:gd name="connsiteY3" fmla="*/ 37353 h 41981"/>
                  <a:gd name="connsiteX4" fmla="*/ 5074 w 41981"/>
                  <a:gd name="connsiteY4" fmla="*/ 21163 h 41981"/>
                  <a:gd name="connsiteX5" fmla="*/ 21264 w 41981"/>
                  <a:gd name="connsiteY5" fmla="*/ 4973 h 41981"/>
                  <a:gd name="connsiteX6" fmla="*/ 21264 w 41981"/>
                  <a:gd name="connsiteY6" fmla="*/ 172 h 41981"/>
                  <a:gd name="connsiteX7" fmla="*/ 274 w 41981"/>
                  <a:gd name="connsiteY7" fmla="*/ 21163 h 41981"/>
                  <a:gd name="connsiteX8" fmla="*/ 21264 w 41981"/>
                  <a:gd name="connsiteY8" fmla="*/ 42153 h 41981"/>
                  <a:gd name="connsiteX9" fmla="*/ 42255 w 41981"/>
                  <a:gd name="connsiteY9" fmla="*/ 21163 h 41981"/>
                  <a:gd name="connsiteX10" fmla="*/ 42255 w 41981"/>
                  <a:gd name="connsiteY10" fmla="*/ 21163 h 41981"/>
                  <a:gd name="connsiteX11" fmla="*/ 21264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3"/>
                    </a:moveTo>
                    <a:cubicBezTo>
                      <a:pt x="30206" y="4973"/>
                      <a:pt x="37455" y="12221"/>
                      <a:pt x="37455" y="21163"/>
                    </a:cubicBezTo>
                    <a:lnTo>
                      <a:pt x="37455" y="21163"/>
                    </a:lnTo>
                    <a:cubicBezTo>
                      <a:pt x="37455" y="30105"/>
                      <a:pt x="30206" y="37353"/>
                      <a:pt x="21264" y="37353"/>
                    </a:cubicBezTo>
                    <a:cubicBezTo>
                      <a:pt x="12322" y="37353"/>
                      <a:pt x="5074" y="30105"/>
                      <a:pt x="5074" y="21163"/>
                    </a:cubicBezTo>
                    <a:cubicBezTo>
                      <a:pt x="5074" y="12221"/>
                      <a:pt x="12322" y="4973"/>
                      <a:pt x="21264" y="4973"/>
                    </a:cubicBezTo>
                    <a:close/>
                    <a:moveTo>
                      <a:pt x="21264" y="172"/>
                    </a:moveTo>
                    <a:cubicBezTo>
                      <a:pt x="9672" y="172"/>
                      <a:pt x="274" y="9570"/>
                      <a:pt x="274" y="21163"/>
                    </a:cubicBezTo>
                    <a:cubicBezTo>
                      <a:pt x="274" y="32755"/>
                      <a:pt x="9672" y="42153"/>
                      <a:pt x="21264" y="42153"/>
                    </a:cubicBezTo>
                    <a:cubicBezTo>
                      <a:pt x="32857" y="42153"/>
                      <a:pt x="42255" y="32755"/>
                      <a:pt x="42255" y="21163"/>
                    </a:cubicBezTo>
                    <a:lnTo>
                      <a:pt x="42255" y="21163"/>
                    </a:lnTo>
                    <a:cubicBezTo>
                      <a:pt x="42255" y="9570"/>
                      <a:pt x="32857" y="172"/>
                      <a:pt x="21264" y="172"/>
                    </a:cubicBezTo>
                    <a:close/>
                  </a:path>
                </a:pathLst>
              </a:custGeom>
              <a:solidFill>
                <a:srgbClr val="000000"/>
              </a:solidFill>
              <a:ln w="4794" cap="sq">
                <a:noFill/>
                <a:prstDash val="solid"/>
                <a:round/>
              </a:ln>
            </p:spPr>
            <p:txBody>
              <a:bodyPr rtlCol="0" anchor="ctr"/>
              <a:lstStyle/>
              <a:p>
                <a:endParaRPr lang="en-US"/>
              </a:p>
            </p:txBody>
          </p:sp>
          <p:sp>
            <p:nvSpPr>
              <p:cNvPr id="1564" name="Freeform: Shape 1563">
                <a:extLst>
                  <a:ext uri="{FF2B5EF4-FFF2-40B4-BE49-F238E27FC236}">
                    <a16:creationId xmlns:a16="http://schemas.microsoft.com/office/drawing/2014/main" id="{D01B7A3A-26EA-6564-61CC-CB678F30D5FA}"/>
                  </a:ext>
                </a:extLst>
              </p:cNvPr>
              <p:cNvSpPr/>
              <p:nvPr/>
            </p:nvSpPr>
            <p:spPr>
              <a:xfrm>
                <a:off x="7880114" y="7843795"/>
                <a:ext cx="37180" cy="37180"/>
              </a:xfrm>
              <a:custGeom>
                <a:avLst/>
                <a:gdLst>
                  <a:gd name="connsiteX0" fmla="*/ 37473 w 37180"/>
                  <a:gd name="connsiteY0" fmla="*/ 18736 h 37180"/>
                  <a:gd name="connsiteX1" fmla="*/ 18883 w 37180"/>
                  <a:gd name="connsiteY1" fmla="*/ 37327 h 37180"/>
                  <a:gd name="connsiteX2" fmla="*/ 292 w 37180"/>
                  <a:gd name="connsiteY2" fmla="*/ 18736 h 37180"/>
                  <a:gd name="connsiteX3" fmla="*/ 18883 w 37180"/>
                  <a:gd name="connsiteY3" fmla="*/ 146 h 37180"/>
                  <a:gd name="connsiteX4" fmla="*/ 37473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3" y="18736"/>
                    </a:moveTo>
                    <a:cubicBezTo>
                      <a:pt x="37473" y="29004"/>
                      <a:pt x="29150" y="37327"/>
                      <a:pt x="18883" y="37327"/>
                    </a:cubicBezTo>
                    <a:cubicBezTo>
                      <a:pt x="8616" y="37327"/>
                      <a:pt x="292" y="29004"/>
                      <a:pt x="292" y="18736"/>
                    </a:cubicBezTo>
                    <a:cubicBezTo>
                      <a:pt x="292" y="8469"/>
                      <a:pt x="8616" y="146"/>
                      <a:pt x="18883" y="146"/>
                    </a:cubicBezTo>
                    <a:cubicBezTo>
                      <a:pt x="29150" y="146"/>
                      <a:pt x="37473" y="8469"/>
                      <a:pt x="37473" y="18736"/>
                    </a:cubicBezTo>
                    <a:close/>
                  </a:path>
                </a:pathLst>
              </a:custGeom>
              <a:solidFill>
                <a:srgbClr val="CBF7CB"/>
              </a:solidFill>
              <a:ln w="5753" cap="sq">
                <a:noFill/>
                <a:prstDash val="solid"/>
                <a:miter/>
              </a:ln>
            </p:spPr>
            <p:txBody>
              <a:bodyPr rtlCol="0" anchor="ctr"/>
              <a:lstStyle/>
              <a:p>
                <a:endParaRPr lang="en-US"/>
              </a:p>
            </p:txBody>
          </p:sp>
          <p:sp>
            <p:nvSpPr>
              <p:cNvPr id="1565" name="Freeform: Shape 1564">
                <a:extLst>
                  <a:ext uri="{FF2B5EF4-FFF2-40B4-BE49-F238E27FC236}">
                    <a16:creationId xmlns:a16="http://schemas.microsoft.com/office/drawing/2014/main" id="{8EE4544D-7BBF-AFB9-656F-AA69463AD8BB}"/>
                  </a:ext>
                </a:extLst>
              </p:cNvPr>
              <p:cNvSpPr/>
              <p:nvPr/>
            </p:nvSpPr>
            <p:spPr>
              <a:xfrm>
                <a:off x="7877714" y="7841395"/>
                <a:ext cx="41981" cy="41981"/>
              </a:xfrm>
              <a:custGeom>
                <a:avLst/>
                <a:gdLst>
                  <a:gd name="connsiteX0" fmla="*/ 21283 w 41981"/>
                  <a:gd name="connsiteY0" fmla="*/ 4946 h 41981"/>
                  <a:gd name="connsiteX1" fmla="*/ 37473 w 41981"/>
                  <a:gd name="connsiteY1" fmla="*/ 21137 h 41981"/>
                  <a:gd name="connsiteX2" fmla="*/ 37473 w 41981"/>
                  <a:gd name="connsiteY2" fmla="*/ 21137 h 41981"/>
                  <a:gd name="connsiteX3" fmla="*/ 21283 w 41981"/>
                  <a:gd name="connsiteY3" fmla="*/ 37327 h 41981"/>
                  <a:gd name="connsiteX4" fmla="*/ 5093 w 41981"/>
                  <a:gd name="connsiteY4" fmla="*/ 21137 h 41981"/>
                  <a:gd name="connsiteX5" fmla="*/ 21283 w 41981"/>
                  <a:gd name="connsiteY5" fmla="*/ 4946 h 41981"/>
                  <a:gd name="connsiteX6" fmla="*/ 21283 w 41981"/>
                  <a:gd name="connsiteY6" fmla="*/ 146 h 41981"/>
                  <a:gd name="connsiteX7" fmla="*/ 292 w 41981"/>
                  <a:gd name="connsiteY7" fmla="*/ 21137 h 41981"/>
                  <a:gd name="connsiteX8" fmla="*/ 21283 w 41981"/>
                  <a:gd name="connsiteY8" fmla="*/ 42127 h 41981"/>
                  <a:gd name="connsiteX9" fmla="*/ 42274 w 41981"/>
                  <a:gd name="connsiteY9" fmla="*/ 21137 h 41981"/>
                  <a:gd name="connsiteX10" fmla="*/ 42274 w 41981"/>
                  <a:gd name="connsiteY10" fmla="*/ 21137 h 41981"/>
                  <a:gd name="connsiteX11" fmla="*/ 21283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3" y="4946"/>
                    </a:moveTo>
                    <a:cubicBezTo>
                      <a:pt x="30225" y="4946"/>
                      <a:pt x="37473" y="12195"/>
                      <a:pt x="37473" y="21137"/>
                    </a:cubicBezTo>
                    <a:lnTo>
                      <a:pt x="37473" y="21137"/>
                    </a:lnTo>
                    <a:cubicBezTo>
                      <a:pt x="37473" y="30078"/>
                      <a:pt x="30225" y="37327"/>
                      <a:pt x="21283" y="37327"/>
                    </a:cubicBezTo>
                    <a:cubicBezTo>
                      <a:pt x="12341" y="37327"/>
                      <a:pt x="5093" y="30078"/>
                      <a:pt x="5093" y="21137"/>
                    </a:cubicBezTo>
                    <a:cubicBezTo>
                      <a:pt x="5093" y="12195"/>
                      <a:pt x="12341" y="4946"/>
                      <a:pt x="21283" y="4946"/>
                    </a:cubicBezTo>
                    <a:close/>
                    <a:moveTo>
                      <a:pt x="21283" y="146"/>
                    </a:moveTo>
                    <a:cubicBezTo>
                      <a:pt x="9690" y="146"/>
                      <a:pt x="292" y="9544"/>
                      <a:pt x="292" y="21137"/>
                    </a:cubicBezTo>
                    <a:cubicBezTo>
                      <a:pt x="292" y="32729"/>
                      <a:pt x="9690" y="42127"/>
                      <a:pt x="21283" y="42127"/>
                    </a:cubicBezTo>
                    <a:cubicBezTo>
                      <a:pt x="32876" y="42127"/>
                      <a:pt x="42274" y="32729"/>
                      <a:pt x="42274" y="21137"/>
                    </a:cubicBezTo>
                    <a:lnTo>
                      <a:pt x="42274" y="21137"/>
                    </a:lnTo>
                    <a:cubicBezTo>
                      <a:pt x="42274" y="9544"/>
                      <a:pt x="32876" y="146"/>
                      <a:pt x="21283" y="146"/>
                    </a:cubicBezTo>
                    <a:close/>
                  </a:path>
                </a:pathLst>
              </a:custGeom>
              <a:solidFill>
                <a:srgbClr val="000000"/>
              </a:solidFill>
              <a:ln w="4794" cap="sq">
                <a:noFill/>
                <a:prstDash val="solid"/>
                <a:round/>
              </a:ln>
            </p:spPr>
            <p:txBody>
              <a:bodyPr rtlCol="0" anchor="ctr"/>
              <a:lstStyle/>
              <a:p>
                <a:endParaRPr lang="en-US"/>
              </a:p>
            </p:txBody>
          </p:sp>
          <p:sp>
            <p:nvSpPr>
              <p:cNvPr id="1566" name="Freeform: Shape 1565">
                <a:extLst>
                  <a:ext uri="{FF2B5EF4-FFF2-40B4-BE49-F238E27FC236}">
                    <a16:creationId xmlns:a16="http://schemas.microsoft.com/office/drawing/2014/main" id="{C1F5D79E-E86E-227F-079A-CA12B22DD183}"/>
                  </a:ext>
                </a:extLst>
              </p:cNvPr>
              <p:cNvSpPr/>
              <p:nvPr/>
            </p:nvSpPr>
            <p:spPr>
              <a:xfrm>
                <a:off x="7703622" y="8044381"/>
                <a:ext cx="37180" cy="37180"/>
              </a:xfrm>
              <a:custGeom>
                <a:avLst/>
                <a:gdLst>
                  <a:gd name="connsiteX0" fmla="*/ 37443 w 37180"/>
                  <a:gd name="connsiteY0" fmla="*/ 18771 h 37180"/>
                  <a:gd name="connsiteX1" fmla="*/ 18852 w 37180"/>
                  <a:gd name="connsiteY1" fmla="*/ 37362 h 37180"/>
                  <a:gd name="connsiteX2" fmla="*/ 262 w 37180"/>
                  <a:gd name="connsiteY2" fmla="*/ 18771 h 37180"/>
                  <a:gd name="connsiteX3" fmla="*/ 18852 w 37180"/>
                  <a:gd name="connsiteY3" fmla="*/ 181 h 37180"/>
                  <a:gd name="connsiteX4" fmla="*/ 37443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1"/>
                    </a:moveTo>
                    <a:cubicBezTo>
                      <a:pt x="37443" y="29038"/>
                      <a:pt x="29119" y="37362"/>
                      <a:pt x="18852" y="37362"/>
                    </a:cubicBezTo>
                    <a:cubicBezTo>
                      <a:pt x="8585" y="37362"/>
                      <a:pt x="262" y="29038"/>
                      <a:pt x="262" y="18771"/>
                    </a:cubicBezTo>
                    <a:cubicBezTo>
                      <a:pt x="262" y="8504"/>
                      <a:pt x="8585" y="181"/>
                      <a:pt x="18852" y="181"/>
                    </a:cubicBezTo>
                    <a:cubicBezTo>
                      <a:pt x="29119" y="181"/>
                      <a:pt x="37443" y="8504"/>
                      <a:pt x="37443" y="18771"/>
                    </a:cubicBezTo>
                    <a:close/>
                  </a:path>
                </a:pathLst>
              </a:custGeom>
              <a:solidFill>
                <a:srgbClr val="F5F7F5"/>
              </a:solidFill>
              <a:ln w="5753" cap="sq">
                <a:noFill/>
                <a:prstDash val="solid"/>
                <a:miter/>
              </a:ln>
            </p:spPr>
            <p:txBody>
              <a:bodyPr rtlCol="0" anchor="ctr"/>
              <a:lstStyle/>
              <a:p>
                <a:endParaRPr lang="en-US"/>
              </a:p>
            </p:txBody>
          </p:sp>
          <p:sp>
            <p:nvSpPr>
              <p:cNvPr id="1567" name="Freeform: Shape 1566">
                <a:extLst>
                  <a:ext uri="{FF2B5EF4-FFF2-40B4-BE49-F238E27FC236}">
                    <a16:creationId xmlns:a16="http://schemas.microsoft.com/office/drawing/2014/main" id="{665FD640-9229-A14E-878A-DD2CECF69623}"/>
                  </a:ext>
                </a:extLst>
              </p:cNvPr>
              <p:cNvSpPr/>
              <p:nvPr/>
            </p:nvSpPr>
            <p:spPr>
              <a:xfrm>
                <a:off x="7701222" y="8041981"/>
                <a:ext cx="41981" cy="41981"/>
              </a:xfrm>
              <a:custGeom>
                <a:avLst/>
                <a:gdLst>
                  <a:gd name="connsiteX0" fmla="*/ 21252 w 41981"/>
                  <a:gd name="connsiteY0" fmla="*/ 4981 h 41981"/>
                  <a:gd name="connsiteX1" fmla="*/ 37443 w 41981"/>
                  <a:gd name="connsiteY1" fmla="*/ 21171 h 41981"/>
                  <a:gd name="connsiteX2" fmla="*/ 37443 w 41981"/>
                  <a:gd name="connsiteY2" fmla="*/ 21171 h 41981"/>
                  <a:gd name="connsiteX3" fmla="*/ 21252 w 41981"/>
                  <a:gd name="connsiteY3" fmla="*/ 37362 h 41981"/>
                  <a:gd name="connsiteX4" fmla="*/ 5062 w 41981"/>
                  <a:gd name="connsiteY4" fmla="*/ 21171 h 41981"/>
                  <a:gd name="connsiteX5" fmla="*/ 21252 w 41981"/>
                  <a:gd name="connsiteY5" fmla="*/ 4981 h 41981"/>
                  <a:gd name="connsiteX6" fmla="*/ 21252 w 41981"/>
                  <a:gd name="connsiteY6" fmla="*/ 181 h 41981"/>
                  <a:gd name="connsiteX7" fmla="*/ 262 w 41981"/>
                  <a:gd name="connsiteY7" fmla="*/ 21171 h 41981"/>
                  <a:gd name="connsiteX8" fmla="*/ 21252 w 41981"/>
                  <a:gd name="connsiteY8" fmla="*/ 42162 h 41981"/>
                  <a:gd name="connsiteX9" fmla="*/ 42243 w 41981"/>
                  <a:gd name="connsiteY9" fmla="*/ 21171 h 41981"/>
                  <a:gd name="connsiteX10" fmla="*/ 42243 w 41981"/>
                  <a:gd name="connsiteY10" fmla="*/ 21171 h 41981"/>
                  <a:gd name="connsiteX11" fmla="*/ 21252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81"/>
                    </a:moveTo>
                    <a:cubicBezTo>
                      <a:pt x="30194" y="4981"/>
                      <a:pt x="37443" y="12230"/>
                      <a:pt x="37443" y="21171"/>
                    </a:cubicBezTo>
                    <a:lnTo>
                      <a:pt x="37443" y="21171"/>
                    </a:lnTo>
                    <a:cubicBezTo>
                      <a:pt x="37443" y="30113"/>
                      <a:pt x="30194" y="37362"/>
                      <a:pt x="21252" y="37362"/>
                    </a:cubicBezTo>
                    <a:cubicBezTo>
                      <a:pt x="12311" y="37362"/>
                      <a:pt x="5062" y="30113"/>
                      <a:pt x="5062" y="21171"/>
                    </a:cubicBezTo>
                    <a:cubicBezTo>
                      <a:pt x="5062" y="12230"/>
                      <a:pt x="12311" y="4981"/>
                      <a:pt x="21252" y="4981"/>
                    </a:cubicBezTo>
                    <a:close/>
                    <a:moveTo>
                      <a:pt x="21252" y="181"/>
                    </a:moveTo>
                    <a:cubicBezTo>
                      <a:pt x="9660" y="181"/>
                      <a:pt x="262" y="9579"/>
                      <a:pt x="262" y="21171"/>
                    </a:cubicBezTo>
                    <a:cubicBezTo>
                      <a:pt x="262" y="32764"/>
                      <a:pt x="9660" y="42162"/>
                      <a:pt x="21252" y="42162"/>
                    </a:cubicBezTo>
                    <a:cubicBezTo>
                      <a:pt x="32845" y="42162"/>
                      <a:pt x="42243" y="32764"/>
                      <a:pt x="42243" y="21171"/>
                    </a:cubicBezTo>
                    <a:lnTo>
                      <a:pt x="42243" y="21171"/>
                    </a:lnTo>
                    <a:cubicBezTo>
                      <a:pt x="42243" y="9579"/>
                      <a:pt x="32845" y="181"/>
                      <a:pt x="21252" y="181"/>
                    </a:cubicBezTo>
                    <a:close/>
                  </a:path>
                </a:pathLst>
              </a:custGeom>
              <a:solidFill>
                <a:srgbClr val="000000"/>
              </a:solidFill>
              <a:ln w="4794" cap="sq">
                <a:noFill/>
                <a:prstDash val="solid"/>
                <a:round/>
              </a:ln>
            </p:spPr>
            <p:txBody>
              <a:bodyPr rtlCol="0" anchor="ctr"/>
              <a:lstStyle/>
              <a:p>
                <a:endParaRPr lang="en-US"/>
              </a:p>
            </p:txBody>
          </p:sp>
          <p:sp>
            <p:nvSpPr>
              <p:cNvPr id="1568" name="Freeform: Shape 1567">
                <a:extLst>
                  <a:ext uri="{FF2B5EF4-FFF2-40B4-BE49-F238E27FC236}">
                    <a16:creationId xmlns:a16="http://schemas.microsoft.com/office/drawing/2014/main" id="{401415F5-E753-27AB-567D-ACAC41F03E19}"/>
                  </a:ext>
                </a:extLst>
              </p:cNvPr>
              <p:cNvSpPr/>
              <p:nvPr/>
            </p:nvSpPr>
            <p:spPr>
              <a:xfrm>
                <a:off x="7804128" y="7857590"/>
                <a:ext cx="37180" cy="37180"/>
              </a:xfrm>
              <a:custGeom>
                <a:avLst/>
                <a:gdLst>
                  <a:gd name="connsiteX0" fmla="*/ 37460 w 37180"/>
                  <a:gd name="connsiteY0" fmla="*/ 18739 h 37180"/>
                  <a:gd name="connsiteX1" fmla="*/ 18870 w 37180"/>
                  <a:gd name="connsiteY1" fmla="*/ 37329 h 37180"/>
                  <a:gd name="connsiteX2" fmla="*/ 279 w 37180"/>
                  <a:gd name="connsiteY2" fmla="*/ 18739 h 37180"/>
                  <a:gd name="connsiteX3" fmla="*/ 18870 w 37180"/>
                  <a:gd name="connsiteY3" fmla="*/ 148 h 37180"/>
                  <a:gd name="connsiteX4" fmla="*/ 37460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39"/>
                    </a:moveTo>
                    <a:cubicBezTo>
                      <a:pt x="37460" y="29006"/>
                      <a:pt x="29137" y="37329"/>
                      <a:pt x="18870" y="37329"/>
                    </a:cubicBezTo>
                    <a:cubicBezTo>
                      <a:pt x="8602" y="37329"/>
                      <a:pt x="279" y="29006"/>
                      <a:pt x="279" y="18739"/>
                    </a:cubicBezTo>
                    <a:cubicBezTo>
                      <a:pt x="279" y="8472"/>
                      <a:pt x="8602" y="148"/>
                      <a:pt x="18870" y="148"/>
                    </a:cubicBezTo>
                    <a:cubicBezTo>
                      <a:pt x="29137" y="148"/>
                      <a:pt x="37460" y="8472"/>
                      <a:pt x="37460" y="18739"/>
                    </a:cubicBezTo>
                    <a:close/>
                  </a:path>
                </a:pathLst>
              </a:custGeom>
              <a:solidFill>
                <a:srgbClr val="E4F7E4"/>
              </a:solidFill>
              <a:ln w="5753" cap="sq">
                <a:noFill/>
                <a:prstDash val="solid"/>
                <a:miter/>
              </a:ln>
            </p:spPr>
            <p:txBody>
              <a:bodyPr rtlCol="0" anchor="ctr"/>
              <a:lstStyle/>
              <a:p>
                <a:endParaRPr lang="en-US"/>
              </a:p>
            </p:txBody>
          </p:sp>
          <p:sp>
            <p:nvSpPr>
              <p:cNvPr id="1569" name="Freeform: Shape 1568">
                <a:extLst>
                  <a:ext uri="{FF2B5EF4-FFF2-40B4-BE49-F238E27FC236}">
                    <a16:creationId xmlns:a16="http://schemas.microsoft.com/office/drawing/2014/main" id="{8782590A-63BD-98EA-C7AB-E4669FD60AC5}"/>
                  </a:ext>
                </a:extLst>
              </p:cNvPr>
              <p:cNvSpPr/>
              <p:nvPr/>
            </p:nvSpPr>
            <p:spPr>
              <a:xfrm>
                <a:off x="7801728" y="7855190"/>
                <a:ext cx="41981" cy="41981"/>
              </a:xfrm>
              <a:custGeom>
                <a:avLst/>
                <a:gdLst>
                  <a:gd name="connsiteX0" fmla="*/ 21270 w 41981"/>
                  <a:gd name="connsiteY0" fmla="*/ 4949 h 41981"/>
                  <a:gd name="connsiteX1" fmla="*/ 37460 w 41981"/>
                  <a:gd name="connsiteY1" fmla="*/ 21139 h 41981"/>
                  <a:gd name="connsiteX2" fmla="*/ 37460 w 41981"/>
                  <a:gd name="connsiteY2" fmla="*/ 21139 h 41981"/>
                  <a:gd name="connsiteX3" fmla="*/ 21270 w 41981"/>
                  <a:gd name="connsiteY3" fmla="*/ 37329 h 41981"/>
                  <a:gd name="connsiteX4" fmla="*/ 5080 w 41981"/>
                  <a:gd name="connsiteY4" fmla="*/ 21139 h 41981"/>
                  <a:gd name="connsiteX5" fmla="*/ 21270 w 41981"/>
                  <a:gd name="connsiteY5" fmla="*/ 4949 h 41981"/>
                  <a:gd name="connsiteX6" fmla="*/ 21270 w 41981"/>
                  <a:gd name="connsiteY6" fmla="*/ 148 h 41981"/>
                  <a:gd name="connsiteX7" fmla="*/ 279 w 41981"/>
                  <a:gd name="connsiteY7" fmla="*/ 21139 h 41981"/>
                  <a:gd name="connsiteX8" fmla="*/ 21270 w 41981"/>
                  <a:gd name="connsiteY8" fmla="*/ 42130 h 41981"/>
                  <a:gd name="connsiteX9" fmla="*/ 42260 w 41981"/>
                  <a:gd name="connsiteY9" fmla="*/ 21139 h 41981"/>
                  <a:gd name="connsiteX10" fmla="*/ 42260 w 41981"/>
                  <a:gd name="connsiteY10" fmla="*/ 21139 h 41981"/>
                  <a:gd name="connsiteX11" fmla="*/ 21270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49"/>
                    </a:moveTo>
                    <a:cubicBezTo>
                      <a:pt x="30212" y="4949"/>
                      <a:pt x="37460" y="12197"/>
                      <a:pt x="37460" y="21139"/>
                    </a:cubicBezTo>
                    <a:lnTo>
                      <a:pt x="37460" y="21139"/>
                    </a:lnTo>
                    <a:cubicBezTo>
                      <a:pt x="37460" y="30081"/>
                      <a:pt x="30212" y="37329"/>
                      <a:pt x="21270" y="37329"/>
                    </a:cubicBezTo>
                    <a:cubicBezTo>
                      <a:pt x="12328" y="37329"/>
                      <a:pt x="5080" y="30081"/>
                      <a:pt x="5080" y="21139"/>
                    </a:cubicBezTo>
                    <a:cubicBezTo>
                      <a:pt x="5080" y="12197"/>
                      <a:pt x="12328" y="4949"/>
                      <a:pt x="21270" y="4949"/>
                    </a:cubicBezTo>
                    <a:close/>
                    <a:moveTo>
                      <a:pt x="21270" y="148"/>
                    </a:moveTo>
                    <a:cubicBezTo>
                      <a:pt x="9677" y="148"/>
                      <a:pt x="279" y="9546"/>
                      <a:pt x="279" y="21139"/>
                    </a:cubicBezTo>
                    <a:cubicBezTo>
                      <a:pt x="279" y="32732"/>
                      <a:pt x="9677" y="42130"/>
                      <a:pt x="21270" y="42130"/>
                    </a:cubicBezTo>
                    <a:cubicBezTo>
                      <a:pt x="32862" y="42130"/>
                      <a:pt x="42260" y="32732"/>
                      <a:pt x="42260" y="21139"/>
                    </a:cubicBezTo>
                    <a:lnTo>
                      <a:pt x="42260" y="21139"/>
                    </a:lnTo>
                    <a:cubicBezTo>
                      <a:pt x="42260" y="9546"/>
                      <a:pt x="32862" y="148"/>
                      <a:pt x="21270" y="148"/>
                    </a:cubicBezTo>
                    <a:close/>
                  </a:path>
                </a:pathLst>
              </a:custGeom>
              <a:solidFill>
                <a:srgbClr val="000000"/>
              </a:solidFill>
              <a:ln w="4794" cap="sq">
                <a:noFill/>
                <a:prstDash val="solid"/>
                <a:round/>
              </a:ln>
            </p:spPr>
            <p:txBody>
              <a:bodyPr rtlCol="0" anchor="ctr"/>
              <a:lstStyle/>
              <a:p>
                <a:endParaRPr lang="en-US"/>
              </a:p>
            </p:txBody>
          </p:sp>
          <p:sp>
            <p:nvSpPr>
              <p:cNvPr id="1570" name="Freeform: Shape 1569">
                <a:extLst>
                  <a:ext uri="{FF2B5EF4-FFF2-40B4-BE49-F238E27FC236}">
                    <a16:creationId xmlns:a16="http://schemas.microsoft.com/office/drawing/2014/main" id="{B16E4702-540C-95F1-48E6-8B63D408B6A5}"/>
                  </a:ext>
                </a:extLst>
              </p:cNvPr>
              <p:cNvSpPr/>
              <p:nvPr/>
            </p:nvSpPr>
            <p:spPr>
              <a:xfrm>
                <a:off x="7832346" y="7990761"/>
                <a:ext cx="37180" cy="37180"/>
              </a:xfrm>
              <a:custGeom>
                <a:avLst/>
                <a:gdLst>
                  <a:gd name="connsiteX0" fmla="*/ 37465 w 37180"/>
                  <a:gd name="connsiteY0" fmla="*/ 18762 h 37180"/>
                  <a:gd name="connsiteX1" fmla="*/ 18875 w 37180"/>
                  <a:gd name="connsiteY1" fmla="*/ 37352 h 37180"/>
                  <a:gd name="connsiteX2" fmla="*/ 284 w 37180"/>
                  <a:gd name="connsiteY2" fmla="*/ 18762 h 37180"/>
                  <a:gd name="connsiteX3" fmla="*/ 18875 w 37180"/>
                  <a:gd name="connsiteY3" fmla="*/ 172 h 37180"/>
                  <a:gd name="connsiteX4" fmla="*/ 37465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62"/>
                    </a:moveTo>
                    <a:cubicBezTo>
                      <a:pt x="37465" y="29029"/>
                      <a:pt x="29142" y="37352"/>
                      <a:pt x="18875" y="37352"/>
                    </a:cubicBezTo>
                    <a:cubicBezTo>
                      <a:pt x="8607" y="37352"/>
                      <a:pt x="284" y="29029"/>
                      <a:pt x="284" y="18762"/>
                    </a:cubicBezTo>
                    <a:cubicBezTo>
                      <a:pt x="284" y="8495"/>
                      <a:pt x="8607" y="172"/>
                      <a:pt x="18875" y="172"/>
                    </a:cubicBezTo>
                    <a:cubicBezTo>
                      <a:pt x="29142" y="172"/>
                      <a:pt x="37465" y="8495"/>
                      <a:pt x="37465" y="18762"/>
                    </a:cubicBezTo>
                    <a:close/>
                  </a:path>
                </a:pathLst>
              </a:custGeom>
              <a:solidFill>
                <a:srgbClr val="F7CBCB"/>
              </a:solidFill>
              <a:ln w="5753" cap="sq">
                <a:noFill/>
                <a:prstDash val="solid"/>
                <a:miter/>
              </a:ln>
            </p:spPr>
            <p:txBody>
              <a:bodyPr rtlCol="0" anchor="ctr"/>
              <a:lstStyle/>
              <a:p>
                <a:endParaRPr lang="en-US"/>
              </a:p>
            </p:txBody>
          </p:sp>
          <p:sp>
            <p:nvSpPr>
              <p:cNvPr id="1571" name="Freeform: Shape 1570">
                <a:extLst>
                  <a:ext uri="{FF2B5EF4-FFF2-40B4-BE49-F238E27FC236}">
                    <a16:creationId xmlns:a16="http://schemas.microsoft.com/office/drawing/2014/main" id="{F1CAB4B8-074F-5D91-6B60-465F46613C64}"/>
                  </a:ext>
                </a:extLst>
              </p:cNvPr>
              <p:cNvSpPr/>
              <p:nvPr/>
            </p:nvSpPr>
            <p:spPr>
              <a:xfrm>
                <a:off x="7829946" y="7988361"/>
                <a:ext cx="41981" cy="41981"/>
              </a:xfrm>
              <a:custGeom>
                <a:avLst/>
                <a:gdLst>
                  <a:gd name="connsiteX0" fmla="*/ 21275 w 41981"/>
                  <a:gd name="connsiteY0" fmla="*/ 4972 h 41981"/>
                  <a:gd name="connsiteX1" fmla="*/ 37465 w 41981"/>
                  <a:gd name="connsiteY1" fmla="*/ 21162 h 41981"/>
                  <a:gd name="connsiteX2" fmla="*/ 37465 w 41981"/>
                  <a:gd name="connsiteY2" fmla="*/ 21162 h 41981"/>
                  <a:gd name="connsiteX3" fmla="*/ 21275 w 41981"/>
                  <a:gd name="connsiteY3" fmla="*/ 37352 h 41981"/>
                  <a:gd name="connsiteX4" fmla="*/ 5084 w 41981"/>
                  <a:gd name="connsiteY4" fmla="*/ 21162 h 41981"/>
                  <a:gd name="connsiteX5" fmla="*/ 21275 w 41981"/>
                  <a:gd name="connsiteY5" fmla="*/ 4972 h 41981"/>
                  <a:gd name="connsiteX6" fmla="*/ 21275 w 41981"/>
                  <a:gd name="connsiteY6" fmla="*/ 172 h 41981"/>
                  <a:gd name="connsiteX7" fmla="*/ 284 w 41981"/>
                  <a:gd name="connsiteY7" fmla="*/ 21162 h 41981"/>
                  <a:gd name="connsiteX8" fmla="*/ 21275 w 41981"/>
                  <a:gd name="connsiteY8" fmla="*/ 42153 h 41981"/>
                  <a:gd name="connsiteX9" fmla="*/ 42265 w 41981"/>
                  <a:gd name="connsiteY9" fmla="*/ 21162 h 41981"/>
                  <a:gd name="connsiteX10" fmla="*/ 42265 w 41981"/>
                  <a:gd name="connsiteY10" fmla="*/ 21162 h 41981"/>
                  <a:gd name="connsiteX11" fmla="*/ 21275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72"/>
                    </a:moveTo>
                    <a:cubicBezTo>
                      <a:pt x="30217" y="4972"/>
                      <a:pt x="37465" y="12220"/>
                      <a:pt x="37465" y="21162"/>
                    </a:cubicBezTo>
                    <a:lnTo>
                      <a:pt x="37465" y="21162"/>
                    </a:lnTo>
                    <a:cubicBezTo>
                      <a:pt x="37465" y="30104"/>
                      <a:pt x="30217" y="37352"/>
                      <a:pt x="21275" y="37352"/>
                    </a:cubicBezTo>
                    <a:cubicBezTo>
                      <a:pt x="12333" y="37352"/>
                      <a:pt x="5084" y="30104"/>
                      <a:pt x="5084" y="21162"/>
                    </a:cubicBezTo>
                    <a:cubicBezTo>
                      <a:pt x="5084" y="12220"/>
                      <a:pt x="12333" y="4972"/>
                      <a:pt x="21275" y="4972"/>
                    </a:cubicBezTo>
                    <a:close/>
                    <a:moveTo>
                      <a:pt x="21275" y="172"/>
                    </a:moveTo>
                    <a:cubicBezTo>
                      <a:pt x="9682" y="172"/>
                      <a:pt x="284" y="9570"/>
                      <a:pt x="284" y="21162"/>
                    </a:cubicBezTo>
                    <a:cubicBezTo>
                      <a:pt x="284" y="32755"/>
                      <a:pt x="9682" y="42153"/>
                      <a:pt x="21275" y="42153"/>
                    </a:cubicBezTo>
                    <a:cubicBezTo>
                      <a:pt x="32867" y="42153"/>
                      <a:pt x="42265" y="32755"/>
                      <a:pt x="42265" y="21162"/>
                    </a:cubicBezTo>
                    <a:lnTo>
                      <a:pt x="42265" y="21162"/>
                    </a:lnTo>
                    <a:cubicBezTo>
                      <a:pt x="42265" y="9570"/>
                      <a:pt x="32867" y="172"/>
                      <a:pt x="21275" y="172"/>
                    </a:cubicBezTo>
                    <a:close/>
                  </a:path>
                </a:pathLst>
              </a:custGeom>
              <a:solidFill>
                <a:srgbClr val="000000"/>
              </a:solidFill>
              <a:ln w="4794" cap="sq">
                <a:noFill/>
                <a:prstDash val="solid"/>
                <a:round/>
              </a:ln>
            </p:spPr>
            <p:txBody>
              <a:bodyPr rtlCol="0" anchor="ctr"/>
              <a:lstStyle/>
              <a:p>
                <a:endParaRPr lang="en-US"/>
              </a:p>
            </p:txBody>
          </p:sp>
          <p:sp>
            <p:nvSpPr>
              <p:cNvPr id="1572" name="Freeform: Shape 1571">
                <a:extLst>
                  <a:ext uri="{FF2B5EF4-FFF2-40B4-BE49-F238E27FC236}">
                    <a16:creationId xmlns:a16="http://schemas.microsoft.com/office/drawing/2014/main" id="{9789ED7A-DD37-ECC2-7835-FBED4E66C24E}"/>
                  </a:ext>
                </a:extLst>
              </p:cNvPr>
              <p:cNvSpPr/>
              <p:nvPr/>
            </p:nvSpPr>
            <p:spPr>
              <a:xfrm>
                <a:off x="7768359" y="7863126"/>
                <a:ext cx="37180" cy="37180"/>
              </a:xfrm>
              <a:custGeom>
                <a:avLst/>
                <a:gdLst>
                  <a:gd name="connsiteX0" fmla="*/ 37454 w 37180"/>
                  <a:gd name="connsiteY0" fmla="*/ 18740 h 37180"/>
                  <a:gd name="connsiteX1" fmla="*/ 18863 w 37180"/>
                  <a:gd name="connsiteY1" fmla="*/ 37330 h 37180"/>
                  <a:gd name="connsiteX2" fmla="*/ 273 w 37180"/>
                  <a:gd name="connsiteY2" fmla="*/ 18740 h 37180"/>
                  <a:gd name="connsiteX3" fmla="*/ 18863 w 37180"/>
                  <a:gd name="connsiteY3" fmla="*/ 149 h 37180"/>
                  <a:gd name="connsiteX4" fmla="*/ 37454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0"/>
                    </a:moveTo>
                    <a:cubicBezTo>
                      <a:pt x="37454" y="29007"/>
                      <a:pt x="29131" y="37330"/>
                      <a:pt x="18863" y="37330"/>
                    </a:cubicBezTo>
                    <a:cubicBezTo>
                      <a:pt x="8596" y="37330"/>
                      <a:pt x="273" y="29007"/>
                      <a:pt x="273" y="18740"/>
                    </a:cubicBezTo>
                    <a:cubicBezTo>
                      <a:pt x="273" y="8473"/>
                      <a:pt x="8596" y="149"/>
                      <a:pt x="18863" y="149"/>
                    </a:cubicBezTo>
                    <a:cubicBezTo>
                      <a:pt x="29131" y="149"/>
                      <a:pt x="37454" y="8473"/>
                      <a:pt x="37454" y="18740"/>
                    </a:cubicBezTo>
                    <a:close/>
                  </a:path>
                </a:pathLst>
              </a:custGeom>
              <a:solidFill>
                <a:srgbClr val="E7F7E7"/>
              </a:solidFill>
              <a:ln w="5753" cap="sq">
                <a:noFill/>
                <a:prstDash val="solid"/>
                <a:miter/>
              </a:ln>
            </p:spPr>
            <p:txBody>
              <a:bodyPr rtlCol="0" anchor="ctr"/>
              <a:lstStyle/>
              <a:p>
                <a:endParaRPr lang="en-US"/>
              </a:p>
            </p:txBody>
          </p:sp>
          <p:sp>
            <p:nvSpPr>
              <p:cNvPr id="1573" name="Freeform: Shape 1572">
                <a:extLst>
                  <a:ext uri="{FF2B5EF4-FFF2-40B4-BE49-F238E27FC236}">
                    <a16:creationId xmlns:a16="http://schemas.microsoft.com/office/drawing/2014/main" id="{8F0FFA85-A7A0-FB85-F5C9-E45D66BCF296}"/>
                  </a:ext>
                </a:extLst>
              </p:cNvPr>
              <p:cNvSpPr/>
              <p:nvPr/>
            </p:nvSpPr>
            <p:spPr>
              <a:xfrm>
                <a:off x="7765958" y="7860725"/>
                <a:ext cx="41981" cy="41981"/>
              </a:xfrm>
              <a:custGeom>
                <a:avLst/>
                <a:gdLst>
                  <a:gd name="connsiteX0" fmla="*/ 21264 w 41981"/>
                  <a:gd name="connsiteY0" fmla="*/ 4950 h 41981"/>
                  <a:gd name="connsiteX1" fmla="*/ 37454 w 41981"/>
                  <a:gd name="connsiteY1" fmla="*/ 21140 h 41981"/>
                  <a:gd name="connsiteX2" fmla="*/ 37454 w 41981"/>
                  <a:gd name="connsiteY2" fmla="*/ 21140 h 41981"/>
                  <a:gd name="connsiteX3" fmla="*/ 21264 w 41981"/>
                  <a:gd name="connsiteY3" fmla="*/ 37330 h 41981"/>
                  <a:gd name="connsiteX4" fmla="*/ 5073 w 41981"/>
                  <a:gd name="connsiteY4" fmla="*/ 21140 h 41981"/>
                  <a:gd name="connsiteX5" fmla="*/ 21264 w 41981"/>
                  <a:gd name="connsiteY5" fmla="*/ 4950 h 41981"/>
                  <a:gd name="connsiteX6" fmla="*/ 21264 w 41981"/>
                  <a:gd name="connsiteY6" fmla="*/ 149 h 41981"/>
                  <a:gd name="connsiteX7" fmla="*/ 273 w 41981"/>
                  <a:gd name="connsiteY7" fmla="*/ 21140 h 41981"/>
                  <a:gd name="connsiteX8" fmla="*/ 21264 w 41981"/>
                  <a:gd name="connsiteY8" fmla="*/ 42131 h 41981"/>
                  <a:gd name="connsiteX9" fmla="*/ 42254 w 41981"/>
                  <a:gd name="connsiteY9" fmla="*/ 21140 h 41981"/>
                  <a:gd name="connsiteX10" fmla="*/ 42254 w 41981"/>
                  <a:gd name="connsiteY10" fmla="*/ 21140 h 41981"/>
                  <a:gd name="connsiteX11" fmla="*/ 21264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0"/>
                    </a:moveTo>
                    <a:cubicBezTo>
                      <a:pt x="30205" y="4950"/>
                      <a:pt x="37454" y="12198"/>
                      <a:pt x="37454" y="21140"/>
                    </a:cubicBezTo>
                    <a:lnTo>
                      <a:pt x="37454" y="21140"/>
                    </a:lnTo>
                    <a:cubicBezTo>
                      <a:pt x="37454" y="30082"/>
                      <a:pt x="30205" y="37330"/>
                      <a:pt x="21264" y="37330"/>
                    </a:cubicBezTo>
                    <a:cubicBezTo>
                      <a:pt x="12322" y="37330"/>
                      <a:pt x="5073" y="30082"/>
                      <a:pt x="5073" y="21140"/>
                    </a:cubicBezTo>
                    <a:cubicBezTo>
                      <a:pt x="5073" y="12198"/>
                      <a:pt x="12322" y="4950"/>
                      <a:pt x="21264" y="4950"/>
                    </a:cubicBezTo>
                    <a:close/>
                    <a:moveTo>
                      <a:pt x="21264" y="149"/>
                    </a:moveTo>
                    <a:cubicBezTo>
                      <a:pt x="9671" y="149"/>
                      <a:pt x="273" y="9547"/>
                      <a:pt x="273" y="21140"/>
                    </a:cubicBezTo>
                    <a:cubicBezTo>
                      <a:pt x="273" y="32733"/>
                      <a:pt x="9671" y="42131"/>
                      <a:pt x="21264" y="42131"/>
                    </a:cubicBezTo>
                    <a:cubicBezTo>
                      <a:pt x="32856" y="42131"/>
                      <a:pt x="42254" y="32733"/>
                      <a:pt x="42254" y="21140"/>
                    </a:cubicBezTo>
                    <a:lnTo>
                      <a:pt x="42254" y="21140"/>
                    </a:lnTo>
                    <a:cubicBezTo>
                      <a:pt x="42254" y="9547"/>
                      <a:pt x="32856" y="149"/>
                      <a:pt x="21264" y="149"/>
                    </a:cubicBezTo>
                    <a:close/>
                  </a:path>
                </a:pathLst>
              </a:custGeom>
              <a:solidFill>
                <a:srgbClr val="000000"/>
              </a:solidFill>
              <a:ln w="4794" cap="sq">
                <a:noFill/>
                <a:prstDash val="solid"/>
                <a:round/>
              </a:ln>
            </p:spPr>
            <p:txBody>
              <a:bodyPr rtlCol="0" anchor="ctr"/>
              <a:lstStyle/>
              <a:p>
                <a:endParaRPr lang="en-US"/>
              </a:p>
            </p:txBody>
          </p:sp>
          <p:sp>
            <p:nvSpPr>
              <p:cNvPr id="1574" name="Freeform: Shape 1573">
                <a:extLst>
                  <a:ext uri="{FF2B5EF4-FFF2-40B4-BE49-F238E27FC236}">
                    <a16:creationId xmlns:a16="http://schemas.microsoft.com/office/drawing/2014/main" id="{D9D02A9D-6CBA-879A-33B7-66A20501CF84}"/>
                  </a:ext>
                </a:extLst>
              </p:cNvPr>
              <p:cNvSpPr/>
              <p:nvPr/>
            </p:nvSpPr>
            <p:spPr>
              <a:xfrm>
                <a:off x="7730037" y="7786713"/>
                <a:ext cx="37180" cy="37180"/>
              </a:xfrm>
              <a:custGeom>
                <a:avLst/>
                <a:gdLst>
                  <a:gd name="connsiteX0" fmla="*/ 37447 w 37180"/>
                  <a:gd name="connsiteY0" fmla="*/ 18727 h 37180"/>
                  <a:gd name="connsiteX1" fmla="*/ 18857 w 37180"/>
                  <a:gd name="connsiteY1" fmla="*/ 37317 h 37180"/>
                  <a:gd name="connsiteX2" fmla="*/ 266 w 37180"/>
                  <a:gd name="connsiteY2" fmla="*/ 18727 h 37180"/>
                  <a:gd name="connsiteX3" fmla="*/ 18857 w 37180"/>
                  <a:gd name="connsiteY3" fmla="*/ 136 h 37180"/>
                  <a:gd name="connsiteX4" fmla="*/ 37447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27"/>
                    </a:moveTo>
                    <a:cubicBezTo>
                      <a:pt x="37447" y="28994"/>
                      <a:pt x="29124" y="37317"/>
                      <a:pt x="18857" y="37317"/>
                    </a:cubicBezTo>
                    <a:cubicBezTo>
                      <a:pt x="8590" y="37317"/>
                      <a:pt x="266" y="28994"/>
                      <a:pt x="266" y="18727"/>
                    </a:cubicBezTo>
                    <a:cubicBezTo>
                      <a:pt x="266" y="8459"/>
                      <a:pt x="8590" y="136"/>
                      <a:pt x="18857" y="136"/>
                    </a:cubicBezTo>
                    <a:cubicBezTo>
                      <a:pt x="29124" y="136"/>
                      <a:pt x="37447" y="8459"/>
                      <a:pt x="37447" y="18727"/>
                    </a:cubicBezTo>
                    <a:close/>
                  </a:path>
                </a:pathLst>
              </a:custGeom>
              <a:solidFill>
                <a:srgbClr val="F7CBCB"/>
              </a:solidFill>
              <a:ln w="5753" cap="sq">
                <a:noFill/>
                <a:prstDash val="solid"/>
                <a:miter/>
              </a:ln>
            </p:spPr>
            <p:txBody>
              <a:bodyPr rtlCol="0" anchor="ctr"/>
              <a:lstStyle/>
              <a:p>
                <a:endParaRPr lang="en-US"/>
              </a:p>
            </p:txBody>
          </p:sp>
          <p:sp>
            <p:nvSpPr>
              <p:cNvPr id="1575" name="Freeform: Shape 1574">
                <a:extLst>
                  <a:ext uri="{FF2B5EF4-FFF2-40B4-BE49-F238E27FC236}">
                    <a16:creationId xmlns:a16="http://schemas.microsoft.com/office/drawing/2014/main" id="{2B736021-1557-AF7B-FEF3-6558DF1D2D1B}"/>
                  </a:ext>
                </a:extLst>
              </p:cNvPr>
              <p:cNvSpPr/>
              <p:nvPr/>
            </p:nvSpPr>
            <p:spPr>
              <a:xfrm>
                <a:off x="7727637" y="7784313"/>
                <a:ext cx="41981" cy="41981"/>
              </a:xfrm>
              <a:custGeom>
                <a:avLst/>
                <a:gdLst>
                  <a:gd name="connsiteX0" fmla="*/ 21257 w 41981"/>
                  <a:gd name="connsiteY0" fmla="*/ 4936 h 41981"/>
                  <a:gd name="connsiteX1" fmla="*/ 37447 w 41981"/>
                  <a:gd name="connsiteY1" fmla="*/ 21127 h 41981"/>
                  <a:gd name="connsiteX2" fmla="*/ 37447 w 41981"/>
                  <a:gd name="connsiteY2" fmla="*/ 21127 h 41981"/>
                  <a:gd name="connsiteX3" fmla="*/ 21257 w 41981"/>
                  <a:gd name="connsiteY3" fmla="*/ 37317 h 41981"/>
                  <a:gd name="connsiteX4" fmla="*/ 5067 w 41981"/>
                  <a:gd name="connsiteY4" fmla="*/ 21127 h 41981"/>
                  <a:gd name="connsiteX5" fmla="*/ 21257 w 41981"/>
                  <a:gd name="connsiteY5" fmla="*/ 4936 h 41981"/>
                  <a:gd name="connsiteX6" fmla="*/ 21257 w 41981"/>
                  <a:gd name="connsiteY6" fmla="*/ 136 h 41981"/>
                  <a:gd name="connsiteX7" fmla="*/ 266 w 41981"/>
                  <a:gd name="connsiteY7" fmla="*/ 21127 h 41981"/>
                  <a:gd name="connsiteX8" fmla="*/ 21257 w 41981"/>
                  <a:gd name="connsiteY8" fmla="*/ 42117 h 41981"/>
                  <a:gd name="connsiteX9" fmla="*/ 42248 w 41981"/>
                  <a:gd name="connsiteY9" fmla="*/ 21127 h 41981"/>
                  <a:gd name="connsiteX10" fmla="*/ 42248 w 41981"/>
                  <a:gd name="connsiteY10" fmla="*/ 21127 h 41981"/>
                  <a:gd name="connsiteX11" fmla="*/ 21257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36"/>
                    </a:moveTo>
                    <a:cubicBezTo>
                      <a:pt x="30199" y="4936"/>
                      <a:pt x="37447" y="12185"/>
                      <a:pt x="37447" y="21127"/>
                    </a:cubicBezTo>
                    <a:lnTo>
                      <a:pt x="37447" y="21127"/>
                    </a:lnTo>
                    <a:cubicBezTo>
                      <a:pt x="37447" y="30069"/>
                      <a:pt x="30199" y="37317"/>
                      <a:pt x="21257" y="37317"/>
                    </a:cubicBezTo>
                    <a:cubicBezTo>
                      <a:pt x="12315" y="37317"/>
                      <a:pt x="5067" y="30069"/>
                      <a:pt x="5067" y="21127"/>
                    </a:cubicBezTo>
                    <a:cubicBezTo>
                      <a:pt x="5067" y="12185"/>
                      <a:pt x="12315" y="4936"/>
                      <a:pt x="21257" y="4936"/>
                    </a:cubicBezTo>
                    <a:close/>
                    <a:moveTo>
                      <a:pt x="21257" y="136"/>
                    </a:moveTo>
                    <a:cubicBezTo>
                      <a:pt x="9664" y="136"/>
                      <a:pt x="266" y="9534"/>
                      <a:pt x="266" y="21127"/>
                    </a:cubicBezTo>
                    <a:cubicBezTo>
                      <a:pt x="266" y="32719"/>
                      <a:pt x="9664" y="42117"/>
                      <a:pt x="21257" y="42117"/>
                    </a:cubicBezTo>
                    <a:cubicBezTo>
                      <a:pt x="32850" y="42117"/>
                      <a:pt x="42248" y="32719"/>
                      <a:pt x="42248" y="21127"/>
                    </a:cubicBezTo>
                    <a:lnTo>
                      <a:pt x="42248" y="21127"/>
                    </a:lnTo>
                    <a:cubicBezTo>
                      <a:pt x="42248" y="9534"/>
                      <a:pt x="32850" y="136"/>
                      <a:pt x="21257" y="136"/>
                    </a:cubicBezTo>
                    <a:close/>
                  </a:path>
                </a:pathLst>
              </a:custGeom>
              <a:solidFill>
                <a:srgbClr val="000000"/>
              </a:solidFill>
              <a:ln w="4794" cap="sq">
                <a:noFill/>
                <a:prstDash val="solid"/>
                <a:round/>
              </a:ln>
            </p:spPr>
            <p:txBody>
              <a:bodyPr rtlCol="0" anchor="ctr"/>
              <a:lstStyle/>
              <a:p>
                <a:endParaRPr lang="en-US"/>
              </a:p>
            </p:txBody>
          </p:sp>
          <p:sp>
            <p:nvSpPr>
              <p:cNvPr id="1576" name="Freeform: Shape 1575">
                <a:extLst>
                  <a:ext uri="{FF2B5EF4-FFF2-40B4-BE49-F238E27FC236}">
                    <a16:creationId xmlns:a16="http://schemas.microsoft.com/office/drawing/2014/main" id="{E4C6BEF7-C99E-30AB-75BC-1CFBE0352222}"/>
                  </a:ext>
                </a:extLst>
              </p:cNvPr>
              <p:cNvSpPr/>
              <p:nvPr/>
            </p:nvSpPr>
            <p:spPr>
              <a:xfrm>
                <a:off x="7873438" y="8063418"/>
                <a:ext cx="37180" cy="37180"/>
              </a:xfrm>
              <a:custGeom>
                <a:avLst/>
                <a:gdLst>
                  <a:gd name="connsiteX0" fmla="*/ 37472 w 37180"/>
                  <a:gd name="connsiteY0" fmla="*/ 18775 h 37180"/>
                  <a:gd name="connsiteX1" fmla="*/ 18882 w 37180"/>
                  <a:gd name="connsiteY1" fmla="*/ 37365 h 37180"/>
                  <a:gd name="connsiteX2" fmla="*/ 291 w 37180"/>
                  <a:gd name="connsiteY2" fmla="*/ 18775 h 37180"/>
                  <a:gd name="connsiteX3" fmla="*/ 18882 w 37180"/>
                  <a:gd name="connsiteY3" fmla="*/ 184 h 37180"/>
                  <a:gd name="connsiteX4" fmla="*/ 37472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2" y="18775"/>
                    </a:moveTo>
                    <a:cubicBezTo>
                      <a:pt x="37472" y="29042"/>
                      <a:pt x="29149" y="37365"/>
                      <a:pt x="18882" y="37365"/>
                    </a:cubicBezTo>
                    <a:cubicBezTo>
                      <a:pt x="8614" y="37365"/>
                      <a:pt x="291" y="29042"/>
                      <a:pt x="291" y="18775"/>
                    </a:cubicBezTo>
                    <a:cubicBezTo>
                      <a:pt x="291" y="8507"/>
                      <a:pt x="8614" y="184"/>
                      <a:pt x="18882" y="184"/>
                    </a:cubicBezTo>
                    <a:cubicBezTo>
                      <a:pt x="29149" y="184"/>
                      <a:pt x="37472" y="8507"/>
                      <a:pt x="37472" y="18775"/>
                    </a:cubicBezTo>
                    <a:close/>
                  </a:path>
                </a:pathLst>
              </a:custGeom>
              <a:solidFill>
                <a:srgbClr val="F7ACAC"/>
              </a:solidFill>
              <a:ln w="5753" cap="sq">
                <a:noFill/>
                <a:prstDash val="solid"/>
                <a:miter/>
              </a:ln>
            </p:spPr>
            <p:txBody>
              <a:bodyPr rtlCol="0" anchor="ctr"/>
              <a:lstStyle/>
              <a:p>
                <a:endParaRPr lang="en-US"/>
              </a:p>
            </p:txBody>
          </p:sp>
          <p:sp>
            <p:nvSpPr>
              <p:cNvPr id="1577" name="Freeform: Shape 1576">
                <a:extLst>
                  <a:ext uri="{FF2B5EF4-FFF2-40B4-BE49-F238E27FC236}">
                    <a16:creationId xmlns:a16="http://schemas.microsoft.com/office/drawing/2014/main" id="{DD3E7F0D-8722-EC41-4CD9-3DA3E1A6F807}"/>
                  </a:ext>
                </a:extLst>
              </p:cNvPr>
              <p:cNvSpPr/>
              <p:nvPr/>
            </p:nvSpPr>
            <p:spPr>
              <a:xfrm>
                <a:off x="7871038" y="8061018"/>
                <a:ext cx="41981" cy="41981"/>
              </a:xfrm>
              <a:custGeom>
                <a:avLst/>
                <a:gdLst>
                  <a:gd name="connsiteX0" fmla="*/ 21282 w 41981"/>
                  <a:gd name="connsiteY0" fmla="*/ 4985 h 41981"/>
                  <a:gd name="connsiteX1" fmla="*/ 37472 w 41981"/>
                  <a:gd name="connsiteY1" fmla="*/ 21175 h 41981"/>
                  <a:gd name="connsiteX2" fmla="*/ 37472 w 41981"/>
                  <a:gd name="connsiteY2" fmla="*/ 21175 h 41981"/>
                  <a:gd name="connsiteX3" fmla="*/ 21282 w 41981"/>
                  <a:gd name="connsiteY3" fmla="*/ 37365 h 41981"/>
                  <a:gd name="connsiteX4" fmla="*/ 5092 w 41981"/>
                  <a:gd name="connsiteY4" fmla="*/ 21175 h 41981"/>
                  <a:gd name="connsiteX5" fmla="*/ 21282 w 41981"/>
                  <a:gd name="connsiteY5" fmla="*/ 4985 h 41981"/>
                  <a:gd name="connsiteX6" fmla="*/ 21282 w 41981"/>
                  <a:gd name="connsiteY6" fmla="*/ 184 h 41981"/>
                  <a:gd name="connsiteX7" fmla="*/ 291 w 41981"/>
                  <a:gd name="connsiteY7" fmla="*/ 21175 h 41981"/>
                  <a:gd name="connsiteX8" fmla="*/ 21282 w 41981"/>
                  <a:gd name="connsiteY8" fmla="*/ 42165 h 41981"/>
                  <a:gd name="connsiteX9" fmla="*/ 42272 w 41981"/>
                  <a:gd name="connsiteY9" fmla="*/ 21175 h 41981"/>
                  <a:gd name="connsiteX10" fmla="*/ 42272 w 41981"/>
                  <a:gd name="connsiteY10" fmla="*/ 21175 h 41981"/>
                  <a:gd name="connsiteX11" fmla="*/ 21282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2" y="4985"/>
                    </a:moveTo>
                    <a:cubicBezTo>
                      <a:pt x="30224" y="4985"/>
                      <a:pt x="37472" y="12233"/>
                      <a:pt x="37472" y="21175"/>
                    </a:cubicBezTo>
                    <a:lnTo>
                      <a:pt x="37472" y="21175"/>
                    </a:lnTo>
                    <a:cubicBezTo>
                      <a:pt x="37472" y="30117"/>
                      <a:pt x="30224" y="37365"/>
                      <a:pt x="21282" y="37365"/>
                    </a:cubicBezTo>
                    <a:cubicBezTo>
                      <a:pt x="12340" y="37365"/>
                      <a:pt x="5092" y="30117"/>
                      <a:pt x="5092" y="21175"/>
                    </a:cubicBezTo>
                    <a:cubicBezTo>
                      <a:pt x="5092" y="12233"/>
                      <a:pt x="12340" y="4985"/>
                      <a:pt x="21282" y="4985"/>
                    </a:cubicBezTo>
                    <a:close/>
                    <a:moveTo>
                      <a:pt x="21282" y="184"/>
                    </a:moveTo>
                    <a:cubicBezTo>
                      <a:pt x="9689" y="184"/>
                      <a:pt x="291" y="9582"/>
                      <a:pt x="291" y="21175"/>
                    </a:cubicBezTo>
                    <a:cubicBezTo>
                      <a:pt x="291" y="32767"/>
                      <a:pt x="9689" y="42165"/>
                      <a:pt x="21282" y="42165"/>
                    </a:cubicBezTo>
                    <a:cubicBezTo>
                      <a:pt x="32874" y="42165"/>
                      <a:pt x="42272" y="32767"/>
                      <a:pt x="42272" y="21175"/>
                    </a:cubicBezTo>
                    <a:lnTo>
                      <a:pt x="42272" y="21175"/>
                    </a:lnTo>
                    <a:cubicBezTo>
                      <a:pt x="42272" y="9582"/>
                      <a:pt x="32874" y="184"/>
                      <a:pt x="21282" y="184"/>
                    </a:cubicBezTo>
                    <a:close/>
                  </a:path>
                </a:pathLst>
              </a:custGeom>
              <a:solidFill>
                <a:srgbClr val="000000"/>
              </a:solidFill>
              <a:ln w="4794" cap="sq">
                <a:noFill/>
                <a:prstDash val="solid"/>
                <a:round/>
              </a:ln>
            </p:spPr>
            <p:txBody>
              <a:bodyPr rtlCol="0" anchor="ctr"/>
              <a:lstStyle/>
              <a:p>
                <a:endParaRPr lang="en-US"/>
              </a:p>
            </p:txBody>
          </p:sp>
          <p:sp>
            <p:nvSpPr>
              <p:cNvPr id="1578" name="Freeform: Shape 1577">
                <a:extLst>
                  <a:ext uri="{FF2B5EF4-FFF2-40B4-BE49-F238E27FC236}">
                    <a16:creationId xmlns:a16="http://schemas.microsoft.com/office/drawing/2014/main" id="{D31DFC1A-1310-30AF-E103-AA91B941DF90}"/>
                  </a:ext>
                </a:extLst>
              </p:cNvPr>
              <p:cNvSpPr/>
              <p:nvPr/>
            </p:nvSpPr>
            <p:spPr>
              <a:xfrm>
                <a:off x="7739357" y="8003422"/>
                <a:ext cx="37180" cy="37180"/>
              </a:xfrm>
              <a:custGeom>
                <a:avLst/>
                <a:gdLst>
                  <a:gd name="connsiteX0" fmla="*/ 37449 w 37180"/>
                  <a:gd name="connsiteY0" fmla="*/ 18764 h 37180"/>
                  <a:gd name="connsiteX1" fmla="*/ 18858 w 37180"/>
                  <a:gd name="connsiteY1" fmla="*/ 37355 h 37180"/>
                  <a:gd name="connsiteX2" fmla="*/ 268 w 37180"/>
                  <a:gd name="connsiteY2" fmla="*/ 18764 h 37180"/>
                  <a:gd name="connsiteX3" fmla="*/ 18858 w 37180"/>
                  <a:gd name="connsiteY3" fmla="*/ 174 h 37180"/>
                  <a:gd name="connsiteX4" fmla="*/ 3744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4"/>
                    </a:moveTo>
                    <a:cubicBezTo>
                      <a:pt x="37449" y="29031"/>
                      <a:pt x="29126" y="37355"/>
                      <a:pt x="18858" y="37355"/>
                    </a:cubicBezTo>
                    <a:cubicBezTo>
                      <a:pt x="8591" y="37355"/>
                      <a:pt x="268" y="29031"/>
                      <a:pt x="268" y="18764"/>
                    </a:cubicBezTo>
                    <a:cubicBezTo>
                      <a:pt x="268" y="8497"/>
                      <a:pt x="8591" y="174"/>
                      <a:pt x="18858" y="174"/>
                    </a:cubicBezTo>
                    <a:cubicBezTo>
                      <a:pt x="29126" y="174"/>
                      <a:pt x="37449" y="8497"/>
                      <a:pt x="37449" y="18764"/>
                    </a:cubicBezTo>
                    <a:close/>
                  </a:path>
                </a:pathLst>
              </a:custGeom>
              <a:solidFill>
                <a:srgbClr val="F7DEDE"/>
              </a:solidFill>
              <a:ln w="5753" cap="sq">
                <a:noFill/>
                <a:prstDash val="solid"/>
                <a:miter/>
              </a:ln>
            </p:spPr>
            <p:txBody>
              <a:bodyPr rtlCol="0" anchor="ctr"/>
              <a:lstStyle/>
              <a:p>
                <a:endParaRPr lang="en-US"/>
              </a:p>
            </p:txBody>
          </p:sp>
          <p:sp>
            <p:nvSpPr>
              <p:cNvPr id="1579" name="Freeform: Shape 1578">
                <a:extLst>
                  <a:ext uri="{FF2B5EF4-FFF2-40B4-BE49-F238E27FC236}">
                    <a16:creationId xmlns:a16="http://schemas.microsoft.com/office/drawing/2014/main" id="{1AC28E67-BBF9-5629-7ABE-0D4125CE768A}"/>
                  </a:ext>
                </a:extLst>
              </p:cNvPr>
              <p:cNvSpPr/>
              <p:nvPr/>
            </p:nvSpPr>
            <p:spPr>
              <a:xfrm>
                <a:off x="7736957" y="8001022"/>
                <a:ext cx="41981" cy="41981"/>
              </a:xfrm>
              <a:custGeom>
                <a:avLst/>
                <a:gdLst>
                  <a:gd name="connsiteX0" fmla="*/ 21259 w 41981"/>
                  <a:gd name="connsiteY0" fmla="*/ 4974 h 41981"/>
                  <a:gd name="connsiteX1" fmla="*/ 37449 w 41981"/>
                  <a:gd name="connsiteY1" fmla="*/ 21164 h 41981"/>
                  <a:gd name="connsiteX2" fmla="*/ 37449 w 41981"/>
                  <a:gd name="connsiteY2" fmla="*/ 21164 h 41981"/>
                  <a:gd name="connsiteX3" fmla="*/ 21259 w 41981"/>
                  <a:gd name="connsiteY3" fmla="*/ 37355 h 41981"/>
                  <a:gd name="connsiteX4" fmla="*/ 5068 w 41981"/>
                  <a:gd name="connsiteY4" fmla="*/ 21164 h 41981"/>
                  <a:gd name="connsiteX5" fmla="*/ 21259 w 41981"/>
                  <a:gd name="connsiteY5" fmla="*/ 4974 h 41981"/>
                  <a:gd name="connsiteX6" fmla="*/ 21259 w 41981"/>
                  <a:gd name="connsiteY6" fmla="*/ 174 h 41981"/>
                  <a:gd name="connsiteX7" fmla="*/ 268 w 41981"/>
                  <a:gd name="connsiteY7" fmla="*/ 21164 h 41981"/>
                  <a:gd name="connsiteX8" fmla="*/ 21259 w 41981"/>
                  <a:gd name="connsiteY8" fmla="*/ 42155 h 41981"/>
                  <a:gd name="connsiteX9" fmla="*/ 42249 w 41981"/>
                  <a:gd name="connsiteY9" fmla="*/ 21164 h 41981"/>
                  <a:gd name="connsiteX10" fmla="*/ 42249 w 41981"/>
                  <a:gd name="connsiteY10" fmla="*/ 21164 h 41981"/>
                  <a:gd name="connsiteX11" fmla="*/ 2125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4"/>
                    </a:moveTo>
                    <a:cubicBezTo>
                      <a:pt x="30200" y="4974"/>
                      <a:pt x="37449" y="12222"/>
                      <a:pt x="37449" y="21164"/>
                    </a:cubicBezTo>
                    <a:lnTo>
                      <a:pt x="37449" y="21164"/>
                    </a:lnTo>
                    <a:cubicBezTo>
                      <a:pt x="37449" y="30106"/>
                      <a:pt x="30200" y="37355"/>
                      <a:pt x="21259" y="37355"/>
                    </a:cubicBezTo>
                    <a:cubicBezTo>
                      <a:pt x="12317" y="37355"/>
                      <a:pt x="5068" y="30106"/>
                      <a:pt x="5068" y="21164"/>
                    </a:cubicBezTo>
                    <a:cubicBezTo>
                      <a:pt x="5068" y="12222"/>
                      <a:pt x="12317" y="4974"/>
                      <a:pt x="21259" y="4974"/>
                    </a:cubicBezTo>
                    <a:close/>
                    <a:moveTo>
                      <a:pt x="21259" y="174"/>
                    </a:moveTo>
                    <a:cubicBezTo>
                      <a:pt x="9666" y="174"/>
                      <a:pt x="268" y="9572"/>
                      <a:pt x="268" y="21164"/>
                    </a:cubicBezTo>
                    <a:cubicBezTo>
                      <a:pt x="268" y="32757"/>
                      <a:pt x="9666" y="42155"/>
                      <a:pt x="21259" y="42155"/>
                    </a:cubicBezTo>
                    <a:cubicBezTo>
                      <a:pt x="32851" y="42155"/>
                      <a:pt x="42249" y="32757"/>
                      <a:pt x="42249" y="21164"/>
                    </a:cubicBezTo>
                    <a:lnTo>
                      <a:pt x="42249" y="21164"/>
                    </a:lnTo>
                    <a:cubicBezTo>
                      <a:pt x="42249" y="9572"/>
                      <a:pt x="32851" y="174"/>
                      <a:pt x="21259" y="174"/>
                    </a:cubicBezTo>
                    <a:close/>
                  </a:path>
                </a:pathLst>
              </a:custGeom>
              <a:solidFill>
                <a:srgbClr val="000000"/>
              </a:solidFill>
              <a:ln w="4794" cap="sq">
                <a:noFill/>
                <a:prstDash val="solid"/>
                <a:round/>
              </a:ln>
            </p:spPr>
            <p:txBody>
              <a:bodyPr rtlCol="0" anchor="ctr"/>
              <a:lstStyle/>
              <a:p>
                <a:endParaRPr lang="en-US"/>
              </a:p>
            </p:txBody>
          </p:sp>
          <p:sp>
            <p:nvSpPr>
              <p:cNvPr id="1580" name="Freeform: Shape 1579">
                <a:extLst>
                  <a:ext uri="{FF2B5EF4-FFF2-40B4-BE49-F238E27FC236}">
                    <a16:creationId xmlns:a16="http://schemas.microsoft.com/office/drawing/2014/main" id="{FB9CDCED-66CF-09B1-6E71-2150D2C90EBA}"/>
                  </a:ext>
                </a:extLst>
              </p:cNvPr>
              <p:cNvSpPr/>
              <p:nvPr/>
            </p:nvSpPr>
            <p:spPr>
              <a:xfrm>
                <a:off x="7745779" y="7960061"/>
                <a:ext cx="37180" cy="37180"/>
              </a:xfrm>
              <a:custGeom>
                <a:avLst/>
                <a:gdLst>
                  <a:gd name="connsiteX0" fmla="*/ 37450 w 37180"/>
                  <a:gd name="connsiteY0" fmla="*/ 18757 h 37180"/>
                  <a:gd name="connsiteX1" fmla="*/ 18859 w 37180"/>
                  <a:gd name="connsiteY1" fmla="*/ 37347 h 37180"/>
                  <a:gd name="connsiteX2" fmla="*/ 269 w 37180"/>
                  <a:gd name="connsiteY2" fmla="*/ 18757 h 37180"/>
                  <a:gd name="connsiteX3" fmla="*/ 18859 w 37180"/>
                  <a:gd name="connsiteY3" fmla="*/ 166 h 37180"/>
                  <a:gd name="connsiteX4" fmla="*/ 37450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57"/>
                    </a:moveTo>
                    <a:cubicBezTo>
                      <a:pt x="37450" y="29024"/>
                      <a:pt x="29127" y="37347"/>
                      <a:pt x="18859" y="37347"/>
                    </a:cubicBezTo>
                    <a:cubicBezTo>
                      <a:pt x="8592" y="37347"/>
                      <a:pt x="269" y="29024"/>
                      <a:pt x="269" y="18757"/>
                    </a:cubicBezTo>
                    <a:cubicBezTo>
                      <a:pt x="269" y="8489"/>
                      <a:pt x="8592" y="166"/>
                      <a:pt x="18859" y="166"/>
                    </a:cubicBezTo>
                    <a:cubicBezTo>
                      <a:pt x="29127" y="166"/>
                      <a:pt x="37450" y="8489"/>
                      <a:pt x="37450" y="18757"/>
                    </a:cubicBezTo>
                    <a:close/>
                  </a:path>
                </a:pathLst>
              </a:custGeom>
              <a:solidFill>
                <a:srgbClr val="F7F1F1"/>
              </a:solidFill>
              <a:ln w="5753" cap="sq">
                <a:noFill/>
                <a:prstDash val="solid"/>
                <a:miter/>
              </a:ln>
            </p:spPr>
            <p:txBody>
              <a:bodyPr rtlCol="0" anchor="ctr"/>
              <a:lstStyle/>
              <a:p>
                <a:endParaRPr lang="en-US"/>
              </a:p>
            </p:txBody>
          </p:sp>
          <p:sp>
            <p:nvSpPr>
              <p:cNvPr id="1581" name="Freeform: Shape 1580">
                <a:extLst>
                  <a:ext uri="{FF2B5EF4-FFF2-40B4-BE49-F238E27FC236}">
                    <a16:creationId xmlns:a16="http://schemas.microsoft.com/office/drawing/2014/main" id="{50EBACEF-D928-9DC3-D922-AC24ABC9E99E}"/>
                  </a:ext>
                </a:extLst>
              </p:cNvPr>
              <p:cNvSpPr/>
              <p:nvPr/>
            </p:nvSpPr>
            <p:spPr>
              <a:xfrm>
                <a:off x="7743379" y="7957660"/>
                <a:ext cx="41981" cy="41981"/>
              </a:xfrm>
              <a:custGeom>
                <a:avLst/>
                <a:gdLst>
                  <a:gd name="connsiteX0" fmla="*/ 21260 w 41981"/>
                  <a:gd name="connsiteY0" fmla="*/ 4967 h 41981"/>
                  <a:gd name="connsiteX1" fmla="*/ 37450 w 41981"/>
                  <a:gd name="connsiteY1" fmla="*/ 21157 h 41981"/>
                  <a:gd name="connsiteX2" fmla="*/ 37450 w 41981"/>
                  <a:gd name="connsiteY2" fmla="*/ 21157 h 41981"/>
                  <a:gd name="connsiteX3" fmla="*/ 21260 w 41981"/>
                  <a:gd name="connsiteY3" fmla="*/ 37347 h 41981"/>
                  <a:gd name="connsiteX4" fmla="*/ 5069 w 41981"/>
                  <a:gd name="connsiteY4" fmla="*/ 21157 h 41981"/>
                  <a:gd name="connsiteX5" fmla="*/ 21260 w 41981"/>
                  <a:gd name="connsiteY5" fmla="*/ 4967 h 41981"/>
                  <a:gd name="connsiteX6" fmla="*/ 21260 w 41981"/>
                  <a:gd name="connsiteY6" fmla="*/ 166 h 41981"/>
                  <a:gd name="connsiteX7" fmla="*/ 269 w 41981"/>
                  <a:gd name="connsiteY7" fmla="*/ 21157 h 41981"/>
                  <a:gd name="connsiteX8" fmla="*/ 21260 w 41981"/>
                  <a:gd name="connsiteY8" fmla="*/ 42147 h 41981"/>
                  <a:gd name="connsiteX9" fmla="*/ 42250 w 41981"/>
                  <a:gd name="connsiteY9" fmla="*/ 21157 h 41981"/>
                  <a:gd name="connsiteX10" fmla="*/ 42250 w 41981"/>
                  <a:gd name="connsiteY10" fmla="*/ 21157 h 41981"/>
                  <a:gd name="connsiteX11" fmla="*/ 21260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67"/>
                    </a:moveTo>
                    <a:cubicBezTo>
                      <a:pt x="30201" y="4967"/>
                      <a:pt x="37450" y="12215"/>
                      <a:pt x="37450" y="21157"/>
                    </a:cubicBezTo>
                    <a:lnTo>
                      <a:pt x="37450" y="21157"/>
                    </a:lnTo>
                    <a:cubicBezTo>
                      <a:pt x="37450" y="30099"/>
                      <a:pt x="30201" y="37347"/>
                      <a:pt x="21260" y="37347"/>
                    </a:cubicBezTo>
                    <a:cubicBezTo>
                      <a:pt x="12318" y="37347"/>
                      <a:pt x="5069" y="30099"/>
                      <a:pt x="5069" y="21157"/>
                    </a:cubicBezTo>
                    <a:cubicBezTo>
                      <a:pt x="5069" y="12215"/>
                      <a:pt x="12318" y="4967"/>
                      <a:pt x="21260" y="4967"/>
                    </a:cubicBezTo>
                    <a:close/>
                    <a:moveTo>
                      <a:pt x="21260" y="166"/>
                    </a:moveTo>
                    <a:cubicBezTo>
                      <a:pt x="9667" y="166"/>
                      <a:pt x="269" y="9564"/>
                      <a:pt x="269" y="21157"/>
                    </a:cubicBezTo>
                    <a:cubicBezTo>
                      <a:pt x="269" y="32749"/>
                      <a:pt x="9667" y="42147"/>
                      <a:pt x="21260" y="42147"/>
                    </a:cubicBezTo>
                    <a:cubicBezTo>
                      <a:pt x="32852" y="42147"/>
                      <a:pt x="42250" y="32749"/>
                      <a:pt x="42250" y="21157"/>
                    </a:cubicBezTo>
                    <a:lnTo>
                      <a:pt x="42250" y="21157"/>
                    </a:lnTo>
                    <a:cubicBezTo>
                      <a:pt x="42250" y="9564"/>
                      <a:pt x="32852" y="166"/>
                      <a:pt x="21260" y="166"/>
                    </a:cubicBezTo>
                    <a:close/>
                  </a:path>
                </a:pathLst>
              </a:custGeom>
              <a:solidFill>
                <a:srgbClr val="000000"/>
              </a:solidFill>
              <a:ln w="4794" cap="sq">
                <a:noFill/>
                <a:prstDash val="solid"/>
                <a:round/>
              </a:ln>
            </p:spPr>
            <p:txBody>
              <a:bodyPr rtlCol="0" anchor="ctr"/>
              <a:lstStyle/>
              <a:p>
                <a:endParaRPr lang="en-US"/>
              </a:p>
            </p:txBody>
          </p:sp>
          <p:sp>
            <p:nvSpPr>
              <p:cNvPr id="1582" name="Freeform: Shape 1581">
                <a:extLst>
                  <a:ext uri="{FF2B5EF4-FFF2-40B4-BE49-F238E27FC236}">
                    <a16:creationId xmlns:a16="http://schemas.microsoft.com/office/drawing/2014/main" id="{1620A70A-0889-C4B8-CD2A-263FEC6FC6E6}"/>
                  </a:ext>
                </a:extLst>
              </p:cNvPr>
              <p:cNvSpPr/>
              <p:nvPr/>
            </p:nvSpPr>
            <p:spPr>
              <a:xfrm>
                <a:off x="7724986" y="7902501"/>
                <a:ext cx="37180" cy="37180"/>
              </a:xfrm>
              <a:custGeom>
                <a:avLst/>
                <a:gdLst>
                  <a:gd name="connsiteX0" fmla="*/ 37446 w 37180"/>
                  <a:gd name="connsiteY0" fmla="*/ 18747 h 37180"/>
                  <a:gd name="connsiteX1" fmla="*/ 18856 w 37180"/>
                  <a:gd name="connsiteY1" fmla="*/ 37337 h 37180"/>
                  <a:gd name="connsiteX2" fmla="*/ 265 w 37180"/>
                  <a:gd name="connsiteY2" fmla="*/ 18747 h 37180"/>
                  <a:gd name="connsiteX3" fmla="*/ 18856 w 37180"/>
                  <a:gd name="connsiteY3" fmla="*/ 156 h 37180"/>
                  <a:gd name="connsiteX4" fmla="*/ 37446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7"/>
                    </a:moveTo>
                    <a:cubicBezTo>
                      <a:pt x="37446" y="29014"/>
                      <a:pt x="29123" y="37337"/>
                      <a:pt x="18856" y="37337"/>
                    </a:cubicBezTo>
                    <a:cubicBezTo>
                      <a:pt x="8589" y="37337"/>
                      <a:pt x="265" y="29014"/>
                      <a:pt x="265" y="18747"/>
                    </a:cubicBezTo>
                    <a:cubicBezTo>
                      <a:pt x="265" y="8479"/>
                      <a:pt x="8589" y="156"/>
                      <a:pt x="18856" y="156"/>
                    </a:cubicBezTo>
                    <a:cubicBezTo>
                      <a:pt x="29123" y="156"/>
                      <a:pt x="37446" y="8479"/>
                      <a:pt x="37446" y="18747"/>
                    </a:cubicBezTo>
                    <a:close/>
                  </a:path>
                </a:pathLst>
              </a:custGeom>
              <a:solidFill>
                <a:srgbClr val="F7E4E4"/>
              </a:solidFill>
              <a:ln w="5753" cap="sq">
                <a:noFill/>
                <a:prstDash val="solid"/>
                <a:miter/>
              </a:ln>
            </p:spPr>
            <p:txBody>
              <a:bodyPr rtlCol="0" anchor="ctr"/>
              <a:lstStyle/>
              <a:p>
                <a:endParaRPr lang="en-US"/>
              </a:p>
            </p:txBody>
          </p:sp>
          <p:sp>
            <p:nvSpPr>
              <p:cNvPr id="1583" name="Freeform: Shape 1582">
                <a:extLst>
                  <a:ext uri="{FF2B5EF4-FFF2-40B4-BE49-F238E27FC236}">
                    <a16:creationId xmlns:a16="http://schemas.microsoft.com/office/drawing/2014/main" id="{687949DB-DE9D-A90A-4287-00DC6E3F0267}"/>
                  </a:ext>
                </a:extLst>
              </p:cNvPr>
              <p:cNvSpPr/>
              <p:nvPr/>
            </p:nvSpPr>
            <p:spPr>
              <a:xfrm>
                <a:off x="7722586" y="7900101"/>
                <a:ext cx="41981" cy="41981"/>
              </a:xfrm>
              <a:custGeom>
                <a:avLst/>
                <a:gdLst>
                  <a:gd name="connsiteX0" fmla="*/ 21256 w 41981"/>
                  <a:gd name="connsiteY0" fmla="*/ 4957 h 41981"/>
                  <a:gd name="connsiteX1" fmla="*/ 37446 w 41981"/>
                  <a:gd name="connsiteY1" fmla="*/ 21147 h 41981"/>
                  <a:gd name="connsiteX2" fmla="*/ 37446 w 41981"/>
                  <a:gd name="connsiteY2" fmla="*/ 21147 h 41981"/>
                  <a:gd name="connsiteX3" fmla="*/ 21256 w 41981"/>
                  <a:gd name="connsiteY3" fmla="*/ 37337 h 41981"/>
                  <a:gd name="connsiteX4" fmla="*/ 5066 w 41981"/>
                  <a:gd name="connsiteY4" fmla="*/ 21147 h 41981"/>
                  <a:gd name="connsiteX5" fmla="*/ 21256 w 41981"/>
                  <a:gd name="connsiteY5" fmla="*/ 4957 h 41981"/>
                  <a:gd name="connsiteX6" fmla="*/ 21256 w 41981"/>
                  <a:gd name="connsiteY6" fmla="*/ 156 h 41981"/>
                  <a:gd name="connsiteX7" fmla="*/ 265 w 41981"/>
                  <a:gd name="connsiteY7" fmla="*/ 21147 h 41981"/>
                  <a:gd name="connsiteX8" fmla="*/ 21256 w 41981"/>
                  <a:gd name="connsiteY8" fmla="*/ 42137 h 41981"/>
                  <a:gd name="connsiteX9" fmla="*/ 42247 w 41981"/>
                  <a:gd name="connsiteY9" fmla="*/ 21147 h 41981"/>
                  <a:gd name="connsiteX10" fmla="*/ 42247 w 41981"/>
                  <a:gd name="connsiteY10" fmla="*/ 21147 h 41981"/>
                  <a:gd name="connsiteX11" fmla="*/ 21256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7"/>
                    </a:moveTo>
                    <a:cubicBezTo>
                      <a:pt x="30198" y="4957"/>
                      <a:pt x="37446" y="12205"/>
                      <a:pt x="37446" y="21147"/>
                    </a:cubicBezTo>
                    <a:lnTo>
                      <a:pt x="37446" y="21147"/>
                    </a:lnTo>
                    <a:cubicBezTo>
                      <a:pt x="37446" y="30089"/>
                      <a:pt x="30198" y="37337"/>
                      <a:pt x="21256" y="37337"/>
                    </a:cubicBezTo>
                    <a:cubicBezTo>
                      <a:pt x="12314" y="37337"/>
                      <a:pt x="5066" y="30089"/>
                      <a:pt x="5066" y="21147"/>
                    </a:cubicBezTo>
                    <a:cubicBezTo>
                      <a:pt x="5066" y="12205"/>
                      <a:pt x="12314" y="4957"/>
                      <a:pt x="21256" y="4957"/>
                    </a:cubicBezTo>
                    <a:close/>
                    <a:moveTo>
                      <a:pt x="21256" y="156"/>
                    </a:moveTo>
                    <a:cubicBezTo>
                      <a:pt x="9663" y="156"/>
                      <a:pt x="265" y="9554"/>
                      <a:pt x="265" y="21147"/>
                    </a:cubicBezTo>
                    <a:cubicBezTo>
                      <a:pt x="265" y="32739"/>
                      <a:pt x="9663" y="42137"/>
                      <a:pt x="21256" y="42137"/>
                    </a:cubicBezTo>
                    <a:cubicBezTo>
                      <a:pt x="32849" y="42137"/>
                      <a:pt x="42247" y="32739"/>
                      <a:pt x="42247" y="21147"/>
                    </a:cubicBezTo>
                    <a:lnTo>
                      <a:pt x="42247" y="21147"/>
                    </a:lnTo>
                    <a:cubicBezTo>
                      <a:pt x="42247" y="9554"/>
                      <a:pt x="32849" y="156"/>
                      <a:pt x="21256" y="156"/>
                    </a:cubicBezTo>
                    <a:close/>
                  </a:path>
                </a:pathLst>
              </a:custGeom>
              <a:solidFill>
                <a:srgbClr val="000000"/>
              </a:solidFill>
              <a:ln w="4794" cap="sq">
                <a:noFill/>
                <a:prstDash val="solid"/>
                <a:round/>
              </a:ln>
            </p:spPr>
            <p:txBody>
              <a:bodyPr rtlCol="0" anchor="ctr"/>
              <a:lstStyle/>
              <a:p>
                <a:endParaRPr lang="en-US"/>
              </a:p>
            </p:txBody>
          </p:sp>
          <p:sp>
            <p:nvSpPr>
              <p:cNvPr id="1584" name="Freeform: Shape 1583">
                <a:extLst>
                  <a:ext uri="{FF2B5EF4-FFF2-40B4-BE49-F238E27FC236}">
                    <a16:creationId xmlns:a16="http://schemas.microsoft.com/office/drawing/2014/main" id="{DC3BA4C5-90FF-0594-6E56-6113267CDA9F}"/>
                  </a:ext>
                </a:extLst>
              </p:cNvPr>
              <p:cNvSpPr/>
              <p:nvPr/>
            </p:nvSpPr>
            <p:spPr>
              <a:xfrm>
                <a:off x="7744829" y="7889967"/>
                <a:ext cx="37180" cy="37180"/>
              </a:xfrm>
              <a:custGeom>
                <a:avLst/>
                <a:gdLst>
                  <a:gd name="connsiteX0" fmla="*/ 37450 w 37180"/>
                  <a:gd name="connsiteY0" fmla="*/ 18744 h 37180"/>
                  <a:gd name="connsiteX1" fmla="*/ 18859 w 37180"/>
                  <a:gd name="connsiteY1" fmla="*/ 37335 h 37180"/>
                  <a:gd name="connsiteX2" fmla="*/ 269 w 37180"/>
                  <a:gd name="connsiteY2" fmla="*/ 18744 h 37180"/>
                  <a:gd name="connsiteX3" fmla="*/ 18859 w 37180"/>
                  <a:gd name="connsiteY3" fmla="*/ 154 h 37180"/>
                  <a:gd name="connsiteX4" fmla="*/ 37450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44"/>
                    </a:moveTo>
                    <a:cubicBezTo>
                      <a:pt x="37450" y="29012"/>
                      <a:pt x="29127" y="37335"/>
                      <a:pt x="18859" y="37335"/>
                    </a:cubicBezTo>
                    <a:cubicBezTo>
                      <a:pt x="8592" y="37335"/>
                      <a:pt x="269" y="29012"/>
                      <a:pt x="269" y="18744"/>
                    </a:cubicBezTo>
                    <a:cubicBezTo>
                      <a:pt x="269" y="8477"/>
                      <a:pt x="8592" y="154"/>
                      <a:pt x="18859" y="154"/>
                    </a:cubicBezTo>
                    <a:cubicBezTo>
                      <a:pt x="29127" y="154"/>
                      <a:pt x="37450" y="8477"/>
                      <a:pt x="37450" y="18744"/>
                    </a:cubicBezTo>
                    <a:close/>
                  </a:path>
                </a:pathLst>
              </a:custGeom>
              <a:solidFill>
                <a:srgbClr val="F3F7F3"/>
              </a:solidFill>
              <a:ln w="5753" cap="sq">
                <a:noFill/>
                <a:prstDash val="solid"/>
                <a:miter/>
              </a:ln>
            </p:spPr>
            <p:txBody>
              <a:bodyPr rtlCol="0" anchor="ctr"/>
              <a:lstStyle/>
              <a:p>
                <a:endParaRPr lang="en-US"/>
              </a:p>
            </p:txBody>
          </p:sp>
          <p:sp>
            <p:nvSpPr>
              <p:cNvPr id="1585" name="Freeform: Shape 1584">
                <a:extLst>
                  <a:ext uri="{FF2B5EF4-FFF2-40B4-BE49-F238E27FC236}">
                    <a16:creationId xmlns:a16="http://schemas.microsoft.com/office/drawing/2014/main" id="{4FDB9D25-6B8A-59D0-2F44-77DB011A9B82}"/>
                  </a:ext>
                </a:extLst>
              </p:cNvPr>
              <p:cNvSpPr/>
              <p:nvPr/>
            </p:nvSpPr>
            <p:spPr>
              <a:xfrm>
                <a:off x="7742429" y="7887567"/>
                <a:ext cx="41981" cy="41981"/>
              </a:xfrm>
              <a:custGeom>
                <a:avLst/>
                <a:gdLst>
                  <a:gd name="connsiteX0" fmla="*/ 21260 w 41981"/>
                  <a:gd name="connsiteY0" fmla="*/ 4954 h 41981"/>
                  <a:gd name="connsiteX1" fmla="*/ 37450 w 41981"/>
                  <a:gd name="connsiteY1" fmla="*/ 21145 h 41981"/>
                  <a:gd name="connsiteX2" fmla="*/ 37450 w 41981"/>
                  <a:gd name="connsiteY2" fmla="*/ 21145 h 41981"/>
                  <a:gd name="connsiteX3" fmla="*/ 21260 w 41981"/>
                  <a:gd name="connsiteY3" fmla="*/ 37335 h 41981"/>
                  <a:gd name="connsiteX4" fmla="*/ 5069 w 41981"/>
                  <a:gd name="connsiteY4" fmla="*/ 21145 h 41981"/>
                  <a:gd name="connsiteX5" fmla="*/ 21260 w 41981"/>
                  <a:gd name="connsiteY5" fmla="*/ 4954 h 41981"/>
                  <a:gd name="connsiteX6" fmla="*/ 21260 w 41981"/>
                  <a:gd name="connsiteY6" fmla="*/ 154 h 41981"/>
                  <a:gd name="connsiteX7" fmla="*/ 269 w 41981"/>
                  <a:gd name="connsiteY7" fmla="*/ 21145 h 41981"/>
                  <a:gd name="connsiteX8" fmla="*/ 21260 w 41981"/>
                  <a:gd name="connsiteY8" fmla="*/ 42135 h 41981"/>
                  <a:gd name="connsiteX9" fmla="*/ 42250 w 41981"/>
                  <a:gd name="connsiteY9" fmla="*/ 21145 h 41981"/>
                  <a:gd name="connsiteX10" fmla="*/ 42250 w 41981"/>
                  <a:gd name="connsiteY10" fmla="*/ 21145 h 41981"/>
                  <a:gd name="connsiteX11" fmla="*/ 21260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54"/>
                    </a:moveTo>
                    <a:cubicBezTo>
                      <a:pt x="30201" y="4954"/>
                      <a:pt x="37450" y="12203"/>
                      <a:pt x="37450" y="21145"/>
                    </a:cubicBezTo>
                    <a:lnTo>
                      <a:pt x="37450" y="21145"/>
                    </a:lnTo>
                    <a:cubicBezTo>
                      <a:pt x="37450" y="30086"/>
                      <a:pt x="30201" y="37335"/>
                      <a:pt x="21260" y="37335"/>
                    </a:cubicBezTo>
                    <a:cubicBezTo>
                      <a:pt x="12318" y="37335"/>
                      <a:pt x="5069" y="30086"/>
                      <a:pt x="5069" y="21145"/>
                    </a:cubicBezTo>
                    <a:cubicBezTo>
                      <a:pt x="5069" y="12203"/>
                      <a:pt x="12318" y="4954"/>
                      <a:pt x="21260" y="4954"/>
                    </a:cubicBezTo>
                    <a:close/>
                    <a:moveTo>
                      <a:pt x="21260" y="154"/>
                    </a:moveTo>
                    <a:cubicBezTo>
                      <a:pt x="9667" y="154"/>
                      <a:pt x="269" y="9552"/>
                      <a:pt x="269" y="21145"/>
                    </a:cubicBezTo>
                    <a:cubicBezTo>
                      <a:pt x="269" y="32737"/>
                      <a:pt x="9667" y="42135"/>
                      <a:pt x="21260" y="42135"/>
                    </a:cubicBezTo>
                    <a:cubicBezTo>
                      <a:pt x="32852" y="42135"/>
                      <a:pt x="42250" y="32737"/>
                      <a:pt x="42250" y="21145"/>
                    </a:cubicBezTo>
                    <a:lnTo>
                      <a:pt x="42250" y="21145"/>
                    </a:lnTo>
                    <a:cubicBezTo>
                      <a:pt x="42250" y="9552"/>
                      <a:pt x="32852" y="154"/>
                      <a:pt x="21260" y="154"/>
                    </a:cubicBezTo>
                    <a:close/>
                  </a:path>
                </a:pathLst>
              </a:custGeom>
              <a:solidFill>
                <a:srgbClr val="000000"/>
              </a:solidFill>
              <a:ln w="4794" cap="sq">
                <a:noFill/>
                <a:prstDash val="solid"/>
                <a:round/>
              </a:ln>
            </p:spPr>
            <p:txBody>
              <a:bodyPr rtlCol="0" anchor="ctr"/>
              <a:lstStyle/>
              <a:p>
                <a:endParaRPr lang="en-US"/>
              </a:p>
            </p:txBody>
          </p:sp>
          <p:sp>
            <p:nvSpPr>
              <p:cNvPr id="1586" name="Freeform: Shape 1585">
                <a:extLst>
                  <a:ext uri="{FF2B5EF4-FFF2-40B4-BE49-F238E27FC236}">
                    <a16:creationId xmlns:a16="http://schemas.microsoft.com/office/drawing/2014/main" id="{F46E441C-8D1D-2196-1B78-2BC42D5DB91A}"/>
                  </a:ext>
                </a:extLst>
              </p:cNvPr>
              <p:cNvSpPr/>
              <p:nvPr/>
            </p:nvSpPr>
            <p:spPr>
              <a:xfrm>
                <a:off x="7740837" y="7949664"/>
                <a:ext cx="37180" cy="37180"/>
              </a:xfrm>
              <a:custGeom>
                <a:avLst/>
                <a:gdLst>
                  <a:gd name="connsiteX0" fmla="*/ 37449 w 37180"/>
                  <a:gd name="connsiteY0" fmla="*/ 18755 h 37180"/>
                  <a:gd name="connsiteX1" fmla="*/ 18859 w 37180"/>
                  <a:gd name="connsiteY1" fmla="*/ 37345 h 37180"/>
                  <a:gd name="connsiteX2" fmla="*/ 268 w 37180"/>
                  <a:gd name="connsiteY2" fmla="*/ 18755 h 37180"/>
                  <a:gd name="connsiteX3" fmla="*/ 18859 w 37180"/>
                  <a:gd name="connsiteY3" fmla="*/ 164 h 37180"/>
                  <a:gd name="connsiteX4" fmla="*/ 37449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5"/>
                    </a:moveTo>
                    <a:cubicBezTo>
                      <a:pt x="37449" y="29022"/>
                      <a:pt x="29126" y="37345"/>
                      <a:pt x="18859" y="37345"/>
                    </a:cubicBezTo>
                    <a:cubicBezTo>
                      <a:pt x="8591" y="37345"/>
                      <a:pt x="268" y="29022"/>
                      <a:pt x="268" y="18755"/>
                    </a:cubicBezTo>
                    <a:cubicBezTo>
                      <a:pt x="268" y="8488"/>
                      <a:pt x="8591" y="164"/>
                      <a:pt x="18859" y="164"/>
                    </a:cubicBezTo>
                    <a:cubicBezTo>
                      <a:pt x="29126" y="164"/>
                      <a:pt x="37449" y="8488"/>
                      <a:pt x="37449" y="18755"/>
                    </a:cubicBezTo>
                    <a:close/>
                  </a:path>
                </a:pathLst>
              </a:custGeom>
              <a:solidFill>
                <a:srgbClr val="F7F1F1"/>
              </a:solidFill>
              <a:ln w="5753" cap="sq">
                <a:noFill/>
                <a:prstDash val="solid"/>
                <a:miter/>
              </a:ln>
            </p:spPr>
            <p:txBody>
              <a:bodyPr rtlCol="0" anchor="ctr"/>
              <a:lstStyle/>
              <a:p>
                <a:endParaRPr lang="en-US"/>
              </a:p>
            </p:txBody>
          </p:sp>
          <p:sp>
            <p:nvSpPr>
              <p:cNvPr id="1587" name="Freeform: Shape 1586">
                <a:extLst>
                  <a:ext uri="{FF2B5EF4-FFF2-40B4-BE49-F238E27FC236}">
                    <a16:creationId xmlns:a16="http://schemas.microsoft.com/office/drawing/2014/main" id="{5B4E6EC7-D0B8-987B-7EF0-432E61051AD0}"/>
                  </a:ext>
                </a:extLst>
              </p:cNvPr>
              <p:cNvSpPr/>
              <p:nvPr/>
            </p:nvSpPr>
            <p:spPr>
              <a:xfrm>
                <a:off x="7738437" y="7947264"/>
                <a:ext cx="41981" cy="41981"/>
              </a:xfrm>
              <a:custGeom>
                <a:avLst/>
                <a:gdLst>
                  <a:gd name="connsiteX0" fmla="*/ 21259 w 41981"/>
                  <a:gd name="connsiteY0" fmla="*/ 4965 h 41981"/>
                  <a:gd name="connsiteX1" fmla="*/ 37449 w 41981"/>
                  <a:gd name="connsiteY1" fmla="*/ 21155 h 41981"/>
                  <a:gd name="connsiteX2" fmla="*/ 37449 w 41981"/>
                  <a:gd name="connsiteY2" fmla="*/ 21155 h 41981"/>
                  <a:gd name="connsiteX3" fmla="*/ 21259 w 41981"/>
                  <a:gd name="connsiteY3" fmla="*/ 37345 h 41981"/>
                  <a:gd name="connsiteX4" fmla="*/ 5069 w 41981"/>
                  <a:gd name="connsiteY4" fmla="*/ 21155 h 41981"/>
                  <a:gd name="connsiteX5" fmla="*/ 21259 w 41981"/>
                  <a:gd name="connsiteY5" fmla="*/ 4965 h 41981"/>
                  <a:gd name="connsiteX6" fmla="*/ 21259 w 41981"/>
                  <a:gd name="connsiteY6" fmla="*/ 164 h 41981"/>
                  <a:gd name="connsiteX7" fmla="*/ 268 w 41981"/>
                  <a:gd name="connsiteY7" fmla="*/ 21155 h 41981"/>
                  <a:gd name="connsiteX8" fmla="*/ 21259 w 41981"/>
                  <a:gd name="connsiteY8" fmla="*/ 42146 h 41981"/>
                  <a:gd name="connsiteX9" fmla="*/ 42249 w 41981"/>
                  <a:gd name="connsiteY9" fmla="*/ 21155 h 41981"/>
                  <a:gd name="connsiteX10" fmla="*/ 42249 w 41981"/>
                  <a:gd name="connsiteY10" fmla="*/ 21155 h 41981"/>
                  <a:gd name="connsiteX11" fmla="*/ 21259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5"/>
                    </a:moveTo>
                    <a:cubicBezTo>
                      <a:pt x="30201" y="4965"/>
                      <a:pt x="37449" y="12213"/>
                      <a:pt x="37449" y="21155"/>
                    </a:cubicBezTo>
                    <a:lnTo>
                      <a:pt x="37449" y="21155"/>
                    </a:lnTo>
                    <a:cubicBezTo>
                      <a:pt x="37449" y="30097"/>
                      <a:pt x="30201" y="37345"/>
                      <a:pt x="21259" y="37345"/>
                    </a:cubicBezTo>
                    <a:cubicBezTo>
                      <a:pt x="12317" y="37345"/>
                      <a:pt x="5069" y="30097"/>
                      <a:pt x="5069" y="21155"/>
                    </a:cubicBezTo>
                    <a:cubicBezTo>
                      <a:pt x="5069" y="12213"/>
                      <a:pt x="12317" y="4965"/>
                      <a:pt x="21259" y="4965"/>
                    </a:cubicBezTo>
                    <a:close/>
                    <a:moveTo>
                      <a:pt x="21259" y="164"/>
                    </a:moveTo>
                    <a:cubicBezTo>
                      <a:pt x="9666" y="164"/>
                      <a:pt x="268" y="9562"/>
                      <a:pt x="268" y="21155"/>
                    </a:cubicBezTo>
                    <a:cubicBezTo>
                      <a:pt x="268" y="32748"/>
                      <a:pt x="9666" y="42146"/>
                      <a:pt x="21259" y="42146"/>
                    </a:cubicBezTo>
                    <a:cubicBezTo>
                      <a:pt x="32851" y="42146"/>
                      <a:pt x="42249" y="32748"/>
                      <a:pt x="42249" y="21155"/>
                    </a:cubicBezTo>
                    <a:lnTo>
                      <a:pt x="42249" y="21155"/>
                    </a:lnTo>
                    <a:cubicBezTo>
                      <a:pt x="42249" y="9562"/>
                      <a:pt x="32851" y="164"/>
                      <a:pt x="21259" y="164"/>
                    </a:cubicBezTo>
                    <a:close/>
                  </a:path>
                </a:pathLst>
              </a:custGeom>
              <a:solidFill>
                <a:srgbClr val="000000"/>
              </a:solidFill>
              <a:ln w="4794" cap="sq">
                <a:noFill/>
                <a:prstDash val="solid"/>
                <a:round/>
              </a:ln>
            </p:spPr>
            <p:txBody>
              <a:bodyPr rtlCol="0" anchor="ctr"/>
              <a:lstStyle/>
              <a:p>
                <a:endParaRPr lang="en-US"/>
              </a:p>
            </p:txBody>
          </p:sp>
          <p:sp>
            <p:nvSpPr>
              <p:cNvPr id="1588" name="Freeform: Shape 1587">
                <a:extLst>
                  <a:ext uri="{FF2B5EF4-FFF2-40B4-BE49-F238E27FC236}">
                    <a16:creationId xmlns:a16="http://schemas.microsoft.com/office/drawing/2014/main" id="{3766ADD0-5982-E295-7FF3-02BF5DE3B170}"/>
                  </a:ext>
                </a:extLst>
              </p:cNvPr>
              <p:cNvSpPr/>
              <p:nvPr/>
            </p:nvSpPr>
            <p:spPr>
              <a:xfrm>
                <a:off x="7757720" y="7998635"/>
                <a:ext cx="37180" cy="37180"/>
              </a:xfrm>
              <a:custGeom>
                <a:avLst/>
                <a:gdLst>
                  <a:gd name="connsiteX0" fmla="*/ 37452 w 37180"/>
                  <a:gd name="connsiteY0" fmla="*/ 18763 h 37180"/>
                  <a:gd name="connsiteX1" fmla="*/ 18862 w 37180"/>
                  <a:gd name="connsiteY1" fmla="*/ 37354 h 37180"/>
                  <a:gd name="connsiteX2" fmla="*/ 271 w 37180"/>
                  <a:gd name="connsiteY2" fmla="*/ 18763 h 37180"/>
                  <a:gd name="connsiteX3" fmla="*/ 18862 w 37180"/>
                  <a:gd name="connsiteY3" fmla="*/ 173 h 37180"/>
                  <a:gd name="connsiteX4" fmla="*/ 37452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3"/>
                    </a:moveTo>
                    <a:cubicBezTo>
                      <a:pt x="37452" y="29030"/>
                      <a:pt x="29129" y="37354"/>
                      <a:pt x="18862" y="37354"/>
                    </a:cubicBezTo>
                    <a:cubicBezTo>
                      <a:pt x="8594" y="37354"/>
                      <a:pt x="271" y="29030"/>
                      <a:pt x="271" y="18763"/>
                    </a:cubicBezTo>
                    <a:cubicBezTo>
                      <a:pt x="271" y="8496"/>
                      <a:pt x="8594" y="173"/>
                      <a:pt x="18862" y="173"/>
                    </a:cubicBezTo>
                    <a:cubicBezTo>
                      <a:pt x="29129" y="173"/>
                      <a:pt x="37452" y="8496"/>
                      <a:pt x="37452" y="18763"/>
                    </a:cubicBezTo>
                    <a:close/>
                  </a:path>
                </a:pathLst>
              </a:custGeom>
              <a:solidFill>
                <a:srgbClr val="F7E4E4"/>
              </a:solidFill>
              <a:ln w="5753" cap="sq">
                <a:noFill/>
                <a:prstDash val="solid"/>
                <a:miter/>
              </a:ln>
            </p:spPr>
            <p:txBody>
              <a:bodyPr rtlCol="0" anchor="ctr"/>
              <a:lstStyle/>
              <a:p>
                <a:endParaRPr lang="en-US"/>
              </a:p>
            </p:txBody>
          </p:sp>
          <p:sp>
            <p:nvSpPr>
              <p:cNvPr id="1589" name="Freeform: Shape 1588">
                <a:extLst>
                  <a:ext uri="{FF2B5EF4-FFF2-40B4-BE49-F238E27FC236}">
                    <a16:creationId xmlns:a16="http://schemas.microsoft.com/office/drawing/2014/main" id="{F6D4BCFE-2799-FB3E-167E-476D2BEC0893}"/>
                  </a:ext>
                </a:extLst>
              </p:cNvPr>
              <p:cNvSpPr/>
              <p:nvPr/>
            </p:nvSpPr>
            <p:spPr>
              <a:xfrm>
                <a:off x="7755320" y="7996235"/>
                <a:ext cx="41981" cy="41981"/>
              </a:xfrm>
              <a:custGeom>
                <a:avLst/>
                <a:gdLst>
                  <a:gd name="connsiteX0" fmla="*/ 21262 w 41981"/>
                  <a:gd name="connsiteY0" fmla="*/ 4973 h 41981"/>
                  <a:gd name="connsiteX1" fmla="*/ 37452 w 41981"/>
                  <a:gd name="connsiteY1" fmla="*/ 21163 h 41981"/>
                  <a:gd name="connsiteX2" fmla="*/ 37452 w 41981"/>
                  <a:gd name="connsiteY2" fmla="*/ 21163 h 41981"/>
                  <a:gd name="connsiteX3" fmla="*/ 21262 w 41981"/>
                  <a:gd name="connsiteY3" fmla="*/ 37354 h 41981"/>
                  <a:gd name="connsiteX4" fmla="*/ 5072 w 41981"/>
                  <a:gd name="connsiteY4" fmla="*/ 21163 h 41981"/>
                  <a:gd name="connsiteX5" fmla="*/ 21262 w 41981"/>
                  <a:gd name="connsiteY5" fmla="*/ 4973 h 41981"/>
                  <a:gd name="connsiteX6" fmla="*/ 21262 w 41981"/>
                  <a:gd name="connsiteY6" fmla="*/ 173 h 41981"/>
                  <a:gd name="connsiteX7" fmla="*/ 271 w 41981"/>
                  <a:gd name="connsiteY7" fmla="*/ 21163 h 41981"/>
                  <a:gd name="connsiteX8" fmla="*/ 21262 w 41981"/>
                  <a:gd name="connsiteY8" fmla="*/ 42154 h 41981"/>
                  <a:gd name="connsiteX9" fmla="*/ 42252 w 41981"/>
                  <a:gd name="connsiteY9" fmla="*/ 21163 h 41981"/>
                  <a:gd name="connsiteX10" fmla="*/ 42252 w 41981"/>
                  <a:gd name="connsiteY10" fmla="*/ 21163 h 41981"/>
                  <a:gd name="connsiteX11" fmla="*/ 21262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3"/>
                    </a:moveTo>
                    <a:cubicBezTo>
                      <a:pt x="30204" y="4973"/>
                      <a:pt x="37452" y="12222"/>
                      <a:pt x="37452" y="21163"/>
                    </a:cubicBezTo>
                    <a:lnTo>
                      <a:pt x="37452" y="21163"/>
                    </a:lnTo>
                    <a:cubicBezTo>
                      <a:pt x="37452" y="30105"/>
                      <a:pt x="30204" y="37354"/>
                      <a:pt x="21262" y="37354"/>
                    </a:cubicBezTo>
                    <a:cubicBezTo>
                      <a:pt x="12320" y="37354"/>
                      <a:pt x="5072" y="30105"/>
                      <a:pt x="5072" y="21163"/>
                    </a:cubicBezTo>
                    <a:cubicBezTo>
                      <a:pt x="5072" y="12222"/>
                      <a:pt x="12320" y="4973"/>
                      <a:pt x="21262" y="4973"/>
                    </a:cubicBezTo>
                    <a:close/>
                    <a:moveTo>
                      <a:pt x="21262" y="173"/>
                    </a:moveTo>
                    <a:cubicBezTo>
                      <a:pt x="9669" y="173"/>
                      <a:pt x="271" y="9571"/>
                      <a:pt x="271" y="21163"/>
                    </a:cubicBezTo>
                    <a:cubicBezTo>
                      <a:pt x="271" y="32756"/>
                      <a:pt x="9669" y="42154"/>
                      <a:pt x="21262" y="42154"/>
                    </a:cubicBezTo>
                    <a:cubicBezTo>
                      <a:pt x="32854" y="42154"/>
                      <a:pt x="42252" y="32756"/>
                      <a:pt x="42252" y="21163"/>
                    </a:cubicBezTo>
                    <a:lnTo>
                      <a:pt x="42252" y="21163"/>
                    </a:lnTo>
                    <a:cubicBezTo>
                      <a:pt x="42252" y="9571"/>
                      <a:pt x="32854" y="173"/>
                      <a:pt x="21262" y="173"/>
                    </a:cubicBezTo>
                    <a:close/>
                  </a:path>
                </a:pathLst>
              </a:custGeom>
              <a:solidFill>
                <a:srgbClr val="000000"/>
              </a:solidFill>
              <a:ln w="4794" cap="sq">
                <a:noFill/>
                <a:prstDash val="solid"/>
                <a:round/>
              </a:ln>
            </p:spPr>
            <p:txBody>
              <a:bodyPr rtlCol="0" anchor="ctr"/>
              <a:lstStyle/>
              <a:p>
                <a:endParaRPr lang="en-US"/>
              </a:p>
            </p:txBody>
          </p:sp>
          <p:sp>
            <p:nvSpPr>
              <p:cNvPr id="1590" name="Freeform: Shape 1589">
                <a:extLst>
                  <a:ext uri="{FF2B5EF4-FFF2-40B4-BE49-F238E27FC236}">
                    <a16:creationId xmlns:a16="http://schemas.microsoft.com/office/drawing/2014/main" id="{93A3129E-D94E-D867-BA39-320765054B65}"/>
                  </a:ext>
                </a:extLst>
              </p:cNvPr>
              <p:cNvSpPr/>
              <p:nvPr/>
            </p:nvSpPr>
            <p:spPr>
              <a:xfrm>
                <a:off x="7820521" y="7784456"/>
                <a:ext cx="37180" cy="37180"/>
              </a:xfrm>
              <a:custGeom>
                <a:avLst/>
                <a:gdLst>
                  <a:gd name="connsiteX0" fmla="*/ 37463 w 37180"/>
                  <a:gd name="connsiteY0" fmla="*/ 18726 h 37180"/>
                  <a:gd name="connsiteX1" fmla="*/ 18872 w 37180"/>
                  <a:gd name="connsiteY1" fmla="*/ 37317 h 37180"/>
                  <a:gd name="connsiteX2" fmla="*/ 282 w 37180"/>
                  <a:gd name="connsiteY2" fmla="*/ 18726 h 37180"/>
                  <a:gd name="connsiteX3" fmla="*/ 18872 w 37180"/>
                  <a:gd name="connsiteY3" fmla="*/ 136 h 37180"/>
                  <a:gd name="connsiteX4" fmla="*/ 37463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26"/>
                    </a:moveTo>
                    <a:cubicBezTo>
                      <a:pt x="37463" y="28993"/>
                      <a:pt x="29140" y="37317"/>
                      <a:pt x="18872" y="37317"/>
                    </a:cubicBezTo>
                    <a:cubicBezTo>
                      <a:pt x="8605" y="37317"/>
                      <a:pt x="282" y="28993"/>
                      <a:pt x="282" y="18726"/>
                    </a:cubicBezTo>
                    <a:cubicBezTo>
                      <a:pt x="282" y="8459"/>
                      <a:pt x="8605" y="136"/>
                      <a:pt x="18872" y="136"/>
                    </a:cubicBezTo>
                    <a:cubicBezTo>
                      <a:pt x="29140" y="136"/>
                      <a:pt x="37463" y="8459"/>
                      <a:pt x="37463" y="18726"/>
                    </a:cubicBezTo>
                    <a:close/>
                  </a:path>
                </a:pathLst>
              </a:custGeom>
              <a:solidFill>
                <a:srgbClr val="F7F1F1"/>
              </a:solidFill>
              <a:ln w="5753" cap="sq">
                <a:noFill/>
                <a:prstDash val="solid"/>
                <a:miter/>
              </a:ln>
            </p:spPr>
            <p:txBody>
              <a:bodyPr rtlCol="0" anchor="ctr"/>
              <a:lstStyle/>
              <a:p>
                <a:endParaRPr lang="en-US"/>
              </a:p>
            </p:txBody>
          </p:sp>
          <p:sp>
            <p:nvSpPr>
              <p:cNvPr id="1591" name="Freeform: Shape 1590">
                <a:extLst>
                  <a:ext uri="{FF2B5EF4-FFF2-40B4-BE49-F238E27FC236}">
                    <a16:creationId xmlns:a16="http://schemas.microsoft.com/office/drawing/2014/main" id="{A79CD634-03E7-7B21-5852-A3C1DC0A9EDB}"/>
                  </a:ext>
                </a:extLst>
              </p:cNvPr>
              <p:cNvSpPr/>
              <p:nvPr/>
            </p:nvSpPr>
            <p:spPr>
              <a:xfrm>
                <a:off x="7818121" y="7782055"/>
                <a:ext cx="41981" cy="41981"/>
              </a:xfrm>
              <a:custGeom>
                <a:avLst/>
                <a:gdLst>
                  <a:gd name="connsiteX0" fmla="*/ 21273 w 41981"/>
                  <a:gd name="connsiteY0" fmla="*/ 4936 h 41981"/>
                  <a:gd name="connsiteX1" fmla="*/ 37463 w 41981"/>
                  <a:gd name="connsiteY1" fmla="*/ 21126 h 41981"/>
                  <a:gd name="connsiteX2" fmla="*/ 37463 w 41981"/>
                  <a:gd name="connsiteY2" fmla="*/ 21126 h 41981"/>
                  <a:gd name="connsiteX3" fmla="*/ 21273 w 41981"/>
                  <a:gd name="connsiteY3" fmla="*/ 37317 h 41981"/>
                  <a:gd name="connsiteX4" fmla="*/ 5082 w 41981"/>
                  <a:gd name="connsiteY4" fmla="*/ 21126 h 41981"/>
                  <a:gd name="connsiteX5" fmla="*/ 21273 w 41981"/>
                  <a:gd name="connsiteY5" fmla="*/ 4936 h 41981"/>
                  <a:gd name="connsiteX6" fmla="*/ 21273 w 41981"/>
                  <a:gd name="connsiteY6" fmla="*/ 136 h 41981"/>
                  <a:gd name="connsiteX7" fmla="*/ 282 w 41981"/>
                  <a:gd name="connsiteY7" fmla="*/ 21126 h 41981"/>
                  <a:gd name="connsiteX8" fmla="*/ 21273 w 41981"/>
                  <a:gd name="connsiteY8" fmla="*/ 42117 h 41981"/>
                  <a:gd name="connsiteX9" fmla="*/ 42263 w 41981"/>
                  <a:gd name="connsiteY9" fmla="*/ 21126 h 41981"/>
                  <a:gd name="connsiteX10" fmla="*/ 42263 w 41981"/>
                  <a:gd name="connsiteY10" fmla="*/ 21126 h 41981"/>
                  <a:gd name="connsiteX11" fmla="*/ 21273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36"/>
                    </a:moveTo>
                    <a:cubicBezTo>
                      <a:pt x="30214" y="4936"/>
                      <a:pt x="37463" y="12184"/>
                      <a:pt x="37463" y="21126"/>
                    </a:cubicBezTo>
                    <a:lnTo>
                      <a:pt x="37463" y="21126"/>
                    </a:lnTo>
                    <a:cubicBezTo>
                      <a:pt x="37463" y="30068"/>
                      <a:pt x="30214" y="37317"/>
                      <a:pt x="21273" y="37317"/>
                    </a:cubicBezTo>
                    <a:cubicBezTo>
                      <a:pt x="12331" y="37317"/>
                      <a:pt x="5082" y="30068"/>
                      <a:pt x="5082" y="21126"/>
                    </a:cubicBezTo>
                    <a:cubicBezTo>
                      <a:pt x="5082" y="12184"/>
                      <a:pt x="12331" y="4936"/>
                      <a:pt x="21273" y="4936"/>
                    </a:cubicBezTo>
                    <a:close/>
                    <a:moveTo>
                      <a:pt x="21273" y="136"/>
                    </a:moveTo>
                    <a:cubicBezTo>
                      <a:pt x="9680" y="136"/>
                      <a:pt x="282" y="9534"/>
                      <a:pt x="282" y="21126"/>
                    </a:cubicBezTo>
                    <a:cubicBezTo>
                      <a:pt x="282" y="32719"/>
                      <a:pt x="9680" y="42117"/>
                      <a:pt x="21273" y="42117"/>
                    </a:cubicBezTo>
                    <a:cubicBezTo>
                      <a:pt x="32865" y="42117"/>
                      <a:pt x="42263" y="32719"/>
                      <a:pt x="42263" y="21126"/>
                    </a:cubicBezTo>
                    <a:lnTo>
                      <a:pt x="42263" y="21126"/>
                    </a:lnTo>
                    <a:cubicBezTo>
                      <a:pt x="42263" y="9534"/>
                      <a:pt x="32865" y="136"/>
                      <a:pt x="21273" y="136"/>
                    </a:cubicBezTo>
                    <a:close/>
                  </a:path>
                </a:pathLst>
              </a:custGeom>
              <a:solidFill>
                <a:srgbClr val="000000"/>
              </a:solidFill>
              <a:ln w="4794" cap="sq">
                <a:noFill/>
                <a:prstDash val="solid"/>
                <a:round/>
              </a:ln>
            </p:spPr>
            <p:txBody>
              <a:bodyPr rtlCol="0" anchor="ctr"/>
              <a:lstStyle/>
              <a:p>
                <a:endParaRPr lang="en-US"/>
              </a:p>
            </p:txBody>
          </p:sp>
          <p:sp>
            <p:nvSpPr>
              <p:cNvPr id="1592" name="Freeform: Shape 1591">
                <a:extLst>
                  <a:ext uri="{FF2B5EF4-FFF2-40B4-BE49-F238E27FC236}">
                    <a16:creationId xmlns:a16="http://schemas.microsoft.com/office/drawing/2014/main" id="{12B1633F-709D-77C5-E76A-D3F46326A085}"/>
                  </a:ext>
                </a:extLst>
              </p:cNvPr>
              <p:cNvSpPr/>
              <p:nvPr/>
            </p:nvSpPr>
            <p:spPr>
              <a:xfrm>
                <a:off x="7769822" y="7900404"/>
                <a:ext cx="37180" cy="37180"/>
              </a:xfrm>
              <a:custGeom>
                <a:avLst/>
                <a:gdLst>
                  <a:gd name="connsiteX0" fmla="*/ 37454 w 37180"/>
                  <a:gd name="connsiteY0" fmla="*/ 18746 h 37180"/>
                  <a:gd name="connsiteX1" fmla="*/ 18864 w 37180"/>
                  <a:gd name="connsiteY1" fmla="*/ 37337 h 37180"/>
                  <a:gd name="connsiteX2" fmla="*/ 273 w 37180"/>
                  <a:gd name="connsiteY2" fmla="*/ 18746 h 37180"/>
                  <a:gd name="connsiteX3" fmla="*/ 18864 w 37180"/>
                  <a:gd name="connsiteY3" fmla="*/ 156 h 37180"/>
                  <a:gd name="connsiteX4" fmla="*/ 37454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46"/>
                    </a:moveTo>
                    <a:cubicBezTo>
                      <a:pt x="37454" y="29013"/>
                      <a:pt x="29131" y="37337"/>
                      <a:pt x="18864" y="37337"/>
                    </a:cubicBezTo>
                    <a:cubicBezTo>
                      <a:pt x="8596" y="37337"/>
                      <a:pt x="273" y="29013"/>
                      <a:pt x="273" y="18746"/>
                    </a:cubicBezTo>
                    <a:cubicBezTo>
                      <a:pt x="273" y="8479"/>
                      <a:pt x="8596" y="156"/>
                      <a:pt x="18864" y="156"/>
                    </a:cubicBezTo>
                    <a:cubicBezTo>
                      <a:pt x="29131" y="156"/>
                      <a:pt x="37454" y="8479"/>
                      <a:pt x="37454" y="18746"/>
                    </a:cubicBezTo>
                    <a:close/>
                  </a:path>
                </a:pathLst>
              </a:custGeom>
              <a:solidFill>
                <a:srgbClr val="F7ECEC"/>
              </a:solidFill>
              <a:ln w="5753" cap="sq">
                <a:noFill/>
                <a:prstDash val="solid"/>
                <a:miter/>
              </a:ln>
            </p:spPr>
            <p:txBody>
              <a:bodyPr rtlCol="0" anchor="ctr"/>
              <a:lstStyle/>
              <a:p>
                <a:endParaRPr lang="en-US"/>
              </a:p>
            </p:txBody>
          </p:sp>
          <p:sp>
            <p:nvSpPr>
              <p:cNvPr id="1593" name="Freeform: Shape 1592">
                <a:extLst>
                  <a:ext uri="{FF2B5EF4-FFF2-40B4-BE49-F238E27FC236}">
                    <a16:creationId xmlns:a16="http://schemas.microsoft.com/office/drawing/2014/main" id="{F4609ED3-B77F-BED5-0CD1-CD855C44CFA0}"/>
                  </a:ext>
                </a:extLst>
              </p:cNvPr>
              <p:cNvSpPr/>
              <p:nvPr/>
            </p:nvSpPr>
            <p:spPr>
              <a:xfrm>
                <a:off x="7767421" y="7898004"/>
                <a:ext cx="41981" cy="41981"/>
              </a:xfrm>
              <a:custGeom>
                <a:avLst/>
                <a:gdLst>
                  <a:gd name="connsiteX0" fmla="*/ 21264 w 41981"/>
                  <a:gd name="connsiteY0" fmla="*/ 4956 h 41981"/>
                  <a:gd name="connsiteX1" fmla="*/ 37454 w 41981"/>
                  <a:gd name="connsiteY1" fmla="*/ 21146 h 41981"/>
                  <a:gd name="connsiteX2" fmla="*/ 37454 w 41981"/>
                  <a:gd name="connsiteY2" fmla="*/ 21146 h 41981"/>
                  <a:gd name="connsiteX3" fmla="*/ 21264 w 41981"/>
                  <a:gd name="connsiteY3" fmla="*/ 37337 h 41981"/>
                  <a:gd name="connsiteX4" fmla="*/ 5074 w 41981"/>
                  <a:gd name="connsiteY4" fmla="*/ 21146 h 41981"/>
                  <a:gd name="connsiteX5" fmla="*/ 21264 w 41981"/>
                  <a:gd name="connsiteY5" fmla="*/ 4956 h 41981"/>
                  <a:gd name="connsiteX6" fmla="*/ 21264 w 41981"/>
                  <a:gd name="connsiteY6" fmla="*/ 156 h 41981"/>
                  <a:gd name="connsiteX7" fmla="*/ 273 w 41981"/>
                  <a:gd name="connsiteY7" fmla="*/ 21146 h 41981"/>
                  <a:gd name="connsiteX8" fmla="*/ 21264 w 41981"/>
                  <a:gd name="connsiteY8" fmla="*/ 42137 h 41981"/>
                  <a:gd name="connsiteX9" fmla="*/ 42254 w 41981"/>
                  <a:gd name="connsiteY9" fmla="*/ 21146 h 41981"/>
                  <a:gd name="connsiteX10" fmla="*/ 42254 w 41981"/>
                  <a:gd name="connsiteY10" fmla="*/ 21146 h 41981"/>
                  <a:gd name="connsiteX11" fmla="*/ 21264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56"/>
                    </a:moveTo>
                    <a:cubicBezTo>
                      <a:pt x="30206" y="4956"/>
                      <a:pt x="37454" y="12205"/>
                      <a:pt x="37454" y="21146"/>
                    </a:cubicBezTo>
                    <a:lnTo>
                      <a:pt x="37454" y="21146"/>
                    </a:lnTo>
                    <a:cubicBezTo>
                      <a:pt x="37454" y="30088"/>
                      <a:pt x="30206" y="37337"/>
                      <a:pt x="21264" y="37337"/>
                    </a:cubicBezTo>
                    <a:cubicBezTo>
                      <a:pt x="12322" y="37337"/>
                      <a:pt x="5074" y="30088"/>
                      <a:pt x="5074" y="21146"/>
                    </a:cubicBezTo>
                    <a:cubicBezTo>
                      <a:pt x="5074" y="12205"/>
                      <a:pt x="12322" y="4956"/>
                      <a:pt x="21264" y="4956"/>
                    </a:cubicBezTo>
                    <a:close/>
                    <a:moveTo>
                      <a:pt x="21264" y="156"/>
                    </a:moveTo>
                    <a:cubicBezTo>
                      <a:pt x="9671" y="156"/>
                      <a:pt x="273" y="9554"/>
                      <a:pt x="273" y="21146"/>
                    </a:cubicBezTo>
                    <a:cubicBezTo>
                      <a:pt x="273" y="32739"/>
                      <a:pt x="9671" y="42137"/>
                      <a:pt x="21264" y="42137"/>
                    </a:cubicBezTo>
                    <a:cubicBezTo>
                      <a:pt x="32856" y="42137"/>
                      <a:pt x="42254" y="32739"/>
                      <a:pt x="42254" y="21146"/>
                    </a:cubicBezTo>
                    <a:lnTo>
                      <a:pt x="42254" y="21146"/>
                    </a:lnTo>
                    <a:cubicBezTo>
                      <a:pt x="42254" y="9554"/>
                      <a:pt x="32856" y="156"/>
                      <a:pt x="21264" y="156"/>
                    </a:cubicBezTo>
                    <a:close/>
                  </a:path>
                </a:pathLst>
              </a:custGeom>
              <a:solidFill>
                <a:srgbClr val="000000"/>
              </a:solidFill>
              <a:ln w="4794" cap="sq">
                <a:noFill/>
                <a:prstDash val="solid"/>
                <a:round/>
              </a:ln>
            </p:spPr>
            <p:txBody>
              <a:bodyPr rtlCol="0" anchor="ctr"/>
              <a:lstStyle/>
              <a:p>
                <a:endParaRPr lang="en-US"/>
              </a:p>
            </p:txBody>
          </p:sp>
          <p:sp>
            <p:nvSpPr>
              <p:cNvPr id="1594" name="Freeform: Shape 1593">
                <a:extLst>
                  <a:ext uri="{FF2B5EF4-FFF2-40B4-BE49-F238E27FC236}">
                    <a16:creationId xmlns:a16="http://schemas.microsoft.com/office/drawing/2014/main" id="{374E90C6-F4F6-BD19-A46A-2D299C09C801}"/>
                  </a:ext>
                </a:extLst>
              </p:cNvPr>
              <p:cNvSpPr/>
              <p:nvPr/>
            </p:nvSpPr>
            <p:spPr>
              <a:xfrm>
                <a:off x="7715102" y="8013306"/>
                <a:ext cx="37180" cy="37180"/>
              </a:xfrm>
              <a:custGeom>
                <a:avLst/>
                <a:gdLst>
                  <a:gd name="connsiteX0" fmla="*/ 37445 w 37180"/>
                  <a:gd name="connsiteY0" fmla="*/ 18766 h 37180"/>
                  <a:gd name="connsiteX1" fmla="*/ 18854 w 37180"/>
                  <a:gd name="connsiteY1" fmla="*/ 37356 h 37180"/>
                  <a:gd name="connsiteX2" fmla="*/ 264 w 37180"/>
                  <a:gd name="connsiteY2" fmla="*/ 18766 h 37180"/>
                  <a:gd name="connsiteX3" fmla="*/ 18854 w 37180"/>
                  <a:gd name="connsiteY3" fmla="*/ 175 h 37180"/>
                  <a:gd name="connsiteX4" fmla="*/ 37445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6"/>
                    </a:moveTo>
                    <a:cubicBezTo>
                      <a:pt x="37445" y="29033"/>
                      <a:pt x="29121" y="37356"/>
                      <a:pt x="18854" y="37356"/>
                    </a:cubicBezTo>
                    <a:cubicBezTo>
                      <a:pt x="8587" y="37356"/>
                      <a:pt x="264" y="29033"/>
                      <a:pt x="264" y="18766"/>
                    </a:cubicBezTo>
                    <a:cubicBezTo>
                      <a:pt x="264" y="8499"/>
                      <a:pt x="8587" y="175"/>
                      <a:pt x="18854" y="175"/>
                    </a:cubicBezTo>
                    <a:cubicBezTo>
                      <a:pt x="29121" y="175"/>
                      <a:pt x="37445" y="8499"/>
                      <a:pt x="37445" y="18766"/>
                    </a:cubicBezTo>
                    <a:close/>
                  </a:path>
                </a:pathLst>
              </a:custGeom>
              <a:solidFill>
                <a:srgbClr val="F7E3E3"/>
              </a:solidFill>
              <a:ln w="5753" cap="sq">
                <a:noFill/>
                <a:prstDash val="solid"/>
                <a:miter/>
              </a:ln>
            </p:spPr>
            <p:txBody>
              <a:bodyPr rtlCol="0" anchor="ctr"/>
              <a:lstStyle/>
              <a:p>
                <a:endParaRPr lang="en-US"/>
              </a:p>
            </p:txBody>
          </p:sp>
          <p:sp>
            <p:nvSpPr>
              <p:cNvPr id="1595" name="Freeform: Shape 1594">
                <a:extLst>
                  <a:ext uri="{FF2B5EF4-FFF2-40B4-BE49-F238E27FC236}">
                    <a16:creationId xmlns:a16="http://schemas.microsoft.com/office/drawing/2014/main" id="{F941D719-384D-C6E8-DC11-78C7E6EF0EEB}"/>
                  </a:ext>
                </a:extLst>
              </p:cNvPr>
              <p:cNvSpPr/>
              <p:nvPr/>
            </p:nvSpPr>
            <p:spPr>
              <a:xfrm>
                <a:off x="7712701" y="8010906"/>
                <a:ext cx="41981" cy="41981"/>
              </a:xfrm>
              <a:custGeom>
                <a:avLst/>
                <a:gdLst>
                  <a:gd name="connsiteX0" fmla="*/ 21254 w 41981"/>
                  <a:gd name="connsiteY0" fmla="*/ 4976 h 41981"/>
                  <a:gd name="connsiteX1" fmla="*/ 37445 w 41981"/>
                  <a:gd name="connsiteY1" fmla="*/ 21166 h 41981"/>
                  <a:gd name="connsiteX2" fmla="*/ 37445 w 41981"/>
                  <a:gd name="connsiteY2" fmla="*/ 21166 h 41981"/>
                  <a:gd name="connsiteX3" fmla="*/ 21254 w 41981"/>
                  <a:gd name="connsiteY3" fmla="*/ 37356 h 41981"/>
                  <a:gd name="connsiteX4" fmla="*/ 5064 w 41981"/>
                  <a:gd name="connsiteY4" fmla="*/ 21166 h 41981"/>
                  <a:gd name="connsiteX5" fmla="*/ 21254 w 41981"/>
                  <a:gd name="connsiteY5" fmla="*/ 4976 h 41981"/>
                  <a:gd name="connsiteX6" fmla="*/ 21254 w 41981"/>
                  <a:gd name="connsiteY6" fmla="*/ 175 h 41981"/>
                  <a:gd name="connsiteX7" fmla="*/ 264 w 41981"/>
                  <a:gd name="connsiteY7" fmla="*/ 21166 h 41981"/>
                  <a:gd name="connsiteX8" fmla="*/ 21254 w 41981"/>
                  <a:gd name="connsiteY8" fmla="*/ 42157 h 41981"/>
                  <a:gd name="connsiteX9" fmla="*/ 42245 w 41981"/>
                  <a:gd name="connsiteY9" fmla="*/ 21166 h 41981"/>
                  <a:gd name="connsiteX10" fmla="*/ 42245 w 41981"/>
                  <a:gd name="connsiteY10" fmla="*/ 21166 h 41981"/>
                  <a:gd name="connsiteX11" fmla="*/ 21254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6"/>
                    </a:moveTo>
                    <a:cubicBezTo>
                      <a:pt x="30196" y="4976"/>
                      <a:pt x="37445" y="12224"/>
                      <a:pt x="37445" y="21166"/>
                    </a:cubicBezTo>
                    <a:lnTo>
                      <a:pt x="37445" y="21166"/>
                    </a:lnTo>
                    <a:cubicBezTo>
                      <a:pt x="37445" y="30108"/>
                      <a:pt x="30196" y="37356"/>
                      <a:pt x="21254" y="37356"/>
                    </a:cubicBezTo>
                    <a:cubicBezTo>
                      <a:pt x="12313" y="37356"/>
                      <a:pt x="5064" y="30108"/>
                      <a:pt x="5064" y="21166"/>
                    </a:cubicBezTo>
                    <a:cubicBezTo>
                      <a:pt x="5064" y="12224"/>
                      <a:pt x="12313" y="4976"/>
                      <a:pt x="21254" y="4976"/>
                    </a:cubicBezTo>
                    <a:close/>
                    <a:moveTo>
                      <a:pt x="21254" y="175"/>
                    </a:moveTo>
                    <a:cubicBezTo>
                      <a:pt x="9662" y="175"/>
                      <a:pt x="264" y="9573"/>
                      <a:pt x="264" y="21166"/>
                    </a:cubicBezTo>
                    <a:cubicBezTo>
                      <a:pt x="264" y="32759"/>
                      <a:pt x="9662" y="42157"/>
                      <a:pt x="21254" y="42157"/>
                    </a:cubicBezTo>
                    <a:cubicBezTo>
                      <a:pt x="32847" y="42157"/>
                      <a:pt x="42245" y="32759"/>
                      <a:pt x="42245" y="21166"/>
                    </a:cubicBezTo>
                    <a:lnTo>
                      <a:pt x="42245" y="21166"/>
                    </a:lnTo>
                    <a:cubicBezTo>
                      <a:pt x="42245" y="9573"/>
                      <a:pt x="32847" y="175"/>
                      <a:pt x="21254" y="175"/>
                    </a:cubicBezTo>
                    <a:close/>
                  </a:path>
                </a:pathLst>
              </a:custGeom>
              <a:solidFill>
                <a:srgbClr val="000000"/>
              </a:solidFill>
              <a:ln w="4794" cap="sq">
                <a:noFill/>
                <a:prstDash val="solid"/>
                <a:round/>
              </a:ln>
            </p:spPr>
            <p:txBody>
              <a:bodyPr rtlCol="0" anchor="ctr"/>
              <a:lstStyle/>
              <a:p>
                <a:endParaRPr lang="en-US"/>
              </a:p>
            </p:txBody>
          </p:sp>
          <p:sp>
            <p:nvSpPr>
              <p:cNvPr id="1596" name="Freeform: Shape 1595">
                <a:extLst>
                  <a:ext uri="{FF2B5EF4-FFF2-40B4-BE49-F238E27FC236}">
                    <a16:creationId xmlns:a16="http://schemas.microsoft.com/office/drawing/2014/main" id="{1CE33A20-D94E-2167-0ECB-2FAE8D71E7DC}"/>
                  </a:ext>
                </a:extLst>
              </p:cNvPr>
              <p:cNvSpPr/>
              <p:nvPr/>
            </p:nvSpPr>
            <p:spPr>
              <a:xfrm>
                <a:off x="7727129" y="7704605"/>
                <a:ext cx="37180" cy="37180"/>
              </a:xfrm>
              <a:custGeom>
                <a:avLst/>
                <a:gdLst>
                  <a:gd name="connsiteX0" fmla="*/ 37447 w 37180"/>
                  <a:gd name="connsiteY0" fmla="*/ 18712 h 37180"/>
                  <a:gd name="connsiteX1" fmla="*/ 18856 w 37180"/>
                  <a:gd name="connsiteY1" fmla="*/ 37303 h 37180"/>
                  <a:gd name="connsiteX2" fmla="*/ 266 w 37180"/>
                  <a:gd name="connsiteY2" fmla="*/ 18712 h 37180"/>
                  <a:gd name="connsiteX3" fmla="*/ 18856 w 37180"/>
                  <a:gd name="connsiteY3" fmla="*/ 122 h 37180"/>
                  <a:gd name="connsiteX4" fmla="*/ 37447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12"/>
                    </a:moveTo>
                    <a:cubicBezTo>
                      <a:pt x="37447" y="28979"/>
                      <a:pt x="29123" y="37303"/>
                      <a:pt x="18856" y="37303"/>
                    </a:cubicBezTo>
                    <a:cubicBezTo>
                      <a:pt x="8589" y="37303"/>
                      <a:pt x="266" y="28979"/>
                      <a:pt x="266" y="18712"/>
                    </a:cubicBezTo>
                    <a:cubicBezTo>
                      <a:pt x="266" y="8445"/>
                      <a:pt x="8589" y="122"/>
                      <a:pt x="18856" y="122"/>
                    </a:cubicBezTo>
                    <a:cubicBezTo>
                      <a:pt x="29123" y="122"/>
                      <a:pt x="37447" y="8445"/>
                      <a:pt x="37447" y="18712"/>
                    </a:cubicBezTo>
                    <a:close/>
                  </a:path>
                </a:pathLst>
              </a:custGeom>
              <a:solidFill>
                <a:srgbClr val="D1F7D1"/>
              </a:solidFill>
              <a:ln w="5753" cap="sq">
                <a:noFill/>
                <a:prstDash val="solid"/>
                <a:miter/>
              </a:ln>
            </p:spPr>
            <p:txBody>
              <a:bodyPr rtlCol="0" anchor="ctr"/>
              <a:lstStyle/>
              <a:p>
                <a:endParaRPr lang="en-US"/>
              </a:p>
            </p:txBody>
          </p:sp>
          <p:sp>
            <p:nvSpPr>
              <p:cNvPr id="1597" name="Freeform: Shape 1596">
                <a:extLst>
                  <a:ext uri="{FF2B5EF4-FFF2-40B4-BE49-F238E27FC236}">
                    <a16:creationId xmlns:a16="http://schemas.microsoft.com/office/drawing/2014/main" id="{D84D6F33-0314-9278-CED7-479AAD6E2BF7}"/>
                  </a:ext>
                </a:extLst>
              </p:cNvPr>
              <p:cNvSpPr/>
              <p:nvPr/>
            </p:nvSpPr>
            <p:spPr>
              <a:xfrm>
                <a:off x="7724728" y="7702204"/>
                <a:ext cx="41981" cy="41981"/>
              </a:xfrm>
              <a:custGeom>
                <a:avLst/>
                <a:gdLst>
                  <a:gd name="connsiteX0" fmla="*/ 21256 w 41981"/>
                  <a:gd name="connsiteY0" fmla="*/ 4922 h 41981"/>
                  <a:gd name="connsiteX1" fmla="*/ 37447 w 41981"/>
                  <a:gd name="connsiteY1" fmla="*/ 21112 h 41981"/>
                  <a:gd name="connsiteX2" fmla="*/ 37447 w 41981"/>
                  <a:gd name="connsiteY2" fmla="*/ 21112 h 41981"/>
                  <a:gd name="connsiteX3" fmla="*/ 21256 w 41981"/>
                  <a:gd name="connsiteY3" fmla="*/ 37303 h 41981"/>
                  <a:gd name="connsiteX4" fmla="*/ 5066 w 41981"/>
                  <a:gd name="connsiteY4" fmla="*/ 21112 h 41981"/>
                  <a:gd name="connsiteX5" fmla="*/ 21256 w 41981"/>
                  <a:gd name="connsiteY5" fmla="*/ 4922 h 41981"/>
                  <a:gd name="connsiteX6" fmla="*/ 21256 w 41981"/>
                  <a:gd name="connsiteY6" fmla="*/ 122 h 41981"/>
                  <a:gd name="connsiteX7" fmla="*/ 266 w 41981"/>
                  <a:gd name="connsiteY7" fmla="*/ 21112 h 41981"/>
                  <a:gd name="connsiteX8" fmla="*/ 21256 w 41981"/>
                  <a:gd name="connsiteY8" fmla="*/ 42103 h 41981"/>
                  <a:gd name="connsiteX9" fmla="*/ 42247 w 41981"/>
                  <a:gd name="connsiteY9" fmla="*/ 21112 h 41981"/>
                  <a:gd name="connsiteX10" fmla="*/ 42247 w 41981"/>
                  <a:gd name="connsiteY10" fmla="*/ 21112 h 41981"/>
                  <a:gd name="connsiteX11" fmla="*/ 21256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22"/>
                    </a:moveTo>
                    <a:cubicBezTo>
                      <a:pt x="30198" y="4922"/>
                      <a:pt x="37447" y="12171"/>
                      <a:pt x="37447" y="21112"/>
                    </a:cubicBezTo>
                    <a:lnTo>
                      <a:pt x="37447" y="21112"/>
                    </a:lnTo>
                    <a:cubicBezTo>
                      <a:pt x="37447" y="30054"/>
                      <a:pt x="30198" y="37303"/>
                      <a:pt x="21256" y="37303"/>
                    </a:cubicBezTo>
                    <a:cubicBezTo>
                      <a:pt x="12315" y="37303"/>
                      <a:pt x="5066" y="30054"/>
                      <a:pt x="5066" y="21112"/>
                    </a:cubicBezTo>
                    <a:cubicBezTo>
                      <a:pt x="5066" y="12171"/>
                      <a:pt x="12315" y="4922"/>
                      <a:pt x="21256" y="4922"/>
                    </a:cubicBezTo>
                    <a:close/>
                    <a:moveTo>
                      <a:pt x="21256" y="122"/>
                    </a:moveTo>
                    <a:cubicBezTo>
                      <a:pt x="9664" y="122"/>
                      <a:pt x="266" y="9520"/>
                      <a:pt x="266" y="21112"/>
                    </a:cubicBezTo>
                    <a:cubicBezTo>
                      <a:pt x="266" y="32705"/>
                      <a:pt x="9664" y="42103"/>
                      <a:pt x="21256" y="42103"/>
                    </a:cubicBezTo>
                    <a:cubicBezTo>
                      <a:pt x="32849" y="42103"/>
                      <a:pt x="42247" y="32705"/>
                      <a:pt x="42247" y="21112"/>
                    </a:cubicBezTo>
                    <a:lnTo>
                      <a:pt x="42247" y="21112"/>
                    </a:lnTo>
                    <a:cubicBezTo>
                      <a:pt x="42247" y="9520"/>
                      <a:pt x="32849" y="122"/>
                      <a:pt x="21256" y="122"/>
                    </a:cubicBezTo>
                    <a:close/>
                  </a:path>
                </a:pathLst>
              </a:custGeom>
              <a:solidFill>
                <a:srgbClr val="000000"/>
              </a:solidFill>
              <a:ln w="4794" cap="sq">
                <a:noFill/>
                <a:prstDash val="solid"/>
                <a:round/>
              </a:ln>
            </p:spPr>
            <p:txBody>
              <a:bodyPr rtlCol="0" anchor="ctr"/>
              <a:lstStyle/>
              <a:p>
                <a:endParaRPr lang="en-US"/>
              </a:p>
            </p:txBody>
          </p:sp>
          <p:sp>
            <p:nvSpPr>
              <p:cNvPr id="1598" name="Freeform: Shape 1597">
                <a:extLst>
                  <a:ext uri="{FF2B5EF4-FFF2-40B4-BE49-F238E27FC236}">
                    <a16:creationId xmlns:a16="http://schemas.microsoft.com/office/drawing/2014/main" id="{240D7BE7-4612-6642-B2A0-60DF9D9403C5}"/>
                  </a:ext>
                </a:extLst>
              </p:cNvPr>
              <p:cNvSpPr/>
              <p:nvPr/>
            </p:nvSpPr>
            <p:spPr>
              <a:xfrm>
                <a:off x="7775968" y="7937286"/>
                <a:ext cx="37180" cy="37180"/>
              </a:xfrm>
              <a:custGeom>
                <a:avLst/>
                <a:gdLst>
                  <a:gd name="connsiteX0" fmla="*/ 37455 w 37180"/>
                  <a:gd name="connsiteY0" fmla="*/ 18753 h 37180"/>
                  <a:gd name="connsiteX1" fmla="*/ 18865 w 37180"/>
                  <a:gd name="connsiteY1" fmla="*/ 37343 h 37180"/>
                  <a:gd name="connsiteX2" fmla="*/ 274 w 37180"/>
                  <a:gd name="connsiteY2" fmla="*/ 18753 h 37180"/>
                  <a:gd name="connsiteX3" fmla="*/ 18865 w 37180"/>
                  <a:gd name="connsiteY3" fmla="*/ 162 h 37180"/>
                  <a:gd name="connsiteX4" fmla="*/ 3745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3"/>
                    </a:moveTo>
                    <a:cubicBezTo>
                      <a:pt x="37455" y="29020"/>
                      <a:pt x="29132" y="37343"/>
                      <a:pt x="18865" y="37343"/>
                    </a:cubicBezTo>
                    <a:cubicBezTo>
                      <a:pt x="8598" y="37343"/>
                      <a:pt x="274" y="29020"/>
                      <a:pt x="274" y="18753"/>
                    </a:cubicBezTo>
                    <a:cubicBezTo>
                      <a:pt x="274" y="8485"/>
                      <a:pt x="8598" y="162"/>
                      <a:pt x="18865" y="162"/>
                    </a:cubicBezTo>
                    <a:cubicBezTo>
                      <a:pt x="29132" y="162"/>
                      <a:pt x="37455" y="8485"/>
                      <a:pt x="37455" y="18753"/>
                    </a:cubicBezTo>
                    <a:close/>
                  </a:path>
                </a:pathLst>
              </a:custGeom>
              <a:solidFill>
                <a:srgbClr val="F7E6E6"/>
              </a:solidFill>
              <a:ln w="5753" cap="sq">
                <a:noFill/>
                <a:prstDash val="solid"/>
                <a:miter/>
              </a:ln>
            </p:spPr>
            <p:txBody>
              <a:bodyPr rtlCol="0" anchor="ctr"/>
              <a:lstStyle/>
              <a:p>
                <a:endParaRPr lang="en-US"/>
              </a:p>
            </p:txBody>
          </p:sp>
          <p:sp>
            <p:nvSpPr>
              <p:cNvPr id="1599" name="Freeform: Shape 1598">
                <a:extLst>
                  <a:ext uri="{FF2B5EF4-FFF2-40B4-BE49-F238E27FC236}">
                    <a16:creationId xmlns:a16="http://schemas.microsoft.com/office/drawing/2014/main" id="{23ADF5EC-BC8C-4CDA-7CE5-8A91E762E046}"/>
                  </a:ext>
                </a:extLst>
              </p:cNvPr>
              <p:cNvSpPr/>
              <p:nvPr/>
            </p:nvSpPr>
            <p:spPr>
              <a:xfrm>
                <a:off x="7773567" y="7934885"/>
                <a:ext cx="41981" cy="41981"/>
              </a:xfrm>
              <a:custGeom>
                <a:avLst/>
                <a:gdLst>
                  <a:gd name="connsiteX0" fmla="*/ 21265 w 41981"/>
                  <a:gd name="connsiteY0" fmla="*/ 4963 h 41981"/>
                  <a:gd name="connsiteX1" fmla="*/ 37455 w 41981"/>
                  <a:gd name="connsiteY1" fmla="*/ 21153 h 41981"/>
                  <a:gd name="connsiteX2" fmla="*/ 37455 w 41981"/>
                  <a:gd name="connsiteY2" fmla="*/ 21153 h 41981"/>
                  <a:gd name="connsiteX3" fmla="*/ 21265 w 41981"/>
                  <a:gd name="connsiteY3" fmla="*/ 37343 h 41981"/>
                  <a:gd name="connsiteX4" fmla="*/ 5075 w 41981"/>
                  <a:gd name="connsiteY4" fmla="*/ 21153 h 41981"/>
                  <a:gd name="connsiteX5" fmla="*/ 21265 w 41981"/>
                  <a:gd name="connsiteY5" fmla="*/ 4963 h 41981"/>
                  <a:gd name="connsiteX6" fmla="*/ 21265 w 41981"/>
                  <a:gd name="connsiteY6" fmla="*/ 162 h 41981"/>
                  <a:gd name="connsiteX7" fmla="*/ 274 w 41981"/>
                  <a:gd name="connsiteY7" fmla="*/ 21153 h 41981"/>
                  <a:gd name="connsiteX8" fmla="*/ 21265 w 41981"/>
                  <a:gd name="connsiteY8" fmla="*/ 42143 h 41981"/>
                  <a:gd name="connsiteX9" fmla="*/ 42256 w 41981"/>
                  <a:gd name="connsiteY9" fmla="*/ 21153 h 41981"/>
                  <a:gd name="connsiteX10" fmla="*/ 42256 w 41981"/>
                  <a:gd name="connsiteY10" fmla="*/ 21153 h 41981"/>
                  <a:gd name="connsiteX11" fmla="*/ 21265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3"/>
                    </a:moveTo>
                    <a:cubicBezTo>
                      <a:pt x="30207" y="4963"/>
                      <a:pt x="37455" y="12211"/>
                      <a:pt x="37455" y="21153"/>
                    </a:cubicBezTo>
                    <a:lnTo>
                      <a:pt x="37455" y="21153"/>
                    </a:lnTo>
                    <a:cubicBezTo>
                      <a:pt x="37455" y="30095"/>
                      <a:pt x="30207" y="37343"/>
                      <a:pt x="21265" y="37343"/>
                    </a:cubicBezTo>
                    <a:cubicBezTo>
                      <a:pt x="12323" y="37343"/>
                      <a:pt x="5075" y="30095"/>
                      <a:pt x="5075" y="21153"/>
                    </a:cubicBezTo>
                    <a:cubicBezTo>
                      <a:pt x="5075" y="12211"/>
                      <a:pt x="12323" y="4963"/>
                      <a:pt x="21265" y="4963"/>
                    </a:cubicBezTo>
                    <a:close/>
                    <a:moveTo>
                      <a:pt x="21265" y="162"/>
                    </a:moveTo>
                    <a:cubicBezTo>
                      <a:pt x="9672" y="162"/>
                      <a:pt x="274" y="9560"/>
                      <a:pt x="274" y="21153"/>
                    </a:cubicBezTo>
                    <a:cubicBezTo>
                      <a:pt x="274" y="32745"/>
                      <a:pt x="9672" y="42143"/>
                      <a:pt x="21265" y="42143"/>
                    </a:cubicBezTo>
                    <a:cubicBezTo>
                      <a:pt x="32857" y="42143"/>
                      <a:pt x="42256" y="32745"/>
                      <a:pt x="42256" y="21153"/>
                    </a:cubicBezTo>
                    <a:lnTo>
                      <a:pt x="42256" y="21153"/>
                    </a:lnTo>
                    <a:cubicBezTo>
                      <a:pt x="42256" y="9560"/>
                      <a:pt x="32857" y="162"/>
                      <a:pt x="21265" y="162"/>
                    </a:cubicBezTo>
                    <a:close/>
                  </a:path>
                </a:pathLst>
              </a:custGeom>
              <a:solidFill>
                <a:srgbClr val="000000"/>
              </a:solidFill>
              <a:ln w="4794" cap="sq">
                <a:noFill/>
                <a:prstDash val="solid"/>
                <a:round/>
              </a:ln>
            </p:spPr>
            <p:txBody>
              <a:bodyPr rtlCol="0" anchor="ctr"/>
              <a:lstStyle/>
              <a:p>
                <a:endParaRPr lang="en-US"/>
              </a:p>
            </p:txBody>
          </p:sp>
          <p:sp>
            <p:nvSpPr>
              <p:cNvPr id="1600" name="Freeform: Shape 1599">
                <a:extLst>
                  <a:ext uri="{FF2B5EF4-FFF2-40B4-BE49-F238E27FC236}">
                    <a16:creationId xmlns:a16="http://schemas.microsoft.com/office/drawing/2014/main" id="{682DD7E3-E4CD-0057-D5E4-086574DFBF70}"/>
                  </a:ext>
                </a:extLst>
              </p:cNvPr>
              <p:cNvSpPr/>
              <p:nvPr/>
            </p:nvSpPr>
            <p:spPr>
              <a:xfrm>
                <a:off x="7695754" y="8004263"/>
                <a:ext cx="37180" cy="37180"/>
              </a:xfrm>
              <a:custGeom>
                <a:avLst/>
                <a:gdLst>
                  <a:gd name="connsiteX0" fmla="*/ 37441 w 37180"/>
                  <a:gd name="connsiteY0" fmla="*/ 18764 h 37180"/>
                  <a:gd name="connsiteX1" fmla="*/ 18851 w 37180"/>
                  <a:gd name="connsiteY1" fmla="*/ 37355 h 37180"/>
                  <a:gd name="connsiteX2" fmla="*/ 260 w 37180"/>
                  <a:gd name="connsiteY2" fmla="*/ 18764 h 37180"/>
                  <a:gd name="connsiteX3" fmla="*/ 18851 w 37180"/>
                  <a:gd name="connsiteY3" fmla="*/ 174 h 37180"/>
                  <a:gd name="connsiteX4" fmla="*/ 3744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4"/>
                    </a:moveTo>
                    <a:cubicBezTo>
                      <a:pt x="37441" y="29031"/>
                      <a:pt x="29118" y="37355"/>
                      <a:pt x="18851" y="37355"/>
                    </a:cubicBezTo>
                    <a:cubicBezTo>
                      <a:pt x="8584" y="37355"/>
                      <a:pt x="260" y="29031"/>
                      <a:pt x="260" y="18764"/>
                    </a:cubicBezTo>
                    <a:cubicBezTo>
                      <a:pt x="260" y="8497"/>
                      <a:pt x="8584" y="174"/>
                      <a:pt x="18851" y="174"/>
                    </a:cubicBezTo>
                    <a:cubicBezTo>
                      <a:pt x="29118" y="174"/>
                      <a:pt x="37441" y="8497"/>
                      <a:pt x="37441" y="18764"/>
                    </a:cubicBezTo>
                    <a:close/>
                  </a:path>
                </a:pathLst>
              </a:custGeom>
              <a:solidFill>
                <a:srgbClr val="F7E8E8"/>
              </a:solidFill>
              <a:ln w="5753" cap="sq">
                <a:noFill/>
                <a:prstDash val="solid"/>
                <a:miter/>
              </a:ln>
            </p:spPr>
            <p:txBody>
              <a:bodyPr rtlCol="0" anchor="ctr"/>
              <a:lstStyle/>
              <a:p>
                <a:endParaRPr lang="en-US"/>
              </a:p>
            </p:txBody>
          </p:sp>
          <p:sp>
            <p:nvSpPr>
              <p:cNvPr id="1601" name="Freeform: Shape 1600">
                <a:extLst>
                  <a:ext uri="{FF2B5EF4-FFF2-40B4-BE49-F238E27FC236}">
                    <a16:creationId xmlns:a16="http://schemas.microsoft.com/office/drawing/2014/main" id="{332E9D6E-82CB-3246-5767-81D3FAE616BC}"/>
                  </a:ext>
                </a:extLst>
              </p:cNvPr>
              <p:cNvSpPr/>
              <p:nvPr/>
            </p:nvSpPr>
            <p:spPr>
              <a:xfrm>
                <a:off x="7693354" y="8001863"/>
                <a:ext cx="41981" cy="41981"/>
              </a:xfrm>
              <a:custGeom>
                <a:avLst/>
                <a:gdLst>
                  <a:gd name="connsiteX0" fmla="*/ 21251 w 41981"/>
                  <a:gd name="connsiteY0" fmla="*/ 4974 h 41981"/>
                  <a:gd name="connsiteX1" fmla="*/ 37441 w 41981"/>
                  <a:gd name="connsiteY1" fmla="*/ 21164 h 41981"/>
                  <a:gd name="connsiteX2" fmla="*/ 37441 w 41981"/>
                  <a:gd name="connsiteY2" fmla="*/ 21164 h 41981"/>
                  <a:gd name="connsiteX3" fmla="*/ 21251 w 41981"/>
                  <a:gd name="connsiteY3" fmla="*/ 37355 h 41981"/>
                  <a:gd name="connsiteX4" fmla="*/ 5061 w 41981"/>
                  <a:gd name="connsiteY4" fmla="*/ 21164 h 41981"/>
                  <a:gd name="connsiteX5" fmla="*/ 21251 w 41981"/>
                  <a:gd name="connsiteY5" fmla="*/ 4974 h 41981"/>
                  <a:gd name="connsiteX6" fmla="*/ 21251 w 41981"/>
                  <a:gd name="connsiteY6" fmla="*/ 174 h 41981"/>
                  <a:gd name="connsiteX7" fmla="*/ 260 w 41981"/>
                  <a:gd name="connsiteY7" fmla="*/ 21164 h 41981"/>
                  <a:gd name="connsiteX8" fmla="*/ 21251 w 41981"/>
                  <a:gd name="connsiteY8" fmla="*/ 42155 h 41981"/>
                  <a:gd name="connsiteX9" fmla="*/ 42242 w 41981"/>
                  <a:gd name="connsiteY9" fmla="*/ 21164 h 41981"/>
                  <a:gd name="connsiteX10" fmla="*/ 42242 w 41981"/>
                  <a:gd name="connsiteY10" fmla="*/ 21164 h 41981"/>
                  <a:gd name="connsiteX11" fmla="*/ 2125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4"/>
                    </a:moveTo>
                    <a:cubicBezTo>
                      <a:pt x="30193" y="4974"/>
                      <a:pt x="37441" y="12223"/>
                      <a:pt x="37441" y="21164"/>
                    </a:cubicBezTo>
                    <a:lnTo>
                      <a:pt x="37441" y="21164"/>
                    </a:lnTo>
                    <a:cubicBezTo>
                      <a:pt x="37441" y="30106"/>
                      <a:pt x="30193" y="37355"/>
                      <a:pt x="21251" y="37355"/>
                    </a:cubicBezTo>
                    <a:cubicBezTo>
                      <a:pt x="12309" y="37355"/>
                      <a:pt x="5061" y="30106"/>
                      <a:pt x="5061" y="21164"/>
                    </a:cubicBezTo>
                    <a:cubicBezTo>
                      <a:pt x="5061" y="12223"/>
                      <a:pt x="12309" y="4974"/>
                      <a:pt x="21251" y="4974"/>
                    </a:cubicBezTo>
                    <a:close/>
                    <a:moveTo>
                      <a:pt x="21251" y="174"/>
                    </a:moveTo>
                    <a:cubicBezTo>
                      <a:pt x="9658" y="174"/>
                      <a:pt x="260" y="9572"/>
                      <a:pt x="260" y="21164"/>
                    </a:cubicBezTo>
                    <a:cubicBezTo>
                      <a:pt x="260" y="32757"/>
                      <a:pt x="9658" y="42155"/>
                      <a:pt x="21251" y="42155"/>
                    </a:cubicBezTo>
                    <a:cubicBezTo>
                      <a:pt x="32844" y="42155"/>
                      <a:pt x="42242" y="32757"/>
                      <a:pt x="42242" y="21164"/>
                    </a:cubicBezTo>
                    <a:lnTo>
                      <a:pt x="42242" y="21164"/>
                    </a:lnTo>
                    <a:cubicBezTo>
                      <a:pt x="42242" y="9572"/>
                      <a:pt x="32844" y="174"/>
                      <a:pt x="21251" y="174"/>
                    </a:cubicBezTo>
                    <a:close/>
                  </a:path>
                </a:pathLst>
              </a:custGeom>
              <a:solidFill>
                <a:srgbClr val="000000"/>
              </a:solidFill>
              <a:ln w="4794" cap="sq">
                <a:noFill/>
                <a:prstDash val="solid"/>
                <a:round/>
              </a:ln>
            </p:spPr>
            <p:txBody>
              <a:bodyPr rtlCol="0" anchor="ctr"/>
              <a:lstStyle/>
              <a:p>
                <a:endParaRPr lang="en-US"/>
              </a:p>
            </p:txBody>
          </p:sp>
          <p:sp>
            <p:nvSpPr>
              <p:cNvPr id="1602" name="Freeform: Shape 1601">
                <a:extLst>
                  <a:ext uri="{FF2B5EF4-FFF2-40B4-BE49-F238E27FC236}">
                    <a16:creationId xmlns:a16="http://schemas.microsoft.com/office/drawing/2014/main" id="{9003852A-4D7D-B2F2-A8C4-9BFD4F4CB962}"/>
                  </a:ext>
                </a:extLst>
              </p:cNvPr>
              <p:cNvSpPr/>
              <p:nvPr/>
            </p:nvSpPr>
            <p:spPr>
              <a:xfrm>
                <a:off x="7681187" y="8037129"/>
                <a:ext cx="37180" cy="37180"/>
              </a:xfrm>
              <a:custGeom>
                <a:avLst/>
                <a:gdLst>
                  <a:gd name="connsiteX0" fmla="*/ 37439 w 37180"/>
                  <a:gd name="connsiteY0" fmla="*/ 18770 h 37180"/>
                  <a:gd name="connsiteX1" fmla="*/ 18848 w 37180"/>
                  <a:gd name="connsiteY1" fmla="*/ 37360 h 37180"/>
                  <a:gd name="connsiteX2" fmla="*/ 258 w 37180"/>
                  <a:gd name="connsiteY2" fmla="*/ 18770 h 37180"/>
                  <a:gd name="connsiteX3" fmla="*/ 18848 w 37180"/>
                  <a:gd name="connsiteY3" fmla="*/ 180 h 37180"/>
                  <a:gd name="connsiteX4" fmla="*/ 3743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0"/>
                    </a:moveTo>
                    <a:cubicBezTo>
                      <a:pt x="37439" y="29037"/>
                      <a:pt x="29115" y="37360"/>
                      <a:pt x="18848" y="37360"/>
                    </a:cubicBezTo>
                    <a:cubicBezTo>
                      <a:pt x="8581" y="37360"/>
                      <a:pt x="258" y="29037"/>
                      <a:pt x="258" y="18770"/>
                    </a:cubicBezTo>
                    <a:cubicBezTo>
                      <a:pt x="258" y="8503"/>
                      <a:pt x="8581" y="180"/>
                      <a:pt x="18848" y="180"/>
                    </a:cubicBezTo>
                    <a:cubicBezTo>
                      <a:pt x="29115" y="180"/>
                      <a:pt x="37439" y="8503"/>
                      <a:pt x="37439" y="18770"/>
                    </a:cubicBezTo>
                    <a:close/>
                  </a:path>
                </a:pathLst>
              </a:custGeom>
              <a:solidFill>
                <a:srgbClr val="F7C8C8"/>
              </a:solidFill>
              <a:ln w="5753" cap="sq">
                <a:noFill/>
                <a:prstDash val="solid"/>
                <a:miter/>
              </a:ln>
            </p:spPr>
            <p:txBody>
              <a:bodyPr rtlCol="0" anchor="ctr"/>
              <a:lstStyle/>
              <a:p>
                <a:endParaRPr lang="en-US"/>
              </a:p>
            </p:txBody>
          </p:sp>
          <p:sp>
            <p:nvSpPr>
              <p:cNvPr id="1603" name="Freeform: Shape 1602">
                <a:extLst>
                  <a:ext uri="{FF2B5EF4-FFF2-40B4-BE49-F238E27FC236}">
                    <a16:creationId xmlns:a16="http://schemas.microsoft.com/office/drawing/2014/main" id="{33CB7B99-8F9B-2B1D-78A1-DE2DFC456D3F}"/>
                  </a:ext>
                </a:extLst>
              </p:cNvPr>
              <p:cNvSpPr/>
              <p:nvPr/>
            </p:nvSpPr>
            <p:spPr>
              <a:xfrm>
                <a:off x="7678787" y="8034729"/>
                <a:ext cx="41981" cy="41981"/>
              </a:xfrm>
              <a:custGeom>
                <a:avLst/>
                <a:gdLst>
                  <a:gd name="connsiteX0" fmla="*/ 21248 w 41981"/>
                  <a:gd name="connsiteY0" fmla="*/ 4980 h 41981"/>
                  <a:gd name="connsiteX1" fmla="*/ 37439 w 41981"/>
                  <a:gd name="connsiteY1" fmla="*/ 21170 h 41981"/>
                  <a:gd name="connsiteX2" fmla="*/ 37439 w 41981"/>
                  <a:gd name="connsiteY2" fmla="*/ 21170 h 41981"/>
                  <a:gd name="connsiteX3" fmla="*/ 21248 w 41981"/>
                  <a:gd name="connsiteY3" fmla="*/ 37360 h 41981"/>
                  <a:gd name="connsiteX4" fmla="*/ 5058 w 41981"/>
                  <a:gd name="connsiteY4" fmla="*/ 21170 h 41981"/>
                  <a:gd name="connsiteX5" fmla="*/ 21248 w 41981"/>
                  <a:gd name="connsiteY5" fmla="*/ 4980 h 41981"/>
                  <a:gd name="connsiteX6" fmla="*/ 21248 w 41981"/>
                  <a:gd name="connsiteY6" fmla="*/ 180 h 41981"/>
                  <a:gd name="connsiteX7" fmla="*/ 258 w 41981"/>
                  <a:gd name="connsiteY7" fmla="*/ 21170 h 41981"/>
                  <a:gd name="connsiteX8" fmla="*/ 21248 w 41981"/>
                  <a:gd name="connsiteY8" fmla="*/ 42161 h 41981"/>
                  <a:gd name="connsiteX9" fmla="*/ 42239 w 41981"/>
                  <a:gd name="connsiteY9" fmla="*/ 21170 h 41981"/>
                  <a:gd name="connsiteX10" fmla="*/ 42239 w 41981"/>
                  <a:gd name="connsiteY10" fmla="*/ 21170 h 41981"/>
                  <a:gd name="connsiteX11" fmla="*/ 2124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0"/>
                    </a:moveTo>
                    <a:cubicBezTo>
                      <a:pt x="30190" y="4980"/>
                      <a:pt x="37439" y="12228"/>
                      <a:pt x="37439" y="21170"/>
                    </a:cubicBezTo>
                    <a:lnTo>
                      <a:pt x="37439" y="21170"/>
                    </a:lnTo>
                    <a:cubicBezTo>
                      <a:pt x="37439" y="30112"/>
                      <a:pt x="30190" y="37360"/>
                      <a:pt x="21248" y="37360"/>
                    </a:cubicBezTo>
                    <a:cubicBezTo>
                      <a:pt x="12307" y="37360"/>
                      <a:pt x="5058" y="30112"/>
                      <a:pt x="5058" y="21170"/>
                    </a:cubicBezTo>
                    <a:cubicBezTo>
                      <a:pt x="5058" y="12228"/>
                      <a:pt x="12307" y="4980"/>
                      <a:pt x="21248" y="4980"/>
                    </a:cubicBezTo>
                    <a:close/>
                    <a:moveTo>
                      <a:pt x="21248" y="180"/>
                    </a:moveTo>
                    <a:cubicBezTo>
                      <a:pt x="9656" y="180"/>
                      <a:pt x="258" y="9578"/>
                      <a:pt x="258" y="21170"/>
                    </a:cubicBezTo>
                    <a:cubicBezTo>
                      <a:pt x="258" y="32763"/>
                      <a:pt x="9656" y="42161"/>
                      <a:pt x="21248" y="42161"/>
                    </a:cubicBezTo>
                    <a:cubicBezTo>
                      <a:pt x="32841" y="42161"/>
                      <a:pt x="42239" y="32763"/>
                      <a:pt x="42239" y="21170"/>
                    </a:cubicBezTo>
                    <a:lnTo>
                      <a:pt x="42239" y="21170"/>
                    </a:lnTo>
                    <a:cubicBezTo>
                      <a:pt x="42239" y="9578"/>
                      <a:pt x="32841" y="180"/>
                      <a:pt x="21248" y="180"/>
                    </a:cubicBezTo>
                    <a:close/>
                  </a:path>
                </a:pathLst>
              </a:custGeom>
              <a:solidFill>
                <a:srgbClr val="000000"/>
              </a:solidFill>
              <a:ln w="4794" cap="sq">
                <a:noFill/>
                <a:prstDash val="solid"/>
                <a:round/>
              </a:ln>
            </p:spPr>
            <p:txBody>
              <a:bodyPr rtlCol="0" anchor="ctr"/>
              <a:lstStyle/>
              <a:p>
                <a:endParaRPr lang="en-US"/>
              </a:p>
            </p:txBody>
          </p:sp>
          <p:sp>
            <p:nvSpPr>
              <p:cNvPr id="1604" name="Freeform: Shape 1603">
                <a:extLst>
                  <a:ext uri="{FF2B5EF4-FFF2-40B4-BE49-F238E27FC236}">
                    <a16:creationId xmlns:a16="http://schemas.microsoft.com/office/drawing/2014/main" id="{185DAE7B-4526-98AE-9EC9-BFA1E6CB6C99}"/>
                  </a:ext>
                </a:extLst>
              </p:cNvPr>
              <p:cNvSpPr/>
              <p:nvPr/>
            </p:nvSpPr>
            <p:spPr>
              <a:xfrm>
                <a:off x="8208791" y="8077213"/>
                <a:ext cx="37180" cy="37180"/>
              </a:xfrm>
              <a:custGeom>
                <a:avLst/>
                <a:gdLst>
                  <a:gd name="connsiteX0" fmla="*/ 37530 w 37180"/>
                  <a:gd name="connsiteY0" fmla="*/ 18777 h 37180"/>
                  <a:gd name="connsiteX1" fmla="*/ 18940 w 37180"/>
                  <a:gd name="connsiteY1" fmla="*/ 37367 h 37180"/>
                  <a:gd name="connsiteX2" fmla="*/ 349 w 37180"/>
                  <a:gd name="connsiteY2" fmla="*/ 18777 h 37180"/>
                  <a:gd name="connsiteX3" fmla="*/ 18940 w 37180"/>
                  <a:gd name="connsiteY3" fmla="*/ 187 h 37180"/>
                  <a:gd name="connsiteX4" fmla="*/ 3753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0" y="18777"/>
                    </a:moveTo>
                    <a:cubicBezTo>
                      <a:pt x="37530" y="29044"/>
                      <a:pt x="29207" y="37367"/>
                      <a:pt x="18940" y="37367"/>
                    </a:cubicBezTo>
                    <a:cubicBezTo>
                      <a:pt x="8673" y="37367"/>
                      <a:pt x="349" y="29044"/>
                      <a:pt x="349" y="18777"/>
                    </a:cubicBezTo>
                    <a:cubicBezTo>
                      <a:pt x="349" y="8510"/>
                      <a:pt x="8673" y="187"/>
                      <a:pt x="18940" y="187"/>
                    </a:cubicBezTo>
                    <a:cubicBezTo>
                      <a:pt x="29207" y="187"/>
                      <a:pt x="37530" y="8510"/>
                      <a:pt x="37530" y="18777"/>
                    </a:cubicBezTo>
                    <a:close/>
                  </a:path>
                </a:pathLst>
              </a:custGeom>
              <a:solidFill>
                <a:srgbClr val="00F700"/>
              </a:solidFill>
              <a:ln w="5753" cap="sq">
                <a:noFill/>
                <a:prstDash val="solid"/>
                <a:miter/>
              </a:ln>
            </p:spPr>
            <p:txBody>
              <a:bodyPr rtlCol="0" anchor="ctr"/>
              <a:lstStyle/>
              <a:p>
                <a:endParaRPr lang="en-US"/>
              </a:p>
            </p:txBody>
          </p:sp>
          <p:sp>
            <p:nvSpPr>
              <p:cNvPr id="1605" name="Freeform: Shape 1604">
                <a:extLst>
                  <a:ext uri="{FF2B5EF4-FFF2-40B4-BE49-F238E27FC236}">
                    <a16:creationId xmlns:a16="http://schemas.microsoft.com/office/drawing/2014/main" id="{0C04C8C0-3B16-8CDB-6E70-993FE06CE3D8}"/>
                  </a:ext>
                </a:extLst>
              </p:cNvPr>
              <p:cNvSpPr/>
              <p:nvPr/>
            </p:nvSpPr>
            <p:spPr>
              <a:xfrm>
                <a:off x="8206391" y="8074813"/>
                <a:ext cx="41981" cy="41981"/>
              </a:xfrm>
              <a:custGeom>
                <a:avLst/>
                <a:gdLst>
                  <a:gd name="connsiteX0" fmla="*/ 21340 w 41981"/>
                  <a:gd name="connsiteY0" fmla="*/ 4987 h 41981"/>
                  <a:gd name="connsiteX1" fmla="*/ 37530 w 41981"/>
                  <a:gd name="connsiteY1" fmla="*/ 21177 h 41981"/>
                  <a:gd name="connsiteX2" fmla="*/ 37530 w 41981"/>
                  <a:gd name="connsiteY2" fmla="*/ 21177 h 41981"/>
                  <a:gd name="connsiteX3" fmla="*/ 21340 w 41981"/>
                  <a:gd name="connsiteY3" fmla="*/ 37367 h 41981"/>
                  <a:gd name="connsiteX4" fmla="*/ 5150 w 41981"/>
                  <a:gd name="connsiteY4" fmla="*/ 21177 h 41981"/>
                  <a:gd name="connsiteX5" fmla="*/ 21340 w 41981"/>
                  <a:gd name="connsiteY5" fmla="*/ 4987 h 41981"/>
                  <a:gd name="connsiteX6" fmla="*/ 21340 w 41981"/>
                  <a:gd name="connsiteY6" fmla="*/ 187 h 41981"/>
                  <a:gd name="connsiteX7" fmla="*/ 349 w 41981"/>
                  <a:gd name="connsiteY7" fmla="*/ 21177 h 41981"/>
                  <a:gd name="connsiteX8" fmla="*/ 21340 w 41981"/>
                  <a:gd name="connsiteY8" fmla="*/ 42168 h 41981"/>
                  <a:gd name="connsiteX9" fmla="*/ 42331 w 41981"/>
                  <a:gd name="connsiteY9" fmla="*/ 21177 h 41981"/>
                  <a:gd name="connsiteX10" fmla="*/ 42331 w 41981"/>
                  <a:gd name="connsiteY10" fmla="*/ 21177 h 41981"/>
                  <a:gd name="connsiteX11" fmla="*/ 21340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0" y="4987"/>
                    </a:moveTo>
                    <a:cubicBezTo>
                      <a:pt x="30282" y="4987"/>
                      <a:pt x="37530" y="12235"/>
                      <a:pt x="37530" y="21177"/>
                    </a:cubicBezTo>
                    <a:lnTo>
                      <a:pt x="37530" y="21177"/>
                    </a:lnTo>
                    <a:cubicBezTo>
                      <a:pt x="37530" y="30119"/>
                      <a:pt x="30282" y="37367"/>
                      <a:pt x="21340" y="37367"/>
                    </a:cubicBezTo>
                    <a:cubicBezTo>
                      <a:pt x="12398" y="37367"/>
                      <a:pt x="5150" y="30119"/>
                      <a:pt x="5150" y="21177"/>
                    </a:cubicBezTo>
                    <a:cubicBezTo>
                      <a:pt x="5150" y="12235"/>
                      <a:pt x="12398" y="4987"/>
                      <a:pt x="21340" y="4987"/>
                    </a:cubicBezTo>
                    <a:close/>
                    <a:moveTo>
                      <a:pt x="21340" y="187"/>
                    </a:moveTo>
                    <a:cubicBezTo>
                      <a:pt x="9747" y="187"/>
                      <a:pt x="349" y="9585"/>
                      <a:pt x="349" y="21177"/>
                    </a:cubicBezTo>
                    <a:cubicBezTo>
                      <a:pt x="349" y="32770"/>
                      <a:pt x="9747" y="42168"/>
                      <a:pt x="21340" y="42168"/>
                    </a:cubicBezTo>
                    <a:cubicBezTo>
                      <a:pt x="32933" y="42168"/>
                      <a:pt x="42331" y="32770"/>
                      <a:pt x="42331" y="21177"/>
                    </a:cubicBezTo>
                    <a:lnTo>
                      <a:pt x="42331" y="21177"/>
                    </a:lnTo>
                    <a:cubicBezTo>
                      <a:pt x="42331" y="9585"/>
                      <a:pt x="32933" y="187"/>
                      <a:pt x="21340" y="187"/>
                    </a:cubicBezTo>
                    <a:close/>
                  </a:path>
                </a:pathLst>
              </a:custGeom>
              <a:solidFill>
                <a:srgbClr val="000000"/>
              </a:solidFill>
              <a:ln w="4794" cap="sq">
                <a:noFill/>
                <a:prstDash val="solid"/>
                <a:round/>
              </a:ln>
            </p:spPr>
            <p:txBody>
              <a:bodyPr rtlCol="0" anchor="ctr"/>
              <a:lstStyle/>
              <a:p>
                <a:endParaRPr lang="en-US"/>
              </a:p>
            </p:txBody>
          </p:sp>
          <p:sp>
            <p:nvSpPr>
              <p:cNvPr id="1606" name="Freeform: Shape 1605">
                <a:extLst>
                  <a:ext uri="{FF2B5EF4-FFF2-40B4-BE49-F238E27FC236}">
                    <a16:creationId xmlns:a16="http://schemas.microsoft.com/office/drawing/2014/main" id="{42EF98B7-F963-F269-1E01-F75F1492576F}"/>
                  </a:ext>
                </a:extLst>
              </p:cNvPr>
              <p:cNvSpPr/>
              <p:nvPr/>
            </p:nvSpPr>
            <p:spPr>
              <a:xfrm>
                <a:off x="7790777" y="8018853"/>
                <a:ext cx="37180" cy="37180"/>
              </a:xfrm>
              <a:custGeom>
                <a:avLst/>
                <a:gdLst>
                  <a:gd name="connsiteX0" fmla="*/ 37458 w 37180"/>
                  <a:gd name="connsiteY0" fmla="*/ 18767 h 37180"/>
                  <a:gd name="connsiteX1" fmla="*/ 18867 w 37180"/>
                  <a:gd name="connsiteY1" fmla="*/ 37357 h 37180"/>
                  <a:gd name="connsiteX2" fmla="*/ 277 w 37180"/>
                  <a:gd name="connsiteY2" fmla="*/ 18767 h 37180"/>
                  <a:gd name="connsiteX3" fmla="*/ 18867 w 37180"/>
                  <a:gd name="connsiteY3" fmla="*/ 176 h 37180"/>
                  <a:gd name="connsiteX4" fmla="*/ 37458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67"/>
                    </a:moveTo>
                    <a:cubicBezTo>
                      <a:pt x="37458" y="29034"/>
                      <a:pt x="29134" y="37357"/>
                      <a:pt x="18867" y="37357"/>
                    </a:cubicBezTo>
                    <a:cubicBezTo>
                      <a:pt x="8600" y="37357"/>
                      <a:pt x="277" y="29034"/>
                      <a:pt x="277" y="18767"/>
                    </a:cubicBezTo>
                    <a:cubicBezTo>
                      <a:pt x="277" y="8500"/>
                      <a:pt x="8600" y="176"/>
                      <a:pt x="18867" y="176"/>
                    </a:cubicBezTo>
                    <a:cubicBezTo>
                      <a:pt x="29134" y="176"/>
                      <a:pt x="37458" y="8500"/>
                      <a:pt x="37458" y="18767"/>
                    </a:cubicBezTo>
                    <a:close/>
                  </a:path>
                </a:pathLst>
              </a:custGeom>
              <a:solidFill>
                <a:srgbClr val="F4F7F4"/>
              </a:solidFill>
              <a:ln w="5753" cap="sq">
                <a:noFill/>
                <a:prstDash val="solid"/>
                <a:miter/>
              </a:ln>
            </p:spPr>
            <p:txBody>
              <a:bodyPr rtlCol="0" anchor="ctr"/>
              <a:lstStyle/>
              <a:p>
                <a:endParaRPr lang="en-US"/>
              </a:p>
            </p:txBody>
          </p:sp>
          <p:sp>
            <p:nvSpPr>
              <p:cNvPr id="1607" name="Freeform: Shape 1606">
                <a:extLst>
                  <a:ext uri="{FF2B5EF4-FFF2-40B4-BE49-F238E27FC236}">
                    <a16:creationId xmlns:a16="http://schemas.microsoft.com/office/drawing/2014/main" id="{7B21BF80-5512-4914-F0FB-7159DB12D562}"/>
                  </a:ext>
                </a:extLst>
              </p:cNvPr>
              <p:cNvSpPr/>
              <p:nvPr/>
            </p:nvSpPr>
            <p:spPr>
              <a:xfrm>
                <a:off x="7788376" y="8016453"/>
                <a:ext cx="41981" cy="41981"/>
              </a:xfrm>
              <a:custGeom>
                <a:avLst/>
                <a:gdLst>
                  <a:gd name="connsiteX0" fmla="*/ 21267 w 41981"/>
                  <a:gd name="connsiteY0" fmla="*/ 4977 h 41981"/>
                  <a:gd name="connsiteX1" fmla="*/ 37458 w 41981"/>
                  <a:gd name="connsiteY1" fmla="*/ 21167 h 41981"/>
                  <a:gd name="connsiteX2" fmla="*/ 37458 w 41981"/>
                  <a:gd name="connsiteY2" fmla="*/ 21167 h 41981"/>
                  <a:gd name="connsiteX3" fmla="*/ 21267 w 41981"/>
                  <a:gd name="connsiteY3" fmla="*/ 37357 h 41981"/>
                  <a:gd name="connsiteX4" fmla="*/ 5077 w 41981"/>
                  <a:gd name="connsiteY4" fmla="*/ 21167 h 41981"/>
                  <a:gd name="connsiteX5" fmla="*/ 21267 w 41981"/>
                  <a:gd name="connsiteY5" fmla="*/ 4977 h 41981"/>
                  <a:gd name="connsiteX6" fmla="*/ 21267 w 41981"/>
                  <a:gd name="connsiteY6" fmla="*/ 176 h 41981"/>
                  <a:gd name="connsiteX7" fmla="*/ 277 w 41981"/>
                  <a:gd name="connsiteY7" fmla="*/ 21167 h 41981"/>
                  <a:gd name="connsiteX8" fmla="*/ 21267 w 41981"/>
                  <a:gd name="connsiteY8" fmla="*/ 42158 h 41981"/>
                  <a:gd name="connsiteX9" fmla="*/ 42258 w 41981"/>
                  <a:gd name="connsiteY9" fmla="*/ 21167 h 41981"/>
                  <a:gd name="connsiteX10" fmla="*/ 42258 w 41981"/>
                  <a:gd name="connsiteY10" fmla="*/ 21167 h 41981"/>
                  <a:gd name="connsiteX11" fmla="*/ 2126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7"/>
                    </a:moveTo>
                    <a:cubicBezTo>
                      <a:pt x="30209" y="4977"/>
                      <a:pt x="37458" y="12225"/>
                      <a:pt x="37458" y="21167"/>
                    </a:cubicBezTo>
                    <a:lnTo>
                      <a:pt x="37458" y="21167"/>
                    </a:lnTo>
                    <a:cubicBezTo>
                      <a:pt x="37458" y="30109"/>
                      <a:pt x="30209" y="37357"/>
                      <a:pt x="21267" y="37357"/>
                    </a:cubicBezTo>
                    <a:cubicBezTo>
                      <a:pt x="12326" y="37357"/>
                      <a:pt x="5077" y="30109"/>
                      <a:pt x="5077" y="21167"/>
                    </a:cubicBezTo>
                    <a:cubicBezTo>
                      <a:pt x="5077" y="12225"/>
                      <a:pt x="12326" y="4977"/>
                      <a:pt x="21267" y="4977"/>
                    </a:cubicBezTo>
                    <a:close/>
                    <a:moveTo>
                      <a:pt x="21267" y="176"/>
                    </a:moveTo>
                    <a:cubicBezTo>
                      <a:pt x="9675" y="176"/>
                      <a:pt x="277" y="9574"/>
                      <a:pt x="277" y="21167"/>
                    </a:cubicBezTo>
                    <a:cubicBezTo>
                      <a:pt x="277" y="32760"/>
                      <a:pt x="9675" y="42158"/>
                      <a:pt x="21267" y="42158"/>
                    </a:cubicBezTo>
                    <a:cubicBezTo>
                      <a:pt x="32860" y="42158"/>
                      <a:pt x="42258" y="32760"/>
                      <a:pt x="42258" y="21167"/>
                    </a:cubicBezTo>
                    <a:lnTo>
                      <a:pt x="42258" y="21167"/>
                    </a:lnTo>
                    <a:cubicBezTo>
                      <a:pt x="42258" y="9574"/>
                      <a:pt x="32860" y="176"/>
                      <a:pt x="21267" y="176"/>
                    </a:cubicBezTo>
                    <a:close/>
                  </a:path>
                </a:pathLst>
              </a:custGeom>
              <a:solidFill>
                <a:srgbClr val="000000"/>
              </a:solidFill>
              <a:ln w="4794" cap="sq">
                <a:noFill/>
                <a:prstDash val="solid"/>
                <a:round/>
              </a:ln>
            </p:spPr>
            <p:txBody>
              <a:bodyPr rtlCol="0" anchor="ctr"/>
              <a:lstStyle/>
              <a:p>
                <a:endParaRPr lang="en-US"/>
              </a:p>
            </p:txBody>
          </p:sp>
          <p:sp>
            <p:nvSpPr>
              <p:cNvPr id="1608" name="Freeform: Shape 1607">
                <a:extLst>
                  <a:ext uri="{FF2B5EF4-FFF2-40B4-BE49-F238E27FC236}">
                    <a16:creationId xmlns:a16="http://schemas.microsoft.com/office/drawing/2014/main" id="{0B80EA68-F7F0-E8A6-FDB3-1E422C2C726F}"/>
                  </a:ext>
                </a:extLst>
              </p:cNvPr>
              <p:cNvSpPr/>
              <p:nvPr/>
            </p:nvSpPr>
            <p:spPr>
              <a:xfrm>
                <a:off x="7690368" y="8080226"/>
                <a:ext cx="37180" cy="37180"/>
              </a:xfrm>
              <a:custGeom>
                <a:avLst/>
                <a:gdLst>
                  <a:gd name="connsiteX0" fmla="*/ 37440 w 37180"/>
                  <a:gd name="connsiteY0" fmla="*/ 18777 h 37180"/>
                  <a:gd name="connsiteX1" fmla="*/ 18850 w 37180"/>
                  <a:gd name="connsiteY1" fmla="*/ 37368 h 37180"/>
                  <a:gd name="connsiteX2" fmla="*/ 259 w 37180"/>
                  <a:gd name="connsiteY2" fmla="*/ 18777 h 37180"/>
                  <a:gd name="connsiteX3" fmla="*/ 18850 w 37180"/>
                  <a:gd name="connsiteY3" fmla="*/ 187 h 37180"/>
                  <a:gd name="connsiteX4" fmla="*/ 3744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7"/>
                    </a:moveTo>
                    <a:cubicBezTo>
                      <a:pt x="37440" y="29045"/>
                      <a:pt x="29117" y="37368"/>
                      <a:pt x="18850" y="37368"/>
                    </a:cubicBezTo>
                    <a:cubicBezTo>
                      <a:pt x="8583" y="37368"/>
                      <a:pt x="259" y="29045"/>
                      <a:pt x="259" y="18777"/>
                    </a:cubicBezTo>
                    <a:cubicBezTo>
                      <a:pt x="259" y="8510"/>
                      <a:pt x="8583" y="187"/>
                      <a:pt x="18850" y="187"/>
                    </a:cubicBezTo>
                    <a:cubicBezTo>
                      <a:pt x="29117" y="187"/>
                      <a:pt x="37440" y="8510"/>
                      <a:pt x="37440" y="18777"/>
                    </a:cubicBezTo>
                    <a:close/>
                  </a:path>
                </a:pathLst>
              </a:custGeom>
              <a:solidFill>
                <a:srgbClr val="F7F5F5"/>
              </a:solidFill>
              <a:ln w="5753" cap="sq">
                <a:noFill/>
                <a:prstDash val="solid"/>
                <a:miter/>
              </a:ln>
            </p:spPr>
            <p:txBody>
              <a:bodyPr rtlCol="0" anchor="ctr"/>
              <a:lstStyle/>
              <a:p>
                <a:endParaRPr lang="en-US"/>
              </a:p>
            </p:txBody>
          </p:sp>
          <p:sp>
            <p:nvSpPr>
              <p:cNvPr id="1609" name="Freeform: Shape 1608">
                <a:extLst>
                  <a:ext uri="{FF2B5EF4-FFF2-40B4-BE49-F238E27FC236}">
                    <a16:creationId xmlns:a16="http://schemas.microsoft.com/office/drawing/2014/main" id="{41B0DB4B-A44A-3338-4100-E39B154E8941}"/>
                  </a:ext>
                </a:extLst>
              </p:cNvPr>
              <p:cNvSpPr/>
              <p:nvPr/>
            </p:nvSpPr>
            <p:spPr>
              <a:xfrm>
                <a:off x="7687968" y="8077826"/>
                <a:ext cx="41981" cy="41981"/>
              </a:xfrm>
              <a:custGeom>
                <a:avLst/>
                <a:gdLst>
                  <a:gd name="connsiteX0" fmla="*/ 21250 w 41981"/>
                  <a:gd name="connsiteY0" fmla="*/ 4987 h 41981"/>
                  <a:gd name="connsiteX1" fmla="*/ 37440 w 41981"/>
                  <a:gd name="connsiteY1" fmla="*/ 21178 h 41981"/>
                  <a:gd name="connsiteX2" fmla="*/ 37440 w 41981"/>
                  <a:gd name="connsiteY2" fmla="*/ 21178 h 41981"/>
                  <a:gd name="connsiteX3" fmla="*/ 21250 w 41981"/>
                  <a:gd name="connsiteY3" fmla="*/ 37368 h 41981"/>
                  <a:gd name="connsiteX4" fmla="*/ 5060 w 41981"/>
                  <a:gd name="connsiteY4" fmla="*/ 21178 h 41981"/>
                  <a:gd name="connsiteX5" fmla="*/ 21250 w 41981"/>
                  <a:gd name="connsiteY5" fmla="*/ 4987 h 41981"/>
                  <a:gd name="connsiteX6" fmla="*/ 21250 w 41981"/>
                  <a:gd name="connsiteY6" fmla="*/ 187 h 41981"/>
                  <a:gd name="connsiteX7" fmla="*/ 259 w 41981"/>
                  <a:gd name="connsiteY7" fmla="*/ 21178 h 41981"/>
                  <a:gd name="connsiteX8" fmla="*/ 21250 w 41981"/>
                  <a:gd name="connsiteY8" fmla="*/ 42168 h 41981"/>
                  <a:gd name="connsiteX9" fmla="*/ 42241 w 41981"/>
                  <a:gd name="connsiteY9" fmla="*/ 21178 h 41981"/>
                  <a:gd name="connsiteX10" fmla="*/ 42241 w 41981"/>
                  <a:gd name="connsiteY10" fmla="*/ 21178 h 41981"/>
                  <a:gd name="connsiteX11" fmla="*/ 21250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7"/>
                    </a:moveTo>
                    <a:cubicBezTo>
                      <a:pt x="30192" y="4987"/>
                      <a:pt x="37440" y="12236"/>
                      <a:pt x="37440" y="21178"/>
                    </a:cubicBezTo>
                    <a:lnTo>
                      <a:pt x="37440" y="21178"/>
                    </a:lnTo>
                    <a:cubicBezTo>
                      <a:pt x="37440" y="30119"/>
                      <a:pt x="30192" y="37368"/>
                      <a:pt x="21250" y="37368"/>
                    </a:cubicBezTo>
                    <a:cubicBezTo>
                      <a:pt x="12308" y="37368"/>
                      <a:pt x="5060" y="30119"/>
                      <a:pt x="5060" y="21178"/>
                    </a:cubicBezTo>
                    <a:cubicBezTo>
                      <a:pt x="5060" y="12236"/>
                      <a:pt x="12308" y="4987"/>
                      <a:pt x="21250" y="4987"/>
                    </a:cubicBezTo>
                    <a:close/>
                    <a:moveTo>
                      <a:pt x="21250" y="187"/>
                    </a:moveTo>
                    <a:cubicBezTo>
                      <a:pt x="9657" y="187"/>
                      <a:pt x="259" y="9585"/>
                      <a:pt x="259" y="21178"/>
                    </a:cubicBezTo>
                    <a:cubicBezTo>
                      <a:pt x="259" y="32770"/>
                      <a:pt x="9657" y="42168"/>
                      <a:pt x="21250" y="42168"/>
                    </a:cubicBezTo>
                    <a:cubicBezTo>
                      <a:pt x="32843" y="42168"/>
                      <a:pt x="42241" y="32770"/>
                      <a:pt x="42241" y="21178"/>
                    </a:cubicBezTo>
                    <a:lnTo>
                      <a:pt x="42241" y="21178"/>
                    </a:lnTo>
                    <a:cubicBezTo>
                      <a:pt x="42241" y="9585"/>
                      <a:pt x="32843" y="187"/>
                      <a:pt x="21250" y="187"/>
                    </a:cubicBezTo>
                    <a:close/>
                  </a:path>
                </a:pathLst>
              </a:custGeom>
              <a:solidFill>
                <a:srgbClr val="000000"/>
              </a:solidFill>
              <a:ln w="4794" cap="sq">
                <a:noFill/>
                <a:prstDash val="solid"/>
                <a:round/>
              </a:ln>
            </p:spPr>
            <p:txBody>
              <a:bodyPr rtlCol="0" anchor="ctr"/>
              <a:lstStyle/>
              <a:p>
                <a:endParaRPr lang="en-US"/>
              </a:p>
            </p:txBody>
          </p:sp>
          <p:sp>
            <p:nvSpPr>
              <p:cNvPr id="1610" name="Freeform: Shape 1609">
                <a:extLst>
                  <a:ext uri="{FF2B5EF4-FFF2-40B4-BE49-F238E27FC236}">
                    <a16:creationId xmlns:a16="http://schemas.microsoft.com/office/drawing/2014/main" id="{95B4D662-E47D-9F06-685D-8D355AC4E4C8}"/>
                  </a:ext>
                </a:extLst>
              </p:cNvPr>
              <p:cNvSpPr/>
              <p:nvPr/>
            </p:nvSpPr>
            <p:spPr>
              <a:xfrm>
                <a:off x="7719733" y="7897087"/>
                <a:ext cx="37180" cy="37180"/>
              </a:xfrm>
              <a:custGeom>
                <a:avLst/>
                <a:gdLst>
                  <a:gd name="connsiteX0" fmla="*/ 37445 w 37180"/>
                  <a:gd name="connsiteY0" fmla="*/ 18746 h 37180"/>
                  <a:gd name="connsiteX1" fmla="*/ 18855 w 37180"/>
                  <a:gd name="connsiteY1" fmla="*/ 37336 h 37180"/>
                  <a:gd name="connsiteX2" fmla="*/ 265 w 37180"/>
                  <a:gd name="connsiteY2" fmla="*/ 18746 h 37180"/>
                  <a:gd name="connsiteX3" fmla="*/ 18855 w 37180"/>
                  <a:gd name="connsiteY3" fmla="*/ 155 h 37180"/>
                  <a:gd name="connsiteX4" fmla="*/ 37445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46"/>
                    </a:moveTo>
                    <a:cubicBezTo>
                      <a:pt x="37445" y="29013"/>
                      <a:pt x="29122" y="37336"/>
                      <a:pt x="18855" y="37336"/>
                    </a:cubicBezTo>
                    <a:cubicBezTo>
                      <a:pt x="8588" y="37336"/>
                      <a:pt x="265" y="29013"/>
                      <a:pt x="265" y="18746"/>
                    </a:cubicBezTo>
                    <a:cubicBezTo>
                      <a:pt x="265" y="8478"/>
                      <a:pt x="8588" y="155"/>
                      <a:pt x="18855" y="155"/>
                    </a:cubicBezTo>
                    <a:cubicBezTo>
                      <a:pt x="29122" y="155"/>
                      <a:pt x="37445" y="8478"/>
                      <a:pt x="37445" y="18746"/>
                    </a:cubicBezTo>
                    <a:close/>
                  </a:path>
                </a:pathLst>
              </a:custGeom>
              <a:solidFill>
                <a:srgbClr val="F7E9E9"/>
              </a:solidFill>
              <a:ln w="5753" cap="sq">
                <a:noFill/>
                <a:prstDash val="solid"/>
                <a:miter/>
              </a:ln>
            </p:spPr>
            <p:txBody>
              <a:bodyPr rtlCol="0" anchor="ctr"/>
              <a:lstStyle/>
              <a:p>
                <a:endParaRPr lang="en-US"/>
              </a:p>
            </p:txBody>
          </p:sp>
          <p:sp>
            <p:nvSpPr>
              <p:cNvPr id="1611" name="Freeform: Shape 1610">
                <a:extLst>
                  <a:ext uri="{FF2B5EF4-FFF2-40B4-BE49-F238E27FC236}">
                    <a16:creationId xmlns:a16="http://schemas.microsoft.com/office/drawing/2014/main" id="{0B158865-1437-C536-2560-7AE84EB80423}"/>
                  </a:ext>
                </a:extLst>
              </p:cNvPr>
              <p:cNvSpPr/>
              <p:nvPr/>
            </p:nvSpPr>
            <p:spPr>
              <a:xfrm>
                <a:off x="7717333" y="7894686"/>
                <a:ext cx="41981" cy="41981"/>
              </a:xfrm>
              <a:custGeom>
                <a:avLst/>
                <a:gdLst>
                  <a:gd name="connsiteX0" fmla="*/ 21255 w 41981"/>
                  <a:gd name="connsiteY0" fmla="*/ 4956 h 41981"/>
                  <a:gd name="connsiteX1" fmla="*/ 37445 w 41981"/>
                  <a:gd name="connsiteY1" fmla="*/ 21146 h 41981"/>
                  <a:gd name="connsiteX2" fmla="*/ 37445 w 41981"/>
                  <a:gd name="connsiteY2" fmla="*/ 21146 h 41981"/>
                  <a:gd name="connsiteX3" fmla="*/ 21255 w 41981"/>
                  <a:gd name="connsiteY3" fmla="*/ 37336 h 41981"/>
                  <a:gd name="connsiteX4" fmla="*/ 5065 w 41981"/>
                  <a:gd name="connsiteY4" fmla="*/ 21146 h 41981"/>
                  <a:gd name="connsiteX5" fmla="*/ 21255 w 41981"/>
                  <a:gd name="connsiteY5" fmla="*/ 4956 h 41981"/>
                  <a:gd name="connsiteX6" fmla="*/ 21255 w 41981"/>
                  <a:gd name="connsiteY6" fmla="*/ 155 h 41981"/>
                  <a:gd name="connsiteX7" fmla="*/ 265 w 41981"/>
                  <a:gd name="connsiteY7" fmla="*/ 21146 h 41981"/>
                  <a:gd name="connsiteX8" fmla="*/ 21255 w 41981"/>
                  <a:gd name="connsiteY8" fmla="*/ 42136 h 41981"/>
                  <a:gd name="connsiteX9" fmla="*/ 42246 w 41981"/>
                  <a:gd name="connsiteY9" fmla="*/ 21146 h 41981"/>
                  <a:gd name="connsiteX10" fmla="*/ 42246 w 41981"/>
                  <a:gd name="connsiteY10" fmla="*/ 21146 h 41981"/>
                  <a:gd name="connsiteX11" fmla="*/ 21255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56"/>
                    </a:moveTo>
                    <a:cubicBezTo>
                      <a:pt x="30197" y="4956"/>
                      <a:pt x="37445" y="12204"/>
                      <a:pt x="37445" y="21146"/>
                    </a:cubicBezTo>
                    <a:lnTo>
                      <a:pt x="37445" y="21146"/>
                    </a:lnTo>
                    <a:cubicBezTo>
                      <a:pt x="37445" y="30088"/>
                      <a:pt x="30197" y="37336"/>
                      <a:pt x="21255" y="37336"/>
                    </a:cubicBezTo>
                    <a:cubicBezTo>
                      <a:pt x="12313" y="37336"/>
                      <a:pt x="5065" y="30088"/>
                      <a:pt x="5065" y="21146"/>
                    </a:cubicBezTo>
                    <a:cubicBezTo>
                      <a:pt x="5065" y="12204"/>
                      <a:pt x="12313" y="4956"/>
                      <a:pt x="21255" y="4956"/>
                    </a:cubicBezTo>
                    <a:close/>
                    <a:moveTo>
                      <a:pt x="21255" y="155"/>
                    </a:moveTo>
                    <a:cubicBezTo>
                      <a:pt x="9663" y="155"/>
                      <a:pt x="265" y="9553"/>
                      <a:pt x="265" y="21146"/>
                    </a:cubicBezTo>
                    <a:cubicBezTo>
                      <a:pt x="265" y="32738"/>
                      <a:pt x="9663" y="42136"/>
                      <a:pt x="21255" y="42136"/>
                    </a:cubicBezTo>
                    <a:cubicBezTo>
                      <a:pt x="32848" y="42136"/>
                      <a:pt x="42246" y="32738"/>
                      <a:pt x="42246" y="21146"/>
                    </a:cubicBezTo>
                    <a:lnTo>
                      <a:pt x="42246" y="21146"/>
                    </a:lnTo>
                    <a:cubicBezTo>
                      <a:pt x="42246" y="9553"/>
                      <a:pt x="32848" y="155"/>
                      <a:pt x="21255" y="155"/>
                    </a:cubicBezTo>
                    <a:close/>
                  </a:path>
                </a:pathLst>
              </a:custGeom>
              <a:solidFill>
                <a:srgbClr val="000000"/>
              </a:solidFill>
              <a:ln w="4794" cap="sq">
                <a:noFill/>
                <a:prstDash val="solid"/>
                <a:round/>
              </a:ln>
            </p:spPr>
            <p:txBody>
              <a:bodyPr rtlCol="0" anchor="ctr"/>
              <a:lstStyle/>
              <a:p>
                <a:endParaRPr lang="en-US"/>
              </a:p>
            </p:txBody>
          </p:sp>
          <p:sp>
            <p:nvSpPr>
              <p:cNvPr id="1612" name="Freeform: Shape 1611">
                <a:extLst>
                  <a:ext uri="{FF2B5EF4-FFF2-40B4-BE49-F238E27FC236}">
                    <a16:creationId xmlns:a16="http://schemas.microsoft.com/office/drawing/2014/main" id="{E9AA7FE9-3A50-94B6-9635-1B2B1B53C40A}"/>
                  </a:ext>
                </a:extLst>
              </p:cNvPr>
              <p:cNvSpPr/>
              <p:nvPr/>
            </p:nvSpPr>
            <p:spPr>
              <a:xfrm>
                <a:off x="8094876" y="8075606"/>
                <a:ext cx="37180" cy="37180"/>
              </a:xfrm>
              <a:custGeom>
                <a:avLst/>
                <a:gdLst>
                  <a:gd name="connsiteX0" fmla="*/ 37510 w 37180"/>
                  <a:gd name="connsiteY0" fmla="*/ 18777 h 37180"/>
                  <a:gd name="connsiteX1" fmla="*/ 18920 w 37180"/>
                  <a:gd name="connsiteY1" fmla="*/ 37367 h 37180"/>
                  <a:gd name="connsiteX2" fmla="*/ 330 w 37180"/>
                  <a:gd name="connsiteY2" fmla="*/ 18777 h 37180"/>
                  <a:gd name="connsiteX3" fmla="*/ 18920 w 37180"/>
                  <a:gd name="connsiteY3" fmla="*/ 186 h 37180"/>
                  <a:gd name="connsiteX4" fmla="*/ 3751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0" y="18777"/>
                    </a:moveTo>
                    <a:cubicBezTo>
                      <a:pt x="37510" y="29044"/>
                      <a:pt x="29187" y="37367"/>
                      <a:pt x="18920" y="37367"/>
                    </a:cubicBezTo>
                    <a:cubicBezTo>
                      <a:pt x="8653" y="37367"/>
                      <a:pt x="330" y="29044"/>
                      <a:pt x="330" y="18777"/>
                    </a:cubicBezTo>
                    <a:cubicBezTo>
                      <a:pt x="330" y="8509"/>
                      <a:pt x="8653" y="186"/>
                      <a:pt x="18920" y="186"/>
                    </a:cubicBezTo>
                    <a:cubicBezTo>
                      <a:pt x="29187" y="186"/>
                      <a:pt x="37510" y="8509"/>
                      <a:pt x="37510" y="18777"/>
                    </a:cubicBezTo>
                    <a:close/>
                  </a:path>
                </a:pathLst>
              </a:custGeom>
              <a:solidFill>
                <a:srgbClr val="F7F4F4"/>
              </a:solidFill>
              <a:ln w="5753" cap="sq">
                <a:noFill/>
                <a:prstDash val="solid"/>
                <a:miter/>
              </a:ln>
            </p:spPr>
            <p:txBody>
              <a:bodyPr rtlCol="0" anchor="ctr"/>
              <a:lstStyle/>
              <a:p>
                <a:endParaRPr lang="en-US"/>
              </a:p>
            </p:txBody>
          </p:sp>
          <p:sp>
            <p:nvSpPr>
              <p:cNvPr id="1613" name="Freeform: Shape 1612">
                <a:extLst>
                  <a:ext uri="{FF2B5EF4-FFF2-40B4-BE49-F238E27FC236}">
                    <a16:creationId xmlns:a16="http://schemas.microsoft.com/office/drawing/2014/main" id="{33A36E42-5523-7FAF-B400-A4C9308401F3}"/>
                  </a:ext>
                </a:extLst>
              </p:cNvPr>
              <p:cNvSpPr/>
              <p:nvPr/>
            </p:nvSpPr>
            <p:spPr>
              <a:xfrm>
                <a:off x="8092476" y="8073206"/>
                <a:ext cx="41981" cy="41981"/>
              </a:xfrm>
              <a:custGeom>
                <a:avLst/>
                <a:gdLst>
                  <a:gd name="connsiteX0" fmla="*/ 21320 w 41981"/>
                  <a:gd name="connsiteY0" fmla="*/ 4987 h 41981"/>
                  <a:gd name="connsiteX1" fmla="*/ 37510 w 41981"/>
                  <a:gd name="connsiteY1" fmla="*/ 21177 h 41981"/>
                  <a:gd name="connsiteX2" fmla="*/ 37510 w 41981"/>
                  <a:gd name="connsiteY2" fmla="*/ 21177 h 41981"/>
                  <a:gd name="connsiteX3" fmla="*/ 21320 w 41981"/>
                  <a:gd name="connsiteY3" fmla="*/ 37367 h 41981"/>
                  <a:gd name="connsiteX4" fmla="*/ 5130 w 41981"/>
                  <a:gd name="connsiteY4" fmla="*/ 21177 h 41981"/>
                  <a:gd name="connsiteX5" fmla="*/ 21320 w 41981"/>
                  <a:gd name="connsiteY5" fmla="*/ 4987 h 41981"/>
                  <a:gd name="connsiteX6" fmla="*/ 21320 w 41981"/>
                  <a:gd name="connsiteY6" fmla="*/ 186 h 41981"/>
                  <a:gd name="connsiteX7" fmla="*/ 330 w 41981"/>
                  <a:gd name="connsiteY7" fmla="*/ 21177 h 41981"/>
                  <a:gd name="connsiteX8" fmla="*/ 21320 w 41981"/>
                  <a:gd name="connsiteY8" fmla="*/ 42167 h 41981"/>
                  <a:gd name="connsiteX9" fmla="*/ 42311 w 41981"/>
                  <a:gd name="connsiteY9" fmla="*/ 21177 h 41981"/>
                  <a:gd name="connsiteX10" fmla="*/ 42311 w 41981"/>
                  <a:gd name="connsiteY10" fmla="*/ 21177 h 41981"/>
                  <a:gd name="connsiteX11" fmla="*/ 21320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0" y="4987"/>
                    </a:moveTo>
                    <a:cubicBezTo>
                      <a:pt x="30262" y="4987"/>
                      <a:pt x="37510" y="12235"/>
                      <a:pt x="37510" y="21177"/>
                    </a:cubicBezTo>
                    <a:lnTo>
                      <a:pt x="37510" y="21177"/>
                    </a:lnTo>
                    <a:cubicBezTo>
                      <a:pt x="37510" y="30119"/>
                      <a:pt x="30262" y="37367"/>
                      <a:pt x="21320" y="37367"/>
                    </a:cubicBezTo>
                    <a:cubicBezTo>
                      <a:pt x="12378" y="37367"/>
                      <a:pt x="5130" y="30119"/>
                      <a:pt x="5130" y="21177"/>
                    </a:cubicBezTo>
                    <a:cubicBezTo>
                      <a:pt x="5130" y="12235"/>
                      <a:pt x="12378" y="4987"/>
                      <a:pt x="21320" y="4987"/>
                    </a:cubicBezTo>
                    <a:close/>
                    <a:moveTo>
                      <a:pt x="21320" y="186"/>
                    </a:moveTo>
                    <a:cubicBezTo>
                      <a:pt x="9728" y="186"/>
                      <a:pt x="330" y="9584"/>
                      <a:pt x="330" y="21177"/>
                    </a:cubicBezTo>
                    <a:cubicBezTo>
                      <a:pt x="330" y="32769"/>
                      <a:pt x="9728" y="42167"/>
                      <a:pt x="21320" y="42167"/>
                    </a:cubicBezTo>
                    <a:cubicBezTo>
                      <a:pt x="32913" y="42167"/>
                      <a:pt x="42311" y="32769"/>
                      <a:pt x="42311" y="21177"/>
                    </a:cubicBezTo>
                    <a:lnTo>
                      <a:pt x="42311" y="21177"/>
                    </a:lnTo>
                    <a:cubicBezTo>
                      <a:pt x="42311" y="9584"/>
                      <a:pt x="32913" y="186"/>
                      <a:pt x="21320" y="186"/>
                    </a:cubicBezTo>
                    <a:close/>
                  </a:path>
                </a:pathLst>
              </a:custGeom>
              <a:solidFill>
                <a:srgbClr val="000000"/>
              </a:solidFill>
              <a:ln w="4794" cap="sq">
                <a:noFill/>
                <a:prstDash val="solid"/>
                <a:round/>
              </a:ln>
            </p:spPr>
            <p:txBody>
              <a:bodyPr rtlCol="0" anchor="ctr"/>
              <a:lstStyle/>
              <a:p>
                <a:endParaRPr lang="en-US"/>
              </a:p>
            </p:txBody>
          </p:sp>
          <p:sp>
            <p:nvSpPr>
              <p:cNvPr id="1614" name="Freeform: Shape 1613">
                <a:extLst>
                  <a:ext uri="{FF2B5EF4-FFF2-40B4-BE49-F238E27FC236}">
                    <a16:creationId xmlns:a16="http://schemas.microsoft.com/office/drawing/2014/main" id="{1A54F4FF-2116-7943-523A-D3DE5099FF7B}"/>
                  </a:ext>
                </a:extLst>
              </p:cNvPr>
              <p:cNvSpPr/>
              <p:nvPr/>
            </p:nvSpPr>
            <p:spPr>
              <a:xfrm>
                <a:off x="7744449" y="7884276"/>
                <a:ext cx="37180" cy="37180"/>
              </a:xfrm>
              <a:custGeom>
                <a:avLst/>
                <a:gdLst>
                  <a:gd name="connsiteX0" fmla="*/ 37450 w 37180"/>
                  <a:gd name="connsiteY0" fmla="*/ 18743 h 37180"/>
                  <a:gd name="connsiteX1" fmla="*/ 18859 w 37180"/>
                  <a:gd name="connsiteY1" fmla="*/ 37334 h 37180"/>
                  <a:gd name="connsiteX2" fmla="*/ 269 w 37180"/>
                  <a:gd name="connsiteY2" fmla="*/ 18743 h 37180"/>
                  <a:gd name="connsiteX3" fmla="*/ 18859 w 37180"/>
                  <a:gd name="connsiteY3" fmla="*/ 153 h 37180"/>
                  <a:gd name="connsiteX4" fmla="*/ 37450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43"/>
                    </a:moveTo>
                    <a:cubicBezTo>
                      <a:pt x="37450" y="29011"/>
                      <a:pt x="29126" y="37334"/>
                      <a:pt x="18859" y="37334"/>
                    </a:cubicBezTo>
                    <a:cubicBezTo>
                      <a:pt x="8592" y="37334"/>
                      <a:pt x="269" y="29011"/>
                      <a:pt x="269" y="18743"/>
                    </a:cubicBezTo>
                    <a:cubicBezTo>
                      <a:pt x="269" y="8476"/>
                      <a:pt x="8592" y="153"/>
                      <a:pt x="18859" y="153"/>
                    </a:cubicBezTo>
                    <a:cubicBezTo>
                      <a:pt x="29126" y="153"/>
                      <a:pt x="37450" y="8476"/>
                      <a:pt x="37450" y="18743"/>
                    </a:cubicBezTo>
                    <a:close/>
                  </a:path>
                </a:pathLst>
              </a:custGeom>
              <a:solidFill>
                <a:srgbClr val="F7F6F6"/>
              </a:solidFill>
              <a:ln w="5753" cap="sq">
                <a:noFill/>
                <a:prstDash val="solid"/>
                <a:miter/>
              </a:ln>
            </p:spPr>
            <p:txBody>
              <a:bodyPr rtlCol="0" anchor="ctr"/>
              <a:lstStyle/>
              <a:p>
                <a:endParaRPr lang="en-US"/>
              </a:p>
            </p:txBody>
          </p:sp>
          <p:sp>
            <p:nvSpPr>
              <p:cNvPr id="1615" name="Freeform: Shape 1614">
                <a:extLst>
                  <a:ext uri="{FF2B5EF4-FFF2-40B4-BE49-F238E27FC236}">
                    <a16:creationId xmlns:a16="http://schemas.microsoft.com/office/drawing/2014/main" id="{53427A21-FAF1-6A78-58EB-357857AA82BF}"/>
                  </a:ext>
                </a:extLst>
              </p:cNvPr>
              <p:cNvSpPr/>
              <p:nvPr/>
            </p:nvSpPr>
            <p:spPr>
              <a:xfrm>
                <a:off x="7742049" y="7881876"/>
                <a:ext cx="41981" cy="41981"/>
              </a:xfrm>
              <a:custGeom>
                <a:avLst/>
                <a:gdLst>
                  <a:gd name="connsiteX0" fmla="*/ 21259 w 41981"/>
                  <a:gd name="connsiteY0" fmla="*/ 4953 h 41981"/>
                  <a:gd name="connsiteX1" fmla="*/ 37450 w 41981"/>
                  <a:gd name="connsiteY1" fmla="*/ 21144 h 41981"/>
                  <a:gd name="connsiteX2" fmla="*/ 37450 w 41981"/>
                  <a:gd name="connsiteY2" fmla="*/ 21144 h 41981"/>
                  <a:gd name="connsiteX3" fmla="*/ 21259 w 41981"/>
                  <a:gd name="connsiteY3" fmla="*/ 37334 h 41981"/>
                  <a:gd name="connsiteX4" fmla="*/ 5069 w 41981"/>
                  <a:gd name="connsiteY4" fmla="*/ 21144 h 41981"/>
                  <a:gd name="connsiteX5" fmla="*/ 21259 w 41981"/>
                  <a:gd name="connsiteY5" fmla="*/ 4953 h 41981"/>
                  <a:gd name="connsiteX6" fmla="*/ 21259 w 41981"/>
                  <a:gd name="connsiteY6" fmla="*/ 153 h 41981"/>
                  <a:gd name="connsiteX7" fmla="*/ 269 w 41981"/>
                  <a:gd name="connsiteY7" fmla="*/ 21144 h 41981"/>
                  <a:gd name="connsiteX8" fmla="*/ 21259 w 41981"/>
                  <a:gd name="connsiteY8" fmla="*/ 42134 h 41981"/>
                  <a:gd name="connsiteX9" fmla="*/ 42250 w 41981"/>
                  <a:gd name="connsiteY9" fmla="*/ 21144 h 41981"/>
                  <a:gd name="connsiteX10" fmla="*/ 42250 w 41981"/>
                  <a:gd name="connsiteY10" fmla="*/ 21144 h 41981"/>
                  <a:gd name="connsiteX11" fmla="*/ 21259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3"/>
                    </a:moveTo>
                    <a:cubicBezTo>
                      <a:pt x="30201" y="4953"/>
                      <a:pt x="37450" y="12202"/>
                      <a:pt x="37450" y="21144"/>
                    </a:cubicBezTo>
                    <a:lnTo>
                      <a:pt x="37450" y="21144"/>
                    </a:lnTo>
                    <a:cubicBezTo>
                      <a:pt x="37450" y="30085"/>
                      <a:pt x="30201" y="37334"/>
                      <a:pt x="21259" y="37334"/>
                    </a:cubicBezTo>
                    <a:cubicBezTo>
                      <a:pt x="12318" y="37334"/>
                      <a:pt x="5069" y="30085"/>
                      <a:pt x="5069" y="21144"/>
                    </a:cubicBezTo>
                    <a:cubicBezTo>
                      <a:pt x="5069" y="12202"/>
                      <a:pt x="12318" y="4953"/>
                      <a:pt x="21259" y="4953"/>
                    </a:cubicBezTo>
                    <a:close/>
                    <a:moveTo>
                      <a:pt x="21259" y="153"/>
                    </a:moveTo>
                    <a:cubicBezTo>
                      <a:pt x="9667" y="153"/>
                      <a:pt x="269" y="9551"/>
                      <a:pt x="269" y="21144"/>
                    </a:cubicBezTo>
                    <a:cubicBezTo>
                      <a:pt x="269" y="32736"/>
                      <a:pt x="9667" y="42134"/>
                      <a:pt x="21259" y="42134"/>
                    </a:cubicBezTo>
                    <a:cubicBezTo>
                      <a:pt x="32852" y="42134"/>
                      <a:pt x="42250" y="32736"/>
                      <a:pt x="42250" y="21144"/>
                    </a:cubicBezTo>
                    <a:lnTo>
                      <a:pt x="42250" y="21144"/>
                    </a:lnTo>
                    <a:cubicBezTo>
                      <a:pt x="42250" y="9551"/>
                      <a:pt x="32852" y="153"/>
                      <a:pt x="21259" y="153"/>
                    </a:cubicBezTo>
                    <a:close/>
                  </a:path>
                </a:pathLst>
              </a:custGeom>
              <a:solidFill>
                <a:srgbClr val="000000"/>
              </a:solidFill>
              <a:ln w="4794" cap="sq">
                <a:noFill/>
                <a:prstDash val="solid"/>
                <a:round/>
              </a:ln>
            </p:spPr>
            <p:txBody>
              <a:bodyPr rtlCol="0" anchor="ctr"/>
              <a:lstStyle/>
              <a:p>
                <a:endParaRPr lang="en-US"/>
              </a:p>
            </p:txBody>
          </p:sp>
          <p:sp>
            <p:nvSpPr>
              <p:cNvPr id="1616" name="Freeform: Shape 1615">
                <a:extLst>
                  <a:ext uri="{FF2B5EF4-FFF2-40B4-BE49-F238E27FC236}">
                    <a16:creationId xmlns:a16="http://schemas.microsoft.com/office/drawing/2014/main" id="{3C405B2B-0B70-EC2A-C181-8FBC7CB7BF81}"/>
                  </a:ext>
                </a:extLst>
              </p:cNvPr>
              <p:cNvSpPr/>
              <p:nvPr/>
            </p:nvSpPr>
            <p:spPr>
              <a:xfrm>
                <a:off x="7706162" y="7979345"/>
                <a:ext cx="37180" cy="37180"/>
              </a:xfrm>
              <a:custGeom>
                <a:avLst/>
                <a:gdLst>
                  <a:gd name="connsiteX0" fmla="*/ 37443 w 37180"/>
                  <a:gd name="connsiteY0" fmla="*/ 18760 h 37180"/>
                  <a:gd name="connsiteX1" fmla="*/ 18853 w 37180"/>
                  <a:gd name="connsiteY1" fmla="*/ 37350 h 37180"/>
                  <a:gd name="connsiteX2" fmla="*/ 262 w 37180"/>
                  <a:gd name="connsiteY2" fmla="*/ 18760 h 37180"/>
                  <a:gd name="connsiteX3" fmla="*/ 18853 w 37180"/>
                  <a:gd name="connsiteY3" fmla="*/ 170 h 37180"/>
                  <a:gd name="connsiteX4" fmla="*/ 3744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0"/>
                    </a:moveTo>
                    <a:cubicBezTo>
                      <a:pt x="37443" y="29027"/>
                      <a:pt x="29120" y="37350"/>
                      <a:pt x="18853" y="37350"/>
                    </a:cubicBezTo>
                    <a:cubicBezTo>
                      <a:pt x="8585" y="37350"/>
                      <a:pt x="262" y="29027"/>
                      <a:pt x="262" y="18760"/>
                    </a:cubicBezTo>
                    <a:cubicBezTo>
                      <a:pt x="262" y="8493"/>
                      <a:pt x="8585" y="170"/>
                      <a:pt x="18853" y="170"/>
                    </a:cubicBezTo>
                    <a:cubicBezTo>
                      <a:pt x="29120" y="170"/>
                      <a:pt x="37443" y="8493"/>
                      <a:pt x="37443" y="18760"/>
                    </a:cubicBezTo>
                    <a:close/>
                  </a:path>
                </a:pathLst>
              </a:custGeom>
              <a:solidFill>
                <a:srgbClr val="F6F7F6"/>
              </a:solidFill>
              <a:ln w="5753" cap="sq">
                <a:noFill/>
                <a:prstDash val="solid"/>
                <a:miter/>
              </a:ln>
            </p:spPr>
            <p:txBody>
              <a:bodyPr rtlCol="0" anchor="ctr"/>
              <a:lstStyle/>
              <a:p>
                <a:endParaRPr lang="en-US"/>
              </a:p>
            </p:txBody>
          </p:sp>
          <p:sp>
            <p:nvSpPr>
              <p:cNvPr id="1617" name="Freeform: Shape 1616">
                <a:extLst>
                  <a:ext uri="{FF2B5EF4-FFF2-40B4-BE49-F238E27FC236}">
                    <a16:creationId xmlns:a16="http://schemas.microsoft.com/office/drawing/2014/main" id="{135061DC-81BE-0180-7C9B-7A9AA327D752}"/>
                  </a:ext>
                </a:extLst>
              </p:cNvPr>
              <p:cNvSpPr/>
              <p:nvPr/>
            </p:nvSpPr>
            <p:spPr>
              <a:xfrm>
                <a:off x="7703762" y="7976945"/>
                <a:ext cx="41981" cy="41981"/>
              </a:xfrm>
              <a:custGeom>
                <a:avLst/>
                <a:gdLst>
                  <a:gd name="connsiteX0" fmla="*/ 21253 w 41981"/>
                  <a:gd name="connsiteY0" fmla="*/ 4970 h 41981"/>
                  <a:gd name="connsiteX1" fmla="*/ 37443 w 41981"/>
                  <a:gd name="connsiteY1" fmla="*/ 21160 h 41981"/>
                  <a:gd name="connsiteX2" fmla="*/ 37443 w 41981"/>
                  <a:gd name="connsiteY2" fmla="*/ 21160 h 41981"/>
                  <a:gd name="connsiteX3" fmla="*/ 21253 w 41981"/>
                  <a:gd name="connsiteY3" fmla="*/ 37350 h 41981"/>
                  <a:gd name="connsiteX4" fmla="*/ 5063 w 41981"/>
                  <a:gd name="connsiteY4" fmla="*/ 21160 h 41981"/>
                  <a:gd name="connsiteX5" fmla="*/ 21253 w 41981"/>
                  <a:gd name="connsiteY5" fmla="*/ 4970 h 41981"/>
                  <a:gd name="connsiteX6" fmla="*/ 21253 w 41981"/>
                  <a:gd name="connsiteY6" fmla="*/ 170 h 41981"/>
                  <a:gd name="connsiteX7" fmla="*/ 262 w 41981"/>
                  <a:gd name="connsiteY7" fmla="*/ 21160 h 41981"/>
                  <a:gd name="connsiteX8" fmla="*/ 21253 w 41981"/>
                  <a:gd name="connsiteY8" fmla="*/ 42151 h 41981"/>
                  <a:gd name="connsiteX9" fmla="*/ 42243 w 41981"/>
                  <a:gd name="connsiteY9" fmla="*/ 21160 h 41981"/>
                  <a:gd name="connsiteX10" fmla="*/ 42243 w 41981"/>
                  <a:gd name="connsiteY10" fmla="*/ 21160 h 41981"/>
                  <a:gd name="connsiteX11" fmla="*/ 2125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0"/>
                    </a:moveTo>
                    <a:cubicBezTo>
                      <a:pt x="30195" y="4970"/>
                      <a:pt x="37443" y="12218"/>
                      <a:pt x="37443" y="21160"/>
                    </a:cubicBezTo>
                    <a:lnTo>
                      <a:pt x="37443" y="21160"/>
                    </a:lnTo>
                    <a:cubicBezTo>
                      <a:pt x="37443" y="30102"/>
                      <a:pt x="30195" y="37350"/>
                      <a:pt x="21253" y="37350"/>
                    </a:cubicBezTo>
                    <a:cubicBezTo>
                      <a:pt x="12311" y="37350"/>
                      <a:pt x="5063" y="30102"/>
                      <a:pt x="5063" y="21160"/>
                    </a:cubicBezTo>
                    <a:cubicBezTo>
                      <a:pt x="5063" y="12218"/>
                      <a:pt x="12311" y="4970"/>
                      <a:pt x="21253" y="4970"/>
                    </a:cubicBezTo>
                    <a:close/>
                    <a:moveTo>
                      <a:pt x="21253" y="170"/>
                    </a:moveTo>
                    <a:cubicBezTo>
                      <a:pt x="9660" y="170"/>
                      <a:pt x="262" y="9568"/>
                      <a:pt x="262" y="21160"/>
                    </a:cubicBezTo>
                    <a:cubicBezTo>
                      <a:pt x="262" y="32753"/>
                      <a:pt x="9660" y="42151"/>
                      <a:pt x="21253" y="42151"/>
                    </a:cubicBezTo>
                    <a:cubicBezTo>
                      <a:pt x="32845" y="42151"/>
                      <a:pt x="42243" y="32753"/>
                      <a:pt x="42243" y="21160"/>
                    </a:cubicBezTo>
                    <a:lnTo>
                      <a:pt x="42243" y="21160"/>
                    </a:lnTo>
                    <a:cubicBezTo>
                      <a:pt x="42243" y="9568"/>
                      <a:pt x="32845" y="170"/>
                      <a:pt x="21253" y="170"/>
                    </a:cubicBezTo>
                    <a:close/>
                  </a:path>
                </a:pathLst>
              </a:custGeom>
              <a:solidFill>
                <a:srgbClr val="000000"/>
              </a:solidFill>
              <a:ln w="4794" cap="sq">
                <a:noFill/>
                <a:prstDash val="solid"/>
                <a:round/>
              </a:ln>
            </p:spPr>
            <p:txBody>
              <a:bodyPr rtlCol="0" anchor="ctr"/>
              <a:lstStyle/>
              <a:p>
                <a:endParaRPr lang="en-US"/>
              </a:p>
            </p:txBody>
          </p:sp>
          <p:sp>
            <p:nvSpPr>
              <p:cNvPr id="1618" name="Freeform: Shape 1617">
                <a:extLst>
                  <a:ext uri="{FF2B5EF4-FFF2-40B4-BE49-F238E27FC236}">
                    <a16:creationId xmlns:a16="http://schemas.microsoft.com/office/drawing/2014/main" id="{3E85464C-0C10-0BC9-51A4-FC031A56D430}"/>
                  </a:ext>
                </a:extLst>
              </p:cNvPr>
              <p:cNvSpPr/>
              <p:nvPr/>
            </p:nvSpPr>
            <p:spPr>
              <a:xfrm>
                <a:off x="7853664" y="7919211"/>
                <a:ext cx="37180" cy="37180"/>
              </a:xfrm>
              <a:custGeom>
                <a:avLst/>
                <a:gdLst>
                  <a:gd name="connsiteX0" fmla="*/ 37469 w 37180"/>
                  <a:gd name="connsiteY0" fmla="*/ 18750 h 37180"/>
                  <a:gd name="connsiteX1" fmla="*/ 18878 w 37180"/>
                  <a:gd name="connsiteY1" fmla="*/ 37340 h 37180"/>
                  <a:gd name="connsiteX2" fmla="*/ 288 w 37180"/>
                  <a:gd name="connsiteY2" fmla="*/ 18750 h 37180"/>
                  <a:gd name="connsiteX3" fmla="*/ 18878 w 37180"/>
                  <a:gd name="connsiteY3" fmla="*/ 159 h 37180"/>
                  <a:gd name="connsiteX4" fmla="*/ 37469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50"/>
                    </a:moveTo>
                    <a:cubicBezTo>
                      <a:pt x="37469" y="29017"/>
                      <a:pt x="29145" y="37340"/>
                      <a:pt x="18878" y="37340"/>
                    </a:cubicBezTo>
                    <a:cubicBezTo>
                      <a:pt x="8611" y="37340"/>
                      <a:pt x="288" y="29017"/>
                      <a:pt x="288" y="18750"/>
                    </a:cubicBezTo>
                    <a:cubicBezTo>
                      <a:pt x="288" y="8482"/>
                      <a:pt x="8611" y="159"/>
                      <a:pt x="18878" y="159"/>
                    </a:cubicBezTo>
                    <a:cubicBezTo>
                      <a:pt x="29145" y="159"/>
                      <a:pt x="37469" y="8482"/>
                      <a:pt x="37469" y="18750"/>
                    </a:cubicBezTo>
                    <a:close/>
                  </a:path>
                </a:pathLst>
              </a:custGeom>
              <a:solidFill>
                <a:srgbClr val="F7F4F4"/>
              </a:solidFill>
              <a:ln w="5753" cap="sq">
                <a:noFill/>
                <a:prstDash val="solid"/>
                <a:miter/>
              </a:ln>
            </p:spPr>
            <p:txBody>
              <a:bodyPr rtlCol="0" anchor="ctr"/>
              <a:lstStyle/>
              <a:p>
                <a:endParaRPr lang="en-US"/>
              </a:p>
            </p:txBody>
          </p:sp>
          <p:sp>
            <p:nvSpPr>
              <p:cNvPr id="1619" name="Freeform: Shape 1618">
                <a:extLst>
                  <a:ext uri="{FF2B5EF4-FFF2-40B4-BE49-F238E27FC236}">
                    <a16:creationId xmlns:a16="http://schemas.microsoft.com/office/drawing/2014/main" id="{0F26F2A8-1D3B-49C7-392B-DFDB971A6B56}"/>
                  </a:ext>
                </a:extLst>
              </p:cNvPr>
              <p:cNvSpPr/>
              <p:nvPr/>
            </p:nvSpPr>
            <p:spPr>
              <a:xfrm>
                <a:off x="7851264" y="7916811"/>
                <a:ext cx="41981" cy="41981"/>
              </a:xfrm>
              <a:custGeom>
                <a:avLst/>
                <a:gdLst>
                  <a:gd name="connsiteX0" fmla="*/ 21278 w 41981"/>
                  <a:gd name="connsiteY0" fmla="*/ 4959 h 41981"/>
                  <a:gd name="connsiteX1" fmla="*/ 37469 w 41981"/>
                  <a:gd name="connsiteY1" fmla="*/ 21150 h 41981"/>
                  <a:gd name="connsiteX2" fmla="*/ 37469 w 41981"/>
                  <a:gd name="connsiteY2" fmla="*/ 21150 h 41981"/>
                  <a:gd name="connsiteX3" fmla="*/ 21278 w 41981"/>
                  <a:gd name="connsiteY3" fmla="*/ 37340 h 41981"/>
                  <a:gd name="connsiteX4" fmla="*/ 5088 w 41981"/>
                  <a:gd name="connsiteY4" fmla="*/ 21150 h 41981"/>
                  <a:gd name="connsiteX5" fmla="*/ 21278 w 41981"/>
                  <a:gd name="connsiteY5" fmla="*/ 4959 h 41981"/>
                  <a:gd name="connsiteX6" fmla="*/ 21278 w 41981"/>
                  <a:gd name="connsiteY6" fmla="*/ 159 h 41981"/>
                  <a:gd name="connsiteX7" fmla="*/ 288 w 41981"/>
                  <a:gd name="connsiteY7" fmla="*/ 21150 h 41981"/>
                  <a:gd name="connsiteX8" fmla="*/ 21278 w 41981"/>
                  <a:gd name="connsiteY8" fmla="*/ 42140 h 41981"/>
                  <a:gd name="connsiteX9" fmla="*/ 42269 w 41981"/>
                  <a:gd name="connsiteY9" fmla="*/ 21150 h 41981"/>
                  <a:gd name="connsiteX10" fmla="*/ 42269 w 41981"/>
                  <a:gd name="connsiteY10" fmla="*/ 21150 h 41981"/>
                  <a:gd name="connsiteX11" fmla="*/ 21278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59"/>
                    </a:moveTo>
                    <a:cubicBezTo>
                      <a:pt x="30220" y="4959"/>
                      <a:pt x="37469" y="12208"/>
                      <a:pt x="37469" y="21150"/>
                    </a:cubicBezTo>
                    <a:lnTo>
                      <a:pt x="37469" y="21150"/>
                    </a:lnTo>
                    <a:cubicBezTo>
                      <a:pt x="37469" y="30092"/>
                      <a:pt x="30220" y="37340"/>
                      <a:pt x="21278" y="37340"/>
                    </a:cubicBezTo>
                    <a:cubicBezTo>
                      <a:pt x="12337" y="37340"/>
                      <a:pt x="5088" y="30092"/>
                      <a:pt x="5088" y="21150"/>
                    </a:cubicBezTo>
                    <a:cubicBezTo>
                      <a:pt x="5088" y="12208"/>
                      <a:pt x="12337" y="4959"/>
                      <a:pt x="21278" y="4959"/>
                    </a:cubicBezTo>
                    <a:close/>
                    <a:moveTo>
                      <a:pt x="21278" y="159"/>
                    </a:moveTo>
                    <a:cubicBezTo>
                      <a:pt x="9686" y="159"/>
                      <a:pt x="288" y="9557"/>
                      <a:pt x="288" y="21150"/>
                    </a:cubicBezTo>
                    <a:cubicBezTo>
                      <a:pt x="288" y="32742"/>
                      <a:pt x="9686" y="42140"/>
                      <a:pt x="21278" y="42140"/>
                    </a:cubicBezTo>
                    <a:cubicBezTo>
                      <a:pt x="32871" y="42140"/>
                      <a:pt x="42269" y="32742"/>
                      <a:pt x="42269" y="21150"/>
                    </a:cubicBezTo>
                    <a:lnTo>
                      <a:pt x="42269" y="21150"/>
                    </a:lnTo>
                    <a:cubicBezTo>
                      <a:pt x="42269" y="9557"/>
                      <a:pt x="32871" y="159"/>
                      <a:pt x="21278" y="159"/>
                    </a:cubicBezTo>
                    <a:close/>
                  </a:path>
                </a:pathLst>
              </a:custGeom>
              <a:solidFill>
                <a:srgbClr val="000000"/>
              </a:solidFill>
              <a:ln w="4794" cap="sq">
                <a:noFill/>
                <a:prstDash val="solid"/>
                <a:round/>
              </a:ln>
            </p:spPr>
            <p:txBody>
              <a:bodyPr rtlCol="0" anchor="ctr"/>
              <a:lstStyle/>
              <a:p>
                <a:endParaRPr lang="en-US"/>
              </a:p>
            </p:txBody>
          </p:sp>
          <p:sp>
            <p:nvSpPr>
              <p:cNvPr id="1620" name="Freeform: Shape 1619">
                <a:extLst>
                  <a:ext uri="{FF2B5EF4-FFF2-40B4-BE49-F238E27FC236}">
                    <a16:creationId xmlns:a16="http://schemas.microsoft.com/office/drawing/2014/main" id="{E9D7F636-9765-30EE-A41E-EC61433D308D}"/>
                  </a:ext>
                </a:extLst>
              </p:cNvPr>
              <p:cNvSpPr/>
              <p:nvPr/>
            </p:nvSpPr>
            <p:spPr>
              <a:xfrm>
                <a:off x="7720326" y="8010714"/>
                <a:ext cx="37180" cy="37180"/>
              </a:xfrm>
              <a:custGeom>
                <a:avLst/>
                <a:gdLst>
                  <a:gd name="connsiteX0" fmla="*/ 37445 w 37180"/>
                  <a:gd name="connsiteY0" fmla="*/ 18765 h 37180"/>
                  <a:gd name="connsiteX1" fmla="*/ 18855 w 37180"/>
                  <a:gd name="connsiteY1" fmla="*/ 37356 h 37180"/>
                  <a:gd name="connsiteX2" fmla="*/ 265 w 37180"/>
                  <a:gd name="connsiteY2" fmla="*/ 18765 h 37180"/>
                  <a:gd name="connsiteX3" fmla="*/ 18855 w 37180"/>
                  <a:gd name="connsiteY3" fmla="*/ 175 h 37180"/>
                  <a:gd name="connsiteX4" fmla="*/ 37445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5"/>
                    </a:moveTo>
                    <a:cubicBezTo>
                      <a:pt x="37445" y="29033"/>
                      <a:pt x="29122" y="37356"/>
                      <a:pt x="18855" y="37356"/>
                    </a:cubicBezTo>
                    <a:cubicBezTo>
                      <a:pt x="8588" y="37356"/>
                      <a:pt x="265" y="29033"/>
                      <a:pt x="265" y="18765"/>
                    </a:cubicBezTo>
                    <a:cubicBezTo>
                      <a:pt x="265" y="8498"/>
                      <a:pt x="8588" y="175"/>
                      <a:pt x="18855" y="175"/>
                    </a:cubicBezTo>
                    <a:cubicBezTo>
                      <a:pt x="29122" y="175"/>
                      <a:pt x="37445" y="8498"/>
                      <a:pt x="37445" y="18765"/>
                    </a:cubicBezTo>
                    <a:close/>
                  </a:path>
                </a:pathLst>
              </a:custGeom>
              <a:solidFill>
                <a:srgbClr val="E5F7E5"/>
              </a:solidFill>
              <a:ln w="5753" cap="sq">
                <a:noFill/>
                <a:prstDash val="solid"/>
                <a:miter/>
              </a:ln>
            </p:spPr>
            <p:txBody>
              <a:bodyPr rtlCol="0" anchor="ctr"/>
              <a:lstStyle/>
              <a:p>
                <a:endParaRPr lang="en-US"/>
              </a:p>
            </p:txBody>
          </p:sp>
          <p:sp>
            <p:nvSpPr>
              <p:cNvPr id="1621" name="Freeform: Shape 1620">
                <a:extLst>
                  <a:ext uri="{FF2B5EF4-FFF2-40B4-BE49-F238E27FC236}">
                    <a16:creationId xmlns:a16="http://schemas.microsoft.com/office/drawing/2014/main" id="{54183ED2-F0C3-6C41-5A42-FF6BE448FB26}"/>
                  </a:ext>
                </a:extLst>
              </p:cNvPr>
              <p:cNvSpPr/>
              <p:nvPr/>
            </p:nvSpPr>
            <p:spPr>
              <a:xfrm>
                <a:off x="7717926" y="8008314"/>
                <a:ext cx="41981" cy="41981"/>
              </a:xfrm>
              <a:custGeom>
                <a:avLst/>
                <a:gdLst>
                  <a:gd name="connsiteX0" fmla="*/ 21255 w 41981"/>
                  <a:gd name="connsiteY0" fmla="*/ 4975 h 41981"/>
                  <a:gd name="connsiteX1" fmla="*/ 37445 w 41981"/>
                  <a:gd name="connsiteY1" fmla="*/ 21166 h 41981"/>
                  <a:gd name="connsiteX2" fmla="*/ 37445 w 41981"/>
                  <a:gd name="connsiteY2" fmla="*/ 21166 h 41981"/>
                  <a:gd name="connsiteX3" fmla="*/ 21255 w 41981"/>
                  <a:gd name="connsiteY3" fmla="*/ 37356 h 41981"/>
                  <a:gd name="connsiteX4" fmla="*/ 5065 w 41981"/>
                  <a:gd name="connsiteY4" fmla="*/ 21166 h 41981"/>
                  <a:gd name="connsiteX5" fmla="*/ 21255 w 41981"/>
                  <a:gd name="connsiteY5" fmla="*/ 4975 h 41981"/>
                  <a:gd name="connsiteX6" fmla="*/ 21255 w 41981"/>
                  <a:gd name="connsiteY6" fmla="*/ 175 h 41981"/>
                  <a:gd name="connsiteX7" fmla="*/ 265 w 41981"/>
                  <a:gd name="connsiteY7" fmla="*/ 21166 h 41981"/>
                  <a:gd name="connsiteX8" fmla="*/ 21255 w 41981"/>
                  <a:gd name="connsiteY8" fmla="*/ 42156 h 41981"/>
                  <a:gd name="connsiteX9" fmla="*/ 42246 w 41981"/>
                  <a:gd name="connsiteY9" fmla="*/ 21166 h 41981"/>
                  <a:gd name="connsiteX10" fmla="*/ 42246 w 41981"/>
                  <a:gd name="connsiteY10" fmla="*/ 21166 h 41981"/>
                  <a:gd name="connsiteX11" fmla="*/ 21255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5"/>
                    </a:moveTo>
                    <a:cubicBezTo>
                      <a:pt x="30197" y="4975"/>
                      <a:pt x="37445" y="12224"/>
                      <a:pt x="37445" y="21166"/>
                    </a:cubicBezTo>
                    <a:lnTo>
                      <a:pt x="37445" y="21166"/>
                    </a:lnTo>
                    <a:cubicBezTo>
                      <a:pt x="37445" y="30107"/>
                      <a:pt x="30197" y="37356"/>
                      <a:pt x="21255" y="37356"/>
                    </a:cubicBezTo>
                    <a:cubicBezTo>
                      <a:pt x="12313" y="37356"/>
                      <a:pt x="5065" y="30107"/>
                      <a:pt x="5065" y="21166"/>
                    </a:cubicBezTo>
                    <a:cubicBezTo>
                      <a:pt x="5065" y="12224"/>
                      <a:pt x="12313" y="4975"/>
                      <a:pt x="21255" y="4975"/>
                    </a:cubicBezTo>
                    <a:close/>
                    <a:moveTo>
                      <a:pt x="21255" y="175"/>
                    </a:moveTo>
                    <a:cubicBezTo>
                      <a:pt x="9663" y="175"/>
                      <a:pt x="265" y="9573"/>
                      <a:pt x="265" y="21166"/>
                    </a:cubicBezTo>
                    <a:cubicBezTo>
                      <a:pt x="265" y="32758"/>
                      <a:pt x="9663" y="42156"/>
                      <a:pt x="21255" y="42156"/>
                    </a:cubicBezTo>
                    <a:cubicBezTo>
                      <a:pt x="32848" y="42156"/>
                      <a:pt x="42246" y="32758"/>
                      <a:pt x="42246" y="21166"/>
                    </a:cubicBezTo>
                    <a:lnTo>
                      <a:pt x="42246" y="21166"/>
                    </a:lnTo>
                    <a:cubicBezTo>
                      <a:pt x="42246" y="9573"/>
                      <a:pt x="32848" y="175"/>
                      <a:pt x="21255" y="175"/>
                    </a:cubicBezTo>
                    <a:close/>
                  </a:path>
                </a:pathLst>
              </a:custGeom>
              <a:solidFill>
                <a:srgbClr val="000000"/>
              </a:solidFill>
              <a:ln w="4794" cap="sq">
                <a:noFill/>
                <a:prstDash val="solid"/>
                <a:round/>
              </a:ln>
            </p:spPr>
            <p:txBody>
              <a:bodyPr rtlCol="0" anchor="ctr"/>
              <a:lstStyle/>
              <a:p>
                <a:endParaRPr lang="en-US"/>
              </a:p>
            </p:txBody>
          </p:sp>
          <p:sp>
            <p:nvSpPr>
              <p:cNvPr id="1622" name="Freeform: Shape 1621">
                <a:extLst>
                  <a:ext uri="{FF2B5EF4-FFF2-40B4-BE49-F238E27FC236}">
                    <a16:creationId xmlns:a16="http://schemas.microsoft.com/office/drawing/2014/main" id="{CEFE8D05-BC6E-C61D-ABC8-2AB93477BE9B}"/>
                  </a:ext>
                </a:extLst>
              </p:cNvPr>
              <p:cNvSpPr/>
              <p:nvPr/>
            </p:nvSpPr>
            <p:spPr>
              <a:xfrm>
                <a:off x="7714364" y="7862417"/>
                <a:ext cx="37180" cy="37180"/>
              </a:xfrm>
              <a:custGeom>
                <a:avLst/>
                <a:gdLst>
                  <a:gd name="connsiteX0" fmla="*/ 37444 w 37180"/>
                  <a:gd name="connsiteY0" fmla="*/ 18740 h 37180"/>
                  <a:gd name="connsiteX1" fmla="*/ 18854 w 37180"/>
                  <a:gd name="connsiteY1" fmla="*/ 37330 h 37180"/>
                  <a:gd name="connsiteX2" fmla="*/ 264 w 37180"/>
                  <a:gd name="connsiteY2" fmla="*/ 18740 h 37180"/>
                  <a:gd name="connsiteX3" fmla="*/ 18854 w 37180"/>
                  <a:gd name="connsiteY3" fmla="*/ 149 h 37180"/>
                  <a:gd name="connsiteX4" fmla="*/ 37444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40"/>
                    </a:moveTo>
                    <a:cubicBezTo>
                      <a:pt x="37444" y="29007"/>
                      <a:pt x="29121" y="37330"/>
                      <a:pt x="18854" y="37330"/>
                    </a:cubicBezTo>
                    <a:cubicBezTo>
                      <a:pt x="8587" y="37330"/>
                      <a:pt x="264" y="29007"/>
                      <a:pt x="264" y="18740"/>
                    </a:cubicBezTo>
                    <a:cubicBezTo>
                      <a:pt x="264" y="8472"/>
                      <a:pt x="8587" y="149"/>
                      <a:pt x="18854" y="149"/>
                    </a:cubicBezTo>
                    <a:cubicBezTo>
                      <a:pt x="29121" y="149"/>
                      <a:pt x="37444" y="8472"/>
                      <a:pt x="37444" y="18740"/>
                    </a:cubicBezTo>
                    <a:close/>
                  </a:path>
                </a:pathLst>
              </a:custGeom>
              <a:solidFill>
                <a:srgbClr val="F7BEBE"/>
              </a:solidFill>
              <a:ln w="5753" cap="sq">
                <a:noFill/>
                <a:prstDash val="solid"/>
                <a:miter/>
              </a:ln>
            </p:spPr>
            <p:txBody>
              <a:bodyPr rtlCol="0" anchor="ctr"/>
              <a:lstStyle/>
              <a:p>
                <a:endParaRPr lang="en-US"/>
              </a:p>
            </p:txBody>
          </p:sp>
          <p:sp>
            <p:nvSpPr>
              <p:cNvPr id="1623" name="Freeform: Shape 1622">
                <a:extLst>
                  <a:ext uri="{FF2B5EF4-FFF2-40B4-BE49-F238E27FC236}">
                    <a16:creationId xmlns:a16="http://schemas.microsoft.com/office/drawing/2014/main" id="{5B16CFBF-7B55-4DB3-03F0-9CE689C51751}"/>
                  </a:ext>
                </a:extLst>
              </p:cNvPr>
              <p:cNvSpPr/>
              <p:nvPr/>
            </p:nvSpPr>
            <p:spPr>
              <a:xfrm>
                <a:off x="7711964" y="7860017"/>
                <a:ext cx="41981" cy="41981"/>
              </a:xfrm>
              <a:custGeom>
                <a:avLst/>
                <a:gdLst>
                  <a:gd name="connsiteX0" fmla="*/ 21254 w 41981"/>
                  <a:gd name="connsiteY0" fmla="*/ 4950 h 41981"/>
                  <a:gd name="connsiteX1" fmla="*/ 37444 w 41981"/>
                  <a:gd name="connsiteY1" fmla="*/ 21140 h 41981"/>
                  <a:gd name="connsiteX2" fmla="*/ 37444 w 41981"/>
                  <a:gd name="connsiteY2" fmla="*/ 21140 h 41981"/>
                  <a:gd name="connsiteX3" fmla="*/ 21254 w 41981"/>
                  <a:gd name="connsiteY3" fmla="*/ 37330 h 41981"/>
                  <a:gd name="connsiteX4" fmla="*/ 5064 w 41981"/>
                  <a:gd name="connsiteY4" fmla="*/ 21140 h 41981"/>
                  <a:gd name="connsiteX5" fmla="*/ 21254 w 41981"/>
                  <a:gd name="connsiteY5" fmla="*/ 4950 h 41981"/>
                  <a:gd name="connsiteX6" fmla="*/ 21254 w 41981"/>
                  <a:gd name="connsiteY6" fmla="*/ 149 h 41981"/>
                  <a:gd name="connsiteX7" fmla="*/ 264 w 41981"/>
                  <a:gd name="connsiteY7" fmla="*/ 21140 h 41981"/>
                  <a:gd name="connsiteX8" fmla="*/ 21254 w 41981"/>
                  <a:gd name="connsiteY8" fmla="*/ 42130 h 41981"/>
                  <a:gd name="connsiteX9" fmla="*/ 42245 w 41981"/>
                  <a:gd name="connsiteY9" fmla="*/ 21140 h 41981"/>
                  <a:gd name="connsiteX10" fmla="*/ 42245 w 41981"/>
                  <a:gd name="connsiteY10" fmla="*/ 21140 h 41981"/>
                  <a:gd name="connsiteX11" fmla="*/ 21254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50"/>
                    </a:moveTo>
                    <a:cubicBezTo>
                      <a:pt x="30196" y="4950"/>
                      <a:pt x="37444" y="12198"/>
                      <a:pt x="37444" y="21140"/>
                    </a:cubicBezTo>
                    <a:lnTo>
                      <a:pt x="37444" y="21140"/>
                    </a:lnTo>
                    <a:cubicBezTo>
                      <a:pt x="37444" y="30082"/>
                      <a:pt x="30196" y="37330"/>
                      <a:pt x="21254" y="37330"/>
                    </a:cubicBezTo>
                    <a:cubicBezTo>
                      <a:pt x="12312" y="37330"/>
                      <a:pt x="5064" y="30082"/>
                      <a:pt x="5064" y="21140"/>
                    </a:cubicBezTo>
                    <a:cubicBezTo>
                      <a:pt x="5064" y="12198"/>
                      <a:pt x="12312" y="4950"/>
                      <a:pt x="21254" y="4950"/>
                    </a:cubicBezTo>
                    <a:close/>
                    <a:moveTo>
                      <a:pt x="21254" y="149"/>
                    </a:moveTo>
                    <a:cubicBezTo>
                      <a:pt x="9662" y="149"/>
                      <a:pt x="264" y="9547"/>
                      <a:pt x="264" y="21140"/>
                    </a:cubicBezTo>
                    <a:cubicBezTo>
                      <a:pt x="264" y="32732"/>
                      <a:pt x="9662" y="42130"/>
                      <a:pt x="21254" y="42130"/>
                    </a:cubicBezTo>
                    <a:cubicBezTo>
                      <a:pt x="32847" y="42130"/>
                      <a:pt x="42245" y="32732"/>
                      <a:pt x="42245" y="21140"/>
                    </a:cubicBezTo>
                    <a:lnTo>
                      <a:pt x="42245" y="21140"/>
                    </a:lnTo>
                    <a:cubicBezTo>
                      <a:pt x="42245" y="9547"/>
                      <a:pt x="32847" y="149"/>
                      <a:pt x="21254" y="149"/>
                    </a:cubicBezTo>
                    <a:close/>
                  </a:path>
                </a:pathLst>
              </a:custGeom>
              <a:solidFill>
                <a:srgbClr val="000000"/>
              </a:solidFill>
              <a:ln w="4794" cap="sq">
                <a:noFill/>
                <a:prstDash val="solid"/>
                <a:round/>
              </a:ln>
            </p:spPr>
            <p:txBody>
              <a:bodyPr rtlCol="0" anchor="ctr"/>
              <a:lstStyle/>
              <a:p>
                <a:endParaRPr lang="en-US"/>
              </a:p>
            </p:txBody>
          </p:sp>
          <p:sp>
            <p:nvSpPr>
              <p:cNvPr id="1624" name="Freeform: Shape 1623">
                <a:extLst>
                  <a:ext uri="{FF2B5EF4-FFF2-40B4-BE49-F238E27FC236}">
                    <a16:creationId xmlns:a16="http://schemas.microsoft.com/office/drawing/2014/main" id="{4C0C019C-9ED0-A4DA-B6EA-50BD6344ABE0}"/>
                  </a:ext>
                </a:extLst>
              </p:cNvPr>
              <p:cNvSpPr/>
              <p:nvPr/>
            </p:nvSpPr>
            <p:spPr>
              <a:xfrm>
                <a:off x="7658780" y="8027787"/>
                <a:ext cx="37180" cy="37180"/>
              </a:xfrm>
              <a:custGeom>
                <a:avLst/>
                <a:gdLst>
                  <a:gd name="connsiteX0" fmla="*/ 37435 w 37180"/>
                  <a:gd name="connsiteY0" fmla="*/ 18768 h 37180"/>
                  <a:gd name="connsiteX1" fmla="*/ 18844 w 37180"/>
                  <a:gd name="connsiteY1" fmla="*/ 37359 h 37180"/>
                  <a:gd name="connsiteX2" fmla="*/ 254 w 37180"/>
                  <a:gd name="connsiteY2" fmla="*/ 18768 h 37180"/>
                  <a:gd name="connsiteX3" fmla="*/ 18844 w 37180"/>
                  <a:gd name="connsiteY3" fmla="*/ 178 h 37180"/>
                  <a:gd name="connsiteX4" fmla="*/ 37435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8"/>
                    </a:moveTo>
                    <a:cubicBezTo>
                      <a:pt x="37435" y="29036"/>
                      <a:pt x="29112" y="37359"/>
                      <a:pt x="18844" y="37359"/>
                    </a:cubicBezTo>
                    <a:cubicBezTo>
                      <a:pt x="8577" y="37359"/>
                      <a:pt x="254" y="29036"/>
                      <a:pt x="254" y="18768"/>
                    </a:cubicBezTo>
                    <a:cubicBezTo>
                      <a:pt x="254" y="8501"/>
                      <a:pt x="8577" y="178"/>
                      <a:pt x="18844" y="178"/>
                    </a:cubicBezTo>
                    <a:cubicBezTo>
                      <a:pt x="29112" y="178"/>
                      <a:pt x="37435" y="8501"/>
                      <a:pt x="37435" y="18768"/>
                    </a:cubicBezTo>
                    <a:close/>
                  </a:path>
                </a:pathLst>
              </a:custGeom>
              <a:solidFill>
                <a:srgbClr val="F7D4D4"/>
              </a:solidFill>
              <a:ln w="5753" cap="sq">
                <a:noFill/>
                <a:prstDash val="solid"/>
                <a:miter/>
              </a:ln>
            </p:spPr>
            <p:txBody>
              <a:bodyPr rtlCol="0" anchor="ctr"/>
              <a:lstStyle/>
              <a:p>
                <a:endParaRPr lang="en-US"/>
              </a:p>
            </p:txBody>
          </p:sp>
          <p:sp>
            <p:nvSpPr>
              <p:cNvPr id="1625" name="Freeform: Shape 1624">
                <a:extLst>
                  <a:ext uri="{FF2B5EF4-FFF2-40B4-BE49-F238E27FC236}">
                    <a16:creationId xmlns:a16="http://schemas.microsoft.com/office/drawing/2014/main" id="{B12A5E5F-06ED-EB79-F2FE-DE27504C5E61}"/>
                  </a:ext>
                </a:extLst>
              </p:cNvPr>
              <p:cNvSpPr/>
              <p:nvPr/>
            </p:nvSpPr>
            <p:spPr>
              <a:xfrm>
                <a:off x="7656380" y="8025387"/>
                <a:ext cx="41981" cy="41981"/>
              </a:xfrm>
              <a:custGeom>
                <a:avLst/>
                <a:gdLst>
                  <a:gd name="connsiteX0" fmla="*/ 21245 w 41981"/>
                  <a:gd name="connsiteY0" fmla="*/ 4978 h 41981"/>
                  <a:gd name="connsiteX1" fmla="*/ 37435 w 41981"/>
                  <a:gd name="connsiteY1" fmla="*/ 21169 h 41981"/>
                  <a:gd name="connsiteX2" fmla="*/ 37435 w 41981"/>
                  <a:gd name="connsiteY2" fmla="*/ 21169 h 41981"/>
                  <a:gd name="connsiteX3" fmla="*/ 21245 w 41981"/>
                  <a:gd name="connsiteY3" fmla="*/ 37359 h 41981"/>
                  <a:gd name="connsiteX4" fmla="*/ 5054 w 41981"/>
                  <a:gd name="connsiteY4" fmla="*/ 21169 h 41981"/>
                  <a:gd name="connsiteX5" fmla="*/ 21245 w 41981"/>
                  <a:gd name="connsiteY5" fmla="*/ 4978 h 41981"/>
                  <a:gd name="connsiteX6" fmla="*/ 21245 w 41981"/>
                  <a:gd name="connsiteY6" fmla="*/ 178 h 41981"/>
                  <a:gd name="connsiteX7" fmla="*/ 254 w 41981"/>
                  <a:gd name="connsiteY7" fmla="*/ 21169 h 41981"/>
                  <a:gd name="connsiteX8" fmla="*/ 21245 w 41981"/>
                  <a:gd name="connsiteY8" fmla="*/ 42159 h 41981"/>
                  <a:gd name="connsiteX9" fmla="*/ 42235 w 41981"/>
                  <a:gd name="connsiteY9" fmla="*/ 21169 h 41981"/>
                  <a:gd name="connsiteX10" fmla="*/ 42235 w 41981"/>
                  <a:gd name="connsiteY10" fmla="*/ 21169 h 41981"/>
                  <a:gd name="connsiteX11" fmla="*/ 21245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8"/>
                    </a:moveTo>
                    <a:cubicBezTo>
                      <a:pt x="30186" y="4978"/>
                      <a:pt x="37435" y="12227"/>
                      <a:pt x="37435" y="21169"/>
                    </a:cubicBezTo>
                    <a:lnTo>
                      <a:pt x="37435" y="21169"/>
                    </a:lnTo>
                    <a:cubicBezTo>
                      <a:pt x="37435" y="30110"/>
                      <a:pt x="30186" y="37359"/>
                      <a:pt x="21245" y="37359"/>
                    </a:cubicBezTo>
                    <a:cubicBezTo>
                      <a:pt x="12303" y="37359"/>
                      <a:pt x="5054" y="30110"/>
                      <a:pt x="5054" y="21169"/>
                    </a:cubicBezTo>
                    <a:cubicBezTo>
                      <a:pt x="5054" y="12227"/>
                      <a:pt x="12303" y="4978"/>
                      <a:pt x="21245" y="4978"/>
                    </a:cubicBezTo>
                    <a:close/>
                    <a:moveTo>
                      <a:pt x="21245" y="178"/>
                    </a:moveTo>
                    <a:cubicBezTo>
                      <a:pt x="9652" y="178"/>
                      <a:pt x="254" y="9576"/>
                      <a:pt x="254" y="21169"/>
                    </a:cubicBezTo>
                    <a:cubicBezTo>
                      <a:pt x="254" y="32761"/>
                      <a:pt x="9652" y="42159"/>
                      <a:pt x="21245" y="42159"/>
                    </a:cubicBezTo>
                    <a:cubicBezTo>
                      <a:pt x="32837" y="42159"/>
                      <a:pt x="42235" y="32761"/>
                      <a:pt x="42235" y="21169"/>
                    </a:cubicBezTo>
                    <a:lnTo>
                      <a:pt x="42235" y="21169"/>
                    </a:lnTo>
                    <a:cubicBezTo>
                      <a:pt x="42235" y="9576"/>
                      <a:pt x="32837" y="178"/>
                      <a:pt x="21245" y="178"/>
                    </a:cubicBezTo>
                    <a:close/>
                  </a:path>
                </a:pathLst>
              </a:custGeom>
              <a:solidFill>
                <a:srgbClr val="000000"/>
              </a:solidFill>
              <a:ln w="4794" cap="sq">
                <a:noFill/>
                <a:prstDash val="solid"/>
                <a:round/>
              </a:ln>
            </p:spPr>
            <p:txBody>
              <a:bodyPr rtlCol="0" anchor="ctr"/>
              <a:lstStyle/>
              <a:p>
                <a:endParaRPr lang="en-US"/>
              </a:p>
            </p:txBody>
          </p:sp>
          <p:sp>
            <p:nvSpPr>
              <p:cNvPr id="1626" name="Freeform: Shape 1625">
                <a:extLst>
                  <a:ext uri="{FF2B5EF4-FFF2-40B4-BE49-F238E27FC236}">
                    <a16:creationId xmlns:a16="http://schemas.microsoft.com/office/drawing/2014/main" id="{0D11D846-CCD2-7CFB-C19D-0269E9771E33}"/>
                  </a:ext>
                </a:extLst>
              </p:cNvPr>
              <p:cNvSpPr/>
              <p:nvPr/>
            </p:nvSpPr>
            <p:spPr>
              <a:xfrm>
                <a:off x="7779671" y="7902334"/>
                <a:ext cx="37180" cy="37180"/>
              </a:xfrm>
              <a:custGeom>
                <a:avLst/>
                <a:gdLst>
                  <a:gd name="connsiteX0" fmla="*/ 37456 w 37180"/>
                  <a:gd name="connsiteY0" fmla="*/ 18747 h 37180"/>
                  <a:gd name="connsiteX1" fmla="*/ 18865 w 37180"/>
                  <a:gd name="connsiteY1" fmla="*/ 37337 h 37180"/>
                  <a:gd name="connsiteX2" fmla="*/ 275 w 37180"/>
                  <a:gd name="connsiteY2" fmla="*/ 18747 h 37180"/>
                  <a:gd name="connsiteX3" fmla="*/ 18865 w 37180"/>
                  <a:gd name="connsiteY3" fmla="*/ 156 h 37180"/>
                  <a:gd name="connsiteX4" fmla="*/ 37456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7"/>
                    </a:moveTo>
                    <a:cubicBezTo>
                      <a:pt x="37456" y="29014"/>
                      <a:pt x="29133" y="37337"/>
                      <a:pt x="18865" y="37337"/>
                    </a:cubicBezTo>
                    <a:cubicBezTo>
                      <a:pt x="8598" y="37337"/>
                      <a:pt x="275" y="29014"/>
                      <a:pt x="275" y="18747"/>
                    </a:cubicBezTo>
                    <a:cubicBezTo>
                      <a:pt x="275" y="8479"/>
                      <a:pt x="8598" y="156"/>
                      <a:pt x="18865" y="156"/>
                    </a:cubicBezTo>
                    <a:cubicBezTo>
                      <a:pt x="29133" y="156"/>
                      <a:pt x="37456" y="8479"/>
                      <a:pt x="37456" y="18747"/>
                    </a:cubicBezTo>
                    <a:close/>
                  </a:path>
                </a:pathLst>
              </a:custGeom>
              <a:solidFill>
                <a:srgbClr val="F7D9D9"/>
              </a:solidFill>
              <a:ln w="5753" cap="sq">
                <a:noFill/>
                <a:prstDash val="solid"/>
                <a:miter/>
              </a:ln>
            </p:spPr>
            <p:txBody>
              <a:bodyPr rtlCol="0" anchor="ctr"/>
              <a:lstStyle/>
              <a:p>
                <a:endParaRPr lang="en-US"/>
              </a:p>
            </p:txBody>
          </p:sp>
          <p:sp>
            <p:nvSpPr>
              <p:cNvPr id="1627" name="Freeform: Shape 1626">
                <a:extLst>
                  <a:ext uri="{FF2B5EF4-FFF2-40B4-BE49-F238E27FC236}">
                    <a16:creationId xmlns:a16="http://schemas.microsoft.com/office/drawing/2014/main" id="{9505BD4B-2C1C-0DF2-ADEC-1E98DB09C32F}"/>
                  </a:ext>
                </a:extLst>
              </p:cNvPr>
              <p:cNvSpPr/>
              <p:nvPr/>
            </p:nvSpPr>
            <p:spPr>
              <a:xfrm>
                <a:off x="7777271" y="7899934"/>
                <a:ext cx="41981" cy="41981"/>
              </a:xfrm>
              <a:custGeom>
                <a:avLst/>
                <a:gdLst>
                  <a:gd name="connsiteX0" fmla="*/ 21266 w 41981"/>
                  <a:gd name="connsiteY0" fmla="*/ 4957 h 41981"/>
                  <a:gd name="connsiteX1" fmla="*/ 37456 w 41981"/>
                  <a:gd name="connsiteY1" fmla="*/ 21147 h 41981"/>
                  <a:gd name="connsiteX2" fmla="*/ 37456 w 41981"/>
                  <a:gd name="connsiteY2" fmla="*/ 21147 h 41981"/>
                  <a:gd name="connsiteX3" fmla="*/ 21266 w 41981"/>
                  <a:gd name="connsiteY3" fmla="*/ 37337 h 41981"/>
                  <a:gd name="connsiteX4" fmla="*/ 5075 w 41981"/>
                  <a:gd name="connsiteY4" fmla="*/ 21147 h 41981"/>
                  <a:gd name="connsiteX5" fmla="*/ 21266 w 41981"/>
                  <a:gd name="connsiteY5" fmla="*/ 4957 h 41981"/>
                  <a:gd name="connsiteX6" fmla="*/ 21266 w 41981"/>
                  <a:gd name="connsiteY6" fmla="*/ 156 h 41981"/>
                  <a:gd name="connsiteX7" fmla="*/ 275 w 41981"/>
                  <a:gd name="connsiteY7" fmla="*/ 21147 h 41981"/>
                  <a:gd name="connsiteX8" fmla="*/ 21266 w 41981"/>
                  <a:gd name="connsiteY8" fmla="*/ 42137 h 41981"/>
                  <a:gd name="connsiteX9" fmla="*/ 42256 w 41981"/>
                  <a:gd name="connsiteY9" fmla="*/ 21147 h 41981"/>
                  <a:gd name="connsiteX10" fmla="*/ 42256 w 41981"/>
                  <a:gd name="connsiteY10" fmla="*/ 21147 h 41981"/>
                  <a:gd name="connsiteX11" fmla="*/ 21266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57"/>
                    </a:moveTo>
                    <a:cubicBezTo>
                      <a:pt x="30207" y="4957"/>
                      <a:pt x="37456" y="12205"/>
                      <a:pt x="37456" y="21147"/>
                    </a:cubicBezTo>
                    <a:lnTo>
                      <a:pt x="37456" y="21147"/>
                    </a:lnTo>
                    <a:cubicBezTo>
                      <a:pt x="37456" y="30089"/>
                      <a:pt x="30207" y="37337"/>
                      <a:pt x="21266" y="37337"/>
                    </a:cubicBezTo>
                    <a:cubicBezTo>
                      <a:pt x="12324" y="37337"/>
                      <a:pt x="5075" y="30089"/>
                      <a:pt x="5075" y="21147"/>
                    </a:cubicBezTo>
                    <a:cubicBezTo>
                      <a:pt x="5075" y="12205"/>
                      <a:pt x="12324" y="4957"/>
                      <a:pt x="21266" y="4957"/>
                    </a:cubicBezTo>
                    <a:close/>
                    <a:moveTo>
                      <a:pt x="21266" y="156"/>
                    </a:moveTo>
                    <a:cubicBezTo>
                      <a:pt x="9673" y="156"/>
                      <a:pt x="275" y="9554"/>
                      <a:pt x="275" y="21147"/>
                    </a:cubicBezTo>
                    <a:cubicBezTo>
                      <a:pt x="275" y="32739"/>
                      <a:pt x="9673" y="42137"/>
                      <a:pt x="21266" y="42137"/>
                    </a:cubicBezTo>
                    <a:cubicBezTo>
                      <a:pt x="32858" y="42137"/>
                      <a:pt x="42256" y="32739"/>
                      <a:pt x="42256" y="21147"/>
                    </a:cubicBezTo>
                    <a:lnTo>
                      <a:pt x="42256" y="21147"/>
                    </a:lnTo>
                    <a:cubicBezTo>
                      <a:pt x="42256" y="9554"/>
                      <a:pt x="32858" y="156"/>
                      <a:pt x="21266" y="156"/>
                    </a:cubicBezTo>
                    <a:close/>
                  </a:path>
                </a:pathLst>
              </a:custGeom>
              <a:solidFill>
                <a:srgbClr val="000000"/>
              </a:solidFill>
              <a:ln w="4794" cap="sq">
                <a:noFill/>
                <a:prstDash val="solid"/>
                <a:round/>
              </a:ln>
            </p:spPr>
            <p:txBody>
              <a:bodyPr rtlCol="0" anchor="ctr"/>
              <a:lstStyle/>
              <a:p>
                <a:endParaRPr lang="en-US"/>
              </a:p>
            </p:txBody>
          </p:sp>
          <p:sp>
            <p:nvSpPr>
              <p:cNvPr id="1628" name="Freeform: Shape 1627">
                <a:extLst>
                  <a:ext uri="{FF2B5EF4-FFF2-40B4-BE49-F238E27FC236}">
                    <a16:creationId xmlns:a16="http://schemas.microsoft.com/office/drawing/2014/main" id="{A03CBFFB-6031-3764-8AD3-A82E3C15D262}"/>
                  </a:ext>
                </a:extLst>
              </p:cNvPr>
              <p:cNvSpPr/>
              <p:nvPr/>
            </p:nvSpPr>
            <p:spPr>
              <a:xfrm>
                <a:off x="7769050" y="7856473"/>
                <a:ext cx="37180" cy="37180"/>
              </a:xfrm>
              <a:custGeom>
                <a:avLst/>
                <a:gdLst>
                  <a:gd name="connsiteX0" fmla="*/ 37454 w 37180"/>
                  <a:gd name="connsiteY0" fmla="*/ 18739 h 37180"/>
                  <a:gd name="connsiteX1" fmla="*/ 18864 w 37180"/>
                  <a:gd name="connsiteY1" fmla="*/ 37329 h 37180"/>
                  <a:gd name="connsiteX2" fmla="*/ 273 w 37180"/>
                  <a:gd name="connsiteY2" fmla="*/ 18739 h 37180"/>
                  <a:gd name="connsiteX3" fmla="*/ 18864 w 37180"/>
                  <a:gd name="connsiteY3" fmla="*/ 148 h 37180"/>
                  <a:gd name="connsiteX4" fmla="*/ 37454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39"/>
                    </a:moveTo>
                    <a:cubicBezTo>
                      <a:pt x="37454" y="29006"/>
                      <a:pt x="29131" y="37329"/>
                      <a:pt x="18864" y="37329"/>
                    </a:cubicBezTo>
                    <a:cubicBezTo>
                      <a:pt x="8596" y="37329"/>
                      <a:pt x="273" y="29006"/>
                      <a:pt x="273" y="18739"/>
                    </a:cubicBezTo>
                    <a:cubicBezTo>
                      <a:pt x="273" y="8471"/>
                      <a:pt x="8596" y="148"/>
                      <a:pt x="18864" y="148"/>
                    </a:cubicBezTo>
                    <a:cubicBezTo>
                      <a:pt x="29131" y="148"/>
                      <a:pt x="37454" y="8471"/>
                      <a:pt x="37454" y="18739"/>
                    </a:cubicBezTo>
                    <a:close/>
                  </a:path>
                </a:pathLst>
              </a:custGeom>
              <a:solidFill>
                <a:srgbClr val="89F789"/>
              </a:solidFill>
              <a:ln w="5753" cap="sq">
                <a:noFill/>
                <a:prstDash val="solid"/>
                <a:miter/>
              </a:ln>
            </p:spPr>
            <p:txBody>
              <a:bodyPr rtlCol="0" anchor="ctr"/>
              <a:lstStyle/>
              <a:p>
                <a:endParaRPr lang="en-US"/>
              </a:p>
            </p:txBody>
          </p:sp>
          <p:sp>
            <p:nvSpPr>
              <p:cNvPr id="1629" name="Freeform: Shape 1628">
                <a:extLst>
                  <a:ext uri="{FF2B5EF4-FFF2-40B4-BE49-F238E27FC236}">
                    <a16:creationId xmlns:a16="http://schemas.microsoft.com/office/drawing/2014/main" id="{71FBB168-1201-9476-CF45-28B5BAEB22C3}"/>
                  </a:ext>
                </a:extLst>
              </p:cNvPr>
              <p:cNvSpPr/>
              <p:nvPr/>
            </p:nvSpPr>
            <p:spPr>
              <a:xfrm>
                <a:off x="7766650" y="7854073"/>
                <a:ext cx="41981" cy="41981"/>
              </a:xfrm>
              <a:custGeom>
                <a:avLst/>
                <a:gdLst>
                  <a:gd name="connsiteX0" fmla="*/ 21264 w 41981"/>
                  <a:gd name="connsiteY0" fmla="*/ 4949 h 41981"/>
                  <a:gd name="connsiteX1" fmla="*/ 37454 w 41981"/>
                  <a:gd name="connsiteY1" fmla="*/ 21139 h 41981"/>
                  <a:gd name="connsiteX2" fmla="*/ 37454 w 41981"/>
                  <a:gd name="connsiteY2" fmla="*/ 21139 h 41981"/>
                  <a:gd name="connsiteX3" fmla="*/ 21264 w 41981"/>
                  <a:gd name="connsiteY3" fmla="*/ 37329 h 41981"/>
                  <a:gd name="connsiteX4" fmla="*/ 5074 w 41981"/>
                  <a:gd name="connsiteY4" fmla="*/ 21139 h 41981"/>
                  <a:gd name="connsiteX5" fmla="*/ 21264 w 41981"/>
                  <a:gd name="connsiteY5" fmla="*/ 4949 h 41981"/>
                  <a:gd name="connsiteX6" fmla="*/ 21264 w 41981"/>
                  <a:gd name="connsiteY6" fmla="*/ 148 h 41981"/>
                  <a:gd name="connsiteX7" fmla="*/ 273 w 41981"/>
                  <a:gd name="connsiteY7" fmla="*/ 21139 h 41981"/>
                  <a:gd name="connsiteX8" fmla="*/ 21264 w 41981"/>
                  <a:gd name="connsiteY8" fmla="*/ 42129 h 41981"/>
                  <a:gd name="connsiteX9" fmla="*/ 42254 w 41981"/>
                  <a:gd name="connsiteY9" fmla="*/ 21139 h 41981"/>
                  <a:gd name="connsiteX10" fmla="*/ 42254 w 41981"/>
                  <a:gd name="connsiteY10" fmla="*/ 21139 h 41981"/>
                  <a:gd name="connsiteX11" fmla="*/ 21264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49"/>
                    </a:moveTo>
                    <a:cubicBezTo>
                      <a:pt x="30206" y="4949"/>
                      <a:pt x="37454" y="12197"/>
                      <a:pt x="37454" y="21139"/>
                    </a:cubicBezTo>
                    <a:lnTo>
                      <a:pt x="37454" y="21139"/>
                    </a:lnTo>
                    <a:cubicBezTo>
                      <a:pt x="37454" y="30081"/>
                      <a:pt x="30206" y="37329"/>
                      <a:pt x="21264" y="37329"/>
                    </a:cubicBezTo>
                    <a:cubicBezTo>
                      <a:pt x="12322" y="37329"/>
                      <a:pt x="5074" y="30081"/>
                      <a:pt x="5074" y="21139"/>
                    </a:cubicBezTo>
                    <a:cubicBezTo>
                      <a:pt x="5074" y="12197"/>
                      <a:pt x="12322" y="4949"/>
                      <a:pt x="21264" y="4949"/>
                    </a:cubicBezTo>
                    <a:close/>
                    <a:moveTo>
                      <a:pt x="21264" y="148"/>
                    </a:moveTo>
                    <a:cubicBezTo>
                      <a:pt x="9671" y="148"/>
                      <a:pt x="273" y="9546"/>
                      <a:pt x="273" y="21139"/>
                    </a:cubicBezTo>
                    <a:cubicBezTo>
                      <a:pt x="273" y="32731"/>
                      <a:pt x="9671" y="42129"/>
                      <a:pt x="21264" y="42129"/>
                    </a:cubicBezTo>
                    <a:cubicBezTo>
                      <a:pt x="32856" y="42129"/>
                      <a:pt x="42254" y="32731"/>
                      <a:pt x="42254" y="21139"/>
                    </a:cubicBezTo>
                    <a:lnTo>
                      <a:pt x="42254" y="21139"/>
                    </a:lnTo>
                    <a:cubicBezTo>
                      <a:pt x="42254" y="9546"/>
                      <a:pt x="32856" y="148"/>
                      <a:pt x="21264" y="148"/>
                    </a:cubicBezTo>
                    <a:close/>
                  </a:path>
                </a:pathLst>
              </a:custGeom>
              <a:solidFill>
                <a:srgbClr val="000000"/>
              </a:solidFill>
              <a:ln w="4794" cap="sq">
                <a:noFill/>
                <a:prstDash val="solid"/>
                <a:round/>
              </a:ln>
            </p:spPr>
            <p:txBody>
              <a:bodyPr rtlCol="0" anchor="ctr"/>
              <a:lstStyle/>
              <a:p>
                <a:endParaRPr lang="en-US"/>
              </a:p>
            </p:txBody>
          </p:sp>
          <p:sp>
            <p:nvSpPr>
              <p:cNvPr id="1630" name="Freeform: Shape 1629">
                <a:extLst>
                  <a:ext uri="{FF2B5EF4-FFF2-40B4-BE49-F238E27FC236}">
                    <a16:creationId xmlns:a16="http://schemas.microsoft.com/office/drawing/2014/main" id="{6C40A903-2BEF-4F82-B6F9-34289B1616C6}"/>
                  </a:ext>
                </a:extLst>
              </p:cNvPr>
              <p:cNvSpPr/>
              <p:nvPr/>
            </p:nvSpPr>
            <p:spPr>
              <a:xfrm>
                <a:off x="7900528" y="8025051"/>
                <a:ext cx="37180" cy="37180"/>
              </a:xfrm>
              <a:custGeom>
                <a:avLst/>
                <a:gdLst>
                  <a:gd name="connsiteX0" fmla="*/ 37477 w 37180"/>
                  <a:gd name="connsiteY0" fmla="*/ 18768 h 37180"/>
                  <a:gd name="connsiteX1" fmla="*/ 18886 w 37180"/>
                  <a:gd name="connsiteY1" fmla="*/ 37358 h 37180"/>
                  <a:gd name="connsiteX2" fmla="*/ 296 w 37180"/>
                  <a:gd name="connsiteY2" fmla="*/ 18768 h 37180"/>
                  <a:gd name="connsiteX3" fmla="*/ 18886 w 37180"/>
                  <a:gd name="connsiteY3" fmla="*/ 177 h 37180"/>
                  <a:gd name="connsiteX4" fmla="*/ 37477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7" y="18768"/>
                    </a:moveTo>
                    <a:cubicBezTo>
                      <a:pt x="37477" y="29035"/>
                      <a:pt x="29154" y="37358"/>
                      <a:pt x="18886" y="37358"/>
                    </a:cubicBezTo>
                    <a:cubicBezTo>
                      <a:pt x="8619" y="37358"/>
                      <a:pt x="296" y="29035"/>
                      <a:pt x="296" y="18768"/>
                    </a:cubicBezTo>
                    <a:cubicBezTo>
                      <a:pt x="296" y="8501"/>
                      <a:pt x="8619" y="177"/>
                      <a:pt x="18886" y="177"/>
                    </a:cubicBezTo>
                    <a:cubicBezTo>
                      <a:pt x="29154" y="177"/>
                      <a:pt x="37477" y="8501"/>
                      <a:pt x="37477" y="18768"/>
                    </a:cubicBezTo>
                    <a:close/>
                  </a:path>
                </a:pathLst>
              </a:custGeom>
              <a:solidFill>
                <a:srgbClr val="F7E4E4"/>
              </a:solidFill>
              <a:ln w="5753" cap="sq">
                <a:noFill/>
                <a:prstDash val="solid"/>
                <a:miter/>
              </a:ln>
            </p:spPr>
            <p:txBody>
              <a:bodyPr rtlCol="0" anchor="ctr"/>
              <a:lstStyle/>
              <a:p>
                <a:endParaRPr lang="en-US"/>
              </a:p>
            </p:txBody>
          </p:sp>
          <p:sp>
            <p:nvSpPr>
              <p:cNvPr id="1631" name="Freeform: Shape 1630">
                <a:extLst>
                  <a:ext uri="{FF2B5EF4-FFF2-40B4-BE49-F238E27FC236}">
                    <a16:creationId xmlns:a16="http://schemas.microsoft.com/office/drawing/2014/main" id="{EA65D07F-E626-4F52-7509-96B01C73F7B7}"/>
                  </a:ext>
                </a:extLst>
              </p:cNvPr>
              <p:cNvSpPr/>
              <p:nvPr/>
            </p:nvSpPr>
            <p:spPr>
              <a:xfrm>
                <a:off x="7898127" y="8022651"/>
                <a:ext cx="41981" cy="41981"/>
              </a:xfrm>
              <a:custGeom>
                <a:avLst/>
                <a:gdLst>
                  <a:gd name="connsiteX0" fmla="*/ 21287 w 41981"/>
                  <a:gd name="connsiteY0" fmla="*/ 4978 h 41981"/>
                  <a:gd name="connsiteX1" fmla="*/ 37477 w 41981"/>
                  <a:gd name="connsiteY1" fmla="*/ 21168 h 41981"/>
                  <a:gd name="connsiteX2" fmla="*/ 37477 w 41981"/>
                  <a:gd name="connsiteY2" fmla="*/ 21168 h 41981"/>
                  <a:gd name="connsiteX3" fmla="*/ 21287 w 41981"/>
                  <a:gd name="connsiteY3" fmla="*/ 37358 h 41981"/>
                  <a:gd name="connsiteX4" fmla="*/ 5096 w 41981"/>
                  <a:gd name="connsiteY4" fmla="*/ 21168 h 41981"/>
                  <a:gd name="connsiteX5" fmla="*/ 21287 w 41981"/>
                  <a:gd name="connsiteY5" fmla="*/ 4978 h 41981"/>
                  <a:gd name="connsiteX6" fmla="*/ 21287 w 41981"/>
                  <a:gd name="connsiteY6" fmla="*/ 177 h 41981"/>
                  <a:gd name="connsiteX7" fmla="*/ 296 w 41981"/>
                  <a:gd name="connsiteY7" fmla="*/ 21168 h 41981"/>
                  <a:gd name="connsiteX8" fmla="*/ 21287 w 41981"/>
                  <a:gd name="connsiteY8" fmla="*/ 42159 h 41981"/>
                  <a:gd name="connsiteX9" fmla="*/ 42277 w 41981"/>
                  <a:gd name="connsiteY9" fmla="*/ 21168 h 41981"/>
                  <a:gd name="connsiteX10" fmla="*/ 42277 w 41981"/>
                  <a:gd name="connsiteY10" fmla="*/ 21168 h 41981"/>
                  <a:gd name="connsiteX11" fmla="*/ 21287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7" y="4978"/>
                    </a:moveTo>
                    <a:cubicBezTo>
                      <a:pt x="30228" y="4978"/>
                      <a:pt x="37477" y="12226"/>
                      <a:pt x="37477" y="21168"/>
                    </a:cubicBezTo>
                    <a:lnTo>
                      <a:pt x="37477" y="21168"/>
                    </a:lnTo>
                    <a:cubicBezTo>
                      <a:pt x="37477" y="30110"/>
                      <a:pt x="30228" y="37358"/>
                      <a:pt x="21287" y="37358"/>
                    </a:cubicBezTo>
                    <a:cubicBezTo>
                      <a:pt x="12345" y="37358"/>
                      <a:pt x="5096" y="30110"/>
                      <a:pt x="5096" y="21168"/>
                    </a:cubicBezTo>
                    <a:cubicBezTo>
                      <a:pt x="5096" y="12226"/>
                      <a:pt x="12345" y="4978"/>
                      <a:pt x="21287" y="4978"/>
                    </a:cubicBezTo>
                    <a:close/>
                    <a:moveTo>
                      <a:pt x="21287" y="177"/>
                    </a:moveTo>
                    <a:cubicBezTo>
                      <a:pt x="9694" y="177"/>
                      <a:pt x="296" y="9576"/>
                      <a:pt x="296" y="21168"/>
                    </a:cubicBezTo>
                    <a:cubicBezTo>
                      <a:pt x="296" y="32761"/>
                      <a:pt x="9694" y="42159"/>
                      <a:pt x="21287" y="42159"/>
                    </a:cubicBezTo>
                    <a:cubicBezTo>
                      <a:pt x="32879" y="42159"/>
                      <a:pt x="42277" y="32761"/>
                      <a:pt x="42277" y="21168"/>
                    </a:cubicBezTo>
                    <a:lnTo>
                      <a:pt x="42277" y="21168"/>
                    </a:lnTo>
                    <a:cubicBezTo>
                      <a:pt x="42277" y="9576"/>
                      <a:pt x="32879" y="177"/>
                      <a:pt x="21287" y="177"/>
                    </a:cubicBezTo>
                    <a:close/>
                  </a:path>
                </a:pathLst>
              </a:custGeom>
              <a:solidFill>
                <a:srgbClr val="000000"/>
              </a:solidFill>
              <a:ln w="4794" cap="sq">
                <a:noFill/>
                <a:prstDash val="solid"/>
                <a:round/>
              </a:ln>
            </p:spPr>
            <p:txBody>
              <a:bodyPr rtlCol="0" anchor="ctr"/>
              <a:lstStyle/>
              <a:p>
                <a:endParaRPr lang="en-US"/>
              </a:p>
            </p:txBody>
          </p:sp>
          <p:sp>
            <p:nvSpPr>
              <p:cNvPr id="1632" name="Freeform: Shape 1631">
                <a:extLst>
                  <a:ext uri="{FF2B5EF4-FFF2-40B4-BE49-F238E27FC236}">
                    <a16:creationId xmlns:a16="http://schemas.microsoft.com/office/drawing/2014/main" id="{9A7943A0-7A65-0297-0C75-41C60FDEF0BC}"/>
                  </a:ext>
                </a:extLst>
              </p:cNvPr>
              <p:cNvSpPr/>
              <p:nvPr/>
            </p:nvSpPr>
            <p:spPr>
              <a:xfrm>
                <a:off x="8187116" y="8105460"/>
                <a:ext cx="37180" cy="37180"/>
              </a:xfrm>
              <a:custGeom>
                <a:avLst/>
                <a:gdLst>
                  <a:gd name="connsiteX0" fmla="*/ 37527 w 37180"/>
                  <a:gd name="connsiteY0" fmla="*/ 18782 h 37180"/>
                  <a:gd name="connsiteX1" fmla="*/ 18936 w 37180"/>
                  <a:gd name="connsiteY1" fmla="*/ 37372 h 37180"/>
                  <a:gd name="connsiteX2" fmla="*/ 346 w 37180"/>
                  <a:gd name="connsiteY2" fmla="*/ 18782 h 37180"/>
                  <a:gd name="connsiteX3" fmla="*/ 18936 w 37180"/>
                  <a:gd name="connsiteY3" fmla="*/ 191 h 37180"/>
                  <a:gd name="connsiteX4" fmla="*/ 37527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7" y="18782"/>
                    </a:moveTo>
                    <a:cubicBezTo>
                      <a:pt x="37527" y="29049"/>
                      <a:pt x="29203" y="37372"/>
                      <a:pt x="18936" y="37372"/>
                    </a:cubicBezTo>
                    <a:cubicBezTo>
                      <a:pt x="8669" y="37372"/>
                      <a:pt x="346" y="29049"/>
                      <a:pt x="346" y="18782"/>
                    </a:cubicBezTo>
                    <a:cubicBezTo>
                      <a:pt x="346" y="8515"/>
                      <a:pt x="8669" y="191"/>
                      <a:pt x="18936" y="191"/>
                    </a:cubicBezTo>
                    <a:cubicBezTo>
                      <a:pt x="29203" y="191"/>
                      <a:pt x="37527" y="8515"/>
                      <a:pt x="37527" y="18782"/>
                    </a:cubicBezTo>
                    <a:close/>
                  </a:path>
                </a:pathLst>
              </a:custGeom>
              <a:solidFill>
                <a:srgbClr val="C5F7C5"/>
              </a:solidFill>
              <a:ln w="5753" cap="sq">
                <a:noFill/>
                <a:prstDash val="solid"/>
                <a:miter/>
              </a:ln>
            </p:spPr>
            <p:txBody>
              <a:bodyPr rtlCol="0" anchor="ctr"/>
              <a:lstStyle/>
              <a:p>
                <a:endParaRPr lang="en-US"/>
              </a:p>
            </p:txBody>
          </p:sp>
          <p:sp>
            <p:nvSpPr>
              <p:cNvPr id="1633" name="Freeform: Shape 1632">
                <a:extLst>
                  <a:ext uri="{FF2B5EF4-FFF2-40B4-BE49-F238E27FC236}">
                    <a16:creationId xmlns:a16="http://schemas.microsoft.com/office/drawing/2014/main" id="{217E5EEE-EF7D-2190-A37D-ECDFEF0229B7}"/>
                  </a:ext>
                </a:extLst>
              </p:cNvPr>
              <p:cNvSpPr/>
              <p:nvPr/>
            </p:nvSpPr>
            <p:spPr>
              <a:xfrm>
                <a:off x="8184716" y="8103060"/>
                <a:ext cx="41981" cy="41981"/>
              </a:xfrm>
              <a:custGeom>
                <a:avLst/>
                <a:gdLst>
                  <a:gd name="connsiteX0" fmla="*/ 21336 w 41981"/>
                  <a:gd name="connsiteY0" fmla="*/ 4992 h 41981"/>
                  <a:gd name="connsiteX1" fmla="*/ 37527 w 41981"/>
                  <a:gd name="connsiteY1" fmla="*/ 21182 h 41981"/>
                  <a:gd name="connsiteX2" fmla="*/ 37527 w 41981"/>
                  <a:gd name="connsiteY2" fmla="*/ 21182 h 41981"/>
                  <a:gd name="connsiteX3" fmla="*/ 21336 w 41981"/>
                  <a:gd name="connsiteY3" fmla="*/ 37372 h 41981"/>
                  <a:gd name="connsiteX4" fmla="*/ 5146 w 41981"/>
                  <a:gd name="connsiteY4" fmla="*/ 21182 h 41981"/>
                  <a:gd name="connsiteX5" fmla="*/ 21336 w 41981"/>
                  <a:gd name="connsiteY5" fmla="*/ 4992 h 41981"/>
                  <a:gd name="connsiteX6" fmla="*/ 21336 w 41981"/>
                  <a:gd name="connsiteY6" fmla="*/ 191 h 41981"/>
                  <a:gd name="connsiteX7" fmla="*/ 346 w 41981"/>
                  <a:gd name="connsiteY7" fmla="*/ 21182 h 41981"/>
                  <a:gd name="connsiteX8" fmla="*/ 21336 w 41981"/>
                  <a:gd name="connsiteY8" fmla="*/ 42173 h 41981"/>
                  <a:gd name="connsiteX9" fmla="*/ 42327 w 41981"/>
                  <a:gd name="connsiteY9" fmla="*/ 21182 h 41981"/>
                  <a:gd name="connsiteX10" fmla="*/ 42327 w 41981"/>
                  <a:gd name="connsiteY10" fmla="*/ 21182 h 41981"/>
                  <a:gd name="connsiteX11" fmla="*/ 21336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36" y="4992"/>
                    </a:moveTo>
                    <a:cubicBezTo>
                      <a:pt x="30278" y="4992"/>
                      <a:pt x="37527" y="12240"/>
                      <a:pt x="37527" y="21182"/>
                    </a:cubicBezTo>
                    <a:lnTo>
                      <a:pt x="37527" y="21182"/>
                    </a:lnTo>
                    <a:cubicBezTo>
                      <a:pt x="37527" y="30124"/>
                      <a:pt x="30278" y="37372"/>
                      <a:pt x="21336" y="37372"/>
                    </a:cubicBezTo>
                    <a:cubicBezTo>
                      <a:pt x="12394" y="37372"/>
                      <a:pt x="5146" y="30124"/>
                      <a:pt x="5146" y="21182"/>
                    </a:cubicBezTo>
                    <a:cubicBezTo>
                      <a:pt x="5146" y="12240"/>
                      <a:pt x="12394" y="4992"/>
                      <a:pt x="21336" y="4992"/>
                    </a:cubicBezTo>
                    <a:close/>
                    <a:moveTo>
                      <a:pt x="21336" y="191"/>
                    </a:moveTo>
                    <a:cubicBezTo>
                      <a:pt x="9744" y="191"/>
                      <a:pt x="346" y="9589"/>
                      <a:pt x="346" y="21182"/>
                    </a:cubicBezTo>
                    <a:cubicBezTo>
                      <a:pt x="346" y="32775"/>
                      <a:pt x="9744" y="42173"/>
                      <a:pt x="21336" y="42173"/>
                    </a:cubicBezTo>
                    <a:cubicBezTo>
                      <a:pt x="32929" y="42173"/>
                      <a:pt x="42327" y="32775"/>
                      <a:pt x="42327" y="21182"/>
                    </a:cubicBezTo>
                    <a:lnTo>
                      <a:pt x="42327" y="21182"/>
                    </a:lnTo>
                    <a:cubicBezTo>
                      <a:pt x="42327" y="9589"/>
                      <a:pt x="32929" y="191"/>
                      <a:pt x="21336" y="191"/>
                    </a:cubicBezTo>
                    <a:close/>
                  </a:path>
                </a:pathLst>
              </a:custGeom>
              <a:solidFill>
                <a:srgbClr val="000000"/>
              </a:solidFill>
              <a:ln w="4794" cap="sq">
                <a:noFill/>
                <a:prstDash val="solid"/>
                <a:round/>
              </a:ln>
            </p:spPr>
            <p:txBody>
              <a:bodyPr rtlCol="0" anchor="ctr"/>
              <a:lstStyle/>
              <a:p>
                <a:endParaRPr lang="en-US"/>
              </a:p>
            </p:txBody>
          </p:sp>
          <p:sp>
            <p:nvSpPr>
              <p:cNvPr id="1634" name="Freeform: Shape 1633">
                <a:extLst>
                  <a:ext uri="{FF2B5EF4-FFF2-40B4-BE49-F238E27FC236}">
                    <a16:creationId xmlns:a16="http://schemas.microsoft.com/office/drawing/2014/main" id="{B40DC9B8-920B-D4B4-A303-2CEEFBE01904}"/>
                  </a:ext>
                </a:extLst>
              </p:cNvPr>
              <p:cNvSpPr/>
              <p:nvPr/>
            </p:nvSpPr>
            <p:spPr>
              <a:xfrm>
                <a:off x="7739127" y="7944883"/>
                <a:ext cx="37180" cy="37180"/>
              </a:xfrm>
              <a:custGeom>
                <a:avLst/>
                <a:gdLst>
                  <a:gd name="connsiteX0" fmla="*/ 37449 w 37180"/>
                  <a:gd name="connsiteY0" fmla="*/ 18754 h 37180"/>
                  <a:gd name="connsiteX1" fmla="*/ 18858 w 37180"/>
                  <a:gd name="connsiteY1" fmla="*/ 37344 h 37180"/>
                  <a:gd name="connsiteX2" fmla="*/ 268 w 37180"/>
                  <a:gd name="connsiteY2" fmla="*/ 18754 h 37180"/>
                  <a:gd name="connsiteX3" fmla="*/ 18858 w 37180"/>
                  <a:gd name="connsiteY3" fmla="*/ 164 h 37180"/>
                  <a:gd name="connsiteX4" fmla="*/ 37449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4"/>
                    </a:moveTo>
                    <a:cubicBezTo>
                      <a:pt x="37449" y="29021"/>
                      <a:pt x="29126" y="37344"/>
                      <a:pt x="18858" y="37344"/>
                    </a:cubicBezTo>
                    <a:cubicBezTo>
                      <a:pt x="8591" y="37344"/>
                      <a:pt x="268" y="29021"/>
                      <a:pt x="268" y="18754"/>
                    </a:cubicBezTo>
                    <a:cubicBezTo>
                      <a:pt x="268" y="8487"/>
                      <a:pt x="8591" y="164"/>
                      <a:pt x="18858" y="164"/>
                    </a:cubicBezTo>
                    <a:cubicBezTo>
                      <a:pt x="29126" y="164"/>
                      <a:pt x="37449" y="8487"/>
                      <a:pt x="37449" y="18754"/>
                    </a:cubicBezTo>
                    <a:close/>
                  </a:path>
                </a:pathLst>
              </a:custGeom>
              <a:solidFill>
                <a:srgbClr val="F7A562"/>
              </a:solidFill>
              <a:ln w="5753" cap="sq">
                <a:noFill/>
                <a:prstDash val="solid"/>
                <a:miter/>
              </a:ln>
            </p:spPr>
            <p:txBody>
              <a:bodyPr rtlCol="0" anchor="ctr"/>
              <a:lstStyle/>
              <a:p>
                <a:endParaRPr lang="en-US"/>
              </a:p>
            </p:txBody>
          </p:sp>
          <p:sp>
            <p:nvSpPr>
              <p:cNvPr id="1635" name="Freeform: Shape 1634">
                <a:extLst>
                  <a:ext uri="{FF2B5EF4-FFF2-40B4-BE49-F238E27FC236}">
                    <a16:creationId xmlns:a16="http://schemas.microsoft.com/office/drawing/2014/main" id="{5D9EE6CC-37C6-F79C-C7B1-4F0F0F228CB5}"/>
                  </a:ext>
                </a:extLst>
              </p:cNvPr>
              <p:cNvSpPr/>
              <p:nvPr/>
            </p:nvSpPr>
            <p:spPr>
              <a:xfrm>
                <a:off x="7736726" y="7942483"/>
                <a:ext cx="41981" cy="41981"/>
              </a:xfrm>
              <a:custGeom>
                <a:avLst/>
                <a:gdLst>
                  <a:gd name="connsiteX0" fmla="*/ 21259 w 41981"/>
                  <a:gd name="connsiteY0" fmla="*/ 4964 h 41981"/>
                  <a:gd name="connsiteX1" fmla="*/ 37449 w 41981"/>
                  <a:gd name="connsiteY1" fmla="*/ 21154 h 41981"/>
                  <a:gd name="connsiteX2" fmla="*/ 37449 w 41981"/>
                  <a:gd name="connsiteY2" fmla="*/ 21154 h 41981"/>
                  <a:gd name="connsiteX3" fmla="*/ 21259 w 41981"/>
                  <a:gd name="connsiteY3" fmla="*/ 37344 h 41981"/>
                  <a:gd name="connsiteX4" fmla="*/ 5068 w 41981"/>
                  <a:gd name="connsiteY4" fmla="*/ 21154 h 41981"/>
                  <a:gd name="connsiteX5" fmla="*/ 21259 w 41981"/>
                  <a:gd name="connsiteY5" fmla="*/ 4964 h 41981"/>
                  <a:gd name="connsiteX6" fmla="*/ 21259 w 41981"/>
                  <a:gd name="connsiteY6" fmla="*/ 164 h 41981"/>
                  <a:gd name="connsiteX7" fmla="*/ 268 w 41981"/>
                  <a:gd name="connsiteY7" fmla="*/ 21154 h 41981"/>
                  <a:gd name="connsiteX8" fmla="*/ 21259 w 41981"/>
                  <a:gd name="connsiteY8" fmla="*/ 42145 h 41981"/>
                  <a:gd name="connsiteX9" fmla="*/ 42249 w 41981"/>
                  <a:gd name="connsiteY9" fmla="*/ 21154 h 41981"/>
                  <a:gd name="connsiteX10" fmla="*/ 42249 w 41981"/>
                  <a:gd name="connsiteY10" fmla="*/ 21154 h 41981"/>
                  <a:gd name="connsiteX11" fmla="*/ 21259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4"/>
                    </a:moveTo>
                    <a:cubicBezTo>
                      <a:pt x="30200" y="4964"/>
                      <a:pt x="37449" y="12212"/>
                      <a:pt x="37449" y="21154"/>
                    </a:cubicBezTo>
                    <a:lnTo>
                      <a:pt x="37449" y="21154"/>
                    </a:lnTo>
                    <a:cubicBezTo>
                      <a:pt x="37449" y="30096"/>
                      <a:pt x="30200" y="37344"/>
                      <a:pt x="21259" y="37344"/>
                    </a:cubicBezTo>
                    <a:cubicBezTo>
                      <a:pt x="12317" y="37344"/>
                      <a:pt x="5068" y="30096"/>
                      <a:pt x="5068" y="21154"/>
                    </a:cubicBezTo>
                    <a:cubicBezTo>
                      <a:pt x="5068" y="12212"/>
                      <a:pt x="12317" y="4964"/>
                      <a:pt x="21259" y="4964"/>
                    </a:cubicBezTo>
                    <a:close/>
                    <a:moveTo>
                      <a:pt x="21259" y="164"/>
                    </a:moveTo>
                    <a:cubicBezTo>
                      <a:pt x="9666" y="164"/>
                      <a:pt x="268" y="9562"/>
                      <a:pt x="268" y="21154"/>
                    </a:cubicBezTo>
                    <a:cubicBezTo>
                      <a:pt x="268" y="32747"/>
                      <a:pt x="9666" y="42145"/>
                      <a:pt x="21259" y="42145"/>
                    </a:cubicBezTo>
                    <a:cubicBezTo>
                      <a:pt x="32851" y="42145"/>
                      <a:pt x="42249" y="32747"/>
                      <a:pt x="42249" y="21154"/>
                    </a:cubicBezTo>
                    <a:lnTo>
                      <a:pt x="42249" y="21154"/>
                    </a:lnTo>
                    <a:cubicBezTo>
                      <a:pt x="42249" y="9562"/>
                      <a:pt x="32851" y="164"/>
                      <a:pt x="21259" y="164"/>
                    </a:cubicBezTo>
                    <a:close/>
                  </a:path>
                </a:pathLst>
              </a:custGeom>
              <a:solidFill>
                <a:srgbClr val="000000"/>
              </a:solidFill>
              <a:ln w="4794" cap="sq">
                <a:noFill/>
                <a:prstDash val="solid"/>
                <a:round/>
              </a:ln>
            </p:spPr>
            <p:txBody>
              <a:bodyPr rtlCol="0" anchor="ctr"/>
              <a:lstStyle/>
              <a:p>
                <a:endParaRPr lang="en-US"/>
              </a:p>
            </p:txBody>
          </p:sp>
          <p:sp>
            <p:nvSpPr>
              <p:cNvPr id="1636" name="Freeform: Shape 1635">
                <a:extLst>
                  <a:ext uri="{FF2B5EF4-FFF2-40B4-BE49-F238E27FC236}">
                    <a16:creationId xmlns:a16="http://schemas.microsoft.com/office/drawing/2014/main" id="{3790F510-4D9C-9886-87B1-589CEE5ED1A0}"/>
                  </a:ext>
                </a:extLst>
              </p:cNvPr>
              <p:cNvSpPr/>
              <p:nvPr/>
            </p:nvSpPr>
            <p:spPr>
              <a:xfrm>
                <a:off x="7773306" y="7848432"/>
                <a:ext cx="37180" cy="37180"/>
              </a:xfrm>
              <a:custGeom>
                <a:avLst/>
                <a:gdLst>
                  <a:gd name="connsiteX0" fmla="*/ 37455 w 37180"/>
                  <a:gd name="connsiteY0" fmla="*/ 18737 h 37180"/>
                  <a:gd name="connsiteX1" fmla="*/ 18864 w 37180"/>
                  <a:gd name="connsiteY1" fmla="*/ 37328 h 37180"/>
                  <a:gd name="connsiteX2" fmla="*/ 274 w 37180"/>
                  <a:gd name="connsiteY2" fmla="*/ 18737 h 37180"/>
                  <a:gd name="connsiteX3" fmla="*/ 18864 w 37180"/>
                  <a:gd name="connsiteY3" fmla="*/ 147 h 37180"/>
                  <a:gd name="connsiteX4" fmla="*/ 37455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37"/>
                    </a:moveTo>
                    <a:cubicBezTo>
                      <a:pt x="37455" y="29004"/>
                      <a:pt x="29131" y="37328"/>
                      <a:pt x="18864" y="37328"/>
                    </a:cubicBezTo>
                    <a:cubicBezTo>
                      <a:pt x="8597" y="37328"/>
                      <a:pt x="274" y="29004"/>
                      <a:pt x="274" y="18737"/>
                    </a:cubicBezTo>
                    <a:cubicBezTo>
                      <a:pt x="274" y="8470"/>
                      <a:pt x="8597" y="147"/>
                      <a:pt x="18864" y="147"/>
                    </a:cubicBezTo>
                    <a:cubicBezTo>
                      <a:pt x="29131" y="147"/>
                      <a:pt x="37455" y="8470"/>
                      <a:pt x="37455" y="18737"/>
                    </a:cubicBezTo>
                    <a:close/>
                  </a:path>
                </a:pathLst>
              </a:custGeom>
              <a:solidFill>
                <a:srgbClr val="8BF78B"/>
              </a:solidFill>
              <a:ln w="5753" cap="sq">
                <a:noFill/>
                <a:prstDash val="solid"/>
                <a:miter/>
              </a:ln>
            </p:spPr>
            <p:txBody>
              <a:bodyPr rtlCol="0" anchor="ctr"/>
              <a:lstStyle/>
              <a:p>
                <a:endParaRPr lang="en-US"/>
              </a:p>
            </p:txBody>
          </p:sp>
          <p:sp>
            <p:nvSpPr>
              <p:cNvPr id="1637" name="Freeform: Shape 1636">
                <a:extLst>
                  <a:ext uri="{FF2B5EF4-FFF2-40B4-BE49-F238E27FC236}">
                    <a16:creationId xmlns:a16="http://schemas.microsoft.com/office/drawing/2014/main" id="{F890CC15-49AB-13E3-351B-F14E6BB25EAC}"/>
                  </a:ext>
                </a:extLst>
              </p:cNvPr>
              <p:cNvSpPr/>
              <p:nvPr/>
            </p:nvSpPr>
            <p:spPr>
              <a:xfrm>
                <a:off x="7770906" y="7846032"/>
                <a:ext cx="41981" cy="41981"/>
              </a:xfrm>
              <a:custGeom>
                <a:avLst/>
                <a:gdLst>
                  <a:gd name="connsiteX0" fmla="*/ 21264 w 41981"/>
                  <a:gd name="connsiteY0" fmla="*/ 4947 h 41981"/>
                  <a:gd name="connsiteX1" fmla="*/ 37455 w 41981"/>
                  <a:gd name="connsiteY1" fmla="*/ 21137 h 41981"/>
                  <a:gd name="connsiteX2" fmla="*/ 37455 w 41981"/>
                  <a:gd name="connsiteY2" fmla="*/ 21137 h 41981"/>
                  <a:gd name="connsiteX3" fmla="*/ 21264 w 41981"/>
                  <a:gd name="connsiteY3" fmla="*/ 37328 h 41981"/>
                  <a:gd name="connsiteX4" fmla="*/ 5074 w 41981"/>
                  <a:gd name="connsiteY4" fmla="*/ 21137 h 41981"/>
                  <a:gd name="connsiteX5" fmla="*/ 21264 w 41981"/>
                  <a:gd name="connsiteY5" fmla="*/ 4947 h 41981"/>
                  <a:gd name="connsiteX6" fmla="*/ 21264 w 41981"/>
                  <a:gd name="connsiteY6" fmla="*/ 147 h 41981"/>
                  <a:gd name="connsiteX7" fmla="*/ 274 w 41981"/>
                  <a:gd name="connsiteY7" fmla="*/ 21137 h 41981"/>
                  <a:gd name="connsiteX8" fmla="*/ 21264 w 41981"/>
                  <a:gd name="connsiteY8" fmla="*/ 42128 h 41981"/>
                  <a:gd name="connsiteX9" fmla="*/ 42255 w 41981"/>
                  <a:gd name="connsiteY9" fmla="*/ 21137 h 41981"/>
                  <a:gd name="connsiteX10" fmla="*/ 42255 w 41981"/>
                  <a:gd name="connsiteY10" fmla="*/ 21137 h 41981"/>
                  <a:gd name="connsiteX11" fmla="*/ 21264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47"/>
                    </a:moveTo>
                    <a:cubicBezTo>
                      <a:pt x="30206" y="4947"/>
                      <a:pt x="37455" y="12196"/>
                      <a:pt x="37455" y="21137"/>
                    </a:cubicBezTo>
                    <a:lnTo>
                      <a:pt x="37455" y="21137"/>
                    </a:lnTo>
                    <a:cubicBezTo>
                      <a:pt x="37455" y="30079"/>
                      <a:pt x="30206" y="37328"/>
                      <a:pt x="21264" y="37328"/>
                    </a:cubicBezTo>
                    <a:cubicBezTo>
                      <a:pt x="12323" y="37328"/>
                      <a:pt x="5074" y="30079"/>
                      <a:pt x="5074" y="21137"/>
                    </a:cubicBezTo>
                    <a:cubicBezTo>
                      <a:pt x="5074" y="12196"/>
                      <a:pt x="12323" y="4947"/>
                      <a:pt x="21264" y="4947"/>
                    </a:cubicBezTo>
                    <a:close/>
                    <a:moveTo>
                      <a:pt x="21264" y="147"/>
                    </a:moveTo>
                    <a:cubicBezTo>
                      <a:pt x="9672" y="147"/>
                      <a:pt x="274" y="9545"/>
                      <a:pt x="274" y="21137"/>
                    </a:cubicBezTo>
                    <a:cubicBezTo>
                      <a:pt x="274" y="32730"/>
                      <a:pt x="9672" y="42128"/>
                      <a:pt x="21264" y="42128"/>
                    </a:cubicBezTo>
                    <a:cubicBezTo>
                      <a:pt x="32857" y="42128"/>
                      <a:pt x="42255" y="32730"/>
                      <a:pt x="42255" y="21137"/>
                    </a:cubicBezTo>
                    <a:lnTo>
                      <a:pt x="42255" y="21137"/>
                    </a:lnTo>
                    <a:cubicBezTo>
                      <a:pt x="42255" y="9545"/>
                      <a:pt x="32857" y="147"/>
                      <a:pt x="21264" y="147"/>
                    </a:cubicBezTo>
                    <a:close/>
                  </a:path>
                </a:pathLst>
              </a:custGeom>
              <a:solidFill>
                <a:srgbClr val="000000"/>
              </a:solidFill>
              <a:ln w="4794" cap="sq">
                <a:noFill/>
                <a:prstDash val="solid"/>
                <a:round/>
              </a:ln>
            </p:spPr>
            <p:txBody>
              <a:bodyPr rtlCol="0" anchor="ctr"/>
              <a:lstStyle/>
              <a:p>
                <a:endParaRPr lang="en-US"/>
              </a:p>
            </p:txBody>
          </p:sp>
          <p:sp>
            <p:nvSpPr>
              <p:cNvPr id="1638" name="Freeform: Shape 1637">
                <a:extLst>
                  <a:ext uri="{FF2B5EF4-FFF2-40B4-BE49-F238E27FC236}">
                    <a16:creationId xmlns:a16="http://schemas.microsoft.com/office/drawing/2014/main" id="{D0CB8B6D-C296-4A7C-E446-8A77DF144D15}"/>
                  </a:ext>
                </a:extLst>
              </p:cNvPr>
              <p:cNvSpPr/>
              <p:nvPr/>
            </p:nvSpPr>
            <p:spPr>
              <a:xfrm>
                <a:off x="8155131" y="8141253"/>
                <a:ext cx="37180" cy="37180"/>
              </a:xfrm>
              <a:custGeom>
                <a:avLst/>
                <a:gdLst>
                  <a:gd name="connsiteX0" fmla="*/ 37521 w 37180"/>
                  <a:gd name="connsiteY0" fmla="*/ 18788 h 37180"/>
                  <a:gd name="connsiteX1" fmla="*/ 18931 w 37180"/>
                  <a:gd name="connsiteY1" fmla="*/ 37378 h 37180"/>
                  <a:gd name="connsiteX2" fmla="*/ 340 w 37180"/>
                  <a:gd name="connsiteY2" fmla="*/ 18788 h 37180"/>
                  <a:gd name="connsiteX3" fmla="*/ 18931 w 37180"/>
                  <a:gd name="connsiteY3" fmla="*/ 198 h 37180"/>
                  <a:gd name="connsiteX4" fmla="*/ 37521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21" y="18788"/>
                    </a:moveTo>
                    <a:cubicBezTo>
                      <a:pt x="37521" y="29055"/>
                      <a:pt x="29198" y="37378"/>
                      <a:pt x="18931" y="37378"/>
                    </a:cubicBezTo>
                    <a:cubicBezTo>
                      <a:pt x="8663" y="37378"/>
                      <a:pt x="340" y="29055"/>
                      <a:pt x="340" y="18788"/>
                    </a:cubicBezTo>
                    <a:cubicBezTo>
                      <a:pt x="340" y="8521"/>
                      <a:pt x="8663" y="198"/>
                      <a:pt x="18931" y="198"/>
                    </a:cubicBezTo>
                    <a:cubicBezTo>
                      <a:pt x="29198" y="198"/>
                      <a:pt x="37521" y="8521"/>
                      <a:pt x="37521" y="18788"/>
                    </a:cubicBezTo>
                    <a:close/>
                  </a:path>
                </a:pathLst>
              </a:custGeom>
              <a:solidFill>
                <a:srgbClr val="F7A501"/>
              </a:solidFill>
              <a:ln w="5753" cap="sq">
                <a:noFill/>
                <a:prstDash val="solid"/>
                <a:miter/>
              </a:ln>
            </p:spPr>
            <p:txBody>
              <a:bodyPr rtlCol="0" anchor="ctr"/>
              <a:lstStyle/>
              <a:p>
                <a:endParaRPr lang="en-US"/>
              </a:p>
            </p:txBody>
          </p:sp>
          <p:sp>
            <p:nvSpPr>
              <p:cNvPr id="1639" name="Freeform: Shape 1638">
                <a:extLst>
                  <a:ext uri="{FF2B5EF4-FFF2-40B4-BE49-F238E27FC236}">
                    <a16:creationId xmlns:a16="http://schemas.microsoft.com/office/drawing/2014/main" id="{2EA0C152-DB75-ED92-A731-C521729EDBB1}"/>
                  </a:ext>
                </a:extLst>
              </p:cNvPr>
              <p:cNvSpPr/>
              <p:nvPr/>
            </p:nvSpPr>
            <p:spPr>
              <a:xfrm>
                <a:off x="8152731" y="8138853"/>
                <a:ext cx="41981" cy="41981"/>
              </a:xfrm>
              <a:custGeom>
                <a:avLst/>
                <a:gdLst>
                  <a:gd name="connsiteX0" fmla="*/ 21331 w 41981"/>
                  <a:gd name="connsiteY0" fmla="*/ 4998 h 41981"/>
                  <a:gd name="connsiteX1" fmla="*/ 37521 w 41981"/>
                  <a:gd name="connsiteY1" fmla="*/ 21188 h 41981"/>
                  <a:gd name="connsiteX2" fmla="*/ 37521 w 41981"/>
                  <a:gd name="connsiteY2" fmla="*/ 21188 h 41981"/>
                  <a:gd name="connsiteX3" fmla="*/ 21331 w 41981"/>
                  <a:gd name="connsiteY3" fmla="*/ 37378 h 41981"/>
                  <a:gd name="connsiteX4" fmla="*/ 5141 w 41981"/>
                  <a:gd name="connsiteY4" fmla="*/ 21188 h 41981"/>
                  <a:gd name="connsiteX5" fmla="*/ 21331 w 41981"/>
                  <a:gd name="connsiteY5" fmla="*/ 4998 h 41981"/>
                  <a:gd name="connsiteX6" fmla="*/ 21331 w 41981"/>
                  <a:gd name="connsiteY6" fmla="*/ 198 h 41981"/>
                  <a:gd name="connsiteX7" fmla="*/ 340 w 41981"/>
                  <a:gd name="connsiteY7" fmla="*/ 21188 h 41981"/>
                  <a:gd name="connsiteX8" fmla="*/ 21331 w 41981"/>
                  <a:gd name="connsiteY8" fmla="*/ 42179 h 41981"/>
                  <a:gd name="connsiteX9" fmla="*/ 42321 w 41981"/>
                  <a:gd name="connsiteY9" fmla="*/ 21188 h 41981"/>
                  <a:gd name="connsiteX10" fmla="*/ 42321 w 41981"/>
                  <a:gd name="connsiteY10" fmla="*/ 21188 h 41981"/>
                  <a:gd name="connsiteX11" fmla="*/ 21331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31" y="4998"/>
                    </a:moveTo>
                    <a:cubicBezTo>
                      <a:pt x="30273" y="4998"/>
                      <a:pt x="37521" y="12246"/>
                      <a:pt x="37521" y="21188"/>
                    </a:cubicBezTo>
                    <a:lnTo>
                      <a:pt x="37521" y="21188"/>
                    </a:lnTo>
                    <a:cubicBezTo>
                      <a:pt x="37521" y="30130"/>
                      <a:pt x="30273" y="37378"/>
                      <a:pt x="21331" y="37378"/>
                    </a:cubicBezTo>
                    <a:cubicBezTo>
                      <a:pt x="12389" y="37378"/>
                      <a:pt x="5141" y="30130"/>
                      <a:pt x="5141" y="21188"/>
                    </a:cubicBezTo>
                    <a:cubicBezTo>
                      <a:pt x="5141" y="12246"/>
                      <a:pt x="12389" y="4998"/>
                      <a:pt x="21331" y="4998"/>
                    </a:cubicBezTo>
                    <a:close/>
                    <a:moveTo>
                      <a:pt x="21331" y="198"/>
                    </a:moveTo>
                    <a:cubicBezTo>
                      <a:pt x="9738" y="198"/>
                      <a:pt x="340" y="9596"/>
                      <a:pt x="340" y="21188"/>
                    </a:cubicBezTo>
                    <a:cubicBezTo>
                      <a:pt x="340" y="32781"/>
                      <a:pt x="9738" y="42179"/>
                      <a:pt x="21331" y="42179"/>
                    </a:cubicBezTo>
                    <a:cubicBezTo>
                      <a:pt x="32923" y="42179"/>
                      <a:pt x="42321" y="32781"/>
                      <a:pt x="42321" y="21188"/>
                    </a:cubicBezTo>
                    <a:lnTo>
                      <a:pt x="42321" y="21188"/>
                    </a:lnTo>
                    <a:cubicBezTo>
                      <a:pt x="42321" y="9596"/>
                      <a:pt x="32923" y="198"/>
                      <a:pt x="21331" y="198"/>
                    </a:cubicBezTo>
                    <a:close/>
                  </a:path>
                </a:pathLst>
              </a:custGeom>
              <a:solidFill>
                <a:srgbClr val="000000"/>
              </a:solidFill>
              <a:ln w="4794" cap="sq">
                <a:noFill/>
                <a:prstDash val="solid"/>
                <a:round/>
              </a:ln>
            </p:spPr>
            <p:txBody>
              <a:bodyPr rtlCol="0" anchor="ctr"/>
              <a:lstStyle/>
              <a:p>
                <a:endParaRPr lang="en-US"/>
              </a:p>
            </p:txBody>
          </p:sp>
          <p:sp>
            <p:nvSpPr>
              <p:cNvPr id="1640" name="Freeform: Shape 1639">
                <a:extLst>
                  <a:ext uri="{FF2B5EF4-FFF2-40B4-BE49-F238E27FC236}">
                    <a16:creationId xmlns:a16="http://schemas.microsoft.com/office/drawing/2014/main" id="{CEB621A6-9C0D-D222-EA7B-BEBF4E94F37F}"/>
                  </a:ext>
                </a:extLst>
              </p:cNvPr>
              <p:cNvSpPr/>
              <p:nvPr/>
            </p:nvSpPr>
            <p:spPr>
              <a:xfrm>
                <a:off x="7973374" y="7855620"/>
                <a:ext cx="37180" cy="37180"/>
              </a:xfrm>
              <a:custGeom>
                <a:avLst/>
                <a:gdLst>
                  <a:gd name="connsiteX0" fmla="*/ 37489 w 37180"/>
                  <a:gd name="connsiteY0" fmla="*/ 18738 h 37180"/>
                  <a:gd name="connsiteX1" fmla="*/ 18899 w 37180"/>
                  <a:gd name="connsiteY1" fmla="*/ 37329 h 37180"/>
                  <a:gd name="connsiteX2" fmla="*/ 309 w 37180"/>
                  <a:gd name="connsiteY2" fmla="*/ 18738 h 37180"/>
                  <a:gd name="connsiteX3" fmla="*/ 18899 w 37180"/>
                  <a:gd name="connsiteY3" fmla="*/ 148 h 37180"/>
                  <a:gd name="connsiteX4" fmla="*/ 37489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9" y="18738"/>
                    </a:moveTo>
                    <a:cubicBezTo>
                      <a:pt x="37489" y="29006"/>
                      <a:pt x="29166" y="37329"/>
                      <a:pt x="18899" y="37329"/>
                    </a:cubicBezTo>
                    <a:cubicBezTo>
                      <a:pt x="8632" y="37329"/>
                      <a:pt x="309" y="29006"/>
                      <a:pt x="309" y="18738"/>
                    </a:cubicBezTo>
                    <a:cubicBezTo>
                      <a:pt x="309" y="8471"/>
                      <a:pt x="8632" y="148"/>
                      <a:pt x="18899" y="148"/>
                    </a:cubicBezTo>
                    <a:cubicBezTo>
                      <a:pt x="29166" y="148"/>
                      <a:pt x="37489" y="8471"/>
                      <a:pt x="37489" y="18738"/>
                    </a:cubicBezTo>
                    <a:close/>
                  </a:path>
                </a:pathLst>
              </a:custGeom>
              <a:solidFill>
                <a:srgbClr val="F7EBEB"/>
              </a:solidFill>
              <a:ln w="5753" cap="sq">
                <a:noFill/>
                <a:prstDash val="solid"/>
                <a:miter/>
              </a:ln>
            </p:spPr>
            <p:txBody>
              <a:bodyPr rtlCol="0" anchor="ctr"/>
              <a:lstStyle/>
              <a:p>
                <a:endParaRPr lang="en-US"/>
              </a:p>
            </p:txBody>
          </p:sp>
          <p:sp>
            <p:nvSpPr>
              <p:cNvPr id="1641" name="Freeform: Shape 1640">
                <a:extLst>
                  <a:ext uri="{FF2B5EF4-FFF2-40B4-BE49-F238E27FC236}">
                    <a16:creationId xmlns:a16="http://schemas.microsoft.com/office/drawing/2014/main" id="{F7515BF9-8FAC-3A3D-D952-76610CFCCF0C}"/>
                  </a:ext>
                </a:extLst>
              </p:cNvPr>
              <p:cNvSpPr/>
              <p:nvPr/>
            </p:nvSpPr>
            <p:spPr>
              <a:xfrm>
                <a:off x="7970974" y="7853220"/>
                <a:ext cx="41981" cy="41981"/>
              </a:xfrm>
              <a:custGeom>
                <a:avLst/>
                <a:gdLst>
                  <a:gd name="connsiteX0" fmla="*/ 21299 w 41981"/>
                  <a:gd name="connsiteY0" fmla="*/ 4948 h 41981"/>
                  <a:gd name="connsiteX1" fmla="*/ 37489 w 41981"/>
                  <a:gd name="connsiteY1" fmla="*/ 21139 h 41981"/>
                  <a:gd name="connsiteX2" fmla="*/ 37489 w 41981"/>
                  <a:gd name="connsiteY2" fmla="*/ 21139 h 41981"/>
                  <a:gd name="connsiteX3" fmla="*/ 21299 w 41981"/>
                  <a:gd name="connsiteY3" fmla="*/ 37329 h 41981"/>
                  <a:gd name="connsiteX4" fmla="*/ 5109 w 41981"/>
                  <a:gd name="connsiteY4" fmla="*/ 21139 h 41981"/>
                  <a:gd name="connsiteX5" fmla="*/ 21299 w 41981"/>
                  <a:gd name="connsiteY5" fmla="*/ 4948 h 41981"/>
                  <a:gd name="connsiteX6" fmla="*/ 21299 w 41981"/>
                  <a:gd name="connsiteY6" fmla="*/ 148 h 41981"/>
                  <a:gd name="connsiteX7" fmla="*/ 309 w 41981"/>
                  <a:gd name="connsiteY7" fmla="*/ 21139 h 41981"/>
                  <a:gd name="connsiteX8" fmla="*/ 21299 w 41981"/>
                  <a:gd name="connsiteY8" fmla="*/ 42129 h 41981"/>
                  <a:gd name="connsiteX9" fmla="*/ 42290 w 41981"/>
                  <a:gd name="connsiteY9" fmla="*/ 21139 h 41981"/>
                  <a:gd name="connsiteX10" fmla="*/ 42290 w 41981"/>
                  <a:gd name="connsiteY10" fmla="*/ 21139 h 41981"/>
                  <a:gd name="connsiteX11" fmla="*/ 21299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9" y="4948"/>
                    </a:moveTo>
                    <a:cubicBezTo>
                      <a:pt x="30241" y="4948"/>
                      <a:pt x="37489" y="12197"/>
                      <a:pt x="37489" y="21139"/>
                    </a:cubicBezTo>
                    <a:lnTo>
                      <a:pt x="37489" y="21139"/>
                    </a:lnTo>
                    <a:cubicBezTo>
                      <a:pt x="37489" y="30080"/>
                      <a:pt x="30241" y="37329"/>
                      <a:pt x="21299" y="37329"/>
                    </a:cubicBezTo>
                    <a:cubicBezTo>
                      <a:pt x="12357" y="37329"/>
                      <a:pt x="5109" y="30080"/>
                      <a:pt x="5109" y="21139"/>
                    </a:cubicBezTo>
                    <a:cubicBezTo>
                      <a:pt x="5109" y="12197"/>
                      <a:pt x="12357" y="4948"/>
                      <a:pt x="21299" y="4948"/>
                    </a:cubicBezTo>
                    <a:close/>
                    <a:moveTo>
                      <a:pt x="21299" y="148"/>
                    </a:moveTo>
                    <a:cubicBezTo>
                      <a:pt x="9707" y="148"/>
                      <a:pt x="309" y="9546"/>
                      <a:pt x="309" y="21139"/>
                    </a:cubicBezTo>
                    <a:cubicBezTo>
                      <a:pt x="309" y="32731"/>
                      <a:pt x="9707" y="42129"/>
                      <a:pt x="21299" y="42129"/>
                    </a:cubicBezTo>
                    <a:cubicBezTo>
                      <a:pt x="32892" y="42129"/>
                      <a:pt x="42290" y="32731"/>
                      <a:pt x="42290" y="21139"/>
                    </a:cubicBezTo>
                    <a:lnTo>
                      <a:pt x="42290" y="21139"/>
                    </a:lnTo>
                    <a:cubicBezTo>
                      <a:pt x="42290" y="9546"/>
                      <a:pt x="32892" y="148"/>
                      <a:pt x="21299" y="148"/>
                    </a:cubicBezTo>
                    <a:close/>
                  </a:path>
                </a:pathLst>
              </a:custGeom>
              <a:solidFill>
                <a:srgbClr val="000000"/>
              </a:solidFill>
              <a:ln w="4794" cap="sq">
                <a:noFill/>
                <a:prstDash val="solid"/>
                <a:round/>
              </a:ln>
            </p:spPr>
            <p:txBody>
              <a:bodyPr rtlCol="0" anchor="ctr"/>
              <a:lstStyle/>
              <a:p>
                <a:endParaRPr lang="en-US"/>
              </a:p>
            </p:txBody>
          </p:sp>
          <p:sp>
            <p:nvSpPr>
              <p:cNvPr id="1642" name="Freeform: Shape 1641">
                <a:extLst>
                  <a:ext uri="{FF2B5EF4-FFF2-40B4-BE49-F238E27FC236}">
                    <a16:creationId xmlns:a16="http://schemas.microsoft.com/office/drawing/2014/main" id="{1DD9E2F2-9380-9005-8CE2-1EF6CA7633E3}"/>
                  </a:ext>
                </a:extLst>
              </p:cNvPr>
              <p:cNvSpPr/>
              <p:nvPr/>
            </p:nvSpPr>
            <p:spPr>
              <a:xfrm>
                <a:off x="7915400" y="8015760"/>
                <a:ext cx="37180" cy="37180"/>
              </a:xfrm>
              <a:custGeom>
                <a:avLst/>
                <a:gdLst>
                  <a:gd name="connsiteX0" fmla="*/ 37479 w 37180"/>
                  <a:gd name="connsiteY0" fmla="*/ 18766 h 37180"/>
                  <a:gd name="connsiteX1" fmla="*/ 18889 w 37180"/>
                  <a:gd name="connsiteY1" fmla="*/ 37357 h 37180"/>
                  <a:gd name="connsiteX2" fmla="*/ 299 w 37180"/>
                  <a:gd name="connsiteY2" fmla="*/ 18766 h 37180"/>
                  <a:gd name="connsiteX3" fmla="*/ 18889 w 37180"/>
                  <a:gd name="connsiteY3" fmla="*/ 176 h 37180"/>
                  <a:gd name="connsiteX4" fmla="*/ 3747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9" y="18766"/>
                    </a:moveTo>
                    <a:cubicBezTo>
                      <a:pt x="37479" y="29033"/>
                      <a:pt x="29156" y="37357"/>
                      <a:pt x="18889" y="37357"/>
                    </a:cubicBezTo>
                    <a:cubicBezTo>
                      <a:pt x="8622" y="37357"/>
                      <a:pt x="299" y="29033"/>
                      <a:pt x="299" y="18766"/>
                    </a:cubicBezTo>
                    <a:cubicBezTo>
                      <a:pt x="299" y="8499"/>
                      <a:pt x="8622" y="176"/>
                      <a:pt x="18889" y="176"/>
                    </a:cubicBezTo>
                    <a:cubicBezTo>
                      <a:pt x="29156" y="176"/>
                      <a:pt x="37479" y="8499"/>
                      <a:pt x="37479" y="18766"/>
                    </a:cubicBezTo>
                    <a:close/>
                  </a:path>
                </a:pathLst>
              </a:custGeom>
              <a:solidFill>
                <a:srgbClr val="B8F7B8"/>
              </a:solidFill>
              <a:ln w="5753" cap="sq">
                <a:noFill/>
                <a:prstDash val="solid"/>
                <a:miter/>
              </a:ln>
            </p:spPr>
            <p:txBody>
              <a:bodyPr rtlCol="0" anchor="ctr"/>
              <a:lstStyle/>
              <a:p>
                <a:endParaRPr lang="en-US"/>
              </a:p>
            </p:txBody>
          </p:sp>
          <p:sp>
            <p:nvSpPr>
              <p:cNvPr id="1643" name="Freeform: Shape 1642">
                <a:extLst>
                  <a:ext uri="{FF2B5EF4-FFF2-40B4-BE49-F238E27FC236}">
                    <a16:creationId xmlns:a16="http://schemas.microsoft.com/office/drawing/2014/main" id="{A55C3600-6BD7-EA0D-B4A5-8222CF3193BD}"/>
                  </a:ext>
                </a:extLst>
              </p:cNvPr>
              <p:cNvSpPr/>
              <p:nvPr/>
            </p:nvSpPr>
            <p:spPr>
              <a:xfrm>
                <a:off x="7913000" y="8013360"/>
                <a:ext cx="41981" cy="41981"/>
              </a:xfrm>
              <a:custGeom>
                <a:avLst/>
                <a:gdLst>
                  <a:gd name="connsiteX0" fmla="*/ 21289 w 41981"/>
                  <a:gd name="connsiteY0" fmla="*/ 4976 h 41981"/>
                  <a:gd name="connsiteX1" fmla="*/ 37479 w 41981"/>
                  <a:gd name="connsiteY1" fmla="*/ 21166 h 41981"/>
                  <a:gd name="connsiteX2" fmla="*/ 37479 w 41981"/>
                  <a:gd name="connsiteY2" fmla="*/ 21166 h 41981"/>
                  <a:gd name="connsiteX3" fmla="*/ 21289 w 41981"/>
                  <a:gd name="connsiteY3" fmla="*/ 37357 h 41981"/>
                  <a:gd name="connsiteX4" fmla="*/ 5099 w 41981"/>
                  <a:gd name="connsiteY4" fmla="*/ 21166 h 41981"/>
                  <a:gd name="connsiteX5" fmla="*/ 21289 w 41981"/>
                  <a:gd name="connsiteY5" fmla="*/ 4976 h 41981"/>
                  <a:gd name="connsiteX6" fmla="*/ 21289 w 41981"/>
                  <a:gd name="connsiteY6" fmla="*/ 176 h 41981"/>
                  <a:gd name="connsiteX7" fmla="*/ 299 w 41981"/>
                  <a:gd name="connsiteY7" fmla="*/ 21166 h 41981"/>
                  <a:gd name="connsiteX8" fmla="*/ 21289 w 41981"/>
                  <a:gd name="connsiteY8" fmla="*/ 42157 h 41981"/>
                  <a:gd name="connsiteX9" fmla="*/ 42280 w 41981"/>
                  <a:gd name="connsiteY9" fmla="*/ 21166 h 41981"/>
                  <a:gd name="connsiteX10" fmla="*/ 42280 w 41981"/>
                  <a:gd name="connsiteY10" fmla="*/ 21166 h 41981"/>
                  <a:gd name="connsiteX11" fmla="*/ 21289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9" y="4976"/>
                    </a:moveTo>
                    <a:cubicBezTo>
                      <a:pt x="30231" y="4976"/>
                      <a:pt x="37479" y="12225"/>
                      <a:pt x="37479" y="21166"/>
                    </a:cubicBezTo>
                    <a:lnTo>
                      <a:pt x="37479" y="21166"/>
                    </a:lnTo>
                    <a:cubicBezTo>
                      <a:pt x="37479" y="30108"/>
                      <a:pt x="30231" y="37357"/>
                      <a:pt x="21289" y="37357"/>
                    </a:cubicBezTo>
                    <a:cubicBezTo>
                      <a:pt x="12347" y="37357"/>
                      <a:pt x="5099" y="30108"/>
                      <a:pt x="5099" y="21166"/>
                    </a:cubicBezTo>
                    <a:cubicBezTo>
                      <a:pt x="5099" y="12225"/>
                      <a:pt x="12347" y="4976"/>
                      <a:pt x="21289" y="4976"/>
                    </a:cubicBezTo>
                    <a:close/>
                    <a:moveTo>
                      <a:pt x="21289" y="176"/>
                    </a:moveTo>
                    <a:cubicBezTo>
                      <a:pt x="9697" y="176"/>
                      <a:pt x="299" y="9574"/>
                      <a:pt x="299" y="21166"/>
                    </a:cubicBezTo>
                    <a:cubicBezTo>
                      <a:pt x="299" y="32759"/>
                      <a:pt x="9697" y="42157"/>
                      <a:pt x="21289" y="42157"/>
                    </a:cubicBezTo>
                    <a:cubicBezTo>
                      <a:pt x="32882" y="42157"/>
                      <a:pt x="42280" y="32759"/>
                      <a:pt x="42280" y="21166"/>
                    </a:cubicBezTo>
                    <a:lnTo>
                      <a:pt x="42280" y="21166"/>
                    </a:lnTo>
                    <a:cubicBezTo>
                      <a:pt x="42280" y="9574"/>
                      <a:pt x="32882" y="176"/>
                      <a:pt x="21289" y="176"/>
                    </a:cubicBezTo>
                    <a:close/>
                  </a:path>
                </a:pathLst>
              </a:custGeom>
              <a:solidFill>
                <a:srgbClr val="000000"/>
              </a:solidFill>
              <a:ln w="4794" cap="sq">
                <a:noFill/>
                <a:prstDash val="solid"/>
                <a:round/>
              </a:ln>
            </p:spPr>
            <p:txBody>
              <a:bodyPr rtlCol="0" anchor="ctr"/>
              <a:lstStyle/>
              <a:p>
                <a:endParaRPr lang="en-US"/>
              </a:p>
            </p:txBody>
          </p:sp>
          <p:sp>
            <p:nvSpPr>
              <p:cNvPr id="1644" name="Freeform: Shape 1643">
                <a:extLst>
                  <a:ext uri="{FF2B5EF4-FFF2-40B4-BE49-F238E27FC236}">
                    <a16:creationId xmlns:a16="http://schemas.microsoft.com/office/drawing/2014/main" id="{6D2A52C9-3E34-6F19-3F6C-C955E7EE8D69}"/>
                  </a:ext>
                </a:extLst>
              </p:cNvPr>
              <p:cNvSpPr/>
              <p:nvPr/>
            </p:nvSpPr>
            <p:spPr>
              <a:xfrm>
                <a:off x="7654138" y="7942723"/>
                <a:ext cx="37180" cy="37180"/>
              </a:xfrm>
              <a:custGeom>
                <a:avLst/>
                <a:gdLst>
                  <a:gd name="connsiteX0" fmla="*/ 37434 w 37180"/>
                  <a:gd name="connsiteY0" fmla="*/ 18754 h 37180"/>
                  <a:gd name="connsiteX1" fmla="*/ 18844 w 37180"/>
                  <a:gd name="connsiteY1" fmla="*/ 37344 h 37180"/>
                  <a:gd name="connsiteX2" fmla="*/ 253 w 37180"/>
                  <a:gd name="connsiteY2" fmla="*/ 18754 h 37180"/>
                  <a:gd name="connsiteX3" fmla="*/ 18844 w 37180"/>
                  <a:gd name="connsiteY3" fmla="*/ 163 h 37180"/>
                  <a:gd name="connsiteX4" fmla="*/ 3743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4"/>
                    </a:moveTo>
                    <a:cubicBezTo>
                      <a:pt x="37434" y="29021"/>
                      <a:pt x="29111" y="37344"/>
                      <a:pt x="18844" y="37344"/>
                    </a:cubicBezTo>
                    <a:cubicBezTo>
                      <a:pt x="8576" y="37344"/>
                      <a:pt x="253" y="29021"/>
                      <a:pt x="253" y="18754"/>
                    </a:cubicBezTo>
                    <a:cubicBezTo>
                      <a:pt x="253" y="8486"/>
                      <a:pt x="8576" y="163"/>
                      <a:pt x="18844" y="163"/>
                    </a:cubicBezTo>
                    <a:cubicBezTo>
                      <a:pt x="29111" y="163"/>
                      <a:pt x="37434" y="8486"/>
                      <a:pt x="37434" y="18754"/>
                    </a:cubicBezTo>
                    <a:close/>
                  </a:path>
                </a:pathLst>
              </a:custGeom>
              <a:solidFill>
                <a:srgbClr val="F7CBCB"/>
              </a:solidFill>
              <a:ln w="5753" cap="sq">
                <a:noFill/>
                <a:prstDash val="solid"/>
                <a:miter/>
              </a:ln>
            </p:spPr>
            <p:txBody>
              <a:bodyPr rtlCol="0" anchor="ctr"/>
              <a:lstStyle/>
              <a:p>
                <a:endParaRPr lang="en-US"/>
              </a:p>
            </p:txBody>
          </p:sp>
          <p:sp>
            <p:nvSpPr>
              <p:cNvPr id="1645" name="Freeform: Shape 1644">
                <a:extLst>
                  <a:ext uri="{FF2B5EF4-FFF2-40B4-BE49-F238E27FC236}">
                    <a16:creationId xmlns:a16="http://schemas.microsoft.com/office/drawing/2014/main" id="{CD793552-EB3F-A127-1CC0-8784DFC7D322}"/>
                  </a:ext>
                </a:extLst>
              </p:cNvPr>
              <p:cNvSpPr/>
              <p:nvPr/>
            </p:nvSpPr>
            <p:spPr>
              <a:xfrm>
                <a:off x="7651738" y="7940323"/>
                <a:ext cx="41981" cy="41981"/>
              </a:xfrm>
              <a:custGeom>
                <a:avLst/>
                <a:gdLst>
                  <a:gd name="connsiteX0" fmla="*/ 21244 w 41981"/>
                  <a:gd name="connsiteY0" fmla="*/ 4964 h 41981"/>
                  <a:gd name="connsiteX1" fmla="*/ 37434 w 41981"/>
                  <a:gd name="connsiteY1" fmla="*/ 21154 h 41981"/>
                  <a:gd name="connsiteX2" fmla="*/ 37434 w 41981"/>
                  <a:gd name="connsiteY2" fmla="*/ 21154 h 41981"/>
                  <a:gd name="connsiteX3" fmla="*/ 21244 w 41981"/>
                  <a:gd name="connsiteY3" fmla="*/ 37344 h 41981"/>
                  <a:gd name="connsiteX4" fmla="*/ 5054 w 41981"/>
                  <a:gd name="connsiteY4" fmla="*/ 21154 h 41981"/>
                  <a:gd name="connsiteX5" fmla="*/ 21244 w 41981"/>
                  <a:gd name="connsiteY5" fmla="*/ 4964 h 41981"/>
                  <a:gd name="connsiteX6" fmla="*/ 21244 w 41981"/>
                  <a:gd name="connsiteY6" fmla="*/ 163 h 41981"/>
                  <a:gd name="connsiteX7" fmla="*/ 253 w 41981"/>
                  <a:gd name="connsiteY7" fmla="*/ 21154 h 41981"/>
                  <a:gd name="connsiteX8" fmla="*/ 21244 w 41981"/>
                  <a:gd name="connsiteY8" fmla="*/ 42144 h 41981"/>
                  <a:gd name="connsiteX9" fmla="*/ 42234 w 41981"/>
                  <a:gd name="connsiteY9" fmla="*/ 21154 h 41981"/>
                  <a:gd name="connsiteX10" fmla="*/ 42234 w 41981"/>
                  <a:gd name="connsiteY10" fmla="*/ 21154 h 41981"/>
                  <a:gd name="connsiteX11" fmla="*/ 21244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4"/>
                    </a:moveTo>
                    <a:cubicBezTo>
                      <a:pt x="30186" y="4964"/>
                      <a:pt x="37434" y="12212"/>
                      <a:pt x="37434" y="21154"/>
                    </a:cubicBezTo>
                    <a:lnTo>
                      <a:pt x="37434" y="21154"/>
                    </a:lnTo>
                    <a:cubicBezTo>
                      <a:pt x="37434" y="30096"/>
                      <a:pt x="30186" y="37344"/>
                      <a:pt x="21244" y="37344"/>
                    </a:cubicBezTo>
                    <a:cubicBezTo>
                      <a:pt x="12302" y="37344"/>
                      <a:pt x="5054" y="30096"/>
                      <a:pt x="5054" y="21154"/>
                    </a:cubicBezTo>
                    <a:cubicBezTo>
                      <a:pt x="5054" y="12212"/>
                      <a:pt x="12302" y="4964"/>
                      <a:pt x="21244" y="4964"/>
                    </a:cubicBezTo>
                    <a:close/>
                    <a:moveTo>
                      <a:pt x="21244" y="163"/>
                    </a:moveTo>
                    <a:cubicBezTo>
                      <a:pt x="9651" y="163"/>
                      <a:pt x="253" y="9561"/>
                      <a:pt x="253" y="21154"/>
                    </a:cubicBezTo>
                    <a:cubicBezTo>
                      <a:pt x="253" y="32746"/>
                      <a:pt x="9651" y="42144"/>
                      <a:pt x="21244" y="42144"/>
                    </a:cubicBezTo>
                    <a:cubicBezTo>
                      <a:pt x="32836" y="42144"/>
                      <a:pt x="42234" y="32746"/>
                      <a:pt x="42234" y="21154"/>
                    </a:cubicBezTo>
                    <a:lnTo>
                      <a:pt x="42234" y="21154"/>
                    </a:lnTo>
                    <a:cubicBezTo>
                      <a:pt x="42234" y="9561"/>
                      <a:pt x="32836" y="163"/>
                      <a:pt x="21244" y="163"/>
                    </a:cubicBezTo>
                    <a:close/>
                  </a:path>
                </a:pathLst>
              </a:custGeom>
              <a:solidFill>
                <a:srgbClr val="000000"/>
              </a:solidFill>
              <a:ln w="4794" cap="sq">
                <a:noFill/>
                <a:prstDash val="solid"/>
                <a:round/>
              </a:ln>
            </p:spPr>
            <p:txBody>
              <a:bodyPr rtlCol="0" anchor="ctr"/>
              <a:lstStyle/>
              <a:p>
                <a:endParaRPr lang="en-US"/>
              </a:p>
            </p:txBody>
          </p:sp>
          <p:sp>
            <p:nvSpPr>
              <p:cNvPr id="1646" name="Freeform: Shape 1645">
                <a:extLst>
                  <a:ext uri="{FF2B5EF4-FFF2-40B4-BE49-F238E27FC236}">
                    <a16:creationId xmlns:a16="http://schemas.microsoft.com/office/drawing/2014/main" id="{626280A9-E3D7-9483-1C0C-4AB79BCB7464}"/>
                  </a:ext>
                </a:extLst>
              </p:cNvPr>
              <p:cNvSpPr/>
              <p:nvPr/>
            </p:nvSpPr>
            <p:spPr>
              <a:xfrm>
                <a:off x="7686175" y="8037135"/>
                <a:ext cx="37180" cy="37180"/>
              </a:xfrm>
              <a:custGeom>
                <a:avLst/>
                <a:gdLst>
                  <a:gd name="connsiteX0" fmla="*/ 37440 w 37180"/>
                  <a:gd name="connsiteY0" fmla="*/ 18770 h 37180"/>
                  <a:gd name="connsiteX1" fmla="*/ 18849 w 37180"/>
                  <a:gd name="connsiteY1" fmla="*/ 37360 h 37180"/>
                  <a:gd name="connsiteX2" fmla="*/ 259 w 37180"/>
                  <a:gd name="connsiteY2" fmla="*/ 18770 h 37180"/>
                  <a:gd name="connsiteX3" fmla="*/ 18849 w 37180"/>
                  <a:gd name="connsiteY3" fmla="*/ 180 h 37180"/>
                  <a:gd name="connsiteX4" fmla="*/ 37440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0"/>
                    </a:moveTo>
                    <a:cubicBezTo>
                      <a:pt x="37440" y="29037"/>
                      <a:pt x="29116" y="37360"/>
                      <a:pt x="18849" y="37360"/>
                    </a:cubicBezTo>
                    <a:cubicBezTo>
                      <a:pt x="8582" y="37360"/>
                      <a:pt x="259" y="29037"/>
                      <a:pt x="259" y="18770"/>
                    </a:cubicBezTo>
                    <a:cubicBezTo>
                      <a:pt x="259" y="8503"/>
                      <a:pt x="8582" y="180"/>
                      <a:pt x="18849" y="180"/>
                    </a:cubicBezTo>
                    <a:cubicBezTo>
                      <a:pt x="29116" y="180"/>
                      <a:pt x="37440" y="8503"/>
                      <a:pt x="37440" y="18770"/>
                    </a:cubicBezTo>
                    <a:close/>
                  </a:path>
                </a:pathLst>
              </a:custGeom>
              <a:solidFill>
                <a:srgbClr val="F7CCCC"/>
              </a:solidFill>
              <a:ln w="5753" cap="sq">
                <a:noFill/>
                <a:prstDash val="solid"/>
                <a:miter/>
              </a:ln>
            </p:spPr>
            <p:txBody>
              <a:bodyPr rtlCol="0" anchor="ctr"/>
              <a:lstStyle/>
              <a:p>
                <a:endParaRPr lang="en-US"/>
              </a:p>
            </p:txBody>
          </p:sp>
          <p:sp>
            <p:nvSpPr>
              <p:cNvPr id="1647" name="Freeform: Shape 1646">
                <a:extLst>
                  <a:ext uri="{FF2B5EF4-FFF2-40B4-BE49-F238E27FC236}">
                    <a16:creationId xmlns:a16="http://schemas.microsoft.com/office/drawing/2014/main" id="{9C0B09C2-A507-16BF-4515-7CB12EA0B44A}"/>
                  </a:ext>
                </a:extLst>
              </p:cNvPr>
              <p:cNvSpPr/>
              <p:nvPr/>
            </p:nvSpPr>
            <p:spPr>
              <a:xfrm>
                <a:off x="7683775" y="8034735"/>
                <a:ext cx="41981" cy="41981"/>
              </a:xfrm>
              <a:custGeom>
                <a:avLst/>
                <a:gdLst>
                  <a:gd name="connsiteX0" fmla="*/ 21249 w 41981"/>
                  <a:gd name="connsiteY0" fmla="*/ 4980 h 41981"/>
                  <a:gd name="connsiteX1" fmla="*/ 37440 w 41981"/>
                  <a:gd name="connsiteY1" fmla="*/ 21170 h 41981"/>
                  <a:gd name="connsiteX2" fmla="*/ 37440 w 41981"/>
                  <a:gd name="connsiteY2" fmla="*/ 21170 h 41981"/>
                  <a:gd name="connsiteX3" fmla="*/ 21249 w 41981"/>
                  <a:gd name="connsiteY3" fmla="*/ 37360 h 41981"/>
                  <a:gd name="connsiteX4" fmla="*/ 5059 w 41981"/>
                  <a:gd name="connsiteY4" fmla="*/ 21170 h 41981"/>
                  <a:gd name="connsiteX5" fmla="*/ 21249 w 41981"/>
                  <a:gd name="connsiteY5" fmla="*/ 4980 h 41981"/>
                  <a:gd name="connsiteX6" fmla="*/ 21249 w 41981"/>
                  <a:gd name="connsiteY6" fmla="*/ 180 h 41981"/>
                  <a:gd name="connsiteX7" fmla="*/ 259 w 41981"/>
                  <a:gd name="connsiteY7" fmla="*/ 21170 h 41981"/>
                  <a:gd name="connsiteX8" fmla="*/ 21249 w 41981"/>
                  <a:gd name="connsiteY8" fmla="*/ 42161 h 41981"/>
                  <a:gd name="connsiteX9" fmla="*/ 42240 w 41981"/>
                  <a:gd name="connsiteY9" fmla="*/ 21170 h 41981"/>
                  <a:gd name="connsiteX10" fmla="*/ 42240 w 41981"/>
                  <a:gd name="connsiteY10" fmla="*/ 21170 h 41981"/>
                  <a:gd name="connsiteX11" fmla="*/ 2124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0"/>
                    </a:moveTo>
                    <a:cubicBezTo>
                      <a:pt x="30191" y="4980"/>
                      <a:pt x="37440" y="12228"/>
                      <a:pt x="37440" y="21170"/>
                    </a:cubicBezTo>
                    <a:lnTo>
                      <a:pt x="37440" y="21170"/>
                    </a:lnTo>
                    <a:cubicBezTo>
                      <a:pt x="37440" y="30112"/>
                      <a:pt x="30191" y="37360"/>
                      <a:pt x="21249" y="37360"/>
                    </a:cubicBezTo>
                    <a:cubicBezTo>
                      <a:pt x="12308" y="37360"/>
                      <a:pt x="5059" y="30112"/>
                      <a:pt x="5059" y="21170"/>
                    </a:cubicBezTo>
                    <a:cubicBezTo>
                      <a:pt x="5059" y="12228"/>
                      <a:pt x="12308" y="4980"/>
                      <a:pt x="21249" y="4980"/>
                    </a:cubicBezTo>
                    <a:close/>
                    <a:moveTo>
                      <a:pt x="21249" y="180"/>
                    </a:moveTo>
                    <a:cubicBezTo>
                      <a:pt x="9657" y="180"/>
                      <a:pt x="259" y="9578"/>
                      <a:pt x="259" y="21170"/>
                    </a:cubicBezTo>
                    <a:cubicBezTo>
                      <a:pt x="259" y="32763"/>
                      <a:pt x="9657" y="42161"/>
                      <a:pt x="21249" y="42161"/>
                    </a:cubicBezTo>
                    <a:cubicBezTo>
                      <a:pt x="32842" y="42161"/>
                      <a:pt x="42240" y="32763"/>
                      <a:pt x="42240" y="21170"/>
                    </a:cubicBezTo>
                    <a:lnTo>
                      <a:pt x="42240" y="21170"/>
                    </a:lnTo>
                    <a:cubicBezTo>
                      <a:pt x="42240" y="9578"/>
                      <a:pt x="32842" y="180"/>
                      <a:pt x="21249" y="180"/>
                    </a:cubicBezTo>
                    <a:close/>
                  </a:path>
                </a:pathLst>
              </a:custGeom>
              <a:solidFill>
                <a:srgbClr val="000000"/>
              </a:solidFill>
              <a:ln w="4794" cap="sq">
                <a:noFill/>
                <a:prstDash val="solid"/>
                <a:round/>
              </a:ln>
            </p:spPr>
            <p:txBody>
              <a:bodyPr rtlCol="0" anchor="ctr"/>
              <a:lstStyle/>
              <a:p>
                <a:endParaRPr lang="en-US"/>
              </a:p>
            </p:txBody>
          </p:sp>
          <p:sp>
            <p:nvSpPr>
              <p:cNvPr id="1648" name="Freeform: Shape 1647">
                <a:extLst>
                  <a:ext uri="{FF2B5EF4-FFF2-40B4-BE49-F238E27FC236}">
                    <a16:creationId xmlns:a16="http://schemas.microsoft.com/office/drawing/2014/main" id="{02E6DBD8-8A8C-8D09-8107-1D639799685D}"/>
                  </a:ext>
                </a:extLst>
              </p:cNvPr>
              <p:cNvSpPr/>
              <p:nvPr/>
            </p:nvSpPr>
            <p:spPr>
              <a:xfrm>
                <a:off x="7855306" y="8002754"/>
                <a:ext cx="37180" cy="37180"/>
              </a:xfrm>
              <a:custGeom>
                <a:avLst/>
                <a:gdLst>
                  <a:gd name="connsiteX0" fmla="*/ 37469 w 37180"/>
                  <a:gd name="connsiteY0" fmla="*/ 18764 h 37180"/>
                  <a:gd name="connsiteX1" fmla="*/ 18878 w 37180"/>
                  <a:gd name="connsiteY1" fmla="*/ 37354 h 37180"/>
                  <a:gd name="connsiteX2" fmla="*/ 288 w 37180"/>
                  <a:gd name="connsiteY2" fmla="*/ 18764 h 37180"/>
                  <a:gd name="connsiteX3" fmla="*/ 18878 w 37180"/>
                  <a:gd name="connsiteY3" fmla="*/ 174 h 37180"/>
                  <a:gd name="connsiteX4" fmla="*/ 3746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64"/>
                    </a:moveTo>
                    <a:cubicBezTo>
                      <a:pt x="37469" y="29031"/>
                      <a:pt x="29146" y="37354"/>
                      <a:pt x="18878" y="37354"/>
                    </a:cubicBezTo>
                    <a:cubicBezTo>
                      <a:pt x="8611" y="37354"/>
                      <a:pt x="288" y="29031"/>
                      <a:pt x="288" y="18764"/>
                    </a:cubicBezTo>
                    <a:cubicBezTo>
                      <a:pt x="288" y="8497"/>
                      <a:pt x="8611" y="174"/>
                      <a:pt x="18878" y="174"/>
                    </a:cubicBezTo>
                    <a:cubicBezTo>
                      <a:pt x="29146" y="174"/>
                      <a:pt x="37469" y="8497"/>
                      <a:pt x="37469" y="18764"/>
                    </a:cubicBezTo>
                    <a:close/>
                  </a:path>
                </a:pathLst>
              </a:custGeom>
              <a:solidFill>
                <a:srgbClr val="F7BCBC"/>
              </a:solidFill>
              <a:ln w="5753" cap="sq">
                <a:noFill/>
                <a:prstDash val="solid"/>
                <a:miter/>
              </a:ln>
            </p:spPr>
            <p:txBody>
              <a:bodyPr rtlCol="0" anchor="ctr"/>
              <a:lstStyle/>
              <a:p>
                <a:endParaRPr lang="en-US"/>
              </a:p>
            </p:txBody>
          </p:sp>
          <p:sp>
            <p:nvSpPr>
              <p:cNvPr id="1649" name="Freeform: Shape 1648">
                <a:extLst>
                  <a:ext uri="{FF2B5EF4-FFF2-40B4-BE49-F238E27FC236}">
                    <a16:creationId xmlns:a16="http://schemas.microsoft.com/office/drawing/2014/main" id="{99BAD0FB-1912-6E2B-F758-9BBCD44CF33B}"/>
                  </a:ext>
                </a:extLst>
              </p:cNvPr>
              <p:cNvSpPr/>
              <p:nvPr/>
            </p:nvSpPr>
            <p:spPr>
              <a:xfrm>
                <a:off x="7852906" y="8000354"/>
                <a:ext cx="41981" cy="41981"/>
              </a:xfrm>
              <a:custGeom>
                <a:avLst/>
                <a:gdLst>
                  <a:gd name="connsiteX0" fmla="*/ 21279 w 41981"/>
                  <a:gd name="connsiteY0" fmla="*/ 4974 h 41981"/>
                  <a:gd name="connsiteX1" fmla="*/ 37469 w 41981"/>
                  <a:gd name="connsiteY1" fmla="*/ 21164 h 41981"/>
                  <a:gd name="connsiteX2" fmla="*/ 37469 w 41981"/>
                  <a:gd name="connsiteY2" fmla="*/ 21164 h 41981"/>
                  <a:gd name="connsiteX3" fmla="*/ 21279 w 41981"/>
                  <a:gd name="connsiteY3" fmla="*/ 37354 h 41981"/>
                  <a:gd name="connsiteX4" fmla="*/ 5088 w 41981"/>
                  <a:gd name="connsiteY4" fmla="*/ 21164 h 41981"/>
                  <a:gd name="connsiteX5" fmla="*/ 21279 w 41981"/>
                  <a:gd name="connsiteY5" fmla="*/ 4974 h 41981"/>
                  <a:gd name="connsiteX6" fmla="*/ 21279 w 41981"/>
                  <a:gd name="connsiteY6" fmla="*/ 174 h 41981"/>
                  <a:gd name="connsiteX7" fmla="*/ 288 w 41981"/>
                  <a:gd name="connsiteY7" fmla="*/ 21164 h 41981"/>
                  <a:gd name="connsiteX8" fmla="*/ 21279 w 41981"/>
                  <a:gd name="connsiteY8" fmla="*/ 42155 h 41981"/>
                  <a:gd name="connsiteX9" fmla="*/ 42269 w 41981"/>
                  <a:gd name="connsiteY9" fmla="*/ 21164 h 41981"/>
                  <a:gd name="connsiteX10" fmla="*/ 42269 w 41981"/>
                  <a:gd name="connsiteY10" fmla="*/ 21164 h 41981"/>
                  <a:gd name="connsiteX11" fmla="*/ 2127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74"/>
                    </a:moveTo>
                    <a:cubicBezTo>
                      <a:pt x="30221" y="4974"/>
                      <a:pt x="37469" y="12222"/>
                      <a:pt x="37469" y="21164"/>
                    </a:cubicBezTo>
                    <a:lnTo>
                      <a:pt x="37469" y="21164"/>
                    </a:lnTo>
                    <a:cubicBezTo>
                      <a:pt x="37469" y="30106"/>
                      <a:pt x="30221" y="37354"/>
                      <a:pt x="21279" y="37354"/>
                    </a:cubicBezTo>
                    <a:cubicBezTo>
                      <a:pt x="12337" y="37354"/>
                      <a:pt x="5088" y="30106"/>
                      <a:pt x="5088" y="21164"/>
                    </a:cubicBezTo>
                    <a:cubicBezTo>
                      <a:pt x="5088" y="12222"/>
                      <a:pt x="12337" y="4974"/>
                      <a:pt x="21279" y="4974"/>
                    </a:cubicBezTo>
                    <a:close/>
                    <a:moveTo>
                      <a:pt x="21279" y="174"/>
                    </a:moveTo>
                    <a:cubicBezTo>
                      <a:pt x="9686" y="174"/>
                      <a:pt x="288" y="9572"/>
                      <a:pt x="288" y="21164"/>
                    </a:cubicBezTo>
                    <a:cubicBezTo>
                      <a:pt x="288" y="32757"/>
                      <a:pt x="9686" y="42155"/>
                      <a:pt x="21279" y="42155"/>
                    </a:cubicBezTo>
                    <a:cubicBezTo>
                      <a:pt x="32871" y="42155"/>
                      <a:pt x="42269" y="32757"/>
                      <a:pt x="42269" y="21164"/>
                    </a:cubicBezTo>
                    <a:lnTo>
                      <a:pt x="42269" y="21164"/>
                    </a:lnTo>
                    <a:cubicBezTo>
                      <a:pt x="42269" y="9572"/>
                      <a:pt x="32871" y="174"/>
                      <a:pt x="21279" y="174"/>
                    </a:cubicBezTo>
                    <a:close/>
                  </a:path>
                </a:pathLst>
              </a:custGeom>
              <a:solidFill>
                <a:srgbClr val="000000"/>
              </a:solidFill>
              <a:ln w="4794" cap="sq">
                <a:noFill/>
                <a:prstDash val="solid"/>
                <a:round/>
              </a:ln>
            </p:spPr>
            <p:txBody>
              <a:bodyPr rtlCol="0" anchor="ctr"/>
              <a:lstStyle/>
              <a:p>
                <a:endParaRPr lang="en-US"/>
              </a:p>
            </p:txBody>
          </p:sp>
          <p:sp>
            <p:nvSpPr>
              <p:cNvPr id="1650" name="Freeform: Shape 1649">
                <a:extLst>
                  <a:ext uri="{FF2B5EF4-FFF2-40B4-BE49-F238E27FC236}">
                    <a16:creationId xmlns:a16="http://schemas.microsoft.com/office/drawing/2014/main" id="{5500E064-0E94-B46E-EF21-C61D9B62531F}"/>
                  </a:ext>
                </a:extLst>
              </p:cNvPr>
              <p:cNvSpPr/>
              <p:nvPr/>
            </p:nvSpPr>
            <p:spPr>
              <a:xfrm>
                <a:off x="7698812" y="7812864"/>
                <a:ext cx="37180" cy="37180"/>
              </a:xfrm>
              <a:custGeom>
                <a:avLst/>
                <a:gdLst>
                  <a:gd name="connsiteX0" fmla="*/ 37442 w 37180"/>
                  <a:gd name="connsiteY0" fmla="*/ 18731 h 37180"/>
                  <a:gd name="connsiteX1" fmla="*/ 18851 w 37180"/>
                  <a:gd name="connsiteY1" fmla="*/ 37321 h 37180"/>
                  <a:gd name="connsiteX2" fmla="*/ 261 w 37180"/>
                  <a:gd name="connsiteY2" fmla="*/ 18731 h 37180"/>
                  <a:gd name="connsiteX3" fmla="*/ 18851 w 37180"/>
                  <a:gd name="connsiteY3" fmla="*/ 141 h 37180"/>
                  <a:gd name="connsiteX4" fmla="*/ 37442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31"/>
                    </a:moveTo>
                    <a:cubicBezTo>
                      <a:pt x="37442" y="28998"/>
                      <a:pt x="29119" y="37321"/>
                      <a:pt x="18851" y="37321"/>
                    </a:cubicBezTo>
                    <a:cubicBezTo>
                      <a:pt x="8584" y="37321"/>
                      <a:pt x="261" y="28998"/>
                      <a:pt x="261" y="18731"/>
                    </a:cubicBezTo>
                    <a:cubicBezTo>
                      <a:pt x="261" y="8464"/>
                      <a:pt x="8584" y="141"/>
                      <a:pt x="18851" y="141"/>
                    </a:cubicBezTo>
                    <a:cubicBezTo>
                      <a:pt x="29119" y="141"/>
                      <a:pt x="37442" y="8464"/>
                      <a:pt x="37442" y="18731"/>
                    </a:cubicBezTo>
                    <a:close/>
                  </a:path>
                </a:pathLst>
              </a:custGeom>
              <a:solidFill>
                <a:srgbClr val="F7DCDC"/>
              </a:solidFill>
              <a:ln w="5753" cap="sq">
                <a:noFill/>
                <a:prstDash val="solid"/>
                <a:miter/>
              </a:ln>
            </p:spPr>
            <p:txBody>
              <a:bodyPr rtlCol="0" anchor="ctr"/>
              <a:lstStyle/>
              <a:p>
                <a:endParaRPr lang="en-US"/>
              </a:p>
            </p:txBody>
          </p:sp>
          <p:sp>
            <p:nvSpPr>
              <p:cNvPr id="1651" name="Freeform: Shape 1650">
                <a:extLst>
                  <a:ext uri="{FF2B5EF4-FFF2-40B4-BE49-F238E27FC236}">
                    <a16:creationId xmlns:a16="http://schemas.microsoft.com/office/drawing/2014/main" id="{47D87BD5-B866-5BDB-66A8-DAD157BC9ECB}"/>
                  </a:ext>
                </a:extLst>
              </p:cNvPr>
              <p:cNvSpPr/>
              <p:nvPr/>
            </p:nvSpPr>
            <p:spPr>
              <a:xfrm>
                <a:off x="7696412" y="7810464"/>
                <a:ext cx="41981" cy="41981"/>
              </a:xfrm>
              <a:custGeom>
                <a:avLst/>
                <a:gdLst>
                  <a:gd name="connsiteX0" fmla="*/ 21252 w 41981"/>
                  <a:gd name="connsiteY0" fmla="*/ 4941 h 41981"/>
                  <a:gd name="connsiteX1" fmla="*/ 37442 w 41981"/>
                  <a:gd name="connsiteY1" fmla="*/ 21131 h 41981"/>
                  <a:gd name="connsiteX2" fmla="*/ 37442 w 41981"/>
                  <a:gd name="connsiteY2" fmla="*/ 21131 h 41981"/>
                  <a:gd name="connsiteX3" fmla="*/ 21252 w 41981"/>
                  <a:gd name="connsiteY3" fmla="*/ 37321 h 41981"/>
                  <a:gd name="connsiteX4" fmla="*/ 5061 w 41981"/>
                  <a:gd name="connsiteY4" fmla="*/ 21131 h 41981"/>
                  <a:gd name="connsiteX5" fmla="*/ 21252 w 41981"/>
                  <a:gd name="connsiteY5" fmla="*/ 4941 h 41981"/>
                  <a:gd name="connsiteX6" fmla="*/ 21252 w 41981"/>
                  <a:gd name="connsiteY6" fmla="*/ 141 h 41981"/>
                  <a:gd name="connsiteX7" fmla="*/ 261 w 41981"/>
                  <a:gd name="connsiteY7" fmla="*/ 21131 h 41981"/>
                  <a:gd name="connsiteX8" fmla="*/ 21252 w 41981"/>
                  <a:gd name="connsiteY8" fmla="*/ 42122 h 41981"/>
                  <a:gd name="connsiteX9" fmla="*/ 42242 w 41981"/>
                  <a:gd name="connsiteY9" fmla="*/ 21131 h 41981"/>
                  <a:gd name="connsiteX10" fmla="*/ 42242 w 41981"/>
                  <a:gd name="connsiteY10" fmla="*/ 21131 h 41981"/>
                  <a:gd name="connsiteX11" fmla="*/ 21252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41"/>
                    </a:moveTo>
                    <a:cubicBezTo>
                      <a:pt x="30193" y="4941"/>
                      <a:pt x="37442" y="12189"/>
                      <a:pt x="37442" y="21131"/>
                    </a:cubicBezTo>
                    <a:lnTo>
                      <a:pt x="37442" y="21131"/>
                    </a:lnTo>
                    <a:cubicBezTo>
                      <a:pt x="37442" y="30073"/>
                      <a:pt x="30193" y="37321"/>
                      <a:pt x="21252" y="37321"/>
                    </a:cubicBezTo>
                    <a:cubicBezTo>
                      <a:pt x="12310" y="37321"/>
                      <a:pt x="5061" y="30073"/>
                      <a:pt x="5061" y="21131"/>
                    </a:cubicBezTo>
                    <a:cubicBezTo>
                      <a:pt x="5061" y="12189"/>
                      <a:pt x="12310" y="4941"/>
                      <a:pt x="21252" y="4941"/>
                    </a:cubicBezTo>
                    <a:close/>
                    <a:moveTo>
                      <a:pt x="21252" y="141"/>
                    </a:moveTo>
                    <a:cubicBezTo>
                      <a:pt x="9659" y="141"/>
                      <a:pt x="261" y="9539"/>
                      <a:pt x="261" y="21131"/>
                    </a:cubicBezTo>
                    <a:cubicBezTo>
                      <a:pt x="261" y="32724"/>
                      <a:pt x="9659" y="42122"/>
                      <a:pt x="21252" y="42122"/>
                    </a:cubicBezTo>
                    <a:cubicBezTo>
                      <a:pt x="32844" y="42122"/>
                      <a:pt x="42242" y="32724"/>
                      <a:pt x="42242" y="21131"/>
                    </a:cubicBezTo>
                    <a:lnTo>
                      <a:pt x="42242" y="21131"/>
                    </a:lnTo>
                    <a:cubicBezTo>
                      <a:pt x="42242" y="9539"/>
                      <a:pt x="32844" y="141"/>
                      <a:pt x="21252" y="141"/>
                    </a:cubicBezTo>
                    <a:close/>
                  </a:path>
                </a:pathLst>
              </a:custGeom>
              <a:solidFill>
                <a:srgbClr val="000000"/>
              </a:solidFill>
              <a:ln w="4794" cap="sq">
                <a:noFill/>
                <a:prstDash val="solid"/>
                <a:round/>
              </a:ln>
            </p:spPr>
            <p:txBody>
              <a:bodyPr rtlCol="0" anchor="ctr"/>
              <a:lstStyle/>
              <a:p>
                <a:endParaRPr lang="en-US"/>
              </a:p>
            </p:txBody>
          </p:sp>
          <p:sp>
            <p:nvSpPr>
              <p:cNvPr id="1652" name="Freeform: Shape 1651">
                <a:extLst>
                  <a:ext uri="{FF2B5EF4-FFF2-40B4-BE49-F238E27FC236}">
                    <a16:creationId xmlns:a16="http://schemas.microsoft.com/office/drawing/2014/main" id="{5695FB1E-FA99-ABEE-808B-5172AF477046}"/>
                  </a:ext>
                </a:extLst>
              </p:cNvPr>
              <p:cNvSpPr/>
              <p:nvPr/>
            </p:nvSpPr>
            <p:spPr>
              <a:xfrm>
                <a:off x="7895194" y="7719287"/>
                <a:ext cx="37180" cy="37180"/>
              </a:xfrm>
              <a:custGeom>
                <a:avLst/>
                <a:gdLst>
                  <a:gd name="connsiteX0" fmla="*/ 37476 w 37180"/>
                  <a:gd name="connsiteY0" fmla="*/ 18715 h 37180"/>
                  <a:gd name="connsiteX1" fmla="*/ 18885 w 37180"/>
                  <a:gd name="connsiteY1" fmla="*/ 37305 h 37180"/>
                  <a:gd name="connsiteX2" fmla="*/ 295 w 37180"/>
                  <a:gd name="connsiteY2" fmla="*/ 18715 h 37180"/>
                  <a:gd name="connsiteX3" fmla="*/ 18885 w 37180"/>
                  <a:gd name="connsiteY3" fmla="*/ 124 h 37180"/>
                  <a:gd name="connsiteX4" fmla="*/ 37476 w 37180"/>
                  <a:gd name="connsiteY4" fmla="*/ 1871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15"/>
                    </a:moveTo>
                    <a:cubicBezTo>
                      <a:pt x="37476" y="28982"/>
                      <a:pt x="29153" y="37305"/>
                      <a:pt x="18885" y="37305"/>
                    </a:cubicBezTo>
                    <a:cubicBezTo>
                      <a:pt x="8618" y="37305"/>
                      <a:pt x="295" y="28982"/>
                      <a:pt x="295" y="18715"/>
                    </a:cubicBezTo>
                    <a:cubicBezTo>
                      <a:pt x="295" y="8448"/>
                      <a:pt x="8618" y="124"/>
                      <a:pt x="18885" y="124"/>
                    </a:cubicBezTo>
                    <a:cubicBezTo>
                      <a:pt x="29153" y="124"/>
                      <a:pt x="37476" y="8448"/>
                      <a:pt x="37476" y="18715"/>
                    </a:cubicBezTo>
                    <a:close/>
                  </a:path>
                </a:pathLst>
              </a:custGeom>
              <a:solidFill>
                <a:srgbClr val="F7A500"/>
              </a:solidFill>
              <a:ln w="5753" cap="sq">
                <a:noFill/>
                <a:prstDash val="solid"/>
                <a:miter/>
              </a:ln>
            </p:spPr>
            <p:txBody>
              <a:bodyPr rtlCol="0" anchor="ctr"/>
              <a:lstStyle/>
              <a:p>
                <a:endParaRPr lang="en-US"/>
              </a:p>
            </p:txBody>
          </p:sp>
          <p:sp>
            <p:nvSpPr>
              <p:cNvPr id="1653" name="Freeform: Shape 1652">
                <a:extLst>
                  <a:ext uri="{FF2B5EF4-FFF2-40B4-BE49-F238E27FC236}">
                    <a16:creationId xmlns:a16="http://schemas.microsoft.com/office/drawing/2014/main" id="{F6EB5F2D-3C76-2C9C-FE68-22BB845B6C5E}"/>
                  </a:ext>
                </a:extLst>
              </p:cNvPr>
              <p:cNvSpPr/>
              <p:nvPr/>
            </p:nvSpPr>
            <p:spPr>
              <a:xfrm>
                <a:off x="7892794" y="7716887"/>
                <a:ext cx="41981" cy="41981"/>
              </a:xfrm>
              <a:custGeom>
                <a:avLst/>
                <a:gdLst>
                  <a:gd name="connsiteX0" fmla="*/ 21286 w 41981"/>
                  <a:gd name="connsiteY0" fmla="*/ 4925 h 41981"/>
                  <a:gd name="connsiteX1" fmla="*/ 37476 w 41981"/>
                  <a:gd name="connsiteY1" fmla="*/ 21115 h 41981"/>
                  <a:gd name="connsiteX2" fmla="*/ 37476 w 41981"/>
                  <a:gd name="connsiteY2" fmla="*/ 21115 h 41981"/>
                  <a:gd name="connsiteX3" fmla="*/ 21286 w 41981"/>
                  <a:gd name="connsiteY3" fmla="*/ 37305 h 41981"/>
                  <a:gd name="connsiteX4" fmla="*/ 5095 w 41981"/>
                  <a:gd name="connsiteY4" fmla="*/ 21115 h 41981"/>
                  <a:gd name="connsiteX5" fmla="*/ 21286 w 41981"/>
                  <a:gd name="connsiteY5" fmla="*/ 4925 h 41981"/>
                  <a:gd name="connsiteX6" fmla="*/ 21286 w 41981"/>
                  <a:gd name="connsiteY6" fmla="*/ 124 h 41981"/>
                  <a:gd name="connsiteX7" fmla="*/ 295 w 41981"/>
                  <a:gd name="connsiteY7" fmla="*/ 21115 h 41981"/>
                  <a:gd name="connsiteX8" fmla="*/ 21286 w 41981"/>
                  <a:gd name="connsiteY8" fmla="*/ 42106 h 41981"/>
                  <a:gd name="connsiteX9" fmla="*/ 42276 w 41981"/>
                  <a:gd name="connsiteY9" fmla="*/ 21115 h 41981"/>
                  <a:gd name="connsiteX10" fmla="*/ 42276 w 41981"/>
                  <a:gd name="connsiteY10" fmla="*/ 21115 h 41981"/>
                  <a:gd name="connsiteX11" fmla="*/ 21286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25"/>
                    </a:moveTo>
                    <a:cubicBezTo>
                      <a:pt x="30227" y="4925"/>
                      <a:pt x="37476" y="12173"/>
                      <a:pt x="37476" y="21115"/>
                    </a:cubicBezTo>
                    <a:lnTo>
                      <a:pt x="37476" y="21115"/>
                    </a:lnTo>
                    <a:cubicBezTo>
                      <a:pt x="37476" y="30057"/>
                      <a:pt x="30227" y="37305"/>
                      <a:pt x="21286" y="37305"/>
                    </a:cubicBezTo>
                    <a:cubicBezTo>
                      <a:pt x="12344" y="37305"/>
                      <a:pt x="5095" y="30057"/>
                      <a:pt x="5095" y="21115"/>
                    </a:cubicBezTo>
                    <a:cubicBezTo>
                      <a:pt x="5095" y="12173"/>
                      <a:pt x="12344" y="4925"/>
                      <a:pt x="21286" y="4925"/>
                    </a:cubicBezTo>
                    <a:close/>
                    <a:moveTo>
                      <a:pt x="21286" y="124"/>
                    </a:moveTo>
                    <a:cubicBezTo>
                      <a:pt x="9693" y="124"/>
                      <a:pt x="295" y="9522"/>
                      <a:pt x="295" y="21115"/>
                    </a:cubicBezTo>
                    <a:cubicBezTo>
                      <a:pt x="295" y="32708"/>
                      <a:pt x="9693" y="42106"/>
                      <a:pt x="21286" y="42106"/>
                    </a:cubicBezTo>
                    <a:cubicBezTo>
                      <a:pt x="32878" y="42106"/>
                      <a:pt x="42276" y="32708"/>
                      <a:pt x="42276" y="21115"/>
                    </a:cubicBezTo>
                    <a:lnTo>
                      <a:pt x="42276" y="21115"/>
                    </a:lnTo>
                    <a:cubicBezTo>
                      <a:pt x="42276" y="9522"/>
                      <a:pt x="32878" y="124"/>
                      <a:pt x="21286" y="124"/>
                    </a:cubicBezTo>
                    <a:close/>
                  </a:path>
                </a:pathLst>
              </a:custGeom>
              <a:solidFill>
                <a:srgbClr val="000000"/>
              </a:solidFill>
              <a:ln w="4794" cap="sq">
                <a:noFill/>
                <a:prstDash val="solid"/>
                <a:round/>
              </a:ln>
            </p:spPr>
            <p:txBody>
              <a:bodyPr rtlCol="0" anchor="ctr"/>
              <a:lstStyle/>
              <a:p>
                <a:endParaRPr lang="en-US"/>
              </a:p>
            </p:txBody>
          </p:sp>
          <p:sp>
            <p:nvSpPr>
              <p:cNvPr id="1654" name="Freeform: Shape 1653">
                <a:extLst>
                  <a:ext uri="{FF2B5EF4-FFF2-40B4-BE49-F238E27FC236}">
                    <a16:creationId xmlns:a16="http://schemas.microsoft.com/office/drawing/2014/main" id="{1915524E-A4EC-3969-F299-B527CC76E48A}"/>
                  </a:ext>
                </a:extLst>
              </p:cNvPr>
              <p:cNvSpPr/>
              <p:nvPr/>
            </p:nvSpPr>
            <p:spPr>
              <a:xfrm>
                <a:off x="7564610" y="8125413"/>
                <a:ext cx="37180" cy="37180"/>
              </a:xfrm>
              <a:custGeom>
                <a:avLst/>
                <a:gdLst>
                  <a:gd name="connsiteX0" fmla="*/ 37418 w 37180"/>
                  <a:gd name="connsiteY0" fmla="*/ 18785 h 37180"/>
                  <a:gd name="connsiteX1" fmla="*/ 18828 w 37180"/>
                  <a:gd name="connsiteY1" fmla="*/ 37376 h 37180"/>
                  <a:gd name="connsiteX2" fmla="*/ 238 w 37180"/>
                  <a:gd name="connsiteY2" fmla="*/ 18785 h 37180"/>
                  <a:gd name="connsiteX3" fmla="*/ 18828 w 37180"/>
                  <a:gd name="connsiteY3" fmla="*/ 195 h 37180"/>
                  <a:gd name="connsiteX4" fmla="*/ 37418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85"/>
                    </a:moveTo>
                    <a:cubicBezTo>
                      <a:pt x="37418" y="29053"/>
                      <a:pt x="29095" y="37376"/>
                      <a:pt x="18828" y="37376"/>
                    </a:cubicBezTo>
                    <a:cubicBezTo>
                      <a:pt x="8561" y="37376"/>
                      <a:pt x="238" y="29053"/>
                      <a:pt x="238" y="18785"/>
                    </a:cubicBezTo>
                    <a:cubicBezTo>
                      <a:pt x="238" y="8518"/>
                      <a:pt x="8561" y="195"/>
                      <a:pt x="18828" y="195"/>
                    </a:cubicBezTo>
                    <a:cubicBezTo>
                      <a:pt x="29095" y="195"/>
                      <a:pt x="37418" y="8518"/>
                      <a:pt x="37418" y="18785"/>
                    </a:cubicBezTo>
                    <a:close/>
                  </a:path>
                </a:pathLst>
              </a:custGeom>
              <a:solidFill>
                <a:srgbClr val="F7CFCF"/>
              </a:solidFill>
              <a:ln w="5753" cap="sq">
                <a:noFill/>
                <a:prstDash val="solid"/>
                <a:miter/>
              </a:ln>
            </p:spPr>
            <p:txBody>
              <a:bodyPr rtlCol="0" anchor="ctr"/>
              <a:lstStyle/>
              <a:p>
                <a:endParaRPr lang="en-US"/>
              </a:p>
            </p:txBody>
          </p:sp>
          <p:sp>
            <p:nvSpPr>
              <p:cNvPr id="1655" name="Freeform: Shape 1654">
                <a:extLst>
                  <a:ext uri="{FF2B5EF4-FFF2-40B4-BE49-F238E27FC236}">
                    <a16:creationId xmlns:a16="http://schemas.microsoft.com/office/drawing/2014/main" id="{70B8A91D-76E1-C605-2C33-36BB896D20FC}"/>
                  </a:ext>
                </a:extLst>
              </p:cNvPr>
              <p:cNvSpPr/>
              <p:nvPr/>
            </p:nvSpPr>
            <p:spPr>
              <a:xfrm>
                <a:off x="7562210" y="8123013"/>
                <a:ext cx="41981" cy="41981"/>
              </a:xfrm>
              <a:custGeom>
                <a:avLst/>
                <a:gdLst>
                  <a:gd name="connsiteX0" fmla="*/ 21228 w 41981"/>
                  <a:gd name="connsiteY0" fmla="*/ 4995 h 41981"/>
                  <a:gd name="connsiteX1" fmla="*/ 37418 w 41981"/>
                  <a:gd name="connsiteY1" fmla="*/ 21186 h 41981"/>
                  <a:gd name="connsiteX2" fmla="*/ 37418 w 41981"/>
                  <a:gd name="connsiteY2" fmla="*/ 21186 h 41981"/>
                  <a:gd name="connsiteX3" fmla="*/ 21228 w 41981"/>
                  <a:gd name="connsiteY3" fmla="*/ 37376 h 41981"/>
                  <a:gd name="connsiteX4" fmla="*/ 5038 w 41981"/>
                  <a:gd name="connsiteY4" fmla="*/ 21186 h 41981"/>
                  <a:gd name="connsiteX5" fmla="*/ 21228 w 41981"/>
                  <a:gd name="connsiteY5" fmla="*/ 4995 h 41981"/>
                  <a:gd name="connsiteX6" fmla="*/ 21228 w 41981"/>
                  <a:gd name="connsiteY6" fmla="*/ 195 h 41981"/>
                  <a:gd name="connsiteX7" fmla="*/ 238 w 41981"/>
                  <a:gd name="connsiteY7" fmla="*/ 21186 h 41981"/>
                  <a:gd name="connsiteX8" fmla="*/ 21228 w 41981"/>
                  <a:gd name="connsiteY8" fmla="*/ 42176 h 41981"/>
                  <a:gd name="connsiteX9" fmla="*/ 42219 w 41981"/>
                  <a:gd name="connsiteY9" fmla="*/ 21186 h 41981"/>
                  <a:gd name="connsiteX10" fmla="*/ 42219 w 41981"/>
                  <a:gd name="connsiteY10" fmla="*/ 21186 h 41981"/>
                  <a:gd name="connsiteX11" fmla="*/ 21228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95"/>
                    </a:moveTo>
                    <a:cubicBezTo>
                      <a:pt x="30170" y="4995"/>
                      <a:pt x="37418" y="12244"/>
                      <a:pt x="37418" y="21186"/>
                    </a:cubicBezTo>
                    <a:lnTo>
                      <a:pt x="37418" y="21186"/>
                    </a:lnTo>
                    <a:cubicBezTo>
                      <a:pt x="37418" y="30127"/>
                      <a:pt x="30170" y="37376"/>
                      <a:pt x="21228" y="37376"/>
                    </a:cubicBezTo>
                    <a:cubicBezTo>
                      <a:pt x="12286" y="37376"/>
                      <a:pt x="5038" y="30127"/>
                      <a:pt x="5038" y="21186"/>
                    </a:cubicBezTo>
                    <a:cubicBezTo>
                      <a:pt x="5038" y="12244"/>
                      <a:pt x="12286" y="4995"/>
                      <a:pt x="21228" y="4995"/>
                    </a:cubicBezTo>
                    <a:close/>
                    <a:moveTo>
                      <a:pt x="21228" y="195"/>
                    </a:moveTo>
                    <a:cubicBezTo>
                      <a:pt x="9636" y="195"/>
                      <a:pt x="238" y="9593"/>
                      <a:pt x="238" y="21186"/>
                    </a:cubicBezTo>
                    <a:cubicBezTo>
                      <a:pt x="238" y="32778"/>
                      <a:pt x="9636" y="42176"/>
                      <a:pt x="21228" y="42176"/>
                    </a:cubicBezTo>
                    <a:cubicBezTo>
                      <a:pt x="32821" y="42176"/>
                      <a:pt x="42219" y="32778"/>
                      <a:pt x="42219" y="21186"/>
                    </a:cubicBezTo>
                    <a:lnTo>
                      <a:pt x="42219" y="21186"/>
                    </a:lnTo>
                    <a:cubicBezTo>
                      <a:pt x="42219" y="9593"/>
                      <a:pt x="32821" y="195"/>
                      <a:pt x="21228" y="195"/>
                    </a:cubicBezTo>
                    <a:close/>
                  </a:path>
                </a:pathLst>
              </a:custGeom>
              <a:solidFill>
                <a:srgbClr val="000000"/>
              </a:solidFill>
              <a:ln w="4794" cap="sq">
                <a:noFill/>
                <a:prstDash val="solid"/>
                <a:round/>
              </a:ln>
            </p:spPr>
            <p:txBody>
              <a:bodyPr rtlCol="0" anchor="ctr"/>
              <a:lstStyle/>
              <a:p>
                <a:endParaRPr lang="en-US"/>
              </a:p>
            </p:txBody>
          </p:sp>
          <p:sp>
            <p:nvSpPr>
              <p:cNvPr id="1656" name="Freeform: Shape 1655">
                <a:extLst>
                  <a:ext uri="{FF2B5EF4-FFF2-40B4-BE49-F238E27FC236}">
                    <a16:creationId xmlns:a16="http://schemas.microsoft.com/office/drawing/2014/main" id="{B4FF9283-F0B8-389C-30DB-B2929A9189ED}"/>
                  </a:ext>
                </a:extLst>
              </p:cNvPr>
              <p:cNvSpPr/>
              <p:nvPr/>
            </p:nvSpPr>
            <p:spPr>
              <a:xfrm>
                <a:off x="7578883" y="7712807"/>
                <a:ext cx="37180" cy="37180"/>
              </a:xfrm>
              <a:custGeom>
                <a:avLst/>
                <a:gdLst>
                  <a:gd name="connsiteX0" fmla="*/ 37421 w 37180"/>
                  <a:gd name="connsiteY0" fmla="*/ 18714 h 37180"/>
                  <a:gd name="connsiteX1" fmla="*/ 18831 w 37180"/>
                  <a:gd name="connsiteY1" fmla="*/ 37304 h 37180"/>
                  <a:gd name="connsiteX2" fmla="*/ 240 w 37180"/>
                  <a:gd name="connsiteY2" fmla="*/ 18714 h 37180"/>
                  <a:gd name="connsiteX3" fmla="*/ 18831 w 37180"/>
                  <a:gd name="connsiteY3" fmla="*/ 123 h 37180"/>
                  <a:gd name="connsiteX4" fmla="*/ 37421 w 37180"/>
                  <a:gd name="connsiteY4" fmla="*/ 1871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14"/>
                    </a:moveTo>
                    <a:cubicBezTo>
                      <a:pt x="37421" y="28981"/>
                      <a:pt x="29098" y="37304"/>
                      <a:pt x="18831" y="37304"/>
                    </a:cubicBezTo>
                    <a:cubicBezTo>
                      <a:pt x="8563" y="37304"/>
                      <a:pt x="240" y="28981"/>
                      <a:pt x="240" y="18714"/>
                    </a:cubicBezTo>
                    <a:cubicBezTo>
                      <a:pt x="240" y="8446"/>
                      <a:pt x="8563" y="123"/>
                      <a:pt x="18831" y="123"/>
                    </a:cubicBezTo>
                    <a:cubicBezTo>
                      <a:pt x="29098" y="123"/>
                      <a:pt x="37421" y="8446"/>
                      <a:pt x="37421" y="18714"/>
                    </a:cubicBezTo>
                    <a:close/>
                  </a:path>
                </a:pathLst>
              </a:custGeom>
              <a:solidFill>
                <a:srgbClr val="F7A500"/>
              </a:solidFill>
              <a:ln w="5753" cap="sq">
                <a:noFill/>
                <a:prstDash val="solid"/>
                <a:miter/>
              </a:ln>
            </p:spPr>
            <p:txBody>
              <a:bodyPr rtlCol="0" anchor="ctr"/>
              <a:lstStyle/>
              <a:p>
                <a:endParaRPr lang="en-US"/>
              </a:p>
            </p:txBody>
          </p:sp>
          <p:sp>
            <p:nvSpPr>
              <p:cNvPr id="1657" name="Freeform: Shape 1656">
                <a:extLst>
                  <a:ext uri="{FF2B5EF4-FFF2-40B4-BE49-F238E27FC236}">
                    <a16:creationId xmlns:a16="http://schemas.microsoft.com/office/drawing/2014/main" id="{242586CC-BE58-CA0E-9B6D-A4210CEBF518}"/>
                  </a:ext>
                </a:extLst>
              </p:cNvPr>
              <p:cNvSpPr/>
              <p:nvPr/>
            </p:nvSpPr>
            <p:spPr>
              <a:xfrm>
                <a:off x="7576483" y="7710407"/>
                <a:ext cx="41981" cy="41981"/>
              </a:xfrm>
              <a:custGeom>
                <a:avLst/>
                <a:gdLst>
                  <a:gd name="connsiteX0" fmla="*/ 21231 w 41981"/>
                  <a:gd name="connsiteY0" fmla="*/ 4924 h 41981"/>
                  <a:gd name="connsiteX1" fmla="*/ 37421 w 41981"/>
                  <a:gd name="connsiteY1" fmla="*/ 21114 h 41981"/>
                  <a:gd name="connsiteX2" fmla="*/ 37421 w 41981"/>
                  <a:gd name="connsiteY2" fmla="*/ 21114 h 41981"/>
                  <a:gd name="connsiteX3" fmla="*/ 21231 w 41981"/>
                  <a:gd name="connsiteY3" fmla="*/ 37304 h 41981"/>
                  <a:gd name="connsiteX4" fmla="*/ 5040 w 41981"/>
                  <a:gd name="connsiteY4" fmla="*/ 21114 h 41981"/>
                  <a:gd name="connsiteX5" fmla="*/ 21231 w 41981"/>
                  <a:gd name="connsiteY5" fmla="*/ 4924 h 41981"/>
                  <a:gd name="connsiteX6" fmla="*/ 21231 w 41981"/>
                  <a:gd name="connsiteY6" fmla="*/ 123 h 41981"/>
                  <a:gd name="connsiteX7" fmla="*/ 240 w 41981"/>
                  <a:gd name="connsiteY7" fmla="*/ 21114 h 41981"/>
                  <a:gd name="connsiteX8" fmla="*/ 21231 w 41981"/>
                  <a:gd name="connsiteY8" fmla="*/ 42104 h 41981"/>
                  <a:gd name="connsiteX9" fmla="*/ 42221 w 41981"/>
                  <a:gd name="connsiteY9" fmla="*/ 21114 h 41981"/>
                  <a:gd name="connsiteX10" fmla="*/ 42221 w 41981"/>
                  <a:gd name="connsiteY10" fmla="*/ 21114 h 41981"/>
                  <a:gd name="connsiteX11" fmla="*/ 21231 w 41981"/>
                  <a:gd name="connsiteY11" fmla="*/ 12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24"/>
                    </a:moveTo>
                    <a:cubicBezTo>
                      <a:pt x="30173" y="4924"/>
                      <a:pt x="37421" y="12172"/>
                      <a:pt x="37421" y="21114"/>
                    </a:cubicBezTo>
                    <a:lnTo>
                      <a:pt x="37421" y="21114"/>
                    </a:lnTo>
                    <a:cubicBezTo>
                      <a:pt x="37421" y="30056"/>
                      <a:pt x="30173" y="37304"/>
                      <a:pt x="21231" y="37304"/>
                    </a:cubicBezTo>
                    <a:cubicBezTo>
                      <a:pt x="12289" y="37304"/>
                      <a:pt x="5040" y="30056"/>
                      <a:pt x="5040" y="21114"/>
                    </a:cubicBezTo>
                    <a:cubicBezTo>
                      <a:pt x="5040" y="12172"/>
                      <a:pt x="12289" y="4924"/>
                      <a:pt x="21231" y="4924"/>
                    </a:cubicBezTo>
                    <a:close/>
                    <a:moveTo>
                      <a:pt x="21231" y="123"/>
                    </a:moveTo>
                    <a:cubicBezTo>
                      <a:pt x="9638" y="123"/>
                      <a:pt x="240" y="9521"/>
                      <a:pt x="240" y="21114"/>
                    </a:cubicBezTo>
                    <a:cubicBezTo>
                      <a:pt x="240" y="32706"/>
                      <a:pt x="9638" y="42104"/>
                      <a:pt x="21231" y="42104"/>
                    </a:cubicBezTo>
                    <a:cubicBezTo>
                      <a:pt x="32823" y="42104"/>
                      <a:pt x="42221" y="32706"/>
                      <a:pt x="42221" y="21114"/>
                    </a:cubicBezTo>
                    <a:lnTo>
                      <a:pt x="42221" y="21114"/>
                    </a:lnTo>
                    <a:cubicBezTo>
                      <a:pt x="42221" y="9521"/>
                      <a:pt x="32823" y="123"/>
                      <a:pt x="21231" y="123"/>
                    </a:cubicBezTo>
                    <a:close/>
                  </a:path>
                </a:pathLst>
              </a:custGeom>
              <a:solidFill>
                <a:srgbClr val="000000"/>
              </a:solidFill>
              <a:ln w="4794" cap="sq">
                <a:noFill/>
                <a:prstDash val="solid"/>
                <a:round/>
              </a:ln>
            </p:spPr>
            <p:txBody>
              <a:bodyPr rtlCol="0" anchor="ctr"/>
              <a:lstStyle/>
              <a:p>
                <a:endParaRPr lang="en-US"/>
              </a:p>
            </p:txBody>
          </p:sp>
          <p:sp>
            <p:nvSpPr>
              <p:cNvPr id="1658" name="Freeform: Shape 1657">
                <a:extLst>
                  <a:ext uri="{FF2B5EF4-FFF2-40B4-BE49-F238E27FC236}">
                    <a16:creationId xmlns:a16="http://schemas.microsoft.com/office/drawing/2014/main" id="{283D8EBB-15FE-99BD-5819-ED6116B16DCA}"/>
                  </a:ext>
                </a:extLst>
              </p:cNvPr>
              <p:cNvSpPr/>
              <p:nvPr/>
            </p:nvSpPr>
            <p:spPr>
              <a:xfrm>
                <a:off x="7734905" y="8045470"/>
                <a:ext cx="37180" cy="37180"/>
              </a:xfrm>
              <a:custGeom>
                <a:avLst/>
                <a:gdLst>
                  <a:gd name="connsiteX0" fmla="*/ 37448 w 37180"/>
                  <a:gd name="connsiteY0" fmla="*/ 18771 h 37180"/>
                  <a:gd name="connsiteX1" fmla="*/ 18858 w 37180"/>
                  <a:gd name="connsiteY1" fmla="*/ 37362 h 37180"/>
                  <a:gd name="connsiteX2" fmla="*/ 267 w 37180"/>
                  <a:gd name="connsiteY2" fmla="*/ 18771 h 37180"/>
                  <a:gd name="connsiteX3" fmla="*/ 18858 w 37180"/>
                  <a:gd name="connsiteY3" fmla="*/ 181 h 37180"/>
                  <a:gd name="connsiteX4" fmla="*/ 3744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1"/>
                    </a:moveTo>
                    <a:cubicBezTo>
                      <a:pt x="37448" y="29039"/>
                      <a:pt x="29125" y="37362"/>
                      <a:pt x="18858" y="37362"/>
                    </a:cubicBezTo>
                    <a:cubicBezTo>
                      <a:pt x="8590" y="37362"/>
                      <a:pt x="267" y="29039"/>
                      <a:pt x="267" y="18771"/>
                    </a:cubicBezTo>
                    <a:cubicBezTo>
                      <a:pt x="267" y="8504"/>
                      <a:pt x="8590" y="181"/>
                      <a:pt x="18858" y="181"/>
                    </a:cubicBezTo>
                    <a:cubicBezTo>
                      <a:pt x="29125" y="181"/>
                      <a:pt x="37448" y="8504"/>
                      <a:pt x="37448" y="18771"/>
                    </a:cubicBezTo>
                    <a:close/>
                  </a:path>
                </a:pathLst>
              </a:custGeom>
              <a:solidFill>
                <a:srgbClr val="ECF7EC"/>
              </a:solidFill>
              <a:ln w="5753" cap="sq">
                <a:noFill/>
                <a:prstDash val="solid"/>
                <a:miter/>
              </a:ln>
            </p:spPr>
            <p:txBody>
              <a:bodyPr rtlCol="0" anchor="ctr"/>
              <a:lstStyle/>
              <a:p>
                <a:endParaRPr lang="en-US"/>
              </a:p>
            </p:txBody>
          </p:sp>
          <p:sp>
            <p:nvSpPr>
              <p:cNvPr id="1659" name="Freeform: Shape 1658">
                <a:extLst>
                  <a:ext uri="{FF2B5EF4-FFF2-40B4-BE49-F238E27FC236}">
                    <a16:creationId xmlns:a16="http://schemas.microsoft.com/office/drawing/2014/main" id="{C34144C6-7771-32FE-7CCF-6599E2994C3B}"/>
                  </a:ext>
                </a:extLst>
              </p:cNvPr>
              <p:cNvSpPr/>
              <p:nvPr/>
            </p:nvSpPr>
            <p:spPr>
              <a:xfrm>
                <a:off x="7732504" y="8043070"/>
                <a:ext cx="41981" cy="41981"/>
              </a:xfrm>
              <a:custGeom>
                <a:avLst/>
                <a:gdLst>
                  <a:gd name="connsiteX0" fmla="*/ 21258 w 41981"/>
                  <a:gd name="connsiteY0" fmla="*/ 4981 h 41981"/>
                  <a:gd name="connsiteX1" fmla="*/ 37448 w 41981"/>
                  <a:gd name="connsiteY1" fmla="*/ 21172 h 41981"/>
                  <a:gd name="connsiteX2" fmla="*/ 37448 w 41981"/>
                  <a:gd name="connsiteY2" fmla="*/ 21172 h 41981"/>
                  <a:gd name="connsiteX3" fmla="*/ 21258 w 41981"/>
                  <a:gd name="connsiteY3" fmla="*/ 37362 h 41981"/>
                  <a:gd name="connsiteX4" fmla="*/ 5068 w 41981"/>
                  <a:gd name="connsiteY4" fmla="*/ 21172 h 41981"/>
                  <a:gd name="connsiteX5" fmla="*/ 21258 w 41981"/>
                  <a:gd name="connsiteY5" fmla="*/ 4981 h 41981"/>
                  <a:gd name="connsiteX6" fmla="*/ 21258 w 41981"/>
                  <a:gd name="connsiteY6" fmla="*/ 181 h 41981"/>
                  <a:gd name="connsiteX7" fmla="*/ 267 w 41981"/>
                  <a:gd name="connsiteY7" fmla="*/ 21172 h 41981"/>
                  <a:gd name="connsiteX8" fmla="*/ 21258 w 41981"/>
                  <a:gd name="connsiteY8" fmla="*/ 42162 h 41981"/>
                  <a:gd name="connsiteX9" fmla="*/ 42248 w 41981"/>
                  <a:gd name="connsiteY9" fmla="*/ 21172 h 41981"/>
                  <a:gd name="connsiteX10" fmla="*/ 42248 w 41981"/>
                  <a:gd name="connsiteY10" fmla="*/ 21172 h 41981"/>
                  <a:gd name="connsiteX11" fmla="*/ 2125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1"/>
                    </a:moveTo>
                    <a:cubicBezTo>
                      <a:pt x="30200" y="4981"/>
                      <a:pt x="37448" y="12230"/>
                      <a:pt x="37448" y="21172"/>
                    </a:cubicBezTo>
                    <a:lnTo>
                      <a:pt x="37448" y="21172"/>
                    </a:lnTo>
                    <a:cubicBezTo>
                      <a:pt x="37448" y="30113"/>
                      <a:pt x="30200" y="37362"/>
                      <a:pt x="21258" y="37362"/>
                    </a:cubicBezTo>
                    <a:cubicBezTo>
                      <a:pt x="12316" y="37362"/>
                      <a:pt x="5068" y="30113"/>
                      <a:pt x="5068" y="21172"/>
                    </a:cubicBezTo>
                    <a:cubicBezTo>
                      <a:pt x="5068" y="12230"/>
                      <a:pt x="12316" y="4981"/>
                      <a:pt x="21258" y="4981"/>
                    </a:cubicBezTo>
                    <a:close/>
                    <a:moveTo>
                      <a:pt x="21258" y="181"/>
                    </a:moveTo>
                    <a:cubicBezTo>
                      <a:pt x="9665" y="181"/>
                      <a:pt x="267" y="9579"/>
                      <a:pt x="267" y="21172"/>
                    </a:cubicBezTo>
                    <a:cubicBezTo>
                      <a:pt x="267" y="32764"/>
                      <a:pt x="9665" y="42162"/>
                      <a:pt x="21258" y="42162"/>
                    </a:cubicBezTo>
                    <a:cubicBezTo>
                      <a:pt x="32850" y="42162"/>
                      <a:pt x="42248" y="32764"/>
                      <a:pt x="42248" y="21172"/>
                    </a:cubicBezTo>
                    <a:lnTo>
                      <a:pt x="42248" y="21172"/>
                    </a:lnTo>
                    <a:cubicBezTo>
                      <a:pt x="42248" y="9579"/>
                      <a:pt x="32850" y="181"/>
                      <a:pt x="21258" y="181"/>
                    </a:cubicBezTo>
                    <a:close/>
                  </a:path>
                </a:pathLst>
              </a:custGeom>
              <a:solidFill>
                <a:srgbClr val="000000"/>
              </a:solidFill>
              <a:ln w="4794" cap="sq">
                <a:noFill/>
                <a:prstDash val="solid"/>
                <a:round/>
              </a:ln>
            </p:spPr>
            <p:txBody>
              <a:bodyPr rtlCol="0" anchor="ctr"/>
              <a:lstStyle/>
              <a:p>
                <a:endParaRPr lang="en-US"/>
              </a:p>
            </p:txBody>
          </p:sp>
          <p:sp>
            <p:nvSpPr>
              <p:cNvPr id="1660" name="Freeform: Shape 1659">
                <a:extLst>
                  <a:ext uri="{FF2B5EF4-FFF2-40B4-BE49-F238E27FC236}">
                    <a16:creationId xmlns:a16="http://schemas.microsoft.com/office/drawing/2014/main" id="{536F9691-CB12-53FE-7028-9BCA8E808280}"/>
                  </a:ext>
                </a:extLst>
              </p:cNvPr>
              <p:cNvSpPr/>
              <p:nvPr/>
            </p:nvSpPr>
            <p:spPr>
              <a:xfrm>
                <a:off x="7832836" y="7935926"/>
                <a:ext cx="37180" cy="37180"/>
              </a:xfrm>
              <a:custGeom>
                <a:avLst/>
                <a:gdLst>
                  <a:gd name="connsiteX0" fmla="*/ 37465 w 37180"/>
                  <a:gd name="connsiteY0" fmla="*/ 18752 h 37180"/>
                  <a:gd name="connsiteX1" fmla="*/ 18875 w 37180"/>
                  <a:gd name="connsiteY1" fmla="*/ 37343 h 37180"/>
                  <a:gd name="connsiteX2" fmla="*/ 284 w 37180"/>
                  <a:gd name="connsiteY2" fmla="*/ 18752 h 37180"/>
                  <a:gd name="connsiteX3" fmla="*/ 18875 w 37180"/>
                  <a:gd name="connsiteY3" fmla="*/ 162 h 37180"/>
                  <a:gd name="connsiteX4" fmla="*/ 37465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52"/>
                    </a:moveTo>
                    <a:cubicBezTo>
                      <a:pt x="37465" y="29020"/>
                      <a:pt x="29142" y="37343"/>
                      <a:pt x="18875" y="37343"/>
                    </a:cubicBezTo>
                    <a:cubicBezTo>
                      <a:pt x="8607" y="37343"/>
                      <a:pt x="284" y="29020"/>
                      <a:pt x="284" y="18752"/>
                    </a:cubicBezTo>
                    <a:cubicBezTo>
                      <a:pt x="284" y="8485"/>
                      <a:pt x="8607" y="162"/>
                      <a:pt x="18875" y="162"/>
                    </a:cubicBezTo>
                    <a:cubicBezTo>
                      <a:pt x="29142" y="162"/>
                      <a:pt x="37465" y="8485"/>
                      <a:pt x="37465" y="18752"/>
                    </a:cubicBezTo>
                    <a:close/>
                  </a:path>
                </a:pathLst>
              </a:custGeom>
              <a:solidFill>
                <a:srgbClr val="A6F7A6"/>
              </a:solidFill>
              <a:ln w="5753" cap="sq">
                <a:noFill/>
                <a:prstDash val="solid"/>
                <a:miter/>
              </a:ln>
            </p:spPr>
            <p:txBody>
              <a:bodyPr rtlCol="0" anchor="ctr"/>
              <a:lstStyle/>
              <a:p>
                <a:endParaRPr lang="en-US"/>
              </a:p>
            </p:txBody>
          </p:sp>
          <p:sp>
            <p:nvSpPr>
              <p:cNvPr id="1661" name="Freeform: Shape 1660">
                <a:extLst>
                  <a:ext uri="{FF2B5EF4-FFF2-40B4-BE49-F238E27FC236}">
                    <a16:creationId xmlns:a16="http://schemas.microsoft.com/office/drawing/2014/main" id="{22DCEB7A-965A-8872-40BC-7029C190589D}"/>
                  </a:ext>
                </a:extLst>
              </p:cNvPr>
              <p:cNvSpPr/>
              <p:nvPr/>
            </p:nvSpPr>
            <p:spPr>
              <a:xfrm>
                <a:off x="7830436" y="7933526"/>
                <a:ext cx="41981" cy="41981"/>
              </a:xfrm>
              <a:custGeom>
                <a:avLst/>
                <a:gdLst>
                  <a:gd name="connsiteX0" fmla="*/ 21275 w 41981"/>
                  <a:gd name="connsiteY0" fmla="*/ 4962 h 41981"/>
                  <a:gd name="connsiteX1" fmla="*/ 37465 w 41981"/>
                  <a:gd name="connsiteY1" fmla="*/ 21153 h 41981"/>
                  <a:gd name="connsiteX2" fmla="*/ 37465 w 41981"/>
                  <a:gd name="connsiteY2" fmla="*/ 21153 h 41981"/>
                  <a:gd name="connsiteX3" fmla="*/ 21275 w 41981"/>
                  <a:gd name="connsiteY3" fmla="*/ 37343 h 41981"/>
                  <a:gd name="connsiteX4" fmla="*/ 5085 w 41981"/>
                  <a:gd name="connsiteY4" fmla="*/ 21153 h 41981"/>
                  <a:gd name="connsiteX5" fmla="*/ 21275 w 41981"/>
                  <a:gd name="connsiteY5" fmla="*/ 4962 h 41981"/>
                  <a:gd name="connsiteX6" fmla="*/ 21275 w 41981"/>
                  <a:gd name="connsiteY6" fmla="*/ 162 h 41981"/>
                  <a:gd name="connsiteX7" fmla="*/ 284 w 41981"/>
                  <a:gd name="connsiteY7" fmla="*/ 21153 h 41981"/>
                  <a:gd name="connsiteX8" fmla="*/ 21275 w 41981"/>
                  <a:gd name="connsiteY8" fmla="*/ 42143 h 41981"/>
                  <a:gd name="connsiteX9" fmla="*/ 42265 w 41981"/>
                  <a:gd name="connsiteY9" fmla="*/ 21153 h 41981"/>
                  <a:gd name="connsiteX10" fmla="*/ 42265 w 41981"/>
                  <a:gd name="connsiteY10" fmla="*/ 21153 h 41981"/>
                  <a:gd name="connsiteX11" fmla="*/ 21275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62"/>
                    </a:moveTo>
                    <a:cubicBezTo>
                      <a:pt x="30217" y="4962"/>
                      <a:pt x="37465" y="12211"/>
                      <a:pt x="37465" y="21153"/>
                    </a:cubicBezTo>
                    <a:lnTo>
                      <a:pt x="37465" y="21153"/>
                    </a:lnTo>
                    <a:cubicBezTo>
                      <a:pt x="37465" y="30094"/>
                      <a:pt x="30217" y="37343"/>
                      <a:pt x="21275" y="37343"/>
                    </a:cubicBezTo>
                    <a:cubicBezTo>
                      <a:pt x="12333" y="37343"/>
                      <a:pt x="5085" y="30094"/>
                      <a:pt x="5085" y="21153"/>
                    </a:cubicBezTo>
                    <a:cubicBezTo>
                      <a:pt x="5085" y="12211"/>
                      <a:pt x="12333" y="4962"/>
                      <a:pt x="21275" y="4962"/>
                    </a:cubicBezTo>
                    <a:close/>
                    <a:moveTo>
                      <a:pt x="21275" y="162"/>
                    </a:moveTo>
                    <a:cubicBezTo>
                      <a:pt x="9682" y="162"/>
                      <a:pt x="284" y="9560"/>
                      <a:pt x="284" y="21153"/>
                    </a:cubicBezTo>
                    <a:cubicBezTo>
                      <a:pt x="284" y="32745"/>
                      <a:pt x="9682" y="42143"/>
                      <a:pt x="21275" y="42143"/>
                    </a:cubicBezTo>
                    <a:cubicBezTo>
                      <a:pt x="32867" y="42143"/>
                      <a:pt x="42265" y="32745"/>
                      <a:pt x="42265" y="21153"/>
                    </a:cubicBezTo>
                    <a:lnTo>
                      <a:pt x="42265" y="21153"/>
                    </a:lnTo>
                    <a:cubicBezTo>
                      <a:pt x="42265" y="9560"/>
                      <a:pt x="32867" y="162"/>
                      <a:pt x="21275" y="162"/>
                    </a:cubicBezTo>
                    <a:close/>
                  </a:path>
                </a:pathLst>
              </a:custGeom>
              <a:solidFill>
                <a:srgbClr val="000000"/>
              </a:solidFill>
              <a:ln w="4794" cap="sq">
                <a:noFill/>
                <a:prstDash val="solid"/>
                <a:round/>
              </a:ln>
            </p:spPr>
            <p:txBody>
              <a:bodyPr rtlCol="0" anchor="ctr"/>
              <a:lstStyle/>
              <a:p>
                <a:endParaRPr lang="en-US"/>
              </a:p>
            </p:txBody>
          </p:sp>
          <p:sp>
            <p:nvSpPr>
              <p:cNvPr id="1662" name="Freeform: Shape 1661">
                <a:extLst>
                  <a:ext uri="{FF2B5EF4-FFF2-40B4-BE49-F238E27FC236}">
                    <a16:creationId xmlns:a16="http://schemas.microsoft.com/office/drawing/2014/main" id="{D390BFE9-E1D1-19DA-F4A3-1F411F3CAE00}"/>
                  </a:ext>
                </a:extLst>
              </p:cNvPr>
              <p:cNvSpPr/>
              <p:nvPr/>
            </p:nvSpPr>
            <p:spPr>
              <a:xfrm>
                <a:off x="7979774" y="7875930"/>
                <a:ext cx="37180" cy="37180"/>
              </a:xfrm>
              <a:custGeom>
                <a:avLst/>
                <a:gdLst>
                  <a:gd name="connsiteX0" fmla="*/ 37491 w 37180"/>
                  <a:gd name="connsiteY0" fmla="*/ 18742 h 37180"/>
                  <a:gd name="connsiteX1" fmla="*/ 18900 w 37180"/>
                  <a:gd name="connsiteY1" fmla="*/ 37332 h 37180"/>
                  <a:gd name="connsiteX2" fmla="*/ 310 w 37180"/>
                  <a:gd name="connsiteY2" fmla="*/ 18742 h 37180"/>
                  <a:gd name="connsiteX3" fmla="*/ 18900 w 37180"/>
                  <a:gd name="connsiteY3" fmla="*/ 152 h 37180"/>
                  <a:gd name="connsiteX4" fmla="*/ 37491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42"/>
                    </a:moveTo>
                    <a:cubicBezTo>
                      <a:pt x="37491" y="29009"/>
                      <a:pt x="29167" y="37332"/>
                      <a:pt x="18900" y="37332"/>
                    </a:cubicBezTo>
                    <a:cubicBezTo>
                      <a:pt x="8633" y="37332"/>
                      <a:pt x="310" y="29009"/>
                      <a:pt x="310" y="18742"/>
                    </a:cubicBezTo>
                    <a:cubicBezTo>
                      <a:pt x="310" y="8475"/>
                      <a:pt x="8633" y="152"/>
                      <a:pt x="18900" y="152"/>
                    </a:cubicBezTo>
                    <a:cubicBezTo>
                      <a:pt x="29167" y="152"/>
                      <a:pt x="37491" y="8475"/>
                      <a:pt x="37491" y="18742"/>
                    </a:cubicBezTo>
                    <a:close/>
                  </a:path>
                </a:pathLst>
              </a:custGeom>
              <a:solidFill>
                <a:srgbClr val="C2F7C2"/>
              </a:solidFill>
              <a:ln w="5753" cap="sq">
                <a:noFill/>
                <a:prstDash val="solid"/>
                <a:miter/>
              </a:ln>
            </p:spPr>
            <p:txBody>
              <a:bodyPr rtlCol="0" anchor="ctr"/>
              <a:lstStyle/>
              <a:p>
                <a:endParaRPr lang="en-US"/>
              </a:p>
            </p:txBody>
          </p:sp>
          <p:sp>
            <p:nvSpPr>
              <p:cNvPr id="1663" name="Freeform: Shape 1662">
                <a:extLst>
                  <a:ext uri="{FF2B5EF4-FFF2-40B4-BE49-F238E27FC236}">
                    <a16:creationId xmlns:a16="http://schemas.microsoft.com/office/drawing/2014/main" id="{8A216DAC-D475-6EC9-DE2A-AD4D1EADCFAD}"/>
                  </a:ext>
                </a:extLst>
              </p:cNvPr>
              <p:cNvSpPr/>
              <p:nvPr/>
            </p:nvSpPr>
            <p:spPr>
              <a:xfrm>
                <a:off x="7977373" y="7873530"/>
                <a:ext cx="41981" cy="41981"/>
              </a:xfrm>
              <a:custGeom>
                <a:avLst/>
                <a:gdLst>
                  <a:gd name="connsiteX0" fmla="*/ 21300 w 41981"/>
                  <a:gd name="connsiteY0" fmla="*/ 4952 h 41981"/>
                  <a:gd name="connsiteX1" fmla="*/ 37491 w 41981"/>
                  <a:gd name="connsiteY1" fmla="*/ 21142 h 41981"/>
                  <a:gd name="connsiteX2" fmla="*/ 37491 w 41981"/>
                  <a:gd name="connsiteY2" fmla="*/ 21142 h 41981"/>
                  <a:gd name="connsiteX3" fmla="*/ 21300 w 41981"/>
                  <a:gd name="connsiteY3" fmla="*/ 37332 h 41981"/>
                  <a:gd name="connsiteX4" fmla="*/ 5110 w 41981"/>
                  <a:gd name="connsiteY4" fmla="*/ 21142 h 41981"/>
                  <a:gd name="connsiteX5" fmla="*/ 21300 w 41981"/>
                  <a:gd name="connsiteY5" fmla="*/ 4952 h 41981"/>
                  <a:gd name="connsiteX6" fmla="*/ 21300 w 41981"/>
                  <a:gd name="connsiteY6" fmla="*/ 152 h 41981"/>
                  <a:gd name="connsiteX7" fmla="*/ 310 w 41981"/>
                  <a:gd name="connsiteY7" fmla="*/ 21142 h 41981"/>
                  <a:gd name="connsiteX8" fmla="*/ 21300 w 41981"/>
                  <a:gd name="connsiteY8" fmla="*/ 42133 h 41981"/>
                  <a:gd name="connsiteX9" fmla="*/ 42291 w 41981"/>
                  <a:gd name="connsiteY9" fmla="*/ 21142 h 41981"/>
                  <a:gd name="connsiteX10" fmla="*/ 42291 w 41981"/>
                  <a:gd name="connsiteY10" fmla="*/ 21142 h 41981"/>
                  <a:gd name="connsiteX11" fmla="*/ 21300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0" y="4952"/>
                    </a:moveTo>
                    <a:cubicBezTo>
                      <a:pt x="30242" y="4952"/>
                      <a:pt x="37491" y="12200"/>
                      <a:pt x="37491" y="21142"/>
                    </a:cubicBezTo>
                    <a:lnTo>
                      <a:pt x="37491" y="21142"/>
                    </a:lnTo>
                    <a:cubicBezTo>
                      <a:pt x="37491" y="30084"/>
                      <a:pt x="30242" y="37332"/>
                      <a:pt x="21300" y="37332"/>
                    </a:cubicBezTo>
                    <a:cubicBezTo>
                      <a:pt x="12358" y="37332"/>
                      <a:pt x="5110" y="30084"/>
                      <a:pt x="5110" y="21142"/>
                    </a:cubicBezTo>
                    <a:cubicBezTo>
                      <a:pt x="5110" y="12200"/>
                      <a:pt x="12358" y="4952"/>
                      <a:pt x="21300" y="4952"/>
                    </a:cubicBezTo>
                    <a:close/>
                    <a:moveTo>
                      <a:pt x="21300" y="152"/>
                    </a:moveTo>
                    <a:cubicBezTo>
                      <a:pt x="9708" y="152"/>
                      <a:pt x="310" y="9550"/>
                      <a:pt x="310" y="21142"/>
                    </a:cubicBezTo>
                    <a:cubicBezTo>
                      <a:pt x="310" y="32735"/>
                      <a:pt x="9708" y="42133"/>
                      <a:pt x="21300" y="42133"/>
                    </a:cubicBezTo>
                    <a:cubicBezTo>
                      <a:pt x="32893" y="42133"/>
                      <a:pt x="42291" y="32735"/>
                      <a:pt x="42291" y="21142"/>
                    </a:cubicBezTo>
                    <a:lnTo>
                      <a:pt x="42291" y="21142"/>
                    </a:lnTo>
                    <a:cubicBezTo>
                      <a:pt x="42291" y="9550"/>
                      <a:pt x="32893" y="152"/>
                      <a:pt x="21300" y="152"/>
                    </a:cubicBezTo>
                    <a:close/>
                  </a:path>
                </a:pathLst>
              </a:custGeom>
              <a:solidFill>
                <a:srgbClr val="000000"/>
              </a:solidFill>
              <a:ln w="4794" cap="sq">
                <a:noFill/>
                <a:prstDash val="solid"/>
                <a:round/>
              </a:ln>
            </p:spPr>
            <p:txBody>
              <a:bodyPr rtlCol="0" anchor="ctr"/>
              <a:lstStyle/>
              <a:p>
                <a:endParaRPr lang="en-US"/>
              </a:p>
            </p:txBody>
          </p:sp>
          <p:sp>
            <p:nvSpPr>
              <p:cNvPr id="1664" name="Freeform: Shape 1663">
                <a:extLst>
                  <a:ext uri="{FF2B5EF4-FFF2-40B4-BE49-F238E27FC236}">
                    <a16:creationId xmlns:a16="http://schemas.microsoft.com/office/drawing/2014/main" id="{B2306025-58D9-70BA-4D3B-2C9185D1DD6C}"/>
                  </a:ext>
                </a:extLst>
              </p:cNvPr>
              <p:cNvSpPr/>
              <p:nvPr/>
            </p:nvSpPr>
            <p:spPr>
              <a:xfrm>
                <a:off x="7880362" y="8081545"/>
                <a:ext cx="37180" cy="37180"/>
              </a:xfrm>
              <a:custGeom>
                <a:avLst/>
                <a:gdLst>
                  <a:gd name="connsiteX0" fmla="*/ 37473 w 37180"/>
                  <a:gd name="connsiteY0" fmla="*/ 18778 h 37180"/>
                  <a:gd name="connsiteX1" fmla="*/ 18883 w 37180"/>
                  <a:gd name="connsiteY1" fmla="*/ 37368 h 37180"/>
                  <a:gd name="connsiteX2" fmla="*/ 292 w 37180"/>
                  <a:gd name="connsiteY2" fmla="*/ 18778 h 37180"/>
                  <a:gd name="connsiteX3" fmla="*/ 18883 w 37180"/>
                  <a:gd name="connsiteY3" fmla="*/ 187 h 37180"/>
                  <a:gd name="connsiteX4" fmla="*/ 37473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3" y="18778"/>
                    </a:moveTo>
                    <a:cubicBezTo>
                      <a:pt x="37473" y="29045"/>
                      <a:pt x="29150" y="37368"/>
                      <a:pt x="18883" y="37368"/>
                    </a:cubicBezTo>
                    <a:cubicBezTo>
                      <a:pt x="8616" y="37368"/>
                      <a:pt x="292" y="29045"/>
                      <a:pt x="292" y="18778"/>
                    </a:cubicBezTo>
                    <a:cubicBezTo>
                      <a:pt x="292" y="8510"/>
                      <a:pt x="8616" y="187"/>
                      <a:pt x="18883" y="187"/>
                    </a:cubicBezTo>
                    <a:cubicBezTo>
                      <a:pt x="29150" y="187"/>
                      <a:pt x="37473" y="8510"/>
                      <a:pt x="37473" y="18778"/>
                    </a:cubicBezTo>
                    <a:close/>
                  </a:path>
                </a:pathLst>
              </a:custGeom>
              <a:solidFill>
                <a:srgbClr val="EFF7EF"/>
              </a:solidFill>
              <a:ln w="5753" cap="sq">
                <a:noFill/>
                <a:prstDash val="solid"/>
                <a:miter/>
              </a:ln>
            </p:spPr>
            <p:txBody>
              <a:bodyPr rtlCol="0" anchor="ctr"/>
              <a:lstStyle/>
              <a:p>
                <a:endParaRPr lang="en-US"/>
              </a:p>
            </p:txBody>
          </p:sp>
          <p:sp>
            <p:nvSpPr>
              <p:cNvPr id="1665" name="Freeform: Shape 1664">
                <a:extLst>
                  <a:ext uri="{FF2B5EF4-FFF2-40B4-BE49-F238E27FC236}">
                    <a16:creationId xmlns:a16="http://schemas.microsoft.com/office/drawing/2014/main" id="{9B078B75-5269-8E7C-C66C-806D10649FFC}"/>
                  </a:ext>
                </a:extLst>
              </p:cNvPr>
              <p:cNvSpPr/>
              <p:nvPr/>
            </p:nvSpPr>
            <p:spPr>
              <a:xfrm>
                <a:off x="7877962" y="8079145"/>
                <a:ext cx="41981" cy="41981"/>
              </a:xfrm>
              <a:custGeom>
                <a:avLst/>
                <a:gdLst>
                  <a:gd name="connsiteX0" fmla="*/ 21283 w 41981"/>
                  <a:gd name="connsiteY0" fmla="*/ 4988 h 41981"/>
                  <a:gd name="connsiteX1" fmla="*/ 37473 w 41981"/>
                  <a:gd name="connsiteY1" fmla="*/ 21178 h 41981"/>
                  <a:gd name="connsiteX2" fmla="*/ 37473 w 41981"/>
                  <a:gd name="connsiteY2" fmla="*/ 21178 h 41981"/>
                  <a:gd name="connsiteX3" fmla="*/ 21283 w 41981"/>
                  <a:gd name="connsiteY3" fmla="*/ 37368 h 41981"/>
                  <a:gd name="connsiteX4" fmla="*/ 5093 w 41981"/>
                  <a:gd name="connsiteY4" fmla="*/ 21178 h 41981"/>
                  <a:gd name="connsiteX5" fmla="*/ 21283 w 41981"/>
                  <a:gd name="connsiteY5" fmla="*/ 4988 h 41981"/>
                  <a:gd name="connsiteX6" fmla="*/ 21283 w 41981"/>
                  <a:gd name="connsiteY6" fmla="*/ 187 h 41981"/>
                  <a:gd name="connsiteX7" fmla="*/ 292 w 41981"/>
                  <a:gd name="connsiteY7" fmla="*/ 21178 h 41981"/>
                  <a:gd name="connsiteX8" fmla="*/ 21283 w 41981"/>
                  <a:gd name="connsiteY8" fmla="*/ 42168 h 41981"/>
                  <a:gd name="connsiteX9" fmla="*/ 42274 w 41981"/>
                  <a:gd name="connsiteY9" fmla="*/ 21178 h 41981"/>
                  <a:gd name="connsiteX10" fmla="*/ 42274 w 41981"/>
                  <a:gd name="connsiteY10" fmla="*/ 21178 h 41981"/>
                  <a:gd name="connsiteX11" fmla="*/ 21283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3" y="4988"/>
                    </a:moveTo>
                    <a:cubicBezTo>
                      <a:pt x="30225" y="4988"/>
                      <a:pt x="37473" y="12236"/>
                      <a:pt x="37473" y="21178"/>
                    </a:cubicBezTo>
                    <a:lnTo>
                      <a:pt x="37473" y="21178"/>
                    </a:lnTo>
                    <a:cubicBezTo>
                      <a:pt x="37473" y="30120"/>
                      <a:pt x="30225" y="37368"/>
                      <a:pt x="21283" y="37368"/>
                    </a:cubicBezTo>
                    <a:cubicBezTo>
                      <a:pt x="12341" y="37368"/>
                      <a:pt x="5093" y="30120"/>
                      <a:pt x="5093" y="21178"/>
                    </a:cubicBezTo>
                    <a:cubicBezTo>
                      <a:pt x="5093" y="12236"/>
                      <a:pt x="12341" y="4988"/>
                      <a:pt x="21283" y="4988"/>
                    </a:cubicBezTo>
                    <a:close/>
                    <a:moveTo>
                      <a:pt x="21283" y="187"/>
                    </a:moveTo>
                    <a:cubicBezTo>
                      <a:pt x="9690" y="187"/>
                      <a:pt x="292" y="9585"/>
                      <a:pt x="292" y="21178"/>
                    </a:cubicBezTo>
                    <a:cubicBezTo>
                      <a:pt x="292" y="32770"/>
                      <a:pt x="9690" y="42168"/>
                      <a:pt x="21283" y="42168"/>
                    </a:cubicBezTo>
                    <a:cubicBezTo>
                      <a:pt x="32876" y="42168"/>
                      <a:pt x="42274" y="32770"/>
                      <a:pt x="42274" y="21178"/>
                    </a:cubicBezTo>
                    <a:lnTo>
                      <a:pt x="42274" y="21178"/>
                    </a:lnTo>
                    <a:cubicBezTo>
                      <a:pt x="42274" y="9585"/>
                      <a:pt x="32876" y="187"/>
                      <a:pt x="21283" y="187"/>
                    </a:cubicBezTo>
                    <a:close/>
                  </a:path>
                </a:pathLst>
              </a:custGeom>
              <a:solidFill>
                <a:srgbClr val="000000"/>
              </a:solidFill>
              <a:ln w="4794" cap="sq">
                <a:noFill/>
                <a:prstDash val="solid"/>
                <a:round/>
              </a:ln>
            </p:spPr>
            <p:txBody>
              <a:bodyPr rtlCol="0" anchor="ctr"/>
              <a:lstStyle/>
              <a:p>
                <a:endParaRPr lang="en-US"/>
              </a:p>
            </p:txBody>
          </p:sp>
          <p:sp>
            <p:nvSpPr>
              <p:cNvPr id="1666" name="Freeform: Shape 1665">
                <a:extLst>
                  <a:ext uri="{FF2B5EF4-FFF2-40B4-BE49-F238E27FC236}">
                    <a16:creationId xmlns:a16="http://schemas.microsoft.com/office/drawing/2014/main" id="{083A2FB5-105D-9BD1-863A-D33B5563D4A2}"/>
                  </a:ext>
                </a:extLst>
              </p:cNvPr>
              <p:cNvSpPr/>
              <p:nvPr/>
            </p:nvSpPr>
            <p:spPr>
              <a:xfrm>
                <a:off x="7860634" y="7844521"/>
                <a:ext cx="37180" cy="37180"/>
              </a:xfrm>
              <a:custGeom>
                <a:avLst/>
                <a:gdLst>
                  <a:gd name="connsiteX0" fmla="*/ 37470 w 37180"/>
                  <a:gd name="connsiteY0" fmla="*/ 18737 h 37180"/>
                  <a:gd name="connsiteX1" fmla="*/ 18879 w 37180"/>
                  <a:gd name="connsiteY1" fmla="*/ 37327 h 37180"/>
                  <a:gd name="connsiteX2" fmla="*/ 289 w 37180"/>
                  <a:gd name="connsiteY2" fmla="*/ 18737 h 37180"/>
                  <a:gd name="connsiteX3" fmla="*/ 18879 w 37180"/>
                  <a:gd name="connsiteY3" fmla="*/ 146 h 37180"/>
                  <a:gd name="connsiteX4" fmla="*/ 37470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37"/>
                    </a:moveTo>
                    <a:cubicBezTo>
                      <a:pt x="37470" y="29004"/>
                      <a:pt x="29147" y="37327"/>
                      <a:pt x="18879" y="37327"/>
                    </a:cubicBezTo>
                    <a:cubicBezTo>
                      <a:pt x="8612" y="37327"/>
                      <a:pt x="289" y="29004"/>
                      <a:pt x="289" y="18737"/>
                    </a:cubicBezTo>
                    <a:cubicBezTo>
                      <a:pt x="289" y="8469"/>
                      <a:pt x="8612" y="146"/>
                      <a:pt x="18879" y="146"/>
                    </a:cubicBezTo>
                    <a:cubicBezTo>
                      <a:pt x="29147" y="146"/>
                      <a:pt x="37470" y="8469"/>
                      <a:pt x="37470" y="18737"/>
                    </a:cubicBezTo>
                    <a:close/>
                  </a:path>
                </a:pathLst>
              </a:custGeom>
              <a:solidFill>
                <a:srgbClr val="00F700"/>
              </a:solidFill>
              <a:ln w="5753" cap="sq">
                <a:noFill/>
                <a:prstDash val="solid"/>
                <a:miter/>
              </a:ln>
            </p:spPr>
            <p:txBody>
              <a:bodyPr rtlCol="0" anchor="ctr"/>
              <a:lstStyle/>
              <a:p>
                <a:endParaRPr lang="en-US"/>
              </a:p>
            </p:txBody>
          </p:sp>
          <p:sp>
            <p:nvSpPr>
              <p:cNvPr id="1667" name="Freeform: Shape 1666">
                <a:extLst>
                  <a:ext uri="{FF2B5EF4-FFF2-40B4-BE49-F238E27FC236}">
                    <a16:creationId xmlns:a16="http://schemas.microsoft.com/office/drawing/2014/main" id="{BD53C5D3-0AF8-740E-23DB-C17D1B819689}"/>
                  </a:ext>
                </a:extLst>
              </p:cNvPr>
              <p:cNvSpPr/>
              <p:nvPr/>
            </p:nvSpPr>
            <p:spPr>
              <a:xfrm>
                <a:off x="7858234" y="7842121"/>
                <a:ext cx="41981" cy="41981"/>
              </a:xfrm>
              <a:custGeom>
                <a:avLst/>
                <a:gdLst>
                  <a:gd name="connsiteX0" fmla="*/ 21280 w 41981"/>
                  <a:gd name="connsiteY0" fmla="*/ 4947 h 41981"/>
                  <a:gd name="connsiteX1" fmla="*/ 37470 w 41981"/>
                  <a:gd name="connsiteY1" fmla="*/ 21137 h 41981"/>
                  <a:gd name="connsiteX2" fmla="*/ 37470 w 41981"/>
                  <a:gd name="connsiteY2" fmla="*/ 21137 h 41981"/>
                  <a:gd name="connsiteX3" fmla="*/ 21280 w 41981"/>
                  <a:gd name="connsiteY3" fmla="*/ 37327 h 41981"/>
                  <a:gd name="connsiteX4" fmla="*/ 5089 w 41981"/>
                  <a:gd name="connsiteY4" fmla="*/ 21137 h 41981"/>
                  <a:gd name="connsiteX5" fmla="*/ 21280 w 41981"/>
                  <a:gd name="connsiteY5" fmla="*/ 4947 h 41981"/>
                  <a:gd name="connsiteX6" fmla="*/ 21280 w 41981"/>
                  <a:gd name="connsiteY6" fmla="*/ 146 h 41981"/>
                  <a:gd name="connsiteX7" fmla="*/ 289 w 41981"/>
                  <a:gd name="connsiteY7" fmla="*/ 21137 h 41981"/>
                  <a:gd name="connsiteX8" fmla="*/ 21280 w 41981"/>
                  <a:gd name="connsiteY8" fmla="*/ 42127 h 41981"/>
                  <a:gd name="connsiteX9" fmla="*/ 42270 w 41981"/>
                  <a:gd name="connsiteY9" fmla="*/ 21137 h 41981"/>
                  <a:gd name="connsiteX10" fmla="*/ 42270 w 41981"/>
                  <a:gd name="connsiteY10" fmla="*/ 21137 h 41981"/>
                  <a:gd name="connsiteX11" fmla="*/ 21280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47"/>
                    </a:moveTo>
                    <a:cubicBezTo>
                      <a:pt x="30221" y="4947"/>
                      <a:pt x="37470" y="12195"/>
                      <a:pt x="37470" y="21137"/>
                    </a:cubicBezTo>
                    <a:lnTo>
                      <a:pt x="37470" y="21137"/>
                    </a:lnTo>
                    <a:cubicBezTo>
                      <a:pt x="37470" y="30079"/>
                      <a:pt x="30221" y="37327"/>
                      <a:pt x="21280" y="37327"/>
                    </a:cubicBezTo>
                    <a:cubicBezTo>
                      <a:pt x="12338" y="37327"/>
                      <a:pt x="5089" y="30079"/>
                      <a:pt x="5089" y="21137"/>
                    </a:cubicBezTo>
                    <a:cubicBezTo>
                      <a:pt x="5089" y="12195"/>
                      <a:pt x="12338" y="4947"/>
                      <a:pt x="21280" y="4947"/>
                    </a:cubicBezTo>
                    <a:close/>
                    <a:moveTo>
                      <a:pt x="21280" y="146"/>
                    </a:moveTo>
                    <a:cubicBezTo>
                      <a:pt x="9687" y="146"/>
                      <a:pt x="289" y="9544"/>
                      <a:pt x="289" y="21137"/>
                    </a:cubicBezTo>
                    <a:cubicBezTo>
                      <a:pt x="289" y="32729"/>
                      <a:pt x="9687" y="42127"/>
                      <a:pt x="21280" y="42127"/>
                    </a:cubicBezTo>
                    <a:cubicBezTo>
                      <a:pt x="32872" y="42127"/>
                      <a:pt x="42270" y="32729"/>
                      <a:pt x="42270" y="21137"/>
                    </a:cubicBezTo>
                    <a:lnTo>
                      <a:pt x="42270" y="21137"/>
                    </a:lnTo>
                    <a:cubicBezTo>
                      <a:pt x="42270" y="9544"/>
                      <a:pt x="32872" y="146"/>
                      <a:pt x="21280" y="146"/>
                    </a:cubicBezTo>
                    <a:close/>
                  </a:path>
                </a:pathLst>
              </a:custGeom>
              <a:solidFill>
                <a:srgbClr val="000000"/>
              </a:solidFill>
              <a:ln w="4794" cap="sq">
                <a:noFill/>
                <a:prstDash val="solid"/>
                <a:round/>
              </a:ln>
            </p:spPr>
            <p:txBody>
              <a:bodyPr rtlCol="0" anchor="ctr"/>
              <a:lstStyle/>
              <a:p>
                <a:endParaRPr lang="en-US"/>
              </a:p>
            </p:txBody>
          </p:sp>
          <p:sp>
            <p:nvSpPr>
              <p:cNvPr id="1668" name="Freeform: Shape 1667">
                <a:extLst>
                  <a:ext uri="{FF2B5EF4-FFF2-40B4-BE49-F238E27FC236}">
                    <a16:creationId xmlns:a16="http://schemas.microsoft.com/office/drawing/2014/main" id="{2FA96EF6-1641-6DAD-A1CC-BCAA5081576E}"/>
                  </a:ext>
                </a:extLst>
              </p:cNvPr>
              <p:cNvSpPr/>
              <p:nvPr/>
            </p:nvSpPr>
            <p:spPr>
              <a:xfrm>
                <a:off x="7815619" y="7980428"/>
                <a:ext cx="37180" cy="37180"/>
              </a:xfrm>
              <a:custGeom>
                <a:avLst/>
                <a:gdLst>
                  <a:gd name="connsiteX0" fmla="*/ 37462 w 37180"/>
                  <a:gd name="connsiteY0" fmla="*/ 18760 h 37180"/>
                  <a:gd name="connsiteX1" fmla="*/ 18872 w 37180"/>
                  <a:gd name="connsiteY1" fmla="*/ 37351 h 37180"/>
                  <a:gd name="connsiteX2" fmla="*/ 281 w 37180"/>
                  <a:gd name="connsiteY2" fmla="*/ 18760 h 37180"/>
                  <a:gd name="connsiteX3" fmla="*/ 18872 w 37180"/>
                  <a:gd name="connsiteY3" fmla="*/ 170 h 37180"/>
                  <a:gd name="connsiteX4" fmla="*/ 37462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60"/>
                    </a:moveTo>
                    <a:cubicBezTo>
                      <a:pt x="37462" y="29027"/>
                      <a:pt x="29139" y="37351"/>
                      <a:pt x="18872" y="37351"/>
                    </a:cubicBezTo>
                    <a:cubicBezTo>
                      <a:pt x="8604" y="37351"/>
                      <a:pt x="281" y="29027"/>
                      <a:pt x="281" y="18760"/>
                    </a:cubicBezTo>
                    <a:cubicBezTo>
                      <a:pt x="281" y="8493"/>
                      <a:pt x="8604" y="170"/>
                      <a:pt x="18872" y="170"/>
                    </a:cubicBezTo>
                    <a:cubicBezTo>
                      <a:pt x="29139" y="170"/>
                      <a:pt x="37462" y="8493"/>
                      <a:pt x="37462" y="18760"/>
                    </a:cubicBezTo>
                    <a:close/>
                  </a:path>
                </a:pathLst>
              </a:custGeom>
              <a:solidFill>
                <a:srgbClr val="F7DEDE"/>
              </a:solidFill>
              <a:ln w="5753" cap="sq">
                <a:noFill/>
                <a:prstDash val="solid"/>
                <a:miter/>
              </a:ln>
            </p:spPr>
            <p:txBody>
              <a:bodyPr rtlCol="0" anchor="ctr"/>
              <a:lstStyle/>
              <a:p>
                <a:endParaRPr lang="en-US"/>
              </a:p>
            </p:txBody>
          </p:sp>
          <p:sp>
            <p:nvSpPr>
              <p:cNvPr id="1669" name="Freeform: Shape 1668">
                <a:extLst>
                  <a:ext uri="{FF2B5EF4-FFF2-40B4-BE49-F238E27FC236}">
                    <a16:creationId xmlns:a16="http://schemas.microsoft.com/office/drawing/2014/main" id="{F294B324-7057-2046-9D0E-0A230717CEEA}"/>
                  </a:ext>
                </a:extLst>
              </p:cNvPr>
              <p:cNvSpPr/>
              <p:nvPr/>
            </p:nvSpPr>
            <p:spPr>
              <a:xfrm>
                <a:off x="7813219" y="7978028"/>
                <a:ext cx="41981" cy="41981"/>
              </a:xfrm>
              <a:custGeom>
                <a:avLst/>
                <a:gdLst>
                  <a:gd name="connsiteX0" fmla="*/ 21272 w 41981"/>
                  <a:gd name="connsiteY0" fmla="*/ 4970 h 41981"/>
                  <a:gd name="connsiteX1" fmla="*/ 37462 w 41981"/>
                  <a:gd name="connsiteY1" fmla="*/ 21160 h 41981"/>
                  <a:gd name="connsiteX2" fmla="*/ 37462 w 41981"/>
                  <a:gd name="connsiteY2" fmla="*/ 21160 h 41981"/>
                  <a:gd name="connsiteX3" fmla="*/ 21272 w 41981"/>
                  <a:gd name="connsiteY3" fmla="*/ 37351 h 41981"/>
                  <a:gd name="connsiteX4" fmla="*/ 5082 w 41981"/>
                  <a:gd name="connsiteY4" fmla="*/ 21160 h 41981"/>
                  <a:gd name="connsiteX5" fmla="*/ 21272 w 41981"/>
                  <a:gd name="connsiteY5" fmla="*/ 4970 h 41981"/>
                  <a:gd name="connsiteX6" fmla="*/ 21272 w 41981"/>
                  <a:gd name="connsiteY6" fmla="*/ 170 h 41981"/>
                  <a:gd name="connsiteX7" fmla="*/ 281 w 41981"/>
                  <a:gd name="connsiteY7" fmla="*/ 21160 h 41981"/>
                  <a:gd name="connsiteX8" fmla="*/ 21272 w 41981"/>
                  <a:gd name="connsiteY8" fmla="*/ 42151 h 41981"/>
                  <a:gd name="connsiteX9" fmla="*/ 42262 w 41981"/>
                  <a:gd name="connsiteY9" fmla="*/ 21160 h 41981"/>
                  <a:gd name="connsiteX10" fmla="*/ 42262 w 41981"/>
                  <a:gd name="connsiteY10" fmla="*/ 21160 h 41981"/>
                  <a:gd name="connsiteX11" fmla="*/ 21272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70"/>
                    </a:moveTo>
                    <a:cubicBezTo>
                      <a:pt x="30214" y="4970"/>
                      <a:pt x="37462" y="12219"/>
                      <a:pt x="37462" y="21160"/>
                    </a:cubicBezTo>
                    <a:lnTo>
                      <a:pt x="37462" y="21160"/>
                    </a:lnTo>
                    <a:cubicBezTo>
                      <a:pt x="37462" y="30102"/>
                      <a:pt x="30214" y="37351"/>
                      <a:pt x="21272" y="37351"/>
                    </a:cubicBezTo>
                    <a:cubicBezTo>
                      <a:pt x="12330" y="37351"/>
                      <a:pt x="5082" y="30102"/>
                      <a:pt x="5082" y="21160"/>
                    </a:cubicBezTo>
                    <a:cubicBezTo>
                      <a:pt x="5082" y="12219"/>
                      <a:pt x="12330" y="4970"/>
                      <a:pt x="21272" y="4970"/>
                    </a:cubicBezTo>
                    <a:close/>
                    <a:moveTo>
                      <a:pt x="21272" y="170"/>
                    </a:moveTo>
                    <a:cubicBezTo>
                      <a:pt x="9679" y="170"/>
                      <a:pt x="281" y="9568"/>
                      <a:pt x="281" y="21160"/>
                    </a:cubicBezTo>
                    <a:cubicBezTo>
                      <a:pt x="281" y="32753"/>
                      <a:pt x="9679" y="42151"/>
                      <a:pt x="21272" y="42151"/>
                    </a:cubicBezTo>
                    <a:cubicBezTo>
                      <a:pt x="32864" y="42151"/>
                      <a:pt x="42262" y="32753"/>
                      <a:pt x="42262" y="21160"/>
                    </a:cubicBezTo>
                    <a:lnTo>
                      <a:pt x="42262" y="21160"/>
                    </a:lnTo>
                    <a:cubicBezTo>
                      <a:pt x="42262" y="9568"/>
                      <a:pt x="32864" y="170"/>
                      <a:pt x="21272" y="170"/>
                    </a:cubicBezTo>
                    <a:close/>
                  </a:path>
                </a:pathLst>
              </a:custGeom>
              <a:solidFill>
                <a:srgbClr val="000000"/>
              </a:solidFill>
              <a:ln w="4794" cap="sq">
                <a:noFill/>
                <a:prstDash val="solid"/>
                <a:round/>
              </a:ln>
            </p:spPr>
            <p:txBody>
              <a:bodyPr rtlCol="0" anchor="ctr"/>
              <a:lstStyle/>
              <a:p>
                <a:endParaRPr lang="en-US"/>
              </a:p>
            </p:txBody>
          </p:sp>
          <p:sp>
            <p:nvSpPr>
              <p:cNvPr id="1670" name="Freeform: Shape 1669">
                <a:extLst>
                  <a:ext uri="{FF2B5EF4-FFF2-40B4-BE49-F238E27FC236}">
                    <a16:creationId xmlns:a16="http://schemas.microsoft.com/office/drawing/2014/main" id="{C3CF383A-379B-DDB4-152B-FA2755B89872}"/>
                  </a:ext>
                </a:extLst>
              </p:cNvPr>
              <p:cNvSpPr/>
              <p:nvPr/>
            </p:nvSpPr>
            <p:spPr>
              <a:xfrm>
                <a:off x="7677587" y="7814505"/>
                <a:ext cx="37180" cy="37180"/>
              </a:xfrm>
              <a:custGeom>
                <a:avLst/>
                <a:gdLst>
                  <a:gd name="connsiteX0" fmla="*/ 37438 w 37180"/>
                  <a:gd name="connsiteY0" fmla="*/ 18731 h 37180"/>
                  <a:gd name="connsiteX1" fmla="*/ 18848 w 37180"/>
                  <a:gd name="connsiteY1" fmla="*/ 37322 h 37180"/>
                  <a:gd name="connsiteX2" fmla="*/ 257 w 37180"/>
                  <a:gd name="connsiteY2" fmla="*/ 18731 h 37180"/>
                  <a:gd name="connsiteX3" fmla="*/ 18848 w 37180"/>
                  <a:gd name="connsiteY3" fmla="*/ 141 h 37180"/>
                  <a:gd name="connsiteX4" fmla="*/ 37438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31"/>
                    </a:moveTo>
                    <a:cubicBezTo>
                      <a:pt x="37438" y="28999"/>
                      <a:pt x="29115" y="37322"/>
                      <a:pt x="18848" y="37322"/>
                    </a:cubicBezTo>
                    <a:cubicBezTo>
                      <a:pt x="8580" y="37322"/>
                      <a:pt x="257" y="28999"/>
                      <a:pt x="257" y="18731"/>
                    </a:cubicBezTo>
                    <a:cubicBezTo>
                      <a:pt x="257" y="8464"/>
                      <a:pt x="8580" y="141"/>
                      <a:pt x="18848" y="141"/>
                    </a:cubicBezTo>
                    <a:cubicBezTo>
                      <a:pt x="29115" y="141"/>
                      <a:pt x="37438" y="8464"/>
                      <a:pt x="37438" y="18731"/>
                    </a:cubicBezTo>
                    <a:close/>
                  </a:path>
                </a:pathLst>
              </a:custGeom>
              <a:solidFill>
                <a:srgbClr val="F7DBDB"/>
              </a:solidFill>
              <a:ln w="5753" cap="sq">
                <a:noFill/>
                <a:prstDash val="solid"/>
                <a:miter/>
              </a:ln>
            </p:spPr>
            <p:txBody>
              <a:bodyPr rtlCol="0" anchor="ctr"/>
              <a:lstStyle/>
              <a:p>
                <a:endParaRPr lang="en-US"/>
              </a:p>
            </p:txBody>
          </p:sp>
          <p:sp>
            <p:nvSpPr>
              <p:cNvPr id="1671" name="Freeform: Shape 1670">
                <a:extLst>
                  <a:ext uri="{FF2B5EF4-FFF2-40B4-BE49-F238E27FC236}">
                    <a16:creationId xmlns:a16="http://schemas.microsoft.com/office/drawing/2014/main" id="{CDDBE891-93C7-C2CD-D983-1500B59CA0E3}"/>
                  </a:ext>
                </a:extLst>
              </p:cNvPr>
              <p:cNvSpPr/>
              <p:nvPr/>
            </p:nvSpPr>
            <p:spPr>
              <a:xfrm>
                <a:off x="7675187" y="7812105"/>
                <a:ext cx="41981" cy="41981"/>
              </a:xfrm>
              <a:custGeom>
                <a:avLst/>
                <a:gdLst>
                  <a:gd name="connsiteX0" fmla="*/ 21248 w 41981"/>
                  <a:gd name="connsiteY0" fmla="*/ 4941 h 41981"/>
                  <a:gd name="connsiteX1" fmla="*/ 37438 w 41981"/>
                  <a:gd name="connsiteY1" fmla="*/ 21132 h 41981"/>
                  <a:gd name="connsiteX2" fmla="*/ 37438 w 41981"/>
                  <a:gd name="connsiteY2" fmla="*/ 21132 h 41981"/>
                  <a:gd name="connsiteX3" fmla="*/ 21248 w 41981"/>
                  <a:gd name="connsiteY3" fmla="*/ 37322 h 41981"/>
                  <a:gd name="connsiteX4" fmla="*/ 5058 w 41981"/>
                  <a:gd name="connsiteY4" fmla="*/ 21132 h 41981"/>
                  <a:gd name="connsiteX5" fmla="*/ 21248 w 41981"/>
                  <a:gd name="connsiteY5" fmla="*/ 4941 h 41981"/>
                  <a:gd name="connsiteX6" fmla="*/ 21248 w 41981"/>
                  <a:gd name="connsiteY6" fmla="*/ 141 h 41981"/>
                  <a:gd name="connsiteX7" fmla="*/ 257 w 41981"/>
                  <a:gd name="connsiteY7" fmla="*/ 21132 h 41981"/>
                  <a:gd name="connsiteX8" fmla="*/ 21248 w 41981"/>
                  <a:gd name="connsiteY8" fmla="*/ 42122 h 41981"/>
                  <a:gd name="connsiteX9" fmla="*/ 42238 w 41981"/>
                  <a:gd name="connsiteY9" fmla="*/ 21132 h 41981"/>
                  <a:gd name="connsiteX10" fmla="*/ 42238 w 41981"/>
                  <a:gd name="connsiteY10" fmla="*/ 21132 h 41981"/>
                  <a:gd name="connsiteX11" fmla="*/ 21248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41"/>
                    </a:moveTo>
                    <a:cubicBezTo>
                      <a:pt x="30190" y="4941"/>
                      <a:pt x="37438" y="12190"/>
                      <a:pt x="37438" y="21132"/>
                    </a:cubicBezTo>
                    <a:lnTo>
                      <a:pt x="37438" y="21132"/>
                    </a:lnTo>
                    <a:cubicBezTo>
                      <a:pt x="37438" y="30073"/>
                      <a:pt x="30190" y="37322"/>
                      <a:pt x="21248" y="37322"/>
                    </a:cubicBezTo>
                    <a:cubicBezTo>
                      <a:pt x="12306" y="37322"/>
                      <a:pt x="5058" y="30073"/>
                      <a:pt x="5058" y="21132"/>
                    </a:cubicBezTo>
                    <a:cubicBezTo>
                      <a:pt x="5058" y="12190"/>
                      <a:pt x="12306" y="4941"/>
                      <a:pt x="21248" y="4941"/>
                    </a:cubicBezTo>
                    <a:close/>
                    <a:moveTo>
                      <a:pt x="21248" y="141"/>
                    </a:moveTo>
                    <a:cubicBezTo>
                      <a:pt x="9655" y="141"/>
                      <a:pt x="257" y="9539"/>
                      <a:pt x="257" y="21132"/>
                    </a:cubicBezTo>
                    <a:cubicBezTo>
                      <a:pt x="257" y="32724"/>
                      <a:pt x="9655" y="42122"/>
                      <a:pt x="21248" y="42122"/>
                    </a:cubicBezTo>
                    <a:cubicBezTo>
                      <a:pt x="32840" y="42122"/>
                      <a:pt x="42238" y="32724"/>
                      <a:pt x="42238" y="21132"/>
                    </a:cubicBezTo>
                    <a:lnTo>
                      <a:pt x="42238" y="21132"/>
                    </a:lnTo>
                    <a:cubicBezTo>
                      <a:pt x="42238" y="9539"/>
                      <a:pt x="32840" y="141"/>
                      <a:pt x="21248" y="141"/>
                    </a:cubicBezTo>
                    <a:close/>
                  </a:path>
                </a:pathLst>
              </a:custGeom>
              <a:solidFill>
                <a:srgbClr val="000000"/>
              </a:solidFill>
              <a:ln w="4794" cap="sq">
                <a:noFill/>
                <a:prstDash val="solid"/>
                <a:round/>
              </a:ln>
            </p:spPr>
            <p:txBody>
              <a:bodyPr rtlCol="0" anchor="ctr"/>
              <a:lstStyle/>
              <a:p>
                <a:endParaRPr lang="en-US"/>
              </a:p>
            </p:txBody>
          </p:sp>
          <p:sp>
            <p:nvSpPr>
              <p:cNvPr id="1672" name="Freeform: Shape 1671">
                <a:extLst>
                  <a:ext uri="{FF2B5EF4-FFF2-40B4-BE49-F238E27FC236}">
                    <a16:creationId xmlns:a16="http://schemas.microsoft.com/office/drawing/2014/main" id="{DE94BCA2-9B0A-BA13-3DAE-CA1090BCC467}"/>
                  </a:ext>
                </a:extLst>
              </p:cNvPr>
              <p:cNvSpPr/>
              <p:nvPr/>
            </p:nvSpPr>
            <p:spPr>
              <a:xfrm>
                <a:off x="7639507" y="7691236"/>
                <a:ext cx="37180" cy="37180"/>
              </a:xfrm>
              <a:custGeom>
                <a:avLst/>
                <a:gdLst>
                  <a:gd name="connsiteX0" fmla="*/ 37431 w 37180"/>
                  <a:gd name="connsiteY0" fmla="*/ 18710 h 37180"/>
                  <a:gd name="connsiteX1" fmla="*/ 18841 w 37180"/>
                  <a:gd name="connsiteY1" fmla="*/ 37300 h 37180"/>
                  <a:gd name="connsiteX2" fmla="*/ 251 w 37180"/>
                  <a:gd name="connsiteY2" fmla="*/ 18710 h 37180"/>
                  <a:gd name="connsiteX3" fmla="*/ 18841 w 37180"/>
                  <a:gd name="connsiteY3" fmla="*/ 120 h 37180"/>
                  <a:gd name="connsiteX4" fmla="*/ 37431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10"/>
                    </a:moveTo>
                    <a:cubicBezTo>
                      <a:pt x="37431" y="28977"/>
                      <a:pt x="29108" y="37300"/>
                      <a:pt x="18841" y="37300"/>
                    </a:cubicBezTo>
                    <a:cubicBezTo>
                      <a:pt x="8574" y="37300"/>
                      <a:pt x="251" y="28977"/>
                      <a:pt x="251" y="18710"/>
                    </a:cubicBezTo>
                    <a:cubicBezTo>
                      <a:pt x="251" y="8443"/>
                      <a:pt x="8574" y="120"/>
                      <a:pt x="18841" y="120"/>
                    </a:cubicBezTo>
                    <a:cubicBezTo>
                      <a:pt x="29108" y="120"/>
                      <a:pt x="37431" y="8443"/>
                      <a:pt x="37431" y="18710"/>
                    </a:cubicBezTo>
                    <a:close/>
                  </a:path>
                </a:pathLst>
              </a:custGeom>
              <a:solidFill>
                <a:srgbClr val="F7D6D6"/>
              </a:solidFill>
              <a:ln w="5753" cap="sq">
                <a:noFill/>
                <a:prstDash val="solid"/>
                <a:miter/>
              </a:ln>
            </p:spPr>
            <p:txBody>
              <a:bodyPr rtlCol="0" anchor="ctr"/>
              <a:lstStyle/>
              <a:p>
                <a:endParaRPr lang="en-US"/>
              </a:p>
            </p:txBody>
          </p:sp>
          <p:sp>
            <p:nvSpPr>
              <p:cNvPr id="1673" name="Freeform: Shape 1672">
                <a:extLst>
                  <a:ext uri="{FF2B5EF4-FFF2-40B4-BE49-F238E27FC236}">
                    <a16:creationId xmlns:a16="http://schemas.microsoft.com/office/drawing/2014/main" id="{7DCC38DB-C7C0-6239-4678-E0142F66278B}"/>
                  </a:ext>
                </a:extLst>
              </p:cNvPr>
              <p:cNvSpPr/>
              <p:nvPr/>
            </p:nvSpPr>
            <p:spPr>
              <a:xfrm>
                <a:off x="7637107" y="7688835"/>
                <a:ext cx="41981" cy="41981"/>
              </a:xfrm>
              <a:custGeom>
                <a:avLst/>
                <a:gdLst>
                  <a:gd name="connsiteX0" fmla="*/ 21241 w 41981"/>
                  <a:gd name="connsiteY0" fmla="*/ 4920 h 41981"/>
                  <a:gd name="connsiteX1" fmla="*/ 37431 w 41981"/>
                  <a:gd name="connsiteY1" fmla="*/ 21110 h 41981"/>
                  <a:gd name="connsiteX2" fmla="*/ 37431 w 41981"/>
                  <a:gd name="connsiteY2" fmla="*/ 21110 h 41981"/>
                  <a:gd name="connsiteX3" fmla="*/ 21241 w 41981"/>
                  <a:gd name="connsiteY3" fmla="*/ 37300 h 41981"/>
                  <a:gd name="connsiteX4" fmla="*/ 5051 w 41981"/>
                  <a:gd name="connsiteY4" fmla="*/ 21110 h 41981"/>
                  <a:gd name="connsiteX5" fmla="*/ 21241 w 41981"/>
                  <a:gd name="connsiteY5" fmla="*/ 4920 h 41981"/>
                  <a:gd name="connsiteX6" fmla="*/ 21241 w 41981"/>
                  <a:gd name="connsiteY6" fmla="*/ 120 h 41981"/>
                  <a:gd name="connsiteX7" fmla="*/ 251 w 41981"/>
                  <a:gd name="connsiteY7" fmla="*/ 21110 h 41981"/>
                  <a:gd name="connsiteX8" fmla="*/ 21241 w 41981"/>
                  <a:gd name="connsiteY8" fmla="*/ 42101 h 41981"/>
                  <a:gd name="connsiteX9" fmla="*/ 42232 w 41981"/>
                  <a:gd name="connsiteY9" fmla="*/ 21110 h 41981"/>
                  <a:gd name="connsiteX10" fmla="*/ 42232 w 41981"/>
                  <a:gd name="connsiteY10" fmla="*/ 21110 h 41981"/>
                  <a:gd name="connsiteX11" fmla="*/ 21241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20"/>
                    </a:moveTo>
                    <a:cubicBezTo>
                      <a:pt x="30183" y="4920"/>
                      <a:pt x="37431" y="12168"/>
                      <a:pt x="37431" y="21110"/>
                    </a:cubicBezTo>
                    <a:lnTo>
                      <a:pt x="37431" y="21110"/>
                    </a:lnTo>
                    <a:cubicBezTo>
                      <a:pt x="37431" y="30052"/>
                      <a:pt x="30183" y="37300"/>
                      <a:pt x="21241" y="37300"/>
                    </a:cubicBezTo>
                    <a:cubicBezTo>
                      <a:pt x="12299" y="37300"/>
                      <a:pt x="5051" y="30052"/>
                      <a:pt x="5051" y="21110"/>
                    </a:cubicBezTo>
                    <a:cubicBezTo>
                      <a:pt x="5051" y="12168"/>
                      <a:pt x="12299" y="4920"/>
                      <a:pt x="21241" y="4920"/>
                    </a:cubicBezTo>
                    <a:close/>
                    <a:moveTo>
                      <a:pt x="21241" y="120"/>
                    </a:moveTo>
                    <a:cubicBezTo>
                      <a:pt x="9649" y="120"/>
                      <a:pt x="251" y="9518"/>
                      <a:pt x="251" y="21110"/>
                    </a:cubicBezTo>
                    <a:cubicBezTo>
                      <a:pt x="251" y="32703"/>
                      <a:pt x="9649" y="42101"/>
                      <a:pt x="21241" y="42101"/>
                    </a:cubicBezTo>
                    <a:cubicBezTo>
                      <a:pt x="32834" y="42101"/>
                      <a:pt x="42232" y="32703"/>
                      <a:pt x="42232" y="21110"/>
                    </a:cubicBezTo>
                    <a:lnTo>
                      <a:pt x="42232" y="21110"/>
                    </a:lnTo>
                    <a:cubicBezTo>
                      <a:pt x="42232" y="9518"/>
                      <a:pt x="32834" y="120"/>
                      <a:pt x="21241" y="120"/>
                    </a:cubicBezTo>
                    <a:close/>
                  </a:path>
                </a:pathLst>
              </a:custGeom>
              <a:solidFill>
                <a:srgbClr val="000000"/>
              </a:solidFill>
              <a:ln w="4794" cap="sq">
                <a:noFill/>
                <a:prstDash val="solid"/>
                <a:round/>
              </a:ln>
            </p:spPr>
            <p:txBody>
              <a:bodyPr rtlCol="0" anchor="ctr"/>
              <a:lstStyle/>
              <a:p>
                <a:endParaRPr lang="en-US"/>
              </a:p>
            </p:txBody>
          </p:sp>
          <p:sp>
            <p:nvSpPr>
              <p:cNvPr id="1674" name="Freeform: Shape 1673">
                <a:extLst>
                  <a:ext uri="{FF2B5EF4-FFF2-40B4-BE49-F238E27FC236}">
                    <a16:creationId xmlns:a16="http://schemas.microsoft.com/office/drawing/2014/main" id="{229417D5-716E-E9A7-66CB-7243D4C12D4F}"/>
                  </a:ext>
                </a:extLst>
              </p:cNvPr>
              <p:cNvSpPr/>
              <p:nvPr/>
            </p:nvSpPr>
            <p:spPr>
              <a:xfrm>
                <a:off x="7711433" y="8101664"/>
                <a:ext cx="37180" cy="37180"/>
              </a:xfrm>
              <a:custGeom>
                <a:avLst/>
                <a:gdLst>
                  <a:gd name="connsiteX0" fmla="*/ 37444 w 37180"/>
                  <a:gd name="connsiteY0" fmla="*/ 18781 h 37180"/>
                  <a:gd name="connsiteX1" fmla="*/ 18854 w 37180"/>
                  <a:gd name="connsiteY1" fmla="*/ 37372 h 37180"/>
                  <a:gd name="connsiteX2" fmla="*/ 263 w 37180"/>
                  <a:gd name="connsiteY2" fmla="*/ 18781 h 37180"/>
                  <a:gd name="connsiteX3" fmla="*/ 18854 w 37180"/>
                  <a:gd name="connsiteY3" fmla="*/ 191 h 37180"/>
                  <a:gd name="connsiteX4" fmla="*/ 37444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81"/>
                    </a:moveTo>
                    <a:cubicBezTo>
                      <a:pt x="37444" y="29048"/>
                      <a:pt x="29121" y="37372"/>
                      <a:pt x="18854" y="37372"/>
                    </a:cubicBezTo>
                    <a:cubicBezTo>
                      <a:pt x="8586" y="37372"/>
                      <a:pt x="263" y="29048"/>
                      <a:pt x="263" y="18781"/>
                    </a:cubicBezTo>
                    <a:cubicBezTo>
                      <a:pt x="263" y="8514"/>
                      <a:pt x="8586" y="191"/>
                      <a:pt x="18854" y="191"/>
                    </a:cubicBezTo>
                    <a:cubicBezTo>
                      <a:pt x="29121" y="191"/>
                      <a:pt x="37444" y="8514"/>
                      <a:pt x="37444" y="18781"/>
                    </a:cubicBezTo>
                    <a:close/>
                  </a:path>
                </a:pathLst>
              </a:custGeom>
              <a:solidFill>
                <a:srgbClr val="E1F7E1"/>
              </a:solidFill>
              <a:ln w="5753" cap="sq">
                <a:noFill/>
                <a:prstDash val="solid"/>
                <a:miter/>
              </a:ln>
            </p:spPr>
            <p:txBody>
              <a:bodyPr rtlCol="0" anchor="ctr"/>
              <a:lstStyle/>
              <a:p>
                <a:endParaRPr lang="en-US"/>
              </a:p>
            </p:txBody>
          </p:sp>
          <p:sp>
            <p:nvSpPr>
              <p:cNvPr id="1675" name="Freeform: Shape 1674">
                <a:extLst>
                  <a:ext uri="{FF2B5EF4-FFF2-40B4-BE49-F238E27FC236}">
                    <a16:creationId xmlns:a16="http://schemas.microsoft.com/office/drawing/2014/main" id="{E83F00B5-12D3-CA82-2154-DFC6DA6A6B82}"/>
                  </a:ext>
                </a:extLst>
              </p:cNvPr>
              <p:cNvSpPr/>
              <p:nvPr/>
            </p:nvSpPr>
            <p:spPr>
              <a:xfrm>
                <a:off x="7709032" y="8099264"/>
                <a:ext cx="41981" cy="41981"/>
              </a:xfrm>
              <a:custGeom>
                <a:avLst/>
                <a:gdLst>
                  <a:gd name="connsiteX0" fmla="*/ 21254 w 41981"/>
                  <a:gd name="connsiteY0" fmla="*/ 4991 h 41981"/>
                  <a:gd name="connsiteX1" fmla="*/ 37444 w 41981"/>
                  <a:gd name="connsiteY1" fmla="*/ 21181 h 41981"/>
                  <a:gd name="connsiteX2" fmla="*/ 37444 w 41981"/>
                  <a:gd name="connsiteY2" fmla="*/ 21181 h 41981"/>
                  <a:gd name="connsiteX3" fmla="*/ 21254 w 41981"/>
                  <a:gd name="connsiteY3" fmla="*/ 37372 h 41981"/>
                  <a:gd name="connsiteX4" fmla="*/ 5064 w 41981"/>
                  <a:gd name="connsiteY4" fmla="*/ 21181 h 41981"/>
                  <a:gd name="connsiteX5" fmla="*/ 21254 w 41981"/>
                  <a:gd name="connsiteY5" fmla="*/ 4991 h 41981"/>
                  <a:gd name="connsiteX6" fmla="*/ 21254 w 41981"/>
                  <a:gd name="connsiteY6" fmla="*/ 191 h 41981"/>
                  <a:gd name="connsiteX7" fmla="*/ 263 w 41981"/>
                  <a:gd name="connsiteY7" fmla="*/ 21181 h 41981"/>
                  <a:gd name="connsiteX8" fmla="*/ 21254 w 41981"/>
                  <a:gd name="connsiteY8" fmla="*/ 42172 h 41981"/>
                  <a:gd name="connsiteX9" fmla="*/ 42244 w 41981"/>
                  <a:gd name="connsiteY9" fmla="*/ 21181 h 41981"/>
                  <a:gd name="connsiteX10" fmla="*/ 42244 w 41981"/>
                  <a:gd name="connsiteY10" fmla="*/ 21181 h 41981"/>
                  <a:gd name="connsiteX11" fmla="*/ 21254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91"/>
                    </a:moveTo>
                    <a:cubicBezTo>
                      <a:pt x="30196" y="4991"/>
                      <a:pt x="37444" y="12240"/>
                      <a:pt x="37444" y="21181"/>
                    </a:cubicBezTo>
                    <a:lnTo>
                      <a:pt x="37444" y="21181"/>
                    </a:lnTo>
                    <a:cubicBezTo>
                      <a:pt x="37444" y="30123"/>
                      <a:pt x="30196" y="37372"/>
                      <a:pt x="21254" y="37372"/>
                    </a:cubicBezTo>
                    <a:cubicBezTo>
                      <a:pt x="12312" y="37372"/>
                      <a:pt x="5064" y="30123"/>
                      <a:pt x="5064" y="21181"/>
                    </a:cubicBezTo>
                    <a:cubicBezTo>
                      <a:pt x="5064" y="12240"/>
                      <a:pt x="12312" y="4991"/>
                      <a:pt x="21254" y="4991"/>
                    </a:cubicBezTo>
                    <a:close/>
                    <a:moveTo>
                      <a:pt x="21254" y="191"/>
                    </a:moveTo>
                    <a:cubicBezTo>
                      <a:pt x="9661" y="191"/>
                      <a:pt x="263" y="9589"/>
                      <a:pt x="263" y="21181"/>
                    </a:cubicBezTo>
                    <a:cubicBezTo>
                      <a:pt x="263" y="32774"/>
                      <a:pt x="9661" y="42172"/>
                      <a:pt x="21254" y="42172"/>
                    </a:cubicBezTo>
                    <a:cubicBezTo>
                      <a:pt x="32846" y="42172"/>
                      <a:pt x="42244" y="32774"/>
                      <a:pt x="42244" y="21181"/>
                    </a:cubicBezTo>
                    <a:lnTo>
                      <a:pt x="42244" y="21181"/>
                    </a:lnTo>
                    <a:cubicBezTo>
                      <a:pt x="42244" y="9589"/>
                      <a:pt x="32846" y="191"/>
                      <a:pt x="21254" y="191"/>
                    </a:cubicBezTo>
                    <a:close/>
                  </a:path>
                </a:pathLst>
              </a:custGeom>
              <a:solidFill>
                <a:srgbClr val="000000"/>
              </a:solidFill>
              <a:ln w="4794" cap="sq">
                <a:noFill/>
                <a:prstDash val="solid"/>
                <a:round/>
              </a:ln>
            </p:spPr>
            <p:txBody>
              <a:bodyPr rtlCol="0" anchor="ctr"/>
              <a:lstStyle/>
              <a:p>
                <a:endParaRPr lang="en-US"/>
              </a:p>
            </p:txBody>
          </p:sp>
          <p:sp>
            <p:nvSpPr>
              <p:cNvPr id="1676" name="Freeform: Shape 1675">
                <a:extLst>
                  <a:ext uri="{FF2B5EF4-FFF2-40B4-BE49-F238E27FC236}">
                    <a16:creationId xmlns:a16="http://schemas.microsoft.com/office/drawing/2014/main" id="{C8A393D7-C9FD-463A-73F8-E14A34942712}"/>
                  </a:ext>
                </a:extLst>
              </p:cNvPr>
              <p:cNvSpPr/>
              <p:nvPr/>
            </p:nvSpPr>
            <p:spPr>
              <a:xfrm>
                <a:off x="7635418" y="7680090"/>
                <a:ext cx="37180" cy="37180"/>
              </a:xfrm>
              <a:custGeom>
                <a:avLst/>
                <a:gdLst>
                  <a:gd name="connsiteX0" fmla="*/ 37431 w 37180"/>
                  <a:gd name="connsiteY0" fmla="*/ 18708 h 37180"/>
                  <a:gd name="connsiteX1" fmla="*/ 18840 w 37180"/>
                  <a:gd name="connsiteY1" fmla="*/ 37298 h 37180"/>
                  <a:gd name="connsiteX2" fmla="*/ 250 w 37180"/>
                  <a:gd name="connsiteY2" fmla="*/ 18708 h 37180"/>
                  <a:gd name="connsiteX3" fmla="*/ 18840 w 37180"/>
                  <a:gd name="connsiteY3" fmla="*/ 118 h 37180"/>
                  <a:gd name="connsiteX4" fmla="*/ 37431 w 37180"/>
                  <a:gd name="connsiteY4" fmla="*/ 1870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08"/>
                    </a:moveTo>
                    <a:cubicBezTo>
                      <a:pt x="37431" y="28975"/>
                      <a:pt x="29108" y="37298"/>
                      <a:pt x="18840" y="37298"/>
                    </a:cubicBezTo>
                    <a:cubicBezTo>
                      <a:pt x="8573" y="37298"/>
                      <a:pt x="250" y="28975"/>
                      <a:pt x="250" y="18708"/>
                    </a:cubicBezTo>
                    <a:cubicBezTo>
                      <a:pt x="250" y="8441"/>
                      <a:pt x="8573" y="118"/>
                      <a:pt x="18840" y="118"/>
                    </a:cubicBezTo>
                    <a:cubicBezTo>
                      <a:pt x="29108" y="118"/>
                      <a:pt x="37431" y="8441"/>
                      <a:pt x="37431" y="18708"/>
                    </a:cubicBezTo>
                    <a:close/>
                  </a:path>
                </a:pathLst>
              </a:custGeom>
              <a:solidFill>
                <a:srgbClr val="F7E3E3"/>
              </a:solidFill>
              <a:ln w="5753" cap="sq">
                <a:noFill/>
                <a:prstDash val="solid"/>
                <a:miter/>
              </a:ln>
            </p:spPr>
            <p:txBody>
              <a:bodyPr rtlCol="0" anchor="ctr"/>
              <a:lstStyle/>
              <a:p>
                <a:endParaRPr lang="en-US"/>
              </a:p>
            </p:txBody>
          </p:sp>
          <p:sp>
            <p:nvSpPr>
              <p:cNvPr id="1677" name="Freeform: Shape 1676">
                <a:extLst>
                  <a:ext uri="{FF2B5EF4-FFF2-40B4-BE49-F238E27FC236}">
                    <a16:creationId xmlns:a16="http://schemas.microsoft.com/office/drawing/2014/main" id="{B5E85D1D-723F-CE2D-DF01-12FCE8B1FEF8}"/>
                  </a:ext>
                </a:extLst>
              </p:cNvPr>
              <p:cNvSpPr/>
              <p:nvPr/>
            </p:nvSpPr>
            <p:spPr>
              <a:xfrm>
                <a:off x="7633018" y="7677690"/>
                <a:ext cx="41981" cy="41981"/>
              </a:xfrm>
              <a:custGeom>
                <a:avLst/>
                <a:gdLst>
                  <a:gd name="connsiteX0" fmla="*/ 21241 w 41981"/>
                  <a:gd name="connsiteY0" fmla="*/ 4918 h 41981"/>
                  <a:gd name="connsiteX1" fmla="*/ 37431 w 41981"/>
                  <a:gd name="connsiteY1" fmla="*/ 21108 h 41981"/>
                  <a:gd name="connsiteX2" fmla="*/ 37431 w 41981"/>
                  <a:gd name="connsiteY2" fmla="*/ 21108 h 41981"/>
                  <a:gd name="connsiteX3" fmla="*/ 21241 w 41981"/>
                  <a:gd name="connsiteY3" fmla="*/ 37298 h 41981"/>
                  <a:gd name="connsiteX4" fmla="*/ 5050 w 41981"/>
                  <a:gd name="connsiteY4" fmla="*/ 21108 h 41981"/>
                  <a:gd name="connsiteX5" fmla="*/ 21241 w 41981"/>
                  <a:gd name="connsiteY5" fmla="*/ 4918 h 41981"/>
                  <a:gd name="connsiteX6" fmla="*/ 21241 w 41981"/>
                  <a:gd name="connsiteY6" fmla="*/ 118 h 41981"/>
                  <a:gd name="connsiteX7" fmla="*/ 250 w 41981"/>
                  <a:gd name="connsiteY7" fmla="*/ 21108 h 41981"/>
                  <a:gd name="connsiteX8" fmla="*/ 21241 w 41981"/>
                  <a:gd name="connsiteY8" fmla="*/ 42099 h 41981"/>
                  <a:gd name="connsiteX9" fmla="*/ 42231 w 41981"/>
                  <a:gd name="connsiteY9" fmla="*/ 21108 h 41981"/>
                  <a:gd name="connsiteX10" fmla="*/ 42231 w 41981"/>
                  <a:gd name="connsiteY10" fmla="*/ 21108 h 41981"/>
                  <a:gd name="connsiteX11" fmla="*/ 21241 w 41981"/>
                  <a:gd name="connsiteY11" fmla="*/ 11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18"/>
                    </a:moveTo>
                    <a:cubicBezTo>
                      <a:pt x="30182" y="4918"/>
                      <a:pt x="37431" y="12166"/>
                      <a:pt x="37431" y="21108"/>
                    </a:cubicBezTo>
                    <a:lnTo>
                      <a:pt x="37431" y="21108"/>
                    </a:lnTo>
                    <a:cubicBezTo>
                      <a:pt x="37431" y="30050"/>
                      <a:pt x="30182" y="37298"/>
                      <a:pt x="21241" y="37298"/>
                    </a:cubicBezTo>
                    <a:cubicBezTo>
                      <a:pt x="12299" y="37298"/>
                      <a:pt x="5050" y="30050"/>
                      <a:pt x="5050" y="21108"/>
                    </a:cubicBezTo>
                    <a:cubicBezTo>
                      <a:pt x="5050" y="12166"/>
                      <a:pt x="12299" y="4918"/>
                      <a:pt x="21241" y="4918"/>
                    </a:cubicBezTo>
                    <a:close/>
                    <a:moveTo>
                      <a:pt x="21241" y="118"/>
                    </a:moveTo>
                    <a:cubicBezTo>
                      <a:pt x="9648" y="118"/>
                      <a:pt x="250" y="9516"/>
                      <a:pt x="250" y="21108"/>
                    </a:cubicBezTo>
                    <a:cubicBezTo>
                      <a:pt x="250" y="32701"/>
                      <a:pt x="9648" y="42099"/>
                      <a:pt x="21241" y="42099"/>
                    </a:cubicBezTo>
                    <a:cubicBezTo>
                      <a:pt x="32833" y="42099"/>
                      <a:pt x="42231" y="32701"/>
                      <a:pt x="42231" y="21108"/>
                    </a:cubicBezTo>
                    <a:lnTo>
                      <a:pt x="42231" y="21108"/>
                    </a:lnTo>
                    <a:cubicBezTo>
                      <a:pt x="42231" y="9516"/>
                      <a:pt x="32833" y="118"/>
                      <a:pt x="21241" y="118"/>
                    </a:cubicBezTo>
                    <a:close/>
                  </a:path>
                </a:pathLst>
              </a:custGeom>
              <a:solidFill>
                <a:srgbClr val="000000"/>
              </a:solidFill>
              <a:ln w="4794" cap="sq">
                <a:noFill/>
                <a:prstDash val="solid"/>
                <a:round/>
              </a:ln>
            </p:spPr>
            <p:txBody>
              <a:bodyPr rtlCol="0" anchor="ctr"/>
              <a:lstStyle/>
              <a:p>
                <a:endParaRPr lang="en-US"/>
              </a:p>
            </p:txBody>
          </p:sp>
          <p:sp>
            <p:nvSpPr>
              <p:cNvPr id="1678" name="Freeform: Shape 1677">
                <a:extLst>
                  <a:ext uri="{FF2B5EF4-FFF2-40B4-BE49-F238E27FC236}">
                    <a16:creationId xmlns:a16="http://schemas.microsoft.com/office/drawing/2014/main" id="{710B7801-679E-89F1-F82B-E3504A0D5F7C}"/>
                  </a:ext>
                </a:extLst>
              </p:cNvPr>
              <p:cNvSpPr/>
              <p:nvPr/>
            </p:nvSpPr>
            <p:spPr>
              <a:xfrm>
                <a:off x="7733344" y="8023288"/>
                <a:ext cx="37180" cy="37180"/>
              </a:xfrm>
              <a:custGeom>
                <a:avLst/>
                <a:gdLst>
                  <a:gd name="connsiteX0" fmla="*/ 37448 w 37180"/>
                  <a:gd name="connsiteY0" fmla="*/ 18768 h 37180"/>
                  <a:gd name="connsiteX1" fmla="*/ 18857 w 37180"/>
                  <a:gd name="connsiteY1" fmla="*/ 37358 h 37180"/>
                  <a:gd name="connsiteX2" fmla="*/ 267 w 37180"/>
                  <a:gd name="connsiteY2" fmla="*/ 18768 h 37180"/>
                  <a:gd name="connsiteX3" fmla="*/ 18857 w 37180"/>
                  <a:gd name="connsiteY3" fmla="*/ 177 h 37180"/>
                  <a:gd name="connsiteX4" fmla="*/ 3744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8"/>
                    </a:moveTo>
                    <a:cubicBezTo>
                      <a:pt x="37448" y="29035"/>
                      <a:pt x="29125" y="37358"/>
                      <a:pt x="18857" y="37358"/>
                    </a:cubicBezTo>
                    <a:cubicBezTo>
                      <a:pt x="8590" y="37358"/>
                      <a:pt x="267" y="29035"/>
                      <a:pt x="267" y="18768"/>
                    </a:cubicBezTo>
                    <a:cubicBezTo>
                      <a:pt x="267" y="8500"/>
                      <a:pt x="8590" y="177"/>
                      <a:pt x="18857" y="177"/>
                    </a:cubicBezTo>
                    <a:cubicBezTo>
                      <a:pt x="29125" y="177"/>
                      <a:pt x="37448" y="8500"/>
                      <a:pt x="37448" y="18768"/>
                    </a:cubicBezTo>
                    <a:close/>
                  </a:path>
                </a:pathLst>
              </a:custGeom>
              <a:solidFill>
                <a:srgbClr val="F7DFDF"/>
              </a:solidFill>
              <a:ln w="5753" cap="sq">
                <a:noFill/>
                <a:prstDash val="solid"/>
                <a:miter/>
              </a:ln>
            </p:spPr>
            <p:txBody>
              <a:bodyPr rtlCol="0" anchor="ctr"/>
              <a:lstStyle/>
              <a:p>
                <a:endParaRPr lang="en-US"/>
              </a:p>
            </p:txBody>
          </p:sp>
          <p:sp>
            <p:nvSpPr>
              <p:cNvPr id="1679" name="Freeform: Shape 1678">
                <a:extLst>
                  <a:ext uri="{FF2B5EF4-FFF2-40B4-BE49-F238E27FC236}">
                    <a16:creationId xmlns:a16="http://schemas.microsoft.com/office/drawing/2014/main" id="{9FEF460E-A295-4B01-1B01-2DBB0887F748}"/>
                  </a:ext>
                </a:extLst>
              </p:cNvPr>
              <p:cNvSpPr/>
              <p:nvPr/>
            </p:nvSpPr>
            <p:spPr>
              <a:xfrm>
                <a:off x="7730943" y="8020888"/>
                <a:ext cx="41981" cy="41981"/>
              </a:xfrm>
              <a:custGeom>
                <a:avLst/>
                <a:gdLst>
                  <a:gd name="connsiteX0" fmla="*/ 21258 w 41981"/>
                  <a:gd name="connsiteY0" fmla="*/ 4978 h 41981"/>
                  <a:gd name="connsiteX1" fmla="*/ 37448 w 41981"/>
                  <a:gd name="connsiteY1" fmla="*/ 21168 h 41981"/>
                  <a:gd name="connsiteX2" fmla="*/ 37448 w 41981"/>
                  <a:gd name="connsiteY2" fmla="*/ 21168 h 41981"/>
                  <a:gd name="connsiteX3" fmla="*/ 21258 w 41981"/>
                  <a:gd name="connsiteY3" fmla="*/ 37358 h 41981"/>
                  <a:gd name="connsiteX4" fmla="*/ 5067 w 41981"/>
                  <a:gd name="connsiteY4" fmla="*/ 21168 h 41981"/>
                  <a:gd name="connsiteX5" fmla="*/ 21258 w 41981"/>
                  <a:gd name="connsiteY5" fmla="*/ 4978 h 41981"/>
                  <a:gd name="connsiteX6" fmla="*/ 21258 w 41981"/>
                  <a:gd name="connsiteY6" fmla="*/ 177 h 41981"/>
                  <a:gd name="connsiteX7" fmla="*/ 267 w 41981"/>
                  <a:gd name="connsiteY7" fmla="*/ 21168 h 41981"/>
                  <a:gd name="connsiteX8" fmla="*/ 21258 w 41981"/>
                  <a:gd name="connsiteY8" fmla="*/ 42158 h 41981"/>
                  <a:gd name="connsiteX9" fmla="*/ 42248 w 41981"/>
                  <a:gd name="connsiteY9" fmla="*/ 21168 h 41981"/>
                  <a:gd name="connsiteX10" fmla="*/ 42248 w 41981"/>
                  <a:gd name="connsiteY10" fmla="*/ 21168 h 41981"/>
                  <a:gd name="connsiteX11" fmla="*/ 2125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8"/>
                    </a:moveTo>
                    <a:cubicBezTo>
                      <a:pt x="30199" y="4978"/>
                      <a:pt x="37448" y="12226"/>
                      <a:pt x="37448" y="21168"/>
                    </a:cubicBezTo>
                    <a:lnTo>
                      <a:pt x="37448" y="21168"/>
                    </a:lnTo>
                    <a:cubicBezTo>
                      <a:pt x="37448" y="30110"/>
                      <a:pt x="30199" y="37358"/>
                      <a:pt x="21258" y="37358"/>
                    </a:cubicBezTo>
                    <a:cubicBezTo>
                      <a:pt x="12316" y="37358"/>
                      <a:pt x="5067" y="30110"/>
                      <a:pt x="5067" y="21168"/>
                    </a:cubicBezTo>
                    <a:cubicBezTo>
                      <a:pt x="5067" y="12226"/>
                      <a:pt x="12316" y="4978"/>
                      <a:pt x="21258" y="4978"/>
                    </a:cubicBezTo>
                    <a:close/>
                    <a:moveTo>
                      <a:pt x="21258" y="177"/>
                    </a:moveTo>
                    <a:cubicBezTo>
                      <a:pt x="9665" y="177"/>
                      <a:pt x="267" y="9575"/>
                      <a:pt x="267" y="21168"/>
                    </a:cubicBezTo>
                    <a:cubicBezTo>
                      <a:pt x="267" y="32760"/>
                      <a:pt x="9665" y="42158"/>
                      <a:pt x="21258" y="42158"/>
                    </a:cubicBezTo>
                    <a:cubicBezTo>
                      <a:pt x="32850" y="42158"/>
                      <a:pt x="42248" y="32760"/>
                      <a:pt x="42248" y="21168"/>
                    </a:cubicBezTo>
                    <a:lnTo>
                      <a:pt x="42248" y="21168"/>
                    </a:lnTo>
                    <a:cubicBezTo>
                      <a:pt x="42248" y="9575"/>
                      <a:pt x="32850" y="177"/>
                      <a:pt x="21258" y="177"/>
                    </a:cubicBezTo>
                    <a:close/>
                  </a:path>
                </a:pathLst>
              </a:custGeom>
              <a:solidFill>
                <a:srgbClr val="000000"/>
              </a:solidFill>
              <a:ln w="4794" cap="sq">
                <a:noFill/>
                <a:prstDash val="solid"/>
                <a:round/>
              </a:ln>
            </p:spPr>
            <p:txBody>
              <a:bodyPr rtlCol="0" anchor="ctr"/>
              <a:lstStyle/>
              <a:p>
                <a:endParaRPr lang="en-US"/>
              </a:p>
            </p:txBody>
          </p:sp>
          <p:sp>
            <p:nvSpPr>
              <p:cNvPr id="1680" name="Freeform: Shape 1679">
                <a:extLst>
                  <a:ext uri="{FF2B5EF4-FFF2-40B4-BE49-F238E27FC236}">
                    <a16:creationId xmlns:a16="http://schemas.microsoft.com/office/drawing/2014/main" id="{4BF33B89-A5E7-8931-04A9-AEC5B93F0F36}"/>
                  </a:ext>
                </a:extLst>
              </p:cNvPr>
              <p:cNvSpPr/>
              <p:nvPr/>
            </p:nvSpPr>
            <p:spPr>
              <a:xfrm>
                <a:off x="7757778" y="7934342"/>
                <a:ext cx="37180" cy="37180"/>
              </a:xfrm>
              <a:custGeom>
                <a:avLst/>
                <a:gdLst>
                  <a:gd name="connsiteX0" fmla="*/ 37452 w 37180"/>
                  <a:gd name="connsiteY0" fmla="*/ 18752 h 37180"/>
                  <a:gd name="connsiteX1" fmla="*/ 18862 w 37180"/>
                  <a:gd name="connsiteY1" fmla="*/ 37343 h 37180"/>
                  <a:gd name="connsiteX2" fmla="*/ 271 w 37180"/>
                  <a:gd name="connsiteY2" fmla="*/ 18752 h 37180"/>
                  <a:gd name="connsiteX3" fmla="*/ 18862 w 37180"/>
                  <a:gd name="connsiteY3" fmla="*/ 162 h 37180"/>
                  <a:gd name="connsiteX4" fmla="*/ 37452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2"/>
                    </a:moveTo>
                    <a:cubicBezTo>
                      <a:pt x="37452" y="29019"/>
                      <a:pt x="29129" y="37343"/>
                      <a:pt x="18862" y="37343"/>
                    </a:cubicBezTo>
                    <a:cubicBezTo>
                      <a:pt x="8594" y="37343"/>
                      <a:pt x="271" y="29019"/>
                      <a:pt x="271" y="18752"/>
                    </a:cubicBezTo>
                    <a:cubicBezTo>
                      <a:pt x="271" y="8485"/>
                      <a:pt x="8594" y="162"/>
                      <a:pt x="18862" y="162"/>
                    </a:cubicBezTo>
                    <a:cubicBezTo>
                      <a:pt x="29129" y="162"/>
                      <a:pt x="37452" y="8485"/>
                      <a:pt x="37452" y="18752"/>
                    </a:cubicBezTo>
                    <a:close/>
                  </a:path>
                </a:pathLst>
              </a:custGeom>
              <a:solidFill>
                <a:srgbClr val="F7E8E8"/>
              </a:solidFill>
              <a:ln w="5753" cap="sq">
                <a:noFill/>
                <a:prstDash val="solid"/>
                <a:miter/>
              </a:ln>
            </p:spPr>
            <p:txBody>
              <a:bodyPr rtlCol="0" anchor="ctr"/>
              <a:lstStyle/>
              <a:p>
                <a:endParaRPr lang="en-US"/>
              </a:p>
            </p:txBody>
          </p:sp>
          <p:sp>
            <p:nvSpPr>
              <p:cNvPr id="1681" name="Freeform: Shape 1680">
                <a:extLst>
                  <a:ext uri="{FF2B5EF4-FFF2-40B4-BE49-F238E27FC236}">
                    <a16:creationId xmlns:a16="http://schemas.microsoft.com/office/drawing/2014/main" id="{60EBAE1C-BB04-4F74-B7A6-DB534E6C5B85}"/>
                  </a:ext>
                </a:extLst>
              </p:cNvPr>
              <p:cNvSpPr/>
              <p:nvPr/>
            </p:nvSpPr>
            <p:spPr>
              <a:xfrm>
                <a:off x="7755377" y="7931942"/>
                <a:ext cx="41981" cy="41981"/>
              </a:xfrm>
              <a:custGeom>
                <a:avLst/>
                <a:gdLst>
                  <a:gd name="connsiteX0" fmla="*/ 21262 w 41981"/>
                  <a:gd name="connsiteY0" fmla="*/ 4962 h 41981"/>
                  <a:gd name="connsiteX1" fmla="*/ 37452 w 41981"/>
                  <a:gd name="connsiteY1" fmla="*/ 21152 h 41981"/>
                  <a:gd name="connsiteX2" fmla="*/ 37452 w 41981"/>
                  <a:gd name="connsiteY2" fmla="*/ 21152 h 41981"/>
                  <a:gd name="connsiteX3" fmla="*/ 21262 w 41981"/>
                  <a:gd name="connsiteY3" fmla="*/ 37343 h 41981"/>
                  <a:gd name="connsiteX4" fmla="*/ 5072 w 41981"/>
                  <a:gd name="connsiteY4" fmla="*/ 21152 h 41981"/>
                  <a:gd name="connsiteX5" fmla="*/ 21262 w 41981"/>
                  <a:gd name="connsiteY5" fmla="*/ 4962 h 41981"/>
                  <a:gd name="connsiteX6" fmla="*/ 21262 w 41981"/>
                  <a:gd name="connsiteY6" fmla="*/ 162 h 41981"/>
                  <a:gd name="connsiteX7" fmla="*/ 271 w 41981"/>
                  <a:gd name="connsiteY7" fmla="*/ 21152 h 41981"/>
                  <a:gd name="connsiteX8" fmla="*/ 21262 w 41981"/>
                  <a:gd name="connsiteY8" fmla="*/ 42143 h 41981"/>
                  <a:gd name="connsiteX9" fmla="*/ 42252 w 41981"/>
                  <a:gd name="connsiteY9" fmla="*/ 21152 h 41981"/>
                  <a:gd name="connsiteX10" fmla="*/ 42252 w 41981"/>
                  <a:gd name="connsiteY10" fmla="*/ 21152 h 41981"/>
                  <a:gd name="connsiteX11" fmla="*/ 21262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2"/>
                    </a:moveTo>
                    <a:cubicBezTo>
                      <a:pt x="30204" y="4962"/>
                      <a:pt x="37452" y="12211"/>
                      <a:pt x="37452" y="21152"/>
                    </a:cubicBezTo>
                    <a:lnTo>
                      <a:pt x="37452" y="21152"/>
                    </a:lnTo>
                    <a:cubicBezTo>
                      <a:pt x="37452" y="30094"/>
                      <a:pt x="30204" y="37343"/>
                      <a:pt x="21262" y="37343"/>
                    </a:cubicBezTo>
                    <a:cubicBezTo>
                      <a:pt x="12320" y="37343"/>
                      <a:pt x="5072" y="30094"/>
                      <a:pt x="5072" y="21152"/>
                    </a:cubicBezTo>
                    <a:cubicBezTo>
                      <a:pt x="5072" y="12211"/>
                      <a:pt x="12320" y="4962"/>
                      <a:pt x="21262" y="4962"/>
                    </a:cubicBezTo>
                    <a:close/>
                    <a:moveTo>
                      <a:pt x="21262" y="162"/>
                    </a:moveTo>
                    <a:cubicBezTo>
                      <a:pt x="9669" y="162"/>
                      <a:pt x="271" y="9560"/>
                      <a:pt x="271" y="21152"/>
                    </a:cubicBezTo>
                    <a:cubicBezTo>
                      <a:pt x="271" y="32745"/>
                      <a:pt x="9669" y="42143"/>
                      <a:pt x="21262" y="42143"/>
                    </a:cubicBezTo>
                    <a:cubicBezTo>
                      <a:pt x="32854" y="42143"/>
                      <a:pt x="42252" y="32745"/>
                      <a:pt x="42252" y="21152"/>
                    </a:cubicBezTo>
                    <a:lnTo>
                      <a:pt x="42252" y="21152"/>
                    </a:lnTo>
                    <a:cubicBezTo>
                      <a:pt x="42252" y="9560"/>
                      <a:pt x="32854" y="162"/>
                      <a:pt x="21262" y="162"/>
                    </a:cubicBezTo>
                    <a:close/>
                  </a:path>
                </a:pathLst>
              </a:custGeom>
              <a:solidFill>
                <a:srgbClr val="000000"/>
              </a:solidFill>
              <a:ln w="4794" cap="sq">
                <a:noFill/>
                <a:prstDash val="solid"/>
                <a:round/>
              </a:ln>
            </p:spPr>
            <p:txBody>
              <a:bodyPr rtlCol="0" anchor="ctr"/>
              <a:lstStyle/>
              <a:p>
                <a:endParaRPr lang="en-US"/>
              </a:p>
            </p:txBody>
          </p:sp>
          <p:sp>
            <p:nvSpPr>
              <p:cNvPr id="1682" name="Freeform: Shape 1681">
                <a:extLst>
                  <a:ext uri="{FF2B5EF4-FFF2-40B4-BE49-F238E27FC236}">
                    <a16:creationId xmlns:a16="http://schemas.microsoft.com/office/drawing/2014/main" id="{0BE277C5-BB6B-5B53-71A1-3EBE8D75D865}"/>
                  </a:ext>
                </a:extLst>
              </p:cNvPr>
              <p:cNvSpPr/>
              <p:nvPr/>
            </p:nvSpPr>
            <p:spPr>
              <a:xfrm>
                <a:off x="7767754" y="8004286"/>
                <a:ext cx="37180" cy="37180"/>
              </a:xfrm>
              <a:custGeom>
                <a:avLst/>
                <a:gdLst>
                  <a:gd name="connsiteX0" fmla="*/ 37454 w 37180"/>
                  <a:gd name="connsiteY0" fmla="*/ 18764 h 37180"/>
                  <a:gd name="connsiteX1" fmla="*/ 18863 w 37180"/>
                  <a:gd name="connsiteY1" fmla="*/ 37355 h 37180"/>
                  <a:gd name="connsiteX2" fmla="*/ 273 w 37180"/>
                  <a:gd name="connsiteY2" fmla="*/ 18764 h 37180"/>
                  <a:gd name="connsiteX3" fmla="*/ 18863 w 37180"/>
                  <a:gd name="connsiteY3" fmla="*/ 174 h 37180"/>
                  <a:gd name="connsiteX4" fmla="*/ 37454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64"/>
                    </a:moveTo>
                    <a:cubicBezTo>
                      <a:pt x="37454" y="29031"/>
                      <a:pt x="29130" y="37355"/>
                      <a:pt x="18863" y="37355"/>
                    </a:cubicBezTo>
                    <a:cubicBezTo>
                      <a:pt x="8596" y="37355"/>
                      <a:pt x="273" y="29031"/>
                      <a:pt x="273" y="18764"/>
                    </a:cubicBezTo>
                    <a:cubicBezTo>
                      <a:pt x="273" y="8497"/>
                      <a:pt x="8596" y="174"/>
                      <a:pt x="18863" y="174"/>
                    </a:cubicBezTo>
                    <a:cubicBezTo>
                      <a:pt x="29130" y="174"/>
                      <a:pt x="37454" y="8497"/>
                      <a:pt x="37454" y="18764"/>
                    </a:cubicBezTo>
                    <a:close/>
                  </a:path>
                </a:pathLst>
              </a:custGeom>
              <a:solidFill>
                <a:srgbClr val="F6F7F6"/>
              </a:solidFill>
              <a:ln w="5753" cap="sq">
                <a:noFill/>
                <a:prstDash val="solid"/>
                <a:miter/>
              </a:ln>
            </p:spPr>
            <p:txBody>
              <a:bodyPr rtlCol="0" anchor="ctr"/>
              <a:lstStyle/>
              <a:p>
                <a:endParaRPr lang="en-US"/>
              </a:p>
            </p:txBody>
          </p:sp>
          <p:sp>
            <p:nvSpPr>
              <p:cNvPr id="1683" name="Freeform: Shape 1682">
                <a:extLst>
                  <a:ext uri="{FF2B5EF4-FFF2-40B4-BE49-F238E27FC236}">
                    <a16:creationId xmlns:a16="http://schemas.microsoft.com/office/drawing/2014/main" id="{F6798587-66CE-554E-7C47-305FE4317CFD}"/>
                  </a:ext>
                </a:extLst>
              </p:cNvPr>
              <p:cNvSpPr/>
              <p:nvPr/>
            </p:nvSpPr>
            <p:spPr>
              <a:xfrm>
                <a:off x="7765354" y="8001886"/>
                <a:ext cx="41981" cy="41981"/>
              </a:xfrm>
              <a:custGeom>
                <a:avLst/>
                <a:gdLst>
                  <a:gd name="connsiteX0" fmla="*/ 21263 w 41981"/>
                  <a:gd name="connsiteY0" fmla="*/ 4974 h 41981"/>
                  <a:gd name="connsiteX1" fmla="*/ 37454 w 41981"/>
                  <a:gd name="connsiteY1" fmla="*/ 21164 h 41981"/>
                  <a:gd name="connsiteX2" fmla="*/ 37454 w 41981"/>
                  <a:gd name="connsiteY2" fmla="*/ 21164 h 41981"/>
                  <a:gd name="connsiteX3" fmla="*/ 21263 w 41981"/>
                  <a:gd name="connsiteY3" fmla="*/ 37355 h 41981"/>
                  <a:gd name="connsiteX4" fmla="*/ 5073 w 41981"/>
                  <a:gd name="connsiteY4" fmla="*/ 21164 h 41981"/>
                  <a:gd name="connsiteX5" fmla="*/ 21263 w 41981"/>
                  <a:gd name="connsiteY5" fmla="*/ 4974 h 41981"/>
                  <a:gd name="connsiteX6" fmla="*/ 21263 w 41981"/>
                  <a:gd name="connsiteY6" fmla="*/ 174 h 41981"/>
                  <a:gd name="connsiteX7" fmla="*/ 273 w 41981"/>
                  <a:gd name="connsiteY7" fmla="*/ 21164 h 41981"/>
                  <a:gd name="connsiteX8" fmla="*/ 21263 w 41981"/>
                  <a:gd name="connsiteY8" fmla="*/ 42155 h 41981"/>
                  <a:gd name="connsiteX9" fmla="*/ 42254 w 41981"/>
                  <a:gd name="connsiteY9" fmla="*/ 21164 h 41981"/>
                  <a:gd name="connsiteX10" fmla="*/ 42254 w 41981"/>
                  <a:gd name="connsiteY10" fmla="*/ 21164 h 41981"/>
                  <a:gd name="connsiteX11" fmla="*/ 21263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74"/>
                    </a:moveTo>
                    <a:cubicBezTo>
                      <a:pt x="30205" y="4974"/>
                      <a:pt x="37454" y="12223"/>
                      <a:pt x="37454" y="21164"/>
                    </a:cubicBezTo>
                    <a:lnTo>
                      <a:pt x="37454" y="21164"/>
                    </a:lnTo>
                    <a:cubicBezTo>
                      <a:pt x="37454" y="30106"/>
                      <a:pt x="30205" y="37355"/>
                      <a:pt x="21263" y="37355"/>
                    </a:cubicBezTo>
                    <a:cubicBezTo>
                      <a:pt x="12322" y="37355"/>
                      <a:pt x="5073" y="30106"/>
                      <a:pt x="5073" y="21164"/>
                    </a:cubicBezTo>
                    <a:cubicBezTo>
                      <a:pt x="5073" y="12223"/>
                      <a:pt x="12322" y="4974"/>
                      <a:pt x="21263" y="4974"/>
                    </a:cubicBezTo>
                    <a:close/>
                    <a:moveTo>
                      <a:pt x="21263" y="174"/>
                    </a:moveTo>
                    <a:cubicBezTo>
                      <a:pt x="9671" y="174"/>
                      <a:pt x="273" y="9572"/>
                      <a:pt x="273" y="21164"/>
                    </a:cubicBezTo>
                    <a:cubicBezTo>
                      <a:pt x="273" y="32757"/>
                      <a:pt x="9671" y="42155"/>
                      <a:pt x="21263" y="42155"/>
                    </a:cubicBezTo>
                    <a:cubicBezTo>
                      <a:pt x="32856" y="42155"/>
                      <a:pt x="42254" y="32757"/>
                      <a:pt x="42254" y="21164"/>
                    </a:cubicBezTo>
                    <a:lnTo>
                      <a:pt x="42254" y="21164"/>
                    </a:lnTo>
                    <a:cubicBezTo>
                      <a:pt x="42254" y="9572"/>
                      <a:pt x="32856" y="174"/>
                      <a:pt x="21263" y="174"/>
                    </a:cubicBezTo>
                    <a:close/>
                  </a:path>
                </a:pathLst>
              </a:custGeom>
              <a:solidFill>
                <a:srgbClr val="000000"/>
              </a:solidFill>
              <a:ln w="4794" cap="sq">
                <a:noFill/>
                <a:prstDash val="solid"/>
                <a:round/>
              </a:ln>
            </p:spPr>
            <p:txBody>
              <a:bodyPr rtlCol="0" anchor="ctr"/>
              <a:lstStyle/>
              <a:p>
                <a:endParaRPr lang="en-US"/>
              </a:p>
            </p:txBody>
          </p:sp>
          <p:sp>
            <p:nvSpPr>
              <p:cNvPr id="1684" name="Freeform: Shape 1683">
                <a:extLst>
                  <a:ext uri="{FF2B5EF4-FFF2-40B4-BE49-F238E27FC236}">
                    <a16:creationId xmlns:a16="http://schemas.microsoft.com/office/drawing/2014/main" id="{476C621F-9B57-A22C-8970-5D692C8AF7C9}"/>
                  </a:ext>
                </a:extLst>
              </p:cNvPr>
              <p:cNvSpPr/>
              <p:nvPr/>
            </p:nvSpPr>
            <p:spPr>
              <a:xfrm>
                <a:off x="7836672" y="7988838"/>
                <a:ext cx="37180" cy="37180"/>
              </a:xfrm>
              <a:custGeom>
                <a:avLst/>
                <a:gdLst>
                  <a:gd name="connsiteX0" fmla="*/ 37466 w 37180"/>
                  <a:gd name="connsiteY0" fmla="*/ 18762 h 37180"/>
                  <a:gd name="connsiteX1" fmla="*/ 18875 w 37180"/>
                  <a:gd name="connsiteY1" fmla="*/ 37352 h 37180"/>
                  <a:gd name="connsiteX2" fmla="*/ 285 w 37180"/>
                  <a:gd name="connsiteY2" fmla="*/ 18762 h 37180"/>
                  <a:gd name="connsiteX3" fmla="*/ 18875 w 37180"/>
                  <a:gd name="connsiteY3" fmla="*/ 171 h 37180"/>
                  <a:gd name="connsiteX4" fmla="*/ 37466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2"/>
                    </a:moveTo>
                    <a:cubicBezTo>
                      <a:pt x="37466" y="29029"/>
                      <a:pt x="29142" y="37352"/>
                      <a:pt x="18875" y="37352"/>
                    </a:cubicBezTo>
                    <a:cubicBezTo>
                      <a:pt x="8608" y="37352"/>
                      <a:pt x="285" y="29029"/>
                      <a:pt x="285" y="18762"/>
                    </a:cubicBezTo>
                    <a:cubicBezTo>
                      <a:pt x="285" y="8494"/>
                      <a:pt x="8608" y="171"/>
                      <a:pt x="18875" y="171"/>
                    </a:cubicBezTo>
                    <a:cubicBezTo>
                      <a:pt x="29142" y="171"/>
                      <a:pt x="37466" y="8494"/>
                      <a:pt x="37466" y="18762"/>
                    </a:cubicBezTo>
                    <a:close/>
                  </a:path>
                </a:pathLst>
              </a:custGeom>
              <a:solidFill>
                <a:srgbClr val="F7C0C0"/>
              </a:solidFill>
              <a:ln w="5753" cap="sq">
                <a:noFill/>
                <a:prstDash val="solid"/>
                <a:miter/>
              </a:ln>
            </p:spPr>
            <p:txBody>
              <a:bodyPr rtlCol="0" anchor="ctr"/>
              <a:lstStyle/>
              <a:p>
                <a:endParaRPr lang="en-US"/>
              </a:p>
            </p:txBody>
          </p:sp>
          <p:sp>
            <p:nvSpPr>
              <p:cNvPr id="1685" name="Freeform: Shape 1684">
                <a:extLst>
                  <a:ext uri="{FF2B5EF4-FFF2-40B4-BE49-F238E27FC236}">
                    <a16:creationId xmlns:a16="http://schemas.microsoft.com/office/drawing/2014/main" id="{9CFD8D2D-8314-FB03-CA7B-E60EDF35B706}"/>
                  </a:ext>
                </a:extLst>
              </p:cNvPr>
              <p:cNvSpPr/>
              <p:nvPr/>
            </p:nvSpPr>
            <p:spPr>
              <a:xfrm>
                <a:off x="7834272" y="7986437"/>
                <a:ext cx="41981" cy="41981"/>
              </a:xfrm>
              <a:custGeom>
                <a:avLst/>
                <a:gdLst>
                  <a:gd name="connsiteX0" fmla="*/ 21275 w 41981"/>
                  <a:gd name="connsiteY0" fmla="*/ 4972 h 41981"/>
                  <a:gd name="connsiteX1" fmla="*/ 37466 w 41981"/>
                  <a:gd name="connsiteY1" fmla="*/ 21162 h 41981"/>
                  <a:gd name="connsiteX2" fmla="*/ 37466 w 41981"/>
                  <a:gd name="connsiteY2" fmla="*/ 21162 h 41981"/>
                  <a:gd name="connsiteX3" fmla="*/ 21275 w 41981"/>
                  <a:gd name="connsiteY3" fmla="*/ 37352 h 41981"/>
                  <a:gd name="connsiteX4" fmla="*/ 5085 w 41981"/>
                  <a:gd name="connsiteY4" fmla="*/ 21162 h 41981"/>
                  <a:gd name="connsiteX5" fmla="*/ 21275 w 41981"/>
                  <a:gd name="connsiteY5" fmla="*/ 4972 h 41981"/>
                  <a:gd name="connsiteX6" fmla="*/ 21275 w 41981"/>
                  <a:gd name="connsiteY6" fmla="*/ 171 h 41981"/>
                  <a:gd name="connsiteX7" fmla="*/ 285 w 41981"/>
                  <a:gd name="connsiteY7" fmla="*/ 21162 h 41981"/>
                  <a:gd name="connsiteX8" fmla="*/ 21275 w 41981"/>
                  <a:gd name="connsiteY8" fmla="*/ 42152 h 41981"/>
                  <a:gd name="connsiteX9" fmla="*/ 42266 w 41981"/>
                  <a:gd name="connsiteY9" fmla="*/ 21162 h 41981"/>
                  <a:gd name="connsiteX10" fmla="*/ 42266 w 41981"/>
                  <a:gd name="connsiteY10" fmla="*/ 21162 h 41981"/>
                  <a:gd name="connsiteX11" fmla="*/ 21275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72"/>
                    </a:moveTo>
                    <a:cubicBezTo>
                      <a:pt x="30217" y="4972"/>
                      <a:pt x="37466" y="12220"/>
                      <a:pt x="37466" y="21162"/>
                    </a:cubicBezTo>
                    <a:lnTo>
                      <a:pt x="37466" y="21162"/>
                    </a:lnTo>
                    <a:cubicBezTo>
                      <a:pt x="37466" y="30104"/>
                      <a:pt x="30217" y="37352"/>
                      <a:pt x="21275" y="37352"/>
                    </a:cubicBezTo>
                    <a:cubicBezTo>
                      <a:pt x="12334" y="37352"/>
                      <a:pt x="5085" y="30104"/>
                      <a:pt x="5085" y="21162"/>
                    </a:cubicBezTo>
                    <a:cubicBezTo>
                      <a:pt x="5085" y="12220"/>
                      <a:pt x="12334" y="4972"/>
                      <a:pt x="21275" y="4972"/>
                    </a:cubicBezTo>
                    <a:close/>
                    <a:moveTo>
                      <a:pt x="21275" y="171"/>
                    </a:moveTo>
                    <a:cubicBezTo>
                      <a:pt x="9683" y="171"/>
                      <a:pt x="285" y="9569"/>
                      <a:pt x="285" y="21162"/>
                    </a:cubicBezTo>
                    <a:cubicBezTo>
                      <a:pt x="285" y="32754"/>
                      <a:pt x="9683" y="42152"/>
                      <a:pt x="21275" y="42152"/>
                    </a:cubicBezTo>
                    <a:cubicBezTo>
                      <a:pt x="32868" y="42152"/>
                      <a:pt x="42266" y="32754"/>
                      <a:pt x="42266" y="21162"/>
                    </a:cubicBezTo>
                    <a:lnTo>
                      <a:pt x="42266" y="21162"/>
                    </a:lnTo>
                    <a:cubicBezTo>
                      <a:pt x="42266" y="9569"/>
                      <a:pt x="32868" y="171"/>
                      <a:pt x="21275" y="171"/>
                    </a:cubicBezTo>
                    <a:close/>
                  </a:path>
                </a:pathLst>
              </a:custGeom>
              <a:solidFill>
                <a:srgbClr val="000000"/>
              </a:solidFill>
              <a:ln w="4794" cap="sq">
                <a:noFill/>
                <a:prstDash val="solid"/>
                <a:round/>
              </a:ln>
            </p:spPr>
            <p:txBody>
              <a:bodyPr rtlCol="0" anchor="ctr"/>
              <a:lstStyle/>
              <a:p>
                <a:endParaRPr lang="en-US"/>
              </a:p>
            </p:txBody>
          </p:sp>
          <p:sp>
            <p:nvSpPr>
              <p:cNvPr id="1686" name="Freeform: Shape 1685">
                <a:extLst>
                  <a:ext uri="{FF2B5EF4-FFF2-40B4-BE49-F238E27FC236}">
                    <a16:creationId xmlns:a16="http://schemas.microsoft.com/office/drawing/2014/main" id="{2861EEF6-D175-355D-A3EF-0E942AA092CD}"/>
                  </a:ext>
                </a:extLst>
              </p:cNvPr>
              <p:cNvSpPr/>
              <p:nvPr/>
            </p:nvSpPr>
            <p:spPr>
              <a:xfrm>
                <a:off x="7697251" y="7999390"/>
                <a:ext cx="37180" cy="37180"/>
              </a:xfrm>
              <a:custGeom>
                <a:avLst/>
                <a:gdLst>
                  <a:gd name="connsiteX0" fmla="*/ 37441 w 37180"/>
                  <a:gd name="connsiteY0" fmla="*/ 18763 h 37180"/>
                  <a:gd name="connsiteX1" fmla="*/ 18851 w 37180"/>
                  <a:gd name="connsiteY1" fmla="*/ 37354 h 37180"/>
                  <a:gd name="connsiteX2" fmla="*/ 261 w 37180"/>
                  <a:gd name="connsiteY2" fmla="*/ 18763 h 37180"/>
                  <a:gd name="connsiteX3" fmla="*/ 18851 w 37180"/>
                  <a:gd name="connsiteY3" fmla="*/ 173 h 37180"/>
                  <a:gd name="connsiteX4" fmla="*/ 37441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3"/>
                    </a:moveTo>
                    <a:cubicBezTo>
                      <a:pt x="37441" y="29031"/>
                      <a:pt x="29118" y="37354"/>
                      <a:pt x="18851" y="37354"/>
                    </a:cubicBezTo>
                    <a:cubicBezTo>
                      <a:pt x="8584" y="37354"/>
                      <a:pt x="261" y="29031"/>
                      <a:pt x="261" y="18763"/>
                    </a:cubicBezTo>
                    <a:cubicBezTo>
                      <a:pt x="261" y="8496"/>
                      <a:pt x="8584" y="173"/>
                      <a:pt x="18851" y="173"/>
                    </a:cubicBezTo>
                    <a:cubicBezTo>
                      <a:pt x="29118" y="173"/>
                      <a:pt x="37441" y="8496"/>
                      <a:pt x="37441" y="18763"/>
                    </a:cubicBezTo>
                    <a:close/>
                  </a:path>
                </a:pathLst>
              </a:custGeom>
              <a:solidFill>
                <a:srgbClr val="F7DFDF"/>
              </a:solidFill>
              <a:ln w="5753" cap="sq">
                <a:noFill/>
                <a:prstDash val="solid"/>
                <a:miter/>
              </a:ln>
            </p:spPr>
            <p:txBody>
              <a:bodyPr rtlCol="0" anchor="ctr"/>
              <a:lstStyle/>
              <a:p>
                <a:endParaRPr lang="en-US"/>
              </a:p>
            </p:txBody>
          </p:sp>
          <p:sp>
            <p:nvSpPr>
              <p:cNvPr id="1687" name="Freeform: Shape 1686">
                <a:extLst>
                  <a:ext uri="{FF2B5EF4-FFF2-40B4-BE49-F238E27FC236}">
                    <a16:creationId xmlns:a16="http://schemas.microsoft.com/office/drawing/2014/main" id="{83C539B9-D708-E093-4074-4EE897ECDE4B}"/>
                  </a:ext>
                </a:extLst>
              </p:cNvPr>
              <p:cNvSpPr/>
              <p:nvPr/>
            </p:nvSpPr>
            <p:spPr>
              <a:xfrm>
                <a:off x="7694851" y="7996990"/>
                <a:ext cx="41981" cy="41981"/>
              </a:xfrm>
              <a:custGeom>
                <a:avLst/>
                <a:gdLst>
                  <a:gd name="connsiteX0" fmla="*/ 21251 w 41981"/>
                  <a:gd name="connsiteY0" fmla="*/ 4973 h 41981"/>
                  <a:gd name="connsiteX1" fmla="*/ 37441 w 41981"/>
                  <a:gd name="connsiteY1" fmla="*/ 21164 h 41981"/>
                  <a:gd name="connsiteX2" fmla="*/ 37441 w 41981"/>
                  <a:gd name="connsiteY2" fmla="*/ 21164 h 41981"/>
                  <a:gd name="connsiteX3" fmla="*/ 21251 w 41981"/>
                  <a:gd name="connsiteY3" fmla="*/ 37354 h 41981"/>
                  <a:gd name="connsiteX4" fmla="*/ 5061 w 41981"/>
                  <a:gd name="connsiteY4" fmla="*/ 21164 h 41981"/>
                  <a:gd name="connsiteX5" fmla="*/ 21251 w 41981"/>
                  <a:gd name="connsiteY5" fmla="*/ 4973 h 41981"/>
                  <a:gd name="connsiteX6" fmla="*/ 21251 w 41981"/>
                  <a:gd name="connsiteY6" fmla="*/ 173 h 41981"/>
                  <a:gd name="connsiteX7" fmla="*/ 261 w 41981"/>
                  <a:gd name="connsiteY7" fmla="*/ 21164 h 41981"/>
                  <a:gd name="connsiteX8" fmla="*/ 21251 w 41981"/>
                  <a:gd name="connsiteY8" fmla="*/ 42154 h 41981"/>
                  <a:gd name="connsiteX9" fmla="*/ 42242 w 41981"/>
                  <a:gd name="connsiteY9" fmla="*/ 21164 h 41981"/>
                  <a:gd name="connsiteX10" fmla="*/ 42242 w 41981"/>
                  <a:gd name="connsiteY10" fmla="*/ 21164 h 41981"/>
                  <a:gd name="connsiteX11" fmla="*/ 2125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3"/>
                    </a:moveTo>
                    <a:cubicBezTo>
                      <a:pt x="30193" y="4973"/>
                      <a:pt x="37441" y="12222"/>
                      <a:pt x="37441" y="21164"/>
                    </a:cubicBezTo>
                    <a:lnTo>
                      <a:pt x="37441" y="21164"/>
                    </a:lnTo>
                    <a:cubicBezTo>
                      <a:pt x="37441" y="30105"/>
                      <a:pt x="30193" y="37354"/>
                      <a:pt x="21251" y="37354"/>
                    </a:cubicBezTo>
                    <a:cubicBezTo>
                      <a:pt x="12309" y="37354"/>
                      <a:pt x="5061" y="30105"/>
                      <a:pt x="5061" y="21164"/>
                    </a:cubicBezTo>
                    <a:cubicBezTo>
                      <a:pt x="5061" y="12222"/>
                      <a:pt x="12309" y="4973"/>
                      <a:pt x="21251" y="4973"/>
                    </a:cubicBezTo>
                    <a:close/>
                    <a:moveTo>
                      <a:pt x="21251" y="173"/>
                    </a:moveTo>
                    <a:cubicBezTo>
                      <a:pt x="9659" y="173"/>
                      <a:pt x="261" y="9571"/>
                      <a:pt x="261" y="21164"/>
                    </a:cubicBezTo>
                    <a:cubicBezTo>
                      <a:pt x="261" y="32756"/>
                      <a:pt x="9659" y="42154"/>
                      <a:pt x="21251" y="42154"/>
                    </a:cubicBezTo>
                    <a:cubicBezTo>
                      <a:pt x="32844" y="42154"/>
                      <a:pt x="42242" y="32756"/>
                      <a:pt x="42242" y="21164"/>
                    </a:cubicBezTo>
                    <a:lnTo>
                      <a:pt x="42242" y="21164"/>
                    </a:lnTo>
                    <a:cubicBezTo>
                      <a:pt x="42242" y="9571"/>
                      <a:pt x="32844" y="173"/>
                      <a:pt x="21251" y="173"/>
                    </a:cubicBezTo>
                    <a:close/>
                  </a:path>
                </a:pathLst>
              </a:custGeom>
              <a:solidFill>
                <a:srgbClr val="000000"/>
              </a:solidFill>
              <a:ln w="4794" cap="sq">
                <a:noFill/>
                <a:prstDash val="solid"/>
                <a:round/>
              </a:ln>
            </p:spPr>
            <p:txBody>
              <a:bodyPr rtlCol="0" anchor="ctr"/>
              <a:lstStyle/>
              <a:p>
                <a:endParaRPr lang="en-US"/>
              </a:p>
            </p:txBody>
          </p:sp>
          <p:sp>
            <p:nvSpPr>
              <p:cNvPr id="1688" name="Freeform: Shape 1687">
                <a:extLst>
                  <a:ext uri="{FF2B5EF4-FFF2-40B4-BE49-F238E27FC236}">
                    <a16:creationId xmlns:a16="http://schemas.microsoft.com/office/drawing/2014/main" id="{C35E0A17-FED7-0413-0067-D101BF5CEF78}"/>
                  </a:ext>
                </a:extLst>
              </p:cNvPr>
              <p:cNvSpPr/>
              <p:nvPr/>
            </p:nvSpPr>
            <p:spPr>
              <a:xfrm>
                <a:off x="7740158" y="7971535"/>
                <a:ext cx="37180" cy="37180"/>
              </a:xfrm>
              <a:custGeom>
                <a:avLst/>
                <a:gdLst>
                  <a:gd name="connsiteX0" fmla="*/ 37449 w 37180"/>
                  <a:gd name="connsiteY0" fmla="*/ 18759 h 37180"/>
                  <a:gd name="connsiteX1" fmla="*/ 18859 w 37180"/>
                  <a:gd name="connsiteY1" fmla="*/ 37349 h 37180"/>
                  <a:gd name="connsiteX2" fmla="*/ 268 w 37180"/>
                  <a:gd name="connsiteY2" fmla="*/ 18759 h 37180"/>
                  <a:gd name="connsiteX3" fmla="*/ 18859 w 37180"/>
                  <a:gd name="connsiteY3" fmla="*/ 168 h 37180"/>
                  <a:gd name="connsiteX4" fmla="*/ 37449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9"/>
                    </a:moveTo>
                    <a:cubicBezTo>
                      <a:pt x="37449" y="29026"/>
                      <a:pt x="29126" y="37349"/>
                      <a:pt x="18859" y="37349"/>
                    </a:cubicBezTo>
                    <a:cubicBezTo>
                      <a:pt x="8591" y="37349"/>
                      <a:pt x="268" y="29026"/>
                      <a:pt x="268" y="18759"/>
                    </a:cubicBezTo>
                    <a:cubicBezTo>
                      <a:pt x="268" y="8491"/>
                      <a:pt x="8591" y="168"/>
                      <a:pt x="18859" y="168"/>
                    </a:cubicBezTo>
                    <a:cubicBezTo>
                      <a:pt x="29126" y="168"/>
                      <a:pt x="37449" y="8491"/>
                      <a:pt x="37449" y="18759"/>
                    </a:cubicBezTo>
                    <a:close/>
                  </a:path>
                </a:pathLst>
              </a:custGeom>
              <a:solidFill>
                <a:srgbClr val="F7ECEC"/>
              </a:solidFill>
              <a:ln w="5753" cap="sq">
                <a:noFill/>
                <a:prstDash val="solid"/>
                <a:miter/>
              </a:ln>
            </p:spPr>
            <p:txBody>
              <a:bodyPr rtlCol="0" anchor="ctr"/>
              <a:lstStyle/>
              <a:p>
                <a:endParaRPr lang="en-US"/>
              </a:p>
            </p:txBody>
          </p:sp>
          <p:sp>
            <p:nvSpPr>
              <p:cNvPr id="1689" name="Freeform: Shape 1688">
                <a:extLst>
                  <a:ext uri="{FF2B5EF4-FFF2-40B4-BE49-F238E27FC236}">
                    <a16:creationId xmlns:a16="http://schemas.microsoft.com/office/drawing/2014/main" id="{576CF1DF-9C4B-51BC-235A-32A3445E8F89}"/>
                  </a:ext>
                </a:extLst>
              </p:cNvPr>
              <p:cNvSpPr/>
              <p:nvPr/>
            </p:nvSpPr>
            <p:spPr>
              <a:xfrm>
                <a:off x="7737757" y="7969134"/>
                <a:ext cx="41981" cy="41981"/>
              </a:xfrm>
              <a:custGeom>
                <a:avLst/>
                <a:gdLst>
                  <a:gd name="connsiteX0" fmla="*/ 21259 w 41981"/>
                  <a:gd name="connsiteY0" fmla="*/ 4969 h 41981"/>
                  <a:gd name="connsiteX1" fmla="*/ 37449 w 41981"/>
                  <a:gd name="connsiteY1" fmla="*/ 21159 h 41981"/>
                  <a:gd name="connsiteX2" fmla="*/ 37449 w 41981"/>
                  <a:gd name="connsiteY2" fmla="*/ 21159 h 41981"/>
                  <a:gd name="connsiteX3" fmla="*/ 21259 w 41981"/>
                  <a:gd name="connsiteY3" fmla="*/ 37349 h 41981"/>
                  <a:gd name="connsiteX4" fmla="*/ 5068 w 41981"/>
                  <a:gd name="connsiteY4" fmla="*/ 21159 h 41981"/>
                  <a:gd name="connsiteX5" fmla="*/ 21259 w 41981"/>
                  <a:gd name="connsiteY5" fmla="*/ 4969 h 41981"/>
                  <a:gd name="connsiteX6" fmla="*/ 21259 w 41981"/>
                  <a:gd name="connsiteY6" fmla="*/ 168 h 41981"/>
                  <a:gd name="connsiteX7" fmla="*/ 268 w 41981"/>
                  <a:gd name="connsiteY7" fmla="*/ 21159 h 41981"/>
                  <a:gd name="connsiteX8" fmla="*/ 21259 w 41981"/>
                  <a:gd name="connsiteY8" fmla="*/ 42149 h 41981"/>
                  <a:gd name="connsiteX9" fmla="*/ 42249 w 41981"/>
                  <a:gd name="connsiteY9" fmla="*/ 21159 h 41981"/>
                  <a:gd name="connsiteX10" fmla="*/ 42249 w 41981"/>
                  <a:gd name="connsiteY10" fmla="*/ 21159 h 41981"/>
                  <a:gd name="connsiteX11" fmla="*/ 21259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9"/>
                    </a:moveTo>
                    <a:cubicBezTo>
                      <a:pt x="30201" y="4969"/>
                      <a:pt x="37449" y="12217"/>
                      <a:pt x="37449" y="21159"/>
                    </a:cubicBezTo>
                    <a:lnTo>
                      <a:pt x="37449" y="21159"/>
                    </a:lnTo>
                    <a:cubicBezTo>
                      <a:pt x="37449" y="30101"/>
                      <a:pt x="30201" y="37349"/>
                      <a:pt x="21259" y="37349"/>
                    </a:cubicBezTo>
                    <a:cubicBezTo>
                      <a:pt x="12317" y="37349"/>
                      <a:pt x="5068" y="30101"/>
                      <a:pt x="5068" y="21159"/>
                    </a:cubicBezTo>
                    <a:cubicBezTo>
                      <a:pt x="5068" y="12217"/>
                      <a:pt x="12317" y="4969"/>
                      <a:pt x="21259" y="4969"/>
                    </a:cubicBezTo>
                    <a:close/>
                    <a:moveTo>
                      <a:pt x="21259" y="168"/>
                    </a:moveTo>
                    <a:cubicBezTo>
                      <a:pt x="9666" y="168"/>
                      <a:pt x="268" y="9566"/>
                      <a:pt x="268" y="21159"/>
                    </a:cubicBezTo>
                    <a:cubicBezTo>
                      <a:pt x="268" y="32751"/>
                      <a:pt x="9666" y="42149"/>
                      <a:pt x="21259" y="42149"/>
                    </a:cubicBezTo>
                    <a:cubicBezTo>
                      <a:pt x="32851" y="42149"/>
                      <a:pt x="42249" y="32751"/>
                      <a:pt x="42249" y="21159"/>
                    </a:cubicBezTo>
                    <a:lnTo>
                      <a:pt x="42249" y="21159"/>
                    </a:lnTo>
                    <a:cubicBezTo>
                      <a:pt x="42249" y="9566"/>
                      <a:pt x="32851" y="168"/>
                      <a:pt x="21259" y="168"/>
                    </a:cubicBezTo>
                    <a:close/>
                  </a:path>
                </a:pathLst>
              </a:custGeom>
              <a:solidFill>
                <a:srgbClr val="000000"/>
              </a:solidFill>
              <a:ln w="4794" cap="sq">
                <a:noFill/>
                <a:prstDash val="solid"/>
                <a:round/>
              </a:ln>
            </p:spPr>
            <p:txBody>
              <a:bodyPr rtlCol="0" anchor="ctr"/>
              <a:lstStyle/>
              <a:p>
                <a:endParaRPr lang="en-US"/>
              </a:p>
            </p:txBody>
          </p:sp>
          <p:sp>
            <p:nvSpPr>
              <p:cNvPr id="1690" name="Freeform: Shape 1689">
                <a:extLst>
                  <a:ext uri="{FF2B5EF4-FFF2-40B4-BE49-F238E27FC236}">
                    <a16:creationId xmlns:a16="http://schemas.microsoft.com/office/drawing/2014/main" id="{0E05FFF0-F1B6-57D0-2634-DE7E7245CD3F}"/>
                  </a:ext>
                </a:extLst>
              </p:cNvPr>
              <p:cNvSpPr/>
              <p:nvPr/>
            </p:nvSpPr>
            <p:spPr>
              <a:xfrm>
                <a:off x="7713834" y="7957457"/>
                <a:ext cx="37180" cy="37180"/>
              </a:xfrm>
              <a:custGeom>
                <a:avLst/>
                <a:gdLst>
                  <a:gd name="connsiteX0" fmla="*/ 37444 w 37180"/>
                  <a:gd name="connsiteY0" fmla="*/ 18756 h 37180"/>
                  <a:gd name="connsiteX1" fmla="*/ 18854 w 37180"/>
                  <a:gd name="connsiteY1" fmla="*/ 37347 h 37180"/>
                  <a:gd name="connsiteX2" fmla="*/ 264 w 37180"/>
                  <a:gd name="connsiteY2" fmla="*/ 18756 h 37180"/>
                  <a:gd name="connsiteX3" fmla="*/ 18854 w 37180"/>
                  <a:gd name="connsiteY3" fmla="*/ 166 h 37180"/>
                  <a:gd name="connsiteX4" fmla="*/ 37444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6"/>
                    </a:moveTo>
                    <a:cubicBezTo>
                      <a:pt x="37444" y="29023"/>
                      <a:pt x="29121" y="37347"/>
                      <a:pt x="18854" y="37347"/>
                    </a:cubicBezTo>
                    <a:cubicBezTo>
                      <a:pt x="8587" y="37347"/>
                      <a:pt x="264" y="29023"/>
                      <a:pt x="264" y="18756"/>
                    </a:cubicBezTo>
                    <a:cubicBezTo>
                      <a:pt x="264" y="8489"/>
                      <a:pt x="8587" y="166"/>
                      <a:pt x="18854" y="166"/>
                    </a:cubicBezTo>
                    <a:cubicBezTo>
                      <a:pt x="29121" y="166"/>
                      <a:pt x="37444" y="8489"/>
                      <a:pt x="37444" y="18756"/>
                    </a:cubicBezTo>
                    <a:close/>
                  </a:path>
                </a:pathLst>
              </a:custGeom>
              <a:solidFill>
                <a:srgbClr val="F7E9E9"/>
              </a:solidFill>
              <a:ln w="5753" cap="sq">
                <a:noFill/>
                <a:prstDash val="solid"/>
                <a:miter/>
              </a:ln>
            </p:spPr>
            <p:txBody>
              <a:bodyPr rtlCol="0" anchor="ctr"/>
              <a:lstStyle/>
              <a:p>
                <a:endParaRPr lang="en-US"/>
              </a:p>
            </p:txBody>
          </p:sp>
          <p:sp>
            <p:nvSpPr>
              <p:cNvPr id="1691" name="Freeform: Shape 1690">
                <a:extLst>
                  <a:ext uri="{FF2B5EF4-FFF2-40B4-BE49-F238E27FC236}">
                    <a16:creationId xmlns:a16="http://schemas.microsoft.com/office/drawing/2014/main" id="{F0E9D4F0-0386-D1A7-710C-13404BA6D73E}"/>
                  </a:ext>
                </a:extLst>
              </p:cNvPr>
              <p:cNvSpPr/>
              <p:nvPr/>
            </p:nvSpPr>
            <p:spPr>
              <a:xfrm>
                <a:off x="7711434" y="7955057"/>
                <a:ext cx="41981" cy="41981"/>
              </a:xfrm>
              <a:custGeom>
                <a:avLst/>
                <a:gdLst>
                  <a:gd name="connsiteX0" fmla="*/ 21254 w 41981"/>
                  <a:gd name="connsiteY0" fmla="*/ 4966 h 41981"/>
                  <a:gd name="connsiteX1" fmla="*/ 37444 w 41981"/>
                  <a:gd name="connsiteY1" fmla="*/ 21156 h 41981"/>
                  <a:gd name="connsiteX2" fmla="*/ 37444 w 41981"/>
                  <a:gd name="connsiteY2" fmla="*/ 21156 h 41981"/>
                  <a:gd name="connsiteX3" fmla="*/ 21254 w 41981"/>
                  <a:gd name="connsiteY3" fmla="*/ 37347 h 41981"/>
                  <a:gd name="connsiteX4" fmla="*/ 5064 w 41981"/>
                  <a:gd name="connsiteY4" fmla="*/ 21156 h 41981"/>
                  <a:gd name="connsiteX5" fmla="*/ 21254 w 41981"/>
                  <a:gd name="connsiteY5" fmla="*/ 4966 h 41981"/>
                  <a:gd name="connsiteX6" fmla="*/ 21254 w 41981"/>
                  <a:gd name="connsiteY6" fmla="*/ 166 h 41981"/>
                  <a:gd name="connsiteX7" fmla="*/ 264 w 41981"/>
                  <a:gd name="connsiteY7" fmla="*/ 21156 h 41981"/>
                  <a:gd name="connsiteX8" fmla="*/ 21254 w 41981"/>
                  <a:gd name="connsiteY8" fmla="*/ 42147 h 41981"/>
                  <a:gd name="connsiteX9" fmla="*/ 42245 w 41981"/>
                  <a:gd name="connsiteY9" fmla="*/ 21156 h 41981"/>
                  <a:gd name="connsiteX10" fmla="*/ 42245 w 41981"/>
                  <a:gd name="connsiteY10" fmla="*/ 21156 h 41981"/>
                  <a:gd name="connsiteX11" fmla="*/ 2125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6"/>
                    </a:moveTo>
                    <a:cubicBezTo>
                      <a:pt x="30196" y="4966"/>
                      <a:pt x="37444" y="12215"/>
                      <a:pt x="37444" y="21156"/>
                    </a:cubicBezTo>
                    <a:lnTo>
                      <a:pt x="37444" y="21156"/>
                    </a:lnTo>
                    <a:cubicBezTo>
                      <a:pt x="37444" y="30098"/>
                      <a:pt x="30196" y="37347"/>
                      <a:pt x="21254" y="37347"/>
                    </a:cubicBezTo>
                    <a:cubicBezTo>
                      <a:pt x="12312" y="37347"/>
                      <a:pt x="5064" y="30098"/>
                      <a:pt x="5064" y="21156"/>
                    </a:cubicBezTo>
                    <a:cubicBezTo>
                      <a:pt x="5064" y="12215"/>
                      <a:pt x="12312" y="4966"/>
                      <a:pt x="21254" y="4966"/>
                    </a:cubicBezTo>
                    <a:close/>
                    <a:moveTo>
                      <a:pt x="21254" y="166"/>
                    </a:moveTo>
                    <a:cubicBezTo>
                      <a:pt x="9662" y="166"/>
                      <a:pt x="264" y="9564"/>
                      <a:pt x="264" y="21156"/>
                    </a:cubicBezTo>
                    <a:cubicBezTo>
                      <a:pt x="264" y="32749"/>
                      <a:pt x="9662" y="42147"/>
                      <a:pt x="21254" y="42147"/>
                    </a:cubicBezTo>
                    <a:cubicBezTo>
                      <a:pt x="32847" y="42147"/>
                      <a:pt x="42245" y="32749"/>
                      <a:pt x="42245" y="21156"/>
                    </a:cubicBezTo>
                    <a:lnTo>
                      <a:pt x="42245" y="21156"/>
                    </a:lnTo>
                    <a:cubicBezTo>
                      <a:pt x="42245" y="9564"/>
                      <a:pt x="32847" y="166"/>
                      <a:pt x="21254" y="166"/>
                    </a:cubicBezTo>
                    <a:close/>
                  </a:path>
                </a:pathLst>
              </a:custGeom>
              <a:solidFill>
                <a:srgbClr val="000000"/>
              </a:solidFill>
              <a:ln w="4794" cap="sq">
                <a:noFill/>
                <a:prstDash val="solid"/>
                <a:round/>
              </a:ln>
            </p:spPr>
            <p:txBody>
              <a:bodyPr rtlCol="0" anchor="ctr"/>
              <a:lstStyle/>
              <a:p>
                <a:endParaRPr lang="en-US"/>
              </a:p>
            </p:txBody>
          </p:sp>
          <p:sp>
            <p:nvSpPr>
              <p:cNvPr id="1692" name="Freeform: Shape 1691">
                <a:extLst>
                  <a:ext uri="{FF2B5EF4-FFF2-40B4-BE49-F238E27FC236}">
                    <a16:creationId xmlns:a16="http://schemas.microsoft.com/office/drawing/2014/main" id="{B75DD366-2180-9824-C84D-6A2A1F25C32B}"/>
                  </a:ext>
                </a:extLst>
              </p:cNvPr>
              <p:cNvSpPr/>
              <p:nvPr/>
            </p:nvSpPr>
            <p:spPr>
              <a:xfrm>
                <a:off x="7772788" y="8001089"/>
                <a:ext cx="37180" cy="37180"/>
              </a:xfrm>
              <a:custGeom>
                <a:avLst/>
                <a:gdLst>
                  <a:gd name="connsiteX0" fmla="*/ 37455 w 37180"/>
                  <a:gd name="connsiteY0" fmla="*/ 18764 h 37180"/>
                  <a:gd name="connsiteX1" fmla="*/ 18864 w 37180"/>
                  <a:gd name="connsiteY1" fmla="*/ 37354 h 37180"/>
                  <a:gd name="connsiteX2" fmla="*/ 274 w 37180"/>
                  <a:gd name="connsiteY2" fmla="*/ 18764 h 37180"/>
                  <a:gd name="connsiteX3" fmla="*/ 18864 w 37180"/>
                  <a:gd name="connsiteY3" fmla="*/ 173 h 37180"/>
                  <a:gd name="connsiteX4" fmla="*/ 37455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64"/>
                    </a:moveTo>
                    <a:cubicBezTo>
                      <a:pt x="37455" y="29031"/>
                      <a:pt x="29131" y="37354"/>
                      <a:pt x="18864" y="37354"/>
                    </a:cubicBezTo>
                    <a:cubicBezTo>
                      <a:pt x="8597" y="37354"/>
                      <a:pt x="274" y="29031"/>
                      <a:pt x="274" y="18764"/>
                    </a:cubicBezTo>
                    <a:cubicBezTo>
                      <a:pt x="274" y="8497"/>
                      <a:pt x="8597" y="173"/>
                      <a:pt x="18864" y="173"/>
                    </a:cubicBezTo>
                    <a:cubicBezTo>
                      <a:pt x="29131" y="173"/>
                      <a:pt x="37455" y="8497"/>
                      <a:pt x="37455" y="18764"/>
                    </a:cubicBezTo>
                    <a:close/>
                  </a:path>
                </a:pathLst>
              </a:custGeom>
              <a:solidFill>
                <a:srgbClr val="F4F7F4"/>
              </a:solidFill>
              <a:ln w="5753" cap="sq">
                <a:noFill/>
                <a:prstDash val="solid"/>
                <a:miter/>
              </a:ln>
            </p:spPr>
            <p:txBody>
              <a:bodyPr rtlCol="0" anchor="ctr"/>
              <a:lstStyle/>
              <a:p>
                <a:endParaRPr lang="en-US"/>
              </a:p>
            </p:txBody>
          </p:sp>
          <p:sp>
            <p:nvSpPr>
              <p:cNvPr id="1693" name="Freeform: Shape 1692">
                <a:extLst>
                  <a:ext uri="{FF2B5EF4-FFF2-40B4-BE49-F238E27FC236}">
                    <a16:creationId xmlns:a16="http://schemas.microsoft.com/office/drawing/2014/main" id="{2D7AE761-9F77-0C26-32BE-76C068F8E6D6}"/>
                  </a:ext>
                </a:extLst>
              </p:cNvPr>
              <p:cNvSpPr/>
              <p:nvPr/>
            </p:nvSpPr>
            <p:spPr>
              <a:xfrm>
                <a:off x="7770388" y="7998689"/>
                <a:ext cx="41981" cy="41981"/>
              </a:xfrm>
              <a:custGeom>
                <a:avLst/>
                <a:gdLst>
                  <a:gd name="connsiteX0" fmla="*/ 21264 w 41981"/>
                  <a:gd name="connsiteY0" fmla="*/ 4974 h 41981"/>
                  <a:gd name="connsiteX1" fmla="*/ 37455 w 41981"/>
                  <a:gd name="connsiteY1" fmla="*/ 21164 h 41981"/>
                  <a:gd name="connsiteX2" fmla="*/ 37455 w 41981"/>
                  <a:gd name="connsiteY2" fmla="*/ 21164 h 41981"/>
                  <a:gd name="connsiteX3" fmla="*/ 21264 w 41981"/>
                  <a:gd name="connsiteY3" fmla="*/ 37354 h 41981"/>
                  <a:gd name="connsiteX4" fmla="*/ 5074 w 41981"/>
                  <a:gd name="connsiteY4" fmla="*/ 21164 h 41981"/>
                  <a:gd name="connsiteX5" fmla="*/ 21264 w 41981"/>
                  <a:gd name="connsiteY5" fmla="*/ 4974 h 41981"/>
                  <a:gd name="connsiteX6" fmla="*/ 21264 w 41981"/>
                  <a:gd name="connsiteY6" fmla="*/ 173 h 41981"/>
                  <a:gd name="connsiteX7" fmla="*/ 274 w 41981"/>
                  <a:gd name="connsiteY7" fmla="*/ 21164 h 41981"/>
                  <a:gd name="connsiteX8" fmla="*/ 21264 w 41981"/>
                  <a:gd name="connsiteY8" fmla="*/ 42155 h 41981"/>
                  <a:gd name="connsiteX9" fmla="*/ 42255 w 41981"/>
                  <a:gd name="connsiteY9" fmla="*/ 21164 h 41981"/>
                  <a:gd name="connsiteX10" fmla="*/ 42255 w 41981"/>
                  <a:gd name="connsiteY10" fmla="*/ 21164 h 41981"/>
                  <a:gd name="connsiteX11" fmla="*/ 21264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4"/>
                    </a:moveTo>
                    <a:cubicBezTo>
                      <a:pt x="30206" y="4974"/>
                      <a:pt x="37455" y="12222"/>
                      <a:pt x="37455" y="21164"/>
                    </a:cubicBezTo>
                    <a:lnTo>
                      <a:pt x="37455" y="21164"/>
                    </a:lnTo>
                    <a:cubicBezTo>
                      <a:pt x="37455" y="30106"/>
                      <a:pt x="30206" y="37354"/>
                      <a:pt x="21264" y="37354"/>
                    </a:cubicBezTo>
                    <a:cubicBezTo>
                      <a:pt x="12323" y="37354"/>
                      <a:pt x="5074" y="30106"/>
                      <a:pt x="5074" y="21164"/>
                    </a:cubicBezTo>
                    <a:cubicBezTo>
                      <a:pt x="5074" y="12222"/>
                      <a:pt x="12323" y="4974"/>
                      <a:pt x="21264" y="4974"/>
                    </a:cubicBezTo>
                    <a:close/>
                    <a:moveTo>
                      <a:pt x="21264" y="173"/>
                    </a:moveTo>
                    <a:cubicBezTo>
                      <a:pt x="9672" y="173"/>
                      <a:pt x="274" y="9571"/>
                      <a:pt x="274" y="21164"/>
                    </a:cubicBezTo>
                    <a:cubicBezTo>
                      <a:pt x="274" y="32756"/>
                      <a:pt x="9672" y="42155"/>
                      <a:pt x="21264" y="42155"/>
                    </a:cubicBezTo>
                    <a:cubicBezTo>
                      <a:pt x="32857" y="42155"/>
                      <a:pt x="42255" y="32756"/>
                      <a:pt x="42255" y="21164"/>
                    </a:cubicBezTo>
                    <a:lnTo>
                      <a:pt x="42255" y="21164"/>
                    </a:lnTo>
                    <a:cubicBezTo>
                      <a:pt x="42255" y="9571"/>
                      <a:pt x="32857" y="173"/>
                      <a:pt x="21264" y="173"/>
                    </a:cubicBezTo>
                    <a:close/>
                  </a:path>
                </a:pathLst>
              </a:custGeom>
              <a:solidFill>
                <a:srgbClr val="000000"/>
              </a:solidFill>
              <a:ln w="4794" cap="sq">
                <a:noFill/>
                <a:prstDash val="solid"/>
                <a:round/>
              </a:ln>
            </p:spPr>
            <p:txBody>
              <a:bodyPr rtlCol="0" anchor="ctr"/>
              <a:lstStyle/>
              <a:p>
                <a:endParaRPr lang="en-US"/>
              </a:p>
            </p:txBody>
          </p:sp>
          <p:sp>
            <p:nvSpPr>
              <p:cNvPr id="1694" name="Freeform: Shape 1693">
                <a:extLst>
                  <a:ext uri="{FF2B5EF4-FFF2-40B4-BE49-F238E27FC236}">
                    <a16:creationId xmlns:a16="http://schemas.microsoft.com/office/drawing/2014/main" id="{7FD5342A-6106-A12C-32D4-9816166857D4}"/>
                  </a:ext>
                </a:extLst>
              </p:cNvPr>
              <p:cNvSpPr/>
              <p:nvPr/>
            </p:nvSpPr>
            <p:spPr>
              <a:xfrm>
                <a:off x="7762979" y="8010063"/>
                <a:ext cx="37180" cy="37180"/>
              </a:xfrm>
              <a:custGeom>
                <a:avLst/>
                <a:gdLst>
                  <a:gd name="connsiteX0" fmla="*/ 37453 w 37180"/>
                  <a:gd name="connsiteY0" fmla="*/ 18765 h 37180"/>
                  <a:gd name="connsiteX1" fmla="*/ 18862 w 37180"/>
                  <a:gd name="connsiteY1" fmla="*/ 37356 h 37180"/>
                  <a:gd name="connsiteX2" fmla="*/ 272 w 37180"/>
                  <a:gd name="connsiteY2" fmla="*/ 18765 h 37180"/>
                  <a:gd name="connsiteX3" fmla="*/ 18862 w 37180"/>
                  <a:gd name="connsiteY3" fmla="*/ 175 h 37180"/>
                  <a:gd name="connsiteX4" fmla="*/ 3745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5"/>
                    </a:moveTo>
                    <a:cubicBezTo>
                      <a:pt x="37453" y="29032"/>
                      <a:pt x="29130" y="37356"/>
                      <a:pt x="18862" y="37356"/>
                    </a:cubicBezTo>
                    <a:cubicBezTo>
                      <a:pt x="8595" y="37356"/>
                      <a:pt x="272" y="29032"/>
                      <a:pt x="272" y="18765"/>
                    </a:cubicBezTo>
                    <a:cubicBezTo>
                      <a:pt x="272" y="8498"/>
                      <a:pt x="8595" y="175"/>
                      <a:pt x="18862" y="175"/>
                    </a:cubicBezTo>
                    <a:cubicBezTo>
                      <a:pt x="29130" y="175"/>
                      <a:pt x="37453" y="8498"/>
                      <a:pt x="37453" y="18765"/>
                    </a:cubicBezTo>
                    <a:close/>
                  </a:path>
                </a:pathLst>
              </a:custGeom>
              <a:solidFill>
                <a:srgbClr val="F7E7E7"/>
              </a:solidFill>
              <a:ln w="5753" cap="sq">
                <a:noFill/>
                <a:prstDash val="solid"/>
                <a:miter/>
              </a:ln>
            </p:spPr>
            <p:txBody>
              <a:bodyPr rtlCol="0" anchor="ctr"/>
              <a:lstStyle/>
              <a:p>
                <a:endParaRPr lang="en-US"/>
              </a:p>
            </p:txBody>
          </p:sp>
          <p:sp>
            <p:nvSpPr>
              <p:cNvPr id="1695" name="Freeform: Shape 1694">
                <a:extLst>
                  <a:ext uri="{FF2B5EF4-FFF2-40B4-BE49-F238E27FC236}">
                    <a16:creationId xmlns:a16="http://schemas.microsoft.com/office/drawing/2014/main" id="{D2B9215D-3855-50C4-2B67-21277A2C5AA8}"/>
                  </a:ext>
                </a:extLst>
              </p:cNvPr>
              <p:cNvSpPr/>
              <p:nvPr/>
            </p:nvSpPr>
            <p:spPr>
              <a:xfrm>
                <a:off x="7760579" y="8007663"/>
                <a:ext cx="41981" cy="41981"/>
              </a:xfrm>
              <a:custGeom>
                <a:avLst/>
                <a:gdLst>
                  <a:gd name="connsiteX0" fmla="*/ 21263 w 41981"/>
                  <a:gd name="connsiteY0" fmla="*/ 4975 h 41981"/>
                  <a:gd name="connsiteX1" fmla="*/ 37453 w 41981"/>
                  <a:gd name="connsiteY1" fmla="*/ 21165 h 41981"/>
                  <a:gd name="connsiteX2" fmla="*/ 37453 w 41981"/>
                  <a:gd name="connsiteY2" fmla="*/ 21165 h 41981"/>
                  <a:gd name="connsiteX3" fmla="*/ 21263 w 41981"/>
                  <a:gd name="connsiteY3" fmla="*/ 37356 h 41981"/>
                  <a:gd name="connsiteX4" fmla="*/ 5072 w 41981"/>
                  <a:gd name="connsiteY4" fmla="*/ 21165 h 41981"/>
                  <a:gd name="connsiteX5" fmla="*/ 21263 w 41981"/>
                  <a:gd name="connsiteY5" fmla="*/ 4975 h 41981"/>
                  <a:gd name="connsiteX6" fmla="*/ 21263 w 41981"/>
                  <a:gd name="connsiteY6" fmla="*/ 175 h 41981"/>
                  <a:gd name="connsiteX7" fmla="*/ 272 w 41981"/>
                  <a:gd name="connsiteY7" fmla="*/ 21165 h 41981"/>
                  <a:gd name="connsiteX8" fmla="*/ 21263 w 41981"/>
                  <a:gd name="connsiteY8" fmla="*/ 42156 h 41981"/>
                  <a:gd name="connsiteX9" fmla="*/ 42253 w 41981"/>
                  <a:gd name="connsiteY9" fmla="*/ 21165 h 41981"/>
                  <a:gd name="connsiteX10" fmla="*/ 42253 w 41981"/>
                  <a:gd name="connsiteY10" fmla="*/ 21165 h 41981"/>
                  <a:gd name="connsiteX11" fmla="*/ 21263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75"/>
                    </a:moveTo>
                    <a:cubicBezTo>
                      <a:pt x="30204" y="4975"/>
                      <a:pt x="37453" y="12224"/>
                      <a:pt x="37453" y="21165"/>
                    </a:cubicBezTo>
                    <a:lnTo>
                      <a:pt x="37453" y="21165"/>
                    </a:lnTo>
                    <a:cubicBezTo>
                      <a:pt x="37453" y="30107"/>
                      <a:pt x="30204" y="37356"/>
                      <a:pt x="21263" y="37356"/>
                    </a:cubicBezTo>
                    <a:cubicBezTo>
                      <a:pt x="12321" y="37356"/>
                      <a:pt x="5072" y="30107"/>
                      <a:pt x="5072" y="21165"/>
                    </a:cubicBezTo>
                    <a:cubicBezTo>
                      <a:pt x="5072" y="12224"/>
                      <a:pt x="12321" y="4975"/>
                      <a:pt x="21263" y="4975"/>
                    </a:cubicBezTo>
                    <a:close/>
                    <a:moveTo>
                      <a:pt x="21263" y="175"/>
                    </a:moveTo>
                    <a:cubicBezTo>
                      <a:pt x="9670" y="175"/>
                      <a:pt x="272" y="9573"/>
                      <a:pt x="272" y="21165"/>
                    </a:cubicBezTo>
                    <a:cubicBezTo>
                      <a:pt x="272" y="32758"/>
                      <a:pt x="9670" y="42156"/>
                      <a:pt x="21263" y="42156"/>
                    </a:cubicBezTo>
                    <a:cubicBezTo>
                      <a:pt x="32855" y="42156"/>
                      <a:pt x="42253" y="32758"/>
                      <a:pt x="42253" y="21165"/>
                    </a:cubicBezTo>
                    <a:lnTo>
                      <a:pt x="42253" y="21165"/>
                    </a:lnTo>
                    <a:cubicBezTo>
                      <a:pt x="42253" y="9573"/>
                      <a:pt x="32855" y="175"/>
                      <a:pt x="21263" y="175"/>
                    </a:cubicBezTo>
                    <a:close/>
                  </a:path>
                </a:pathLst>
              </a:custGeom>
              <a:solidFill>
                <a:srgbClr val="000000"/>
              </a:solidFill>
              <a:ln w="4794" cap="sq">
                <a:noFill/>
                <a:prstDash val="solid"/>
                <a:round/>
              </a:ln>
            </p:spPr>
            <p:txBody>
              <a:bodyPr rtlCol="0" anchor="ctr"/>
              <a:lstStyle/>
              <a:p>
                <a:endParaRPr lang="en-US"/>
              </a:p>
            </p:txBody>
          </p:sp>
          <p:sp>
            <p:nvSpPr>
              <p:cNvPr id="1696" name="Freeform: Shape 1695">
                <a:extLst>
                  <a:ext uri="{FF2B5EF4-FFF2-40B4-BE49-F238E27FC236}">
                    <a16:creationId xmlns:a16="http://schemas.microsoft.com/office/drawing/2014/main" id="{A167B307-5D9B-A016-AABD-CBC483701B1A}"/>
                  </a:ext>
                </a:extLst>
              </p:cNvPr>
              <p:cNvSpPr/>
              <p:nvPr/>
            </p:nvSpPr>
            <p:spPr>
              <a:xfrm>
                <a:off x="7697741" y="7971811"/>
                <a:ext cx="37180" cy="37180"/>
              </a:xfrm>
              <a:custGeom>
                <a:avLst/>
                <a:gdLst>
                  <a:gd name="connsiteX0" fmla="*/ 37442 w 37180"/>
                  <a:gd name="connsiteY0" fmla="*/ 18759 h 37180"/>
                  <a:gd name="connsiteX1" fmla="*/ 18851 w 37180"/>
                  <a:gd name="connsiteY1" fmla="*/ 37349 h 37180"/>
                  <a:gd name="connsiteX2" fmla="*/ 261 w 37180"/>
                  <a:gd name="connsiteY2" fmla="*/ 18759 h 37180"/>
                  <a:gd name="connsiteX3" fmla="*/ 18851 w 37180"/>
                  <a:gd name="connsiteY3" fmla="*/ 168 h 37180"/>
                  <a:gd name="connsiteX4" fmla="*/ 3744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9"/>
                    </a:moveTo>
                    <a:cubicBezTo>
                      <a:pt x="37442" y="29026"/>
                      <a:pt x="29118" y="37349"/>
                      <a:pt x="18851" y="37349"/>
                    </a:cubicBezTo>
                    <a:cubicBezTo>
                      <a:pt x="8584" y="37349"/>
                      <a:pt x="261" y="29026"/>
                      <a:pt x="261" y="18759"/>
                    </a:cubicBezTo>
                    <a:cubicBezTo>
                      <a:pt x="261" y="8491"/>
                      <a:pt x="8584" y="168"/>
                      <a:pt x="18851" y="168"/>
                    </a:cubicBezTo>
                    <a:cubicBezTo>
                      <a:pt x="29118" y="168"/>
                      <a:pt x="37442" y="8491"/>
                      <a:pt x="37442" y="18759"/>
                    </a:cubicBezTo>
                    <a:close/>
                  </a:path>
                </a:pathLst>
              </a:custGeom>
              <a:solidFill>
                <a:srgbClr val="F7E1E1"/>
              </a:solidFill>
              <a:ln w="5753" cap="sq">
                <a:noFill/>
                <a:prstDash val="solid"/>
                <a:miter/>
              </a:ln>
            </p:spPr>
            <p:txBody>
              <a:bodyPr rtlCol="0" anchor="ctr"/>
              <a:lstStyle/>
              <a:p>
                <a:endParaRPr lang="en-US"/>
              </a:p>
            </p:txBody>
          </p:sp>
          <p:sp>
            <p:nvSpPr>
              <p:cNvPr id="1697" name="Freeform: Shape 1696">
                <a:extLst>
                  <a:ext uri="{FF2B5EF4-FFF2-40B4-BE49-F238E27FC236}">
                    <a16:creationId xmlns:a16="http://schemas.microsoft.com/office/drawing/2014/main" id="{16CA65AE-9E98-6754-AE4F-4A6EDB9B4C60}"/>
                  </a:ext>
                </a:extLst>
              </p:cNvPr>
              <p:cNvSpPr/>
              <p:nvPr/>
            </p:nvSpPr>
            <p:spPr>
              <a:xfrm>
                <a:off x="7695341" y="7969411"/>
                <a:ext cx="41981" cy="41981"/>
              </a:xfrm>
              <a:custGeom>
                <a:avLst/>
                <a:gdLst>
                  <a:gd name="connsiteX0" fmla="*/ 21251 w 41981"/>
                  <a:gd name="connsiteY0" fmla="*/ 4969 h 41981"/>
                  <a:gd name="connsiteX1" fmla="*/ 37442 w 41981"/>
                  <a:gd name="connsiteY1" fmla="*/ 21159 h 41981"/>
                  <a:gd name="connsiteX2" fmla="*/ 37442 w 41981"/>
                  <a:gd name="connsiteY2" fmla="*/ 21159 h 41981"/>
                  <a:gd name="connsiteX3" fmla="*/ 21251 w 41981"/>
                  <a:gd name="connsiteY3" fmla="*/ 37349 h 41981"/>
                  <a:gd name="connsiteX4" fmla="*/ 5061 w 41981"/>
                  <a:gd name="connsiteY4" fmla="*/ 21159 h 41981"/>
                  <a:gd name="connsiteX5" fmla="*/ 21251 w 41981"/>
                  <a:gd name="connsiteY5" fmla="*/ 4969 h 41981"/>
                  <a:gd name="connsiteX6" fmla="*/ 21251 w 41981"/>
                  <a:gd name="connsiteY6" fmla="*/ 168 h 41981"/>
                  <a:gd name="connsiteX7" fmla="*/ 261 w 41981"/>
                  <a:gd name="connsiteY7" fmla="*/ 21159 h 41981"/>
                  <a:gd name="connsiteX8" fmla="*/ 21251 w 41981"/>
                  <a:gd name="connsiteY8" fmla="*/ 42149 h 41981"/>
                  <a:gd name="connsiteX9" fmla="*/ 42242 w 41981"/>
                  <a:gd name="connsiteY9" fmla="*/ 21159 h 41981"/>
                  <a:gd name="connsiteX10" fmla="*/ 42242 w 41981"/>
                  <a:gd name="connsiteY10" fmla="*/ 21159 h 41981"/>
                  <a:gd name="connsiteX11" fmla="*/ 2125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9"/>
                    </a:moveTo>
                    <a:cubicBezTo>
                      <a:pt x="30193" y="4969"/>
                      <a:pt x="37442" y="12217"/>
                      <a:pt x="37442" y="21159"/>
                    </a:cubicBezTo>
                    <a:lnTo>
                      <a:pt x="37442" y="21159"/>
                    </a:lnTo>
                    <a:cubicBezTo>
                      <a:pt x="37442" y="30101"/>
                      <a:pt x="30193" y="37349"/>
                      <a:pt x="21251" y="37349"/>
                    </a:cubicBezTo>
                    <a:cubicBezTo>
                      <a:pt x="12310" y="37349"/>
                      <a:pt x="5061" y="30101"/>
                      <a:pt x="5061" y="21159"/>
                    </a:cubicBezTo>
                    <a:cubicBezTo>
                      <a:pt x="5061" y="12217"/>
                      <a:pt x="12310" y="4969"/>
                      <a:pt x="21251" y="4969"/>
                    </a:cubicBezTo>
                    <a:close/>
                    <a:moveTo>
                      <a:pt x="21251" y="168"/>
                    </a:moveTo>
                    <a:cubicBezTo>
                      <a:pt x="9659" y="168"/>
                      <a:pt x="261" y="9566"/>
                      <a:pt x="261" y="21159"/>
                    </a:cubicBezTo>
                    <a:cubicBezTo>
                      <a:pt x="261" y="32751"/>
                      <a:pt x="9659" y="42149"/>
                      <a:pt x="21251" y="42149"/>
                    </a:cubicBezTo>
                    <a:cubicBezTo>
                      <a:pt x="32844" y="42149"/>
                      <a:pt x="42242" y="32751"/>
                      <a:pt x="42242" y="21159"/>
                    </a:cubicBezTo>
                    <a:lnTo>
                      <a:pt x="42242" y="21159"/>
                    </a:lnTo>
                    <a:cubicBezTo>
                      <a:pt x="42242" y="9566"/>
                      <a:pt x="32844" y="168"/>
                      <a:pt x="21251" y="168"/>
                    </a:cubicBezTo>
                    <a:close/>
                  </a:path>
                </a:pathLst>
              </a:custGeom>
              <a:solidFill>
                <a:srgbClr val="000000"/>
              </a:solidFill>
              <a:ln w="4794" cap="sq">
                <a:noFill/>
                <a:prstDash val="solid"/>
                <a:round/>
              </a:ln>
            </p:spPr>
            <p:txBody>
              <a:bodyPr rtlCol="0" anchor="ctr"/>
              <a:lstStyle/>
              <a:p>
                <a:endParaRPr lang="en-US"/>
              </a:p>
            </p:txBody>
          </p:sp>
          <p:sp>
            <p:nvSpPr>
              <p:cNvPr id="1698" name="Freeform: Shape 1697">
                <a:extLst>
                  <a:ext uri="{FF2B5EF4-FFF2-40B4-BE49-F238E27FC236}">
                    <a16:creationId xmlns:a16="http://schemas.microsoft.com/office/drawing/2014/main" id="{59E3DB48-B3AB-DA3F-7593-8E625F7D7717}"/>
                  </a:ext>
                </a:extLst>
              </p:cNvPr>
              <p:cNvSpPr/>
              <p:nvPr/>
            </p:nvSpPr>
            <p:spPr>
              <a:xfrm>
                <a:off x="7821201" y="7969565"/>
                <a:ext cx="37180" cy="37180"/>
              </a:xfrm>
              <a:custGeom>
                <a:avLst/>
                <a:gdLst>
                  <a:gd name="connsiteX0" fmla="*/ 37463 w 37180"/>
                  <a:gd name="connsiteY0" fmla="*/ 18758 h 37180"/>
                  <a:gd name="connsiteX1" fmla="*/ 18873 w 37180"/>
                  <a:gd name="connsiteY1" fmla="*/ 37349 h 37180"/>
                  <a:gd name="connsiteX2" fmla="*/ 282 w 37180"/>
                  <a:gd name="connsiteY2" fmla="*/ 18758 h 37180"/>
                  <a:gd name="connsiteX3" fmla="*/ 18873 w 37180"/>
                  <a:gd name="connsiteY3" fmla="*/ 168 h 37180"/>
                  <a:gd name="connsiteX4" fmla="*/ 3746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58"/>
                    </a:moveTo>
                    <a:cubicBezTo>
                      <a:pt x="37463" y="29025"/>
                      <a:pt x="29140" y="37349"/>
                      <a:pt x="18873" y="37349"/>
                    </a:cubicBezTo>
                    <a:cubicBezTo>
                      <a:pt x="8605" y="37349"/>
                      <a:pt x="282" y="29025"/>
                      <a:pt x="282" y="18758"/>
                    </a:cubicBezTo>
                    <a:cubicBezTo>
                      <a:pt x="282" y="8491"/>
                      <a:pt x="8605" y="168"/>
                      <a:pt x="18873" y="168"/>
                    </a:cubicBezTo>
                    <a:cubicBezTo>
                      <a:pt x="29140" y="168"/>
                      <a:pt x="37463" y="8491"/>
                      <a:pt x="37463" y="18758"/>
                    </a:cubicBezTo>
                    <a:close/>
                  </a:path>
                </a:pathLst>
              </a:custGeom>
              <a:solidFill>
                <a:srgbClr val="F7E2E2"/>
              </a:solidFill>
              <a:ln w="5753" cap="sq">
                <a:noFill/>
                <a:prstDash val="solid"/>
                <a:miter/>
              </a:ln>
            </p:spPr>
            <p:txBody>
              <a:bodyPr rtlCol="0" anchor="ctr"/>
              <a:lstStyle/>
              <a:p>
                <a:endParaRPr lang="en-US"/>
              </a:p>
            </p:txBody>
          </p:sp>
          <p:sp>
            <p:nvSpPr>
              <p:cNvPr id="1699" name="Freeform: Shape 1698">
                <a:extLst>
                  <a:ext uri="{FF2B5EF4-FFF2-40B4-BE49-F238E27FC236}">
                    <a16:creationId xmlns:a16="http://schemas.microsoft.com/office/drawing/2014/main" id="{E492680B-1FFE-3E31-95E9-1A2370ABD96F}"/>
                  </a:ext>
                </a:extLst>
              </p:cNvPr>
              <p:cNvSpPr/>
              <p:nvPr/>
            </p:nvSpPr>
            <p:spPr>
              <a:xfrm>
                <a:off x="7818801" y="7967164"/>
                <a:ext cx="41981" cy="41981"/>
              </a:xfrm>
              <a:custGeom>
                <a:avLst/>
                <a:gdLst>
                  <a:gd name="connsiteX0" fmla="*/ 21273 w 41981"/>
                  <a:gd name="connsiteY0" fmla="*/ 4968 h 41981"/>
                  <a:gd name="connsiteX1" fmla="*/ 37463 w 41981"/>
                  <a:gd name="connsiteY1" fmla="*/ 21158 h 41981"/>
                  <a:gd name="connsiteX2" fmla="*/ 37463 w 41981"/>
                  <a:gd name="connsiteY2" fmla="*/ 21158 h 41981"/>
                  <a:gd name="connsiteX3" fmla="*/ 21273 w 41981"/>
                  <a:gd name="connsiteY3" fmla="*/ 37349 h 41981"/>
                  <a:gd name="connsiteX4" fmla="*/ 5083 w 41981"/>
                  <a:gd name="connsiteY4" fmla="*/ 21158 h 41981"/>
                  <a:gd name="connsiteX5" fmla="*/ 21273 w 41981"/>
                  <a:gd name="connsiteY5" fmla="*/ 4968 h 41981"/>
                  <a:gd name="connsiteX6" fmla="*/ 21273 w 41981"/>
                  <a:gd name="connsiteY6" fmla="*/ 168 h 41981"/>
                  <a:gd name="connsiteX7" fmla="*/ 282 w 41981"/>
                  <a:gd name="connsiteY7" fmla="*/ 21158 h 41981"/>
                  <a:gd name="connsiteX8" fmla="*/ 21273 w 41981"/>
                  <a:gd name="connsiteY8" fmla="*/ 42149 h 41981"/>
                  <a:gd name="connsiteX9" fmla="*/ 42263 w 41981"/>
                  <a:gd name="connsiteY9" fmla="*/ 21158 h 41981"/>
                  <a:gd name="connsiteX10" fmla="*/ 42263 w 41981"/>
                  <a:gd name="connsiteY10" fmla="*/ 21158 h 41981"/>
                  <a:gd name="connsiteX11" fmla="*/ 2127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68"/>
                    </a:moveTo>
                    <a:cubicBezTo>
                      <a:pt x="30215" y="4968"/>
                      <a:pt x="37463" y="12217"/>
                      <a:pt x="37463" y="21158"/>
                    </a:cubicBezTo>
                    <a:lnTo>
                      <a:pt x="37463" y="21158"/>
                    </a:lnTo>
                    <a:cubicBezTo>
                      <a:pt x="37463" y="30100"/>
                      <a:pt x="30215" y="37349"/>
                      <a:pt x="21273" y="37349"/>
                    </a:cubicBezTo>
                    <a:cubicBezTo>
                      <a:pt x="12331" y="37349"/>
                      <a:pt x="5083" y="30100"/>
                      <a:pt x="5083" y="21158"/>
                    </a:cubicBezTo>
                    <a:cubicBezTo>
                      <a:pt x="5083" y="12217"/>
                      <a:pt x="12331" y="4968"/>
                      <a:pt x="21273" y="4968"/>
                    </a:cubicBezTo>
                    <a:close/>
                    <a:moveTo>
                      <a:pt x="21273" y="168"/>
                    </a:moveTo>
                    <a:cubicBezTo>
                      <a:pt x="9680" y="168"/>
                      <a:pt x="282" y="9566"/>
                      <a:pt x="282" y="21158"/>
                    </a:cubicBezTo>
                    <a:cubicBezTo>
                      <a:pt x="282" y="32751"/>
                      <a:pt x="9680" y="42149"/>
                      <a:pt x="21273" y="42149"/>
                    </a:cubicBezTo>
                    <a:cubicBezTo>
                      <a:pt x="32865" y="42149"/>
                      <a:pt x="42263" y="32751"/>
                      <a:pt x="42263" y="21158"/>
                    </a:cubicBezTo>
                    <a:lnTo>
                      <a:pt x="42263" y="21158"/>
                    </a:lnTo>
                    <a:cubicBezTo>
                      <a:pt x="42263" y="9566"/>
                      <a:pt x="32865" y="168"/>
                      <a:pt x="21273" y="168"/>
                    </a:cubicBezTo>
                    <a:close/>
                  </a:path>
                </a:pathLst>
              </a:custGeom>
              <a:solidFill>
                <a:srgbClr val="000000"/>
              </a:solidFill>
              <a:ln w="4794" cap="sq">
                <a:noFill/>
                <a:prstDash val="solid"/>
                <a:round/>
              </a:ln>
            </p:spPr>
            <p:txBody>
              <a:bodyPr rtlCol="0" anchor="ctr"/>
              <a:lstStyle/>
              <a:p>
                <a:endParaRPr lang="en-US"/>
              </a:p>
            </p:txBody>
          </p:sp>
          <p:sp>
            <p:nvSpPr>
              <p:cNvPr id="1700" name="Freeform: Shape 1699">
                <a:extLst>
                  <a:ext uri="{FF2B5EF4-FFF2-40B4-BE49-F238E27FC236}">
                    <a16:creationId xmlns:a16="http://schemas.microsoft.com/office/drawing/2014/main" id="{F68B6F79-CACC-174F-2CCB-20D1BD9A4560}"/>
                  </a:ext>
                </a:extLst>
              </p:cNvPr>
              <p:cNvSpPr/>
              <p:nvPr/>
            </p:nvSpPr>
            <p:spPr>
              <a:xfrm>
                <a:off x="7743522" y="7985376"/>
                <a:ext cx="37180" cy="37180"/>
              </a:xfrm>
              <a:custGeom>
                <a:avLst/>
                <a:gdLst>
                  <a:gd name="connsiteX0" fmla="*/ 37449 w 37180"/>
                  <a:gd name="connsiteY0" fmla="*/ 18761 h 37180"/>
                  <a:gd name="connsiteX1" fmla="*/ 18859 w 37180"/>
                  <a:gd name="connsiteY1" fmla="*/ 37351 h 37180"/>
                  <a:gd name="connsiteX2" fmla="*/ 269 w 37180"/>
                  <a:gd name="connsiteY2" fmla="*/ 18761 h 37180"/>
                  <a:gd name="connsiteX3" fmla="*/ 18859 w 37180"/>
                  <a:gd name="connsiteY3" fmla="*/ 171 h 37180"/>
                  <a:gd name="connsiteX4" fmla="*/ 37449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1"/>
                    </a:moveTo>
                    <a:cubicBezTo>
                      <a:pt x="37449" y="29028"/>
                      <a:pt x="29126" y="37351"/>
                      <a:pt x="18859" y="37351"/>
                    </a:cubicBezTo>
                    <a:cubicBezTo>
                      <a:pt x="8592" y="37351"/>
                      <a:pt x="269" y="29028"/>
                      <a:pt x="269" y="18761"/>
                    </a:cubicBezTo>
                    <a:cubicBezTo>
                      <a:pt x="269" y="8494"/>
                      <a:pt x="8592" y="171"/>
                      <a:pt x="18859" y="171"/>
                    </a:cubicBezTo>
                    <a:cubicBezTo>
                      <a:pt x="29126" y="171"/>
                      <a:pt x="37449" y="8494"/>
                      <a:pt x="37449" y="18761"/>
                    </a:cubicBezTo>
                    <a:close/>
                  </a:path>
                </a:pathLst>
              </a:custGeom>
              <a:solidFill>
                <a:srgbClr val="F5F7F5"/>
              </a:solidFill>
              <a:ln w="5753" cap="sq">
                <a:noFill/>
                <a:prstDash val="solid"/>
                <a:miter/>
              </a:ln>
            </p:spPr>
            <p:txBody>
              <a:bodyPr rtlCol="0" anchor="ctr"/>
              <a:lstStyle/>
              <a:p>
                <a:endParaRPr lang="en-US"/>
              </a:p>
            </p:txBody>
          </p:sp>
          <p:sp>
            <p:nvSpPr>
              <p:cNvPr id="1701" name="Freeform: Shape 1700">
                <a:extLst>
                  <a:ext uri="{FF2B5EF4-FFF2-40B4-BE49-F238E27FC236}">
                    <a16:creationId xmlns:a16="http://schemas.microsoft.com/office/drawing/2014/main" id="{C9568D7F-003B-FF88-015B-B40D224A6414}"/>
                  </a:ext>
                </a:extLst>
              </p:cNvPr>
              <p:cNvSpPr/>
              <p:nvPr/>
            </p:nvSpPr>
            <p:spPr>
              <a:xfrm>
                <a:off x="7741121" y="7982976"/>
                <a:ext cx="41981" cy="41981"/>
              </a:xfrm>
              <a:custGeom>
                <a:avLst/>
                <a:gdLst>
                  <a:gd name="connsiteX0" fmla="*/ 21259 w 41981"/>
                  <a:gd name="connsiteY0" fmla="*/ 4971 h 41981"/>
                  <a:gd name="connsiteX1" fmla="*/ 37449 w 41981"/>
                  <a:gd name="connsiteY1" fmla="*/ 21161 h 41981"/>
                  <a:gd name="connsiteX2" fmla="*/ 37449 w 41981"/>
                  <a:gd name="connsiteY2" fmla="*/ 21161 h 41981"/>
                  <a:gd name="connsiteX3" fmla="*/ 21259 w 41981"/>
                  <a:gd name="connsiteY3" fmla="*/ 37351 h 41981"/>
                  <a:gd name="connsiteX4" fmla="*/ 5069 w 41981"/>
                  <a:gd name="connsiteY4" fmla="*/ 21161 h 41981"/>
                  <a:gd name="connsiteX5" fmla="*/ 21259 w 41981"/>
                  <a:gd name="connsiteY5" fmla="*/ 4971 h 41981"/>
                  <a:gd name="connsiteX6" fmla="*/ 21259 w 41981"/>
                  <a:gd name="connsiteY6" fmla="*/ 171 h 41981"/>
                  <a:gd name="connsiteX7" fmla="*/ 269 w 41981"/>
                  <a:gd name="connsiteY7" fmla="*/ 21161 h 41981"/>
                  <a:gd name="connsiteX8" fmla="*/ 21259 w 41981"/>
                  <a:gd name="connsiteY8" fmla="*/ 42152 h 41981"/>
                  <a:gd name="connsiteX9" fmla="*/ 42250 w 41981"/>
                  <a:gd name="connsiteY9" fmla="*/ 21161 h 41981"/>
                  <a:gd name="connsiteX10" fmla="*/ 42250 w 41981"/>
                  <a:gd name="connsiteY10" fmla="*/ 21161 h 41981"/>
                  <a:gd name="connsiteX11" fmla="*/ 21259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1"/>
                    </a:moveTo>
                    <a:cubicBezTo>
                      <a:pt x="30201" y="4971"/>
                      <a:pt x="37449" y="12219"/>
                      <a:pt x="37449" y="21161"/>
                    </a:cubicBezTo>
                    <a:lnTo>
                      <a:pt x="37449" y="21161"/>
                    </a:lnTo>
                    <a:cubicBezTo>
                      <a:pt x="37449" y="30103"/>
                      <a:pt x="30201" y="37351"/>
                      <a:pt x="21259" y="37351"/>
                    </a:cubicBezTo>
                    <a:cubicBezTo>
                      <a:pt x="12317" y="37351"/>
                      <a:pt x="5069" y="30103"/>
                      <a:pt x="5069" y="21161"/>
                    </a:cubicBezTo>
                    <a:cubicBezTo>
                      <a:pt x="5069" y="12219"/>
                      <a:pt x="12317" y="4971"/>
                      <a:pt x="21259" y="4971"/>
                    </a:cubicBezTo>
                    <a:close/>
                    <a:moveTo>
                      <a:pt x="21259" y="171"/>
                    </a:moveTo>
                    <a:cubicBezTo>
                      <a:pt x="9667" y="171"/>
                      <a:pt x="269" y="9569"/>
                      <a:pt x="269" y="21161"/>
                    </a:cubicBezTo>
                    <a:cubicBezTo>
                      <a:pt x="269" y="32754"/>
                      <a:pt x="9667" y="42152"/>
                      <a:pt x="21259" y="42152"/>
                    </a:cubicBezTo>
                    <a:cubicBezTo>
                      <a:pt x="32852" y="42152"/>
                      <a:pt x="42250" y="32754"/>
                      <a:pt x="42250" y="21161"/>
                    </a:cubicBezTo>
                    <a:lnTo>
                      <a:pt x="42250" y="21161"/>
                    </a:lnTo>
                    <a:cubicBezTo>
                      <a:pt x="42250" y="9569"/>
                      <a:pt x="32852" y="171"/>
                      <a:pt x="21259" y="171"/>
                    </a:cubicBezTo>
                    <a:close/>
                  </a:path>
                </a:pathLst>
              </a:custGeom>
              <a:solidFill>
                <a:srgbClr val="000000"/>
              </a:solidFill>
              <a:ln w="4794" cap="sq">
                <a:noFill/>
                <a:prstDash val="solid"/>
                <a:round/>
              </a:ln>
            </p:spPr>
            <p:txBody>
              <a:bodyPr rtlCol="0" anchor="ctr"/>
              <a:lstStyle/>
              <a:p>
                <a:endParaRPr lang="en-US"/>
              </a:p>
            </p:txBody>
          </p:sp>
          <p:sp>
            <p:nvSpPr>
              <p:cNvPr id="1702" name="Freeform: Shape 1701">
                <a:extLst>
                  <a:ext uri="{FF2B5EF4-FFF2-40B4-BE49-F238E27FC236}">
                    <a16:creationId xmlns:a16="http://schemas.microsoft.com/office/drawing/2014/main" id="{584294A3-98BC-A022-7633-69CA9BE661E6}"/>
                  </a:ext>
                </a:extLst>
              </p:cNvPr>
              <p:cNvSpPr/>
              <p:nvPr/>
            </p:nvSpPr>
            <p:spPr>
              <a:xfrm>
                <a:off x="7821950" y="7993901"/>
                <a:ext cx="37180" cy="37180"/>
              </a:xfrm>
              <a:custGeom>
                <a:avLst/>
                <a:gdLst>
                  <a:gd name="connsiteX0" fmla="*/ 37463 w 37180"/>
                  <a:gd name="connsiteY0" fmla="*/ 18762 h 37180"/>
                  <a:gd name="connsiteX1" fmla="*/ 18873 w 37180"/>
                  <a:gd name="connsiteY1" fmla="*/ 37353 h 37180"/>
                  <a:gd name="connsiteX2" fmla="*/ 282 w 37180"/>
                  <a:gd name="connsiteY2" fmla="*/ 18762 h 37180"/>
                  <a:gd name="connsiteX3" fmla="*/ 18873 w 37180"/>
                  <a:gd name="connsiteY3" fmla="*/ 172 h 37180"/>
                  <a:gd name="connsiteX4" fmla="*/ 3746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62"/>
                    </a:moveTo>
                    <a:cubicBezTo>
                      <a:pt x="37463" y="29030"/>
                      <a:pt x="29140" y="37353"/>
                      <a:pt x="18873" y="37353"/>
                    </a:cubicBezTo>
                    <a:cubicBezTo>
                      <a:pt x="8606" y="37353"/>
                      <a:pt x="282" y="29030"/>
                      <a:pt x="282" y="18762"/>
                    </a:cubicBezTo>
                    <a:cubicBezTo>
                      <a:pt x="282" y="8495"/>
                      <a:pt x="8606" y="172"/>
                      <a:pt x="18873" y="172"/>
                    </a:cubicBezTo>
                    <a:cubicBezTo>
                      <a:pt x="29140" y="172"/>
                      <a:pt x="37463" y="8495"/>
                      <a:pt x="37463" y="18762"/>
                    </a:cubicBezTo>
                    <a:close/>
                  </a:path>
                </a:pathLst>
              </a:custGeom>
              <a:solidFill>
                <a:srgbClr val="EFF7EF"/>
              </a:solidFill>
              <a:ln w="5753" cap="sq">
                <a:noFill/>
                <a:prstDash val="solid"/>
                <a:miter/>
              </a:ln>
            </p:spPr>
            <p:txBody>
              <a:bodyPr rtlCol="0" anchor="ctr"/>
              <a:lstStyle/>
              <a:p>
                <a:endParaRPr lang="en-US"/>
              </a:p>
            </p:txBody>
          </p:sp>
          <p:sp>
            <p:nvSpPr>
              <p:cNvPr id="1703" name="Freeform: Shape 1702">
                <a:extLst>
                  <a:ext uri="{FF2B5EF4-FFF2-40B4-BE49-F238E27FC236}">
                    <a16:creationId xmlns:a16="http://schemas.microsoft.com/office/drawing/2014/main" id="{28D8C22C-5EE4-D447-B5B9-4094E8C00AE1}"/>
                  </a:ext>
                </a:extLst>
              </p:cNvPr>
              <p:cNvSpPr/>
              <p:nvPr/>
            </p:nvSpPr>
            <p:spPr>
              <a:xfrm>
                <a:off x="7819549" y="7991500"/>
                <a:ext cx="41981" cy="41981"/>
              </a:xfrm>
              <a:custGeom>
                <a:avLst/>
                <a:gdLst>
                  <a:gd name="connsiteX0" fmla="*/ 21273 w 41981"/>
                  <a:gd name="connsiteY0" fmla="*/ 4972 h 41981"/>
                  <a:gd name="connsiteX1" fmla="*/ 37463 w 41981"/>
                  <a:gd name="connsiteY1" fmla="*/ 21163 h 41981"/>
                  <a:gd name="connsiteX2" fmla="*/ 37463 w 41981"/>
                  <a:gd name="connsiteY2" fmla="*/ 21163 h 41981"/>
                  <a:gd name="connsiteX3" fmla="*/ 21273 w 41981"/>
                  <a:gd name="connsiteY3" fmla="*/ 37353 h 41981"/>
                  <a:gd name="connsiteX4" fmla="*/ 5083 w 41981"/>
                  <a:gd name="connsiteY4" fmla="*/ 21163 h 41981"/>
                  <a:gd name="connsiteX5" fmla="*/ 21273 w 41981"/>
                  <a:gd name="connsiteY5" fmla="*/ 4972 h 41981"/>
                  <a:gd name="connsiteX6" fmla="*/ 21273 w 41981"/>
                  <a:gd name="connsiteY6" fmla="*/ 172 h 41981"/>
                  <a:gd name="connsiteX7" fmla="*/ 282 w 41981"/>
                  <a:gd name="connsiteY7" fmla="*/ 21163 h 41981"/>
                  <a:gd name="connsiteX8" fmla="*/ 21273 w 41981"/>
                  <a:gd name="connsiteY8" fmla="*/ 42153 h 41981"/>
                  <a:gd name="connsiteX9" fmla="*/ 42263 w 41981"/>
                  <a:gd name="connsiteY9" fmla="*/ 21163 h 41981"/>
                  <a:gd name="connsiteX10" fmla="*/ 42263 w 41981"/>
                  <a:gd name="connsiteY10" fmla="*/ 21163 h 41981"/>
                  <a:gd name="connsiteX11" fmla="*/ 21273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72"/>
                    </a:moveTo>
                    <a:cubicBezTo>
                      <a:pt x="30215" y="4972"/>
                      <a:pt x="37463" y="12221"/>
                      <a:pt x="37463" y="21163"/>
                    </a:cubicBezTo>
                    <a:lnTo>
                      <a:pt x="37463" y="21163"/>
                    </a:lnTo>
                    <a:cubicBezTo>
                      <a:pt x="37463" y="30104"/>
                      <a:pt x="30215" y="37353"/>
                      <a:pt x="21273" y="37353"/>
                    </a:cubicBezTo>
                    <a:cubicBezTo>
                      <a:pt x="12331" y="37353"/>
                      <a:pt x="5083" y="30104"/>
                      <a:pt x="5083" y="21163"/>
                    </a:cubicBezTo>
                    <a:cubicBezTo>
                      <a:pt x="5083" y="12221"/>
                      <a:pt x="12331" y="4972"/>
                      <a:pt x="21273" y="4972"/>
                    </a:cubicBezTo>
                    <a:close/>
                    <a:moveTo>
                      <a:pt x="21273" y="172"/>
                    </a:moveTo>
                    <a:cubicBezTo>
                      <a:pt x="9680" y="172"/>
                      <a:pt x="282" y="9570"/>
                      <a:pt x="282" y="21163"/>
                    </a:cubicBezTo>
                    <a:cubicBezTo>
                      <a:pt x="282" y="32755"/>
                      <a:pt x="9680" y="42153"/>
                      <a:pt x="21273" y="42153"/>
                    </a:cubicBezTo>
                    <a:cubicBezTo>
                      <a:pt x="32865" y="42153"/>
                      <a:pt x="42263" y="32755"/>
                      <a:pt x="42263" y="21163"/>
                    </a:cubicBezTo>
                    <a:lnTo>
                      <a:pt x="42263" y="21163"/>
                    </a:lnTo>
                    <a:cubicBezTo>
                      <a:pt x="42263" y="9570"/>
                      <a:pt x="32865" y="172"/>
                      <a:pt x="21273" y="172"/>
                    </a:cubicBezTo>
                    <a:close/>
                  </a:path>
                </a:pathLst>
              </a:custGeom>
              <a:solidFill>
                <a:srgbClr val="000000"/>
              </a:solidFill>
              <a:ln w="4794" cap="sq">
                <a:noFill/>
                <a:prstDash val="solid"/>
                <a:round/>
              </a:ln>
            </p:spPr>
            <p:txBody>
              <a:bodyPr rtlCol="0" anchor="ctr"/>
              <a:lstStyle/>
              <a:p>
                <a:endParaRPr lang="en-US"/>
              </a:p>
            </p:txBody>
          </p:sp>
          <p:sp>
            <p:nvSpPr>
              <p:cNvPr id="1704" name="Freeform: Shape 1703">
                <a:extLst>
                  <a:ext uri="{FF2B5EF4-FFF2-40B4-BE49-F238E27FC236}">
                    <a16:creationId xmlns:a16="http://schemas.microsoft.com/office/drawing/2014/main" id="{6D8A88D8-4854-BE6C-FA89-958A6A621FD0}"/>
                  </a:ext>
                </a:extLst>
              </p:cNvPr>
              <p:cNvSpPr/>
              <p:nvPr/>
            </p:nvSpPr>
            <p:spPr>
              <a:xfrm>
                <a:off x="7748688" y="7997506"/>
                <a:ext cx="37180" cy="37180"/>
              </a:xfrm>
              <a:custGeom>
                <a:avLst/>
                <a:gdLst>
                  <a:gd name="connsiteX0" fmla="*/ 37450 w 37180"/>
                  <a:gd name="connsiteY0" fmla="*/ 18763 h 37180"/>
                  <a:gd name="connsiteX1" fmla="*/ 18860 w 37180"/>
                  <a:gd name="connsiteY1" fmla="*/ 37354 h 37180"/>
                  <a:gd name="connsiteX2" fmla="*/ 270 w 37180"/>
                  <a:gd name="connsiteY2" fmla="*/ 18763 h 37180"/>
                  <a:gd name="connsiteX3" fmla="*/ 18860 w 37180"/>
                  <a:gd name="connsiteY3" fmla="*/ 173 h 37180"/>
                  <a:gd name="connsiteX4" fmla="*/ 37450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63"/>
                    </a:moveTo>
                    <a:cubicBezTo>
                      <a:pt x="37450" y="29030"/>
                      <a:pt x="29127" y="37354"/>
                      <a:pt x="18860" y="37354"/>
                    </a:cubicBezTo>
                    <a:cubicBezTo>
                      <a:pt x="8593" y="37354"/>
                      <a:pt x="270" y="29030"/>
                      <a:pt x="270" y="18763"/>
                    </a:cubicBezTo>
                    <a:cubicBezTo>
                      <a:pt x="270" y="8496"/>
                      <a:pt x="8593" y="173"/>
                      <a:pt x="18860" y="173"/>
                    </a:cubicBezTo>
                    <a:cubicBezTo>
                      <a:pt x="29127" y="173"/>
                      <a:pt x="37450" y="8496"/>
                      <a:pt x="37450" y="18763"/>
                    </a:cubicBezTo>
                    <a:close/>
                  </a:path>
                </a:pathLst>
              </a:custGeom>
              <a:solidFill>
                <a:srgbClr val="F7EAEA"/>
              </a:solidFill>
              <a:ln w="5753" cap="sq">
                <a:noFill/>
                <a:prstDash val="solid"/>
                <a:miter/>
              </a:ln>
            </p:spPr>
            <p:txBody>
              <a:bodyPr rtlCol="0" anchor="ctr"/>
              <a:lstStyle/>
              <a:p>
                <a:endParaRPr lang="en-US"/>
              </a:p>
            </p:txBody>
          </p:sp>
          <p:sp>
            <p:nvSpPr>
              <p:cNvPr id="1705" name="Freeform: Shape 1704">
                <a:extLst>
                  <a:ext uri="{FF2B5EF4-FFF2-40B4-BE49-F238E27FC236}">
                    <a16:creationId xmlns:a16="http://schemas.microsoft.com/office/drawing/2014/main" id="{5972EAA4-4247-757C-3418-1761F97FFA6B}"/>
                  </a:ext>
                </a:extLst>
              </p:cNvPr>
              <p:cNvSpPr/>
              <p:nvPr/>
            </p:nvSpPr>
            <p:spPr>
              <a:xfrm>
                <a:off x="7746288" y="7995106"/>
                <a:ext cx="41981" cy="41981"/>
              </a:xfrm>
              <a:custGeom>
                <a:avLst/>
                <a:gdLst>
                  <a:gd name="connsiteX0" fmla="*/ 21260 w 41981"/>
                  <a:gd name="connsiteY0" fmla="*/ 4973 h 41981"/>
                  <a:gd name="connsiteX1" fmla="*/ 37450 w 41981"/>
                  <a:gd name="connsiteY1" fmla="*/ 21163 h 41981"/>
                  <a:gd name="connsiteX2" fmla="*/ 37450 w 41981"/>
                  <a:gd name="connsiteY2" fmla="*/ 21163 h 41981"/>
                  <a:gd name="connsiteX3" fmla="*/ 21260 w 41981"/>
                  <a:gd name="connsiteY3" fmla="*/ 37354 h 41981"/>
                  <a:gd name="connsiteX4" fmla="*/ 5070 w 41981"/>
                  <a:gd name="connsiteY4" fmla="*/ 21163 h 41981"/>
                  <a:gd name="connsiteX5" fmla="*/ 21260 w 41981"/>
                  <a:gd name="connsiteY5" fmla="*/ 4973 h 41981"/>
                  <a:gd name="connsiteX6" fmla="*/ 21260 w 41981"/>
                  <a:gd name="connsiteY6" fmla="*/ 173 h 41981"/>
                  <a:gd name="connsiteX7" fmla="*/ 270 w 41981"/>
                  <a:gd name="connsiteY7" fmla="*/ 21163 h 41981"/>
                  <a:gd name="connsiteX8" fmla="*/ 21260 w 41981"/>
                  <a:gd name="connsiteY8" fmla="*/ 42154 h 41981"/>
                  <a:gd name="connsiteX9" fmla="*/ 42251 w 41981"/>
                  <a:gd name="connsiteY9" fmla="*/ 21163 h 41981"/>
                  <a:gd name="connsiteX10" fmla="*/ 42251 w 41981"/>
                  <a:gd name="connsiteY10" fmla="*/ 21163 h 41981"/>
                  <a:gd name="connsiteX11" fmla="*/ 21260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3"/>
                    </a:moveTo>
                    <a:cubicBezTo>
                      <a:pt x="30202" y="4973"/>
                      <a:pt x="37450" y="12221"/>
                      <a:pt x="37450" y="21163"/>
                    </a:cubicBezTo>
                    <a:lnTo>
                      <a:pt x="37450" y="21163"/>
                    </a:lnTo>
                    <a:cubicBezTo>
                      <a:pt x="37450" y="30105"/>
                      <a:pt x="30202" y="37354"/>
                      <a:pt x="21260" y="37354"/>
                    </a:cubicBezTo>
                    <a:cubicBezTo>
                      <a:pt x="12318" y="37354"/>
                      <a:pt x="5070" y="30105"/>
                      <a:pt x="5070" y="21163"/>
                    </a:cubicBezTo>
                    <a:cubicBezTo>
                      <a:pt x="5070" y="12221"/>
                      <a:pt x="12318" y="4973"/>
                      <a:pt x="21260" y="4973"/>
                    </a:cubicBezTo>
                    <a:close/>
                    <a:moveTo>
                      <a:pt x="21260" y="173"/>
                    </a:moveTo>
                    <a:cubicBezTo>
                      <a:pt x="9668" y="173"/>
                      <a:pt x="270" y="9571"/>
                      <a:pt x="270" y="21163"/>
                    </a:cubicBezTo>
                    <a:cubicBezTo>
                      <a:pt x="270" y="32756"/>
                      <a:pt x="9668" y="42154"/>
                      <a:pt x="21260" y="42154"/>
                    </a:cubicBezTo>
                    <a:cubicBezTo>
                      <a:pt x="32853" y="42154"/>
                      <a:pt x="42251" y="32756"/>
                      <a:pt x="42251" y="21163"/>
                    </a:cubicBezTo>
                    <a:lnTo>
                      <a:pt x="42251" y="21163"/>
                    </a:lnTo>
                    <a:cubicBezTo>
                      <a:pt x="42251" y="9571"/>
                      <a:pt x="32853" y="173"/>
                      <a:pt x="21260" y="173"/>
                    </a:cubicBezTo>
                    <a:close/>
                  </a:path>
                </a:pathLst>
              </a:custGeom>
              <a:solidFill>
                <a:srgbClr val="000000"/>
              </a:solidFill>
              <a:ln w="4794" cap="sq">
                <a:noFill/>
                <a:prstDash val="solid"/>
                <a:round/>
              </a:ln>
            </p:spPr>
            <p:txBody>
              <a:bodyPr rtlCol="0" anchor="ctr"/>
              <a:lstStyle/>
              <a:p>
                <a:endParaRPr lang="en-US"/>
              </a:p>
            </p:txBody>
          </p:sp>
          <p:sp>
            <p:nvSpPr>
              <p:cNvPr id="1706" name="Freeform: Shape 1705">
                <a:extLst>
                  <a:ext uri="{FF2B5EF4-FFF2-40B4-BE49-F238E27FC236}">
                    <a16:creationId xmlns:a16="http://schemas.microsoft.com/office/drawing/2014/main" id="{B2AAB408-0539-870E-9F2C-A88440804A4C}"/>
                  </a:ext>
                </a:extLst>
              </p:cNvPr>
              <p:cNvSpPr/>
              <p:nvPr/>
            </p:nvSpPr>
            <p:spPr>
              <a:xfrm>
                <a:off x="7982394" y="8029578"/>
                <a:ext cx="37180" cy="37180"/>
              </a:xfrm>
              <a:custGeom>
                <a:avLst/>
                <a:gdLst>
                  <a:gd name="connsiteX0" fmla="*/ 37491 w 37180"/>
                  <a:gd name="connsiteY0" fmla="*/ 18769 h 37180"/>
                  <a:gd name="connsiteX1" fmla="*/ 18901 w 37180"/>
                  <a:gd name="connsiteY1" fmla="*/ 37359 h 37180"/>
                  <a:gd name="connsiteX2" fmla="*/ 310 w 37180"/>
                  <a:gd name="connsiteY2" fmla="*/ 18769 h 37180"/>
                  <a:gd name="connsiteX3" fmla="*/ 18901 w 37180"/>
                  <a:gd name="connsiteY3" fmla="*/ 178 h 37180"/>
                  <a:gd name="connsiteX4" fmla="*/ 37491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69"/>
                    </a:moveTo>
                    <a:cubicBezTo>
                      <a:pt x="37491" y="29036"/>
                      <a:pt x="29168" y="37359"/>
                      <a:pt x="18901" y="37359"/>
                    </a:cubicBezTo>
                    <a:cubicBezTo>
                      <a:pt x="8633" y="37359"/>
                      <a:pt x="310" y="29036"/>
                      <a:pt x="310" y="18769"/>
                    </a:cubicBezTo>
                    <a:cubicBezTo>
                      <a:pt x="310" y="8501"/>
                      <a:pt x="8633" y="178"/>
                      <a:pt x="18901" y="178"/>
                    </a:cubicBezTo>
                    <a:cubicBezTo>
                      <a:pt x="29168" y="178"/>
                      <a:pt x="37491" y="8501"/>
                      <a:pt x="37491" y="18769"/>
                    </a:cubicBezTo>
                    <a:close/>
                  </a:path>
                </a:pathLst>
              </a:custGeom>
              <a:solidFill>
                <a:srgbClr val="F1F7F1"/>
              </a:solidFill>
              <a:ln w="5753" cap="sq">
                <a:noFill/>
                <a:prstDash val="solid"/>
                <a:miter/>
              </a:ln>
            </p:spPr>
            <p:txBody>
              <a:bodyPr rtlCol="0" anchor="ctr"/>
              <a:lstStyle/>
              <a:p>
                <a:endParaRPr lang="en-US"/>
              </a:p>
            </p:txBody>
          </p:sp>
          <p:sp>
            <p:nvSpPr>
              <p:cNvPr id="1707" name="Freeform: Shape 1706">
                <a:extLst>
                  <a:ext uri="{FF2B5EF4-FFF2-40B4-BE49-F238E27FC236}">
                    <a16:creationId xmlns:a16="http://schemas.microsoft.com/office/drawing/2014/main" id="{09FF8FCF-FD07-D25D-A701-4E6395937218}"/>
                  </a:ext>
                </a:extLst>
              </p:cNvPr>
              <p:cNvSpPr/>
              <p:nvPr/>
            </p:nvSpPr>
            <p:spPr>
              <a:xfrm>
                <a:off x="7979994" y="8027178"/>
                <a:ext cx="41981" cy="41981"/>
              </a:xfrm>
              <a:custGeom>
                <a:avLst/>
                <a:gdLst>
                  <a:gd name="connsiteX0" fmla="*/ 21301 w 41981"/>
                  <a:gd name="connsiteY0" fmla="*/ 4979 h 41981"/>
                  <a:gd name="connsiteX1" fmla="*/ 37491 w 41981"/>
                  <a:gd name="connsiteY1" fmla="*/ 21169 h 41981"/>
                  <a:gd name="connsiteX2" fmla="*/ 37491 w 41981"/>
                  <a:gd name="connsiteY2" fmla="*/ 21169 h 41981"/>
                  <a:gd name="connsiteX3" fmla="*/ 21301 w 41981"/>
                  <a:gd name="connsiteY3" fmla="*/ 37359 h 41981"/>
                  <a:gd name="connsiteX4" fmla="*/ 5111 w 41981"/>
                  <a:gd name="connsiteY4" fmla="*/ 21169 h 41981"/>
                  <a:gd name="connsiteX5" fmla="*/ 21301 w 41981"/>
                  <a:gd name="connsiteY5" fmla="*/ 4979 h 41981"/>
                  <a:gd name="connsiteX6" fmla="*/ 21301 w 41981"/>
                  <a:gd name="connsiteY6" fmla="*/ 178 h 41981"/>
                  <a:gd name="connsiteX7" fmla="*/ 310 w 41981"/>
                  <a:gd name="connsiteY7" fmla="*/ 21169 h 41981"/>
                  <a:gd name="connsiteX8" fmla="*/ 21301 w 41981"/>
                  <a:gd name="connsiteY8" fmla="*/ 42159 h 41981"/>
                  <a:gd name="connsiteX9" fmla="*/ 42291 w 41981"/>
                  <a:gd name="connsiteY9" fmla="*/ 21169 h 41981"/>
                  <a:gd name="connsiteX10" fmla="*/ 42291 w 41981"/>
                  <a:gd name="connsiteY10" fmla="*/ 21169 h 41981"/>
                  <a:gd name="connsiteX11" fmla="*/ 2130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1" y="4979"/>
                    </a:moveTo>
                    <a:cubicBezTo>
                      <a:pt x="30243" y="4979"/>
                      <a:pt x="37491" y="12227"/>
                      <a:pt x="37491" y="21169"/>
                    </a:cubicBezTo>
                    <a:lnTo>
                      <a:pt x="37491" y="21169"/>
                    </a:lnTo>
                    <a:cubicBezTo>
                      <a:pt x="37491" y="30111"/>
                      <a:pt x="30243" y="37359"/>
                      <a:pt x="21301" y="37359"/>
                    </a:cubicBezTo>
                    <a:cubicBezTo>
                      <a:pt x="12359" y="37359"/>
                      <a:pt x="5111" y="30111"/>
                      <a:pt x="5111" y="21169"/>
                    </a:cubicBezTo>
                    <a:cubicBezTo>
                      <a:pt x="5111" y="12227"/>
                      <a:pt x="12359" y="4979"/>
                      <a:pt x="21301" y="4979"/>
                    </a:cubicBezTo>
                    <a:close/>
                    <a:moveTo>
                      <a:pt x="21301" y="178"/>
                    </a:moveTo>
                    <a:cubicBezTo>
                      <a:pt x="9708" y="178"/>
                      <a:pt x="310" y="9576"/>
                      <a:pt x="310" y="21169"/>
                    </a:cubicBezTo>
                    <a:cubicBezTo>
                      <a:pt x="310" y="32761"/>
                      <a:pt x="9708" y="42159"/>
                      <a:pt x="21301" y="42159"/>
                    </a:cubicBezTo>
                    <a:cubicBezTo>
                      <a:pt x="32893" y="42159"/>
                      <a:pt x="42291" y="32761"/>
                      <a:pt x="42291" y="21169"/>
                    </a:cubicBezTo>
                    <a:lnTo>
                      <a:pt x="42291" y="21169"/>
                    </a:lnTo>
                    <a:cubicBezTo>
                      <a:pt x="42291" y="9576"/>
                      <a:pt x="32893" y="178"/>
                      <a:pt x="21301" y="178"/>
                    </a:cubicBezTo>
                    <a:close/>
                  </a:path>
                </a:pathLst>
              </a:custGeom>
              <a:solidFill>
                <a:srgbClr val="000000"/>
              </a:solidFill>
              <a:ln w="4794" cap="sq">
                <a:noFill/>
                <a:prstDash val="solid"/>
                <a:round/>
              </a:ln>
            </p:spPr>
            <p:txBody>
              <a:bodyPr rtlCol="0" anchor="ctr"/>
              <a:lstStyle/>
              <a:p>
                <a:endParaRPr lang="en-US"/>
              </a:p>
            </p:txBody>
          </p:sp>
          <p:sp>
            <p:nvSpPr>
              <p:cNvPr id="1708" name="Freeform: Shape 1707">
                <a:extLst>
                  <a:ext uri="{FF2B5EF4-FFF2-40B4-BE49-F238E27FC236}">
                    <a16:creationId xmlns:a16="http://schemas.microsoft.com/office/drawing/2014/main" id="{C4444287-D0DA-2CB7-9DD7-A1EC24DC0A78}"/>
                  </a:ext>
                </a:extLst>
              </p:cNvPr>
              <p:cNvSpPr/>
              <p:nvPr/>
            </p:nvSpPr>
            <p:spPr>
              <a:xfrm>
                <a:off x="7764033" y="8040361"/>
                <a:ext cx="37180" cy="37180"/>
              </a:xfrm>
              <a:custGeom>
                <a:avLst/>
                <a:gdLst>
                  <a:gd name="connsiteX0" fmla="*/ 37453 w 37180"/>
                  <a:gd name="connsiteY0" fmla="*/ 18771 h 37180"/>
                  <a:gd name="connsiteX1" fmla="*/ 18863 w 37180"/>
                  <a:gd name="connsiteY1" fmla="*/ 37361 h 37180"/>
                  <a:gd name="connsiteX2" fmla="*/ 272 w 37180"/>
                  <a:gd name="connsiteY2" fmla="*/ 18771 h 37180"/>
                  <a:gd name="connsiteX3" fmla="*/ 18863 w 37180"/>
                  <a:gd name="connsiteY3" fmla="*/ 180 h 37180"/>
                  <a:gd name="connsiteX4" fmla="*/ 37453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71"/>
                    </a:moveTo>
                    <a:cubicBezTo>
                      <a:pt x="37453" y="29038"/>
                      <a:pt x="29130" y="37361"/>
                      <a:pt x="18863" y="37361"/>
                    </a:cubicBezTo>
                    <a:cubicBezTo>
                      <a:pt x="8595" y="37361"/>
                      <a:pt x="272" y="29038"/>
                      <a:pt x="272" y="18771"/>
                    </a:cubicBezTo>
                    <a:cubicBezTo>
                      <a:pt x="272" y="8503"/>
                      <a:pt x="8595" y="180"/>
                      <a:pt x="18863" y="180"/>
                    </a:cubicBezTo>
                    <a:cubicBezTo>
                      <a:pt x="29130" y="180"/>
                      <a:pt x="37453" y="8503"/>
                      <a:pt x="37453" y="18771"/>
                    </a:cubicBezTo>
                    <a:close/>
                  </a:path>
                </a:pathLst>
              </a:custGeom>
              <a:solidFill>
                <a:srgbClr val="F7D3D3"/>
              </a:solidFill>
              <a:ln w="5753" cap="sq">
                <a:noFill/>
                <a:prstDash val="solid"/>
                <a:miter/>
              </a:ln>
            </p:spPr>
            <p:txBody>
              <a:bodyPr rtlCol="0" anchor="ctr"/>
              <a:lstStyle/>
              <a:p>
                <a:endParaRPr lang="en-US"/>
              </a:p>
            </p:txBody>
          </p:sp>
          <p:sp>
            <p:nvSpPr>
              <p:cNvPr id="1709" name="Freeform: Shape 1708">
                <a:extLst>
                  <a:ext uri="{FF2B5EF4-FFF2-40B4-BE49-F238E27FC236}">
                    <a16:creationId xmlns:a16="http://schemas.microsoft.com/office/drawing/2014/main" id="{F963014F-2789-489A-20A6-BE2CDBF89539}"/>
                  </a:ext>
                </a:extLst>
              </p:cNvPr>
              <p:cNvSpPr/>
              <p:nvPr/>
            </p:nvSpPr>
            <p:spPr>
              <a:xfrm>
                <a:off x="7761633" y="8037961"/>
                <a:ext cx="41981" cy="41981"/>
              </a:xfrm>
              <a:custGeom>
                <a:avLst/>
                <a:gdLst>
                  <a:gd name="connsiteX0" fmla="*/ 21263 w 41981"/>
                  <a:gd name="connsiteY0" fmla="*/ 4981 h 41981"/>
                  <a:gd name="connsiteX1" fmla="*/ 37453 w 41981"/>
                  <a:gd name="connsiteY1" fmla="*/ 21171 h 41981"/>
                  <a:gd name="connsiteX2" fmla="*/ 37453 w 41981"/>
                  <a:gd name="connsiteY2" fmla="*/ 21171 h 41981"/>
                  <a:gd name="connsiteX3" fmla="*/ 21263 w 41981"/>
                  <a:gd name="connsiteY3" fmla="*/ 37361 h 41981"/>
                  <a:gd name="connsiteX4" fmla="*/ 5073 w 41981"/>
                  <a:gd name="connsiteY4" fmla="*/ 21171 h 41981"/>
                  <a:gd name="connsiteX5" fmla="*/ 21263 w 41981"/>
                  <a:gd name="connsiteY5" fmla="*/ 4981 h 41981"/>
                  <a:gd name="connsiteX6" fmla="*/ 21263 w 41981"/>
                  <a:gd name="connsiteY6" fmla="*/ 180 h 41981"/>
                  <a:gd name="connsiteX7" fmla="*/ 272 w 41981"/>
                  <a:gd name="connsiteY7" fmla="*/ 21171 h 41981"/>
                  <a:gd name="connsiteX8" fmla="*/ 21263 w 41981"/>
                  <a:gd name="connsiteY8" fmla="*/ 42161 h 41981"/>
                  <a:gd name="connsiteX9" fmla="*/ 42253 w 41981"/>
                  <a:gd name="connsiteY9" fmla="*/ 21171 h 41981"/>
                  <a:gd name="connsiteX10" fmla="*/ 42253 w 41981"/>
                  <a:gd name="connsiteY10" fmla="*/ 21171 h 41981"/>
                  <a:gd name="connsiteX11" fmla="*/ 2126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1"/>
                    </a:moveTo>
                    <a:cubicBezTo>
                      <a:pt x="30205" y="4981"/>
                      <a:pt x="37453" y="12229"/>
                      <a:pt x="37453" y="21171"/>
                    </a:cubicBezTo>
                    <a:lnTo>
                      <a:pt x="37453" y="21171"/>
                    </a:lnTo>
                    <a:cubicBezTo>
                      <a:pt x="37453" y="30113"/>
                      <a:pt x="30205" y="37361"/>
                      <a:pt x="21263" y="37361"/>
                    </a:cubicBezTo>
                    <a:cubicBezTo>
                      <a:pt x="12321" y="37361"/>
                      <a:pt x="5073" y="30113"/>
                      <a:pt x="5073" y="21171"/>
                    </a:cubicBezTo>
                    <a:cubicBezTo>
                      <a:pt x="5073" y="12229"/>
                      <a:pt x="12321" y="4981"/>
                      <a:pt x="21263" y="4981"/>
                    </a:cubicBezTo>
                    <a:close/>
                    <a:moveTo>
                      <a:pt x="21263" y="180"/>
                    </a:moveTo>
                    <a:cubicBezTo>
                      <a:pt x="9670" y="180"/>
                      <a:pt x="272" y="9578"/>
                      <a:pt x="272" y="21171"/>
                    </a:cubicBezTo>
                    <a:cubicBezTo>
                      <a:pt x="272" y="32763"/>
                      <a:pt x="9670" y="42161"/>
                      <a:pt x="21263" y="42161"/>
                    </a:cubicBezTo>
                    <a:cubicBezTo>
                      <a:pt x="32855" y="42161"/>
                      <a:pt x="42253" y="32763"/>
                      <a:pt x="42253" y="21171"/>
                    </a:cubicBezTo>
                    <a:lnTo>
                      <a:pt x="42253" y="21171"/>
                    </a:lnTo>
                    <a:cubicBezTo>
                      <a:pt x="42253" y="9578"/>
                      <a:pt x="32855" y="180"/>
                      <a:pt x="21263" y="180"/>
                    </a:cubicBezTo>
                    <a:close/>
                  </a:path>
                </a:pathLst>
              </a:custGeom>
              <a:solidFill>
                <a:srgbClr val="000000"/>
              </a:solidFill>
              <a:ln w="4794" cap="sq">
                <a:noFill/>
                <a:prstDash val="solid"/>
                <a:round/>
              </a:ln>
            </p:spPr>
            <p:txBody>
              <a:bodyPr rtlCol="0" anchor="ctr"/>
              <a:lstStyle/>
              <a:p>
                <a:endParaRPr lang="en-US"/>
              </a:p>
            </p:txBody>
          </p:sp>
          <p:sp>
            <p:nvSpPr>
              <p:cNvPr id="1710" name="Freeform: Shape 1709">
                <a:extLst>
                  <a:ext uri="{FF2B5EF4-FFF2-40B4-BE49-F238E27FC236}">
                    <a16:creationId xmlns:a16="http://schemas.microsoft.com/office/drawing/2014/main" id="{4C1B006C-179F-A559-207D-415822436296}"/>
                  </a:ext>
                </a:extLst>
              </p:cNvPr>
              <p:cNvSpPr/>
              <p:nvPr/>
            </p:nvSpPr>
            <p:spPr>
              <a:xfrm>
                <a:off x="7705788" y="7901729"/>
                <a:ext cx="37180" cy="37180"/>
              </a:xfrm>
              <a:custGeom>
                <a:avLst/>
                <a:gdLst>
                  <a:gd name="connsiteX0" fmla="*/ 37443 w 37180"/>
                  <a:gd name="connsiteY0" fmla="*/ 18746 h 37180"/>
                  <a:gd name="connsiteX1" fmla="*/ 18853 w 37180"/>
                  <a:gd name="connsiteY1" fmla="*/ 37337 h 37180"/>
                  <a:gd name="connsiteX2" fmla="*/ 262 w 37180"/>
                  <a:gd name="connsiteY2" fmla="*/ 18746 h 37180"/>
                  <a:gd name="connsiteX3" fmla="*/ 18853 w 37180"/>
                  <a:gd name="connsiteY3" fmla="*/ 156 h 37180"/>
                  <a:gd name="connsiteX4" fmla="*/ 37443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6"/>
                    </a:moveTo>
                    <a:cubicBezTo>
                      <a:pt x="37443" y="29014"/>
                      <a:pt x="29120" y="37337"/>
                      <a:pt x="18853" y="37337"/>
                    </a:cubicBezTo>
                    <a:cubicBezTo>
                      <a:pt x="8585" y="37337"/>
                      <a:pt x="262" y="29014"/>
                      <a:pt x="262" y="18746"/>
                    </a:cubicBezTo>
                    <a:cubicBezTo>
                      <a:pt x="262" y="8479"/>
                      <a:pt x="8585" y="156"/>
                      <a:pt x="18853" y="156"/>
                    </a:cubicBezTo>
                    <a:cubicBezTo>
                      <a:pt x="29120" y="156"/>
                      <a:pt x="37443" y="8479"/>
                      <a:pt x="37443" y="18746"/>
                    </a:cubicBezTo>
                    <a:close/>
                  </a:path>
                </a:pathLst>
              </a:custGeom>
              <a:solidFill>
                <a:srgbClr val="F7D4D4"/>
              </a:solidFill>
              <a:ln w="5753" cap="sq">
                <a:noFill/>
                <a:prstDash val="solid"/>
                <a:miter/>
              </a:ln>
            </p:spPr>
            <p:txBody>
              <a:bodyPr rtlCol="0" anchor="ctr"/>
              <a:lstStyle/>
              <a:p>
                <a:endParaRPr lang="en-US"/>
              </a:p>
            </p:txBody>
          </p:sp>
          <p:sp>
            <p:nvSpPr>
              <p:cNvPr id="1711" name="Freeform: Shape 1710">
                <a:extLst>
                  <a:ext uri="{FF2B5EF4-FFF2-40B4-BE49-F238E27FC236}">
                    <a16:creationId xmlns:a16="http://schemas.microsoft.com/office/drawing/2014/main" id="{C873A667-50EF-2A5D-0781-FB9B224332A1}"/>
                  </a:ext>
                </a:extLst>
              </p:cNvPr>
              <p:cNvSpPr/>
              <p:nvPr/>
            </p:nvSpPr>
            <p:spPr>
              <a:xfrm>
                <a:off x="7703388" y="7899329"/>
                <a:ext cx="41981" cy="41981"/>
              </a:xfrm>
              <a:custGeom>
                <a:avLst/>
                <a:gdLst>
                  <a:gd name="connsiteX0" fmla="*/ 21253 w 41981"/>
                  <a:gd name="connsiteY0" fmla="*/ 4956 h 41981"/>
                  <a:gd name="connsiteX1" fmla="*/ 37443 w 41981"/>
                  <a:gd name="connsiteY1" fmla="*/ 21147 h 41981"/>
                  <a:gd name="connsiteX2" fmla="*/ 37443 w 41981"/>
                  <a:gd name="connsiteY2" fmla="*/ 21147 h 41981"/>
                  <a:gd name="connsiteX3" fmla="*/ 21253 w 41981"/>
                  <a:gd name="connsiteY3" fmla="*/ 37337 h 41981"/>
                  <a:gd name="connsiteX4" fmla="*/ 5063 w 41981"/>
                  <a:gd name="connsiteY4" fmla="*/ 21147 h 41981"/>
                  <a:gd name="connsiteX5" fmla="*/ 21253 w 41981"/>
                  <a:gd name="connsiteY5" fmla="*/ 4956 h 41981"/>
                  <a:gd name="connsiteX6" fmla="*/ 21253 w 41981"/>
                  <a:gd name="connsiteY6" fmla="*/ 156 h 41981"/>
                  <a:gd name="connsiteX7" fmla="*/ 262 w 41981"/>
                  <a:gd name="connsiteY7" fmla="*/ 21147 h 41981"/>
                  <a:gd name="connsiteX8" fmla="*/ 21253 w 41981"/>
                  <a:gd name="connsiteY8" fmla="*/ 42137 h 41981"/>
                  <a:gd name="connsiteX9" fmla="*/ 42243 w 41981"/>
                  <a:gd name="connsiteY9" fmla="*/ 21147 h 41981"/>
                  <a:gd name="connsiteX10" fmla="*/ 42243 w 41981"/>
                  <a:gd name="connsiteY10" fmla="*/ 21147 h 41981"/>
                  <a:gd name="connsiteX11" fmla="*/ 21253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56"/>
                    </a:moveTo>
                    <a:cubicBezTo>
                      <a:pt x="30195" y="4956"/>
                      <a:pt x="37443" y="12205"/>
                      <a:pt x="37443" y="21147"/>
                    </a:cubicBezTo>
                    <a:lnTo>
                      <a:pt x="37443" y="21147"/>
                    </a:lnTo>
                    <a:cubicBezTo>
                      <a:pt x="37443" y="30088"/>
                      <a:pt x="30195" y="37337"/>
                      <a:pt x="21253" y="37337"/>
                    </a:cubicBezTo>
                    <a:cubicBezTo>
                      <a:pt x="12311" y="37337"/>
                      <a:pt x="5063" y="30088"/>
                      <a:pt x="5063" y="21147"/>
                    </a:cubicBezTo>
                    <a:cubicBezTo>
                      <a:pt x="5063" y="12205"/>
                      <a:pt x="12311" y="4956"/>
                      <a:pt x="21253" y="4956"/>
                    </a:cubicBezTo>
                    <a:close/>
                    <a:moveTo>
                      <a:pt x="21253" y="156"/>
                    </a:moveTo>
                    <a:cubicBezTo>
                      <a:pt x="9660" y="156"/>
                      <a:pt x="262" y="9554"/>
                      <a:pt x="262" y="21147"/>
                    </a:cubicBezTo>
                    <a:cubicBezTo>
                      <a:pt x="262" y="32739"/>
                      <a:pt x="9660" y="42137"/>
                      <a:pt x="21253" y="42137"/>
                    </a:cubicBezTo>
                    <a:cubicBezTo>
                      <a:pt x="32845" y="42137"/>
                      <a:pt x="42243" y="32739"/>
                      <a:pt x="42243" y="21147"/>
                    </a:cubicBezTo>
                    <a:lnTo>
                      <a:pt x="42243" y="21147"/>
                    </a:lnTo>
                    <a:cubicBezTo>
                      <a:pt x="42243" y="9554"/>
                      <a:pt x="32845" y="156"/>
                      <a:pt x="21253" y="156"/>
                    </a:cubicBezTo>
                    <a:close/>
                  </a:path>
                </a:pathLst>
              </a:custGeom>
              <a:solidFill>
                <a:srgbClr val="000000"/>
              </a:solidFill>
              <a:ln w="4794" cap="sq">
                <a:noFill/>
                <a:prstDash val="solid"/>
                <a:round/>
              </a:ln>
            </p:spPr>
            <p:txBody>
              <a:bodyPr rtlCol="0" anchor="ctr"/>
              <a:lstStyle/>
              <a:p>
                <a:endParaRPr lang="en-US"/>
              </a:p>
            </p:txBody>
          </p:sp>
          <p:sp>
            <p:nvSpPr>
              <p:cNvPr id="1712" name="Freeform: Shape 1711">
                <a:extLst>
                  <a:ext uri="{FF2B5EF4-FFF2-40B4-BE49-F238E27FC236}">
                    <a16:creationId xmlns:a16="http://schemas.microsoft.com/office/drawing/2014/main" id="{C49694D0-7517-EEDC-DAD4-A9FD256C4940}"/>
                  </a:ext>
                </a:extLst>
              </p:cNvPr>
              <p:cNvSpPr/>
              <p:nvPr/>
            </p:nvSpPr>
            <p:spPr>
              <a:xfrm>
                <a:off x="7735348" y="7873160"/>
                <a:ext cx="37180" cy="37180"/>
              </a:xfrm>
              <a:custGeom>
                <a:avLst/>
                <a:gdLst>
                  <a:gd name="connsiteX0" fmla="*/ 37448 w 37180"/>
                  <a:gd name="connsiteY0" fmla="*/ 18742 h 37180"/>
                  <a:gd name="connsiteX1" fmla="*/ 18858 w 37180"/>
                  <a:gd name="connsiteY1" fmla="*/ 37332 h 37180"/>
                  <a:gd name="connsiteX2" fmla="*/ 267 w 37180"/>
                  <a:gd name="connsiteY2" fmla="*/ 18742 h 37180"/>
                  <a:gd name="connsiteX3" fmla="*/ 18858 w 37180"/>
                  <a:gd name="connsiteY3" fmla="*/ 151 h 37180"/>
                  <a:gd name="connsiteX4" fmla="*/ 37448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42"/>
                    </a:moveTo>
                    <a:cubicBezTo>
                      <a:pt x="37448" y="29009"/>
                      <a:pt x="29125" y="37332"/>
                      <a:pt x="18858" y="37332"/>
                    </a:cubicBezTo>
                    <a:cubicBezTo>
                      <a:pt x="8590" y="37332"/>
                      <a:pt x="267" y="29009"/>
                      <a:pt x="267" y="18742"/>
                    </a:cubicBezTo>
                    <a:cubicBezTo>
                      <a:pt x="267" y="8474"/>
                      <a:pt x="8590" y="151"/>
                      <a:pt x="18858" y="151"/>
                    </a:cubicBezTo>
                    <a:cubicBezTo>
                      <a:pt x="29125" y="151"/>
                      <a:pt x="37448" y="8474"/>
                      <a:pt x="37448" y="18742"/>
                    </a:cubicBezTo>
                    <a:close/>
                  </a:path>
                </a:pathLst>
              </a:custGeom>
              <a:solidFill>
                <a:srgbClr val="F3F7F3"/>
              </a:solidFill>
              <a:ln w="5753" cap="sq">
                <a:noFill/>
                <a:prstDash val="solid"/>
                <a:miter/>
              </a:ln>
            </p:spPr>
            <p:txBody>
              <a:bodyPr rtlCol="0" anchor="ctr"/>
              <a:lstStyle/>
              <a:p>
                <a:endParaRPr lang="en-US"/>
              </a:p>
            </p:txBody>
          </p:sp>
          <p:sp>
            <p:nvSpPr>
              <p:cNvPr id="1713" name="Freeform: Shape 1712">
                <a:extLst>
                  <a:ext uri="{FF2B5EF4-FFF2-40B4-BE49-F238E27FC236}">
                    <a16:creationId xmlns:a16="http://schemas.microsoft.com/office/drawing/2014/main" id="{66E024BA-17E5-6426-FA97-039A6AA74F0A}"/>
                  </a:ext>
                </a:extLst>
              </p:cNvPr>
              <p:cNvSpPr/>
              <p:nvPr/>
            </p:nvSpPr>
            <p:spPr>
              <a:xfrm>
                <a:off x="7732948" y="7870759"/>
                <a:ext cx="41981" cy="41981"/>
              </a:xfrm>
              <a:custGeom>
                <a:avLst/>
                <a:gdLst>
                  <a:gd name="connsiteX0" fmla="*/ 21258 w 41981"/>
                  <a:gd name="connsiteY0" fmla="*/ 4951 h 41981"/>
                  <a:gd name="connsiteX1" fmla="*/ 37448 w 41981"/>
                  <a:gd name="connsiteY1" fmla="*/ 21142 h 41981"/>
                  <a:gd name="connsiteX2" fmla="*/ 37448 w 41981"/>
                  <a:gd name="connsiteY2" fmla="*/ 21142 h 41981"/>
                  <a:gd name="connsiteX3" fmla="*/ 21258 w 41981"/>
                  <a:gd name="connsiteY3" fmla="*/ 37332 h 41981"/>
                  <a:gd name="connsiteX4" fmla="*/ 5068 w 41981"/>
                  <a:gd name="connsiteY4" fmla="*/ 21142 h 41981"/>
                  <a:gd name="connsiteX5" fmla="*/ 21258 w 41981"/>
                  <a:gd name="connsiteY5" fmla="*/ 4951 h 41981"/>
                  <a:gd name="connsiteX6" fmla="*/ 21258 w 41981"/>
                  <a:gd name="connsiteY6" fmla="*/ 151 h 41981"/>
                  <a:gd name="connsiteX7" fmla="*/ 267 w 41981"/>
                  <a:gd name="connsiteY7" fmla="*/ 21142 h 41981"/>
                  <a:gd name="connsiteX8" fmla="*/ 21258 w 41981"/>
                  <a:gd name="connsiteY8" fmla="*/ 42132 h 41981"/>
                  <a:gd name="connsiteX9" fmla="*/ 42248 w 41981"/>
                  <a:gd name="connsiteY9" fmla="*/ 21142 h 41981"/>
                  <a:gd name="connsiteX10" fmla="*/ 42248 w 41981"/>
                  <a:gd name="connsiteY10" fmla="*/ 21142 h 41981"/>
                  <a:gd name="connsiteX11" fmla="*/ 21258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51"/>
                    </a:moveTo>
                    <a:cubicBezTo>
                      <a:pt x="30200" y="4951"/>
                      <a:pt x="37448" y="12200"/>
                      <a:pt x="37448" y="21142"/>
                    </a:cubicBezTo>
                    <a:lnTo>
                      <a:pt x="37448" y="21142"/>
                    </a:lnTo>
                    <a:cubicBezTo>
                      <a:pt x="37448" y="30084"/>
                      <a:pt x="30200" y="37332"/>
                      <a:pt x="21258" y="37332"/>
                    </a:cubicBezTo>
                    <a:cubicBezTo>
                      <a:pt x="12316" y="37332"/>
                      <a:pt x="5068" y="30084"/>
                      <a:pt x="5068" y="21142"/>
                    </a:cubicBezTo>
                    <a:cubicBezTo>
                      <a:pt x="5068" y="12200"/>
                      <a:pt x="12316" y="4951"/>
                      <a:pt x="21258" y="4951"/>
                    </a:cubicBezTo>
                    <a:close/>
                    <a:moveTo>
                      <a:pt x="21258" y="151"/>
                    </a:moveTo>
                    <a:cubicBezTo>
                      <a:pt x="9665" y="151"/>
                      <a:pt x="267" y="9549"/>
                      <a:pt x="267" y="21142"/>
                    </a:cubicBezTo>
                    <a:cubicBezTo>
                      <a:pt x="267" y="32734"/>
                      <a:pt x="9665" y="42132"/>
                      <a:pt x="21258" y="42132"/>
                    </a:cubicBezTo>
                    <a:cubicBezTo>
                      <a:pt x="32850" y="42132"/>
                      <a:pt x="42248" y="32734"/>
                      <a:pt x="42248" y="21142"/>
                    </a:cubicBezTo>
                    <a:lnTo>
                      <a:pt x="42248" y="21142"/>
                    </a:lnTo>
                    <a:cubicBezTo>
                      <a:pt x="42248" y="9549"/>
                      <a:pt x="32850" y="151"/>
                      <a:pt x="21258" y="151"/>
                    </a:cubicBezTo>
                    <a:close/>
                  </a:path>
                </a:pathLst>
              </a:custGeom>
              <a:solidFill>
                <a:srgbClr val="000000"/>
              </a:solidFill>
              <a:ln w="4794" cap="sq">
                <a:noFill/>
                <a:prstDash val="solid"/>
                <a:round/>
              </a:ln>
            </p:spPr>
            <p:txBody>
              <a:bodyPr rtlCol="0" anchor="ctr"/>
              <a:lstStyle/>
              <a:p>
                <a:endParaRPr lang="en-US"/>
              </a:p>
            </p:txBody>
          </p:sp>
          <p:sp>
            <p:nvSpPr>
              <p:cNvPr id="1714" name="Freeform: Shape 1713">
                <a:extLst>
                  <a:ext uri="{FF2B5EF4-FFF2-40B4-BE49-F238E27FC236}">
                    <a16:creationId xmlns:a16="http://schemas.microsoft.com/office/drawing/2014/main" id="{097A58D3-2967-C5CA-1FDA-6BE220E70BB3}"/>
                  </a:ext>
                </a:extLst>
              </p:cNvPr>
              <p:cNvSpPr/>
              <p:nvPr/>
            </p:nvSpPr>
            <p:spPr>
              <a:xfrm>
                <a:off x="7830106" y="8031865"/>
                <a:ext cx="37180" cy="37180"/>
              </a:xfrm>
              <a:custGeom>
                <a:avLst/>
                <a:gdLst>
                  <a:gd name="connsiteX0" fmla="*/ 37465 w 37180"/>
                  <a:gd name="connsiteY0" fmla="*/ 18769 h 37180"/>
                  <a:gd name="connsiteX1" fmla="*/ 18874 w 37180"/>
                  <a:gd name="connsiteY1" fmla="*/ 37359 h 37180"/>
                  <a:gd name="connsiteX2" fmla="*/ 284 w 37180"/>
                  <a:gd name="connsiteY2" fmla="*/ 18769 h 37180"/>
                  <a:gd name="connsiteX3" fmla="*/ 18874 w 37180"/>
                  <a:gd name="connsiteY3" fmla="*/ 179 h 37180"/>
                  <a:gd name="connsiteX4" fmla="*/ 3746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5" y="18769"/>
                    </a:moveTo>
                    <a:cubicBezTo>
                      <a:pt x="37465" y="29036"/>
                      <a:pt x="29141" y="37359"/>
                      <a:pt x="18874" y="37359"/>
                    </a:cubicBezTo>
                    <a:cubicBezTo>
                      <a:pt x="8607" y="37359"/>
                      <a:pt x="284" y="29036"/>
                      <a:pt x="284" y="18769"/>
                    </a:cubicBezTo>
                    <a:cubicBezTo>
                      <a:pt x="284" y="8502"/>
                      <a:pt x="8607" y="179"/>
                      <a:pt x="18874" y="179"/>
                    </a:cubicBezTo>
                    <a:cubicBezTo>
                      <a:pt x="29141" y="179"/>
                      <a:pt x="37465" y="8502"/>
                      <a:pt x="37465" y="18769"/>
                    </a:cubicBezTo>
                    <a:close/>
                  </a:path>
                </a:pathLst>
              </a:custGeom>
              <a:solidFill>
                <a:srgbClr val="F7E4E4"/>
              </a:solidFill>
              <a:ln w="5753" cap="sq">
                <a:noFill/>
                <a:prstDash val="solid"/>
                <a:miter/>
              </a:ln>
            </p:spPr>
            <p:txBody>
              <a:bodyPr rtlCol="0" anchor="ctr"/>
              <a:lstStyle/>
              <a:p>
                <a:endParaRPr lang="en-US"/>
              </a:p>
            </p:txBody>
          </p:sp>
          <p:sp>
            <p:nvSpPr>
              <p:cNvPr id="1715" name="Freeform: Shape 1714">
                <a:extLst>
                  <a:ext uri="{FF2B5EF4-FFF2-40B4-BE49-F238E27FC236}">
                    <a16:creationId xmlns:a16="http://schemas.microsoft.com/office/drawing/2014/main" id="{A825137E-011F-5CB7-0B23-6B57343595E7}"/>
                  </a:ext>
                </a:extLst>
              </p:cNvPr>
              <p:cNvSpPr/>
              <p:nvPr/>
            </p:nvSpPr>
            <p:spPr>
              <a:xfrm>
                <a:off x="7827706" y="8029465"/>
                <a:ext cx="41981" cy="41981"/>
              </a:xfrm>
              <a:custGeom>
                <a:avLst/>
                <a:gdLst>
                  <a:gd name="connsiteX0" fmla="*/ 21274 w 41981"/>
                  <a:gd name="connsiteY0" fmla="*/ 4979 h 41981"/>
                  <a:gd name="connsiteX1" fmla="*/ 37465 w 41981"/>
                  <a:gd name="connsiteY1" fmla="*/ 21169 h 41981"/>
                  <a:gd name="connsiteX2" fmla="*/ 37465 w 41981"/>
                  <a:gd name="connsiteY2" fmla="*/ 21169 h 41981"/>
                  <a:gd name="connsiteX3" fmla="*/ 21274 w 41981"/>
                  <a:gd name="connsiteY3" fmla="*/ 37359 h 41981"/>
                  <a:gd name="connsiteX4" fmla="*/ 5084 w 41981"/>
                  <a:gd name="connsiteY4" fmla="*/ 21169 h 41981"/>
                  <a:gd name="connsiteX5" fmla="*/ 21274 w 41981"/>
                  <a:gd name="connsiteY5" fmla="*/ 4979 h 41981"/>
                  <a:gd name="connsiteX6" fmla="*/ 21274 w 41981"/>
                  <a:gd name="connsiteY6" fmla="*/ 179 h 41981"/>
                  <a:gd name="connsiteX7" fmla="*/ 284 w 41981"/>
                  <a:gd name="connsiteY7" fmla="*/ 21169 h 41981"/>
                  <a:gd name="connsiteX8" fmla="*/ 21274 w 41981"/>
                  <a:gd name="connsiteY8" fmla="*/ 42160 h 41981"/>
                  <a:gd name="connsiteX9" fmla="*/ 42265 w 41981"/>
                  <a:gd name="connsiteY9" fmla="*/ 21169 h 41981"/>
                  <a:gd name="connsiteX10" fmla="*/ 42265 w 41981"/>
                  <a:gd name="connsiteY10" fmla="*/ 21169 h 41981"/>
                  <a:gd name="connsiteX11" fmla="*/ 21274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79"/>
                    </a:moveTo>
                    <a:cubicBezTo>
                      <a:pt x="30216" y="4979"/>
                      <a:pt x="37465" y="12227"/>
                      <a:pt x="37465" y="21169"/>
                    </a:cubicBezTo>
                    <a:lnTo>
                      <a:pt x="37465" y="21169"/>
                    </a:lnTo>
                    <a:cubicBezTo>
                      <a:pt x="37465" y="30111"/>
                      <a:pt x="30216" y="37359"/>
                      <a:pt x="21274" y="37359"/>
                    </a:cubicBezTo>
                    <a:cubicBezTo>
                      <a:pt x="12332" y="37359"/>
                      <a:pt x="5084" y="30111"/>
                      <a:pt x="5084" y="21169"/>
                    </a:cubicBezTo>
                    <a:cubicBezTo>
                      <a:pt x="5084" y="12227"/>
                      <a:pt x="12332" y="4979"/>
                      <a:pt x="21274" y="4979"/>
                    </a:cubicBezTo>
                    <a:close/>
                    <a:moveTo>
                      <a:pt x="21274" y="179"/>
                    </a:moveTo>
                    <a:cubicBezTo>
                      <a:pt x="9682" y="179"/>
                      <a:pt x="284" y="9577"/>
                      <a:pt x="284" y="21169"/>
                    </a:cubicBezTo>
                    <a:cubicBezTo>
                      <a:pt x="284" y="32762"/>
                      <a:pt x="9682" y="42160"/>
                      <a:pt x="21274" y="42160"/>
                    </a:cubicBezTo>
                    <a:cubicBezTo>
                      <a:pt x="32867" y="42160"/>
                      <a:pt x="42265" y="32762"/>
                      <a:pt x="42265" y="21169"/>
                    </a:cubicBezTo>
                    <a:lnTo>
                      <a:pt x="42265" y="21169"/>
                    </a:lnTo>
                    <a:cubicBezTo>
                      <a:pt x="42265" y="9577"/>
                      <a:pt x="32867" y="179"/>
                      <a:pt x="21274" y="179"/>
                    </a:cubicBezTo>
                    <a:close/>
                  </a:path>
                </a:pathLst>
              </a:custGeom>
              <a:solidFill>
                <a:srgbClr val="000000"/>
              </a:solidFill>
              <a:ln w="4794" cap="sq">
                <a:noFill/>
                <a:prstDash val="solid"/>
                <a:round/>
              </a:ln>
            </p:spPr>
            <p:txBody>
              <a:bodyPr rtlCol="0" anchor="ctr"/>
              <a:lstStyle/>
              <a:p>
                <a:endParaRPr lang="en-US"/>
              </a:p>
            </p:txBody>
          </p:sp>
          <p:sp>
            <p:nvSpPr>
              <p:cNvPr id="1716" name="Freeform: Shape 1715">
                <a:extLst>
                  <a:ext uri="{FF2B5EF4-FFF2-40B4-BE49-F238E27FC236}">
                    <a16:creationId xmlns:a16="http://schemas.microsoft.com/office/drawing/2014/main" id="{14748C4B-653E-D06A-4CA4-E59631E781CD}"/>
                  </a:ext>
                </a:extLst>
              </p:cNvPr>
              <p:cNvSpPr/>
              <p:nvPr/>
            </p:nvSpPr>
            <p:spPr>
              <a:xfrm>
                <a:off x="7735469" y="7995836"/>
                <a:ext cx="37180" cy="37180"/>
              </a:xfrm>
              <a:custGeom>
                <a:avLst/>
                <a:gdLst>
                  <a:gd name="connsiteX0" fmla="*/ 37448 w 37180"/>
                  <a:gd name="connsiteY0" fmla="*/ 18763 h 37180"/>
                  <a:gd name="connsiteX1" fmla="*/ 18858 w 37180"/>
                  <a:gd name="connsiteY1" fmla="*/ 37353 h 37180"/>
                  <a:gd name="connsiteX2" fmla="*/ 267 w 37180"/>
                  <a:gd name="connsiteY2" fmla="*/ 18763 h 37180"/>
                  <a:gd name="connsiteX3" fmla="*/ 18858 w 37180"/>
                  <a:gd name="connsiteY3" fmla="*/ 172 h 37180"/>
                  <a:gd name="connsiteX4" fmla="*/ 37448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3"/>
                    </a:moveTo>
                    <a:cubicBezTo>
                      <a:pt x="37448" y="29030"/>
                      <a:pt x="29125" y="37353"/>
                      <a:pt x="18858" y="37353"/>
                    </a:cubicBezTo>
                    <a:cubicBezTo>
                      <a:pt x="8590" y="37353"/>
                      <a:pt x="267" y="29030"/>
                      <a:pt x="267" y="18763"/>
                    </a:cubicBezTo>
                    <a:cubicBezTo>
                      <a:pt x="267" y="8496"/>
                      <a:pt x="8590" y="172"/>
                      <a:pt x="18858" y="172"/>
                    </a:cubicBezTo>
                    <a:cubicBezTo>
                      <a:pt x="29125" y="172"/>
                      <a:pt x="37448" y="8496"/>
                      <a:pt x="37448" y="18763"/>
                    </a:cubicBezTo>
                    <a:close/>
                  </a:path>
                </a:pathLst>
              </a:custGeom>
              <a:solidFill>
                <a:srgbClr val="F6F7F6"/>
              </a:solidFill>
              <a:ln w="5753" cap="sq">
                <a:noFill/>
                <a:prstDash val="solid"/>
                <a:miter/>
              </a:ln>
            </p:spPr>
            <p:txBody>
              <a:bodyPr rtlCol="0" anchor="ctr"/>
              <a:lstStyle/>
              <a:p>
                <a:endParaRPr lang="en-US"/>
              </a:p>
            </p:txBody>
          </p:sp>
          <p:sp>
            <p:nvSpPr>
              <p:cNvPr id="1717" name="Freeform: Shape 1716">
                <a:extLst>
                  <a:ext uri="{FF2B5EF4-FFF2-40B4-BE49-F238E27FC236}">
                    <a16:creationId xmlns:a16="http://schemas.microsoft.com/office/drawing/2014/main" id="{D64EB7F1-B6E1-A3D8-5771-3F95B0A00A32}"/>
                  </a:ext>
                </a:extLst>
              </p:cNvPr>
              <p:cNvSpPr/>
              <p:nvPr/>
            </p:nvSpPr>
            <p:spPr>
              <a:xfrm>
                <a:off x="7733069" y="7993436"/>
                <a:ext cx="41981" cy="41981"/>
              </a:xfrm>
              <a:custGeom>
                <a:avLst/>
                <a:gdLst>
                  <a:gd name="connsiteX0" fmla="*/ 21258 w 41981"/>
                  <a:gd name="connsiteY0" fmla="*/ 4973 h 41981"/>
                  <a:gd name="connsiteX1" fmla="*/ 37448 w 41981"/>
                  <a:gd name="connsiteY1" fmla="*/ 21163 h 41981"/>
                  <a:gd name="connsiteX2" fmla="*/ 37448 w 41981"/>
                  <a:gd name="connsiteY2" fmla="*/ 21163 h 41981"/>
                  <a:gd name="connsiteX3" fmla="*/ 21258 w 41981"/>
                  <a:gd name="connsiteY3" fmla="*/ 37353 h 41981"/>
                  <a:gd name="connsiteX4" fmla="*/ 5068 w 41981"/>
                  <a:gd name="connsiteY4" fmla="*/ 21163 h 41981"/>
                  <a:gd name="connsiteX5" fmla="*/ 21258 w 41981"/>
                  <a:gd name="connsiteY5" fmla="*/ 4973 h 41981"/>
                  <a:gd name="connsiteX6" fmla="*/ 21258 w 41981"/>
                  <a:gd name="connsiteY6" fmla="*/ 172 h 41981"/>
                  <a:gd name="connsiteX7" fmla="*/ 267 w 41981"/>
                  <a:gd name="connsiteY7" fmla="*/ 21163 h 41981"/>
                  <a:gd name="connsiteX8" fmla="*/ 21258 w 41981"/>
                  <a:gd name="connsiteY8" fmla="*/ 42154 h 41981"/>
                  <a:gd name="connsiteX9" fmla="*/ 42248 w 41981"/>
                  <a:gd name="connsiteY9" fmla="*/ 21163 h 41981"/>
                  <a:gd name="connsiteX10" fmla="*/ 42248 w 41981"/>
                  <a:gd name="connsiteY10" fmla="*/ 21163 h 41981"/>
                  <a:gd name="connsiteX11" fmla="*/ 2125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3"/>
                    </a:moveTo>
                    <a:cubicBezTo>
                      <a:pt x="30200" y="4973"/>
                      <a:pt x="37448" y="12221"/>
                      <a:pt x="37448" y="21163"/>
                    </a:cubicBezTo>
                    <a:lnTo>
                      <a:pt x="37448" y="21163"/>
                    </a:lnTo>
                    <a:cubicBezTo>
                      <a:pt x="37448" y="30105"/>
                      <a:pt x="30200" y="37353"/>
                      <a:pt x="21258" y="37353"/>
                    </a:cubicBezTo>
                    <a:cubicBezTo>
                      <a:pt x="12316" y="37353"/>
                      <a:pt x="5068" y="30105"/>
                      <a:pt x="5068" y="21163"/>
                    </a:cubicBezTo>
                    <a:cubicBezTo>
                      <a:pt x="5068" y="12221"/>
                      <a:pt x="12316" y="4973"/>
                      <a:pt x="21258" y="4973"/>
                    </a:cubicBezTo>
                    <a:close/>
                    <a:moveTo>
                      <a:pt x="21258" y="172"/>
                    </a:moveTo>
                    <a:cubicBezTo>
                      <a:pt x="9665" y="172"/>
                      <a:pt x="267" y="9570"/>
                      <a:pt x="267" y="21163"/>
                    </a:cubicBezTo>
                    <a:cubicBezTo>
                      <a:pt x="267" y="32756"/>
                      <a:pt x="9665" y="42154"/>
                      <a:pt x="21258" y="42154"/>
                    </a:cubicBezTo>
                    <a:cubicBezTo>
                      <a:pt x="32850" y="42154"/>
                      <a:pt x="42248" y="32756"/>
                      <a:pt x="42248" y="21163"/>
                    </a:cubicBezTo>
                    <a:lnTo>
                      <a:pt x="42248" y="21163"/>
                    </a:lnTo>
                    <a:cubicBezTo>
                      <a:pt x="42248" y="9570"/>
                      <a:pt x="32850" y="172"/>
                      <a:pt x="21258" y="172"/>
                    </a:cubicBezTo>
                    <a:close/>
                  </a:path>
                </a:pathLst>
              </a:custGeom>
              <a:solidFill>
                <a:srgbClr val="000000"/>
              </a:solidFill>
              <a:ln w="4794" cap="sq">
                <a:noFill/>
                <a:prstDash val="solid"/>
                <a:round/>
              </a:ln>
            </p:spPr>
            <p:txBody>
              <a:bodyPr rtlCol="0" anchor="ctr"/>
              <a:lstStyle/>
              <a:p>
                <a:endParaRPr lang="en-US"/>
              </a:p>
            </p:txBody>
          </p:sp>
          <p:sp>
            <p:nvSpPr>
              <p:cNvPr id="1718" name="Freeform: Shape 1717">
                <a:extLst>
                  <a:ext uri="{FF2B5EF4-FFF2-40B4-BE49-F238E27FC236}">
                    <a16:creationId xmlns:a16="http://schemas.microsoft.com/office/drawing/2014/main" id="{5EA74937-EC83-1A02-2741-7DB1B6FDDA56}"/>
                  </a:ext>
                </a:extLst>
              </p:cNvPr>
              <p:cNvSpPr/>
              <p:nvPr/>
            </p:nvSpPr>
            <p:spPr>
              <a:xfrm>
                <a:off x="7755687" y="8027695"/>
                <a:ext cx="37180" cy="37180"/>
              </a:xfrm>
              <a:custGeom>
                <a:avLst/>
                <a:gdLst>
                  <a:gd name="connsiteX0" fmla="*/ 37452 w 37180"/>
                  <a:gd name="connsiteY0" fmla="*/ 18768 h 37180"/>
                  <a:gd name="connsiteX1" fmla="*/ 18861 w 37180"/>
                  <a:gd name="connsiteY1" fmla="*/ 37359 h 37180"/>
                  <a:gd name="connsiteX2" fmla="*/ 271 w 37180"/>
                  <a:gd name="connsiteY2" fmla="*/ 18768 h 37180"/>
                  <a:gd name="connsiteX3" fmla="*/ 18861 w 37180"/>
                  <a:gd name="connsiteY3" fmla="*/ 178 h 37180"/>
                  <a:gd name="connsiteX4" fmla="*/ 3745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8"/>
                    </a:moveTo>
                    <a:cubicBezTo>
                      <a:pt x="37452" y="29036"/>
                      <a:pt x="29128" y="37359"/>
                      <a:pt x="18861" y="37359"/>
                    </a:cubicBezTo>
                    <a:cubicBezTo>
                      <a:pt x="8594" y="37359"/>
                      <a:pt x="271" y="29036"/>
                      <a:pt x="271" y="18768"/>
                    </a:cubicBezTo>
                    <a:cubicBezTo>
                      <a:pt x="271" y="8501"/>
                      <a:pt x="8594" y="178"/>
                      <a:pt x="18861" y="178"/>
                    </a:cubicBezTo>
                    <a:cubicBezTo>
                      <a:pt x="29128" y="178"/>
                      <a:pt x="37452" y="8501"/>
                      <a:pt x="37452" y="18768"/>
                    </a:cubicBezTo>
                    <a:close/>
                  </a:path>
                </a:pathLst>
              </a:custGeom>
              <a:solidFill>
                <a:srgbClr val="F7E4E4"/>
              </a:solidFill>
              <a:ln w="5753" cap="sq">
                <a:noFill/>
                <a:prstDash val="solid"/>
                <a:miter/>
              </a:ln>
            </p:spPr>
            <p:txBody>
              <a:bodyPr rtlCol="0" anchor="ctr"/>
              <a:lstStyle/>
              <a:p>
                <a:endParaRPr lang="en-US"/>
              </a:p>
            </p:txBody>
          </p:sp>
          <p:sp>
            <p:nvSpPr>
              <p:cNvPr id="1719" name="Freeform: Shape 1718">
                <a:extLst>
                  <a:ext uri="{FF2B5EF4-FFF2-40B4-BE49-F238E27FC236}">
                    <a16:creationId xmlns:a16="http://schemas.microsoft.com/office/drawing/2014/main" id="{9E08DD9B-58F2-3C2B-2319-B7C5F5A56B00}"/>
                  </a:ext>
                </a:extLst>
              </p:cNvPr>
              <p:cNvSpPr/>
              <p:nvPr/>
            </p:nvSpPr>
            <p:spPr>
              <a:xfrm>
                <a:off x="7753286" y="8025294"/>
                <a:ext cx="41981" cy="41981"/>
              </a:xfrm>
              <a:custGeom>
                <a:avLst/>
                <a:gdLst>
                  <a:gd name="connsiteX0" fmla="*/ 21261 w 41981"/>
                  <a:gd name="connsiteY0" fmla="*/ 4978 h 41981"/>
                  <a:gd name="connsiteX1" fmla="*/ 37452 w 41981"/>
                  <a:gd name="connsiteY1" fmla="*/ 21169 h 41981"/>
                  <a:gd name="connsiteX2" fmla="*/ 37452 w 41981"/>
                  <a:gd name="connsiteY2" fmla="*/ 21169 h 41981"/>
                  <a:gd name="connsiteX3" fmla="*/ 21261 w 41981"/>
                  <a:gd name="connsiteY3" fmla="*/ 37359 h 41981"/>
                  <a:gd name="connsiteX4" fmla="*/ 5071 w 41981"/>
                  <a:gd name="connsiteY4" fmla="*/ 21169 h 41981"/>
                  <a:gd name="connsiteX5" fmla="*/ 21261 w 41981"/>
                  <a:gd name="connsiteY5" fmla="*/ 4978 h 41981"/>
                  <a:gd name="connsiteX6" fmla="*/ 21261 w 41981"/>
                  <a:gd name="connsiteY6" fmla="*/ 178 h 41981"/>
                  <a:gd name="connsiteX7" fmla="*/ 271 w 41981"/>
                  <a:gd name="connsiteY7" fmla="*/ 21169 h 41981"/>
                  <a:gd name="connsiteX8" fmla="*/ 21261 w 41981"/>
                  <a:gd name="connsiteY8" fmla="*/ 42159 h 41981"/>
                  <a:gd name="connsiteX9" fmla="*/ 42252 w 41981"/>
                  <a:gd name="connsiteY9" fmla="*/ 21169 h 41981"/>
                  <a:gd name="connsiteX10" fmla="*/ 42252 w 41981"/>
                  <a:gd name="connsiteY10" fmla="*/ 21169 h 41981"/>
                  <a:gd name="connsiteX11" fmla="*/ 2126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8"/>
                    </a:moveTo>
                    <a:cubicBezTo>
                      <a:pt x="30203" y="4978"/>
                      <a:pt x="37452" y="12227"/>
                      <a:pt x="37452" y="21169"/>
                    </a:cubicBezTo>
                    <a:lnTo>
                      <a:pt x="37452" y="21169"/>
                    </a:lnTo>
                    <a:cubicBezTo>
                      <a:pt x="37452" y="30110"/>
                      <a:pt x="30203" y="37359"/>
                      <a:pt x="21261" y="37359"/>
                    </a:cubicBezTo>
                    <a:cubicBezTo>
                      <a:pt x="12320" y="37359"/>
                      <a:pt x="5071" y="30110"/>
                      <a:pt x="5071" y="21169"/>
                    </a:cubicBezTo>
                    <a:cubicBezTo>
                      <a:pt x="5071" y="12227"/>
                      <a:pt x="12320" y="4978"/>
                      <a:pt x="21261" y="4978"/>
                    </a:cubicBezTo>
                    <a:close/>
                    <a:moveTo>
                      <a:pt x="21261" y="178"/>
                    </a:moveTo>
                    <a:cubicBezTo>
                      <a:pt x="9669" y="178"/>
                      <a:pt x="271" y="9576"/>
                      <a:pt x="271" y="21169"/>
                    </a:cubicBezTo>
                    <a:cubicBezTo>
                      <a:pt x="271" y="32761"/>
                      <a:pt x="9669" y="42159"/>
                      <a:pt x="21261" y="42159"/>
                    </a:cubicBezTo>
                    <a:cubicBezTo>
                      <a:pt x="32854" y="42159"/>
                      <a:pt x="42252" y="32761"/>
                      <a:pt x="42252" y="21169"/>
                    </a:cubicBezTo>
                    <a:lnTo>
                      <a:pt x="42252" y="21169"/>
                    </a:lnTo>
                    <a:cubicBezTo>
                      <a:pt x="42252" y="9576"/>
                      <a:pt x="32854" y="178"/>
                      <a:pt x="21261" y="178"/>
                    </a:cubicBezTo>
                    <a:close/>
                  </a:path>
                </a:pathLst>
              </a:custGeom>
              <a:solidFill>
                <a:srgbClr val="000000"/>
              </a:solidFill>
              <a:ln w="4794" cap="sq">
                <a:noFill/>
                <a:prstDash val="solid"/>
                <a:round/>
              </a:ln>
            </p:spPr>
            <p:txBody>
              <a:bodyPr rtlCol="0" anchor="ctr"/>
              <a:lstStyle/>
              <a:p>
                <a:endParaRPr lang="en-US"/>
              </a:p>
            </p:txBody>
          </p:sp>
          <p:sp>
            <p:nvSpPr>
              <p:cNvPr id="1720" name="Freeform: Shape 1719">
                <a:extLst>
                  <a:ext uri="{FF2B5EF4-FFF2-40B4-BE49-F238E27FC236}">
                    <a16:creationId xmlns:a16="http://schemas.microsoft.com/office/drawing/2014/main" id="{3EB26DCF-EAF9-FBB5-618A-2524195B000A}"/>
                  </a:ext>
                </a:extLst>
              </p:cNvPr>
              <p:cNvSpPr/>
              <p:nvPr/>
            </p:nvSpPr>
            <p:spPr>
              <a:xfrm>
                <a:off x="7837087" y="7748323"/>
                <a:ext cx="37180" cy="37180"/>
              </a:xfrm>
              <a:custGeom>
                <a:avLst/>
                <a:gdLst>
                  <a:gd name="connsiteX0" fmla="*/ 37466 w 37180"/>
                  <a:gd name="connsiteY0" fmla="*/ 18720 h 37180"/>
                  <a:gd name="connsiteX1" fmla="*/ 18875 w 37180"/>
                  <a:gd name="connsiteY1" fmla="*/ 37310 h 37180"/>
                  <a:gd name="connsiteX2" fmla="*/ 285 w 37180"/>
                  <a:gd name="connsiteY2" fmla="*/ 18720 h 37180"/>
                  <a:gd name="connsiteX3" fmla="*/ 18875 w 37180"/>
                  <a:gd name="connsiteY3" fmla="*/ 129 h 37180"/>
                  <a:gd name="connsiteX4" fmla="*/ 37466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20"/>
                    </a:moveTo>
                    <a:cubicBezTo>
                      <a:pt x="37466" y="28987"/>
                      <a:pt x="29143" y="37310"/>
                      <a:pt x="18875" y="37310"/>
                    </a:cubicBezTo>
                    <a:cubicBezTo>
                      <a:pt x="8608" y="37310"/>
                      <a:pt x="285" y="28987"/>
                      <a:pt x="285" y="18720"/>
                    </a:cubicBezTo>
                    <a:cubicBezTo>
                      <a:pt x="285" y="8453"/>
                      <a:pt x="8608" y="129"/>
                      <a:pt x="18875" y="129"/>
                    </a:cubicBezTo>
                    <a:cubicBezTo>
                      <a:pt x="29143" y="129"/>
                      <a:pt x="37466" y="8453"/>
                      <a:pt x="37466" y="18720"/>
                    </a:cubicBezTo>
                    <a:close/>
                  </a:path>
                </a:pathLst>
              </a:custGeom>
              <a:solidFill>
                <a:srgbClr val="F7D9D9"/>
              </a:solidFill>
              <a:ln w="5753" cap="sq">
                <a:noFill/>
                <a:prstDash val="solid"/>
                <a:miter/>
              </a:ln>
            </p:spPr>
            <p:txBody>
              <a:bodyPr rtlCol="0" anchor="ctr"/>
              <a:lstStyle/>
              <a:p>
                <a:endParaRPr lang="en-US"/>
              </a:p>
            </p:txBody>
          </p:sp>
          <p:sp>
            <p:nvSpPr>
              <p:cNvPr id="1721" name="Freeform: Shape 1720">
                <a:extLst>
                  <a:ext uri="{FF2B5EF4-FFF2-40B4-BE49-F238E27FC236}">
                    <a16:creationId xmlns:a16="http://schemas.microsoft.com/office/drawing/2014/main" id="{ABB44101-D01F-A3C5-FA09-C670BDB19A55}"/>
                  </a:ext>
                </a:extLst>
              </p:cNvPr>
              <p:cNvSpPr/>
              <p:nvPr/>
            </p:nvSpPr>
            <p:spPr>
              <a:xfrm>
                <a:off x="7834687" y="7745923"/>
                <a:ext cx="41981" cy="41981"/>
              </a:xfrm>
              <a:custGeom>
                <a:avLst/>
                <a:gdLst>
                  <a:gd name="connsiteX0" fmla="*/ 21276 w 41981"/>
                  <a:gd name="connsiteY0" fmla="*/ 4930 h 41981"/>
                  <a:gd name="connsiteX1" fmla="*/ 37466 w 41981"/>
                  <a:gd name="connsiteY1" fmla="*/ 21120 h 41981"/>
                  <a:gd name="connsiteX2" fmla="*/ 37466 w 41981"/>
                  <a:gd name="connsiteY2" fmla="*/ 21120 h 41981"/>
                  <a:gd name="connsiteX3" fmla="*/ 21276 w 41981"/>
                  <a:gd name="connsiteY3" fmla="*/ 37310 h 41981"/>
                  <a:gd name="connsiteX4" fmla="*/ 5085 w 41981"/>
                  <a:gd name="connsiteY4" fmla="*/ 21120 h 41981"/>
                  <a:gd name="connsiteX5" fmla="*/ 21276 w 41981"/>
                  <a:gd name="connsiteY5" fmla="*/ 4930 h 41981"/>
                  <a:gd name="connsiteX6" fmla="*/ 21276 w 41981"/>
                  <a:gd name="connsiteY6" fmla="*/ 129 h 41981"/>
                  <a:gd name="connsiteX7" fmla="*/ 285 w 41981"/>
                  <a:gd name="connsiteY7" fmla="*/ 21120 h 41981"/>
                  <a:gd name="connsiteX8" fmla="*/ 21276 w 41981"/>
                  <a:gd name="connsiteY8" fmla="*/ 42111 h 41981"/>
                  <a:gd name="connsiteX9" fmla="*/ 42266 w 41981"/>
                  <a:gd name="connsiteY9" fmla="*/ 21120 h 41981"/>
                  <a:gd name="connsiteX10" fmla="*/ 42266 w 41981"/>
                  <a:gd name="connsiteY10" fmla="*/ 21120 h 41981"/>
                  <a:gd name="connsiteX11" fmla="*/ 21276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30"/>
                    </a:moveTo>
                    <a:cubicBezTo>
                      <a:pt x="30217" y="4930"/>
                      <a:pt x="37466" y="12178"/>
                      <a:pt x="37466" y="21120"/>
                    </a:cubicBezTo>
                    <a:lnTo>
                      <a:pt x="37466" y="21120"/>
                    </a:lnTo>
                    <a:cubicBezTo>
                      <a:pt x="37466" y="30062"/>
                      <a:pt x="30217" y="37310"/>
                      <a:pt x="21276" y="37310"/>
                    </a:cubicBezTo>
                    <a:cubicBezTo>
                      <a:pt x="12334" y="37310"/>
                      <a:pt x="5085" y="30062"/>
                      <a:pt x="5085" y="21120"/>
                    </a:cubicBezTo>
                    <a:cubicBezTo>
                      <a:pt x="5085" y="12178"/>
                      <a:pt x="12334" y="4930"/>
                      <a:pt x="21276" y="4930"/>
                    </a:cubicBezTo>
                    <a:close/>
                    <a:moveTo>
                      <a:pt x="21276" y="129"/>
                    </a:moveTo>
                    <a:cubicBezTo>
                      <a:pt x="9683" y="129"/>
                      <a:pt x="285" y="9527"/>
                      <a:pt x="285" y="21120"/>
                    </a:cubicBezTo>
                    <a:cubicBezTo>
                      <a:pt x="285" y="32713"/>
                      <a:pt x="9683" y="42111"/>
                      <a:pt x="21276" y="42111"/>
                    </a:cubicBezTo>
                    <a:cubicBezTo>
                      <a:pt x="32868" y="42111"/>
                      <a:pt x="42266" y="32713"/>
                      <a:pt x="42266" y="21120"/>
                    </a:cubicBezTo>
                    <a:lnTo>
                      <a:pt x="42266" y="21120"/>
                    </a:lnTo>
                    <a:cubicBezTo>
                      <a:pt x="42266" y="9527"/>
                      <a:pt x="32868" y="129"/>
                      <a:pt x="21276" y="129"/>
                    </a:cubicBezTo>
                    <a:close/>
                  </a:path>
                </a:pathLst>
              </a:custGeom>
              <a:solidFill>
                <a:srgbClr val="000000"/>
              </a:solidFill>
              <a:ln w="4794" cap="sq">
                <a:noFill/>
                <a:prstDash val="solid"/>
                <a:round/>
              </a:ln>
            </p:spPr>
            <p:txBody>
              <a:bodyPr rtlCol="0" anchor="ctr"/>
              <a:lstStyle/>
              <a:p>
                <a:endParaRPr lang="en-US"/>
              </a:p>
            </p:txBody>
          </p:sp>
          <p:sp>
            <p:nvSpPr>
              <p:cNvPr id="1722" name="Freeform: Shape 1721">
                <a:extLst>
                  <a:ext uri="{FF2B5EF4-FFF2-40B4-BE49-F238E27FC236}">
                    <a16:creationId xmlns:a16="http://schemas.microsoft.com/office/drawing/2014/main" id="{6D1DD1FF-BBFF-6B04-D7FE-D0E66840AECC}"/>
                  </a:ext>
                </a:extLst>
              </p:cNvPr>
              <p:cNvSpPr/>
              <p:nvPr/>
            </p:nvSpPr>
            <p:spPr>
              <a:xfrm>
                <a:off x="7817497" y="7906216"/>
                <a:ext cx="37180" cy="37180"/>
              </a:xfrm>
              <a:custGeom>
                <a:avLst/>
                <a:gdLst>
                  <a:gd name="connsiteX0" fmla="*/ 37462 w 37180"/>
                  <a:gd name="connsiteY0" fmla="*/ 18747 h 37180"/>
                  <a:gd name="connsiteX1" fmla="*/ 18872 w 37180"/>
                  <a:gd name="connsiteY1" fmla="*/ 37338 h 37180"/>
                  <a:gd name="connsiteX2" fmla="*/ 282 w 37180"/>
                  <a:gd name="connsiteY2" fmla="*/ 18747 h 37180"/>
                  <a:gd name="connsiteX3" fmla="*/ 18872 w 37180"/>
                  <a:gd name="connsiteY3" fmla="*/ 157 h 37180"/>
                  <a:gd name="connsiteX4" fmla="*/ 37462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47"/>
                    </a:moveTo>
                    <a:cubicBezTo>
                      <a:pt x="37462" y="29014"/>
                      <a:pt x="29139" y="37338"/>
                      <a:pt x="18872" y="37338"/>
                    </a:cubicBezTo>
                    <a:cubicBezTo>
                      <a:pt x="8605" y="37338"/>
                      <a:pt x="282" y="29014"/>
                      <a:pt x="282" y="18747"/>
                    </a:cubicBezTo>
                    <a:cubicBezTo>
                      <a:pt x="282" y="8480"/>
                      <a:pt x="8605" y="157"/>
                      <a:pt x="18872" y="157"/>
                    </a:cubicBezTo>
                    <a:cubicBezTo>
                      <a:pt x="29139" y="157"/>
                      <a:pt x="37462" y="8480"/>
                      <a:pt x="37462" y="18747"/>
                    </a:cubicBezTo>
                    <a:close/>
                  </a:path>
                </a:pathLst>
              </a:custGeom>
              <a:solidFill>
                <a:srgbClr val="E5F7E5"/>
              </a:solidFill>
              <a:ln w="5753" cap="sq">
                <a:noFill/>
                <a:prstDash val="solid"/>
                <a:miter/>
              </a:ln>
            </p:spPr>
            <p:txBody>
              <a:bodyPr rtlCol="0" anchor="ctr"/>
              <a:lstStyle/>
              <a:p>
                <a:endParaRPr lang="en-US"/>
              </a:p>
            </p:txBody>
          </p:sp>
          <p:sp>
            <p:nvSpPr>
              <p:cNvPr id="1723" name="Freeform: Shape 1722">
                <a:extLst>
                  <a:ext uri="{FF2B5EF4-FFF2-40B4-BE49-F238E27FC236}">
                    <a16:creationId xmlns:a16="http://schemas.microsoft.com/office/drawing/2014/main" id="{D36B908F-A889-AF34-DEBE-C7CF0AF8DFAE}"/>
                  </a:ext>
                </a:extLst>
              </p:cNvPr>
              <p:cNvSpPr/>
              <p:nvPr/>
            </p:nvSpPr>
            <p:spPr>
              <a:xfrm>
                <a:off x="7815097" y="7903816"/>
                <a:ext cx="41981" cy="41981"/>
              </a:xfrm>
              <a:custGeom>
                <a:avLst/>
                <a:gdLst>
                  <a:gd name="connsiteX0" fmla="*/ 21272 w 41981"/>
                  <a:gd name="connsiteY0" fmla="*/ 4957 h 41981"/>
                  <a:gd name="connsiteX1" fmla="*/ 37462 w 41981"/>
                  <a:gd name="connsiteY1" fmla="*/ 21147 h 41981"/>
                  <a:gd name="connsiteX2" fmla="*/ 37462 w 41981"/>
                  <a:gd name="connsiteY2" fmla="*/ 21147 h 41981"/>
                  <a:gd name="connsiteX3" fmla="*/ 21272 w 41981"/>
                  <a:gd name="connsiteY3" fmla="*/ 37338 h 41981"/>
                  <a:gd name="connsiteX4" fmla="*/ 5082 w 41981"/>
                  <a:gd name="connsiteY4" fmla="*/ 21147 h 41981"/>
                  <a:gd name="connsiteX5" fmla="*/ 21272 w 41981"/>
                  <a:gd name="connsiteY5" fmla="*/ 4957 h 41981"/>
                  <a:gd name="connsiteX6" fmla="*/ 21272 w 41981"/>
                  <a:gd name="connsiteY6" fmla="*/ 157 h 41981"/>
                  <a:gd name="connsiteX7" fmla="*/ 282 w 41981"/>
                  <a:gd name="connsiteY7" fmla="*/ 21147 h 41981"/>
                  <a:gd name="connsiteX8" fmla="*/ 21272 w 41981"/>
                  <a:gd name="connsiteY8" fmla="*/ 42138 h 41981"/>
                  <a:gd name="connsiteX9" fmla="*/ 42263 w 41981"/>
                  <a:gd name="connsiteY9" fmla="*/ 21147 h 41981"/>
                  <a:gd name="connsiteX10" fmla="*/ 42263 w 41981"/>
                  <a:gd name="connsiteY10" fmla="*/ 21147 h 41981"/>
                  <a:gd name="connsiteX11" fmla="*/ 21272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57"/>
                    </a:moveTo>
                    <a:cubicBezTo>
                      <a:pt x="30214" y="4957"/>
                      <a:pt x="37462" y="12206"/>
                      <a:pt x="37462" y="21147"/>
                    </a:cubicBezTo>
                    <a:lnTo>
                      <a:pt x="37462" y="21147"/>
                    </a:lnTo>
                    <a:cubicBezTo>
                      <a:pt x="37462" y="30089"/>
                      <a:pt x="30214" y="37338"/>
                      <a:pt x="21272" y="37338"/>
                    </a:cubicBezTo>
                    <a:cubicBezTo>
                      <a:pt x="12330" y="37338"/>
                      <a:pt x="5082" y="30089"/>
                      <a:pt x="5082" y="21147"/>
                    </a:cubicBezTo>
                    <a:cubicBezTo>
                      <a:pt x="5082" y="12206"/>
                      <a:pt x="12330" y="4957"/>
                      <a:pt x="21272" y="4957"/>
                    </a:cubicBezTo>
                    <a:close/>
                    <a:moveTo>
                      <a:pt x="21272" y="157"/>
                    </a:moveTo>
                    <a:cubicBezTo>
                      <a:pt x="9680" y="157"/>
                      <a:pt x="282" y="9555"/>
                      <a:pt x="282" y="21147"/>
                    </a:cubicBezTo>
                    <a:cubicBezTo>
                      <a:pt x="282" y="32740"/>
                      <a:pt x="9680" y="42138"/>
                      <a:pt x="21272" y="42138"/>
                    </a:cubicBezTo>
                    <a:cubicBezTo>
                      <a:pt x="32865" y="42138"/>
                      <a:pt x="42263" y="32740"/>
                      <a:pt x="42263" y="21147"/>
                    </a:cubicBezTo>
                    <a:lnTo>
                      <a:pt x="42263" y="21147"/>
                    </a:lnTo>
                    <a:cubicBezTo>
                      <a:pt x="42263" y="9555"/>
                      <a:pt x="32865" y="157"/>
                      <a:pt x="21272" y="157"/>
                    </a:cubicBezTo>
                    <a:close/>
                  </a:path>
                </a:pathLst>
              </a:custGeom>
              <a:solidFill>
                <a:srgbClr val="000000"/>
              </a:solidFill>
              <a:ln w="4794" cap="sq">
                <a:noFill/>
                <a:prstDash val="solid"/>
                <a:round/>
              </a:ln>
            </p:spPr>
            <p:txBody>
              <a:bodyPr rtlCol="0" anchor="ctr"/>
              <a:lstStyle/>
              <a:p>
                <a:endParaRPr lang="en-US"/>
              </a:p>
            </p:txBody>
          </p:sp>
          <p:sp>
            <p:nvSpPr>
              <p:cNvPr id="1724" name="Freeform: Shape 1723">
                <a:extLst>
                  <a:ext uri="{FF2B5EF4-FFF2-40B4-BE49-F238E27FC236}">
                    <a16:creationId xmlns:a16="http://schemas.microsoft.com/office/drawing/2014/main" id="{C01EB4A7-0E5C-CC1E-6957-F3688EECE804}"/>
                  </a:ext>
                </a:extLst>
              </p:cNvPr>
              <p:cNvSpPr/>
              <p:nvPr/>
            </p:nvSpPr>
            <p:spPr>
              <a:xfrm>
                <a:off x="7930445" y="7663847"/>
                <a:ext cx="37180" cy="37180"/>
              </a:xfrm>
              <a:custGeom>
                <a:avLst/>
                <a:gdLst>
                  <a:gd name="connsiteX0" fmla="*/ 37482 w 37180"/>
                  <a:gd name="connsiteY0" fmla="*/ 18705 h 37180"/>
                  <a:gd name="connsiteX1" fmla="*/ 18892 w 37180"/>
                  <a:gd name="connsiteY1" fmla="*/ 37296 h 37180"/>
                  <a:gd name="connsiteX2" fmla="*/ 301 w 37180"/>
                  <a:gd name="connsiteY2" fmla="*/ 18705 h 37180"/>
                  <a:gd name="connsiteX3" fmla="*/ 18892 w 37180"/>
                  <a:gd name="connsiteY3" fmla="*/ 115 h 37180"/>
                  <a:gd name="connsiteX4" fmla="*/ 37482 w 37180"/>
                  <a:gd name="connsiteY4" fmla="*/ 1870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705"/>
                    </a:moveTo>
                    <a:cubicBezTo>
                      <a:pt x="37482" y="28972"/>
                      <a:pt x="29159" y="37296"/>
                      <a:pt x="18892" y="37296"/>
                    </a:cubicBezTo>
                    <a:cubicBezTo>
                      <a:pt x="8624" y="37296"/>
                      <a:pt x="301" y="28972"/>
                      <a:pt x="301" y="18705"/>
                    </a:cubicBezTo>
                    <a:cubicBezTo>
                      <a:pt x="301" y="8438"/>
                      <a:pt x="8624" y="115"/>
                      <a:pt x="18892" y="115"/>
                    </a:cubicBezTo>
                    <a:cubicBezTo>
                      <a:pt x="29159" y="115"/>
                      <a:pt x="37482" y="8438"/>
                      <a:pt x="37482" y="18705"/>
                    </a:cubicBezTo>
                    <a:close/>
                  </a:path>
                </a:pathLst>
              </a:custGeom>
              <a:solidFill>
                <a:srgbClr val="F7A53E"/>
              </a:solidFill>
              <a:ln w="5753" cap="sq">
                <a:noFill/>
                <a:prstDash val="solid"/>
                <a:miter/>
              </a:ln>
            </p:spPr>
            <p:txBody>
              <a:bodyPr rtlCol="0" anchor="ctr"/>
              <a:lstStyle/>
              <a:p>
                <a:endParaRPr lang="en-US"/>
              </a:p>
            </p:txBody>
          </p:sp>
          <p:sp>
            <p:nvSpPr>
              <p:cNvPr id="1725" name="Freeform: Shape 1724">
                <a:extLst>
                  <a:ext uri="{FF2B5EF4-FFF2-40B4-BE49-F238E27FC236}">
                    <a16:creationId xmlns:a16="http://schemas.microsoft.com/office/drawing/2014/main" id="{A473E43E-826E-95D0-B3D0-C585754456FC}"/>
                  </a:ext>
                </a:extLst>
              </p:cNvPr>
              <p:cNvSpPr/>
              <p:nvPr/>
            </p:nvSpPr>
            <p:spPr>
              <a:xfrm>
                <a:off x="7928045" y="7661447"/>
                <a:ext cx="41981" cy="41981"/>
              </a:xfrm>
              <a:custGeom>
                <a:avLst/>
                <a:gdLst>
                  <a:gd name="connsiteX0" fmla="*/ 21292 w 41981"/>
                  <a:gd name="connsiteY0" fmla="*/ 4915 h 41981"/>
                  <a:gd name="connsiteX1" fmla="*/ 37482 w 41981"/>
                  <a:gd name="connsiteY1" fmla="*/ 21105 h 41981"/>
                  <a:gd name="connsiteX2" fmla="*/ 37482 w 41981"/>
                  <a:gd name="connsiteY2" fmla="*/ 21105 h 41981"/>
                  <a:gd name="connsiteX3" fmla="*/ 21292 w 41981"/>
                  <a:gd name="connsiteY3" fmla="*/ 37296 h 41981"/>
                  <a:gd name="connsiteX4" fmla="*/ 5102 w 41981"/>
                  <a:gd name="connsiteY4" fmla="*/ 21105 h 41981"/>
                  <a:gd name="connsiteX5" fmla="*/ 21292 w 41981"/>
                  <a:gd name="connsiteY5" fmla="*/ 4915 h 41981"/>
                  <a:gd name="connsiteX6" fmla="*/ 21292 w 41981"/>
                  <a:gd name="connsiteY6" fmla="*/ 115 h 41981"/>
                  <a:gd name="connsiteX7" fmla="*/ 301 w 41981"/>
                  <a:gd name="connsiteY7" fmla="*/ 21105 h 41981"/>
                  <a:gd name="connsiteX8" fmla="*/ 21292 w 41981"/>
                  <a:gd name="connsiteY8" fmla="*/ 42096 h 41981"/>
                  <a:gd name="connsiteX9" fmla="*/ 42282 w 41981"/>
                  <a:gd name="connsiteY9" fmla="*/ 21105 h 41981"/>
                  <a:gd name="connsiteX10" fmla="*/ 42282 w 41981"/>
                  <a:gd name="connsiteY10" fmla="*/ 21105 h 41981"/>
                  <a:gd name="connsiteX11" fmla="*/ 21292 w 41981"/>
                  <a:gd name="connsiteY11" fmla="*/ 11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2" y="4915"/>
                    </a:moveTo>
                    <a:cubicBezTo>
                      <a:pt x="30234" y="4915"/>
                      <a:pt x="37482" y="12164"/>
                      <a:pt x="37482" y="21105"/>
                    </a:cubicBezTo>
                    <a:lnTo>
                      <a:pt x="37482" y="21105"/>
                    </a:lnTo>
                    <a:cubicBezTo>
                      <a:pt x="37482" y="30047"/>
                      <a:pt x="30234" y="37296"/>
                      <a:pt x="21292" y="37296"/>
                    </a:cubicBezTo>
                    <a:cubicBezTo>
                      <a:pt x="12350" y="37296"/>
                      <a:pt x="5102" y="30047"/>
                      <a:pt x="5102" y="21105"/>
                    </a:cubicBezTo>
                    <a:cubicBezTo>
                      <a:pt x="5102" y="12164"/>
                      <a:pt x="12350" y="4915"/>
                      <a:pt x="21292" y="4915"/>
                    </a:cubicBezTo>
                    <a:close/>
                    <a:moveTo>
                      <a:pt x="21292" y="115"/>
                    </a:moveTo>
                    <a:cubicBezTo>
                      <a:pt x="9699" y="115"/>
                      <a:pt x="301" y="9513"/>
                      <a:pt x="301" y="21105"/>
                    </a:cubicBezTo>
                    <a:cubicBezTo>
                      <a:pt x="301" y="32698"/>
                      <a:pt x="9699" y="42096"/>
                      <a:pt x="21292" y="42096"/>
                    </a:cubicBezTo>
                    <a:cubicBezTo>
                      <a:pt x="32884" y="42096"/>
                      <a:pt x="42282" y="32698"/>
                      <a:pt x="42282" y="21105"/>
                    </a:cubicBezTo>
                    <a:lnTo>
                      <a:pt x="42282" y="21105"/>
                    </a:lnTo>
                    <a:cubicBezTo>
                      <a:pt x="42282" y="9513"/>
                      <a:pt x="32884" y="115"/>
                      <a:pt x="21292" y="115"/>
                    </a:cubicBezTo>
                    <a:close/>
                  </a:path>
                </a:pathLst>
              </a:custGeom>
              <a:solidFill>
                <a:srgbClr val="000000"/>
              </a:solidFill>
              <a:ln w="4794" cap="sq">
                <a:noFill/>
                <a:prstDash val="solid"/>
                <a:round/>
              </a:ln>
            </p:spPr>
            <p:txBody>
              <a:bodyPr rtlCol="0" anchor="ctr"/>
              <a:lstStyle/>
              <a:p>
                <a:endParaRPr lang="en-US"/>
              </a:p>
            </p:txBody>
          </p:sp>
          <p:sp>
            <p:nvSpPr>
              <p:cNvPr id="1726" name="Freeform: Shape 1725">
                <a:extLst>
                  <a:ext uri="{FF2B5EF4-FFF2-40B4-BE49-F238E27FC236}">
                    <a16:creationId xmlns:a16="http://schemas.microsoft.com/office/drawing/2014/main" id="{9B2BBE58-9FB5-16D8-17A8-5912DC952336}"/>
                  </a:ext>
                </a:extLst>
              </p:cNvPr>
              <p:cNvSpPr/>
              <p:nvPr/>
            </p:nvSpPr>
            <p:spPr>
              <a:xfrm>
                <a:off x="7682569" y="7926180"/>
                <a:ext cx="37180" cy="37180"/>
              </a:xfrm>
              <a:custGeom>
                <a:avLst/>
                <a:gdLst>
                  <a:gd name="connsiteX0" fmla="*/ 37439 w 37180"/>
                  <a:gd name="connsiteY0" fmla="*/ 18751 h 37180"/>
                  <a:gd name="connsiteX1" fmla="*/ 18849 w 37180"/>
                  <a:gd name="connsiteY1" fmla="*/ 37341 h 37180"/>
                  <a:gd name="connsiteX2" fmla="*/ 258 w 37180"/>
                  <a:gd name="connsiteY2" fmla="*/ 18751 h 37180"/>
                  <a:gd name="connsiteX3" fmla="*/ 18849 w 37180"/>
                  <a:gd name="connsiteY3" fmla="*/ 160 h 37180"/>
                  <a:gd name="connsiteX4" fmla="*/ 37439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51"/>
                    </a:moveTo>
                    <a:cubicBezTo>
                      <a:pt x="37439" y="29018"/>
                      <a:pt x="29116" y="37341"/>
                      <a:pt x="18849" y="37341"/>
                    </a:cubicBezTo>
                    <a:cubicBezTo>
                      <a:pt x="8581" y="37341"/>
                      <a:pt x="258" y="29018"/>
                      <a:pt x="258" y="18751"/>
                    </a:cubicBezTo>
                    <a:cubicBezTo>
                      <a:pt x="258" y="8484"/>
                      <a:pt x="8581" y="160"/>
                      <a:pt x="18849" y="160"/>
                    </a:cubicBezTo>
                    <a:cubicBezTo>
                      <a:pt x="29116" y="160"/>
                      <a:pt x="37439" y="8484"/>
                      <a:pt x="37439" y="18751"/>
                    </a:cubicBezTo>
                    <a:close/>
                  </a:path>
                </a:pathLst>
              </a:custGeom>
              <a:solidFill>
                <a:srgbClr val="F7DCDC"/>
              </a:solidFill>
              <a:ln w="5753" cap="sq">
                <a:noFill/>
                <a:prstDash val="solid"/>
                <a:miter/>
              </a:ln>
            </p:spPr>
            <p:txBody>
              <a:bodyPr rtlCol="0" anchor="ctr"/>
              <a:lstStyle/>
              <a:p>
                <a:endParaRPr lang="en-US"/>
              </a:p>
            </p:txBody>
          </p:sp>
          <p:sp>
            <p:nvSpPr>
              <p:cNvPr id="1727" name="Freeform: Shape 1726">
                <a:extLst>
                  <a:ext uri="{FF2B5EF4-FFF2-40B4-BE49-F238E27FC236}">
                    <a16:creationId xmlns:a16="http://schemas.microsoft.com/office/drawing/2014/main" id="{1EC2B37E-B582-7A16-F666-83A1B8A7EAA2}"/>
                  </a:ext>
                </a:extLst>
              </p:cNvPr>
              <p:cNvSpPr/>
              <p:nvPr/>
            </p:nvSpPr>
            <p:spPr>
              <a:xfrm>
                <a:off x="7680169" y="7923780"/>
                <a:ext cx="41981" cy="41981"/>
              </a:xfrm>
              <a:custGeom>
                <a:avLst/>
                <a:gdLst>
                  <a:gd name="connsiteX0" fmla="*/ 21249 w 41981"/>
                  <a:gd name="connsiteY0" fmla="*/ 4961 h 41981"/>
                  <a:gd name="connsiteX1" fmla="*/ 37439 w 41981"/>
                  <a:gd name="connsiteY1" fmla="*/ 21151 h 41981"/>
                  <a:gd name="connsiteX2" fmla="*/ 37439 w 41981"/>
                  <a:gd name="connsiteY2" fmla="*/ 21151 h 41981"/>
                  <a:gd name="connsiteX3" fmla="*/ 21249 w 41981"/>
                  <a:gd name="connsiteY3" fmla="*/ 37341 h 41981"/>
                  <a:gd name="connsiteX4" fmla="*/ 5058 w 41981"/>
                  <a:gd name="connsiteY4" fmla="*/ 21151 h 41981"/>
                  <a:gd name="connsiteX5" fmla="*/ 21249 w 41981"/>
                  <a:gd name="connsiteY5" fmla="*/ 4961 h 41981"/>
                  <a:gd name="connsiteX6" fmla="*/ 21249 w 41981"/>
                  <a:gd name="connsiteY6" fmla="*/ 160 h 41981"/>
                  <a:gd name="connsiteX7" fmla="*/ 258 w 41981"/>
                  <a:gd name="connsiteY7" fmla="*/ 21151 h 41981"/>
                  <a:gd name="connsiteX8" fmla="*/ 21249 w 41981"/>
                  <a:gd name="connsiteY8" fmla="*/ 42142 h 41981"/>
                  <a:gd name="connsiteX9" fmla="*/ 42239 w 41981"/>
                  <a:gd name="connsiteY9" fmla="*/ 21151 h 41981"/>
                  <a:gd name="connsiteX10" fmla="*/ 42239 w 41981"/>
                  <a:gd name="connsiteY10" fmla="*/ 21151 h 41981"/>
                  <a:gd name="connsiteX11" fmla="*/ 2124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1"/>
                    </a:moveTo>
                    <a:cubicBezTo>
                      <a:pt x="30191" y="4961"/>
                      <a:pt x="37439" y="12209"/>
                      <a:pt x="37439" y="21151"/>
                    </a:cubicBezTo>
                    <a:lnTo>
                      <a:pt x="37439" y="21151"/>
                    </a:lnTo>
                    <a:cubicBezTo>
                      <a:pt x="37439" y="30093"/>
                      <a:pt x="30191" y="37341"/>
                      <a:pt x="21249" y="37341"/>
                    </a:cubicBezTo>
                    <a:cubicBezTo>
                      <a:pt x="12307" y="37341"/>
                      <a:pt x="5058" y="30093"/>
                      <a:pt x="5058" y="21151"/>
                    </a:cubicBezTo>
                    <a:cubicBezTo>
                      <a:pt x="5058" y="12209"/>
                      <a:pt x="12307" y="4961"/>
                      <a:pt x="21249" y="4961"/>
                    </a:cubicBezTo>
                    <a:close/>
                    <a:moveTo>
                      <a:pt x="21249" y="160"/>
                    </a:moveTo>
                    <a:cubicBezTo>
                      <a:pt x="9656" y="160"/>
                      <a:pt x="258" y="9558"/>
                      <a:pt x="258" y="21151"/>
                    </a:cubicBezTo>
                    <a:cubicBezTo>
                      <a:pt x="258" y="32743"/>
                      <a:pt x="9656" y="42142"/>
                      <a:pt x="21249" y="42142"/>
                    </a:cubicBezTo>
                    <a:cubicBezTo>
                      <a:pt x="32841" y="42142"/>
                      <a:pt x="42239" y="32743"/>
                      <a:pt x="42239" y="21151"/>
                    </a:cubicBezTo>
                    <a:lnTo>
                      <a:pt x="42239" y="21151"/>
                    </a:lnTo>
                    <a:cubicBezTo>
                      <a:pt x="42239" y="9558"/>
                      <a:pt x="32841" y="160"/>
                      <a:pt x="21249" y="160"/>
                    </a:cubicBezTo>
                    <a:close/>
                  </a:path>
                </a:pathLst>
              </a:custGeom>
              <a:solidFill>
                <a:srgbClr val="000000"/>
              </a:solidFill>
              <a:ln w="4794" cap="sq">
                <a:noFill/>
                <a:prstDash val="solid"/>
                <a:round/>
              </a:ln>
            </p:spPr>
            <p:txBody>
              <a:bodyPr rtlCol="0" anchor="ctr"/>
              <a:lstStyle/>
              <a:p>
                <a:endParaRPr lang="en-US"/>
              </a:p>
            </p:txBody>
          </p:sp>
          <p:sp>
            <p:nvSpPr>
              <p:cNvPr id="1728" name="Freeform: Shape 1727">
                <a:extLst>
                  <a:ext uri="{FF2B5EF4-FFF2-40B4-BE49-F238E27FC236}">
                    <a16:creationId xmlns:a16="http://schemas.microsoft.com/office/drawing/2014/main" id="{C9EE82E2-2949-17CE-DEEE-A5B3674DDA1A}"/>
                  </a:ext>
                </a:extLst>
              </p:cNvPr>
              <p:cNvSpPr/>
              <p:nvPr/>
            </p:nvSpPr>
            <p:spPr>
              <a:xfrm>
                <a:off x="7680144" y="7856726"/>
                <a:ext cx="37180" cy="37180"/>
              </a:xfrm>
              <a:custGeom>
                <a:avLst/>
                <a:gdLst>
                  <a:gd name="connsiteX0" fmla="*/ 37438 w 37180"/>
                  <a:gd name="connsiteY0" fmla="*/ 18739 h 37180"/>
                  <a:gd name="connsiteX1" fmla="*/ 18848 w 37180"/>
                  <a:gd name="connsiteY1" fmla="*/ 37329 h 37180"/>
                  <a:gd name="connsiteX2" fmla="*/ 258 w 37180"/>
                  <a:gd name="connsiteY2" fmla="*/ 18739 h 37180"/>
                  <a:gd name="connsiteX3" fmla="*/ 18848 w 37180"/>
                  <a:gd name="connsiteY3" fmla="*/ 148 h 37180"/>
                  <a:gd name="connsiteX4" fmla="*/ 37438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39"/>
                    </a:moveTo>
                    <a:cubicBezTo>
                      <a:pt x="37438" y="29006"/>
                      <a:pt x="29115" y="37329"/>
                      <a:pt x="18848" y="37329"/>
                    </a:cubicBezTo>
                    <a:cubicBezTo>
                      <a:pt x="8581" y="37329"/>
                      <a:pt x="258" y="29006"/>
                      <a:pt x="258" y="18739"/>
                    </a:cubicBezTo>
                    <a:cubicBezTo>
                      <a:pt x="258" y="8471"/>
                      <a:pt x="8581" y="148"/>
                      <a:pt x="18848" y="148"/>
                    </a:cubicBezTo>
                    <a:cubicBezTo>
                      <a:pt x="29115" y="148"/>
                      <a:pt x="37438" y="8471"/>
                      <a:pt x="37438" y="18739"/>
                    </a:cubicBezTo>
                    <a:close/>
                  </a:path>
                </a:pathLst>
              </a:custGeom>
              <a:solidFill>
                <a:srgbClr val="F7D2D2"/>
              </a:solidFill>
              <a:ln w="5753" cap="sq">
                <a:noFill/>
                <a:prstDash val="solid"/>
                <a:miter/>
              </a:ln>
            </p:spPr>
            <p:txBody>
              <a:bodyPr rtlCol="0" anchor="ctr"/>
              <a:lstStyle/>
              <a:p>
                <a:endParaRPr lang="en-US"/>
              </a:p>
            </p:txBody>
          </p:sp>
          <p:sp>
            <p:nvSpPr>
              <p:cNvPr id="1729" name="Freeform: Shape 1728">
                <a:extLst>
                  <a:ext uri="{FF2B5EF4-FFF2-40B4-BE49-F238E27FC236}">
                    <a16:creationId xmlns:a16="http://schemas.microsoft.com/office/drawing/2014/main" id="{BF13919E-F254-44B3-E112-FDC0FC40D063}"/>
                  </a:ext>
                </a:extLst>
              </p:cNvPr>
              <p:cNvSpPr/>
              <p:nvPr/>
            </p:nvSpPr>
            <p:spPr>
              <a:xfrm>
                <a:off x="7677744" y="7854326"/>
                <a:ext cx="41981" cy="41981"/>
              </a:xfrm>
              <a:custGeom>
                <a:avLst/>
                <a:gdLst>
                  <a:gd name="connsiteX0" fmla="*/ 21248 w 41981"/>
                  <a:gd name="connsiteY0" fmla="*/ 4949 h 41981"/>
                  <a:gd name="connsiteX1" fmla="*/ 37438 w 41981"/>
                  <a:gd name="connsiteY1" fmla="*/ 21139 h 41981"/>
                  <a:gd name="connsiteX2" fmla="*/ 37438 w 41981"/>
                  <a:gd name="connsiteY2" fmla="*/ 21139 h 41981"/>
                  <a:gd name="connsiteX3" fmla="*/ 21248 w 41981"/>
                  <a:gd name="connsiteY3" fmla="*/ 37329 h 41981"/>
                  <a:gd name="connsiteX4" fmla="*/ 5058 w 41981"/>
                  <a:gd name="connsiteY4" fmla="*/ 21139 h 41981"/>
                  <a:gd name="connsiteX5" fmla="*/ 21248 w 41981"/>
                  <a:gd name="connsiteY5" fmla="*/ 4949 h 41981"/>
                  <a:gd name="connsiteX6" fmla="*/ 21248 w 41981"/>
                  <a:gd name="connsiteY6" fmla="*/ 148 h 41981"/>
                  <a:gd name="connsiteX7" fmla="*/ 258 w 41981"/>
                  <a:gd name="connsiteY7" fmla="*/ 21139 h 41981"/>
                  <a:gd name="connsiteX8" fmla="*/ 21248 w 41981"/>
                  <a:gd name="connsiteY8" fmla="*/ 42129 h 41981"/>
                  <a:gd name="connsiteX9" fmla="*/ 42239 w 41981"/>
                  <a:gd name="connsiteY9" fmla="*/ 21139 h 41981"/>
                  <a:gd name="connsiteX10" fmla="*/ 42239 w 41981"/>
                  <a:gd name="connsiteY10" fmla="*/ 21139 h 41981"/>
                  <a:gd name="connsiteX11" fmla="*/ 21248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49"/>
                    </a:moveTo>
                    <a:cubicBezTo>
                      <a:pt x="30190" y="4949"/>
                      <a:pt x="37438" y="12197"/>
                      <a:pt x="37438" y="21139"/>
                    </a:cubicBezTo>
                    <a:lnTo>
                      <a:pt x="37438" y="21139"/>
                    </a:lnTo>
                    <a:cubicBezTo>
                      <a:pt x="37438" y="30081"/>
                      <a:pt x="30190" y="37329"/>
                      <a:pt x="21248" y="37329"/>
                    </a:cubicBezTo>
                    <a:cubicBezTo>
                      <a:pt x="12306" y="37329"/>
                      <a:pt x="5058" y="30081"/>
                      <a:pt x="5058" y="21139"/>
                    </a:cubicBezTo>
                    <a:cubicBezTo>
                      <a:pt x="5058" y="12197"/>
                      <a:pt x="12306" y="4949"/>
                      <a:pt x="21248" y="4949"/>
                    </a:cubicBezTo>
                    <a:close/>
                    <a:moveTo>
                      <a:pt x="21248" y="148"/>
                    </a:moveTo>
                    <a:cubicBezTo>
                      <a:pt x="9656" y="148"/>
                      <a:pt x="258" y="9546"/>
                      <a:pt x="258" y="21139"/>
                    </a:cubicBezTo>
                    <a:cubicBezTo>
                      <a:pt x="258" y="32731"/>
                      <a:pt x="9656" y="42129"/>
                      <a:pt x="21248" y="42129"/>
                    </a:cubicBezTo>
                    <a:cubicBezTo>
                      <a:pt x="32841" y="42129"/>
                      <a:pt x="42239" y="32731"/>
                      <a:pt x="42239" y="21139"/>
                    </a:cubicBezTo>
                    <a:lnTo>
                      <a:pt x="42239" y="21139"/>
                    </a:lnTo>
                    <a:cubicBezTo>
                      <a:pt x="42239" y="9546"/>
                      <a:pt x="32841" y="148"/>
                      <a:pt x="21248" y="148"/>
                    </a:cubicBezTo>
                    <a:close/>
                  </a:path>
                </a:pathLst>
              </a:custGeom>
              <a:solidFill>
                <a:srgbClr val="000000"/>
              </a:solidFill>
              <a:ln w="4794" cap="sq">
                <a:noFill/>
                <a:prstDash val="solid"/>
                <a:round/>
              </a:ln>
            </p:spPr>
            <p:txBody>
              <a:bodyPr rtlCol="0" anchor="ctr"/>
              <a:lstStyle/>
              <a:p>
                <a:endParaRPr lang="en-US"/>
              </a:p>
            </p:txBody>
          </p:sp>
          <p:sp>
            <p:nvSpPr>
              <p:cNvPr id="1730" name="Freeform: Shape 1729">
                <a:extLst>
                  <a:ext uri="{FF2B5EF4-FFF2-40B4-BE49-F238E27FC236}">
                    <a16:creationId xmlns:a16="http://schemas.microsoft.com/office/drawing/2014/main" id="{C4BE5E99-9F45-6B0B-76FC-7D6104EE1907}"/>
                  </a:ext>
                </a:extLst>
              </p:cNvPr>
              <p:cNvSpPr/>
              <p:nvPr/>
            </p:nvSpPr>
            <p:spPr>
              <a:xfrm>
                <a:off x="7685576" y="8072467"/>
                <a:ext cx="37180" cy="37180"/>
              </a:xfrm>
              <a:custGeom>
                <a:avLst/>
                <a:gdLst>
                  <a:gd name="connsiteX0" fmla="*/ 37439 w 37180"/>
                  <a:gd name="connsiteY0" fmla="*/ 18776 h 37180"/>
                  <a:gd name="connsiteX1" fmla="*/ 18849 w 37180"/>
                  <a:gd name="connsiteY1" fmla="*/ 37367 h 37180"/>
                  <a:gd name="connsiteX2" fmla="*/ 259 w 37180"/>
                  <a:gd name="connsiteY2" fmla="*/ 18776 h 37180"/>
                  <a:gd name="connsiteX3" fmla="*/ 18849 w 37180"/>
                  <a:gd name="connsiteY3" fmla="*/ 186 h 37180"/>
                  <a:gd name="connsiteX4" fmla="*/ 37439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6"/>
                    </a:moveTo>
                    <a:cubicBezTo>
                      <a:pt x="37439" y="29043"/>
                      <a:pt x="29116" y="37367"/>
                      <a:pt x="18849" y="37367"/>
                    </a:cubicBezTo>
                    <a:cubicBezTo>
                      <a:pt x="8582" y="37367"/>
                      <a:pt x="259" y="29043"/>
                      <a:pt x="259" y="18776"/>
                    </a:cubicBezTo>
                    <a:cubicBezTo>
                      <a:pt x="259" y="8509"/>
                      <a:pt x="8582" y="186"/>
                      <a:pt x="18849" y="186"/>
                    </a:cubicBezTo>
                    <a:cubicBezTo>
                      <a:pt x="29116" y="186"/>
                      <a:pt x="37439" y="8509"/>
                      <a:pt x="37439" y="18776"/>
                    </a:cubicBezTo>
                    <a:close/>
                  </a:path>
                </a:pathLst>
              </a:custGeom>
              <a:solidFill>
                <a:srgbClr val="F7DDDD"/>
              </a:solidFill>
              <a:ln w="5753" cap="sq">
                <a:noFill/>
                <a:prstDash val="solid"/>
                <a:miter/>
              </a:ln>
            </p:spPr>
            <p:txBody>
              <a:bodyPr rtlCol="0" anchor="ctr"/>
              <a:lstStyle/>
              <a:p>
                <a:endParaRPr lang="en-US"/>
              </a:p>
            </p:txBody>
          </p:sp>
          <p:sp>
            <p:nvSpPr>
              <p:cNvPr id="1731" name="Freeform: Shape 1730">
                <a:extLst>
                  <a:ext uri="{FF2B5EF4-FFF2-40B4-BE49-F238E27FC236}">
                    <a16:creationId xmlns:a16="http://schemas.microsoft.com/office/drawing/2014/main" id="{3AD94F5E-9871-4D8A-585C-55FE165753E2}"/>
                  </a:ext>
                </a:extLst>
              </p:cNvPr>
              <p:cNvSpPr/>
              <p:nvPr/>
            </p:nvSpPr>
            <p:spPr>
              <a:xfrm>
                <a:off x="7683176" y="8070067"/>
                <a:ext cx="41981" cy="41981"/>
              </a:xfrm>
              <a:custGeom>
                <a:avLst/>
                <a:gdLst>
                  <a:gd name="connsiteX0" fmla="*/ 21249 w 41981"/>
                  <a:gd name="connsiteY0" fmla="*/ 4986 h 41981"/>
                  <a:gd name="connsiteX1" fmla="*/ 37439 w 41981"/>
                  <a:gd name="connsiteY1" fmla="*/ 21176 h 41981"/>
                  <a:gd name="connsiteX2" fmla="*/ 37439 w 41981"/>
                  <a:gd name="connsiteY2" fmla="*/ 21176 h 41981"/>
                  <a:gd name="connsiteX3" fmla="*/ 21249 w 41981"/>
                  <a:gd name="connsiteY3" fmla="*/ 37367 h 41981"/>
                  <a:gd name="connsiteX4" fmla="*/ 5059 w 41981"/>
                  <a:gd name="connsiteY4" fmla="*/ 21176 h 41981"/>
                  <a:gd name="connsiteX5" fmla="*/ 21249 w 41981"/>
                  <a:gd name="connsiteY5" fmla="*/ 4986 h 41981"/>
                  <a:gd name="connsiteX6" fmla="*/ 21249 w 41981"/>
                  <a:gd name="connsiteY6" fmla="*/ 186 h 41981"/>
                  <a:gd name="connsiteX7" fmla="*/ 259 w 41981"/>
                  <a:gd name="connsiteY7" fmla="*/ 21176 h 41981"/>
                  <a:gd name="connsiteX8" fmla="*/ 21249 w 41981"/>
                  <a:gd name="connsiteY8" fmla="*/ 42167 h 41981"/>
                  <a:gd name="connsiteX9" fmla="*/ 42240 w 41981"/>
                  <a:gd name="connsiteY9" fmla="*/ 21176 h 41981"/>
                  <a:gd name="connsiteX10" fmla="*/ 42240 w 41981"/>
                  <a:gd name="connsiteY10" fmla="*/ 21176 h 41981"/>
                  <a:gd name="connsiteX11" fmla="*/ 21249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6"/>
                    </a:moveTo>
                    <a:cubicBezTo>
                      <a:pt x="30191" y="4986"/>
                      <a:pt x="37439" y="12234"/>
                      <a:pt x="37439" y="21176"/>
                    </a:cubicBezTo>
                    <a:lnTo>
                      <a:pt x="37439" y="21176"/>
                    </a:lnTo>
                    <a:cubicBezTo>
                      <a:pt x="37439" y="30118"/>
                      <a:pt x="30191" y="37367"/>
                      <a:pt x="21249" y="37367"/>
                    </a:cubicBezTo>
                    <a:cubicBezTo>
                      <a:pt x="12307" y="37367"/>
                      <a:pt x="5059" y="30118"/>
                      <a:pt x="5059" y="21176"/>
                    </a:cubicBezTo>
                    <a:cubicBezTo>
                      <a:pt x="5059" y="12234"/>
                      <a:pt x="12307" y="4986"/>
                      <a:pt x="21249" y="4986"/>
                    </a:cubicBezTo>
                    <a:close/>
                    <a:moveTo>
                      <a:pt x="21249" y="186"/>
                    </a:moveTo>
                    <a:cubicBezTo>
                      <a:pt x="9657" y="186"/>
                      <a:pt x="259" y="9584"/>
                      <a:pt x="259" y="21176"/>
                    </a:cubicBezTo>
                    <a:cubicBezTo>
                      <a:pt x="259" y="32769"/>
                      <a:pt x="9657" y="42167"/>
                      <a:pt x="21249" y="42167"/>
                    </a:cubicBezTo>
                    <a:cubicBezTo>
                      <a:pt x="32842" y="42167"/>
                      <a:pt x="42240" y="32769"/>
                      <a:pt x="42240" y="21176"/>
                    </a:cubicBezTo>
                    <a:lnTo>
                      <a:pt x="42240" y="21176"/>
                    </a:lnTo>
                    <a:cubicBezTo>
                      <a:pt x="42240" y="9584"/>
                      <a:pt x="32842" y="186"/>
                      <a:pt x="21249" y="186"/>
                    </a:cubicBezTo>
                    <a:close/>
                  </a:path>
                </a:pathLst>
              </a:custGeom>
              <a:solidFill>
                <a:srgbClr val="000000"/>
              </a:solidFill>
              <a:ln w="4794" cap="sq">
                <a:noFill/>
                <a:prstDash val="solid"/>
                <a:round/>
              </a:ln>
            </p:spPr>
            <p:txBody>
              <a:bodyPr rtlCol="0" anchor="ctr"/>
              <a:lstStyle/>
              <a:p>
                <a:endParaRPr lang="en-US"/>
              </a:p>
            </p:txBody>
          </p:sp>
          <p:sp>
            <p:nvSpPr>
              <p:cNvPr id="1732" name="Freeform: Shape 1731">
                <a:extLst>
                  <a:ext uri="{FF2B5EF4-FFF2-40B4-BE49-F238E27FC236}">
                    <a16:creationId xmlns:a16="http://schemas.microsoft.com/office/drawing/2014/main" id="{5839FBF5-30F8-9292-39EF-8540ED24E2B0}"/>
                  </a:ext>
                </a:extLst>
              </p:cNvPr>
              <p:cNvSpPr/>
              <p:nvPr/>
            </p:nvSpPr>
            <p:spPr>
              <a:xfrm>
                <a:off x="7929385" y="7918687"/>
                <a:ext cx="37180" cy="37180"/>
              </a:xfrm>
              <a:custGeom>
                <a:avLst/>
                <a:gdLst>
                  <a:gd name="connsiteX0" fmla="*/ 37482 w 37180"/>
                  <a:gd name="connsiteY0" fmla="*/ 18749 h 37180"/>
                  <a:gd name="connsiteX1" fmla="*/ 18891 w 37180"/>
                  <a:gd name="connsiteY1" fmla="*/ 37340 h 37180"/>
                  <a:gd name="connsiteX2" fmla="*/ 301 w 37180"/>
                  <a:gd name="connsiteY2" fmla="*/ 18749 h 37180"/>
                  <a:gd name="connsiteX3" fmla="*/ 18891 w 37180"/>
                  <a:gd name="connsiteY3" fmla="*/ 159 h 37180"/>
                  <a:gd name="connsiteX4" fmla="*/ 37482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749"/>
                    </a:moveTo>
                    <a:cubicBezTo>
                      <a:pt x="37482" y="29017"/>
                      <a:pt x="29159" y="37340"/>
                      <a:pt x="18891" y="37340"/>
                    </a:cubicBezTo>
                    <a:cubicBezTo>
                      <a:pt x="8624" y="37340"/>
                      <a:pt x="301" y="29017"/>
                      <a:pt x="301" y="18749"/>
                    </a:cubicBezTo>
                    <a:cubicBezTo>
                      <a:pt x="301" y="8482"/>
                      <a:pt x="8624" y="159"/>
                      <a:pt x="18891" y="159"/>
                    </a:cubicBezTo>
                    <a:cubicBezTo>
                      <a:pt x="29159" y="159"/>
                      <a:pt x="37482" y="8482"/>
                      <a:pt x="37482" y="18749"/>
                    </a:cubicBezTo>
                    <a:close/>
                  </a:path>
                </a:pathLst>
              </a:custGeom>
              <a:solidFill>
                <a:srgbClr val="8BF78B"/>
              </a:solidFill>
              <a:ln w="5753" cap="sq">
                <a:noFill/>
                <a:prstDash val="solid"/>
                <a:miter/>
              </a:ln>
            </p:spPr>
            <p:txBody>
              <a:bodyPr rtlCol="0" anchor="ctr"/>
              <a:lstStyle/>
              <a:p>
                <a:endParaRPr lang="en-US"/>
              </a:p>
            </p:txBody>
          </p:sp>
          <p:sp>
            <p:nvSpPr>
              <p:cNvPr id="1733" name="Freeform: Shape 1732">
                <a:extLst>
                  <a:ext uri="{FF2B5EF4-FFF2-40B4-BE49-F238E27FC236}">
                    <a16:creationId xmlns:a16="http://schemas.microsoft.com/office/drawing/2014/main" id="{6D598586-32A3-669D-D455-AB77927C2E58}"/>
                  </a:ext>
                </a:extLst>
              </p:cNvPr>
              <p:cNvSpPr/>
              <p:nvPr/>
            </p:nvSpPr>
            <p:spPr>
              <a:xfrm>
                <a:off x="7926985" y="7916286"/>
                <a:ext cx="41981" cy="41981"/>
              </a:xfrm>
              <a:custGeom>
                <a:avLst/>
                <a:gdLst>
                  <a:gd name="connsiteX0" fmla="*/ 21292 w 41981"/>
                  <a:gd name="connsiteY0" fmla="*/ 4959 h 41981"/>
                  <a:gd name="connsiteX1" fmla="*/ 37482 w 41981"/>
                  <a:gd name="connsiteY1" fmla="*/ 21150 h 41981"/>
                  <a:gd name="connsiteX2" fmla="*/ 37482 w 41981"/>
                  <a:gd name="connsiteY2" fmla="*/ 21150 h 41981"/>
                  <a:gd name="connsiteX3" fmla="*/ 21292 w 41981"/>
                  <a:gd name="connsiteY3" fmla="*/ 37340 h 41981"/>
                  <a:gd name="connsiteX4" fmla="*/ 5101 w 41981"/>
                  <a:gd name="connsiteY4" fmla="*/ 21150 h 41981"/>
                  <a:gd name="connsiteX5" fmla="*/ 21292 w 41981"/>
                  <a:gd name="connsiteY5" fmla="*/ 4959 h 41981"/>
                  <a:gd name="connsiteX6" fmla="*/ 21292 w 41981"/>
                  <a:gd name="connsiteY6" fmla="*/ 159 h 41981"/>
                  <a:gd name="connsiteX7" fmla="*/ 301 w 41981"/>
                  <a:gd name="connsiteY7" fmla="*/ 21150 h 41981"/>
                  <a:gd name="connsiteX8" fmla="*/ 21292 w 41981"/>
                  <a:gd name="connsiteY8" fmla="*/ 42140 h 41981"/>
                  <a:gd name="connsiteX9" fmla="*/ 42282 w 41981"/>
                  <a:gd name="connsiteY9" fmla="*/ 21150 h 41981"/>
                  <a:gd name="connsiteX10" fmla="*/ 42282 w 41981"/>
                  <a:gd name="connsiteY10" fmla="*/ 21150 h 41981"/>
                  <a:gd name="connsiteX11" fmla="*/ 21292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2" y="4959"/>
                    </a:moveTo>
                    <a:cubicBezTo>
                      <a:pt x="30233" y="4959"/>
                      <a:pt x="37482" y="12208"/>
                      <a:pt x="37482" y="21150"/>
                    </a:cubicBezTo>
                    <a:lnTo>
                      <a:pt x="37482" y="21150"/>
                    </a:lnTo>
                    <a:cubicBezTo>
                      <a:pt x="37482" y="30091"/>
                      <a:pt x="30233" y="37340"/>
                      <a:pt x="21292" y="37340"/>
                    </a:cubicBezTo>
                    <a:cubicBezTo>
                      <a:pt x="12350" y="37340"/>
                      <a:pt x="5101" y="30091"/>
                      <a:pt x="5101" y="21150"/>
                    </a:cubicBezTo>
                    <a:cubicBezTo>
                      <a:pt x="5101" y="12208"/>
                      <a:pt x="12350" y="4959"/>
                      <a:pt x="21292" y="4959"/>
                    </a:cubicBezTo>
                    <a:close/>
                    <a:moveTo>
                      <a:pt x="21292" y="159"/>
                    </a:moveTo>
                    <a:cubicBezTo>
                      <a:pt x="9699" y="159"/>
                      <a:pt x="301" y="9557"/>
                      <a:pt x="301" y="21150"/>
                    </a:cubicBezTo>
                    <a:cubicBezTo>
                      <a:pt x="301" y="32742"/>
                      <a:pt x="9699" y="42140"/>
                      <a:pt x="21292" y="42140"/>
                    </a:cubicBezTo>
                    <a:cubicBezTo>
                      <a:pt x="32884" y="42140"/>
                      <a:pt x="42282" y="32742"/>
                      <a:pt x="42282" y="21150"/>
                    </a:cubicBezTo>
                    <a:lnTo>
                      <a:pt x="42282" y="21150"/>
                    </a:lnTo>
                    <a:cubicBezTo>
                      <a:pt x="42282" y="9557"/>
                      <a:pt x="32884" y="159"/>
                      <a:pt x="21292" y="159"/>
                    </a:cubicBezTo>
                    <a:close/>
                  </a:path>
                </a:pathLst>
              </a:custGeom>
              <a:solidFill>
                <a:srgbClr val="000000"/>
              </a:solidFill>
              <a:ln w="4794" cap="sq">
                <a:noFill/>
                <a:prstDash val="solid"/>
                <a:round/>
              </a:ln>
            </p:spPr>
            <p:txBody>
              <a:bodyPr rtlCol="0" anchor="ctr"/>
              <a:lstStyle/>
              <a:p>
                <a:endParaRPr lang="en-US"/>
              </a:p>
            </p:txBody>
          </p:sp>
          <p:sp>
            <p:nvSpPr>
              <p:cNvPr id="1734" name="Freeform: Shape 1733">
                <a:extLst>
                  <a:ext uri="{FF2B5EF4-FFF2-40B4-BE49-F238E27FC236}">
                    <a16:creationId xmlns:a16="http://schemas.microsoft.com/office/drawing/2014/main" id="{9AB1F40E-C8AB-AA22-4051-CEB0E6E23E63}"/>
                  </a:ext>
                </a:extLst>
              </p:cNvPr>
              <p:cNvSpPr/>
              <p:nvPr/>
            </p:nvSpPr>
            <p:spPr>
              <a:xfrm>
                <a:off x="7743700" y="7974420"/>
                <a:ext cx="37180" cy="37180"/>
              </a:xfrm>
              <a:custGeom>
                <a:avLst/>
                <a:gdLst>
                  <a:gd name="connsiteX0" fmla="*/ 37450 w 37180"/>
                  <a:gd name="connsiteY0" fmla="*/ 18759 h 37180"/>
                  <a:gd name="connsiteX1" fmla="*/ 18859 w 37180"/>
                  <a:gd name="connsiteY1" fmla="*/ 37349 h 37180"/>
                  <a:gd name="connsiteX2" fmla="*/ 269 w 37180"/>
                  <a:gd name="connsiteY2" fmla="*/ 18759 h 37180"/>
                  <a:gd name="connsiteX3" fmla="*/ 18859 w 37180"/>
                  <a:gd name="connsiteY3" fmla="*/ 169 h 37180"/>
                  <a:gd name="connsiteX4" fmla="*/ 37450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59"/>
                    </a:moveTo>
                    <a:cubicBezTo>
                      <a:pt x="37450" y="29026"/>
                      <a:pt x="29126" y="37349"/>
                      <a:pt x="18859" y="37349"/>
                    </a:cubicBezTo>
                    <a:cubicBezTo>
                      <a:pt x="8592" y="37349"/>
                      <a:pt x="269" y="29026"/>
                      <a:pt x="269" y="18759"/>
                    </a:cubicBezTo>
                    <a:cubicBezTo>
                      <a:pt x="269" y="8492"/>
                      <a:pt x="8592" y="169"/>
                      <a:pt x="18859" y="169"/>
                    </a:cubicBezTo>
                    <a:cubicBezTo>
                      <a:pt x="29126" y="169"/>
                      <a:pt x="37450" y="8492"/>
                      <a:pt x="37450" y="18759"/>
                    </a:cubicBezTo>
                    <a:close/>
                  </a:path>
                </a:pathLst>
              </a:custGeom>
              <a:solidFill>
                <a:srgbClr val="F7F4F4"/>
              </a:solidFill>
              <a:ln w="5753" cap="sq">
                <a:noFill/>
                <a:prstDash val="solid"/>
                <a:miter/>
              </a:ln>
            </p:spPr>
            <p:txBody>
              <a:bodyPr rtlCol="0" anchor="ctr"/>
              <a:lstStyle/>
              <a:p>
                <a:endParaRPr lang="en-US"/>
              </a:p>
            </p:txBody>
          </p:sp>
          <p:sp>
            <p:nvSpPr>
              <p:cNvPr id="1735" name="Freeform: Shape 1734">
                <a:extLst>
                  <a:ext uri="{FF2B5EF4-FFF2-40B4-BE49-F238E27FC236}">
                    <a16:creationId xmlns:a16="http://schemas.microsoft.com/office/drawing/2014/main" id="{B1F8571A-46C1-A45D-02E4-6A0EA255DE8F}"/>
                  </a:ext>
                </a:extLst>
              </p:cNvPr>
              <p:cNvSpPr/>
              <p:nvPr/>
            </p:nvSpPr>
            <p:spPr>
              <a:xfrm>
                <a:off x="7741300" y="7972020"/>
                <a:ext cx="41981" cy="41981"/>
              </a:xfrm>
              <a:custGeom>
                <a:avLst/>
                <a:gdLst>
                  <a:gd name="connsiteX0" fmla="*/ 21259 w 41981"/>
                  <a:gd name="connsiteY0" fmla="*/ 4969 h 41981"/>
                  <a:gd name="connsiteX1" fmla="*/ 37450 w 41981"/>
                  <a:gd name="connsiteY1" fmla="*/ 21159 h 41981"/>
                  <a:gd name="connsiteX2" fmla="*/ 37450 w 41981"/>
                  <a:gd name="connsiteY2" fmla="*/ 21159 h 41981"/>
                  <a:gd name="connsiteX3" fmla="*/ 21259 w 41981"/>
                  <a:gd name="connsiteY3" fmla="*/ 37349 h 41981"/>
                  <a:gd name="connsiteX4" fmla="*/ 5069 w 41981"/>
                  <a:gd name="connsiteY4" fmla="*/ 21159 h 41981"/>
                  <a:gd name="connsiteX5" fmla="*/ 21259 w 41981"/>
                  <a:gd name="connsiteY5" fmla="*/ 4969 h 41981"/>
                  <a:gd name="connsiteX6" fmla="*/ 21259 w 41981"/>
                  <a:gd name="connsiteY6" fmla="*/ 169 h 41981"/>
                  <a:gd name="connsiteX7" fmla="*/ 269 w 41981"/>
                  <a:gd name="connsiteY7" fmla="*/ 21159 h 41981"/>
                  <a:gd name="connsiteX8" fmla="*/ 21259 w 41981"/>
                  <a:gd name="connsiteY8" fmla="*/ 42150 h 41981"/>
                  <a:gd name="connsiteX9" fmla="*/ 42250 w 41981"/>
                  <a:gd name="connsiteY9" fmla="*/ 21159 h 41981"/>
                  <a:gd name="connsiteX10" fmla="*/ 42250 w 41981"/>
                  <a:gd name="connsiteY10" fmla="*/ 21159 h 41981"/>
                  <a:gd name="connsiteX11" fmla="*/ 21259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9"/>
                    </a:moveTo>
                    <a:cubicBezTo>
                      <a:pt x="30201" y="4969"/>
                      <a:pt x="37450" y="12217"/>
                      <a:pt x="37450" y="21159"/>
                    </a:cubicBezTo>
                    <a:lnTo>
                      <a:pt x="37450" y="21159"/>
                    </a:lnTo>
                    <a:cubicBezTo>
                      <a:pt x="37450" y="30101"/>
                      <a:pt x="30201" y="37349"/>
                      <a:pt x="21259" y="37349"/>
                    </a:cubicBezTo>
                    <a:cubicBezTo>
                      <a:pt x="12317" y="37349"/>
                      <a:pt x="5069" y="30101"/>
                      <a:pt x="5069" y="21159"/>
                    </a:cubicBezTo>
                    <a:cubicBezTo>
                      <a:pt x="5069" y="12217"/>
                      <a:pt x="12317" y="4969"/>
                      <a:pt x="21259" y="4969"/>
                    </a:cubicBezTo>
                    <a:close/>
                    <a:moveTo>
                      <a:pt x="21259" y="169"/>
                    </a:moveTo>
                    <a:cubicBezTo>
                      <a:pt x="9667" y="169"/>
                      <a:pt x="269" y="9567"/>
                      <a:pt x="269" y="21159"/>
                    </a:cubicBezTo>
                    <a:cubicBezTo>
                      <a:pt x="269" y="32752"/>
                      <a:pt x="9667" y="42150"/>
                      <a:pt x="21259" y="42150"/>
                    </a:cubicBezTo>
                    <a:cubicBezTo>
                      <a:pt x="32852" y="42150"/>
                      <a:pt x="42250" y="32752"/>
                      <a:pt x="42250" y="21159"/>
                    </a:cubicBezTo>
                    <a:lnTo>
                      <a:pt x="42250" y="21159"/>
                    </a:lnTo>
                    <a:cubicBezTo>
                      <a:pt x="42250" y="9567"/>
                      <a:pt x="32852" y="169"/>
                      <a:pt x="21259" y="169"/>
                    </a:cubicBezTo>
                    <a:close/>
                  </a:path>
                </a:pathLst>
              </a:custGeom>
              <a:solidFill>
                <a:srgbClr val="000000"/>
              </a:solidFill>
              <a:ln w="4794" cap="sq">
                <a:noFill/>
                <a:prstDash val="solid"/>
                <a:round/>
              </a:ln>
            </p:spPr>
            <p:txBody>
              <a:bodyPr rtlCol="0" anchor="ctr"/>
              <a:lstStyle/>
              <a:p>
                <a:endParaRPr lang="en-US"/>
              </a:p>
            </p:txBody>
          </p:sp>
          <p:sp>
            <p:nvSpPr>
              <p:cNvPr id="1736" name="Freeform: Shape 1735">
                <a:extLst>
                  <a:ext uri="{FF2B5EF4-FFF2-40B4-BE49-F238E27FC236}">
                    <a16:creationId xmlns:a16="http://schemas.microsoft.com/office/drawing/2014/main" id="{51F8C89E-C470-65F5-6DBB-87E3CA18212E}"/>
                  </a:ext>
                </a:extLst>
              </p:cNvPr>
              <p:cNvSpPr/>
              <p:nvPr/>
            </p:nvSpPr>
            <p:spPr>
              <a:xfrm>
                <a:off x="7629410" y="7538202"/>
                <a:ext cx="37180" cy="37180"/>
              </a:xfrm>
              <a:custGeom>
                <a:avLst/>
                <a:gdLst>
                  <a:gd name="connsiteX0" fmla="*/ 37430 w 37180"/>
                  <a:gd name="connsiteY0" fmla="*/ 18683 h 37180"/>
                  <a:gd name="connsiteX1" fmla="*/ 18839 w 37180"/>
                  <a:gd name="connsiteY1" fmla="*/ 37274 h 37180"/>
                  <a:gd name="connsiteX2" fmla="*/ 249 w 37180"/>
                  <a:gd name="connsiteY2" fmla="*/ 18683 h 37180"/>
                  <a:gd name="connsiteX3" fmla="*/ 18839 w 37180"/>
                  <a:gd name="connsiteY3" fmla="*/ 93 h 37180"/>
                  <a:gd name="connsiteX4" fmla="*/ 37430 w 37180"/>
                  <a:gd name="connsiteY4" fmla="*/ 186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683"/>
                    </a:moveTo>
                    <a:cubicBezTo>
                      <a:pt x="37430" y="28951"/>
                      <a:pt x="29106" y="37274"/>
                      <a:pt x="18839" y="37274"/>
                    </a:cubicBezTo>
                    <a:cubicBezTo>
                      <a:pt x="8572" y="37274"/>
                      <a:pt x="249" y="28951"/>
                      <a:pt x="249" y="18683"/>
                    </a:cubicBezTo>
                    <a:cubicBezTo>
                      <a:pt x="249" y="8416"/>
                      <a:pt x="8572" y="93"/>
                      <a:pt x="18839" y="93"/>
                    </a:cubicBezTo>
                    <a:cubicBezTo>
                      <a:pt x="29106" y="93"/>
                      <a:pt x="37430" y="8416"/>
                      <a:pt x="37430" y="18683"/>
                    </a:cubicBezTo>
                    <a:close/>
                  </a:path>
                </a:pathLst>
              </a:custGeom>
              <a:solidFill>
                <a:srgbClr val="F7A500"/>
              </a:solidFill>
              <a:ln w="5753" cap="sq">
                <a:noFill/>
                <a:prstDash val="solid"/>
                <a:miter/>
              </a:ln>
            </p:spPr>
            <p:txBody>
              <a:bodyPr rtlCol="0" anchor="ctr"/>
              <a:lstStyle/>
              <a:p>
                <a:endParaRPr lang="en-US"/>
              </a:p>
            </p:txBody>
          </p:sp>
          <p:sp>
            <p:nvSpPr>
              <p:cNvPr id="1737" name="Freeform: Shape 1736">
                <a:extLst>
                  <a:ext uri="{FF2B5EF4-FFF2-40B4-BE49-F238E27FC236}">
                    <a16:creationId xmlns:a16="http://schemas.microsoft.com/office/drawing/2014/main" id="{629CB242-013A-7183-DD0C-BFB0FF1A5D9B}"/>
                  </a:ext>
                </a:extLst>
              </p:cNvPr>
              <p:cNvSpPr/>
              <p:nvPr/>
            </p:nvSpPr>
            <p:spPr>
              <a:xfrm>
                <a:off x="7627010" y="7535801"/>
                <a:ext cx="41981" cy="41981"/>
              </a:xfrm>
              <a:custGeom>
                <a:avLst/>
                <a:gdLst>
                  <a:gd name="connsiteX0" fmla="*/ 21239 w 41981"/>
                  <a:gd name="connsiteY0" fmla="*/ 4893 h 41981"/>
                  <a:gd name="connsiteX1" fmla="*/ 37430 w 41981"/>
                  <a:gd name="connsiteY1" fmla="*/ 21084 h 41981"/>
                  <a:gd name="connsiteX2" fmla="*/ 37430 w 41981"/>
                  <a:gd name="connsiteY2" fmla="*/ 21084 h 41981"/>
                  <a:gd name="connsiteX3" fmla="*/ 21239 w 41981"/>
                  <a:gd name="connsiteY3" fmla="*/ 37274 h 41981"/>
                  <a:gd name="connsiteX4" fmla="*/ 5049 w 41981"/>
                  <a:gd name="connsiteY4" fmla="*/ 21084 h 41981"/>
                  <a:gd name="connsiteX5" fmla="*/ 21239 w 41981"/>
                  <a:gd name="connsiteY5" fmla="*/ 4893 h 41981"/>
                  <a:gd name="connsiteX6" fmla="*/ 21239 w 41981"/>
                  <a:gd name="connsiteY6" fmla="*/ 93 h 41981"/>
                  <a:gd name="connsiteX7" fmla="*/ 249 w 41981"/>
                  <a:gd name="connsiteY7" fmla="*/ 21084 h 41981"/>
                  <a:gd name="connsiteX8" fmla="*/ 21239 w 41981"/>
                  <a:gd name="connsiteY8" fmla="*/ 42074 h 41981"/>
                  <a:gd name="connsiteX9" fmla="*/ 42230 w 41981"/>
                  <a:gd name="connsiteY9" fmla="*/ 21084 h 41981"/>
                  <a:gd name="connsiteX10" fmla="*/ 42230 w 41981"/>
                  <a:gd name="connsiteY10" fmla="*/ 21084 h 41981"/>
                  <a:gd name="connsiteX11" fmla="*/ 21239 w 41981"/>
                  <a:gd name="connsiteY11" fmla="*/ 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893"/>
                    </a:moveTo>
                    <a:cubicBezTo>
                      <a:pt x="30181" y="4893"/>
                      <a:pt x="37430" y="12142"/>
                      <a:pt x="37430" y="21084"/>
                    </a:cubicBezTo>
                    <a:lnTo>
                      <a:pt x="37430" y="21084"/>
                    </a:lnTo>
                    <a:cubicBezTo>
                      <a:pt x="37430" y="30025"/>
                      <a:pt x="30181" y="37274"/>
                      <a:pt x="21239" y="37274"/>
                    </a:cubicBezTo>
                    <a:cubicBezTo>
                      <a:pt x="12298" y="37274"/>
                      <a:pt x="5049" y="30025"/>
                      <a:pt x="5049" y="21084"/>
                    </a:cubicBezTo>
                    <a:cubicBezTo>
                      <a:pt x="5049" y="12142"/>
                      <a:pt x="12298" y="4893"/>
                      <a:pt x="21239" y="4893"/>
                    </a:cubicBezTo>
                    <a:close/>
                    <a:moveTo>
                      <a:pt x="21239" y="93"/>
                    </a:moveTo>
                    <a:cubicBezTo>
                      <a:pt x="9647" y="93"/>
                      <a:pt x="249" y="9491"/>
                      <a:pt x="249" y="21084"/>
                    </a:cubicBezTo>
                    <a:cubicBezTo>
                      <a:pt x="249" y="32676"/>
                      <a:pt x="9647" y="42074"/>
                      <a:pt x="21239" y="42074"/>
                    </a:cubicBezTo>
                    <a:cubicBezTo>
                      <a:pt x="32832" y="42074"/>
                      <a:pt x="42230" y="32676"/>
                      <a:pt x="42230" y="21084"/>
                    </a:cubicBezTo>
                    <a:lnTo>
                      <a:pt x="42230" y="21084"/>
                    </a:lnTo>
                    <a:cubicBezTo>
                      <a:pt x="42230" y="9491"/>
                      <a:pt x="32832" y="93"/>
                      <a:pt x="21239" y="93"/>
                    </a:cubicBezTo>
                    <a:close/>
                  </a:path>
                </a:pathLst>
              </a:custGeom>
              <a:solidFill>
                <a:srgbClr val="000000"/>
              </a:solidFill>
              <a:ln w="4794" cap="sq">
                <a:noFill/>
                <a:prstDash val="solid"/>
                <a:round/>
              </a:ln>
            </p:spPr>
            <p:txBody>
              <a:bodyPr rtlCol="0" anchor="ctr"/>
              <a:lstStyle/>
              <a:p>
                <a:endParaRPr lang="en-US"/>
              </a:p>
            </p:txBody>
          </p:sp>
          <p:sp>
            <p:nvSpPr>
              <p:cNvPr id="1738" name="Freeform: Shape 1737">
                <a:extLst>
                  <a:ext uri="{FF2B5EF4-FFF2-40B4-BE49-F238E27FC236}">
                    <a16:creationId xmlns:a16="http://schemas.microsoft.com/office/drawing/2014/main" id="{8114E57D-6BD2-BC51-B6FD-52C9A6106F0D}"/>
                  </a:ext>
                </a:extLst>
              </p:cNvPr>
              <p:cNvSpPr/>
              <p:nvPr/>
            </p:nvSpPr>
            <p:spPr>
              <a:xfrm>
                <a:off x="7652761" y="8092247"/>
                <a:ext cx="37180" cy="37180"/>
              </a:xfrm>
              <a:custGeom>
                <a:avLst/>
                <a:gdLst>
                  <a:gd name="connsiteX0" fmla="*/ 37434 w 37180"/>
                  <a:gd name="connsiteY0" fmla="*/ 18780 h 37180"/>
                  <a:gd name="connsiteX1" fmla="*/ 18843 w 37180"/>
                  <a:gd name="connsiteY1" fmla="*/ 37370 h 37180"/>
                  <a:gd name="connsiteX2" fmla="*/ 253 w 37180"/>
                  <a:gd name="connsiteY2" fmla="*/ 18780 h 37180"/>
                  <a:gd name="connsiteX3" fmla="*/ 18843 w 37180"/>
                  <a:gd name="connsiteY3" fmla="*/ 189 h 37180"/>
                  <a:gd name="connsiteX4" fmla="*/ 37434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80"/>
                    </a:moveTo>
                    <a:cubicBezTo>
                      <a:pt x="37434" y="29047"/>
                      <a:pt x="29111" y="37370"/>
                      <a:pt x="18843" y="37370"/>
                    </a:cubicBezTo>
                    <a:cubicBezTo>
                      <a:pt x="8576" y="37370"/>
                      <a:pt x="253" y="29047"/>
                      <a:pt x="253" y="18780"/>
                    </a:cubicBezTo>
                    <a:cubicBezTo>
                      <a:pt x="253" y="8512"/>
                      <a:pt x="8576" y="189"/>
                      <a:pt x="18843" y="189"/>
                    </a:cubicBezTo>
                    <a:cubicBezTo>
                      <a:pt x="29111" y="189"/>
                      <a:pt x="37434" y="8512"/>
                      <a:pt x="37434" y="18780"/>
                    </a:cubicBezTo>
                    <a:close/>
                  </a:path>
                </a:pathLst>
              </a:custGeom>
              <a:solidFill>
                <a:srgbClr val="F7CFCF"/>
              </a:solidFill>
              <a:ln w="5753" cap="sq">
                <a:noFill/>
                <a:prstDash val="solid"/>
                <a:miter/>
              </a:ln>
            </p:spPr>
            <p:txBody>
              <a:bodyPr rtlCol="0" anchor="ctr"/>
              <a:lstStyle/>
              <a:p>
                <a:endParaRPr lang="en-US"/>
              </a:p>
            </p:txBody>
          </p:sp>
          <p:sp>
            <p:nvSpPr>
              <p:cNvPr id="1739" name="Freeform: Shape 1738">
                <a:extLst>
                  <a:ext uri="{FF2B5EF4-FFF2-40B4-BE49-F238E27FC236}">
                    <a16:creationId xmlns:a16="http://schemas.microsoft.com/office/drawing/2014/main" id="{EAFE0D31-08AB-9E52-528B-B05EFD000A6A}"/>
                  </a:ext>
                </a:extLst>
              </p:cNvPr>
              <p:cNvSpPr/>
              <p:nvPr/>
            </p:nvSpPr>
            <p:spPr>
              <a:xfrm>
                <a:off x="7650361" y="8089847"/>
                <a:ext cx="41981" cy="41981"/>
              </a:xfrm>
              <a:custGeom>
                <a:avLst/>
                <a:gdLst>
                  <a:gd name="connsiteX0" fmla="*/ 21244 w 41981"/>
                  <a:gd name="connsiteY0" fmla="*/ 4990 h 41981"/>
                  <a:gd name="connsiteX1" fmla="*/ 37434 w 41981"/>
                  <a:gd name="connsiteY1" fmla="*/ 21180 h 41981"/>
                  <a:gd name="connsiteX2" fmla="*/ 37434 w 41981"/>
                  <a:gd name="connsiteY2" fmla="*/ 21180 h 41981"/>
                  <a:gd name="connsiteX3" fmla="*/ 21244 w 41981"/>
                  <a:gd name="connsiteY3" fmla="*/ 37370 h 41981"/>
                  <a:gd name="connsiteX4" fmla="*/ 5053 w 41981"/>
                  <a:gd name="connsiteY4" fmla="*/ 21180 h 41981"/>
                  <a:gd name="connsiteX5" fmla="*/ 21244 w 41981"/>
                  <a:gd name="connsiteY5" fmla="*/ 4990 h 41981"/>
                  <a:gd name="connsiteX6" fmla="*/ 21244 w 41981"/>
                  <a:gd name="connsiteY6" fmla="*/ 189 h 41981"/>
                  <a:gd name="connsiteX7" fmla="*/ 253 w 41981"/>
                  <a:gd name="connsiteY7" fmla="*/ 21180 h 41981"/>
                  <a:gd name="connsiteX8" fmla="*/ 21244 w 41981"/>
                  <a:gd name="connsiteY8" fmla="*/ 42170 h 41981"/>
                  <a:gd name="connsiteX9" fmla="*/ 42234 w 41981"/>
                  <a:gd name="connsiteY9" fmla="*/ 21180 h 41981"/>
                  <a:gd name="connsiteX10" fmla="*/ 42234 w 41981"/>
                  <a:gd name="connsiteY10" fmla="*/ 21180 h 41981"/>
                  <a:gd name="connsiteX11" fmla="*/ 21244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90"/>
                    </a:moveTo>
                    <a:cubicBezTo>
                      <a:pt x="30185" y="4990"/>
                      <a:pt x="37434" y="12238"/>
                      <a:pt x="37434" y="21180"/>
                    </a:cubicBezTo>
                    <a:lnTo>
                      <a:pt x="37434" y="21180"/>
                    </a:lnTo>
                    <a:cubicBezTo>
                      <a:pt x="37434" y="30122"/>
                      <a:pt x="30185" y="37370"/>
                      <a:pt x="21244" y="37370"/>
                    </a:cubicBezTo>
                    <a:cubicBezTo>
                      <a:pt x="12302" y="37370"/>
                      <a:pt x="5053" y="30122"/>
                      <a:pt x="5053" y="21180"/>
                    </a:cubicBezTo>
                    <a:cubicBezTo>
                      <a:pt x="5053" y="12238"/>
                      <a:pt x="12302" y="4990"/>
                      <a:pt x="21244" y="4990"/>
                    </a:cubicBezTo>
                    <a:close/>
                    <a:moveTo>
                      <a:pt x="21244" y="189"/>
                    </a:moveTo>
                    <a:cubicBezTo>
                      <a:pt x="9651" y="189"/>
                      <a:pt x="253" y="9587"/>
                      <a:pt x="253" y="21180"/>
                    </a:cubicBezTo>
                    <a:cubicBezTo>
                      <a:pt x="253" y="32772"/>
                      <a:pt x="9651" y="42170"/>
                      <a:pt x="21244" y="42170"/>
                    </a:cubicBezTo>
                    <a:cubicBezTo>
                      <a:pt x="32836" y="42170"/>
                      <a:pt x="42234" y="32772"/>
                      <a:pt x="42234" y="21180"/>
                    </a:cubicBezTo>
                    <a:lnTo>
                      <a:pt x="42234" y="21180"/>
                    </a:lnTo>
                    <a:cubicBezTo>
                      <a:pt x="42234" y="9587"/>
                      <a:pt x="32836" y="189"/>
                      <a:pt x="21244" y="189"/>
                    </a:cubicBezTo>
                    <a:close/>
                  </a:path>
                </a:pathLst>
              </a:custGeom>
              <a:solidFill>
                <a:srgbClr val="000000"/>
              </a:solidFill>
              <a:ln w="4794" cap="sq">
                <a:noFill/>
                <a:prstDash val="solid"/>
                <a:round/>
              </a:ln>
            </p:spPr>
            <p:txBody>
              <a:bodyPr rtlCol="0" anchor="ctr"/>
              <a:lstStyle/>
              <a:p>
                <a:endParaRPr lang="en-US"/>
              </a:p>
            </p:txBody>
          </p:sp>
          <p:sp>
            <p:nvSpPr>
              <p:cNvPr id="1740" name="Freeform: Shape 1739">
                <a:extLst>
                  <a:ext uri="{FF2B5EF4-FFF2-40B4-BE49-F238E27FC236}">
                    <a16:creationId xmlns:a16="http://schemas.microsoft.com/office/drawing/2014/main" id="{6AFA0CAC-B416-5A61-FF4F-5A98B8647F3B}"/>
                  </a:ext>
                </a:extLst>
              </p:cNvPr>
              <p:cNvSpPr/>
              <p:nvPr/>
            </p:nvSpPr>
            <p:spPr>
              <a:xfrm>
                <a:off x="7611330" y="7663651"/>
                <a:ext cx="37180" cy="37180"/>
              </a:xfrm>
              <a:custGeom>
                <a:avLst/>
                <a:gdLst>
                  <a:gd name="connsiteX0" fmla="*/ 37427 w 37180"/>
                  <a:gd name="connsiteY0" fmla="*/ 18705 h 37180"/>
                  <a:gd name="connsiteX1" fmla="*/ 18836 w 37180"/>
                  <a:gd name="connsiteY1" fmla="*/ 37296 h 37180"/>
                  <a:gd name="connsiteX2" fmla="*/ 246 w 37180"/>
                  <a:gd name="connsiteY2" fmla="*/ 18705 h 37180"/>
                  <a:gd name="connsiteX3" fmla="*/ 18836 w 37180"/>
                  <a:gd name="connsiteY3" fmla="*/ 115 h 37180"/>
                  <a:gd name="connsiteX4" fmla="*/ 37427 w 37180"/>
                  <a:gd name="connsiteY4" fmla="*/ 1870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05"/>
                    </a:moveTo>
                    <a:cubicBezTo>
                      <a:pt x="37427" y="28972"/>
                      <a:pt x="29103" y="37296"/>
                      <a:pt x="18836" y="37296"/>
                    </a:cubicBezTo>
                    <a:cubicBezTo>
                      <a:pt x="8569" y="37296"/>
                      <a:pt x="246" y="28972"/>
                      <a:pt x="246" y="18705"/>
                    </a:cubicBezTo>
                    <a:cubicBezTo>
                      <a:pt x="246" y="8438"/>
                      <a:pt x="8569" y="115"/>
                      <a:pt x="18836" y="115"/>
                    </a:cubicBezTo>
                    <a:cubicBezTo>
                      <a:pt x="29103" y="115"/>
                      <a:pt x="37427" y="8438"/>
                      <a:pt x="37427" y="18705"/>
                    </a:cubicBezTo>
                    <a:close/>
                  </a:path>
                </a:pathLst>
              </a:custGeom>
              <a:solidFill>
                <a:srgbClr val="F7C3C3"/>
              </a:solidFill>
              <a:ln w="5753" cap="sq">
                <a:noFill/>
                <a:prstDash val="solid"/>
                <a:miter/>
              </a:ln>
            </p:spPr>
            <p:txBody>
              <a:bodyPr rtlCol="0" anchor="ctr"/>
              <a:lstStyle/>
              <a:p>
                <a:endParaRPr lang="en-US"/>
              </a:p>
            </p:txBody>
          </p:sp>
          <p:sp>
            <p:nvSpPr>
              <p:cNvPr id="1741" name="Freeform: Shape 1740">
                <a:extLst>
                  <a:ext uri="{FF2B5EF4-FFF2-40B4-BE49-F238E27FC236}">
                    <a16:creationId xmlns:a16="http://schemas.microsoft.com/office/drawing/2014/main" id="{D3730E88-B1A6-56C9-3A9F-68C5E88CBD08}"/>
                  </a:ext>
                </a:extLst>
              </p:cNvPr>
              <p:cNvSpPr/>
              <p:nvPr/>
            </p:nvSpPr>
            <p:spPr>
              <a:xfrm>
                <a:off x="7608929" y="7661251"/>
                <a:ext cx="41981" cy="41981"/>
              </a:xfrm>
              <a:custGeom>
                <a:avLst/>
                <a:gdLst>
                  <a:gd name="connsiteX0" fmla="*/ 21236 w 41981"/>
                  <a:gd name="connsiteY0" fmla="*/ 4915 h 41981"/>
                  <a:gd name="connsiteX1" fmla="*/ 37427 w 41981"/>
                  <a:gd name="connsiteY1" fmla="*/ 21105 h 41981"/>
                  <a:gd name="connsiteX2" fmla="*/ 37427 w 41981"/>
                  <a:gd name="connsiteY2" fmla="*/ 21105 h 41981"/>
                  <a:gd name="connsiteX3" fmla="*/ 21236 w 41981"/>
                  <a:gd name="connsiteY3" fmla="*/ 37296 h 41981"/>
                  <a:gd name="connsiteX4" fmla="*/ 5046 w 41981"/>
                  <a:gd name="connsiteY4" fmla="*/ 21105 h 41981"/>
                  <a:gd name="connsiteX5" fmla="*/ 21236 w 41981"/>
                  <a:gd name="connsiteY5" fmla="*/ 4915 h 41981"/>
                  <a:gd name="connsiteX6" fmla="*/ 21236 w 41981"/>
                  <a:gd name="connsiteY6" fmla="*/ 115 h 41981"/>
                  <a:gd name="connsiteX7" fmla="*/ 246 w 41981"/>
                  <a:gd name="connsiteY7" fmla="*/ 21105 h 41981"/>
                  <a:gd name="connsiteX8" fmla="*/ 21236 w 41981"/>
                  <a:gd name="connsiteY8" fmla="*/ 42096 h 41981"/>
                  <a:gd name="connsiteX9" fmla="*/ 42227 w 41981"/>
                  <a:gd name="connsiteY9" fmla="*/ 21105 h 41981"/>
                  <a:gd name="connsiteX10" fmla="*/ 42227 w 41981"/>
                  <a:gd name="connsiteY10" fmla="*/ 21105 h 41981"/>
                  <a:gd name="connsiteX11" fmla="*/ 21236 w 41981"/>
                  <a:gd name="connsiteY11" fmla="*/ 11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15"/>
                    </a:moveTo>
                    <a:cubicBezTo>
                      <a:pt x="30178" y="4915"/>
                      <a:pt x="37427" y="12164"/>
                      <a:pt x="37427" y="21105"/>
                    </a:cubicBezTo>
                    <a:lnTo>
                      <a:pt x="37427" y="21105"/>
                    </a:lnTo>
                    <a:cubicBezTo>
                      <a:pt x="37427" y="30047"/>
                      <a:pt x="30178" y="37296"/>
                      <a:pt x="21236" y="37296"/>
                    </a:cubicBezTo>
                    <a:cubicBezTo>
                      <a:pt x="12295" y="37296"/>
                      <a:pt x="5046" y="30047"/>
                      <a:pt x="5046" y="21105"/>
                    </a:cubicBezTo>
                    <a:cubicBezTo>
                      <a:pt x="5046" y="12164"/>
                      <a:pt x="12295" y="4915"/>
                      <a:pt x="21236" y="4915"/>
                    </a:cubicBezTo>
                    <a:close/>
                    <a:moveTo>
                      <a:pt x="21236" y="115"/>
                    </a:moveTo>
                    <a:cubicBezTo>
                      <a:pt x="9644" y="115"/>
                      <a:pt x="246" y="9513"/>
                      <a:pt x="246" y="21105"/>
                    </a:cubicBezTo>
                    <a:cubicBezTo>
                      <a:pt x="246" y="32698"/>
                      <a:pt x="9644" y="42096"/>
                      <a:pt x="21236" y="42096"/>
                    </a:cubicBezTo>
                    <a:cubicBezTo>
                      <a:pt x="32829" y="42096"/>
                      <a:pt x="42227" y="32698"/>
                      <a:pt x="42227" y="21105"/>
                    </a:cubicBezTo>
                    <a:lnTo>
                      <a:pt x="42227" y="21105"/>
                    </a:lnTo>
                    <a:cubicBezTo>
                      <a:pt x="42227" y="9513"/>
                      <a:pt x="32829" y="115"/>
                      <a:pt x="21236" y="115"/>
                    </a:cubicBezTo>
                    <a:close/>
                  </a:path>
                </a:pathLst>
              </a:custGeom>
              <a:solidFill>
                <a:srgbClr val="000000"/>
              </a:solidFill>
              <a:ln w="4794" cap="sq">
                <a:noFill/>
                <a:prstDash val="solid"/>
                <a:round/>
              </a:ln>
            </p:spPr>
            <p:txBody>
              <a:bodyPr rtlCol="0" anchor="ctr"/>
              <a:lstStyle/>
              <a:p>
                <a:endParaRPr lang="en-US"/>
              </a:p>
            </p:txBody>
          </p:sp>
          <p:sp>
            <p:nvSpPr>
              <p:cNvPr id="1742" name="Freeform: Shape 1741">
                <a:extLst>
                  <a:ext uri="{FF2B5EF4-FFF2-40B4-BE49-F238E27FC236}">
                    <a16:creationId xmlns:a16="http://schemas.microsoft.com/office/drawing/2014/main" id="{74585305-2C87-CC43-9AEF-0E572FD62701}"/>
                  </a:ext>
                </a:extLst>
              </p:cNvPr>
              <p:cNvSpPr/>
              <p:nvPr/>
            </p:nvSpPr>
            <p:spPr>
              <a:xfrm>
                <a:off x="7772160" y="8029411"/>
                <a:ext cx="37180" cy="37180"/>
              </a:xfrm>
              <a:custGeom>
                <a:avLst/>
                <a:gdLst>
                  <a:gd name="connsiteX0" fmla="*/ 37454 w 37180"/>
                  <a:gd name="connsiteY0" fmla="*/ 18769 h 37180"/>
                  <a:gd name="connsiteX1" fmla="*/ 18864 w 37180"/>
                  <a:gd name="connsiteY1" fmla="*/ 37359 h 37180"/>
                  <a:gd name="connsiteX2" fmla="*/ 274 w 37180"/>
                  <a:gd name="connsiteY2" fmla="*/ 18769 h 37180"/>
                  <a:gd name="connsiteX3" fmla="*/ 18864 w 37180"/>
                  <a:gd name="connsiteY3" fmla="*/ 178 h 37180"/>
                  <a:gd name="connsiteX4" fmla="*/ 37454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69"/>
                    </a:moveTo>
                    <a:cubicBezTo>
                      <a:pt x="37454" y="29036"/>
                      <a:pt x="29131" y="37359"/>
                      <a:pt x="18864" y="37359"/>
                    </a:cubicBezTo>
                    <a:cubicBezTo>
                      <a:pt x="8597" y="37359"/>
                      <a:pt x="274" y="29036"/>
                      <a:pt x="274" y="18769"/>
                    </a:cubicBezTo>
                    <a:cubicBezTo>
                      <a:pt x="274" y="8501"/>
                      <a:pt x="8597" y="178"/>
                      <a:pt x="18864" y="178"/>
                    </a:cubicBezTo>
                    <a:cubicBezTo>
                      <a:pt x="29131" y="178"/>
                      <a:pt x="37454" y="8501"/>
                      <a:pt x="37454" y="18769"/>
                    </a:cubicBezTo>
                    <a:close/>
                  </a:path>
                </a:pathLst>
              </a:custGeom>
              <a:solidFill>
                <a:srgbClr val="F7DBDB"/>
              </a:solidFill>
              <a:ln w="5753" cap="sq">
                <a:noFill/>
                <a:prstDash val="solid"/>
                <a:miter/>
              </a:ln>
            </p:spPr>
            <p:txBody>
              <a:bodyPr rtlCol="0" anchor="ctr"/>
              <a:lstStyle/>
              <a:p>
                <a:endParaRPr lang="en-US"/>
              </a:p>
            </p:txBody>
          </p:sp>
          <p:sp>
            <p:nvSpPr>
              <p:cNvPr id="1743" name="Freeform: Shape 1742">
                <a:extLst>
                  <a:ext uri="{FF2B5EF4-FFF2-40B4-BE49-F238E27FC236}">
                    <a16:creationId xmlns:a16="http://schemas.microsoft.com/office/drawing/2014/main" id="{9BC19284-DC35-5BC4-735B-2EBB97832499}"/>
                  </a:ext>
                </a:extLst>
              </p:cNvPr>
              <p:cNvSpPr/>
              <p:nvPr/>
            </p:nvSpPr>
            <p:spPr>
              <a:xfrm>
                <a:off x="7769760" y="8027011"/>
                <a:ext cx="41981" cy="41981"/>
              </a:xfrm>
              <a:custGeom>
                <a:avLst/>
                <a:gdLst>
                  <a:gd name="connsiteX0" fmla="*/ 21264 w 41981"/>
                  <a:gd name="connsiteY0" fmla="*/ 4979 h 41981"/>
                  <a:gd name="connsiteX1" fmla="*/ 37454 w 41981"/>
                  <a:gd name="connsiteY1" fmla="*/ 21169 h 41981"/>
                  <a:gd name="connsiteX2" fmla="*/ 37454 w 41981"/>
                  <a:gd name="connsiteY2" fmla="*/ 21169 h 41981"/>
                  <a:gd name="connsiteX3" fmla="*/ 21264 w 41981"/>
                  <a:gd name="connsiteY3" fmla="*/ 37359 h 41981"/>
                  <a:gd name="connsiteX4" fmla="*/ 5074 w 41981"/>
                  <a:gd name="connsiteY4" fmla="*/ 21169 h 41981"/>
                  <a:gd name="connsiteX5" fmla="*/ 21264 w 41981"/>
                  <a:gd name="connsiteY5" fmla="*/ 4979 h 41981"/>
                  <a:gd name="connsiteX6" fmla="*/ 21264 w 41981"/>
                  <a:gd name="connsiteY6" fmla="*/ 178 h 41981"/>
                  <a:gd name="connsiteX7" fmla="*/ 274 w 41981"/>
                  <a:gd name="connsiteY7" fmla="*/ 21169 h 41981"/>
                  <a:gd name="connsiteX8" fmla="*/ 21264 w 41981"/>
                  <a:gd name="connsiteY8" fmla="*/ 42159 h 41981"/>
                  <a:gd name="connsiteX9" fmla="*/ 42255 w 41981"/>
                  <a:gd name="connsiteY9" fmla="*/ 21169 h 41981"/>
                  <a:gd name="connsiteX10" fmla="*/ 42255 w 41981"/>
                  <a:gd name="connsiteY10" fmla="*/ 21169 h 41981"/>
                  <a:gd name="connsiteX11" fmla="*/ 21264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9"/>
                    </a:moveTo>
                    <a:cubicBezTo>
                      <a:pt x="30206" y="4979"/>
                      <a:pt x="37454" y="12227"/>
                      <a:pt x="37454" y="21169"/>
                    </a:cubicBezTo>
                    <a:lnTo>
                      <a:pt x="37454" y="21169"/>
                    </a:lnTo>
                    <a:cubicBezTo>
                      <a:pt x="37454" y="30111"/>
                      <a:pt x="30206" y="37359"/>
                      <a:pt x="21264" y="37359"/>
                    </a:cubicBezTo>
                    <a:cubicBezTo>
                      <a:pt x="12322" y="37359"/>
                      <a:pt x="5074" y="30111"/>
                      <a:pt x="5074" y="21169"/>
                    </a:cubicBezTo>
                    <a:cubicBezTo>
                      <a:pt x="5074" y="12227"/>
                      <a:pt x="12322" y="4979"/>
                      <a:pt x="21264" y="4979"/>
                    </a:cubicBezTo>
                    <a:close/>
                    <a:moveTo>
                      <a:pt x="21264" y="178"/>
                    </a:moveTo>
                    <a:cubicBezTo>
                      <a:pt x="9672" y="178"/>
                      <a:pt x="274" y="9576"/>
                      <a:pt x="274" y="21169"/>
                    </a:cubicBezTo>
                    <a:cubicBezTo>
                      <a:pt x="274" y="32761"/>
                      <a:pt x="9672" y="42159"/>
                      <a:pt x="21264" y="42159"/>
                    </a:cubicBezTo>
                    <a:cubicBezTo>
                      <a:pt x="32857" y="42159"/>
                      <a:pt x="42255" y="32761"/>
                      <a:pt x="42255" y="21169"/>
                    </a:cubicBezTo>
                    <a:lnTo>
                      <a:pt x="42255" y="21169"/>
                    </a:lnTo>
                    <a:cubicBezTo>
                      <a:pt x="42255" y="9576"/>
                      <a:pt x="32857" y="178"/>
                      <a:pt x="21264" y="178"/>
                    </a:cubicBezTo>
                    <a:close/>
                  </a:path>
                </a:pathLst>
              </a:custGeom>
              <a:solidFill>
                <a:srgbClr val="000000"/>
              </a:solidFill>
              <a:ln w="4794" cap="sq">
                <a:noFill/>
                <a:prstDash val="solid"/>
                <a:round/>
              </a:ln>
            </p:spPr>
            <p:txBody>
              <a:bodyPr rtlCol="0" anchor="ctr"/>
              <a:lstStyle/>
              <a:p>
                <a:endParaRPr lang="en-US"/>
              </a:p>
            </p:txBody>
          </p:sp>
          <p:sp>
            <p:nvSpPr>
              <p:cNvPr id="1744" name="Freeform: Shape 1743">
                <a:extLst>
                  <a:ext uri="{FF2B5EF4-FFF2-40B4-BE49-F238E27FC236}">
                    <a16:creationId xmlns:a16="http://schemas.microsoft.com/office/drawing/2014/main" id="{1B9F8D14-2E18-1224-DAFB-DD9CD491C441}"/>
                  </a:ext>
                </a:extLst>
              </p:cNvPr>
              <p:cNvSpPr/>
              <p:nvPr/>
            </p:nvSpPr>
            <p:spPr>
              <a:xfrm>
                <a:off x="7761337" y="8007500"/>
                <a:ext cx="37180" cy="37180"/>
              </a:xfrm>
              <a:custGeom>
                <a:avLst/>
                <a:gdLst>
                  <a:gd name="connsiteX0" fmla="*/ 37453 w 37180"/>
                  <a:gd name="connsiteY0" fmla="*/ 18765 h 37180"/>
                  <a:gd name="connsiteX1" fmla="*/ 18862 w 37180"/>
                  <a:gd name="connsiteY1" fmla="*/ 37355 h 37180"/>
                  <a:gd name="connsiteX2" fmla="*/ 272 w 37180"/>
                  <a:gd name="connsiteY2" fmla="*/ 18765 h 37180"/>
                  <a:gd name="connsiteX3" fmla="*/ 18862 w 37180"/>
                  <a:gd name="connsiteY3" fmla="*/ 174 h 37180"/>
                  <a:gd name="connsiteX4" fmla="*/ 37453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5"/>
                    </a:moveTo>
                    <a:cubicBezTo>
                      <a:pt x="37453" y="29032"/>
                      <a:pt x="29129" y="37355"/>
                      <a:pt x="18862" y="37355"/>
                    </a:cubicBezTo>
                    <a:cubicBezTo>
                      <a:pt x="8595" y="37355"/>
                      <a:pt x="272" y="29032"/>
                      <a:pt x="272" y="18765"/>
                    </a:cubicBezTo>
                    <a:cubicBezTo>
                      <a:pt x="272" y="8498"/>
                      <a:pt x="8595" y="174"/>
                      <a:pt x="18862" y="174"/>
                    </a:cubicBezTo>
                    <a:cubicBezTo>
                      <a:pt x="29129" y="174"/>
                      <a:pt x="37453" y="8498"/>
                      <a:pt x="37453" y="18765"/>
                    </a:cubicBezTo>
                    <a:close/>
                  </a:path>
                </a:pathLst>
              </a:custGeom>
              <a:solidFill>
                <a:srgbClr val="F7E6E6"/>
              </a:solidFill>
              <a:ln w="5753" cap="sq">
                <a:noFill/>
                <a:prstDash val="solid"/>
                <a:miter/>
              </a:ln>
            </p:spPr>
            <p:txBody>
              <a:bodyPr rtlCol="0" anchor="ctr"/>
              <a:lstStyle/>
              <a:p>
                <a:endParaRPr lang="en-US"/>
              </a:p>
            </p:txBody>
          </p:sp>
          <p:sp>
            <p:nvSpPr>
              <p:cNvPr id="1745" name="Freeform: Shape 1744">
                <a:extLst>
                  <a:ext uri="{FF2B5EF4-FFF2-40B4-BE49-F238E27FC236}">
                    <a16:creationId xmlns:a16="http://schemas.microsoft.com/office/drawing/2014/main" id="{D2B2C5EC-CA4E-C815-4BB0-D0618AA03A1D}"/>
                  </a:ext>
                </a:extLst>
              </p:cNvPr>
              <p:cNvSpPr/>
              <p:nvPr/>
            </p:nvSpPr>
            <p:spPr>
              <a:xfrm>
                <a:off x="7758937" y="8005100"/>
                <a:ext cx="41981" cy="41981"/>
              </a:xfrm>
              <a:custGeom>
                <a:avLst/>
                <a:gdLst>
                  <a:gd name="connsiteX0" fmla="*/ 21262 w 41981"/>
                  <a:gd name="connsiteY0" fmla="*/ 4975 h 41981"/>
                  <a:gd name="connsiteX1" fmla="*/ 37453 w 41981"/>
                  <a:gd name="connsiteY1" fmla="*/ 21165 h 41981"/>
                  <a:gd name="connsiteX2" fmla="*/ 37453 w 41981"/>
                  <a:gd name="connsiteY2" fmla="*/ 21165 h 41981"/>
                  <a:gd name="connsiteX3" fmla="*/ 21262 w 41981"/>
                  <a:gd name="connsiteY3" fmla="*/ 37355 h 41981"/>
                  <a:gd name="connsiteX4" fmla="*/ 5072 w 41981"/>
                  <a:gd name="connsiteY4" fmla="*/ 21165 h 41981"/>
                  <a:gd name="connsiteX5" fmla="*/ 21262 w 41981"/>
                  <a:gd name="connsiteY5" fmla="*/ 4975 h 41981"/>
                  <a:gd name="connsiteX6" fmla="*/ 21262 w 41981"/>
                  <a:gd name="connsiteY6" fmla="*/ 174 h 41981"/>
                  <a:gd name="connsiteX7" fmla="*/ 272 w 41981"/>
                  <a:gd name="connsiteY7" fmla="*/ 21165 h 41981"/>
                  <a:gd name="connsiteX8" fmla="*/ 21262 w 41981"/>
                  <a:gd name="connsiteY8" fmla="*/ 42156 h 41981"/>
                  <a:gd name="connsiteX9" fmla="*/ 42253 w 41981"/>
                  <a:gd name="connsiteY9" fmla="*/ 21165 h 41981"/>
                  <a:gd name="connsiteX10" fmla="*/ 42253 w 41981"/>
                  <a:gd name="connsiteY10" fmla="*/ 21165 h 41981"/>
                  <a:gd name="connsiteX11" fmla="*/ 21262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5"/>
                    </a:moveTo>
                    <a:cubicBezTo>
                      <a:pt x="30204" y="4975"/>
                      <a:pt x="37453" y="12223"/>
                      <a:pt x="37453" y="21165"/>
                    </a:cubicBezTo>
                    <a:lnTo>
                      <a:pt x="37453" y="21165"/>
                    </a:lnTo>
                    <a:cubicBezTo>
                      <a:pt x="37453" y="30107"/>
                      <a:pt x="30204" y="37355"/>
                      <a:pt x="21262" y="37355"/>
                    </a:cubicBezTo>
                    <a:cubicBezTo>
                      <a:pt x="12321" y="37355"/>
                      <a:pt x="5072" y="30107"/>
                      <a:pt x="5072" y="21165"/>
                    </a:cubicBezTo>
                    <a:cubicBezTo>
                      <a:pt x="5072" y="12223"/>
                      <a:pt x="12321" y="4975"/>
                      <a:pt x="21262" y="4975"/>
                    </a:cubicBezTo>
                    <a:close/>
                    <a:moveTo>
                      <a:pt x="21262" y="174"/>
                    </a:moveTo>
                    <a:cubicBezTo>
                      <a:pt x="9670" y="174"/>
                      <a:pt x="272" y="9572"/>
                      <a:pt x="272" y="21165"/>
                    </a:cubicBezTo>
                    <a:cubicBezTo>
                      <a:pt x="272" y="32758"/>
                      <a:pt x="9670" y="42156"/>
                      <a:pt x="21262" y="42156"/>
                    </a:cubicBezTo>
                    <a:cubicBezTo>
                      <a:pt x="32855" y="42156"/>
                      <a:pt x="42253" y="32758"/>
                      <a:pt x="42253" y="21165"/>
                    </a:cubicBezTo>
                    <a:lnTo>
                      <a:pt x="42253" y="21165"/>
                    </a:lnTo>
                    <a:cubicBezTo>
                      <a:pt x="42253" y="9572"/>
                      <a:pt x="32855" y="174"/>
                      <a:pt x="21262" y="174"/>
                    </a:cubicBezTo>
                    <a:close/>
                  </a:path>
                </a:pathLst>
              </a:custGeom>
              <a:solidFill>
                <a:srgbClr val="000000"/>
              </a:solidFill>
              <a:ln w="4794" cap="sq">
                <a:noFill/>
                <a:prstDash val="solid"/>
                <a:round/>
              </a:ln>
            </p:spPr>
            <p:txBody>
              <a:bodyPr rtlCol="0" anchor="ctr"/>
              <a:lstStyle/>
              <a:p>
                <a:endParaRPr lang="en-US"/>
              </a:p>
            </p:txBody>
          </p:sp>
          <p:sp>
            <p:nvSpPr>
              <p:cNvPr id="1746" name="Freeform: Shape 1745">
                <a:extLst>
                  <a:ext uri="{FF2B5EF4-FFF2-40B4-BE49-F238E27FC236}">
                    <a16:creationId xmlns:a16="http://schemas.microsoft.com/office/drawing/2014/main" id="{269A0EEE-9490-4646-3661-10E7D5AC0041}"/>
                  </a:ext>
                </a:extLst>
              </p:cNvPr>
              <p:cNvSpPr/>
              <p:nvPr/>
            </p:nvSpPr>
            <p:spPr>
              <a:xfrm>
                <a:off x="7757812" y="7960688"/>
                <a:ext cx="37180" cy="37180"/>
              </a:xfrm>
              <a:custGeom>
                <a:avLst/>
                <a:gdLst>
                  <a:gd name="connsiteX0" fmla="*/ 37452 w 37180"/>
                  <a:gd name="connsiteY0" fmla="*/ 18757 h 37180"/>
                  <a:gd name="connsiteX1" fmla="*/ 18862 w 37180"/>
                  <a:gd name="connsiteY1" fmla="*/ 37347 h 37180"/>
                  <a:gd name="connsiteX2" fmla="*/ 271 w 37180"/>
                  <a:gd name="connsiteY2" fmla="*/ 18757 h 37180"/>
                  <a:gd name="connsiteX3" fmla="*/ 18862 w 37180"/>
                  <a:gd name="connsiteY3" fmla="*/ 166 h 37180"/>
                  <a:gd name="connsiteX4" fmla="*/ 37452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7"/>
                    </a:moveTo>
                    <a:cubicBezTo>
                      <a:pt x="37452" y="29024"/>
                      <a:pt x="29129" y="37347"/>
                      <a:pt x="18862" y="37347"/>
                    </a:cubicBezTo>
                    <a:cubicBezTo>
                      <a:pt x="8594" y="37347"/>
                      <a:pt x="271" y="29024"/>
                      <a:pt x="271" y="18757"/>
                    </a:cubicBezTo>
                    <a:cubicBezTo>
                      <a:pt x="271" y="8490"/>
                      <a:pt x="8594" y="166"/>
                      <a:pt x="18862" y="166"/>
                    </a:cubicBezTo>
                    <a:cubicBezTo>
                      <a:pt x="29129" y="166"/>
                      <a:pt x="37452" y="8490"/>
                      <a:pt x="37452" y="18757"/>
                    </a:cubicBezTo>
                    <a:close/>
                  </a:path>
                </a:pathLst>
              </a:custGeom>
              <a:solidFill>
                <a:srgbClr val="F7F5F5"/>
              </a:solidFill>
              <a:ln w="5753" cap="sq">
                <a:noFill/>
                <a:prstDash val="solid"/>
                <a:miter/>
              </a:ln>
            </p:spPr>
            <p:txBody>
              <a:bodyPr rtlCol="0" anchor="ctr"/>
              <a:lstStyle/>
              <a:p>
                <a:endParaRPr lang="en-US"/>
              </a:p>
            </p:txBody>
          </p:sp>
          <p:sp>
            <p:nvSpPr>
              <p:cNvPr id="1747" name="Freeform: Shape 1746">
                <a:extLst>
                  <a:ext uri="{FF2B5EF4-FFF2-40B4-BE49-F238E27FC236}">
                    <a16:creationId xmlns:a16="http://schemas.microsoft.com/office/drawing/2014/main" id="{AF6F190E-A42B-B515-1C08-D085600C2982}"/>
                  </a:ext>
                </a:extLst>
              </p:cNvPr>
              <p:cNvSpPr/>
              <p:nvPr/>
            </p:nvSpPr>
            <p:spPr>
              <a:xfrm>
                <a:off x="7755412" y="7958288"/>
                <a:ext cx="41981" cy="41981"/>
              </a:xfrm>
              <a:custGeom>
                <a:avLst/>
                <a:gdLst>
                  <a:gd name="connsiteX0" fmla="*/ 21262 w 41981"/>
                  <a:gd name="connsiteY0" fmla="*/ 4967 h 41981"/>
                  <a:gd name="connsiteX1" fmla="*/ 37452 w 41981"/>
                  <a:gd name="connsiteY1" fmla="*/ 21157 h 41981"/>
                  <a:gd name="connsiteX2" fmla="*/ 37452 w 41981"/>
                  <a:gd name="connsiteY2" fmla="*/ 21157 h 41981"/>
                  <a:gd name="connsiteX3" fmla="*/ 21262 w 41981"/>
                  <a:gd name="connsiteY3" fmla="*/ 37347 h 41981"/>
                  <a:gd name="connsiteX4" fmla="*/ 5072 w 41981"/>
                  <a:gd name="connsiteY4" fmla="*/ 21157 h 41981"/>
                  <a:gd name="connsiteX5" fmla="*/ 21262 w 41981"/>
                  <a:gd name="connsiteY5" fmla="*/ 4967 h 41981"/>
                  <a:gd name="connsiteX6" fmla="*/ 21262 w 41981"/>
                  <a:gd name="connsiteY6" fmla="*/ 166 h 41981"/>
                  <a:gd name="connsiteX7" fmla="*/ 271 w 41981"/>
                  <a:gd name="connsiteY7" fmla="*/ 21157 h 41981"/>
                  <a:gd name="connsiteX8" fmla="*/ 21262 w 41981"/>
                  <a:gd name="connsiteY8" fmla="*/ 42147 h 41981"/>
                  <a:gd name="connsiteX9" fmla="*/ 42252 w 41981"/>
                  <a:gd name="connsiteY9" fmla="*/ 21157 h 41981"/>
                  <a:gd name="connsiteX10" fmla="*/ 42252 w 41981"/>
                  <a:gd name="connsiteY10" fmla="*/ 21157 h 41981"/>
                  <a:gd name="connsiteX11" fmla="*/ 21262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7"/>
                    </a:moveTo>
                    <a:cubicBezTo>
                      <a:pt x="30204" y="4967"/>
                      <a:pt x="37452" y="12215"/>
                      <a:pt x="37452" y="21157"/>
                    </a:cubicBezTo>
                    <a:lnTo>
                      <a:pt x="37452" y="21157"/>
                    </a:lnTo>
                    <a:cubicBezTo>
                      <a:pt x="37452" y="30099"/>
                      <a:pt x="30204" y="37347"/>
                      <a:pt x="21262" y="37347"/>
                    </a:cubicBezTo>
                    <a:cubicBezTo>
                      <a:pt x="12320" y="37347"/>
                      <a:pt x="5072" y="30099"/>
                      <a:pt x="5072" y="21157"/>
                    </a:cubicBezTo>
                    <a:cubicBezTo>
                      <a:pt x="5072" y="12215"/>
                      <a:pt x="12320" y="4967"/>
                      <a:pt x="21262" y="4967"/>
                    </a:cubicBezTo>
                    <a:close/>
                    <a:moveTo>
                      <a:pt x="21262" y="166"/>
                    </a:moveTo>
                    <a:cubicBezTo>
                      <a:pt x="9669" y="166"/>
                      <a:pt x="271" y="9564"/>
                      <a:pt x="271" y="21157"/>
                    </a:cubicBezTo>
                    <a:cubicBezTo>
                      <a:pt x="271" y="32749"/>
                      <a:pt x="9669" y="42147"/>
                      <a:pt x="21262" y="42147"/>
                    </a:cubicBezTo>
                    <a:cubicBezTo>
                      <a:pt x="32854" y="42147"/>
                      <a:pt x="42252" y="32749"/>
                      <a:pt x="42252" y="21157"/>
                    </a:cubicBezTo>
                    <a:lnTo>
                      <a:pt x="42252" y="21157"/>
                    </a:lnTo>
                    <a:cubicBezTo>
                      <a:pt x="42252" y="9564"/>
                      <a:pt x="32854" y="166"/>
                      <a:pt x="21262" y="166"/>
                    </a:cubicBezTo>
                    <a:close/>
                  </a:path>
                </a:pathLst>
              </a:custGeom>
              <a:solidFill>
                <a:srgbClr val="000000"/>
              </a:solidFill>
              <a:ln w="4794" cap="sq">
                <a:noFill/>
                <a:prstDash val="solid"/>
                <a:round/>
              </a:ln>
            </p:spPr>
            <p:txBody>
              <a:bodyPr rtlCol="0" anchor="ctr"/>
              <a:lstStyle/>
              <a:p>
                <a:endParaRPr lang="en-US"/>
              </a:p>
            </p:txBody>
          </p:sp>
          <p:sp>
            <p:nvSpPr>
              <p:cNvPr id="1748" name="Freeform: Shape 1747">
                <a:extLst>
                  <a:ext uri="{FF2B5EF4-FFF2-40B4-BE49-F238E27FC236}">
                    <a16:creationId xmlns:a16="http://schemas.microsoft.com/office/drawing/2014/main" id="{DFE30203-9685-BA0B-DFCE-B4918EFC5EA1}"/>
                  </a:ext>
                </a:extLst>
              </p:cNvPr>
              <p:cNvSpPr/>
              <p:nvPr/>
            </p:nvSpPr>
            <p:spPr>
              <a:xfrm>
                <a:off x="7741436" y="8056040"/>
                <a:ext cx="37180" cy="37180"/>
              </a:xfrm>
              <a:custGeom>
                <a:avLst/>
                <a:gdLst>
                  <a:gd name="connsiteX0" fmla="*/ 37449 w 37180"/>
                  <a:gd name="connsiteY0" fmla="*/ 18773 h 37180"/>
                  <a:gd name="connsiteX1" fmla="*/ 18859 w 37180"/>
                  <a:gd name="connsiteY1" fmla="*/ 37364 h 37180"/>
                  <a:gd name="connsiteX2" fmla="*/ 268 w 37180"/>
                  <a:gd name="connsiteY2" fmla="*/ 18773 h 37180"/>
                  <a:gd name="connsiteX3" fmla="*/ 18859 w 37180"/>
                  <a:gd name="connsiteY3" fmla="*/ 183 h 37180"/>
                  <a:gd name="connsiteX4" fmla="*/ 37449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3"/>
                    </a:moveTo>
                    <a:cubicBezTo>
                      <a:pt x="37449" y="29040"/>
                      <a:pt x="29126" y="37364"/>
                      <a:pt x="18859" y="37364"/>
                    </a:cubicBezTo>
                    <a:cubicBezTo>
                      <a:pt x="8592" y="37364"/>
                      <a:pt x="268" y="29040"/>
                      <a:pt x="268" y="18773"/>
                    </a:cubicBezTo>
                    <a:cubicBezTo>
                      <a:pt x="268" y="8506"/>
                      <a:pt x="8592" y="183"/>
                      <a:pt x="18859" y="183"/>
                    </a:cubicBezTo>
                    <a:cubicBezTo>
                      <a:pt x="29126" y="183"/>
                      <a:pt x="37449" y="8506"/>
                      <a:pt x="37449" y="18773"/>
                    </a:cubicBezTo>
                    <a:close/>
                  </a:path>
                </a:pathLst>
              </a:custGeom>
              <a:solidFill>
                <a:srgbClr val="F7CCCC"/>
              </a:solidFill>
              <a:ln w="5753" cap="sq">
                <a:noFill/>
                <a:prstDash val="solid"/>
                <a:miter/>
              </a:ln>
            </p:spPr>
            <p:txBody>
              <a:bodyPr rtlCol="0" anchor="ctr"/>
              <a:lstStyle/>
              <a:p>
                <a:endParaRPr lang="en-US"/>
              </a:p>
            </p:txBody>
          </p:sp>
          <p:sp>
            <p:nvSpPr>
              <p:cNvPr id="1749" name="Freeform: Shape 1748">
                <a:extLst>
                  <a:ext uri="{FF2B5EF4-FFF2-40B4-BE49-F238E27FC236}">
                    <a16:creationId xmlns:a16="http://schemas.microsoft.com/office/drawing/2014/main" id="{30AACC42-F402-7888-5C40-12764D5DE021}"/>
                  </a:ext>
                </a:extLst>
              </p:cNvPr>
              <p:cNvSpPr/>
              <p:nvPr/>
            </p:nvSpPr>
            <p:spPr>
              <a:xfrm>
                <a:off x="7739036" y="8053639"/>
                <a:ext cx="41981" cy="41981"/>
              </a:xfrm>
              <a:custGeom>
                <a:avLst/>
                <a:gdLst>
                  <a:gd name="connsiteX0" fmla="*/ 21259 w 41981"/>
                  <a:gd name="connsiteY0" fmla="*/ 4983 h 41981"/>
                  <a:gd name="connsiteX1" fmla="*/ 37449 w 41981"/>
                  <a:gd name="connsiteY1" fmla="*/ 21173 h 41981"/>
                  <a:gd name="connsiteX2" fmla="*/ 37449 w 41981"/>
                  <a:gd name="connsiteY2" fmla="*/ 21173 h 41981"/>
                  <a:gd name="connsiteX3" fmla="*/ 21259 w 41981"/>
                  <a:gd name="connsiteY3" fmla="*/ 37364 h 41981"/>
                  <a:gd name="connsiteX4" fmla="*/ 5069 w 41981"/>
                  <a:gd name="connsiteY4" fmla="*/ 21173 h 41981"/>
                  <a:gd name="connsiteX5" fmla="*/ 21259 w 41981"/>
                  <a:gd name="connsiteY5" fmla="*/ 4983 h 41981"/>
                  <a:gd name="connsiteX6" fmla="*/ 21259 w 41981"/>
                  <a:gd name="connsiteY6" fmla="*/ 183 h 41981"/>
                  <a:gd name="connsiteX7" fmla="*/ 268 w 41981"/>
                  <a:gd name="connsiteY7" fmla="*/ 21173 h 41981"/>
                  <a:gd name="connsiteX8" fmla="*/ 21259 w 41981"/>
                  <a:gd name="connsiteY8" fmla="*/ 42164 h 41981"/>
                  <a:gd name="connsiteX9" fmla="*/ 42250 w 41981"/>
                  <a:gd name="connsiteY9" fmla="*/ 21173 h 41981"/>
                  <a:gd name="connsiteX10" fmla="*/ 42250 w 41981"/>
                  <a:gd name="connsiteY10" fmla="*/ 21173 h 41981"/>
                  <a:gd name="connsiteX11" fmla="*/ 21259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3"/>
                    </a:moveTo>
                    <a:cubicBezTo>
                      <a:pt x="30201" y="4983"/>
                      <a:pt x="37449" y="12232"/>
                      <a:pt x="37449" y="21173"/>
                    </a:cubicBezTo>
                    <a:lnTo>
                      <a:pt x="37449" y="21173"/>
                    </a:lnTo>
                    <a:cubicBezTo>
                      <a:pt x="37449" y="30115"/>
                      <a:pt x="30201" y="37364"/>
                      <a:pt x="21259" y="37364"/>
                    </a:cubicBezTo>
                    <a:cubicBezTo>
                      <a:pt x="12317" y="37364"/>
                      <a:pt x="5069" y="30115"/>
                      <a:pt x="5069" y="21173"/>
                    </a:cubicBezTo>
                    <a:cubicBezTo>
                      <a:pt x="5069" y="12232"/>
                      <a:pt x="12317" y="4983"/>
                      <a:pt x="21259" y="4983"/>
                    </a:cubicBezTo>
                    <a:close/>
                    <a:moveTo>
                      <a:pt x="21259" y="183"/>
                    </a:moveTo>
                    <a:cubicBezTo>
                      <a:pt x="9666" y="183"/>
                      <a:pt x="268" y="9581"/>
                      <a:pt x="268" y="21173"/>
                    </a:cubicBezTo>
                    <a:cubicBezTo>
                      <a:pt x="268" y="32766"/>
                      <a:pt x="9666" y="42164"/>
                      <a:pt x="21259" y="42164"/>
                    </a:cubicBezTo>
                    <a:cubicBezTo>
                      <a:pt x="32851" y="42164"/>
                      <a:pt x="42250" y="32766"/>
                      <a:pt x="42250" y="21173"/>
                    </a:cubicBezTo>
                    <a:lnTo>
                      <a:pt x="42250" y="21173"/>
                    </a:lnTo>
                    <a:cubicBezTo>
                      <a:pt x="42250" y="9581"/>
                      <a:pt x="32851" y="183"/>
                      <a:pt x="21259" y="183"/>
                    </a:cubicBezTo>
                    <a:close/>
                  </a:path>
                </a:pathLst>
              </a:custGeom>
              <a:solidFill>
                <a:srgbClr val="000000"/>
              </a:solidFill>
              <a:ln w="4794" cap="sq">
                <a:noFill/>
                <a:prstDash val="solid"/>
                <a:round/>
              </a:ln>
            </p:spPr>
            <p:txBody>
              <a:bodyPr rtlCol="0" anchor="ctr"/>
              <a:lstStyle/>
              <a:p>
                <a:endParaRPr lang="en-US"/>
              </a:p>
            </p:txBody>
          </p:sp>
          <p:sp>
            <p:nvSpPr>
              <p:cNvPr id="1750" name="Freeform: Shape 1749">
                <a:extLst>
                  <a:ext uri="{FF2B5EF4-FFF2-40B4-BE49-F238E27FC236}">
                    <a16:creationId xmlns:a16="http://schemas.microsoft.com/office/drawing/2014/main" id="{86FB350C-3549-17F7-DFA3-5C8F3E937265}"/>
                  </a:ext>
                </a:extLst>
              </p:cNvPr>
              <p:cNvSpPr/>
              <p:nvPr/>
            </p:nvSpPr>
            <p:spPr>
              <a:xfrm>
                <a:off x="7887412" y="8056016"/>
                <a:ext cx="37180" cy="37180"/>
              </a:xfrm>
              <a:custGeom>
                <a:avLst/>
                <a:gdLst>
                  <a:gd name="connsiteX0" fmla="*/ 37474 w 37180"/>
                  <a:gd name="connsiteY0" fmla="*/ 18773 h 37180"/>
                  <a:gd name="connsiteX1" fmla="*/ 18884 w 37180"/>
                  <a:gd name="connsiteY1" fmla="*/ 37364 h 37180"/>
                  <a:gd name="connsiteX2" fmla="*/ 294 w 37180"/>
                  <a:gd name="connsiteY2" fmla="*/ 18773 h 37180"/>
                  <a:gd name="connsiteX3" fmla="*/ 18884 w 37180"/>
                  <a:gd name="connsiteY3" fmla="*/ 183 h 37180"/>
                  <a:gd name="connsiteX4" fmla="*/ 37474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4" y="18773"/>
                    </a:moveTo>
                    <a:cubicBezTo>
                      <a:pt x="37474" y="29040"/>
                      <a:pt x="29151" y="37364"/>
                      <a:pt x="18884" y="37364"/>
                    </a:cubicBezTo>
                    <a:cubicBezTo>
                      <a:pt x="8617" y="37364"/>
                      <a:pt x="294" y="29040"/>
                      <a:pt x="294" y="18773"/>
                    </a:cubicBezTo>
                    <a:cubicBezTo>
                      <a:pt x="294" y="8506"/>
                      <a:pt x="8617" y="183"/>
                      <a:pt x="18884" y="183"/>
                    </a:cubicBezTo>
                    <a:cubicBezTo>
                      <a:pt x="29151" y="183"/>
                      <a:pt x="37474" y="8506"/>
                      <a:pt x="37474" y="18773"/>
                    </a:cubicBezTo>
                    <a:close/>
                  </a:path>
                </a:pathLst>
              </a:custGeom>
              <a:solidFill>
                <a:srgbClr val="00F700"/>
              </a:solidFill>
              <a:ln w="5753" cap="sq">
                <a:noFill/>
                <a:prstDash val="solid"/>
                <a:miter/>
              </a:ln>
            </p:spPr>
            <p:txBody>
              <a:bodyPr rtlCol="0" anchor="ctr"/>
              <a:lstStyle/>
              <a:p>
                <a:endParaRPr lang="en-US"/>
              </a:p>
            </p:txBody>
          </p:sp>
          <p:sp>
            <p:nvSpPr>
              <p:cNvPr id="1751" name="Freeform: Shape 1750">
                <a:extLst>
                  <a:ext uri="{FF2B5EF4-FFF2-40B4-BE49-F238E27FC236}">
                    <a16:creationId xmlns:a16="http://schemas.microsoft.com/office/drawing/2014/main" id="{27F5173F-D441-0056-B929-91817A8245C6}"/>
                  </a:ext>
                </a:extLst>
              </p:cNvPr>
              <p:cNvSpPr/>
              <p:nvPr/>
            </p:nvSpPr>
            <p:spPr>
              <a:xfrm>
                <a:off x="7885012" y="8053616"/>
                <a:ext cx="41981" cy="41981"/>
              </a:xfrm>
              <a:custGeom>
                <a:avLst/>
                <a:gdLst>
                  <a:gd name="connsiteX0" fmla="*/ 21284 w 41981"/>
                  <a:gd name="connsiteY0" fmla="*/ 4983 h 41981"/>
                  <a:gd name="connsiteX1" fmla="*/ 37474 w 41981"/>
                  <a:gd name="connsiteY1" fmla="*/ 21173 h 41981"/>
                  <a:gd name="connsiteX2" fmla="*/ 37474 w 41981"/>
                  <a:gd name="connsiteY2" fmla="*/ 21173 h 41981"/>
                  <a:gd name="connsiteX3" fmla="*/ 21284 w 41981"/>
                  <a:gd name="connsiteY3" fmla="*/ 37364 h 41981"/>
                  <a:gd name="connsiteX4" fmla="*/ 5094 w 41981"/>
                  <a:gd name="connsiteY4" fmla="*/ 21173 h 41981"/>
                  <a:gd name="connsiteX5" fmla="*/ 21284 w 41981"/>
                  <a:gd name="connsiteY5" fmla="*/ 4983 h 41981"/>
                  <a:gd name="connsiteX6" fmla="*/ 21284 w 41981"/>
                  <a:gd name="connsiteY6" fmla="*/ 183 h 41981"/>
                  <a:gd name="connsiteX7" fmla="*/ 294 w 41981"/>
                  <a:gd name="connsiteY7" fmla="*/ 21173 h 41981"/>
                  <a:gd name="connsiteX8" fmla="*/ 21284 w 41981"/>
                  <a:gd name="connsiteY8" fmla="*/ 42164 h 41981"/>
                  <a:gd name="connsiteX9" fmla="*/ 42275 w 41981"/>
                  <a:gd name="connsiteY9" fmla="*/ 21173 h 41981"/>
                  <a:gd name="connsiteX10" fmla="*/ 42275 w 41981"/>
                  <a:gd name="connsiteY10" fmla="*/ 21173 h 41981"/>
                  <a:gd name="connsiteX11" fmla="*/ 21284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4" y="4983"/>
                    </a:moveTo>
                    <a:cubicBezTo>
                      <a:pt x="30226" y="4983"/>
                      <a:pt x="37474" y="12232"/>
                      <a:pt x="37474" y="21173"/>
                    </a:cubicBezTo>
                    <a:lnTo>
                      <a:pt x="37474" y="21173"/>
                    </a:lnTo>
                    <a:cubicBezTo>
                      <a:pt x="37474" y="30115"/>
                      <a:pt x="30226" y="37364"/>
                      <a:pt x="21284" y="37364"/>
                    </a:cubicBezTo>
                    <a:cubicBezTo>
                      <a:pt x="12342" y="37364"/>
                      <a:pt x="5094" y="30115"/>
                      <a:pt x="5094" y="21173"/>
                    </a:cubicBezTo>
                    <a:cubicBezTo>
                      <a:pt x="5094" y="12232"/>
                      <a:pt x="12342" y="4983"/>
                      <a:pt x="21284" y="4983"/>
                    </a:cubicBezTo>
                    <a:close/>
                    <a:moveTo>
                      <a:pt x="21284" y="183"/>
                    </a:moveTo>
                    <a:cubicBezTo>
                      <a:pt x="9692" y="183"/>
                      <a:pt x="294" y="9581"/>
                      <a:pt x="294" y="21173"/>
                    </a:cubicBezTo>
                    <a:cubicBezTo>
                      <a:pt x="294" y="32766"/>
                      <a:pt x="9692" y="42164"/>
                      <a:pt x="21284" y="42164"/>
                    </a:cubicBezTo>
                    <a:cubicBezTo>
                      <a:pt x="32877" y="42164"/>
                      <a:pt x="42275" y="32766"/>
                      <a:pt x="42275" y="21173"/>
                    </a:cubicBezTo>
                    <a:lnTo>
                      <a:pt x="42275" y="21173"/>
                    </a:lnTo>
                    <a:cubicBezTo>
                      <a:pt x="42275" y="9581"/>
                      <a:pt x="32877" y="183"/>
                      <a:pt x="21284" y="183"/>
                    </a:cubicBezTo>
                    <a:close/>
                  </a:path>
                </a:pathLst>
              </a:custGeom>
              <a:solidFill>
                <a:srgbClr val="000000"/>
              </a:solidFill>
              <a:ln w="4794" cap="sq">
                <a:noFill/>
                <a:prstDash val="solid"/>
                <a:round/>
              </a:ln>
            </p:spPr>
            <p:txBody>
              <a:bodyPr rtlCol="0" anchor="ctr"/>
              <a:lstStyle/>
              <a:p>
                <a:endParaRPr lang="en-US"/>
              </a:p>
            </p:txBody>
          </p:sp>
          <p:sp>
            <p:nvSpPr>
              <p:cNvPr id="1752" name="Freeform: Shape 1751">
                <a:extLst>
                  <a:ext uri="{FF2B5EF4-FFF2-40B4-BE49-F238E27FC236}">
                    <a16:creationId xmlns:a16="http://schemas.microsoft.com/office/drawing/2014/main" id="{5A8EFE86-D213-05A1-4D5C-978CA9275B47}"/>
                  </a:ext>
                </a:extLst>
              </p:cNvPr>
              <p:cNvSpPr/>
              <p:nvPr/>
            </p:nvSpPr>
            <p:spPr>
              <a:xfrm>
                <a:off x="7723788" y="8035586"/>
                <a:ext cx="37180" cy="37180"/>
              </a:xfrm>
              <a:custGeom>
                <a:avLst/>
                <a:gdLst>
                  <a:gd name="connsiteX0" fmla="*/ 37446 w 37180"/>
                  <a:gd name="connsiteY0" fmla="*/ 18770 h 37180"/>
                  <a:gd name="connsiteX1" fmla="*/ 18856 w 37180"/>
                  <a:gd name="connsiteY1" fmla="*/ 37360 h 37180"/>
                  <a:gd name="connsiteX2" fmla="*/ 265 w 37180"/>
                  <a:gd name="connsiteY2" fmla="*/ 18770 h 37180"/>
                  <a:gd name="connsiteX3" fmla="*/ 18856 w 37180"/>
                  <a:gd name="connsiteY3" fmla="*/ 179 h 37180"/>
                  <a:gd name="connsiteX4" fmla="*/ 3744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0"/>
                    </a:moveTo>
                    <a:cubicBezTo>
                      <a:pt x="37446" y="29037"/>
                      <a:pt x="29123" y="37360"/>
                      <a:pt x="18856" y="37360"/>
                    </a:cubicBezTo>
                    <a:cubicBezTo>
                      <a:pt x="8588" y="37360"/>
                      <a:pt x="265" y="29037"/>
                      <a:pt x="265" y="18770"/>
                    </a:cubicBezTo>
                    <a:cubicBezTo>
                      <a:pt x="265" y="8503"/>
                      <a:pt x="8588" y="179"/>
                      <a:pt x="18856" y="179"/>
                    </a:cubicBezTo>
                    <a:cubicBezTo>
                      <a:pt x="29123" y="179"/>
                      <a:pt x="37446" y="8503"/>
                      <a:pt x="37446" y="18770"/>
                    </a:cubicBezTo>
                    <a:close/>
                  </a:path>
                </a:pathLst>
              </a:custGeom>
              <a:solidFill>
                <a:srgbClr val="00F700"/>
              </a:solidFill>
              <a:ln w="5753" cap="sq">
                <a:noFill/>
                <a:prstDash val="solid"/>
                <a:miter/>
              </a:ln>
            </p:spPr>
            <p:txBody>
              <a:bodyPr rtlCol="0" anchor="ctr"/>
              <a:lstStyle/>
              <a:p>
                <a:endParaRPr lang="en-US"/>
              </a:p>
            </p:txBody>
          </p:sp>
          <p:sp>
            <p:nvSpPr>
              <p:cNvPr id="1753" name="Freeform: Shape 1752">
                <a:extLst>
                  <a:ext uri="{FF2B5EF4-FFF2-40B4-BE49-F238E27FC236}">
                    <a16:creationId xmlns:a16="http://schemas.microsoft.com/office/drawing/2014/main" id="{D97D90D4-EC2B-34C5-9ADB-C92259BDA867}"/>
                  </a:ext>
                </a:extLst>
              </p:cNvPr>
              <p:cNvSpPr/>
              <p:nvPr/>
            </p:nvSpPr>
            <p:spPr>
              <a:xfrm>
                <a:off x="7721388" y="8033186"/>
                <a:ext cx="41981" cy="41981"/>
              </a:xfrm>
              <a:custGeom>
                <a:avLst/>
                <a:gdLst>
                  <a:gd name="connsiteX0" fmla="*/ 21256 w 41981"/>
                  <a:gd name="connsiteY0" fmla="*/ 4980 h 41981"/>
                  <a:gd name="connsiteX1" fmla="*/ 37446 w 41981"/>
                  <a:gd name="connsiteY1" fmla="*/ 21170 h 41981"/>
                  <a:gd name="connsiteX2" fmla="*/ 37446 w 41981"/>
                  <a:gd name="connsiteY2" fmla="*/ 21170 h 41981"/>
                  <a:gd name="connsiteX3" fmla="*/ 21256 w 41981"/>
                  <a:gd name="connsiteY3" fmla="*/ 37360 h 41981"/>
                  <a:gd name="connsiteX4" fmla="*/ 5066 w 41981"/>
                  <a:gd name="connsiteY4" fmla="*/ 21170 h 41981"/>
                  <a:gd name="connsiteX5" fmla="*/ 21256 w 41981"/>
                  <a:gd name="connsiteY5" fmla="*/ 4980 h 41981"/>
                  <a:gd name="connsiteX6" fmla="*/ 21256 w 41981"/>
                  <a:gd name="connsiteY6" fmla="*/ 179 h 41981"/>
                  <a:gd name="connsiteX7" fmla="*/ 265 w 41981"/>
                  <a:gd name="connsiteY7" fmla="*/ 21170 h 41981"/>
                  <a:gd name="connsiteX8" fmla="*/ 21256 w 41981"/>
                  <a:gd name="connsiteY8" fmla="*/ 42161 h 41981"/>
                  <a:gd name="connsiteX9" fmla="*/ 42246 w 41981"/>
                  <a:gd name="connsiteY9" fmla="*/ 21170 h 41981"/>
                  <a:gd name="connsiteX10" fmla="*/ 42246 w 41981"/>
                  <a:gd name="connsiteY10" fmla="*/ 21170 h 41981"/>
                  <a:gd name="connsiteX11" fmla="*/ 21256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0"/>
                    </a:moveTo>
                    <a:cubicBezTo>
                      <a:pt x="30198" y="4980"/>
                      <a:pt x="37446" y="12228"/>
                      <a:pt x="37446" y="21170"/>
                    </a:cubicBezTo>
                    <a:lnTo>
                      <a:pt x="37446" y="21170"/>
                    </a:lnTo>
                    <a:cubicBezTo>
                      <a:pt x="37446" y="30112"/>
                      <a:pt x="30198" y="37360"/>
                      <a:pt x="21256" y="37360"/>
                    </a:cubicBezTo>
                    <a:cubicBezTo>
                      <a:pt x="12314" y="37360"/>
                      <a:pt x="5066" y="30112"/>
                      <a:pt x="5066" y="21170"/>
                    </a:cubicBezTo>
                    <a:cubicBezTo>
                      <a:pt x="5066" y="12228"/>
                      <a:pt x="12314" y="4980"/>
                      <a:pt x="21256" y="4980"/>
                    </a:cubicBezTo>
                    <a:close/>
                    <a:moveTo>
                      <a:pt x="21256" y="179"/>
                    </a:moveTo>
                    <a:cubicBezTo>
                      <a:pt x="9663" y="179"/>
                      <a:pt x="265" y="9577"/>
                      <a:pt x="265" y="21170"/>
                    </a:cubicBezTo>
                    <a:cubicBezTo>
                      <a:pt x="265" y="32762"/>
                      <a:pt x="9663" y="42161"/>
                      <a:pt x="21256" y="42161"/>
                    </a:cubicBezTo>
                    <a:cubicBezTo>
                      <a:pt x="32848" y="42161"/>
                      <a:pt x="42246" y="32762"/>
                      <a:pt x="42246" y="21170"/>
                    </a:cubicBezTo>
                    <a:lnTo>
                      <a:pt x="42246" y="21170"/>
                    </a:lnTo>
                    <a:cubicBezTo>
                      <a:pt x="42246" y="9577"/>
                      <a:pt x="32848" y="179"/>
                      <a:pt x="21256" y="179"/>
                    </a:cubicBezTo>
                    <a:close/>
                  </a:path>
                </a:pathLst>
              </a:custGeom>
              <a:solidFill>
                <a:srgbClr val="000000"/>
              </a:solidFill>
              <a:ln w="4794" cap="sq">
                <a:noFill/>
                <a:prstDash val="solid"/>
                <a:round/>
              </a:ln>
            </p:spPr>
            <p:txBody>
              <a:bodyPr rtlCol="0" anchor="ctr"/>
              <a:lstStyle/>
              <a:p>
                <a:endParaRPr lang="en-US"/>
              </a:p>
            </p:txBody>
          </p:sp>
          <p:sp>
            <p:nvSpPr>
              <p:cNvPr id="1754" name="Freeform: Shape 1753">
                <a:extLst>
                  <a:ext uri="{FF2B5EF4-FFF2-40B4-BE49-F238E27FC236}">
                    <a16:creationId xmlns:a16="http://schemas.microsoft.com/office/drawing/2014/main" id="{4213F17A-7ED1-099E-9659-C7D211DDB181}"/>
                  </a:ext>
                </a:extLst>
              </p:cNvPr>
              <p:cNvSpPr/>
              <p:nvPr/>
            </p:nvSpPr>
            <p:spPr>
              <a:xfrm>
                <a:off x="8018896" y="8057629"/>
                <a:ext cx="37180" cy="37180"/>
              </a:xfrm>
              <a:custGeom>
                <a:avLst/>
                <a:gdLst>
                  <a:gd name="connsiteX0" fmla="*/ 37497 w 37180"/>
                  <a:gd name="connsiteY0" fmla="*/ 18774 h 37180"/>
                  <a:gd name="connsiteX1" fmla="*/ 18907 w 37180"/>
                  <a:gd name="connsiteY1" fmla="*/ 37364 h 37180"/>
                  <a:gd name="connsiteX2" fmla="*/ 316 w 37180"/>
                  <a:gd name="connsiteY2" fmla="*/ 18774 h 37180"/>
                  <a:gd name="connsiteX3" fmla="*/ 18907 w 37180"/>
                  <a:gd name="connsiteY3" fmla="*/ 183 h 37180"/>
                  <a:gd name="connsiteX4" fmla="*/ 3749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7" y="18774"/>
                    </a:moveTo>
                    <a:cubicBezTo>
                      <a:pt x="37497" y="29041"/>
                      <a:pt x="29174" y="37364"/>
                      <a:pt x="18907" y="37364"/>
                    </a:cubicBezTo>
                    <a:cubicBezTo>
                      <a:pt x="8640" y="37364"/>
                      <a:pt x="316" y="29041"/>
                      <a:pt x="316" y="18774"/>
                    </a:cubicBezTo>
                    <a:cubicBezTo>
                      <a:pt x="316" y="8506"/>
                      <a:pt x="8640" y="183"/>
                      <a:pt x="18907" y="183"/>
                    </a:cubicBezTo>
                    <a:cubicBezTo>
                      <a:pt x="29174" y="183"/>
                      <a:pt x="37497" y="8506"/>
                      <a:pt x="37497" y="18774"/>
                    </a:cubicBezTo>
                    <a:close/>
                  </a:path>
                </a:pathLst>
              </a:custGeom>
              <a:solidFill>
                <a:srgbClr val="D6F7D6"/>
              </a:solidFill>
              <a:ln w="5753" cap="sq">
                <a:noFill/>
                <a:prstDash val="solid"/>
                <a:miter/>
              </a:ln>
            </p:spPr>
            <p:txBody>
              <a:bodyPr rtlCol="0" anchor="ctr"/>
              <a:lstStyle/>
              <a:p>
                <a:endParaRPr lang="en-US"/>
              </a:p>
            </p:txBody>
          </p:sp>
          <p:sp>
            <p:nvSpPr>
              <p:cNvPr id="1755" name="Freeform: Shape 1754">
                <a:extLst>
                  <a:ext uri="{FF2B5EF4-FFF2-40B4-BE49-F238E27FC236}">
                    <a16:creationId xmlns:a16="http://schemas.microsoft.com/office/drawing/2014/main" id="{AF6CA875-8FCF-5E6C-239C-A98E87866BD9}"/>
                  </a:ext>
                </a:extLst>
              </p:cNvPr>
              <p:cNvSpPr/>
              <p:nvPr/>
            </p:nvSpPr>
            <p:spPr>
              <a:xfrm>
                <a:off x="8016495" y="8055229"/>
                <a:ext cx="41981" cy="41981"/>
              </a:xfrm>
              <a:custGeom>
                <a:avLst/>
                <a:gdLst>
                  <a:gd name="connsiteX0" fmla="*/ 21307 w 41981"/>
                  <a:gd name="connsiteY0" fmla="*/ 4984 h 41981"/>
                  <a:gd name="connsiteX1" fmla="*/ 37497 w 41981"/>
                  <a:gd name="connsiteY1" fmla="*/ 21174 h 41981"/>
                  <a:gd name="connsiteX2" fmla="*/ 37497 w 41981"/>
                  <a:gd name="connsiteY2" fmla="*/ 21174 h 41981"/>
                  <a:gd name="connsiteX3" fmla="*/ 21307 w 41981"/>
                  <a:gd name="connsiteY3" fmla="*/ 37364 h 41981"/>
                  <a:gd name="connsiteX4" fmla="*/ 5117 w 41981"/>
                  <a:gd name="connsiteY4" fmla="*/ 21174 h 41981"/>
                  <a:gd name="connsiteX5" fmla="*/ 21307 w 41981"/>
                  <a:gd name="connsiteY5" fmla="*/ 4984 h 41981"/>
                  <a:gd name="connsiteX6" fmla="*/ 21307 w 41981"/>
                  <a:gd name="connsiteY6" fmla="*/ 183 h 41981"/>
                  <a:gd name="connsiteX7" fmla="*/ 316 w 41981"/>
                  <a:gd name="connsiteY7" fmla="*/ 21174 h 41981"/>
                  <a:gd name="connsiteX8" fmla="*/ 21307 w 41981"/>
                  <a:gd name="connsiteY8" fmla="*/ 42164 h 41981"/>
                  <a:gd name="connsiteX9" fmla="*/ 42298 w 41981"/>
                  <a:gd name="connsiteY9" fmla="*/ 21174 h 41981"/>
                  <a:gd name="connsiteX10" fmla="*/ 42298 w 41981"/>
                  <a:gd name="connsiteY10" fmla="*/ 21174 h 41981"/>
                  <a:gd name="connsiteX11" fmla="*/ 21307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7" y="4984"/>
                    </a:moveTo>
                    <a:cubicBezTo>
                      <a:pt x="30249" y="4984"/>
                      <a:pt x="37497" y="12232"/>
                      <a:pt x="37497" y="21174"/>
                    </a:cubicBezTo>
                    <a:lnTo>
                      <a:pt x="37497" y="21174"/>
                    </a:lnTo>
                    <a:cubicBezTo>
                      <a:pt x="37497" y="30116"/>
                      <a:pt x="30249" y="37364"/>
                      <a:pt x="21307" y="37364"/>
                    </a:cubicBezTo>
                    <a:cubicBezTo>
                      <a:pt x="12365" y="37364"/>
                      <a:pt x="5117" y="30116"/>
                      <a:pt x="5117" y="21174"/>
                    </a:cubicBezTo>
                    <a:cubicBezTo>
                      <a:pt x="5117" y="12232"/>
                      <a:pt x="12365" y="4984"/>
                      <a:pt x="21307" y="4984"/>
                    </a:cubicBezTo>
                    <a:close/>
                    <a:moveTo>
                      <a:pt x="21307" y="183"/>
                    </a:moveTo>
                    <a:cubicBezTo>
                      <a:pt x="9715" y="183"/>
                      <a:pt x="316" y="9581"/>
                      <a:pt x="316" y="21174"/>
                    </a:cubicBezTo>
                    <a:cubicBezTo>
                      <a:pt x="316" y="32766"/>
                      <a:pt x="9715" y="42164"/>
                      <a:pt x="21307" y="42164"/>
                    </a:cubicBezTo>
                    <a:cubicBezTo>
                      <a:pt x="32900" y="42164"/>
                      <a:pt x="42298" y="32766"/>
                      <a:pt x="42298" y="21174"/>
                    </a:cubicBezTo>
                    <a:lnTo>
                      <a:pt x="42298" y="21174"/>
                    </a:lnTo>
                    <a:cubicBezTo>
                      <a:pt x="42298" y="9581"/>
                      <a:pt x="32900" y="183"/>
                      <a:pt x="21307" y="183"/>
                    </a:cubicBezTo>
                    <a:close/>
                  </a:path>
                </a:pathLst>
              </a:custGeom>
              <a:solidFill>
                <a:srgbClr val="000000"/>
              </a:solidFill>
              <a:ln w="4794" cap="sq">
                <a:noFill/>
                <a:prstDash val="solid"/>
                <a:round/>
              </a:ln>
            </p:spPr>
            <p:txBody>
              <a:bodyPr rtlCol="0" anchor="ctr"/>
              <a:lstStyle/>
              <a:p>
                <a:endParaRPr lang="en-US"/>
              </a:p>
            </p:txBody>
          </p:sp>
          <p:sp>
            <p:nvSpPr>
              <p:cNvPr id="1756" name="Freeform: Shape 1755">
                <a:extLst>
                  <a:ext uri="{FF2B5EF4-FFF2-40B4-BE49-F238E27FC236}">
                    <a16:creationId xmlns:a16="http://schemas.microsoft.com/office/drawing/2014/main" id="{95C5BF42-275D-C30C-3176-12E0541BBDC0}"/>
                  </a:ext>
                </a:extLst>
              </p:cNvPr>
              <p:cNvSpPr/>
              <p:nvPr/>
            </p:nvSpPr>
            <p:spPr>
              <a:xfrm>
                <a:off x="7654599" y="8056466"/>
                <a:ext cx="37180" cy="37180"/>
              </a:xfrm>
              <a:custGeom>
                <a:avLst/>
                <a:gdLst>
                  <a:gd name="connsiteX0" fmla="*/ 37434 w 37180"/>
                  <a:gd name="connsiteY0" fmla="*/ 18773 h 37180"/>
                  <a:gd name="connsiteX1" fmla="*/ 18844 w 37180"/>
                  <a:gd name="connsiteY1" fmla="*/ 37364 h 37180"/>
                  <a:gd name="connsiteX2" fmla="*/ 253 w 37180"/>
                  <a:gd name="connsiteY2" fmla="*/ 18773 h 37180"/>
                  <a:gd name="connsiteX3" fmla="*/ 18844 w 37180"/>
                  <a:gd name="connsiteY3" fmla="*/ 183 h 37180"/>
                  <a:gd name="connsiteX4" fmla="*/ 37434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3"/>
                    </a:moveTo>
                    <a:cubicBezTo>
                      <a:pt x="37434" y="29041"/>
                      <a:pt x="29111" y="37364"/>
                      <a:pt x="18844" y="37364"/>
                    </a:cubicBezTo>
                    <a:cubicBezTo>
                      <a:pt x="8576" y="37364"/>
                      <a:pt x="253" y="29041"/>
                      <a:pt x="253" y="18773"/>
                    </a:cubicBezTo>
                    <a:cubicBezTo>
                      <a:pt x="253" y="8506"/>
                      <a:pt x="8576" y="183"/>
                      <a:pt x="18844" y="183"/>
                    </a:cubicBezTo>
                    <a:cubicBezTo>
                      <a:pt x="29111" y="183"/>
                      <a:pt x="37434" y="8506"/>
                      <a:pt x="37434" y="18773"/>
                    </a:cubicBezTo>
                    <a:close/>
                  </a:path>
                </a:pathLst>
              </a:custGeom>
              <a:solidFill>
                <a:srgbClr val="80F780"/>
              </a:solidFill>
              <a:ln w="5753" cap="sq">
                <a:noFill/>
                <a:prstDash val="solid"/>
                <a:miter/>
              </a:ln>
            </p:spPr>
            <p:txBody>
              <a:bodyPr rtlCol="0" anchor="ctr"/>
              <a:lstStyle/>
              <a:p>
                <a:endParaRPr lang="en-US"/>
              </a:p>
            </p:txBody>
          </p:sp>
          <p:sp>
            <p:nvSpPr>
              <p:cNvPr id="1757" name="Freeform: Shape 1756">
                <a:extLst>
                  <a:ext uri="{FF2B5EF4-FFF2-40B4-BE49-F238E27FC236}">
                    <a16:creationId xmlns:a16="http://schemas.microsoft.com/office/drawing/2014/main" id="{2468F419-CF09-DC1F-298D-5F5621BE4E37}"/>
                  </a:ext>
                </a:extLst>
              </p:cNvPr>
              <p:cNvSpPr/>
              <p:nvPr/>
            </p:nvSpPr>
            <p:spPr>
              <a:xfrm>
                <a:off x="7652198" y="8054066"/>
                <a:ext cx="41981" cy="41981"/>
              </a:xfrm>
              <a:custGeom>
                <a:avLst/>
                <a:gdLst>
                  <a:gd name="connsiteX0" fmla="*/ 21244 w 41981"/>
                  <a:gd name="connsiteY0" fmla="*/ 4983 h 41981"/>
                  <a:gd name="connsiteX1" fmla="*/ 37434 w 41981"/>
                  <a:gd name="connsiteY1" fmla="*/ 21174 h 41981"/>
                  <a:gd name="connsiteX2" fmla="*/ 37434 w 41981"/>
                  <a:gd name="connsiteY2" fmla="*/ 21174 h 41981"/>
                  <a:gd name="connsiteX3" fmla="*/ 21244 w 41981"/>
                  <a:gd name="connsiteY3" fmla="*/ 37364 h 41981"/>
                  <a:gd name="connsiteX4" fmla="*/ 5054 w 41981"/>
                  <a:gd name="connsiteY4" fmla="*/ 21174 h 41981"/>
                  <a:gd name="connsiteX5" fmla="*/ 21244 w 41981"/>
                  <a:gd name="connsiteY5" fmla="*/ 4983 h 41981"/>
                  <a:gd name="connsiteX6" fmla="*/ 21244 w 41981"/>
                  <a:gd name="connsiteY6" fmla="*/ 183 h 41981"/>
                  <a:gd name="connsiteX7" fmla="*/ 253 w 41981"/>
                  <a:gd name="connsiteY7" fmla="*/ 21174 h 41981"/>
                  <a:gd name="connsiteX8" fmla="*/ 21244 w 41981"/>
                  <a:gd name="connsiteY8" fmla="*/ 42164 h 41981"/>
                  <a:gd name="connsiteX9" fmla="*/ 42234 w 41981"/>
                  <a:gd name="connsiteY9" fmla="*/ 21174 h 41981"/>
                  <a:gd name="connsiteX10" fmla="*/ 42234 w 41981"/>
                  <a:gd name="connsiteY10" fmla="*/ 21174 h 41981"/>
                  <a:gd name="connsiteX11" fmla="*/ 21244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3"/>
                    </a:moveTo>
                    <a:cubicBezTo>
                      <a:pt x="30186" y="4983"/>
                      <a:pt x="37434" y="12232"/>
                      <a:pt x="37434" y="21174"/>
                    </a:cubicBezTo>
                    <a:lnTo>
                      <a:pt x="37434" y="21174"/>
                    </a:lnTo>
                    <a:cubicBezTo>
                      <a:pt x="37434" y="30115"/>
                      <a:pt x="30186" y="37364"/>
                      <a:pt x="21244" y="37364"/>
                    </a:cubicBezTo>
                    <a:cubicBezTo>
                      <a:pt x="12302" y="37364"/>
                      <a:pt x="5054" y="30115"/>
                      <a:pt x="5054" y="21174"/>
                    </a:cubicBezTo>
                    <a:cubicBezTo>
                      <a:pt x="5054" y="12232"/>
                      <a:pt x="12302" y="4983"/>
                      <a:pt x="21244" y="4983"/>
                    </a:cubicBezTo>
                    <a:close/>
                    <a:moveTo>
                      <a:pt x="21244" y="183"/>
                    </a:moveTo>
                    <a:cubicBezTo>
                      <a:pt x="9651" y="183"/>
                      <a:pt x="253" y="9581"/>
                      <a:pt x="253" y="21174"/>
                    </a:cubicBezTo>
                    <a:cubicBezTo>
                      <a:pt x="253" y="32766"/>
                      <a:pt x="9651" y="42164"/>
                      <a:pt x="21244" y="42164"/>
                    </a:cubicBezTo>
                    <a:cubicBezTo>
                      <a:pt x="32836" y="42164"/>
                      <a:pt x="42234" y="32766"/>
                      <a:pt x="42234" y="21174"/>
                    </a:cubicBezTo>
                    <a:lnTo>
                      <a:pt x="42234" y="21174"/>
                    </a:lnTo>
                    <a:cubicBezTo>
                      <a:pt x="42234" y="9581"/>
                      <a:pt x="32836" y="183"/>
                      <a:pt x="21244" y="183"/>
                    </a:cubicBezTo>
                    <a:close/>
                  </a:path>
                </a:pathLst>
              </a:custGeom>
              <a:solidFill>
                <a:srgbClr val="000000"/>
              </a:solidFill>
              <a:ln w="4794" cap="sq">
                <a:noFill/>
                <a:prstDash val="solid"/>
                <a:round/>
              </a:ln>
            </p:spPr>
            <p:txBody>
              <a:bodyPr rtlCol="0" anchor="ctr"/>
              <a:lstStyle/>
              <a:p>
                <a:endParaRPr lang="en-US"/>
              </a:p>
            </p:txBody>
          </p:sp>
          <p:sp>
            <p:nvSpPr>
              <p:cNvPr id="1758" name="Freeform: Shape 1757">
                <a:extLst>
                  <a:ext uri="{FF2B5EF4-FFF2-40B4-BE49-F238E27FC236}">
                    <a16:creationId xmlns:a16="http://schemas.microsoft.com/office/drawing/2014/main" id="{075D882E-406D-53B3-908A-6EAAB80FD5F6}"/>
                  </a:ext>
                </a:extLst>
              </p:cNvPr>
              <p:cNvSpPr/>
              <p:nvPr/>
            </p:nvSpPr>
            <p:spPr>
              <a:xfrm>
                <a:off x="7859499" y="8012327"/>
                <a:ext cx="37180" cy="37180"/>
              </a:xfrm>
              <a:custGeom>
                <a:avLst/>
                <a:gdLst>
                  <a:gd name="connsiteX0" fmla="*/ 37470 w 37180"/>
                  <a:gd name="connsiteY0" fmla="*/ 18766 h 37180"/>
                  <a:gd name="connsiteX1" fmla="*/ 18879 w 37180"/>
                  <a:gd name="connsiteY1" fmla="*/ 37356 h 37180"/>
                  <a:gd name="connsiteX2" fmla="*/ 289 w 37180"/>
                  <a:gd name="connsiteY2" fmla="*/ 18766 h 37180"/>
                  <a:gd name="connsiteX3" fmla="*/ 18879 w 37180"/>
                  <a:gd name="connsiteY3" fmla="*/ 175 h 37180"/>
                  <a:gd name="connsiteX4" fmla="*/ 3747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66"/>
                    </a:moveTo>
                    <a:cubicBezTo>
                      <a:pt x="37470" y="29033"/>
                      <a:pt x="29146" y="37356"/>
                      <a:pt x="18879" y="37356"/>
                    </a:cubicBezTo>
                    <a:cubicBezTo>
                      <a:pt x="8612" y="37356"/>
                      <a:pt x="289" y="29033"/>
                      <a:pt x="289" y="18766"/>
                    </a:cubicBezTo>
                    <a:cubicBezTo>
                      <a:pt x="289" y="8498"/>
                      <a:pt x="8612" y="175"/>
                      <a:pt x="18879" y="175"/>
                    </a:cubicBezTo>
                    <a:cubicBezTo>
                      <a:pt x="29146" y="175"/>
                      <a:pt x="37470" y="8498"/>
                      <a:pt x="37470" y="18766"/>
                    </a:cubicBezTo>
                    <a:close/>
                  </a:path>
                </a:pathLst>
              </a:custGeom>
              <a:solidFill>
                <a:srgbClr val="D8F7D8"/>
              </a:solidFill>
              <a:ln w="5753" cap="sq">
                <a:noFill/>
                <a:prstDash val="solid"/>
                <a:miter/>
              </a:ln>
            </p:spPr>
            <p:txBody>
              <a:bodyPr rtlCol="0" anchor="ctr"/>
              <a:lstStyle/>
              <a:p>
                <a:endParaRPr lang="en-US"/>
              </a:p>
            </p:txBody>
          </p:sp>
          <p:sp>
            <p:nvSpPr>
              <p:cNvPr id="1759" name="Freeform: Shape 1758">
                <a:extLst>
                  <a:ext uri="{FF2B5EF4-FFF2-40B4-BE49-F238E27FC236}">
                    <a16:creationId xmlns:a16="http://schemas.microsoft.com/office/drawing/2014/main" id="{A5275747-F7BD-6038-7218-166115D6B8D4}"/>
                  </a:ext>
                </a:extLst>
              </p:cNvPr>
              <p:cNvSpPr/>
              <p:nvPr/>
            </p:nvSpPr>
            <p:spPr>
              <a:xfrm>
                <a:off x="7857099" y="8009927"/>
                <a:ext cx="41981" cy="41981"/>
              </a:xfrm>
              <a:custGeom>
                <a:avLst/>
                <a:gdLst>
                  <a:gd name="connsiteX0" fmla="*/ 21279 w 41981"/>
                  <a:gd name="connsiteY0" fmla="*/ 4976 h 41981"/>
                  <a:gd name="connsiteX1" fmla="*/ 37470 w 41981"/>
                  <a:gd name="connsiteY1" fmla="*/ 21166 h 41981"/>
                  <a:gd name="connsiteX2" fmla="*/ 37470 w 41981"/>
                  <a:gd name="connsiteY2" fmla="*/ 21166 h 41981"/>
                  <a:gd name="connsiteX3" fmla="*/ 21279 w 41981"/>
                  <a:gd name="connsiteY3" fmla="*/ 37356 h 41981"/>
                  <a:gd name="connsiteX4" fmla="*/ 5089 w 41981"/>
                  <a:gd name="connsiteY4" fmla="*/ 21166 h 41981"/>
                  <a:gd name="connsiteX5" fmla="*/ 21279 w 41981"/>
                  <a:gd name="connsiteY5" fmla="*/ 4976 h 41981"/>
                  <a:gd name="connsiteX6" fmla="*/ 21279 w 41981"/>
                  <a:gd name="connsiteY6" fmla="*/ 175 h 41981"/>
                  <a:gd name="connsiteX7" fmla="*/ 289 w 41981"/>
                  <a:gd name="connsiteY7" fmla="*/ 21166 h 41981"/>
                  <a:gd name="connsiteX8" fmla="*/ 21279 w 41981"/>
                  <a:gd name="connsiteY8" fmla="*/ 42156 h 41981"/>
                  <a:gd name="connsiteX9" fmla="*/ 42270 w 41981"/>
                  <a:gd name="connsiteY9" fmla="*/ 21166 h 41981"/>
                  <a:gd name="connsiteX10" fmla="*/ 42270 w 41981"/>
                  <a:gd name="connsiteY10" fmla="*/ 21166 h 41981"/>
                  <a:gd name="connsiteX11" fmla="*/ 21279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76"/>
                    </a:moveTo>
                    <a:cubicBezTo>
                      <a:pt x="30221" y="4976"/>
                      <a:pt x="37470" y="12224"/>
                      <a:pt x="37470" y="21166"/>
                    </a:cubicBezTo>
                    <a:lnTo>
                      <a:pt x="37470" y="21166"/>
                    </a:lnTo>
                    <a:cubicBezTo>
                      <a:pt x="37470" y="30108"/>
                      <a:pt x="30221" y="37356"/>
                      <a:pt x="21279" y="37356"/>
                    </a:cubicBezTo>
                    <a:cubicBezTo>
                      <a:pt x="12338" y="37356"/>
                      <a:pt x="5089" y="30108"/>
                      <a:pt x="5089" y="21166"/>
                    </a:cubicBezTo>
                    <a:cubicBezTo>
                      <a:pt x="5089" y="12224"/>
                      <a:pt x="12338" y="4976"/>
                      <a:pt x="21279" y="4976"/>
                    </a:cubicBezTo>
                    <a:close/>
                    <a:moveTo>
                      <a:pt x="21279" y="175"/>
                    </a:moveTo>
                    <a:cubicBezTo>
                      <a:pt x="9687" y="175"/>
                      <a:pt x="289" y="9573"/>
                      <a:pt x="289" y="21166"/>
                    </a:cubicBezTo>
                    <a:cubicBezTo>
                      <a:pt x="289" y="32758"/>
                      <a:pt x="9687" y="42156"/>
                      <a:pt x="21279" y="42156"/>
                    </a:cubicBezTo>
                    <a:cubicBezTo>
                      <a:pt x="32872" y="42156"/>
                      <a:pt x="42270" y="32758"/>
                      <a:pt x="42270" y="21166"/>
                    </a:cubicBezTo>
                    <a:lnTo>
                      <a:pt x="42270" y="21166"/>
                    </a:lnTo>
                    <a:cubicBezTo>
                      <a:pt x="42270" y="9573"/>
                      <a:pt x="32872" y="175"/>
                      <a:pt x="21279" y="175"/>
                    </a:cubicBezTo>
                    <a:close/>
                  </a:path>
                </a:pathLst>
              </a:custGeom>
              <a:solidFill>
                <a:srgbClr val="000000"/>
              </a:solidFill>
              <a:ln w="4794" cap="sq">
                <a:noFill/>
                <a:prstDash val="solid"/>
                <a:round/>
              </a:ln>
            </p:spPr>
            <p:txBody>
              <a:bodyPr rtlCol="0" anchor="ctr"/>
              <a:lstStyle/>
              <a:p>
                <a:endParaRPr lang="en-US"/>
              </a:p>
            </p:txBody>
          </p:sp>
          <p:sp>
            <p:nvSpPr>
              <p:cNvPr id="1760" name="Freeform: Shape 1759">
                <a:extLst>
                  <a:ext uri="{FF2B5EF4-FFF2-40B4-BE49-F238E27FC236}">
                    <a16:creationId xmlns:a16="http://schemas.microsoft.com/office/drawing/2014/main" id="{BFBA2AA3-879B-6651-E5AF-90054FE8BDDD}"/>
                  </a:ext>
                </a:extLst>
              </p:cNvPr>
              <p:cNvSpPr/>
              <p:nvPr/>
            </p:nvSpPr>
            <p:spPr>
              <a:xfrm>
                <a:off x="7623051" y="8041749"/>
                <a:ext cx="37180" cy="37180"/>
              </a:xfrm>
              <a:custGeom>
                <a:avLst/>
                <a:gdLst>
                  <a:gd name="connsiteX0" fmla="*/ 37429 w 37180"/>
                  <a:gd name="connsiteY0" fmla="*/ 18771 h 37180"/>
                  <a:gd name="connsiteX1" fmla="*/ 18838 w 37180"/>
                  <a:gd name="connsiteY1" fmla="*/ 37361 h 37180"/>
                  <a:gd name="connsiteX2" fmla="*/ 248 w 37180"/>
                  <a:gd name="connsiteY2" fmla="*/ 18771 h 37180"/>
                  <a:gd name="connsiteX3" fmla="*/ 18838 w 37180"/>
                  <a:gd name="connsiteY3" fmla="*/ 180 h 37180"/>
                  <a:gd name="connsiteX4" fmla="*/ 3742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1"/>
                    </a:moveTo>
                    <a:cubicBezTo>
                      <a:pt x="37429" y="29038"/>
                      <a:pt x="29105" y="37361"/>
                      <a:pt x="18838" y="37361"/>
                    </a:cubicBezTo>
                    <a:cubicBezTo>
                      <a:pt x="8571" y="37361"/>
                      <a:pt x="248" y="29038"/>
                      <a:pt x="248" y="18771"/>
                    </a:cubicBezTo>
                    <a:cubicBezTo>
                      <a:pt x="248" y="8504"/>
                      <a:pt x="8571" y="180"/>
                      <a:pt x="18838" y="180"/>
                    </a:cubicBezTo>
                    <a:cubicBezTo>
                      <a:pt x="29105" y="180"/>
                      <a:pt x="37429" y="8504"/>
                      <a:pt x="37429" y="18771"/>
                    </a:cubicBezTo>
                    <a:close/>
                  </a:path>
                </a:pathLst>
              </a:custGeom>
              <a:solidFill>
                <a:srgbClr val="F7A500"/>
              </a:solidFill>
              <a:ln w="5753" cap="sq">
                <a:noFill/>
                <a:prstDash val="solid"/>
                <a:miter/>
              </a:ln>
            </p:spPr>
            <p:txBody>
              <a:bodyPr rtlCol="0" anchor="ctr"/>
              <a:lstStyle/>
              <a:p>
                <a:endParaRPr lang="en-US"/>
              </a:p>
            </p:txBody>
          </p:sp>
          <p:sp>
            <p:nvSpPr>
              <p:cNvPr id="1761" name="Freeform: Shape 1760">
                <a:extLst>
                  <a:ext uri="{FF2B5EF4-FFF2-40B4-BE49-F238E27FC236}">
                    <a16:creationId xmlns:a16="http://schemas.microsoft.com/office/drawing/2014/main" id="{AA955A5E-C86C-94A5-40B3-9C05AE437022}"/>
                  </a:ext>
                </a:extLst>
              </p:cNvPr>
              <p:cNvSpPr/>
              <p:nvPr/>
            </p:nvSpPr>
            <p:spPr>
              <a:xfrm>
                <a:off x="7620651" y="8039349"/>
                <a:ext cx="41981" cy="41981"/>
              </a:xfrm>
              <a:custGeom>
                <a:avLst/>
                <a:gdLst>
                  <a:gd name="connsiteX0" fmla="*/ 21238 w 41981"/>
                  <a:gd name="connsiteY0" fmla="*/ 4981 h 41981"/>
                  <a:gd name="connsiteX1" fmla="*/ 37429 w 41981"/>
                  <a:gd name="connsiteY1" fmla="*/ 21171 h 41981"/>
                  <a:gd name="connsiteX2" fmla="*/ 37429 w 41981"/>
                  <a:gd name="connsiteY2" fmla="*/ 21171 h 41981"/>
                  <a:gd name="connsiteX3" fmla="*/ 21238 w 41981"/>
                  <a:gd name="connsiteY3" fmla="*/ 37361 h 41981"/>
                  <a:gd name="connsiteX4" fmla="*/ 5048 w 41981"/>
                  <a:gd name="connsiteY4" fmla="*/ 21171 h 41981"/>
                  <a:gd name="connsiteX5" fmla="*/ 21238 w 41981"/>
                  <a:gd name="connsiteY5" fmla="*/ 4981 h 41981"/>
                  <a:gd name="connsiteX6" fmla="*/ 21238 w 41981"/>
                  <a:gd name="connsiteY6" fmla="*/ 180 h 41981"/>
                  <a:gd name="connsiteX7" fmla="*/ 248 w 41981"/>
                  <a:gd name="connsiteY7" fmla="*/ 21171 h 41981"/>
                  <a:gd name="connsiteX8" fmla="*/ 21238 w 41981"/>
                  <a:gd name="connsiteY8" fmla="*/ 42162 h 41981"/>
                  <a:gd name="connsiteX9" fmla="*/ 42229 w 41981"/>
                  <a:gd name="connsiteY9" fmla="*/ 21171 h 41981"/>
                  <a:gd name="connsiteX10" fmla="*/ 42229 w 41981"/>
                  <a:gd name="connsiteY10" fmla="*/ 21171 h 41981"/>
                  <a:gd name="connsiteX11" fmla="*/ 2123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81"/>
                    </a:moveTo>
                    <a:cubicBezTo>
                      <a:pt x="30180" y="4981"/>
                      <a:pt x="37429" y="12229"/>
                      <a:pt x="37429" y="21171"/>
                    </a:cubicBezTo>
                    <a:lnTo>
                      <a:pt x="37429" y="21171"/>
                    </a:lnTo>
                    <a:cubicBezTo>
                      <a:pt x="37429" y="30113"/>
                      <a:pt x="30180" y="37361"/>
                      <a:pt x="21238" y="37361"/>
                    </a:cubicBezTo>
                    <a:cubicBezTo>
                      <a:pt x="12297" y="37361"/>
                      <a:pt x="5048" y="30113"/>
                      <a:pt x="5048" y="21171"/>
                    </a:cubicBezTo>
                    <a:cubicBezTo>
                      <a:pt x="5048" y="12229"/>
                      <a:pt x="12297" y="4981"/>
                      <a:pt x="21238" y="4981"/>
                    </a:cubicBezTo>
                    <a:close/>
                    <a:moveTo>
                      <a:pt x="21238" y="180"/>
                    </a:moveTo>
                    <a:cubicBezTo>
                      <a:pt x="9646" y="180"/>
                      <a:pt x="248" y="9578"/>
                      <a:pt x="248" y="21171"/>
                    </a:cubicBezTo>
                    <a:cubicBezTo>
                      <a:pt x="248" y="32764"/>
                      <a:pt x="9646" y="42162"/>
                      <a:pt x="21238" y="42162"/>
                    </a:cubicBezTo>
                    <a:cubicBezTo>
                      <a:pt x="32831" y="42162"/>
                      <a:pt x="42229" y="32764"/>
                      <a:pt x="42229" y="21171"/>
                    </a:cubicBezTo>
                    <a:lnTo>
                      <a:pt x="42229" y="21171"/>
                    </a:lnTo>
                    <a:cubicBezTo>
                      <a:pt x="42229" y="9578"/>
                      <a:pt x="32831" y="180"/>
                      <a:pt x="21238" y="180"/>
                    </a:cubicBezTo>
                    <a:close/>
                  </a:path>
                </a:pathLst>
              </a:custGeom>
              <a:solidFill>
                <a:srgbClr val="000000"/>
              </a:solidFill>
              <a:ln w="4794" cap="sq">
                <a:noFill/>
                <a:prstDash val="solid"/>
                <a:round/>
              </a:ln>
            </p:spPr>
            <p:txBody>
              <a:bodyPr rtlCol="0" anchor="ctr"/>
              <a:lstStyle/>
              <a:p>
                <a:endParaRPr lang="en-US"/>
              </a:p>
            </p:txBody>
          </p:sp>
          <p:sp>
            <p:nvSpPr>
              <p:cNvPr id="1762" name="Freeform: Shape 1761">
                <a:extLst>
                  <a:ext uri="{FF2B5EF4-FFF2-40B4-BE49-F238E27FC236}">
                    <a16:creationId xmlns:a16="http://schemas.microsoft.com/office/drawing/2014/main" id="{220B9FF9-7551-132B-0922-F689E0BCA5AE}"/>
                  </a:ext>
                </a:extLst>
              </p:cNvPr>
              <p:cNvSpPr/>
              <p:nvPr/>
            </p:nvSpPr>
            <p:spPr>
              <a:xfrm>
                <a:off x="7629427" y="8021462"/>
                <a:ext cx="37180" cy="37180"/>
              </a:xfrm>
              <a:custGeom>
                <a:avLst/>
                <a:gdLst>
                  <a:gd name="connsiteX0" fmla="*/ 37430 w 37180"/>
                  <a:gd name="connsiteY0" fmla="*/ 18767 h 37180"/>
                  <a:gd name="connsiteX1" fmla="*/ 18839 w 37180"/>
                  <a:gd name="connsiteY1" fmla="*/ 37358 h 37180"/>
                  <a:gd name="connsiteX2" fmla="*/ 249 w 37180"/>
                  <a:gd name="connsiteY2" fmla="*/ 18767 h 37180"/>
                  <a:gd name="connsiteX3" fmla="*/ 18839 w 37180"/>
                  <a:gd name="connsiteY3" fmla="*/ 177 h 37180"/>
                  <a:gd name="connsiteX4" fmla="*/ 37430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7"/>
                    </a:moveTo>
                    <a:cubicBezTo>
                      <a:pt x="37430" y="29034"/>
                      <a:pt x="29106" y="37358"/>
                      <a:pt x="18839" y="37358"/>
                    </a:cubicBezTo>
                    <a:cubicBezTo>
                      <a:pt x="8572" y="37358"/>
                      <a:pt x="249" y="29034"/>
                      <a:pt x="249" y="18767"/>
                    </a:cubicBezTo>
                    <a:cubicBezTo>
                      <a:pt x="249" y="8500"/>
                      <a:pt x="8572" y="177"/>
                      <a:pt x="18839" y="177"/>
                    </a:cubicBezTo>
                    <a:cubicBezTo>
                      <a:pt x="29106" y="177"/>
                      <a:pt x="37430" y="8500"/>
                      <a:pt x="37430" y="18767"/>
                    </a:cubicBezTo>
                    <a:close/>
                  </a:path>
                </a:pathLst>
              </a:custGeom>
              <a:solidFill>
                <a:srgbClr val="F7A571"/>
              </a:solidFill>
              <a:ln w="5753" cap="sq">
                <a:noFill/>
                <a:prstDash val="solid"/>
                <a:miter/>
              </a:ln>
            </p:spPr>
            <p:txBody>
              <a:bodyPr rtlCol="0" anchor="ctr"/>
              <a:lstStyle/>
              <a:p>
                <a:endParaRPr lang="en-US"/>
              </a:p>
            </p:txBody>
          </p:sp>
          <p:sp>
            <p:nvSpPr>
              <p:cNvPr id="1763" name="Freeform: Shape 1762">
                <a:extLst>
                  <a:ext uri="{FF2B5EF4-FFF2-40B4-BE49-F238E27FC236}">
                    <a16:creationId xmlns:a16="http://schemas.microsoft.com/office/drawing/2014/main" id="{4B737C67-FC6A-0FA2-4878-533B42F9FDB5}"/>
                  </a:ext>
                </a:extLst>
              </p:cNvPr>
              <p:cNvSpPr/>
              <p:nvPr/>
            </p:nvSpPr>
            <p:spPr>
              <a:xfrm>
                <a:off x="7627027" y="8019062"/>
                <a:ext cx="41981" cy="41981"/>
              </a:xfrm>
              <a:custGeom>
                <a:avLst/>
                <a:gdLst>
                  <a:gd name="connsiteX0" fmla="*/ 21239 w 41981"/>
                  <a:gd name="connsiteY0" fmla="*/ 4977 h 41981"/>
                  <a:gd name="connsiteX1" fmla="*/ 37430 w 41981"/>
                  <a:gd name="connsiteY1" fmla="*/ 21167 h 41981"/>
                  <a:gd name="connsiteX2" fmla="*/ 37430 w 41981"/>
                  <a:gd name="connsiteY2" fmla="*/ 21167 h 41981"/>
                  <a:gd name="connsiteX3" fmla="*/ 21239 w 41981"/>
                  <a:gd name="connsiteY3" fmla="*/ 37358 h 41981"/>
                  <a:gd name="connsiteX4" fmla="*/ 5049 w 41981"/>
                  <a:gd name="connsiteY4" fmla="*/ 21167 h 41981"/>
                  <a:gd name="connsiteX5" fmla="*/ 21239 w 41981"/>
                  <a:gd name="connsiteY5" fmla="*/ 4977 h 41981"/>
                  <a:gd name="connsiteX6" fmla="*/ 21239 w 41981"/>
                  <a:gd name="connsiteY6" fmla="*/ 177 h 41981"/>
                  <a:gd name="connsiteX7" fmla="*/ 249 w 41981"/>
                  <a:gd name="connsiteY7" fmla="*/ 21167 h 41981"/>
                  <a:gd name="connsiteX8" fmla="*/ 21239 w 41981"/>
                  <a:gd name="connsiteY8" fmla="*/ 42158 h 41981"/>
                  <a:gd name="connsiteX9" fmla="*/ 42230 w 41981"/>
                  <a:gd name="connsiteY9" fmla="*/ 21167 h 41981"/>
                  <a:gd name="connsiteX10" fmla="*/ 42230 w 41981"/>
                  <a:gd name="connsiteY10" fmla="*/ 21167 h 41981"/>
                  <a:gd name="connsiteX11" fmla="*/ 21239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77"/>
                    </a:moveTo>
                    <a:cubicBezTo>
                      <a:pt x="30181" y="4977"/>
                      <a:pt x="37430" y="12226"/>
                      <a:pt x="37430" y="21167"/>
                    </a:cubicBezTo>
                    <a:lnTo>
                      <a:pt x="37430" y="21167"/>
                    </a:lnTo>
                    <a:cubicBezTo>
                      <a:pt x="37430" y="30109"/>
                      <a:pt x="30181" y="37358"/>
                      <a:pt x="21239" y="37358"/>
                    </a:cubicBezTo>
                    <a:cubicBezTo>
                      <a:pt x="12298" y="37358"/>
                      <a:pt x="5049" y="30109"/>
                      <a:pt x="5049" y="21167"/>
                    </a:cubicBezTo>
                    <a:cubicBezTo>
                      <a:pt x="5049" y="12226"/>
                      <a:pt x="12298" y="4977"/>
                      <a:pt x="21239" y="4977"/>
                    </a:cubicBezTo>
                    <a:close/>
                    <a:moveTo>
                      <a:pt x="21239" y="177"/>
                    </a:moveTo>
                    <a:cubicBezTo>
                      <a:pt x="9647" y="177"/>
                      <a:pt x="249" y="9575"/>
                      <a:pt x="249" y="21167"/>
                    </a:cubicBezTo>
                    <a:cubicBezTo>
                      <a:pt x="249" y="32760"/>
                      <a:pt x="9647" y="42158"/>
                      <a:pt x="21239" y="42158"/>
                    </a:cubicBezTo>
                    <a:cubicBezTo>
                      <a:pt x="32832" y="42158"/>
                      <a:pt x="42230" y="32760"/>
                      <a:pt x="42230" y="21167"/>
                    </a:cubicBezTo>
                    <a:lnTo>
                      <a:pt x="42230" y="21167"/>
                    </a:lnTo>
                    <a:cubicBezTo>
                      <a:pt x="42230" y="9575"/>
                      <a:pt x="32832" y="177"/>
                      <a:pt x="21239" y="177"/>
                    </a:cubicBezTo>
                    <a:close/>
                  </a:path>
                </a:pathLst>
              </a:custGeom>
              <a:solidFill>
                <a:srgbClr val="000000"/>
              </a:solidFill>
              <a:ln w="4794" cap="sq">
                <a:noFill/>
                <a:prstDash val="solid"/>
                <a:round/>
              </a:ln>
            </p:spPr>
            <p:txBody>
              <a:bodyPr rtlCol="0" anchor="ctr"/>
              <a:lstStyle/>
              <a:p>
                <a:endParaRPr lang="en-US"/>
              </a:p>
            </p:txBody>
          </p:sp>
          <p:sp>
            <p:nvSpPr>
              <p:cNvPr id="1764" name="Freeform: Shape 1763">
                <a:extLst>
                  <a:ext uri="{FF2B5EF4-FFF2-40B4-BE49-F238E27FC236}">
                    <a16:creationId xmlns:a16="http://schemas.microsoft.com/office/drawing/2014/main" id="{07501277-8913-96E1-7475-7B62425F04A3}"/>
                  </a:ext>
                </a:extLst>
              </p:cNvPr>
              <p:cNvSpPr/>
              <p:nvPr/>
            </p:nvSpPr>
            <p:spPr>
              <a:xfrm>
                <a:off x="7612510" y="8019544"/>
                <a:ext cx="37180" cy="37180"/>
              </a:xfrm>
              <a:custGeom>
                <a:avLst/>
                <a:gdLst>
                  <a:gd name="connsiteX0" fmla="*/ 37427 w 37180"/>
                  <a:gd name="connsiteY0" fmla="*/ 18767 h 37180"/>
                  <a:gd name="connsiteX1" fmla="*/ 18836 w 37180"/>
                  <a:gd name="connsiteY1" fmla="*/ 37357 h 37180"/>
                  <a:gd name="connsiteX2" fmla="*/ 246 w 37180"/>
                  <a:gd name="connsiteY2" fmla="*/ 18767 h 37180"/>
                  <a:gd name="connsiteX3" fmla="*/ 18836 w 37180"/>
                  <a:gd name="connsiteY3" fmla="*/ 177 h 37180"/>
                  <a:gd name="connsiteX4" fmla="*/ 37427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7"/>
                    </a:moveTo>
                    <a:cubicBezTo>
                      <a:pt x="37427" y="29034"/>
                      <a:pt x="29104" y="37357"/>
                      <a:pt x="18836" y="37357"/>
                    </a:cubicBezTo>
                    <a:cubicBezTo>
                      <a:pt x="8569" y="37357"/>
                      <a:pt x="246" y="29034"/>
                      <a:pt x="246" y="18767"/>
                    </a:cubicBezTo>
                    <a:cubicBezTo>
                      <a:pt x="246" y="8500"/>
                      <a:pt x="8569" y="177"/>
                      <a:pt x="18836" y="177"/>
                    </a:cubicBezTo>
                    <a:cubicBezTo>
                      <a:pt x="29104" y="177"/>
                      <a:pt x="37427" y="8500"/>
                      <a:pt x="37427" y="18767"/>
                    </a:cubicBezTo>
                    <a:close/>
                  </a:path>
                </a:pathLst>
              </a:custGeom>
              <a:solidFill>
                <a:srgbClr val="F7A518"/>
              </a:solidFill>
              <a:ln w="5753" cap="sq">
                <a:noFill/>
                <a:prstDash val="solid"/>
                <a:miter/>
              </a:ln>
            </p:spPr>
            <p:txBody>
              <a:bodyPr rtlCol="0" anchor="ctr"/>
              <a:lstStyle/>
              <a:p>
                <a:endParaRPr lang="en-US"/>
              </a:p>
            </p:txBody>
          </p:sp>
          <p:sp>
            <p:nvSpPr>
              <p:cNvPr id="1765" name="Freeform: Shape 1764">
                <a:extLst>
                  <a:ext uri="{FF2B5EF4-FFF2-40B4-BE49-F238E27FC236}">
                    <a16:creationId xmlns:a16="http://schemas.microsoft.com/office/drawing/2014/main" id="{F70CA7E0-2A0D-1F3E-0E9D-DE7940A13AD2}"/>
                  </a:ext>
                </a:extLst>
              </p:cNvPr>
              <p:cNvSpPr/>
              <p:nvPr/>
            </p:nvSpPr>
            <p:spPr>
              <a:xfrm>
                <a:off x="7610110" y="8017144"/>
                <a:ext cx="41981" cy="41981"/>
              </a:xfrm>
              <a:custGeom>
                <a:avLst/>
                <a:gdLst>
                  <a:gd name="connsiteX0" fmla="*/ 21237 w 41981"/>
                  <a:gd name="connsiteY0" fmla="*/ 4977 h 41981"/>
                  <a:gd name="connsiteX1" fmla="*/ 37427 w 41981"/>
                  <a:gd name="connsiteY1" fmla="*/ 21167 h 41981"/>
                  <a:gd name="connsiteX2" fmla="*/ 37427 w 41981"/>
                  <a:gd name="connsiteY2" fmla="*/ 21167 h 41981"/>
                  <a:gd name="connsiteX3" fmla="*/ 21237 w 41981"/>
                  <a:gd name="connsiteY3" fmla="*/ 37357 h 41981"/>
                  <a:gd name="connsiteX4" fmla="*/ 5046 w 41981"/>
                  <a:gd name="connsiteY4" fmla="*/ 21167 h 41981"/>
                  <a:gd name="connsiteX5" fmla="*/ 21237 w 41981"/>
                  <a:gd name="connsiteY5" fmla="*/ 4977 h 41981"/>
                  <a:gd name="connsiteX6" fmla="*/ 21237 w 41981"/>
                  <a:gd name="connsiteY6" fmla="*/ 177 h 41981"/>
                  <a:gd name="connsiteX7" fmla="*/ 246 w 41981"/>
                  <a:gd name="connsiteY7" fmla="*/ 21167 h 41981"/>
                  <a:gd name="connsiteX8" fmla="*/ 21237 w 41981"/>
                  <a:gd name="connsiteY8" fmla="*/ 42158 h 41981"/>
                  <a:gd name="connsiteX9" fmla="*/ 42227 w 41981"/>
                  <a:gd name="connsiteY9" fmla="*/ 21167 h 41981"/>
                  <a:gd name="connsiteX10" fmla="*/ 42227 w 41981"/>
                  <a:gd name="connsiteY10" fmla="*/ 21167 h 41981"/>
                  <a:gd name="connsiteX11" fmla="*/ 21237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7"/>
                    </a:moveTo>
                    <a:cubicBezTo>
                      <a:pt x="30178" y="4977"/>
                      <a:pt x="37427" y="12225"/>
                      <a:pt x="37427" y="21167"/>
                    </a:cubicBezTo>
                    <a:lnTo>
                      <a:pt x="37427" y="21167"/>
                    </a:lnTo>
                    <a:cubicBezTo>
                      <a:pt x="37427" y="30109"/>
                      <a:pt x="30178" y="37357"/>
                      <a:pt x="21237" y="37357"/>
                    </a:cubicBezTo>
                    <a:cubicBezTo>
                      <a:pt x="12295" y="37357"/>
                      <a:pt x="5046" y="30109"/>
                      <a:pt x="5046" y="21167"/>
                    </a:cubicBezTo>
                    <a:cubicBezTo>
                      <a:pt x="5046" y="12225"/>
                      <a:pt x="12295" y="4977"/>
                      <a:pt x="21237" y="4977"/>
                    </a:cubicBezTo>
                    <a:close/>
                    <a:moveTo>
                      <a:pt x="21237" y="177"/>
                    </a:moveTo>
                    <a:cubicBezTo>
                      <a:pt x="9644" y="177"/>
                      <a:pt x="246" y="9575"/>
                      <a:pt x="246" y="21167"/>
                    </a:cubicBezTo>
                    <a:cubicBezTo>
                      <a:pt x="246" y="32760"/>
                      <a:pt x="9644" y="42158"/>
                      <a:pt x="21237" y="42158"/>
                    </a:cubicBezTo>
                    <a:cubicBezTo>
                      <a:pt x="32829" y="42158"/>
                      <a:pt x="42227" y="32760"/>
                      <a:pt x="42227" y="21167"/>
                    </a:cubicBezTo>
                    <a:lnTo>
                      <a:pt x="42227" y="21167"/>
                    </a:lnTo>
                    <a:cubicBezTo>
                      <a:pt x="42227" y="9575"/>
                      <a:pt x="32829" y="177"/>
                      <a:pt x="21237" y="177"/>
                    </a:cubicBezTo>
                    <a:close/>
                  </a:path>
                </a:pathLst>
              </a:custGeom>
              <a:solidFill>
                <a:srgbClr val="000000"/>
              </a:solidFill>
              <a:ln w="4794" cap="sq">
                <a:noFill/>
                <a:prstDash val="solid"/>
                <a:round/>
              </a:ln>
            </p:spPr>
            <p:txBody>
              <a:bodyPr rtlCol="0" anchor="ctr"/>
              <a:lstStyle/>
              <a:p>
                <a:endParaRPr lang="en-US"/>
              </a:p>
            </p:txBody>
          </p:sp>
          <p:sp>
            <p:nvSpPr>
              <p:cNvPr id="1766" name="Freeform: Shape 1765">
                <a:extLst>
                  <a:ext uri="{FF2B5EF4-FFF2-40B4-BE49-F238E27FC236}">
                    <a16:creationId xmlns:a16="http://schemas.microsoft.com/office/drawing/2014/main" id="{B3BD5C43-232A-A3A1-71B4-E847E5584D2A}"/>
                  </a:ext>
                </a:extLst>
              </p:cNvPr>
              <p:cNvSpPr/>
              <p:nvPr/>
            </p:nvSpPr>
            <p:spPr>
              <a:xfrm>
                <a:off x="7848463" y="7990612"/>
                <a:ext cx="37180" cy="37180"/>
              </a:xfrm>
              <a:custGeom>
                <a:avLst/>
                <a:gdLst>
                  <a:gd name="connsiteX0" fmla="*/ 37468 w 37180"/>
                  <a:gd name="connsiteY0" fmla="*/ 18762 h 37180"/>
                  <a:gd name="connsiteX1" fmla="*/ 18877 w 37180"/>
                  <a:gd name="connsiteY1" fmla="*/ 37352 h 37180"/>
                  <a:gd name="connsiteX2" fmla="*/ 287 w 37180"/>
                  <a:gd name="connsiteY2" fmla="*/ 18762 h 37180"/>
                  <a:gd name="connsiteX3" fmla="*/ 18877 w 37180"/>
                  <a:gd name="connsiteY3" fmla="*/ 172 h 37180"/>
                  <a:gd name="connsiteX4" fmla="*/ 3746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8" y="18762"/>
                    </a:moveTo>
                    <a:cubicBezTo>
                      <a:pt x="37468" y="29029"/>
                      <a:pt x="29145" y="37352"/>
                      <a:pt x="18877" y="37352"/>
                    </a:cubicBezTo>
                    <a:cubicBezTo>
                      <a:pt x="8610" y="37352"/>
                      <a:pt x="287" y="29029"/>
                      <a:pt x="287" y="18762"/>
                    </a:cubicBezTo>
                    <a:cubicBezTo>
                      <a:pt x="287" y="8495"/>
                      <a:pt x="8610" y="172"/>
                      <a:pt x="18877" y="172"/>
                    </a:cubicBezTo>
                    <a:cubicBezTo>
                      <a:pt x="29145" y="172"/>
                      <a:pt x="37468" y="8495"/>
                      <a:pt x="37468" y="18762"/>
                    </a:cubicBezTo>
                    <a:close/>
                  </a:path>
                </a:pathLst>
              </a:custGeom>
              <a:solidFill>
                <a:srgbClr val="00F700"/>
              </a:solidFill>
              <a:ln w="5753" cap="sq">
                <a:noFill/>
                <a:prstDash val="solid"/>
                <a:miter/>
              </a:ln>
            </p:spPr>
            <p:txBody>
              <a:bodyPr rtlCol="0" anchor="ctr"/>
              <a:lstStyle/>
              <a:p>
                <a:endParaRPr lang="en-US"/>
              </a:p>
            </p:txBody>
          </p:sp>
          <p:sp>
            <p:nvSpPr>
              <p:cNvPr id="1767" name="Freeform: Shape 1766">
                <a:extLst>
                  <a:ext uri="{FF2B5EF4-FFF2-40B4-BE49-F238E27FC236}">
                    <a16:creationId xmlns:a16="http://schemas.microsoft.com/office/drawing/2014/main" id="{FA7881DA-83D6-BDE6-DC1D-730942168A54}"/>
                  </a:ext>
                </a:extLst>
              </p:cNvPr>
              <p:cNvSpPr/>
              <p:nvPr/>
            </p:nvSpPr>
            <p:spPr>
              <a:xfrm>
                <a:off x="7846063" y="7988211"/>
                <a:ext cx="41981" cy="41981"/>
              </a:xfrm>
              <a:custGeom>
                <a:avLst/>
                <a:gdLst>
                  <a:gd name="connsiteX0" fmla="*/ 21278 w 41981"/>
                  <a:gd name="connsiteY0" fmla="*/ 4972 h 41981"/>
                  <a:gd name="connsiteX1" fmla="*/ 37468 w 41981"/>
                  <a:gd name="connsiteY1" fmla="*/ 21162 h 41981"/>
                  <a:gd name="connsiteX2" fmla="*/ 37468 w 41981"/>
                  <a:gd name="connsiteY2" fmla="*/ 21162 h 41981"/>
                  <a:gd name="connsiteX3" fmla="*/ 21278 w 41981"/>
                  <a:gd name="connsiteY3" fmla="*/ 37352 h 41981"/>
                  <a:gd name="connsiteX4" fmla="*/ 5087 w 41981"/>
                  <a:gd name="connsiteY4" fmla="*/ 21162 h 41981"/>
                  <a:gd name="connsiteX5" fmla="*/ 21278 w 41981"/>
                  <a:gd name="connsiteY5" fmla="*/ 4972 h 41981"/>
                  <a:gd name="connsiteX6" fmla="*/ 21278 w 41981"/>
                  <a:gd name="connsiteY6" fmla="*/ 172 h 41981"/>
                  <a:gd name="connsiteX7" fmla="*/ 287 w 41981"/>
                  <a:gd name="connsiteY7" fmla="*/ 21162 h 41981"/>
                  <a:gd name="connsiteX8" fmla="*/ 21278 w 41981"/>
                  <a:gd name="connsiteY8" fmla="*/ 42153 h 41981"/>
                  <a:gd name="connsiteX9" fmla="*/ 42268 w 41981"/>
                  <a:gd name="connsiteY9" fmla="*/ 21162 h 41981"/>
                  <a:gd name="connsiteX10" fmla="*/ 42268 w 41981"/>
                  <a:gd name="connsiteY10" fmla="*/ 21162 h 41981"/>
                  <a:gd name="connsiteX11" fmla="*/ 2127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72"/>
                    </a:moveTo>
                    <a:cubicBezTo>
                      <a:pt x="30219" y="4972"/>
                      <a:pt x="37468" y="12220"/>
                      <a:pt x="37468" y="21162"/>
                    </a:cubicBezTo>
                    <a:lnTo>
                      <a:pt x="37468" y="21162"/>
                    </a:lnTo>
                    <a:cubicBezTo>
                      <a:pt x="37468" y="30104"/>
                      <a:pt x="30219" y="37352"/>
                      <a:pt x="21278" y="37352"/>
                    </a:cubicBezTo>
                    <a:cubicBezTo>
                      <a:pt x="12336" y="37352"/>
                      <a:pt x="5087" y="30104"/>
                      <a:pt x="5087" y="21162"/>
                    </a:cubicBezTo>
                    <a:cubicBezTo>
                      <a:pt x="5087" y="12220"/>
                      <a:pt x="12336" y="4972"/>
                      <a:pt x="21278" y="4972"/>
                    </a:cubicBezTo>
                    <a:close/>
                    <a:moveTo>
                      <a:pt x="21278" y="172"/>
                    </a:moveTo>
                    <a:cubicBezTo>
                      <a:pt x="9685" y="172"/>
                      <a:pt x="287" y="9570"/>
                      <a:pt x="287" y="21162"/>
                    </a:cubicBezTo>
                    <a:cubicBezTo>
                      <a:pt x="287" y="32755"/>
                      <a:pt x="9685" y="42153"/>
                      <a:pt x="21278" y="42153"/>
                    </a:cubicBezTo>
                    <a:cubicBezTo>
                      <a:pt x="32870" y="42153"/>
                      <a:pt x="42268" y="32755"/>
                      <a:pt x="42268" y="21162"/>
                    </a:cubicBezTo>
                    <a:lnTo>
                      <a:pt x="42268" y="21162"/>
                    </a:lnTo>
                    <a:cubicBezTo>
                      <a:pt x="42268" y="9570"/>
                      <a:pt x="32870" y="172"/>
                      <a:pt x="21278" y="172"/>
                    </a:cubicBezTo>
                    <a:close/>
                  </a:path>
                </a:pathLst>
              </a:custGeom>
              <a:solidFill>
                <a:srgbClr val="000000"/>
              </a:solidFill>
              <a:ln w="4794" cap="sq">
                <a:noFill/>
                <a:prstDash val="solid"/>
                <a:round/>
              </a:ln>
            </p:spPr>
            <p:txBody>
              <a:bodyPr rtlCol="0" anchor="ctr"/>
              <a:lstStyle/>
              <a:p>
                <a:endParaRPr lang="en-US"/>
              </a:p>
            </p:txBody>
          </p:sp>
          <p:sp>
            <p:nvSpPr>
              <p:cNvPr id="1768" name="Freeform: Shape 1767">
                <a:extLst>
                  <a:ext uri="{FF2B5EF4-FFF2-40B4-BE49-F238E27FC236}">
                    <a16:creationId xmlns:a16="http://schemas.microsoft.com/office/drawing/2014/main" id="{F597FE8A-0DE0-AD92-4C3E-CCB8D29864BD}"/>
                  </a:ext>
                </a:extLst>
              </p:cNvPr>
              <p:cNvSpPr/>
              <p:nvPr/>
            </p:nvSpPr>
            <p:spPr>
              <a:xfrm>
                <a:off x="7675611" y="8055302"/>
                <a:ext cx="37180" cy="37180"/>
              </a:xfrm>
              <a:custGeom>
                <a:avLst/>
                <a:gdLst>
                  <a:gd name="connsiteX0" fmla="*/ 37438 w 37180"/>
                  <a:gd name="connsiteY0" fmla="*/ 18773 h 37180"/>
                  <a:gd name="connsiteX1" fmla="*/ 18847 w 37180"/>
                  <a:gd name="connsiteY1" fmla="*/ 37364 h 37180"/>
                  <a:gd name="connsiteX2" fmla="*/ 257 w 37180"/>
                  <a:gd name="connsiteY2" fmla="*/ 18773 h 37180"/>
                  <a:gd name="connsiteX3" fmla="*/ 18847 w 37180"/>
                  <a:gd name="connsiteY3" fmla="*/ 183 h 37180"/>
                  <a:gd name="connsiteX4" fmla="*/ 3743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3"/>
                    </a:moveTo>
                    <a:cubicBezTo>
                      <a:pt x="37438" y="29040"/>
                      <a:pt x="29114" y="37364"/>
                      <a:pt x="18847" y="37364"/>
                    </a:cubicBezTo>
                    <a:cubicBezTo>
                      <a:pt x="8580" y="37364"/>
                      <a:pt x="257" y="29040"/>
                      <a:pt x="257" y="18773"/>
                    </a:cubicBezTo>
                    <a:cubicBezTo>
                      <a:pt x="257" y="8506"/>
                      <a:pt x="8580" y="183"/>
                      <a:pt x="18847" y="183"/>
                    </a:cubicBezTo>
                    <a:cubicBezTo>
                      <a:pt x="29114" y="183"/>
                      <a:pt x="37438" y="8506"/>
                      <a:pt x="37438" y="18773"/>
                    </a:cubicBezTo>
                    <a:close/>
                  </a:path>
                </a:pathLst>
              </a:custGeom>
              <a:solidFill>
                <a:srgbClr val="F0F7F0"/>
              </a:solidFill>
              <a:ln w="5753" cap="sq">
                <a:noFill/>
                <a:prstDash val="solid"/>
                <a:miter/>
              </a:ln>
            </p:spPr>
            <p:txBody>
              <a:bodyPr rtlCol="0" anchor="ctr"/>
              <a:lstStyle/>
              <a:p>
                <a:endParaRPr lang="en-US"/>
              </a:p>
            </p:txBody>
          </p:sp>
          <p:sp>
            <p:nvSpPr>
              <p:cNvPr id="1769" name="Freeform: Shape 1768">
                <a:extLst>
                  <a:ext uri="{FF2B5EF4-FFF2-40B4-BE49-F238E27FC236}">
                    <a16:creationId xmlns:a16="http://schemas.microsoft.com/office/drawing/2014/main" id="{440150AD-89A3-4A56-947F-CBDDE4F3ADCF}"/>
                  </a:ext>
                </a:extLst>
              </p:cNvPr>
              <p:cNvSpPr/>
              <p:nvPr/>
            </p:nvSpPr>
            <p:spPr>
              <a:xfrm>
                <a:off x="7673211" y="8052902"/>
                <a:ext cx="41981" cy="41981"/>
              </a:xfrm>
              <a:custGeom>
                <a:avLst/>
                <a:gdLst>
                  <a:gd name="connsiteX0" fmla="*/ 21247 w 41981"/>
                  <a:gd name="connsiteY0" fmla="*/ 4983 h 41981"/>
                  <a:gd name="connsiteX1" fmla="*/ 37438 w 41981"/>
                  <a:gd name="connsiteY1" fmla="*/ 21173 h 41981"/>
                  <a:gd name="connsiteX2" fmla="*/ 37438 w 41981"/>
                  <a:gd name="connsiteY2" fmla="*/ 21173 h 41981"/>
                  <a:gd name="connsiteX3" fmla="*/ 21247 w 41981"/>
                  <a:gd name="connsiteY3" fmla="*/ 37364 h 41981"/>
                  <a:gd name="connsiteX4" fmla="*/ 5057 w 41981"/>
                  <a:gd name="connsiteY4" fmla="*/ 21173 h 41981"/>
                  <a:gd name="connsiteX5" fmla="*/ 21247 w 41981"/>
                  <a:gd name="connsiteY5" fmla="*/ 4983 h 41981"/>
                  <a:gd name="connsiteX6" fmla="*/ 21247 w 41981"/>
                  <a:gd name="connsiteY6" fmla="*/ 183 h 41981"/>
                  <a:gd name="connsiteX7" fmla="*/ 257 w 41981"/>
                  <a:gd name="connsiteY7" fmla="*/ 21173 h 41981"/>
                  <a:gd name="connsiteX8" fmla="*/ 21247 w 41981"/>
                  <a:gd name="connsiteY8" fmla="*/ 42164 h 41981"/>
                  <a:gd name="connsiteX9" fmla="*/ 42238 w 41981"/>
                  <a:gd name="connsiteY9" fmla="*/ 21173 h 41981"/>
                  <a:gd name="connsiteX10" fmla="*/ 42238 w 41981"/>
                  <a:gd name="connsiteY10" fmla="*/ 21173 h 41981"/>
                  <a:gd name="connsiteX11" fmla="*/ 21247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3"/>
                    </a:moveTo>
                    <a:cubicBezTo>
                      <a:pt x="30189" y="4983"/>
                      <a:pt x="37438" y="12232"/>
                      <a:pt x="37438" y="21173"/>
                    </a:cubicBezTo>
                    <a:lnTo>
                      <a:pt x="37438" y="21173"/>
                    </a:lnTo>
                    <a:cubicBezTo>
                      <a:pt x="37438" y="30115"/>
                      <a:pt x="30189" y="37364"/>
                      <a:pt x="21247" y="37364"/>
                    </a:cubicBezTo>
                    <a:cubicBezTo>
                      <a:pt x="12306" y="37364"/>
                      <a:pt x="5057" y="30115"/>
                      <a:pt x="5057" y="21173"/>
                    </a:cubicBezTo>
                    <a:cubicBezTo>
                      <a:pt x="5057" y="12232"/>
                      <a:pt x="12306" y="4983"/>
                      <a:pt x="21247" y="4983"/>
                    </a:cubicBezTo>
                    <a:close/>
                    <a:moveTo>
                      <a:pt x="21247" y="183"/>
                    </a:moveTo>
                    <a:cubicBezTo>
                      <a:pt x="9655" y="183"/>
                      <a:pt x="257" y="9581"/>
                      <a:pt x="257" y="21173"/>
                    </a:cubicBezTo>
                    <a:cubicBezTo>
                      <a:pt x="257" y="32766"/>
                      <a:pt x="9655" y="42164"/>
                      <a:pt x="21247" y="42164"/>
                    </a:cubicBezTo>
                    <a:cubicBezTo>
                      <a:pt x="32840" y="42164"/>
                      <a:pt x="42238" y="32766"/>
                      <a:pt x="42238" y="21173"/>
                    </a:cubicBezTo>
                    <a:lnTo>
                      <a:pt x="42238" y="21173"/>
                    </a:lnTo>
                    <a:cubicBezTo>
                      <a:pt x="42238" y="9581"/>
                      <a:pt x="32840" y="183"/>
                      <a:pt x="21247" y="183"/>
                    </a:cubicBezTo>
                    <a:close/>
                  </a:path>
                </a:pathLst>
              </a:custGeom>
              <a:solidFill>
                <a:srgbClr val="000000"/>
              </a:solidFill>
              <a:ln w="4794" cap="sq">
                <a:noFill/>
                <a:prstDash val="solid"/>
                <a:round/>
              </a:ln>
            </p:spPr>
            <p:txBody>
              <a:bodyPr rtlCol="0" anchor="ctr"/>
              <a:lstStyle/>
              <a:p>
                <a:endParaRPr lang="en-US"/>
              </a:p>
            </p:txBody>
          </p:sp>
          <p:sp>
            <p:nvSpPr>
              <p:cNvPr id="1770" name="Freeform: Shape 1769">
                <a:extLst>
                  <a:ext uri="{FF2B5EF4-FFF2-40B4-BE49-F238E27FC236}">
                    <a16:creationId xmlns:a16="http://schemas.microsoft.com/office/drawing/2014/main" id="{FD38863B-5676-7A0D-CC0C-2FEDA1015AB9}"/>
                  </a:ext>
                </a:extLst>
              </p:cNvPr>
              <p:cNvSpPr/>
              <p:nvPr/>
            </p:nvSpPr>
            <p:spPr>
              <a:xfrm>
                <a:off x="8217823" y="8108006"/>
                <a:ext cx="37180" cy="37180"/>
              </a:xfrm>
              <a:custGeom>
                <a:avLst/>
                <a:gdLst>
                  <a:gd name="connsiteX0" fmla="*/ 37532 w 37180"/>
                  <a:gd name="connsiteY0" fmla="*/ 18782 h 37180"/>
                  <a:gd name="connsiteX1" fmla="*/ 18941 w 37180"/>
                  <a:gd name="connsiteY1" fmla="*/ 37373 h 37180"/>
                  <a:gd name="connsiteX2" fmla="*/ 351 w 37180"/>
                  <a:gd name="connsiteY2" fmla="*/ 18782 h 37180"/>
                  <a:gd name="connsiteX3" fmla="*/ 18941 w 37180"/>
                  <a:gd name="connsiteY3" fmla="*/ 192 h 37180"/>
                  <a:gd name="connsiteX4" fmla="*/ 37532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2" y="18782"/>
                    </a:moveTo>
                    <a:cubicBezTo>
                      <a:pt x="37532" y="29049"/>
                      <a:pt x="29209" y="37373"/>
                      <a:pt x="18941" y="37373"/>
                    </a:cubicBezTo>
                    <a:cubicBezTo>
                      <a:pt x="8674" y="37373"/>
                      <a:pt x="351" y="29049"/>
                      <a:pt x="351" y="18782"/>
                    </a:cubicBezTo>
                    <a:cubicBezTo>
                      <a:pt x="351" y="8515"/>
                      <a:pt x="8674" y="192"/>
                      <a:pt x="18941" y="192"/>
                    </a:cubicBezTo>
                    <a:cubicBezTo>
                      <a:pt x="29209" y="192"/>
                      <a:pt x="37532" y="8515"/>
                      <a:pt x="37532" y="18782"/>
                    </a:cubicBezTo>
                    <a:close/>
                  </a:path>
                </a:pathLst>
              </a:custGeom>
              <a:solidFill>
                <a:srgbClr val="00F700"/>
              </a:solidFill>
              <a:ln w="5753" cap="sq">
                <a:noFill/>
                <a:prstDash val="solid"/>
                <a:miter/>
              </a:ln>
            </p:spPr>
            <p:txBody>
              <a:bodyPr rtlCol="0" anchor="ctr"/>
              <a:lstStyle/>
              <a:p>
                <a:endParaRPr lang="en-US"/>
              </a:p>
            </p:txBody>
          </p:sp>
          <p:sp>
            <p:nvSpPr>
              <p:cNvPr id="1771" name="Freeform: Shape 1770">
                <a:extLst>
                  <a:ext uri="{FF2B5EF4-FFF2-40B4-BE49-F238E27FC236}">
                    <a16:creationId xmlns:a16="http://schemas.microsoft.com/office/drawing/2014/main" id="{15EFC8D4-1379-8899-DA80-5198215C2E56}"/>
                  </a:ext>
                </a:extLst>
              </p:cNvPr>
              <p:cNvSpPr/>
              <p:nvPr/>
            </p:nvSpPr>
            <p:spPr>
              <a:xfrm>
                <a:off x="8215423" y="8105606"/>
                <a:ext cx="41981" cy="41981"/>
              </a:xfrm>
              <a:custGeom>
                <a:avLst/>
                <a:gdLst>
                  <a:gd name="connsiteX0" fmla="*/ 21342 w 41981"/>
                  <a:gd name="connsiteY0" fmla="*/ 4992 h 41981"/>
                  <a:gd name="connsiteX1" fmla="*/ 37532 w 41981"/>
                  <a:gd name="connsiteY1" fmla="*/ 21182 h 41981"/>
                  <a:gd name="connsiteX2" fmla="*/ 37532 w 41981"/>
                  <a:gd name="connsiteY2" fmla="*/ 21182 h 41981"/>
                  <a:gd name="connsiteX3" fmla="*/ 21342 w 41981"/>
                  <a:gd name="connsiteY3" fmla="*/ 37373 h 41981"/>
                  <a:gd name="connsiteX4" fmla="*/ 5151 w 41981"/>
                  <a:gd name="connsiteY4" fmla="*/ 21182 h 41981"/>
                  <a:gd name="connsiteX5" fmla="*/ 21342 w 41981"/>
                  <a:gd name="connsiteY5" fmla="*/ 4992 h 41981"/>
                  <a:gd name="connsiteX6" fmla="*/ 21342 w 41981"/>
                  <a:gd name="connsiteY6" fmla="*/ 192 h 41981"/>
                  <a:gd name="connsiteX7" fmla="*/ 351 w 41981"/>
                  <a:gd name="connsiteY7" fmla="*/ 21182 h 41981"/>
                  <a:gd name="connsiteX8" fmla="*/ 21342 w 41981"/>
                  <a:gd name="connsiteY8" fmla="*/ 42173 h 41981"/>
                  <a:gd name="connsiteX9" fmla="*/ 42332 w 41981"/>
                  <a:gd name="connsiteY9" fmla="*/ 21182 h 41981"/>
                  <a:gd name="connsiteX10" fmla="*/ 42332 w 41981"/>
                  <a:gd name="connsiteY10" fmla="*/ 21182 h 41981"/>
                  <a:gd name="connsiteX11" fmla="*/ 21342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2" y="4992"/>
                    </a:moveTo>
                    <a:cubicBezTo>
                      <a:pt x="30283" y="4992"/>
                      <a:pt x="37532" y="12241"/>
                      <a:pt x="37532" y="21182"/>
                    </a:cubicBezTo>
                    <a:lnTo>
                      <a:pt x="37532" y="21182"/>
                    </a:lnTo>
                    <a:cubicBezTo>
                      <a:pt x="37532" y="30124"/>
                      <a:pt x="30283" y="37373"/>
                      <a:pt x="21342" y="37373"/>
                    </a:cubicBezTo>
                    <a:cubicBezTo>
                      <a:pt x="12400" y="37373"/>
                      <a:pt x="5151" y="30124"/>
                      <a:pt x="5151" y="21182"/>
                    </a:cubicBezTo>
                    <a:cubicBezTo>
                      <a:pt x="5151" y="12241"/>
                      <a:pt x="12400" y="4992"/>
                      <a:pt x="21342" y="4992"/>
                    </a:cubicBezTo>
                    <a:close/>
                    <a:moveTo>
                      <a:pt x="21342" y="192"/>
                    </a:moveTo>
                    <a:cubicBezTo>
                      <a:pt x="9749" y="192"/>
                      <a:pt x="351" y="9590"/>
                      <a:pt x="351" y="21182"/>
                    </a:cubicBezTo>
                    <a:cubicBezTo>
                      <a:pt x="351" y="32775"/>
                      <a:pt x="9749" y="42173"/>
                      <a:pt x="21342" y="42173"/>
                    </a:cubicBezTo>
                    <a:cubicBezTo>
                      <a:pt x="32934" y="42173"/>
                      <a:pt x="42332" y="32775"/>
                      <a:pt x="42332" y="21182"/>
                    </a:cubicBezTo>
                    <a:lnTo>
                      <a:pt x="42332" y="21182"/>
                    </a:lnTo>
                    <a:cubicBezTo>
                      <a:pt x="42332" y="9590"/>
                      <a:pt x="32934" y="192"/>
                      <a:pt x="21342" y="192"/>
                    </a:cubicBezTo>
                    <a:close/>
                  </a:path>
                </a:pathLst>
              </a:custGeom>
              <a:solidFill>
                <a:srgbClr val="000000"/>
              </a:solidFill>
              <a:ln w="4794" cap="sq">
                <a:noFill/>
                <a:prstDash val="solid"/>
                <a:round/>
              </a:ln>
            </p:spPr>
            <p:txBody>
              <a:bodyPr rtlCol="0" anchor="ctr"/>
              <a:lstStyle/>
              <a:p>
                <a:endParaRPr lang="en-US"/>
              </a:p>
            </p:txBody>
          </p:sp>
          <p:sp>
            <p:nvSpPr>
              <p:cNvPr id="1772" name="Freeform: Shape 1771">
                <a:extLst>
                  <a:ext uri="{FF2B5EF4-FFF2-40B4-BE49-F238E27FC236}">
                    <a16:creationId xmlns:a16="http://schemas.microsoft.com/office/drawing/2014/main" id="{D30650C9-080F-4346-5419-BD7AA88941A1}"/>
                  </a:ext>
                </a:extLst>
              </p:cNvPr>
              <p:cNvSpPr/>
              <p:nvPr/>
            </p:nvSpPr>
            <p:spPr>
              <a:xfrm>
                <a:off x="8005486" y="8018317"/>
                <a:ext cx="37180" cy="37180"/>
              </a:xfrm>
              <a:custGeom>
                <a:avLst/>
                <a:gdLst>
                  <a:gd name="connsiteX0" fmla="*/ 37495 w 37180"/>
                  <a:gd name="connsiteY0" fmla="*/ 18767 h 37180"/>
                  <a:gd name="connsiteX1" fmla="*/ 18905 w 37180"/>
                  <a:gd name="connsiteY1" fmla="*/ 37357 h 37180"/>
                  <a:gd name="connsiteX2" fmla="*/ 314 w 37180"/>
                  <a:gd name="connsiteY2" fmla="*/ 18767 h 37180"/>
                  <a:gd name="connsiteX3" fmla="*/ 18905 w 37180"/>
                  <a:gd name="connsiteY3" fmla="*/ 176 h 37180"/>
                  <a:gd name="connsiteX4" fmla="*/ 37495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5" y="18767"/>
                    </a:moveTo>
                    <a:cubicBezTo>
                      <a:pt x="37495" y="29034"/>
                      <a:pt x="29172" y="37357"/>
                      <a:pt x="18905" y="37357"/>
                    </a:cubicBezTo>
                    <a:cubicBezTo>
                      <a:pt x="8637" y="37357"/>
                      <a:pt x="314" y="29034"/>
                      <a:pt x="314" y="18767"/>
                    </a:cubicBezTo>
                    <a:cubicBezTo>
                      <a:pt x="314" y="8500"/>
                      <a:pt x="8637" y="176"/>
                      <a:pt x="18905" y="176"/>
                    </a:cubicBezTo>
                    <a:cubicBezTo>
                      <a:pt x="29172" y="176"/>
                      <a:pt x="37495" y="8500"/>
                      <a:pt x="37495" y="18767"/>
                    </a:cubicBezTo>
                    <a:close/>
                  </a:path>
                </a:pathLst>
              </a:custGeom>
              <a:solidFill>
                <a:srgbClr val="00F700"/>
              </a:solidFill>
              <a:ln w="5753" cap="sq">
                <a:noFill/>
                <a:prstDash val="solid"/>
                <a:miter/>
              </a:ln>
            </p:spPr>
            <p:txBody>
              <a:bodyPr rtlCol="0" anchor="ctr"/>
              <a:lstStyle/>
              <a:p>
                <a:endParaRPr lang="en-US"/>
              </a:p>
            </p:txBody>
          </p:sp>
          <p:sp>
            <p:nvSpPr>
              <p:cNvPr id="1773" name="Freeform: Shape 1772">
                <a:extLst>
                  <a:ext uri="{FF2B5EF4-FFF2-40B4-BE49-F238E27FC236}">
                    <a16:creationId xmlns:a16="http://schemas.microsoft.com/office/drawing/2014/main" id="{0AD5E6CC-7C10-04AC-C2E6-31398662E520}"/>
                  </a:ext>
                </a:extLst>
              </p:cNvPr>
              <p:cNvSpPr/>
              <p:nvPr/>
            </p:nvSpPr>
            <p:spPr>
              <a:xfrm>
                <a:off x="8003086" y="8015917"/>
                <a:ext cx="41981" cy="41981"/>
              </a:xfrm>
              <a:custGeom>
                <a:avLst/>
                <a:gdLst>
                  <a:gd name="connsiteX0" fmla="*/ 21305 w 41981"/>
                  <a:gd name="connsiteY0" fmla="*/ 4977 h 41981"/>
                  <a:gd name="connsiteX1" fmla="*/ 37495 w 41981"/>
                  <a:gd name="connsiteY1" fmla="*/ 21167 h 41981"/>
                  <a:gd name="connsiteX2" fmla="*/ 37495 w 41981"/>
                  <a:gd name="connsiteY2" fmla="*/ 21167 h 41981"/>
                  <a:gd name="connsiteX3" fmla="*/ 21305 w 41981"/>
                  <a:gd name="connsiteY3" fmla="*/ 37357 h 41981"/>
                  <a:gd name="connsiteX4" fmla="*/ 5115 w 41981"/>
                  <a:gd name="connsiteY4" fmla="*/ 21167 h 41981"/>
                  <a:gd name="connsiteX5" fmla="*/ 21305 w 41981"/>
                  <a:gd name="connsiteY5" fmla="*/ 4977 h 41981"/>
                  <a:gd name="connsiteX6" fmla="*/ 21305 w 41981"/>
                  <a:gd name="connsiteY6" fmla="*/ 176 h 41981"/>
                  <a:gd name="connsiteX7" fmla="*/ 314 w 41981"/>
                  <a:gd name="connsiteY7" fmla="*/ 21167 h 41981"/>
                  <a:gd name="connsiteX8" fmla="*/ 21305 w 41981"/>
                  <a:gd name="connsiteY8" fmla="*/ 42158 h 41981"/>
                  <a:gd name="connsiteX9" fmla="*/ 42295 w 41981"/>
                  <a:gd name="connsiteY9" fmla="*/ 21167 h 41981"/>
                  <a:gd name="connsiteX10" fmla="*/ 42295 w 41981"/>
                  <a:gd name="connsiteY10" fmla="*/ 21167 h 41981"/>
                  <a:gd name="connsiteX11" fmla="*/ 21305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5" y="4977"/>
                    </a:moveTo>
                    <a:cubicBezTo>
                      <a:pt x="30247" y="4977"/>
                      <a:pt x="37495" y="12225"/>
                      <a:pt x="37495" y="21167"/>
                    </a:cubicBezTo>
                    <a:lnTo>
                      <a:pt x="37495" y="21167"/>
                    </a:lnTo>
                    <a:cubicBezTo>
                      <a:pt x="37495" y="30109"/>
                      <a:pt x="30247" y="37357"/>
                      <a:pt x="21305" y="37357"/>
                    </a:cubicBezTo>
                    <a:cubicBezTo>
                      <a:pt x="12363" y="37357"/>
                      <a:pt x="5115" y="30109"/>
                      <a:pt x="5115" y="21167"/>
                    </a:cubicBezTo>
                    <a:cubicBezTo>
                      <a:pt x="5115" y="12225"/>
                      <a:pt x="12363" y="4977"/>
                      <a:pt x="21305" y="4977"/>
                    </a:cubicBezTo>
                    <a:close/>
                    <a:moveTo>
                      <a:pt x="21305" y="176"/>
                    </a:moveTo>
                    <a:cubicBezTo>
                      <a:pt x="9712" y="176"/>
                      <a:pt x="314" y="9574"/>
                      <a:pt x="314" y="21167"/>
                    </a:cubicBezTo>
                    <a:cubicBezTo>
                      <a:pt x="314" y="32759"/>
                      <a:pt x="9712" y="42158"/>
                      <a:pt x="21305" y="42158"/>
                    </a:cubicBezTo>
                    <a:cubicBezTo>
                      <a:pt x="32897" y="42158"/>
                      <a:pt x="42295" y="32759"/>
                      <a:pt x="42295" y="21167"/>
                    </a:cubicBezTo>
                    <a:lnTo>
                      <a:pt x="42295" y="21167"/>
                    </a:lnTo>
                    <a:cubicBezTo>
                      <a:pt x="42295" y="9574"/>
                      <a:pt x="32897" y="176"/>
                      <a:pt x="21305" y="176"/>
                    </a:cubicBezTo>
                    <a:close/>
                  </a:path>
                </a:pathLst>
              </a:custGeom>
              <a:solidFill>
                <a:srgbClr val="000000"/>
              </a:solidFill>
              <a:ln w="4794" cap="sq">
                <a:noFill/>
                <a:prstDash val="solid"/>
                <a:round/>
              </a:ln>
            </p:spPr>
            <p:txBody>
              <a:bodyPr rtlCol="0" anchor="ctr"/>
              <a:lstStyle/>
              <a:p>
                <a:endParaRPr lang="en-US"/>
              </a:p>
            </p:txBody>
          </p:sp>
          <p:sp>
            <p:nvSpPr>
              <p:cNvPr id="1774" name="Freeform: Shape 1773">
                <a:extLst>
                  <a:ext uri="{FF2B5EF4-FFF2-40B4-BE49-F238E27FC236}">
                    <a16:creationId xmlns:a16="http://schemas.microsoft.com/office/drawing/2014/main" id="{F783DE1F-E5EA-CD02-1D49-AECB94B36CA4}"/>
                  </a:ext>
                </a:extLst>
              </p:cNvPr>
              <p:cNvSpPr/>
              <p:nvPr/>
            </p:nvSpPr>
            <p:spPr>
              <a:xfrm>
                <a:off x="7702660" y="8034261"/>
                <a:ext cx="37180" cy="37180"/>
              </a:xfrm>
              <a:custGeom>
                <a:avLst/>
                <a:gdLst>
                  <a:gd name="connsiteX0" fmla="*/ 37442 w 37180"/>
                  <a:gd name="connsiteY0" fmla="*/ 18769 h 37180"/>
                  <a:gd name="connsiteX1" fmla="*/ 18852 w 37180"/>
                  <a:gd name="connsiteY1" fmla="*/ 37360 h 37180"/>
                  <a:gd name="connsiteX2" fmla="*/ 262 w 37180"/>
                  <a:gd name="connsiteY2" fmla="*/ 18769 h 37180"/>
                  <a:gd name="connsiteX3" fmla="*/ 18852 w 37180"/>
                  <a:gd name="connsiteY3" fmla="*/ 179 h 37180"/>
                  <a:gd name="connsiteX4" fmla="*/ 37442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9"/>
                    </a:moveTo>
                    <a:cubicBezTo>
                      <a:pt x="37442" y="29037"/>
                      <a:pt x="29119" y="37360"/>
                      <a:pt x="18852" y="37360"/>
                    </a:cubicBezTo>
                    <a:cubicBezTo>
                      <a:pt x="8585" y="37360"/>
                      <a:pt x="262" y="29037"/>
                      <a:pt x="262" y="18769"/>
                    </a:cubicBezTo>
                    <a:cubicBezTo>
                      <a:pt x="262" y="8502"/>
                      <a:pt x="8585" y="179"/>
                      <a:pt x="18852" y="179"/>
                    </a:cubicBezTo>
                    <a:cubicBezTo>
                      <a:pt x="29119" y="179"/>
                      <a:pt x="37442" y="8502"/>
                      <a:pt x="37442" y="18769"/>
                    </a:cubicBezTo>
                    <a:close/>
                  </a:path>
                </a:pathLst>
              </a:custGeom>
              <a:solidFill>
                <a:srgbClr val="84F784"/>
              </a:solidFill>
              <a:ln w="5753" cap="sq">
                <a:noFill/>
                <a:prstDash val="solid"/>
                <a:miter/>
              </a:ln>
            </p:spPr>
            <p:txBody>
              <a:bodyPr rtlCol="0" anchor="ctr"/>
              <a:lstStyle/>
              <a:p>
                <a:endParaRPr lang="en-US"/>
              </a:p>
            </p:txBody>
          </p:sp>
          <p:sp>
            <p:nvSpPr>
              <p:cNvPr id="1775" name="Freeform: Shape 1774">
                <a:extLst>
                  <a:ext uri="{FF2B5EF4-FFF2-40B4-BE49-F238E27FC236}">
                    <a16:creationId xmlns:a16="http://schemas.microsoft.com/office/drawing/2014/main" id="{FE651F34-EA76-5E6F-92A5-FCEACE605B4A}"/>
                  </a:ext>
                </a:extLst>
              </p:cNvPr>
              <p:cNvSpPr/>
              <p:nvPr/>
            </p:nvSpPr>
            <p:spPr>
              <a:xfrm>
                <a:off x="7700260" y="8031861"/>
                <a:ext cx="41981" cy="41981"/>
              </a:xfrm>
              <a:custGeom>
                <a:avLst/>
                <a:gdLst>
                  <a:gd name="connsiteX0" fmla="*/ 21252 w 41981"/>
                  <a:gd name="connsiteY0" fmla="*/ 4979 h 41981"/>
                  <a:gd name="connsiteX1" fmla="*/ 37442 w 41981"/>
                  <a:gd name="connsiteY1" fmla="*/ 21170 h 41981"/>
                  <a:gd name="connsiteX2" fmla="*/ 37442 w 41981"/>
                  <a:gd name="connsiteY2" fmla="*/ 21170 h 41981"/>
                  <a:gd name="connsiteX3" fmla="*/ 21252 w 41981"/>
                  <a:gd name="connsiteY3" fmla="*/ 37360 h 41981"/>
                  <a:gd name="connsiteX4" fmla="*/ 5062 w 41981"/>
                  <a:gd name="connsiteY4" fmla="*/ 21170 h 41981"/>
                  <a:gd name="connsiteX5" fmla="*/ 21252 w 41981"/>
                  <a:gd name="connsiteY5" fmla="*/ 4979 h 41981"/>
                  <a:gd name="connsiteX6" fmla="*/ 21252 w 41981"/>
                  <a:gd name="connsiteY6" fmla="*/ 179 h 41981"/>
                  <a:gd name="connsiteX7" fmla="*/ 262 w 41981"/>
                  <a:gd name="connsiteY7" fmla="*/ 21170 h 41981"/>
                  <a:gd name="connsiteX8" fmla="*/ 21252 w 41981"/>
                  <a:gd name="connsiteY8" fmla="*/ 42160 h 41981"/>
                  <a:gd name="connsiteX9" fmla="*/ 42243 w 41981"/>
                  <a:gd name="connsiteY9" fmla="*/ 21170 h 41981"/>
                  <a:gd name="connsiteX10" fmla="*/ 42243 w 41981"/>
                  <a:gd name="connsiteY10" fmla="*/ 21170 h 41981"/>
                  <a:gd name="connsiteX11" fmla="*/ 21252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9"/>
                    </a:moveTo>
                    <a:cubicBezTo>
                      <a:pt x="30194" y="4979"/>
                      <a:pt x="37442" y="12228"/>
                      <a:pt x="37442" y="21170"/>
                    </a:cubicBezTo>
                    <a:lnTo>
                      <a:pt x="37442" y="21170"/>
                    </a:lnTo>
                    <a:cubicBezTo>
                      <a:pt x="37442" y="30112"/>
                      <a:pt x="30194" y="37360"/>
                      <a:pt x="21252" y="37360"/>
                    </a:cubicBezTo>
                    <a:cubicBezTo>
                      <a:pt x="12310" y="37360"/>
                      <a:pt x="5062" y="30112"/>
                      <a:pt x="5062" y="21170"/>
                    </a:cubicBezTo>
                    <a:cubicBezTo>
                      <a:pt x="5062" y="12228"/>
                      <a:pt x="12310" y="4979"/>
                      <a:pt x="21252" y="4979"/>
                    </a:cubicBezTo>
                    <a:close/>
                    <a:moveTo>
                      <a:pt x="21252" y="179"/>
                    </a:moveTo>
                    <a:cubicBezTo>
                      <a:pt x="9660" y="179"/>
                      <a:pt x="262" y="9577"/>
                      <a:pt x="262" y="21170"/>
                    </a:cubicBezTo>
                    <a:cubicBezTo>
                      <a:pt x="262" y="32762"/>
                      <a:pt x="9660" y="42160"/>
                      <a:pt x="21252" y="42160"/>
                    </a:cubicBezTo>
                    <a:cubicBezTo>
                      <a:pt x="32845" y="42160"/>
                      <a:pt x="42243" y="32762"/>
                      <a:pt x="42243" y="21170"/>
                    </a:cubicBezTo>
                    <a:lnTo>
                      <a:pt x="42243" y="21170"/>
                    </a:lnTo>
                    <a:cubicBezTo>
                      <a:pt x="42243" y="9577"/>
                      <a:pt x="32845" y="179"/>
                      <a:pt x="21252" y="179"/>
                    </a:cubicBezTo>
                    <a:close/>
                  </a:path>
                </a:pathLst>
              </a:custGeom>
              <a:solidFill>
                <a:srgbClr val="000000"/>
              </a:solidFill>
              <a:ln w="4794" cap="sq">
                <a:noFill/>
                <a:prstDash val="solid"/>
                <a:round/>
              </a:ln>
            </p:spPr>
            <p:txBody>
              <a:bodyPr rtlCol="0" anchor="ctr"/>
              <a:lstStyle/>
              <a:p>
                <a:endParaRPr lang="en-US"/>
              </a:p>
            </p:txBody>
          </p:sp>
          <p:sp>
            <p:nvSpPr>
              <p:cNvPr id="1776" name="Freeform: Shape 1775">
                <a:extLst>
                  <a:ext uri="{FF2B5EF4-FFF2-40B4-BE49-F238E27FC236}">
                    <a16:creationId xmlns:a16="http://schemas.microsoft.com/office/drawing/2014/main" id="{942BBF74-2C6E-5737-47AB-77CAF849DCDC}"/>
                  </a:ext>
                </a:extLst>
              </p:cNvPr>
              <p:cNvSpPr/>
              <p:nvPr/>
            </p:nvSpPr>
            <p:spPr>
              <a:xfrm>
                <a:off x="7668198" y="8039307"/>
                <a:ext cx="37180" cy="37180"/>
              </a:xfrm>
              <a:custGeom>
                <a:avLst/>
                <a:gdLst>
                  <a:gd name="connsiteX0" fmla="*/ 37436 w 37180"/>
                  <a:gd name="connsiteY0" fmla="*/ 18770 h 37180"/>
                  <a:gd name="connsiteX1" fmla="*/ 18846 w 37180"/>
                  <a:gd name="connsiteY1" fmla="*/ 37361 h 37180"/>
                  <a:gd name="connsiteX2" fmla="*/ 256 w 37180"/>
                  <a:gd name="connsiteY2" fmla="*/ 18770 h 37180"/>
                  <a:gd name="connsiteX3" fmla="*/ 18846 w 37180"/>
                  <a:gd name="connsiteY3" fmla="*/ 180 h 37180"/>
                  <a:gd name="connsiteX4" fmla="*/ 3743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0"/>
                    </a:moveTo>
                    <a:cubicBezTo>
                      <a:pt x="37436" y="29038"/>
                      <a:pt x="29113" y="37361"/>
                      <a:pt x="18846" y="37361"/>
                    </a:cubicBezTo>
                    <a:cubicBezTo>
                      <a:pt x="8579" y="37361"/>
                      <a:pt x="256" y="29038"/>
                      <a:pt x="256" y="18770"/>
                    </a:cubicBezTo>
                    <a:cubicBezTo>
                      <a:pt x="256" y="8503"/>
                      <a:pt x="8579" y="180"/>
                      <a:pt x="18846" y="180"/>
                    </a:cubicBezTo>
                    <a:cubicBezTo>
                      <a:pt x="29113" y="180"/>
                      <a:pt x="37436" y="8503"/>
                      <a:pt x="37436" y="18770"/>
                    </a:cubicBezTo>
                    <a:close/>
                  </a:path>
                </a:pathLst>
              </a:custGeom>
              <a:solidFill>
                <a:srgbClr val="D9F7D9"/>
              </a:solidFill>
              <a:ln w="5753" cap="sq">
                <a:noFill/>
                <a:prstDash val="solid"/>
                <a:miter/>
              </a:ln>
            </p:spPr>
            <p:txBody>
              <a:bodyPr rtlCol="0" anchor="ctr"/>
              <a:lstStyle/>
              <a:p>
                <a:endParaRPr lang="en-US"/>
              </a:p>
            </p:txBody>
          </p:sp>
          <p:sp>
            <p:nvSpPr>
              <p:cNvPr id="1777" name="Freeform: Shape 1776">
                <a:extLst>
                  <a:ext uri="{FF2B5EF4-FFF2-40B4-BE49-F238E27FC236}">
                    <a16:creationId xmlns:a16="http://schemas.microsoft.com/office/drawing/2014/main" id="{4AD9E5E3-B256-903F-5B56-5EAB38511903}"/>
                  </a:ext>
                </a:extLst>
              </p:cNvPr>
              <p:cNvSpPr/>
              <p:nvPr/>
            </p:nvSpPr>
            <p:spPr>
              <a:xfrm>
                <a:off x="7665798" y="8036907"/>
                <a:ext cx="41981" cy="41981"/>
              </a:xfrm>
              <a:custGeom>
                <a:avLst/>
                <a:gdLst>
                  <a:gd name="connsiteX0" fmla="*/ 21246 w 41981"/>
                  <a:gd name="connsiteY0" fmla="*/ 4980 h 41981"/>
                  <a:gd name="connsiteX1" fmla="*/ 37436 w 41981"/>
                  <a:gd name="connsiteY1" fmla="*/ 21171 h 41981"/>
                  <a:gd name="connsiteX2" fmla="*/ 37436 w 41981"/>
                  <a:gd name="connsiteY2" fmla="*/ 21171 h 41981"/>
                  <a:gd name="connsiteX3" fmla="*/ 21246 w 41981"/>
                  <a:gd name="connsiteY3" fmla="*/ 37361 h 41981"/>
                  <a:gd name="connsiteX4" fmla="*/ 5056 w 41981"/>
                  <a:gd name="connsiteY4" fmla="*/ 21171 h 41981"/>
                  <a:gd name="connsiteX5" fmla="*/ 21246 w 41981"/>
                  <a:gd name="connsiteY5" fmla="*/ 4980 h 41981"/>
                  <a:gd name="connsiteX6" fmla="*/ 21246 w 41981"/>
                  <a:gd name="connsiteY6" fmla="*/ 180 h 41981"/>
                  <a:gd name="connsiteX7" fmla="*/ 256 w 41981"/>
                  <a:gd name="connsiteY7" fmla="*/ 21171 h 41981"/>
                  <a:gd name="connsiteX8" fmla="*/ 21246 w 41981"/>
                  <a:gd name="connsiteY8" fmla="*/ 42161 h 41981"/>
                  <a:gd name="connsiteX9" fmla="*/ 42237 w 41981"/>
                  <a:gd name="connsiteY9" fmla="*/ 21171 h 41981"/>
                  <a:gd name="connsiteX10" fmla="*/ 42237 w 41981"/>
                  <a:gd name="connsiteY10" fmla="*/ 21171 h 41981"/>
                  <a:gd name="connsiteX11" fmla="*/ 21246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0"/>
                    </a:moveTo>
                    <a:cubicBezTo>
                      <a:pt x="30188" y="4980"/>
                      <a:pt x="37436" y="12229"/>
                      <a:pt x="37436" y="21171"/>
                    </a:cubicBezTo>
                    <a:lnTo>
                      <a:pt x="37436" y="21171"/>
                    </a:lnTo>
                    <a:cubicBezTo>
                      <a:pt x="37436" y="30112"/>
                      <a:pt x="30188" y="37361"/>
                      <a:pt x="21246" y="37361"/>
                    </a:cubicBezTo>
                    <a:cubicBezTo>
                      <a:pt x="12304" y="37361"/>
                      <a:pt x="5056" y="30112"/>
                      <a:pt x="5056" y="21171"/>
                    </a:cubicBezTo>
                    <a:cubicBezTo>
                      <a:pt x="5056" y="12229"/>
                      <a:pt x="12304" y="4980"/>
                      <a:pt x="21246" y="4980"/>
                    </a:cubicBezTo>
                    <a:close/>
                    <a:moveTo>
                      <a:pt x="21246" y="180"/>
                    </a:moveTo>
                    <a:cubicBezTo>
                      <a:pt x="9654" y="180"/>
                      <a:pt x="256" y="9578"/>
                      <a:pt x="256" y="21171"/>
                    </a:cubicBezTo>
                    <a:cubicBezTo>
                      <a:pt x="256" y="32763"/>
                      <a:pt x="9654" y="42161"/>
                      <a:pt x="21246" y="42161"/>
                    </a:cubicBezTo>
                    <a:cubicBezTo>
                      <a:pt x="32839" y="42161"/>
                      <a:pt x="42237" y="32763"/>
                      <a:pt x="42237" y="21171"/>
                    </a:cubicBezTo>
                    <a:lnTo>
                      <a:pt x="42237" y="21171"/>
                    </a:lnTo>
                    <a:cubicBezTo>
                      <a:pt x="42237" y="9578"/>
                      <a:pt x="32839" y="180"/>
                      <a:pt x="21246" y="180"/>
                    </a:cubicBezTo>
                    <a:close/>
                  </a:path>
                </a:pathLst>
              </a:custGeom>
              <a:solidFill>
                <a:srgbClr val="000000"/>
              </a:solidFill>
              <a:ln w="4794" cap="sq">
                <a:noFill/>
                <a:prstDash val="solid"/>
                <a:round/>
              </a:ln>
            </p:spPr>
            <p:txBody>
              <a:bodyPr rtlCol="0" anchor="ctr"/>
              <a:lstStyle/>
              <a:p>
                <a:endParaRPr lang="en-US"/>
              </a:p>
            </p:txBody>
          </p:sp>
          <p:sp>
            <p:nvSpPr>
              <p:cNvPr id="1778" name="Freeform: Shape 1777">
                <a:extLst>
                  <a:ext uri="{FF2B5EF4-FFF2-40B4-BE49-F238E27FC236}">
                    <a16:creationId xmlns:a16="http://schemas.microsoft.com/office/drawing/2014/main" id="{2E6B7D87-2F3B-F335-682D-B2202F32E547}"/>
                  </a:ext>
                </a:extLst>
              </p:cNvPr>
              <p:cNvSpPr/>
              <p:nvPr/>
            </p:nvSpPr>
            <p:spPr>
              <a:xfrm>
                <a:off x="7679597" y="8042619"/>
                <a:ext cx="37180" cy="37180"/>
              </a:xfrm>
              <a:custGeom>
                <a:avLst/>
                <a:gdLst>
                  <a:gd name="connsiteX0" fmla="*/ 37438 w 37180"/>
                  <a:gd name="connsiteY0" fmla="*/ 18771 h 37180"/>
                  <a:gd name="connsiteX1" fmla="*/ 18848 w 37180"/>
                  <a:gd name="connsiteY1" fmla="*/ 37361 h 37180"/>
                  <a:gd name="connsiteX2" fmla="*/ 258 w 37180"/>
                  <a:gd name="connsiteY2" fmla="*/ 18771 h 37180"/>
                  <a:gd name="connsiteX3" fmla="*/ 18848 w 37180"/>
                  <a:gd name="connsiteY3" fmla="*/ 181 h 37180"/>
                  <a:gd name="connsiteX4" fmla="*/ 3743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1"/>
                    </a:moveTo>
                    <a:cubicBezTo>
                      <a:pt x="37438" y="29038"/>
                      <a:pt x="29115" y="37361"/>
                      <a:pt x="18848" y="37361"/>
                    </a:cubicBezTo>
                    <a:cubicBezTo>
                      <a:pt x="8581" y="37361"/>
                      <a:pt x="258" y="29038"/>
                      <a:pt x="258" y="18771"/>
                    </a:cubicBezTo>
                    <a:cubicBezTo>
                      <a:pt x="258" y="8504"/>
                      <a:pt x="8581" y="181"/>
                      <a:pt x="18848" y="181"/>
                    </a:cubicBezTo>
                    <a:cubicBezTo>
                      <a:pt x="29115" y="181"/>
                      <a:pt x="37438" y="8504"/>
                      <a:pt x="37438" y="18771"/>
                    </a:cubicBezTo>
                    <a:close/>
                  </a:path>
                </a:pathLst>
              </a:custGeom>
              <a:solidFill>
                <a:srgbClr val="AAF7AA"/>
              </a:solidFill>
              <a:ln w="5753" cap="sq">
                <a:noFill/>
                <a:prstDash val="solid"/>
                <a:miter/>
              </a:ln>
            </p:spPr>
            <p:txBody>
              <a:bodyPr rtlCol="0" anchor="ctr"/>
              <a:lstStyle/>
              <a:p>
                <a:endParaRPr lang="en-US"/>
              </a:p>
            </p:txBody>
          </p:sp>
          <p:sp>
            <p:nvSpPr>
              <p:cNvPr id="1779" name="Freeform: Shape 1778">
                <a:extLst>
                  <a:ext uri="{FF2B5EF4-FFF2-40B4-BE49-F238E27FC236}">
                    <a16:creationId xmlns:a16="http://schemas.microsoft.com/office/drawing/2014/main" id="{F541DB9E-AAD4-7BEA-B708-6F68C6190C60}"/>
                  </a:ext>
                </a:extLst>
              </p:cNvPr>
              <p:cNvSpPr/>
              <p:nvPr/>
            </p:nvSpPr>
            <p:spPr>
              <a:xfrm>
                <a:off x="7677197" y="8040219"/>
                <a:ext cx="41981" cy="41981"/>
              </a:xfrm>
              <a:custGeom>
                <a:avLst/>
                <a:gdLst>
                  <a:gd name="connsiteX0" fmla="*/ 21248 w 41981"/>
                  <a:gd name="connsiteY0" fmla="*/ 4981 h 41981"/>
                  <a:gd name="connsiteX1" fmla="*/ 37438 w 41981"/>
                  <a:gd name="connsiteY1" fmla="*/ 21171 h 41981"/>
                  <a:gd name="connsiteX2" fmla="*/ 37438 w 41981"/>
                  <a:gd name="connsiteY2" fmla="*/ 21171 h 41981"/>
                  <a:gd name="connsiteX3" fmla="*/ 21248 w 41981"/>
                  <a:gd name="connsiteY3" fmla="*/ 37361 h 41981"/>
                  <a:gd name="connsiteX4" fmla="*/ 5058 w 41981"/>
                  <a:gd name="connsiteY4" fmla="*/ 21171 h 41981"/>
                  <a:gd name="connsiteX5" fmla="*/ 21248 w 41981"/>
                  <a:gd name="connsiteY5" fmla="*/ 4981 h 41981"/>
                  <a:gd name="connsiteX6" fmla="*/ 21248 w 41981"/>
                  <a:gd name="connsiteY6" fmla="*/ 181 h 41981"/>
                  <a:gd name="connsiteX7" fmla="*/ 258 w 41981"/>
                  <a:gd name="connsiteY7" fmla="*/ 21171 h 41981"/>
                  <a:gd name="connsiteX8" fmla="*/ 21248 w 41981"/>
                  <a:gd name="connsiteY8" fmla="*/ 42162 h 41981"/>
                  <a:gd name="connsiteX9" fmla="*/ 42239 w 41981"/>
                  <a:gd name="connsiteY9" fmla="*/ 21171 h 41981"/>
                  <a:gd name="connsiteX10" fmla="*/ 42239 w 41981"/>
                  <a:gd name="connsiteY10" fmla="*/ 21171 h 41981"/>
                  <a:gd name="connsiteX11" fmla="*/ 2124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1"/>
                    </a:moveTo>
                    <a:cubicBezTo>
                      <a:pt x="30190" y="4981"/>
                      <a:pt x="37438" y="12229"/>
                      <a:pt x="37438" y="21171"/>
                    </a:cubicBezTo>
                    <a:lnTo>
                      <a:pt x="37438" y="21171"/>
                    </a:lnTo>
                    <a:cubicBezTo>
                      <a:pt x="37438" y="30113"/>
                      <a:pt x="30190" y="37361"/>
                      <a:pt x="21248" y="37361"/>
                    </a:cubicBezTo>
                    <a:cubicBezTo>
                      <a:pt x="12306" y="37361"/>
                      <a:pt x="5058" y="30113"/>
                      <a:pt x="5058" y="21171"/>
                    </a:cubicBezTo>
                    <a:cubicBezTo>
                      <a:pt x="5058" y="12229"/>
                      <a:pt x="12306" y="4981"/>
                      <a:pt x="21248" y="4981"/>
                    </a:cubicBezTo>
                    <a:close/>
                    <a:moveTo>
                      <a:pt x="21248" y="181"/>
                    </a:moveTo>
                    <a:cubicBezTo>
                      <a:pt x="9656" y="181"/>
                      <a:pt x="258" y="9579"/>
                      <a:pt x="258" y="21171"/>
                    </a:cubicBezTo>
                    <a:cubicBezTo>
                      <a:pt x="258" y="32764"/>
                      <a:pt x="9656" y="42162"/>
                      <a:pt x="21248" y="42162"/>
                    </a:cubicBezTo>
                    <a:cubicBezTo>
                      <a:pt x="32841" y="42162"/>
                      <a:pt x="42239" y="32764"/>
                      <a:pt x="42239" y="21171"/>
                    </a:cubicBezTo>
                    <a:lnTo>
                      <a:pt x="42239" y="21171"/>
                    </a:lnTo>
                    <a:cubicBezTo>
                      <a:pt x="42239" y="9579"/>
                      <a:pt x="32841" y="181"/>
                      <a:pt x="21248" y="181"/>
                    </a:cubicBezTo>
                    <a:close/>
                  </a:path>
                </a:pathLst>
              </a:custGeom>
              <a:solidFill>
                <a:srgbClr val="000000"/>
              </a:solidFill>
              <a:ln w="4794" cap="sq">
                <a:noFill/>
                <a:prstDash val="solid"/>
                <a:round/>
              </a:ln>
            </p:spPr>
            <p:txBody>
              <a:bodyPr rtlCol="0" anchor="ctr"/>
              <a:lstStyle/>
              <a:p>
                <a:endParaRPr lang="en-US"/>
              </a:p>
            </p:txBody>
          </p:sp>
          <p:sp>
            <p:nvSpPr>
              <p:cNvPr id="1780" name="Freeform: Shape 1779">
                <a:extLst>
                  <a:ext uri="{FF2B5EF4-FFF2-40B4-BE49-F238E27FC236}">
                    <a16:creationId xmlns:a16="http://schemas.microsoft.com/office/drawing/2014/main" id="{1322A052-BCA5-4E1A-F070-312435874196}"/>
                  </a:ext>
                </a:extLst>
              </p:cNvPr>
              <p:cNvSpPr/>
              <p:nvPr/>
            </p:nvSpPr>
            <p:spPr>
              <a:xfrm>
                <a:off x="7658158" y="8050568"/>
                <a:ext cx="37180" cy="37180"/>
              </a:xfrm>
              <a:custGeom>
                <a:avLst/>
                <a:gdLst>
                  <a:gd name="connsiteX0" fmla="*/ 37435 w 37180"/>
                  <a:gd name="connsiteY0" fmla="*/ 18772 h 37180"/>
                  <a:gd name="connsiteX1" fmla="*/ 18844 w 37180"/>
                  <a:gd name="connsiteY1" fmla="*/ 37363 h 37180"/>
                  <a:gd name="connsiteX2" fmla="*/ 254 w 37180"/>
                  <a:gd name="connsiteY2" fmla="*/ 18772 h 37180"/>
                  <a:gd name="connsiteX3" fmla="*/ 18844 w 37180"/>
                  <a:gd name="connsiteY3" fmla="*/ 182 h 37180"/>
                  <a:gd name="connsiteX4" fmla="*/ 37435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2"/>
                    </a:moveTo>
                    <a:cubicBezTo>
                      <a:pt x="37435" y="29040"/>
                      <a:pt x="29111" y="37363"/>
                      <a:pt x="18844" y="37363"/>
                    </a:cubicBezTo>
                    <a:cubicBezTo>
                      <a:pt x="8577" y="37363"/>
                      <a:pt x="254" y="29040"/>
                      <a:pt x="254" y="18772"/>
                    </a:cubicBezTo>
                    <a:cubicBezTo>
                      <a:pt x="254" y="8505"/>
                      <a:pt x="8577" y="182"/>
                      <a:pt x="18844" y="182"/>
                    </a:cubicBezTo>
                    <a:cubicBezTo>
                      <a:pt x="29111" y="182"/>
                      <a:pt x="37435" y="8505"/>
                      <a:pt x="37435" y="18772"/>
                    </a:cubicBezTo>
                    <a:close/>
                  </a:path>
                </a:pathLst>
              </a:custGeom>
              <a:solidFill>
                <a:srgbClr val="D4F7D4"/>
              </a:solidFill>
              <a:ln w="5753" cap="sq">
                <a:noFill/>
                <a:prstDash val="solid"/>
                <a:miter/>
              </a:ln>
            </p:spPr>
            <p:txBody>
              <a:bodyPr rtlCol="0" anchor="ctr"/>
              <a:lstStyle/>
              <a:p>
                <a:endParaRPr lang="en-US"/>
              </a:p>
            </p:txBody>
          </p:sp>
          <p:sp>
            <p:nvSpPr>
              <p:cNvPr id="1781" name="Freeform: Shape 1780">
                <a:extLst>
                  <a:ext uri="{FF2B5EF4-FFF2-40B4-BE49-F238E27FC236}">
                    <a16:creationId xmlns:a16="http://schemas.microsoft.com/office/drawing/2014/main" id="{C4442729-51A0-298A-4FDB-57680C094BB6}"/>
                  </a:ext>
                </a:extLst>
              </p:cNvPr>
              <p:cNvSpPr/>
              <p:nvPr/>
            </p:nvSpPr>
            <p:spPr>
              <a:xfrm>
                <a:off x="7655758" y="8048167"/>
                <a:ext cx="41981" cy="41981"/>
              </a:xfrm>
              <a:custGeom>
                <a:avLst/>
                <a:gdLst>
                  <a:gd name="connsiteX0" fmla="*/ 21244 w 41981"/>
                  <a:gd name="connsiteY0" fmla="*/ 4982 h 41981"/>
                  <a:gd name="connsiteX1" fmla="*/ 37435 w 41981"/>
                  <a:gd name="connsiteY1" fmla="*/ 21173 h 41981"/>
                  <a:gd name="connsiteX2" fmla="*/ 37435 w 41981"/>
                  <a:gd name="connsiteY2" fmla="*/ 21173 h 41981"/>
                  <a:gd name="connsiteX3" fmla="*/ 21244 w 41981"/>
                  <a:gd name="connsiteY3" fmla="*/ 37363 h 41981"/>
                  <a:gd name="connsiteX4" fmla="*/ 5054 w 41981"/>
                  <a:gd name="connsiteY4" fmla="*/ 21173 h 41981"/>
                  <a:gd name="connsiteX5" fmla="*/ 21244 w 41981"/>
                  <a:gd name="connsiteY5" fmla="*/ 4982 h 41981"/>
                  <a:gd name="connsiteX6" fmla="*/ 21244 w 41981"/>
                  <a:gd name="connsiteY6" fmla="*/ 182 h 41981"/>
                  <a:gd name="connsiteX7" fmla="*/ 254 w 41981"/>
                  <a:gd name="connsiteY7" fmla="*/ 21173 h 41981"/>
                  <a:gd name="connsiteX8" fmla="*/ 21244 w 41981"/>
                  <a:gd name="connsiteY8" fmla="*/ 42163 h 41981"/>
                  <a:gd name="connsiteX9" fmla="*/ 42235 w 41981"/>
                  <a:gd name="connsiteY9" fmla="*/ 21173 h 41981"/>
                  <a:gd name="connsiteX10" fmla="*/ 42235 w 41981"/>
                  <a:gd name="connsiteY10" fmla="*/ 21173 h 41981"/>
                  <a:gd name="connsiteX11" fmla="*/ 21244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2"/>
                    </a:moveTo>
                    <a:cubicBezTo>
                      <a:pt x="30186" y="4982"/>
                      <a:pt x="37435" y="12231"/>
                      <a:pt x="37435" y="21173"/>
                    </a:cubicBezTo>
                    <a:lnTo>
                      <a:pt x="37435" y="21173"/>
                    </a:lnTo>
                    <a:cubicBezTo>
                      <a:pt x="37435" y="30114"/>
                      <a:pt x="30186" y="37363"/>
                      <a:pt x="21244" y="37363"/>
                    </a:cubicBezTo>
                    <a:cubicBezTo>
                      <a:pt x="12303" y="37363"/>
                      <a:pt x="5054" y="30114"/>
                      <a:pt x="5054" y="21173"/>
                    </a:cubicBezTo>
                    <a:cubicBezTo>
                      <a:pt x="5054" y="12231"/>
                      <a:pt x="12303" y="4982"/>
                      <a:pt x="21244" y="4982"/>
                    </a:cubicBezTo>
                    <a:close/>
                    <a:moveTo>
                      <a:pt x="21244" y="182"/>
                    </a:moveTo>
                    <a:cubicBezTo>
                      <a:pt x="9652" y="182"/>
                      <a:pt x="254" y="9580"/>
                      <a:pt x="254" y="21173"/>
                    </a:cubicBezTo>
                    <a:cubicBezTo>
                      <a:pt x="254" y="32765"/>
                      <a:pt x="9652" y="42163"/>
                      <a:pt x="21244" y="42163"/>
                    </a:cubicBezTo>
                    <a:cubicBezTo>
                      <a:pt x="32837" y="42163"/>
                      <a:pt x="42235" y="32765"/>
                      <a:pt x="42235" y="21173"/>
                    </a:cubicBezTo>
                    <a:lnTo>
                      <a:pt x="42235" y="21173"/>
                    </a:lnTo>
                    <a:cubicBezTo>
                      <a:pt x="42235" y="9580"/>
                      <a:pt x="32837" y="182"/>
                      <a:pt x="21244" y="182"/>
                    </a:cubicBezTo>
                    <a:close/>
                  </a:path>
                </a:pathLst>
              </a:custGeom>
              <a:solidFill>
                <a:srgbClr val="000000"/>
              </a:solidFill>
              <a:ln w="4794" cap="sq">
                <a:noFill/>
                <a:prstDash val="solid"/>
                <a:round/>
              </a:ln>
            </p:spPr>
            <p:txBody>
              <a:bodyPr rtlCol="0" anchor="ctr"/>
              <a:lstStyle/>
              <a:p>
                <a:endParaRPr lang="en-US"/>
              </a:p>
            </p:txBody>
          </p:sp>
          <p:sp>
            <p:nvSpPr>
              <p:cNvPr id="1782" name="Freeform: Shape 1781">
                <a:extLst>
                  <a:ext uri="{FF2B5EF4-FFF2-40B4-BE49-F238E27FC236}">
                    <a16:creationId xmlns:a16="http://schemas.microsoft.com/office/drawing/2014/main" id="{04D1821C-756F-8BAC-C703-DACAE9DBAC08}"/>
                  </a:ext>
                </a:extLst>
              </p:cNvPr>
              <p:cNvSpPr/>
              <p:nvPr/>
            </p:nvSpPr>
            <p:spPr>
              <a:xfrm>
                <a:off x="7660635" y="8030788"/>
                <a:ext cx="37180" cy="37180"/>
              </a:xfrm>
              <a:custGeom>
                <a:avLst/>
                <a:gdLst>
                  <a:gd name="connsiteX0" fmla="*/ 37435 w 37180"/>
                  <a:gd name="connsiteY0" fmla="*/ 18769 h 37180"/>
                  <a:gd name="connsiteX1" fmla="*/ 18845 w 37180"/>
                  <a:gd name="connsiteY1" fmla="*/ 37359 h 37180"/>
                  <a:gd name="connsiteX2" fmla="*/ 254 w 37180"/>
                  <a:gd name="connsiteY2" fmla="*/ 18769 h 37180"/>
                  <a:gd name="connsiteX3" fmla="*/ 18845 w 37180"/>
                  <a:gd name="connsiteY3" fmla="*/ 178 h 37180"/>
                  <a:gd name="connsiteX4" fmla="*/ 3743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9"/>
                    </a:moveTo>
                    <a:cubicBezTo>
                      <a:pt x="37435" y="29036"/>
                      <a:pt x="29112" y="37359"/>
                      <a:pt x="18845" y="37359"/>
                    </a:cubicBezTo>
                    <a:cubicBezTo>
                      <a:pt x="8578" y="37359"/>
                      <a:pt x="254" y="29036"/>
                      <a:pt x="254" y="18769"/>
                    </a:cubicBezTo>
                    <a:cubicBezTo>
                      <a:pt x="254" y="8502"/>
                      <a:pt x="8578" y="178"/>
                      <a:pt x="18845" y="178"/>
                    </a:cubicBezTo>
                    <a:cubicBezTo>
                      <a:pt x="29112" y="178"/>
                      <a:pt x="37435" y="8502"/>
                      <a:pt x="37435" y="18769"/>
                    </a:cubicBezTo>
                    <a:close/>
                  </a:path>
                </a:pathLst>
              </a:custGeom>
              <a:solidFill>
                <a:srgbClr val="D2F7D2"/>
              </a:solidFill>
              <a:ln w="5753" cap="sq">
                <a:noFill/>
                <a:prstDash val="solid"/>
                <a:miter/>
              </a:ln>
            </p:spPr>
            <p:txBody>
              <a:bodyPr rtlCol="0" anchor="ctr"/>
              <a:lstStyle/>
              <a:p>
                <a:endParaRPr lang="en-US"/>
              </a:p>
            </p:txBody>
          </p:sp>
          <p:sp>
            <p:nvSpPr>
              <p:cNvPr id="1783" name="Freeform: Shape 1782">
                <a:extLst>
                  <a:ext uri="{FF2B5EF4-FFF2-40B4-BE49-F238E27FC236}">
                    <a16:creationId xmlns:a16="http://schemas.microsoft.com/office/drawing/2014/main" id="{22037478-2A87-9A1F-D0A3-4F42C39CEB88}"/>
                  </a:ext>
                </a:extLst>
              </p:cNvPr>
              <p:cNvSpPr/>
              <p:nvPr/>
            </p:nvSpPr>
            <p:spPr>
              <a:xfrm>
                <a:off x="7658235" y="8028387"/>
                <a:ext cx="41981" cy="41981"/>
              </a:xfrm>
              <a:custGeom>
                <a:avLst/>
                <a:gdLst>
                  <a:gd name="connsiteX0" fmla="*/ 21245 w 41981"/>
                  <a:gd name="connsiteY0" fmla="*/ 4979 h 41981"/>
                  <a:gd name="connsiteX1" fmla="*/ 37435 w 41981"/>
                  <a:gd name="connsiteY1" fmla="*/ 21169 h 41981"/>
                  <a:gd name="connsiteX2" fmla="*/ 37435 w 41981"/>
                  <a:gd name="connsiteY2" fmla="*/ 21169 h 41981"/>
                  <a:gd name="connsiteX3" fmla="*/ 21245 w 41981"/>
                  <a:gd name="connsiteY3" fmla="*/ 37359 h 41981"/>
                  <a:gd name="connsiteX4" fmla="*/ 5055 w 41981"/>
                  <a:gd name="connsiteY4" fmla="*/ 21169 h 41981"/>
                  <a:gd name="connsiteX5" fmla="*/ 21245 w 41981"/>
                  <a:gd name="connsiteY5" fmla="*/ 4979 h 41981"/>
                  <a:gd name="connsiteX6" fmla="*/ 21245 w 41981"/>
                  <a:gd name="connsiteY6" fmla="*/ 178 h 41981"/>
                  <a:gd name="connsiteX7" fmla="*/ 254 w 41981"/>
                  <a:gd name="connsiteY7" fmla="*/ 21169 h 41981"/>
                  <a:gd name="connsiteX8" fmla="*/ 21245 w 41981"/>
                  <a:gd name="connsiteY8" fmla="*/ 42160 h 41981"/>
                  <a:gd name="connsiteX9" fmla="*/ 42235 w 41981"/>
                  <a:gd name="connsiteY9" fmla="*/ 21169 h 41981"/>
                  <a:gd name="connsiteX10" fmla="*/ 42235 w 41981"/>
                  <a:gd name="connsiteY10" fmla="*/ 21169 h 41981"/>
                  <a:gd name="connsiteX11" fmla="*/ 21245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9"/>
                    </a:moveTo>
                    <a:cubicBezTo>
                      <a:pt x="30187" y="4979"/>
                      <a:pt x="37435" y="12227"/>
                      <a:pt x="37435" y="21169"/>
                    </a:cubicBezTo>
                    <a:lnTo>
                      <a:pt x="37435" y="21169"/>
                    </a:lnTo>
                    <a:cubicBezTo>
                      <a:pt x="37435" y="30111"/>
                      <a:pt x="30187" y="37359"/>
                      <a:pt x="21245" y="37359"/>
                    </a:cubicBezTo>
                    <a:cubicBezTo>
                      <a:pt x="12303" y="37359"/>
                      <a:pt x="5055" y="30111"/>
                      <a:pt x="5055" y="21169"/>
                    </a:cubicBezTo>
                    <a:cubicBezTo>
                      <a:pt x="5055" y="12227"/>
                      <a:pt x="12303" y="4979"/>
                      <a:pt x="21245" y="4979"/>
                    </a:cubicBezTo>
                    <a:close/>
                    <a:moveTo>
                      <a:pt x="21245" y="178"/>
                    </a:moveTo>
                    <a:cubicBezTo>
                      <a:pt x="9652" y="178"/>
                      <a:pt x="254" y="9576"/>
                      <a:pt x="254" y="21169"/>
                    </a:cubicBezTo>
                    <a:cubicBezTo>
                      <a:pt x="254" y="32762"/>
                      <a:pt x="9652" y="42160"/>
                      <a:pt x="21245" y="42160"/>
                    </a:cubicBezTo>
                    <a:cubicBezTo>
                      <a:pt x="32837" y="42160"/>
                      <a:pt x="42235" y="32762"/>
                      <a:pt x="42235" y="21169"/>
                    </a:cubicBezTo>
                    <a:lnTo>
                      <a:pt x="42235" y="21169"/>
                    </a:lnTo>
                    <a:cubicBezTo>
                      <a:pt x="42235" y="9576"/>
                      <a:pt x="32837" y="178"/>
                      <a:pt x="21245" y="178"/>
                    </a:cubicBezTo>
                    <a:close/>
                  </a:path>
                </a:pathLst>
              </a:custGeom>
              <a:solidFill>
                <a:srgbClr val="000000"/>
              </a:solidFill>
              <a:ln w="4794" cap="sq">
                <a:noFill/>
                <a:prstDash val="solid"/>
                <a:round/>
              </a:ln>
            </p:spPr>
            <p:txBody>
              <a:bodyPr rtlCol="0" anchor="ctr"/>
              <a:lstStyle/>
              <a:p>
                <a:endParaRPr lang="en-US"/>
              </a:p>
            </p:txBody>
          </p:sp>
          <p:sp>
            <p:nvSpPr>
              <p:cNvPr id="1784" name="Freeform: Shape 1783">
                <a:extLst>
                  <a:ext uri="{FF2B5EF4-FFF2-40B4-BE49-F238E27FC236}">
                    <a16:creationId xmlns:a16="http://schemas.microsoft.com/office/drawing/2014/main" id="{E0B08077-E242-025B-5863-1D438F761048}"/>
                  </a:ext>
                </a:extLst>
              </p:cNvPr>
              <p:cNvSpPr/>
              <p:nvPr/>
            </p:nvSpPr>
            <p:spPr>
              <a:xfrm>
                <a:off x="7798962" y="8040637"/>
                <a:ext cx="37180" cy="37180"/>
              </a:xfrm>
              <a:custGeom>
                <a:avLst/>
                <a:gdLst>
                  <a:gd name="connsiteX0" fmla="*/ 37459 w 37180"/>
                  <a:gd name="connsiteY0" fmla="*/ 18771 h 37180"/>
                  <a:gd name="connsiteX1" fmla="*/ 18869 w 37180"/>
                  <a:gd name="connsiteY1" fmla="*/ 37361 h 37180"/>
                  <a:gd name="connsiteX2" fmla="*/ 278 w 37180"/>
                  <a:gd name="connsiteY2" fmla="*/ 18771 h 37180"/>
                  <a:gd name="connsiteX3" fmla="*/ 18869 w 37180"/>
                  <a:gd name="connsiteY3" fmla="*/ 180 h 37180"/>
                  <a:gd name="connsiteX4" fmla="*/ 3745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71"/>
                    </a:moveTo>
                    <a:cubicBezTo>
                      <a:pt x="37459" y="29038"/>
                      <a:pt x="29136" y="37361"/>
                      <a:pt x="18869" y="37361"/>
                    </a:cubicBezTo>
                    <a:cubicBezTo>
                      <a:pt x="8602" y="37361"/>
                      <a:pt x="278" y="29038"/>
                      <a:pt x="278" y="18771"/>
                    </a:cubicBezTo>
                    <a:cubicBezTo>
                      <a:pt x="278" y="8503"/>
                      <a:pt x="8602" y="180"/>
                      <a:pt x="18869" y="180"/>
                    </a:cubicBezTo>
                    <a:cubicBezTo>
                      <a:pt x="29136" y="180"/>
                      <a:pt x="37459" y="8503"/>
                      <a:pt x="37459" y="18771"/>
                    </a:cubicBezTo>
                    <a:close/>
                  </a:path>
                </a:pathLst>
              </a:custGeom>
              <a:solidFill>
                <a:srgbClr val="F7F5F5"/>
              </a:solidFill>
              <a:ln w="5753" cap="sq">
                <a:noFill/>
                <a:prstDash val="solid"/>
                <a:miter/>
              </a:ln>
            </p:spPr>
            <p:txBody>
              <a:bodyPr rtlCol="0" anchor="ctr"/>
              <a:lstStyle/>
              <a:p>
                <a:endParaRPr lang="en-US"/>
              </a:p>
            </p:txBody>
          </p:sp>
          <p:sp>
            <p:nvSpPr>
              <p:cNvPr id="1785" name="Freeform: Shape 1784">
                <a:extLst>
                  <a:ext uri="{FF2B5EF4-FFF2-40B4-BE49-F238E27FC236}">
                    <a16:creationId xmlns:a16="http://schemas.microsoft.com/office/drawing/2014/main" id="{9DF03768-3D17-0EF5-3266-C7B3E9E4811B}"/>
                  </a:ext>
                </a:extLst>
              </p:cNvPr>
              <p:cNvSpPr/>
              <p:nvPr/>
            </p:nvSpPr>
            <p:spPr>
              <a:xfrm>
                <a:off x="7796561" y="8038237"/>
                <a:ext cx="41981" cy="41981"/>
              </a:xfrm>
              <a:custGeom>
                <a:avLst/>
                <a:gdLst>
                  <a:gd name="connsiteX0" fmla="*/ 21269 w 41981"/>
                  <a:gd name="connsiteY0" fmla="*/ 4981 h 41981"/>
                  <a:gd name="connsiteX1" fmla="*/ 37459 w 41981"/>
                  <a:gd name="connsiteY1" fmla="*/ 21171 h 41981"/>
                  <a:gd name="connsiteX2" fmla="*/ 37459 w 41981"/>
                  <a:gd name="connsiteY2" fmla="*/ 21171 h 41981"/>
                  <a:gd name="connsiteX3" fmla="*/ 21269 w 41981"/>
                  <a:gd name="connsiteY3" fmla="*/ 37361 h 41981"/>
                  <a:gd name="connsiteX4" fmla="*/ 5079 w 41981"/>
                  <a:gd name="connsiteY4" fmla="*/ 21171 h 41981"/>
                  <a:gd name="connsiteX5" fmla="*/ 21269 w 41981"/>
                  <a:gd name="connsiteY5" fmla="*/ 4981 h 41981"/>
                  <a:gd name="connsiteX6" fmla="*/ 21269 w 41981"/>
                  <a:gd name="connsiteY6" fmla="*/ 180 h 41981"/>
                  <a:gd name="connsiteX7" fmla="*/ 278 w 41981"/>
                  <a:gd name="connsiteY7" fmla="*/ 21171 h 41981"/>
                  <a:gd name="connsiteX8" fmla="*/ 21269 w 41981"/>
                  <a:gd name="connsiteY8" fmla="*/ 42161 h 41981"/>
                  <a:gd name="connsiteX9" fmla="*/ 42260 w 41981"/>
                  <a:gd name="connsiteY9" fmla="*/ 21171 h 41981"/>
                  <a:gd name="connsiteX10" fmla="*/ 42260 w 41981"/>
                  <a:gd name="connsiteY10" fmla="*/ 21171 h 41981"/>
                  <a:gd name="connsiteX11" fmla="*/ 2126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81"/>
                    </a:moveTo>
                    <a:cubicBezTo>
                      <a:pt x="30211" y="4981"/>
                      <a:pt x="37459" y="12229"/>
                      <a:pt x="37459" y="21171"/>
                    </a:cubicBezTo>
                    <a:lnTo>
                      <a:pt x="37459" y="21171"/>
                    </a:lnTo>
                    <a:cubicBezTo>
                      <a:pt x="37459" y="30113"/>
                      <a:pt x="30211" y="37361"/>
                      <a:pt x="21269" y="37361"/>
                    </a:cubicBezTo>
                    <a:cubicBezTo>
                      <a:pt x="12327" y="37361"/>
                      <a:pt x="5079" y="30113"/>
                      <a:pt x="5079" y="21171"/>
                    </a:cubicBezTo>
                    <a:cubicBezTo>
                      <a:pt x="5079" y="12229"/>
                      <a:pt x="12327" y="4981"/>
                      <a:pt x="21269" y="4981"/>
                    </a:cubicBezTo>
                    <a:close/>
                    <a:moveTo>
                      <a:pt x="21269" y="180"/>
                    </a:moveTo>
                    <a:cubicBezTo>
                      <a:pt x="9676" y="180"/>
                      <a:pt x="278" y="9578"/>
                      <a:pt x="278" y="21171"/>
                    </a:cubicBezTo>
                    <a:cubicBezTo>
                      <a:pt x="278" y="32763"/>
                      <a:pt x="9676" y="42161"/>
                      <a:pt x="21269" y="42161"/>
                    </a:cubicBezTo>
                    <a:cubicBezTo>
                      <a:pt x="32861" y="42161"/>
                      <a:pt x="42260" y="32763"/>
                      <a:pt x="42260" y="21171"/>
                    </a:cubicBezTo>
                    <a:lnTo>
                      <a:pt x="42260" y="21171"/>
                    </a:lnTo>
                    <a:cubicBezTo>
                      <a:pt x="42260" y="9578"/>
                      <a:pt x="32861" y="180"/>
                      <a:pt x="21269" y="180"/>
                    </a:cubicBezTo>
                    <a:close/>
                  </a:path>
                </a:pathLst>
              </a:custGeom>
              <a:solidFill>
                <a:srgbClr val="000000"/>
              </a:solidFill>
              <a:ln w="4794" cap="sq">
                <a:noFill/>
                <a:prstDash val="solid"/>
                <a:round/>
              </a:ln>
            </p:spPr>
            <p:txBody>
              <a:bodyPr rtlCol="0" anchor="ctr"/>
              <a:lstStyle/>
              <a:p>
                <a:endParaRPr lang="en-US"/>
              </a:p>
            </p:txBody>
          </p:sp>
          <p:sp>
            <p:nvSpPr>
              <p:cNvPr id="1786" name="Freeform: Shape 1785">
                <a:extLst>
                  <a:ext uri="{FF2B5EF4-FFF2-40B4-BE49-F238E27FC236}">
                    <a16:creationId xmlns:a16="http://schemas.microsoft.com/office/drawing/2014/main" id="{2F2E14C4-0160-AE65-0634-25660EEAEF93}"/>
                  </a:ext>
                </a:extLst>
              </p:cNvPr>
              <p:cNvSpPr/>
              <p:nvPr/>
            </p:nvSpPr>
            <p:spPr>
              <a:xfrm>
                <a:off x="7677224" y="8025506"/>
                <a:ext cx="37180" cy="37180"/>
              </a:xfrm>
              <a:custGeom>
                <a:avLst/>
                <a:gdLst>
                  <a:gd name="connsiteX0" fmla="*/ 37438 w 37180"/>
                  <a:gd name="connsiteY0" fmla="*/ 18768 h 37180"/>
                  <a:gd name="connsiteX1" fmla="*/ 18848 w 37180"/>
                  <a:gd name="connsiteY1" fmla="*/ 37358 h 37180"/>
                  <a:gd name="connsiteX2" fmla="*/ 257 w 37180"/>
                  <a:gd name="connsiteY2" fmla="*/ 18768 h 37180"/>
                  <a:gd name="connsiteX3" fmla="*/ 18848 w 37180"/>
                  <a:gd name="connsiteY3" fmla="*/ 178 h 37180"/>
                  <a:gd name="connsiteX4" fmla="*/ 3743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8"/>
                    </a:moveTo>
                    <a:cubicBezTo>
                      <a:pt x="37438" y="29035"/>
                      <a:pt x="29115" y="37358"/>
                      <a:pt x="18848" y="37358"/>
                    </a:cubicBezTo>
                    <a:cubicBezTo>
                      <a:pt x="8580" y="37358"/>
                      <a:pt x="257" y="29035"/>
                      <a:pt x="257" y="18768"/>
                    </a:cubicBezTo>
                    <a:cubicBezTo>
                      <a:pt x="257" y="8501"/>
                      <a:pt x="8580" y="178"/>
                      <a:pt x="18848" y="178"/>
                    </a:cubicBezTo>
                    <a:cubicBezTo>
                      <a:pt x="29115" y="178"/>
                      <a:pt x="37438" y="8501"/>
                      <a:pt x="37438" y="18768"/>
                    </a:cubicBezTo>
                    <a:close/>
                  </a:path>
                </a:pathLst>
              </a:custGeom>
              <a:solidFill>
                <a:srgbClr val="D5F7D5"/>
              </a:solidFill>
              <a:ln w="5753" cap="sq">
                <a:noFill/>
                <a:prstDash val="solid"/>
                <a:miter/>
              </a:ln>
            </p:spPr>
            <p:txBody>
              <a:bodyPr rtlCol="0" anchor="ctr"/>
              <a:lstStyle/>
              <a:p>
                <a:endParaRPr lang="en-US"/>
              </a:p>
            </p:txBody>
          </p:sp>
          <p:sp>
            <p:nvSpPr>
              <p:cNvPr id="1787" name="Freeform: Shape 1786">
                <a:extLst>
                  <a:ext uri="{FF2B5EF4-FFF2-40B4-BE49-F238E27FC236}">
                    <a16:creationId xmlns:a16="http://schemas.microsoft.com/office/drawing/2014/main" id="{2CA6D78E-2889-25DB-92A0-351DDB49DA5A}"/>
                  </a:ext>
                </a:extLst>
              </p:cNvPr>
              <p:cNvSpPr/>
              <p:nvPr/>
            </p:nvSpPr>
            <p:spPr>
              <a:xfrm>
                <a:off x="7674824" y="8023106"/>
                <a:ext cx="41981" cy="41981"/>
              </a:xfrm>
              <a:custGeom>
                <a:avLst/>
                <a:gdLst>
                  <a:gd name="connsiteX0" fmla="*/ 21248 w 41981"/>
                  <a:gd name="connsiteY0" fmla="*/ 4978 h 41981"/>
                  <a:gd name="connsiteX1" fmla="*/ 37438 w 41981"/>
                  <a:gd name="connsiteY1" fmla="*/ 21168 h 41981"/>
                  <a:gd name="connsiteX2" fmla="*/ 37438 w 41981"/>
                  <a:gd name="connsiteY2" fmla="*/ 21168 h 41981"/>
                  <a:gd name="connsiteX3" fmla="*/ 21248 w 41981"/>
                  <a:gd name="connsiteY3" fmla="*/ 37358 h 41981"/>
                  <a:gd name="connsiteX4" fmla="*/ 5058 w 41981"/>
                  <a:gd name="connsiteY4" fmla="*/ 21168 h 41981"/>
                  <a:gd name="connsiteX5" fmla="*/ 21248 w 41981"/>
                  <a:gd name="connsiteY5" fmla="*/ 4978 h 41981"/>
                  <a:gd name="connsiteX6" fmla="*/ 21248 w 41981"/>
                  <a:gd name="connsiteY6" fmla="*/ 178 h 41981"/>
                  <a:gd name="connsiteX7" fmla="*/ 257 w 41981"/>
                  <a:gd name="connsiteY7" fmla="*/ 21168 h 41981"/>
                  <a:gd name="connsiteX8" fmla="*/ 21248 w 41981"/>
                  <a:gd name="connsiteY8" fmla="*/ 42159 h 41981"/>
                  <a:gd name="connsiteX9" fmla="*/ 42238 w 41981"/>
                  <a:gd name="connsiteY9" fmla="*/ 21168 h 41981"/>
                  <a:gd name="connsiteX10" fmla="*/ 42238 w 41981"/>
                  <a:gd name="connsiteY10" fmla="*/ 21168 h 41981"/>
                  <a:gd name="connsiteX11" fmla="*/ 2124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8"/>
                    </a:moveTo>
                    <a:cubicBezTo>
                      <a:pt x="30190" y="4978"/>
                      <a:pt x="37438" y="12226"/>
                      <a:pt x="37438" y="21168"/>
                    </a:cubicBezTo>
                    <a:lnTo>
                      <a:pt x="37438" y="21168"/>
                    </a:lnTo>
                    <a:cubicBezTo>
                      <a:pt x="37438" y="30110"/>
                      <a:pt x="30190" y="37358"/>
                      <a:pt x="21248" y="37358"/>
                    </a:cubicBezTo>
                    <a:cubicBezTo>
                      <a:pt x="12306" y="37358"/>
                      <a:pt x="5058" y="30110"/>
                      <a:pt x="5058" y="21168"/>
                    </a:cubicBezTo>
                    <a:cubicBezTo>
                      <a:pt x="5058" y="12226"/>
                      <a:pt x="12306" y="4978"/>
                      <a:pt x="21248" y="4978"/>
                    </a:cubicBezTo>
                    <a:close/>
                    <a:moveTo>
                      <a:pt x="21248" y="178"/>
                    </a:moveTo>
                    <a:cubicBezTo>
                      <a:pt x="9655" y="178"/>
                      <a:pt x="257" y="9576"/>
                      <a:pt x="257" y="21168"/>
                    </a:cubicBezTo>
                    <a:cubicBezTo>
                      <a:pt x="257" y="32761"/>
                      <a:pt x="9655" y="42159"/>
                      <a:pt x="21248" y="42159"/>
                    </a:cubicBezTo>
                    <a:cubicBezTo>
                      <a:pt x="32840" y="42159"/>
                      <a:pt x="42238" y="32761"/>
                      <a:pt x="42238" y="21168"/>
                    </a:cubicBezTo>
                    <a:lnTo>
                      <a:pt x="42238" y="21168"/>
                    </a:lnTo>
                    <a:cubicBezTo>
                      <a:pt x="42238" y="9576"/>
                      <a:pt x="32840" y="178"/>
                      <a:pt x="21248" y="178"/>
                    </a:cubicBezTo>
                    <a:close/>
                  </a:path>
                </a:pathLst>
              </a:custGeom>
              <a:solidFill>
                <a:srgbClr val="000000"/>
              </a:solidFill>
              <a:ln w="4794" cap="sq">
                <a:noFill/>
                <a:prstDash val="solid"/>
                <a:round/>
              </a:ln>
            </p:spPr>
            <p:txBody>
              <a:bodyPr rtlCol="0" anchor="ctr"/>
              <a:lstStyle/>
              <a:p>
                <a:endParaRPr lang="en-US"/>
              </a:p>
            </p:txBody>
          </p:sp>
          <p:sp>
            <p:nvSpPr>
              <p:cNvPr id="1788" name="Freeform: Shape 1787">
                <a:extLst>
                  <a:ext uri="{FF2B5EF4-FFF2-40B4-BE49-F238E27FC236}">
                    <a16:creationId xmlns:a16="http://schemas.microsoft.com/office/drawing/2014/main" id="{39E40920-3E75-6CAD-2F41-D179D9782B10}"/>
                  </a:ext>
                </a:extLst>
              </p:cNvPr>
              <p:cNvSpPr/>
              <p:nvPr/>
            </p:nvSpPr>
            <p:spPr>
              <a:xfrm>
                <a:off x="7641656" y="8028322"/>
                <a:ext cx="37180" cy="37180"/>
              </a:xfrm>
              <a:custGeom>
                <a:avLst/>
                <a:gdLst>
                  <a:gd name="connsiteX0" fmla="*/ 37432 w 37180"/>
                  <a:gd name="connsiteY0" fmla="*/ 18768 h 37180"/>
                  <a:gd name="connsiteX1" fmla="*/ 18841 w 37180"/>
                  <a:gd name="connsiteY1" fmla="*/ 37359 h 37180"/>
                  <a:gd name="connsiteX2" fmla="*/ 251 w 37180"/>
                  <a:gd name="connsiteY2" fmla="*/ 18768 h 37180"/>
                  <a:gd name="connsiteX3" fmla="*/ 18841 w 37180"/>
                  <a:gd name="connsiteY3" fmla="*/ 178 h 37180"/>
                  <a:gd name="connsiteX4" fmla="*/ 3743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8"/>
                    </a:moveTo>
                    <a:cubicBezTo>
                      <a:pt x="37432" y="29036"/>
                      <a:pt x="29109" y="37359"/>
                      <a:pt x="18841" y="37359"/>
                    </a:cubicBezTo>
                    <a:cubicBezTo>
                      <a:pt x="8574" y="37359"/>
                      <a:pt x="251" y="29036"/>
                      <a:pt x="251" y="18768"/>
                    </a:cubicBezTo>
                    <a:cubicBezTo>
                      <a:pt x="251" y="8501"/>
                      <a:pt x="8574" y="178"/>
                      <a:pt x="18841" y="178"/>
                    </a:cubicBezTo>
                    <a:cubicBezTo>
                      <a:pt x="29109" y="178"/>
                      <a:pt x="37432" y="8501"/>
                      <a:pt x="37432" y="18768"/>
                    </a:cubicBezTo>
                    <a:close/>
                  </a:path>
                </a:pathLst>
              </a:custGeom>
              <a:solidFill>
                <a:srgbClr val="EDF7ED"/>
              </a:solidFill>
              <a:ln w="5753" cap="sq">
                <a:noFill/>
                <a:prstDash val="solid"/>
                <a:miter/>
              </a:ln>
            </p:spPr>
            <p:txBody>
              <a:bodyPr rtlCol="0" anchor="ctr"/>
              <a:lstStyle/>
              <a:p>
                <a:endParaRPr lang="en-US"/>
              </a:p>
            </p:txBody>
          </p:sp>
          <p:sp>
            <p:nvSpPr>
              <p:cNvPr id="1789" name="Freeform: Shape 1788">
                <a:extLst>
                  <a:ext uri="{FF2B5EF4-FFF2-40B4-BE49-F238E27FC236}">
                    <a16:creationId xmlns:a16="http://schemas.microsoft.com/office/drawing/2014/main" id="{2A30DD9A-98E7-B5CE-6830-205ECE9F02CD}"/>
                  </a:ext>
                </a:extLst>
              </p:cNvPr>
              <p:cNvSpPr/>
              <p:nvPr/>
            </p:nvSpPr>
            <p:spPr>
              <a:xfrm>
                <a:off x="7639256" y="8025922"/>
                <a:ext cx="41981" cy="41981"/>
              </a:xfrm>
              <a:custGeom>
                <a:avLst/>
                <a:gdLst>
                  <a:gd name="connsiteX0" fmla="*/ 21242 w 41981"/>
                  <a:gd name="connsiteY0" fmla="*/ 4978 h 41981"/>
                  <a:gd name="connsiteX1" fmla="*/ 37432 w 41981"/>
                  <a:gd name="connsiteY1" fmla="*/ 21169 h 41981"/>
                  <a:gd name="connsiteX2" fmla="*/ 37432 w 41981"/>
                  <a:gd name="connsiteY2" fmla="*/ 21169 h 41981"/>
                  <a:gd name="connsiteX3" fmla="*/ 21242 w 41981"/>
                  <a:gd name="connsiteY3" fmla="*/ 37359 h 41981"/>
                  <a:gd name="connsiteX4" fmla="*/ 5051 w 41981"/>
                  <a:gd name="connsiteY4" fmla="*/ 21169 h 41981"/>
                  <a:gd name="connsiteX5" fmla="*/ 21242 w 41981"/>
                  <a:gd name="connsiteY5" fmla="*/ 4978 h 41981"/>
                  <a:gd name="connsiteX6" fmla="*/ 21242 w 41981"/>
                  <a:gd name="connsiteY6" fmla="*/ 178 h 41981"/>
                  <a:gd name="connsiteX7" fmla="*/ 251 w 41981"/>
                  <a:gd name="connsiteY7" fmla="*/ 21169 h 41981"/>
                  <a:gd name="connsiteX8" fmla="*/ 21242 w 41981"/>
                  <a:gd name="connsiteY8" fmla="*/ 42159 h 41981"/>
                  <a:gd name="connsiteX9" fmla="*/ 42232 w 41981"/>
                  <a:gd name="connsiteY9" fmla="*/ 21169 h 41981"/>
                  <a:gd name="connsiteX10" fmla="*/ 42232 w 41981"/>
                  <a:gd name="connsiteY10" fmla="*/ 21169 h 41981"/>
                  <a:gd name="connsiteX11" fmla="*/ 21242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8"/>
                    </a:moveTo>
                    <a:cubicBezTo>
                      <a:pt x="30183" y="4978"/>
                      <a:pt x="37432" y="12227"/>
                      <a:pt x="37432" y="21169"/>
                    </a:cubicBezTo>
                    <a:lnTo>
                      <a:pt x="37432" y="21169"/>
                    </a:lnTo>
                    <a:cubicBezTo>
                      <a:pt x="37432" y="30110"/>
                      <a:pt x="30183" y="37359"/>
                      <a:pt x="21242" y="37359"/>
                    </a:cubicBezTo>
                    <a:cubicBezTo>
                      <a:pt x="12300" y="37359"/>
                      <a:pt x="5051" y="30110"/>
                      <a:pt x="5051" y="21169"/>
                    </a:cubicBezTo>
                    <a:cubicBezTo>
                      <a:pt x="5051" y="12227"/>
                      <a:pt x="12300" y="4978"/>
                      <a:pt x="21242" y="4978"/>
                    </a:cubicBezTo>
                    <a:close/>
                    <a:moveTo>
                      <a:pt x="21242" y="178"/>
                    </a:moveTo>
                    <a:cubicBezTo>
                      <a:pt x="9649" y="178"/>
                      <a:pt x="251" y="9576"/>
                      <a:pt x="251" y="21169"/>
                    </a:cubicBezTo>
                    <a:cubicBezTo>
                      <a:pt x="251" y="32761"/>
                      <a:pt x="9649" y="42159"/>
                      <a:pt x="21242" y="42159"/>
                    </a:cubicBezTo>
                    <a:cubicBezTo>
                      <a:pt x="32834" y="42159"/>
                      <a:pt x="42232" y="32761"/>
                      <a:pt x="42232" y="21169"/>
                    </a:cubicBezTo>
                    <a:lnTo>
                      <a:pt x="42232" y="21169"/>
                    </a:lnTo>
                    <a:cubicBezTo>
                      <a:pt x="42232" y="9576"/>
                      <a:pt x="32834" y="178"/>
                      <a:pt x="21242" y="178"/>
                    </a:cubicBezTo>
                    <a:close/>
                  </a:path>
                </a:pathLst>
              </a:custGeom>
              <a:solidFill>
                <a:srgbClr val="000000"/>
              </a:solidFill>
              <a:ln w="4794" cap="sq">
                <a:noFill/>
                <a:prstDash val="solid"/>
                <a:round/>
              </a:ln>
            </p:spPr>
            <p:txBody>
              <a:bodyPr rtlCol="0" anchor="ctr"/>
              <a:lstStyle/>
              <a:p>
                <a:endParaRPr lang="en-US"/>
              </a:p>
            </p:txBody>
          </p:sp>
          <p:sp>
            <p:nvSpPr>
              <p:cNvPr id="1790" name="Freeform: Shape 1789">
                <a:extLst>
                  <a:ext uri="{FF2B5EF4-FFF2-40B4-BE49-F238E27FC236}">
                    <a16:creationId xmlns:a16="http://schemas.microsoft.com/office/drawing/2014/main" id="{BCB83D4A-8B8E-6759-BE2E-9617BD4037AE}"/>
                  </a:ext>
                </a:extLst>
              </p:cNvPr>
              <p:cNvSpPr/>
              <p:nvPr/>
            </p:nvSpPr>
            <p:spPr>
              <a:xfrm>
                <a:off x="7734617" y="8024112"/>
                <a:ext cx="37180" cy="37180"/>
              </a:xfrm>
              <a:custGeom>
                <a:avLst/>
                <a:gdLst>
                  <a:gd name="connsiteX0" fmla="*/ 37448 w 37180"/>
                  <a:gd name="connsiteY0" fmla="*/ 18768 h 37180"/>
                  <a:gd name="connsiteX1" fmla="*/ 18858 w 37180"/>
                  <a:gd name="connsiteY1" fmla="*/ 37358 h 37180"/>
                  <a:gd name="connsiteX2" fmla="*/ 267 w 37180"/>
                  <a:gd name="connsiteY2" fmla="*/ 18768 h 37180"/>
                  <a:gd name="connsiteX3" fmla="*/ 18858 w 37180"/>
                  <a:gd name="connsiteY3" fmla="*/ 177 h 37180"/>
                  <a:gd name="connsiteX4" fmla="*/ 3744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8"/>
                    </a:moveTo>
                    <a:cubicBezTo>
                      <a:pt x="37448" y="29035"/>
                      <a:pt x="29125" y="37358"/>
                      <a:pt x="18858" y="37358"/>
                    </a:cubicBezTo>
                    <a:cubicBezTo>
                      <a:pt x="8590" y="37358"/>
                      <a:pt x="267" y="29035"/>
                      <a:pt x="267" y="18768"/>
                    </a:cubicBezTo>
                    <a:cubicBezTo>
                      <a:pt x="267" y="8501"/>
                      <a:pt x="8590" y="177"/>
                      <a:pt x="18858" y="177"/>
                    </a:cubicBezTo>
                    <a:cubicBezTo>
                      <a:pt x="29125" y="177"/>
                      <a:pt x="37448" y="8501"/>
                      <a:pt x="37448" y="18768"/>
                    </a:cubicBezTo>
                    <a:close/>
                  </a:path>
                </a:pathLst>
              </a:custGeom>
              <a:solidFill>
                <a:srgbClr val="D7F7D7"/>
              </a:solidFill>
              <a:ln w="5753" cap="sq">
                <a:noFill/>
                <a:prstDash val="solid"/>
                <a:miter/>
              </a:ln>
            </p:spPr>
            <p:txBody>
              <a:bodyPr rtlCol="0" anchor="ctr"/>
              <a:lstStyle/>
              <a:p>
                <a:endParaRPr lang="en-US"/>
              </a:p>
            </p:txBody>
          </p:sp>
          <p:sp>
            <p:nvSpPr>
              <p:cNvPr id="1791" name="Freeform: Shape 1790">
                <a:extLst>
                  <a:ext uri="{FF2B5EF4-FFF2-40B4-BE49-F238E27FC236}">
                    <a16:creationId xmlns:a16="http://schemas.microsoft.com/office/drawing/2014/main" id="{56DD1885-5B3C-4F4F-E6A8-B9A07BD4BC39}"/>
                  </a:ext>
                </a:extLst>
              </p:cNvPr>
              <p:cNvSpPr/>
              <p:nvPr/>
            </p:nvSpPr>
            <p:spPr>
              <a:xfrm>
                <a:off x="7732216" y="8021712"/>
                <a:ext cx="41981" cy="41981"/>
              </a:xfrm>
              <a:custGeom>
                <a:avLst/>
                <a:gdLst>
                  <a:gd name="connsiteX0" fmla="*/ 21258 w 41981"/>
                  <a:gd name="connsiteY0" fmla="*/ 4978 h 41981"/>
                  <a:gd name="connsiteX1" fmla="*/ 37448 w 41981"/>
                  <a:gd name="connsiteY1" fmla="*/ 21168 h 41981"/>
                  <a:gd name="connsiteX2" fmla="*/ 37448 w 41981"/>
                  <a:gd name="connsiteY2" fmla="*/ 21168 h 41981"/>
                  <a:gd name="connsiteX3" fmla="*/ 21258 w 41981"/>
                  <a:gd name="connsiteY3" fmla="*/ 37358 h 41981"/>
                  <a:gd name="connsiteX4" fmla="*/ 5068 w 41981"/>
                  <a:gd name="connsiteY4" fmla="*/ 21168 h 41981"/>
                  <a:gd name="connsiteX5" fmla="*/ 21258 w 41981"/>
                  <a:gd name="connsiteY5" fmla="*/ 4978 h 41981"/>
                  <a:gd name="connsiteX6" fmla="*/ 21258 w 41981"/>
                  <a:gd name="connsiteY6" fmla="*/ 177 h 41981"/>
                  <a:gd name="connsiteX7" fmla="*/ 267 w 41981"/>
                  <a:gd name="connsiteY7" fmla="*/ 21168 h 41981"/>
                  <a:gd name="connsiteX8" fmla="*/ 21258 w 41981"/>
                  <a:gd name="connsiteY8" fmla="*/ 42159 h 41981"/>
                  <a:gd name="connsiteX9" fmla="*/ 42248 w 41981"/>
                  <a:gd name="connsiteY9" fmla="*/ 21168 h 41981"/>
                  <a:gd name="connsiteX10" fmla="*/ 42248 w 41981"/>
                  <a:gd name="connsiteY10" fmla="*/ 21168 h 41981"/>
                  <a:gd name="connsiteX11" fmla="*/ 2125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8"/>
                    </a:moveTo>
                    <a:cubicBezTo>
                      <a:pt x="30200" y="4978"/>
                      <a:pt x="37448" y="12226"/>
                      <a:pt x="37448" y="21168"/>
                    </a:cubicBezTo>
                    <a:lnTo>
                      <a:pt x="37448" y="21168"/>
                    </a:lnTo>
                    <a:cubicBezTo>
                      <a:pt x="37448" y="30110"/>
                      <a:pt x="30200" y="37358"/>
                      <a:pt x="21258" y="37358"/>
                    </a:cubicBezTo>
                    <a:cubicBezTo>
                      <a:pt x="12316" y="37358"/>
                      <a:pt x="5068" y="30110"/>
                      <a:pt x="5068" y="21168"/>
                    </a:cubicBezTo>
                    <a:cubicBezTo>
                      <a:pt x="5068" y="12226"/>
                      <a:pt x="12316" y="4978"/>
                      <a:pt x="21258" y="4978"/>
                    </a:cubicBezTo>
                    <a:close/>
                    <a:moveTo>
                      <a:pt x="21258" y="177"/>
                    </a:moveTo>
                    <a:cubicBezTo>
                      <a:pt x="9665" y="177"/>
                      <a:pt x="267" y="9575"/>
                      <a:pt x="267" y="21168"/>
                    </a:cubicBezTo>
                    <a:cubicBezTo>
                      <a:pt x="267" y="32760"/>
                      <a:pt x="9665" y="42159"/>
                      <a:pt x="21258" y="42159"/>
                    </a:cubicBezTo>
                    <a:cubicBezTo>
                      <a:pt x="32850" y="42159"/>
                      <a:pt x="42248" y="32760"/>
                      <a:pt x="42248" y="21168"/>
                    </a:cubicBezTo>
                    <a:lnTo>
                      <a:pt x="42248" y="21168"/>
                    </a:lnTo>
                    <a:cubicBezTo>
                      <a:pt x="42248" y="9575"/>
                      <a:pt x="32850" y="177"/>
                      <a:pt x="21258" y="177"/>
                    </a:cubicBezTo>
                    <a:close/>
                  </a:path>
                </a:pathLst>
              </a:custGeom>
              <a:solidFill>
                <a:srgbClr val="000000"/>
              </a:solidFill>
              <a:ln w="4794" cap="sq">
                <a:noFill/>
                <a:prstDash val="solid"/>
                <a:round/>
              </a:ln>
            </p:spPr>
            <p:txBody>
              <a:bodyPr rtlCol="0" anchor="ctr"/>
              <a:lstStyle/>
              <a:p>
                <a:endParaRPr lang="en-US"/>
              </a:p>
            </p:txBody>
          </p:sp>
          <p:sp>
            <p:nvSpPr>
              <p:cNvPr id="1792" name="Freeform: Shape 1791">
                <a:extLst>
                  <a:ext uri="{FF2B5EF4-FFF2-40B4-BE49-F238E27FC236}">
                    <a16:creationId xmlns:a16="http://schemas.microsoft.com/office/drawing/2014/main" id="{0DCD6841-35B2-3D54-77CC-C5D54CA633B5}"/>
                  </a:ext>
                </a:extLst>
              </p:cNvPr>
              <p:cNvSpPr/>
              <p:nvPr/>
            </p:nvSpPr>
            <p:spPr>
              <a:xfrm>
                <a:off x="7686820" y="8039992"/>
                <a:ext cx="37180" cy="37180"/>
              </a:xfrm>
              <a:custGeom>
                <a:avLst/>
                <a:gdLst>
                  <a:gd name="connsiteX0" fmla="*/ 37440 w 37180"/>
                  <a:gd name="connsiteY0" fmla="*/ 18770 h 37180"/>
                  <a:gd name="connsiteX1" fmla="*/ 18849 w 37180"/>
                  <a:gd name="connsiteY1" fmla="*/ 37361 h 37180"/>
                  <a:gd name="connsiteX2" fmla="*/ 259 w 37180"/>
                  <a:gd name="connsiteY2" fmla="*/ 18770 h 37180"/>
                  <a:gd name="connsiteX3" fmla="*/ 18849 w 37180"/>
                  <a:gd name="connsiteY3" fmla="*/ 180 h 37180"/>
                  <a:gd name="connsiteX4" fmla="*/ 37440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0"/>
                    </a:moveTo>
                    <a:cubicBezTo>
                      <a:pt x="37440" y="29038"/>
                      <a:pt x="29116" y="37361"/>
                      <a:pt x="18849" y="37361"/>
                    </a:cubicBezTo>
                    <a:cubicBezTo>
                      <a:pt x="8582" y="37361"/>
                      <a:pt x="259" y="29038"/>
                      <a:pt x="259" y="18770"/>
                    </a:cubicBezTo>
                    <a:cubicBezTo>
                      <a:pt x="259" y="8503"/>
                      <a:pt x="8582" y="180"/>
                      <a:pt x="18849" y="180"/>
                    </a:cubicBezTo>
                    <a:cubicBezTo>
                      <a:pt x="29116" y="180"/>
                      <a:pt x="37440" y="8503"/>
                      <a:pt x="37440" y="18770"/>
                    </a:cubicBezTo>
                    <a:close/>
                  </a:path>
                </a:pathLst>
              </a:custGeom>
              <a:solidFill>
                <a:srgbClr val="DBF7DB"/>
              </a:solidFill>
              <a:ln w="5753" cap="sq">
                <a:noFill/>
                <a:prstDash val="solid"/>
                <a:miter/>
              </a:ln>
            </p:spPr>
            <p:txBody>
              <a:bodyPr rtlCol="0" anchor="ctr"/>
              <a:lstStyle/>
              <a:p>
                <a:endParaRPr lang="en-US"/>
              </a:p>
            </p:txBody>
          </p:sp>
          <p:sp>
            <p:nvSpPr>
              <p:cNvPr id="1793" name="Freeform: Shape 1792">
                <a:extLst>
                  <a:ext uri="{FF2B5EF4-FFF2-40B4-BE49-F238E27FC236}">
                    <a16:creationId xmlns:a16="http://schemas.microsoft.com/office/drawing/2014/main" id="{76631CB5-7BC0-C536-DC0A-7D57AB65FB15}"/>
                  </a:ext>
                </a:extLst>
              </p:cNvPr>
              <p:cNvSpPr/>
              <p:nvPr/>
            </p:nvSpPr>
            <p:spPr>
              <a:xfrm>
                <a:off x="7684420" y="8037592"/>
                <a:ext cx="41981" cy="41981"/>
              </a:xfrm>
              <a:custGeom>
                <a:avLst/>
                <a:gdLst>
                  <a:gd name="connsiteX0" fmla="*/ 21249 w 41981"/>
                  <a:gd name="connsiteY0" fmla="*/ 4980 h 41981"/>
                  <a:gd name="connsiteX1" fmla="*/ 37440 w 41981"/>
                  <a:gd name="connsiteY1" fmla="*/ 21171 h 41981"/>
                  <a:gd name="connsiteX2" fmla="*/ 37440 w 41981"/>
                  <a:gd name="connsiteY2" fmla="*/ 21171 h 41981"/>
                  <a:gd name="connsiteX3" fmla="*/ 21249 w 41981"/>
                  <a:gd name="connsiteY3" fmla="*/ 37361 h 41981"/>
                  <a:gd name="connsiteX4" fmla="*/ 5059 w 41981"/>
                  <a:gd name="connsiteY4" fmla="*/ 21171 h 41981"/>
                  <a:gd name="connsiteX5" fmla="*/ 21249 w 41981"/>
                  <a:gd name="connsiteY5" fmla="*/ 4980 h 41981"/>
                  <a:gd name="connsiteX6" fmla="*/ 21249 w 41981"/>
                  <a:gd name="connsiteY6" fmla="*/ 180 h 41981"/>
                  <a:gd name="connsiteX7" fmla="*/ 259 w 41981"/>
                  <a:gd name="connsiteY7" fmla="*/ 21171 h 41981"/>
                  <a:gd name="connsiteX8" fmla="*/ 21249 w 41981"/>
                  <a:gd name="connsiteY8" fmla="*/ 42161 h 41981"/>
                  <a:gd name="connsiteX9" fmla="*/ 42240 w 41981"/>
                  <a:gd name="connsiteY9" fmla="*/ 21171 h 41981"/>
                  <a:gd name="connsiteX10" fmla="*/ 42240 w 41981"/>
                  <a:gd name="connsiteY10" fmla="*/ 21171 h 41981"/>
                  <a:gd name="connsiteX11" fmla="*/ 2124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0"/>
                    </a:moveTo>
                    <a:cubicBezTo>
                      <a:pt x="30191" y="4980"/>
                      <a:pt x="37440" y="12229"/>
                      <a:pt x="37440" y="21171"/>
                    </a:cubicBezTo>
                    <a:lnTo>
                      <a:pt x="37440" y="21171"/>
                    </a:lnTo>
                    <a:cubicBezTo>
                      <a:pt x="37440" y="30112"/>
                      <a:pt x="30191" y="37361"/>
                      <a:pt x="21249" y="37361"/>
                    </a:cubicBezTo>
                    <a:cubicBezTo>
                      <a:pt x="12308" y="37361"/>
                      <a:pt x="5059" y="30112"/>
                      <a:pt x="5059" y="21171"/>
                    </a:cubicBezTo>
                    <a:cubicBezTo>
                      <a:pt x="5059" y="12229"/>
                      <a:pt x="12308" y="4980"/>
                      <a:pt x="21249" y="4980"/>
                    </a:cubicBezTo>
                    <a:close/>
                    <a:moveTo>
                      <a:pt x="21249" y="180"/>
                    </a:moveTo>
                    <a:cubicBezTo>
                      <a:pt x="9657" y="180"/>
                      <a:pt x="259" y="9578"/>
                      <a:pt x="259" y="21171"/>
                    </a:cubicBezTo>
                    <a:cubicBezTo>
                      <a:pt x="259" y="32763"/>
                      <a:pt x="9657" y="42161"/>
                      <a:pt x="21249" y="42161"/>
                    </a:cubicBezTo>
                    <a:cubicBezTo>
                      <a:pt x="32842" y="42161"/>
                      <a:pt x="42240" y="32763"/>
                      <a:pt x="42240" y="21171"/>
                    </a:cubicBezTo>
                    <a:lnTo>
                      <a:pt x="42240" y="21171"/>
                    </a:lnTo>
                    <a:cubicBezTo>
                      <a:pt x="42240" y="9578"/>
                      <a:pt x="32842" y="180"/>
                      <a:pt x="21249" y="180"/>
                    </a:cubicBezTo>
                    <a:close/>
                  </a:path>
                </a:pathLst>
              </a:custGeom>
              <a:solidFill>
                <a:srgbClr val="000000"/>
              </a:solidFill>
              <a:ln w="4794" cap="sq">
                <a:noFill/>
                <a:prstDash val="solid"/>
                <a:round/>
              </a:ln>
            </p:spPr>
            <p:txBody>
              <a:bodyPr rtlCol="0" anchor="ctr"/>
              <a:lstStyle/>
              <a:p>
                <a:endParaRPr lang="en-US"/>
              </a:p>
            </p:txBody>
          </p:sp>
          <p:sp>
            <p:nvSpPr>
              <p:cNvPr id="1794" name="Freeform: Shape 1793">
                <a:extLst>
                  <a:ext uri="{FF2B5EF4-FFF2-40B4-BE49-F238E27FC236}">
                    <a16:creationId xmlns:a16="http://schemas.microsoft.com/office/drawing/2014/main" id="{398B4F6B-6AEF-2CC5-45C3-6065F22DA122}"/>
                  </a:ext>
                </a:extLst>
              </p:cNvPr>
              <p:cNvSpPr/>
              <p:nvPr/>
            </p:nvSpPr>
            <p:spPr>
              <a:xfrm>
                <a:off x="7652289" y="8038633"/>
                <a:ext cx="37180" cy="37180"/>
              </a:xfrm>
              <a:custGeom>
                <a:avLst/>
                <a:gdLst>
                  <a:gd name="connsiteX0" fmla="*/ 37434 w 37180"/>
                  <a:gd name="connsiteY0" fmla="*/ 18770 h 37180"/>
                  <a:gd name="connsiteX1" fmla="*/ 18843 w 37180"/>
                  <a:gd name="connsiteY1" fmla="*/ 37361 h 37180"/>
                  <a:gd name="connsiteX2" fmla="*/ 253 w 37180"/>
                  <a:gd name="connsiteY2" fmla="*/ 18770 h 37180"/>
                  <a:gd name="connsiteX3" fmla="*/ 18843 w 37180"/>
                  <a:gd name="connsiteY3" fmla="*/ 180 h 37180"/>
                  <a:gd name="connsiteX4" fmla="*/ 37434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0"/>
                    </a:moveTo>
                    <a:cubicBezTo>
                      <a:pt x="37434" y="29037"/>
                      <a:pt x="29110" y="37361"/>
                      <a:pt x="18843" y="37361"/>
                    </a:cubicBezTo>
                    <a:cubicBezTo>
                      <a:pt x="8576" y="37361"/>
                      <a:pt x="253" y="29037"/>
                      <a:pt x="253" y="18770"/>
                    </a:cubicBezTo>
                    <a:cubicBezTo>
                      <a:pt x="253" y="8503"/>
                      <a:pt x="8576" y="180"/>
                      <a:pt x="18843" y="180"/>
                    </a:cubicBezTo>
                    <a:cubicBezTo>
                      <a:pt x="29110" y="180"/>
                      <a:pt x="37434" y="8503"/>
                      <a:pt x="37434" y="18770"/>
                    </a:cubicBezTo>
                    <a:close/>
                  </a:path>
                </a:pathLst>
              </a:custGeom>
              <a:solidFill>
                <a:srgbClr val="ECF7EC"/>
              </a:solidFill>
              <a:ln w="5753" cap="sq">
                <a:noFill/>
                <a:prstDash val="solid"/>
                <a:miter/>
              </a:ln>
            </p:spPr>
            <p:txBody>
              <a:bodyPr rtlCol="0" anchor="ctr"/>
              <a:lstStyle/>
              <a:p>
                <a:endParaRPr lang="en-US"/>
              </a:p>
            </p:txBody>
          </p:sp>
          <p:sp>
            <p:nvSpPr>
              <p:cNvPr id="1795" name="Freeform: Shape 1794">
                <a:extLst>
                  <a:ext uri="{FF2B5EF4-FFF2-40B4-BE49-F238E27FC236}">
                    <a16:creationId xmlns:a16="http://schemas.microsoft.com/office/drawing/2014/main" id="{C4360779-D020-C69F-8FAB-2D73ECA6464E}"/>
                  </a:ext>
                </a:extLst>
              </p:cNvPr>
              <p:cNvSpPr/>
              <p:nvPr/>
            </p:nvSpPr>
            <p:spPr>
              <a:xfrm>
                <a:off x="7649889" y="8036233"/>
                <a:ext cx="41981" cy="41981"/>
              </a:xfrm>
              <a:custGeom>
                <a:avLst/>
                <a:gdLst>
                  <a:gd name="connsiteX0" fmla="*/ 21243 w 41981"/>
                  <a:gd name="connsiteY0" fmla="*/ 4980 h 41981"/>
                  <a:gd name="connsiteX1" fmla="*/ 37434 w 41981"/>
                  <a:gd name="connsiteY1" fmla="*/ 21170 h 41981"/>
                  <a:gd name="connsiteX2" fmla="*/ 37434 w 41981"/>
                  <a:gd name="connsiteY2" fmla="*/ 21170 h 41981"/>
                  <a:gd name="connsiteX3" fmla="*/ 21243 w 41981"/>
                  <a:gd name="connsiteY3" fmla="*/ 37361 h 41981"/>
                  <a:gd name="connsiteX4" fmla="*/ 5053 w 41981"/>
                  <a:gd name="connsiteY4" fmla="*/ 21170 h 41981"/>
                  <a:gd name="connsiteX5" fmla="*/ 21243 w 41981"/>
                  <a:gd name="connsiteY5" fmla="*/ 4980 h 41981"/>
                  <a:gd name="connsiteX6" fmla="*/ 21243 w 41981"/>
                  <a:gd name="connsiteY6" fmla="*/ 180 h 41981"/>
                  <a:gd name="connsiteX7" fmla="*/ 253 w 41981"/>
                  <a:gd name="connsiteY7" fmla="*/ 21170 h 41981"/>
                  <a:gd name="connsiteX8" fmla="*/ 21243 w 41981"/>
                  <a:gd name="connsiteY8" fmla="*/ 42161 h 41981"/>
                  <a:gd name="connsiteX9" fmla="*/ 42234 w 41981"/>
                  <a:gd name="connsiteY9" fmla="*/ 21170 h 41981"/>
                  <a:gd name="connsiteX10" fmla="*/ 42234 w 41981"/>
                  <a:gd name="connsiteY10" fmla="*/ 21170 h 41981"/>
                  <a:gd name="connsiteX11" fmla="*/ 2124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0"/>
                    </a:moveTo>
                    <a:cubicBezTo>
                      <a:pt x="30185" y="4980"/>
                      <a:pt x="37434" y="12229"/>
                      <a:pt x="37434" y="21170"/>
                    </a:cubicBezTo>
                    <a:lnTo>
                      <a:pt x="37434" y="21170"/>
                    </a:lnTo>
                    <a:cubicBezTo>
                      <a:pt x="37434" y="30112"/>
                      <a:pt x="30185" y="37361"/>
                      <a:pt x="21243" y="37361"/>
                    </a:cubicBezTo>
                    <a:cubicBezTo>
                      <a:pt x="12302" y="37361"/>
                      <a:pt x="5053" y="30112"/>
                      <a:pt x="5053" y="21170"/>
                    </a:cubicBezTo>
                    <a:cubicBezTo>
                      <a:pt x="5053" y="12229"/>
                      <a:pt x="12302" y="4980"/>
                      <a:pt x="21243" y="4980"/>
                    </a:cubicBezTo>
                    <a:close/>
                    <a:moveTo>
                      <a:pt x="21243" y="180"/>
                    </a:moveTo>
                    <a:cubicBezTo>
                      <a:pt x="9651" y="180"/>
                      <a:pt x="253" y="9578"/>
                      <a:pt x="253" y="21170"/>
                    </a:cubicBezTo>
                    <a:cubicBezTo>
                      <a:pt x="253" y="32763"/>
                      <a:pt x="9651" y="42161"/>
                      <a:pt x="21243" y="42161"/>
                    </a:cubicBezTo>
                    <a:cubicBezTo>
                      <a:pt x="32836" y="42161"/>
                      <a:pt x="42234" y="32763"/>
                      <a:pt x="42234" y="21170"/>
                    </a:cubicBezTo>
                    <a:lnTo>
                      <a:pt x="42234" y="21170"/>
                    </a:lnTo>
                    <a:cubicBezTo>
                      <a:pt x="42234" y="9578"/>
                      <a:pt x="32836" y="180"/>
                      <a:pt x="21243" y="180"/>
                    </a:cubicBezTo>
                    <a:close/>
                  </a:path>
                </a:pathLst>
              </a:custGeom>
              <a:solidFill>
                <a:srgbClr val="000000"/>
              </a:solidFill>
              <a:ln w="4794" cap="sq">
                <a:noFill/>
                <a:prstDash val="solid"/>
                <a:round/>
              </a:ln>
            </p:spPr>
            <p:txBody>
              <a:bodyPr rtlCol="0" anchor="ctr"/>
              <a:lstStyle/>
              <a:p>
                <a:endParaRPr lang="en-US"/>
              </a:p>
            </p:txBody>
          </p:sp>
          <p:sp>
            <p:nvSpPr>
              <p:cNvPr id="1796" name="Freeform: Shape 1795">
                <a:extLst>
                  <a:ext uri="{FF2B5EF4-FFF2-40B4-BE49-F238E27FC236}">
                    <a16:creationId xmlns:a16="http://schemas.microsoft.com/office/drawing/2014/main" id="{5846F5CB-6277-D71C-8877-CEF1B0749370}"/>
                  </a:ext>
                </a:extLst>
              </p:cNvPr>
              <p:cNvSpPr/>
              <p:nvPr/>
            </p:nvSpPr>
            <p:spPr>
              <a:xfrm>
                <a:off x="7768739" y="8020207"/>
                <a:ext cx="37180" cy="37180"/>
              </a:xfrm>
              <a:custGeom>
                <a:avLst/>
                <a:gdLst>
                  <a:gd name="connsiteX0" fmla="*/ 37454 w 37180"/>
                  <a:gd name="connsiteY0" fmla="*/ 18767 h 37180"/>
                  <a:gd name="connsiteX1" fmla="*/ 18863 w 37180"/>
                  <a:gd name="connsiteY1" fmla="*/ 37357 h 37180"/>
                  <a:gd name="connsiteX2" fmla="*/ 273 w 37180"/>
                  <a:gd name="connsiteY2" fmla="*/ 18767 h 37180"/>
                  <a:gd name="connsiteX3" fmla="*/ 18863 w 37180"/>
                  <a:gd name="connsiteY3" fmla="*/ 177 h 37180"/>
                  <a:gd name="connsiteX4" fmla="*/ 3745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67"/>
                    </a:moveTo>
                    <a:cubicBezTo>
                      <a:pt x="37454" y="29034"/>
                      <a:pt x="29131" y="37357"/>
                      <a:pt x="18863" y="37357"/>
                    </a:cubicBezTo>
                    <a:cubicBezTo>
                      <a:pt x="8596" y="37357"/>
                      <a:pt x="273" y="29034"/>
                      <a:pt x="273" y="18767"/>
                    </a:cubicBezTo>
                    <a:cubicBezTo>
                      <a:pt x="273" y="8500"/>
                      <a:pt x="8596" y="177"/>
                      <a:pt x="18863" y="177"/>
                    </a:cubicBezTo>
                    <a:cubicBezTo>
                      <a:pt x="29131" y="177"/>
                      <a:pt x="37454" y="8500"/>
                      <a:pt x="37454" y="18767"/>
                    </a:cubicBezTo>
                    <a:close/>
                  </a:path>
                </a:pathLst>
              </a:custGeom>
              <a:solidFill>
                <a:srgbClr val="CFF7CF"/>
              </a:solidFill>
              <a:ln w="5753" cap="sq">
                <a:noFill/>
                <a:prstDash val="solid"/>
                <a:miter/>
              </a:ln>
            </p:spPr>
            <p:txBody>
              <a:bodyPr rtlCol="0" anchor="ctr"/>
              <a:lstStyle/>
              <a:p>
                <a:endParaRPr lang="en-US"/>
              </a:p>
            </p:txBody>
          </p:sp>
          <p:sp>
            <p:nvSpPr>
              <p:cNvPr id="1797" name="Freeform: Shape 1796">
                <a:extLst>
                  <a:ext uri="{FF2B5EF4-FFF2-40B4-BE49-F238E27FC236}">
                    <a16:creationId xmlns:a16="http://schemas.microsoft.com/office/drawing/2014/main" id="{635FCC6F-8746-727C-FA8F-2671F12C2AC2}"/>
                  </a:ext>
                </a:extLst>
              </p:cNvPr>
              <p:cNvSpPr/>
              <p:nvPr/>
            </p:nvSpPr>
            <p:spPr>
              <a:xfrm>
                <a:off x="7766339" y="8017806"/>
                <a:ext cx="41981" cy="41981"/>
              </a:xfrm>
              <a:custGeom>
                <a:avLst/>
                <a:gdLst>
                  <a:gd name="connsiteX0" fmla="*/ 21264 w 41981"/>
                  <a:gd name="connsiteY0" fmla="*/ 4977 h 41981"/>
                  <a:gd name="connsiteX1" fmla="*/ 37454 w 41981"/>
                  <a:gd name="connsiteY1" fmla="*/ 21167 h 41981"/>
                  <a:gd name="connsiteX2" fmla="*/ 37454 w 41981"/>
                  <a:gd name="connsiteY2" fmla="*/ 21167 h 41981"/>
                  <a:gd name="connsiteX3" fmla="*/ 21264 w 41981"/>
                  <a:gd name="connsiteY3" fmla="*/ 37357 h 41981"/>
                  <a:gd name="connsiteX4" fmla="*/ 5073 w 41981"/>
                  <a:gd name="connsiteY4" fmla="*/ 21167 h 41981"/>
                  <a:gd name="connsiteX5" fmla="*/ 21264 w 41981"/>
                  <a:gd name="connsiteY5" fmla="*/ 4977 h 41981"/>
                  <a:gd name="connsiteX6" fmla="*/ 21264 w 41981"/>
                  <a:gd name="connsiteY6" fmla="*/ 177 h 41981"/>
                  <a:gd name="connsiteX7" fmla="*/ 273 w 41981"/>
                  <a:gd name="connsiteY7" fmla="*/ 21167 h 41981"/>
                  <a:gd name="connsiteX8" fmla="*/ 21264 w 41981"/>
                  <a:gd name="connsiteY8" fmla="*/ 42158 h 41981"/>
                  <a:gd name="connsiteX9" fmla="*/ 42254 w 41981"/>
                  <a:gd name="connsiteY9" fmla="*/ 21167 h 41981"/>
                  <a:gd name="connsiteX10" fmla="*/ 42254 w 41981"/>
                  <a:gd name="connsiteY10" fmla="*/ 21167 h 41981"/>
                  <a:gd name="connsiteX11" fmla="*/ 21264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7"/>
                    </a:moveTo>
                    <a:cubicBezTo>
                      <a:pt x="30205" y="4977"/>
                      <a:pt x="37454" y="12225"/>
                      <a:pt x="37454" y="21167"/>
                    </a:cubicBezTo>
                    <a:lnTo>
                      <a:pt x="37454" y="21167"/>
                    </a:lnTo>
                    <a:cubicBezTo>
                      <a:pt x="37454" y="30109"/>
                      <a:pt x="30205" y="37357"/>
                      <a:pt x="21264" y="37357"/>
                    </a:cubicBezTo>
                    <a:cubicBezTo>
                      <a:pt x="12322" y="37357"/>
                      <a:pt x="5073" y="30109"/>
                      <a:pt x="5073" y="21167"/>
                    </a:cubicBezTo>
                    <a:cubicBezTo>
                      <a:pt x="5073" y="12225"/>
                      <a:pt x="12322" y="4977"/>
                      <a:pt x="21264" y="4977"/>
                    </a:cubicBezTo>
                    <a:close/>
                    <a:moveTo>
                      <a:pt x="21264" y="177"/>
                    </a:moveTo>
                    <a:cubicBezTo>
                      <a:pt x="9671" y="177"/>
                      <a:pt x="273" y="9575"/>
                      <a:pt x="273" y="21167"/>
                    </a:cubicBezTo>
                    <a:cubicBezTo>
                      <a:pt x="273" y="32760"/>
                      <a:pt x="9671" y="42158"/>
                      <a:pt x="21264" y="42158"/>
                    </a:cubicBezTo>
                    <a:cubicBezTo>
                      <a:pt x="32856" y="42158"/>
                      <a:pt x="42254" y="32760"/>
                      <a:pt x="42254" y="21167"/>
                    </a:cubicBezTo>
                    <a:lnTo>
                      <a:pt x="42254" y="21167"/>
                    </a:lnTo>
                    <a:cubicBezTo>
                      <a:pt x="42254" y="9575"/>
                      <a:pt x="32856" y="177"/>
                      <a:pt x="21264" y="177"/>
                    </a:cubicBezTo>
                    <a:close/>
                  </a:path>
                </a:pathLst>
              </a:custGeom>
              <a:solidFill>
                <a:srgbClr val="000000"/>
              </a:solidFill>
              <a:ln w="4794" cap="sq">
                <a:noFill/>
                <a:prstDash val="solid"/>
                <a:round/>
              </a:ln>
            </p:spPr>
            <p:txBody>
              <a:bodyPr rtlCol="0" anchor="ctr"/>
              <a:lstStyle/>
              <a:p>
                <a:endParaRPr lang="en-US"/>
              </a:p>
            </p:txBody>
          </p:sp>
          <p:sp>
            <p:nvSpPr>
              <p:cNvPr id="1798" name="Freeform: Shape 1797">
                <a:extLst>
                  <a:ext uri="{FF2B5EF4-FFF2-40B4-BE49-F238E27FC236}">
                    <a16:creationId xmlns:a16="http://schemas.microsoft.com/office/drawing/2014/main" id="{5FE9E2A8-9858-EAF8-7ED9-91B4AEF65D25}"/>
                  </a:ext>
                </a:extLst>
              </p:cNvPr>
              <p:cNvSpPr/>
              <p:nvPr/>
            </p:nvSpPr>
            <p:spPr>
              <a:xfrm>
                <a:off x="7736782" y="8037919"/>
                <a:ext cx="37180" cy="37180"/>
              </a:xfrm>
              <a:custGeom>
                <a:avLst/>
                <a:gdLst>
                  <a:gd name="connsiteX0" fmla="*/ 37448 w 37180"/>
                  <a:gd name="connsiteY0" fmla="*/ 18770 h 37180"/>
                  <a:gd name="connsiteX1" fmla="*/ 18858 w 37180"/>
                  <a:gd name="connsiteY1" fmla="*/ 37361 h 37180"/>
                  <a:gd name="connsiteX2" fmla="*/ 268 w 37180"/>
                  <a:gd name="connsiteY2" fmla="*/ 18770 h 37180"/>
                  <a:gd name="connsiteX3" fmla="*/ 18858 w 37180"/>
                  <a:gd name="connsiteY3" fmla="*/ 180 h 37180"/>
                  <a:gd name="connsiteX4" fmla="*/ 3744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0"/>
                    </a:moveTo>
                    <a:cubicBezTo>
                      <a:pt x="37448" y="29037"/>
                      <a:pt x="29125" y="37361"/>
                      <a:pt x="18858" y="37361"/>
                    </a:cubicBezTo>
                    <a:cubicBezTo>
                      <a:pt x="8591" y="37361"/>
                      <a:pt x="268" y="29037"/>
                      <a:pt x="268" y="18770"/>
                    </a:cubicBezTo>
                    <a:cubicBezTo>
                      <a:pt x="268" y="8503"/>
                      <a:pt x="8591" y="180"/>
                      <a:pt x="18858" y="180"/>
                    </a:cubicBezTo>
                    <a:cubicBezTo>
                      <a:pt x="29125" y="180"/>
                      <a:pt x="37448" y="8503"/>
                      <a:pt x="37448" y="18770"/>
                    </a:cubicBezTo>
                    <a:close/>
                  </a:path>
                </a:pathLst>
              </a:custGeom>
              <a:solidFill>
                <a:srgbClr val="DEF7DE"/>
              </a:solidFill>
              <a:ln w="5753" cap="sq">
                <a:noFill/>
                <a:prstDash val="solid"/>
                <a:miter/>
              </a:ln>
            </p:spPr>
            <p:txBody>
              <a:bodyPr rtlCol="0" anchor="ctr"/>
              <a:lstStyle/>
              <a:p>
                <a:endParaRPr lang="en-US"/>
              </a:p>
            </p:txBody>
          </p:sp>
          <p:sp>
            <p:nvSpPr>
              <p:cNvPr id="1799" name="Freeform: Shape 1798">
                <a:extLst>
                  <a:ext uri="{FF2B5EF4-FFF2-40B4-BE49-F238E27FC236}">
                    <a16:creationId xmlns:a16="http://schemas.microsoft.com/office/drawing/2014/main" id="{36467CD4-3743-4FC3-1649-A378B9F024FB}"/>
                  </a:ext>
                </a:extLst>
              </p:cNvPr>
              <p:cNvSpPr/>
              <p:nvPr/>
            </p:nvSpPr>
            <p:spPr>
              <a:xfrm>
                <a:off x="7734382" y="8035518"/>
                <a:ext cx="41981" cy="41981"/>
              </a:xfrm>
              <a:custGeom>
                <a:avLst/>
                <a:gdLst>
                  <a:gd name="connsiteX0" fmla="*/ 21258 w 41981"/>
                  <a:gd name="connsiteY0" fmla="*/ 4980 h 41981"/>
                  <a:gd name="connsiteX1" fmla="*/ 37448 w 41981"/>
                  <a:gd name="connsiteY1" fmla="*/ 21170 h 41981"/>
                  <a:gd name="connsiteX2" fmla="*/ 37448 w 41981"/>
                  <a:gd name="connsiteY2" fmla="*/ 21170 h 41981"/>
                  <a:gd name="connsiteX3" fmla="*/ 21258 w 41981"/>
                  <a:gd name="connsiteY3" fmla="*/ 37361 h 41981"/>
                  <a:gd name="connsiteX4" fmla="*/ 5068 w 41981"/>
                  <a:gd name="connsiteY4" fmla="*/ 21170 h 41981"/>
                  <a:gd name="connsiteX5" fmla="*/ 21258 w 41981"/>
                  <a:gd name="connsiteY5" fmla="*/ 4980 h 41981"/>
                  <a:gd name="connsiteX6" fmla="*/ 21258 w 41981"/>
                  <a:gd name="connsiteY6" fmla="*/ 180 h 41981"/>
                  <a:gd name="connsiteX7" fmla="*/ 268 w 41981"/>
                  <a:gd name="connsiteY7" fmla="*/ 21170 h 41981"/>
                  <a:gd name="connsiteX8" fmla="*/ 21258 w 41981"/>
                  <a:gd name="connsiteY8" fmla="*/ 42161 h 41981"/>
                  <a:gd name="connsiteX9" fmla="*/ 42249 w 41981"/>
                  <a:gd name="connsiteY9" fmla="*/ 21170 h 41981"/>
                  <a:gd name="connsiteX10" fmla="*/ 42249 w 41981"/>
                  <a:gd name="connsiteY10" fmla="*/ 21170 h 41981"/>
                  <a:gd name="connsiteX11" fmla="*/ 2125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0"/>
                    </a:moveTo>
                    <a:cubicBezTo>
                      <a:pt x="30200" y="4980"/>
                      <a:pt x="37448" y="12228"/>
                      <a:pt x="37448" y="21170"/>
                    </a:cubicBezTo>
                    <a:lnTo>
                      <a:pt x="37448" y="21170"/>
                    </a:lnTo>
                    <a:cubicBezTo>
                      <a:pt x="37448" y="30112"/>
                      <a:pt x="30200" y="37361"/>
                      <a:pt x="21258" y="37361"/>
                    </a:cubicBezTo>
                    <a:cubicBezTo>
                      <a:pt x="12316" y="37361"/>
                      <a:pt x="5068" y="30112"/>
                      <a:pt x="5068" y="21170"/>
                    </a:cubicBezTo>
                    <a:cubicBezTo>
                      <a:pt x="5068" y="12228"/>
                      <a:pt x="12316" y="4980"/>
                      <a:pt x="21258" y="4980"/>
                    </a:cubicBezTo>
                    <a:close/>
                    <a:moveTo>
                      <a:pt x="21258" y="180"/>
                    </a:moveTo>
                    <a:cubicBezTo>
                      <a:pt x="9666" y="180"/>
                      <a:pt x="268" y="9578"/>
                      <a:pt x="268" y="21170"/>
                    </a:cubicBezTo>
                    <a:cubicBezTo>
                      <a:pt x="268" y="32763"/>
                      <a:pt x="9666" y="42161"/>
                      <a:pt x="21258" y="42161"/>
                    </a:cubicBezTo>
                    <a:cubicBezTo>
                      <a:pt x="32851" y="42161"/>
                      <a:pt x="42249" y="32763"/>
                      <a:pt x="42249" y="21170"/>
                    </a:cubicBezTo>
                    <a:lnTo>
                      <a:pt x="42249" y="21170"/>
                    </a:lnTo>
                    <a:cubicBezTo>
                      <a:pt x="42249" y="9578"/>
                      <a:pt x="32851" y="180"/>
                      <a:pt x="21258" y="180"/>
                    </a:cubicBezTo>
                    <a:close/>
                  </a:path>
                </a:pathLst>
              </a:custGeom>
              <a:solidFill>
                <a:srgbClr val="000000"/>
              </a:solidFill>
              <a:ln w="4794" cap="sq">
                <a:noFill/>
                <a:prstDash val="solid"/>
                <a:round/>
              </a:ln>
            </p:spPr>
            <p:txBody>
              <a:bodyPr rtlCol="0" anchor="ctr"/>
              <a:lstStyle/>
              <a:p>
                <a:endParaRPr lang="en-US"/>
              </a:p>
            </p:txBody>
          </p:sp>
          <p:sp>
            <p:nvSpPr>
              <p:cNvPr id="1800" name="Freeform: Shape 1799">
                <a:extLst>
                  <a:ext uri="{FF2B5EF4-FFF2-40B4-BE49-F238E27FC236}">
                    <a16:creationId xmlns:a16="http://schemas.microsoft.com/office/drawing/2014/main" id="{E2560C50-7D81-691A-BCB6-D230021A96D8}"/>
                  </a:ext>
                </a:extLst>
              </p:cNvPr>
              <p:cNvSpPr/>
              <p:nvPr/>
            </p:nvSpPr>
            <p:spPr>
              <a:xfrm>
                <a:off x="7717607" y="8063625"/>
                <a:ext cx="37180" cy="37180"/>
              </a:xfrm>
              <a:custGeom>
                <a:avLst/>
                <a:gdLst>
                  <a:gd name="connsiteX0" fmla="*/ 37445 w 37180"/>
                  <a:gd name="connsiteY0" fmla="*/ 18775 h 37180"/>
                  <a:gd name="connsiteX1" fmla="*/ 18855 w 37180"/>
                  <a:gd name="connsiteY1" fmla="*/ 37365 h 37180"/>
                  <a:gd name="connsiteX2" fmla="*/ 264 w 37180"/>
                  <a:gd name="connsiteY2" fmla="*/ 18775 h 37180"/>
                  <a:gd name="connsiteX3" fmla="*/ 18855 w 37180"/>
                  <a:gd name="connsiteY3" fmla="*/ 184 h 37180"/>
                  <a:gd name="connsiteX4" fmla="*/ 37445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5"/>
                    </a:moveTo>
                    <a:cubicBezTo>
                      <a:pt x="37445" y="29042"/>
                      <a:pt x="29122" y="37365"/>
                      <a:pt x="18855" y="37365"/>
                    </a:cubicBezTo>
                    <a:cubicBezTo>
                      <a:pt x="8587" y="37365"/>
                      <a:pt x="264" y="29042"/>
                      <a:pt x="264" y="18775"/>
                    </a:cubicBezTo>
                    <a:cubicBezTo>
                      <a:pt x="264" y="8507"/>
                      <a:pt x="8587" y="184"/>
                      <a:pt x="18855" y="184"/>
                    </a:cubicBezTo>
                    <a:cubicBezTo>
                      <a:pt x="29122" y="184"/>
                      <a:pt x="37445" y="8507"/>
                      <a:pt x="37445" y="18775"/>
                    </a:cubicBezTo>
                    <a:close/>
                  </a:path>
                </a:pathLst>
              </a:custGeom>
              <a:solidFill>
                <a:srgbClr val="F0F7F0"/>
              </a:solidFill>
              <a:ln w="5753" cap="sq">
                <a:noFill/>
                <a:prstDash val="solid"/>
                <a:miter/>
              </a:ln>
            </p:spPr>
            <p:txBody>
              <a:bodyPr rtlCol="0" anchor="ctr"/>
              <a:lstStyle/>
              <a:p>
                <a:endParaRPr lang="en-US"/>
              </a:p>
            </p:txBody>
          </p:sp>
          <p:sp>
            <p:nvSpPr>
              <p:cNvPr id="1801" name="Freeform: Shape 1800">
                <a:extLst>
                  <a:ext uri="{FF2B5EF4-FFF2-40B4-BE49-F238E27FC236}">
                    <a16:creationId xmlns:a16="http://schemas.microsoft.com/office/drawing/2014/main" id="{C90F5DE4-76A0-C868-9A7B-D941C8F15FAF}"/>
                  </a:ext>
                </a:extLst>
              </p:cNvPr>
              <p:cNvSpPr/>
              <p:nvPr/>
            </p:nvSpPr>
            <p:spPr>
              <a:xfrm>
                <a:off x="7715207" y="8061225"/>
                <a:ext cx="41981" cy="41981"/>
              </a:xfrm>
              <a:custGeom>
                <a:avLst/>
                <a:gdLst>
                  <a:gd name="connsiteX0" fmla="*/ 21255 w 41981"/>
                  <a:gd name="connsiteY0" fmla="*/ 4985 h 41981"/>
                  <a:gd name="connsiteX1" fmla="*/ 37445 w 41981"/>
                  <a:gd name="connsiteY1" fmla="*/ 21175 h 41981"/>
                  <a:gd name="connsiteX2" fmla="*/ 37445 w 41981"/>
                  <a:gd name="connsiteY2" fmla="*/ 21175 h 41981"/>
                  <a:gd name="connsiteX3" fmla="*/ 21255 w 41981"/>
                  <a:gd name="connsiteY3" fmla="*/ 37365 h 41981"/>
                  <a:gd name="connsiteX4" fmla="*/ 5065 w 41981"/>
                  <a:gd name="connsiteY4" fmla="*/ 21175 h 41981"/>
                  <a:gd name="connsiteX5" fmla="*/ 21255 w 41981"/>
                  <a:gd name="connsiteY5" fmla="*/ 4985 h 41981"/>
                  <a:gd name="connsiteX6" fmla="*/ 21255 w 41981"/>
                  <a:gd name="connsiteY6" fmla="*/ 184 h 41981"/>
                  <a:gd name="connsiteX7" fmla="*/ 264 w 41981"/>
                  <a:gd name="connsiteY7" fmla="*/ 21175 h 41981"/>
                  <a:gd name="connsiteX8" fmla="*/ 21255 w 41981"/>
                  <a:gd name="connsiteY8" fmla="*/ 42165 h 41981"/>
                  <a:gd name="connsiteX9" fmla="*/ 42245 w 41981"/>
                  <a:gd name="connsiteY9" fmla="*/ 21175 h 41981"/>
                  <a:gd name="connsiteX10" fmla="*/ 42245 w 41981"/>
                  <a:gd name="connsiteY10" fmla="*/ 21175 h 41981"/>
                  <a:gd name="connsiteX11" fmla="*/ 21255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5"/>
                    </a:moveTo>
                    <a:cubicBezTo>
                      <a:pt x="30197" y="4985"/>
                      <a:pt x="37445" y="12233"/>
                      <a:pt x="37445" y="21175"/>
                    </a:cubicBezTo>
                    <a:lnTo>
                      <a:pt x="37445" y="21175"/>
                    </a:lnTo>
                    <a:cubicBezTo>
                      <a:pt x="37445" y="30117"/>
                      <a:pt x="30197" y="37365"/>
                      <a:pt x="21255" y="37365"/>
                    </a:cubicBezTo>
                    <a:cubicBezTo>
                      <a:pt x="12313" y="37365"/>
                      <a:pt x="5065" y="30117"/>
                      <a:pt x="5065" y="21175"/>
                    </a:cubicBezTo>
                    <a:cubicBezTo>
                      <a:pt x="5065" y="12233"/>
                      <a:pt x="12313" y="4985"/>
                      <a:pt x="21255" y="4985"/>
                    </a:cubicBezTo>
                    <a:close/>
                    <a:moveTo>
                      <a:pt x="21255" y="184"/>
                    </a:moveTo>
                    <a:cubicBezTo>
                      <a:pt x="9662" y="184"/>
                      <a:pt x="264" y="9582"/>
                      <a:pt x="264" y="21175"/>
                    </a:cubicBezTo>
                    <a:cubicBezTo>
                      <a:pt x="264" y="32767"/>
                      <a:pt x="9662" y="42165"/>
                      <a:pt x="21255" y="42165"/>
                    </a:cubicBezTo>
                    <a:cubicBezTo>
                      <a:pt x="32847" y="42165"/>
                      <a:pt x="42245" y="32767"/>
                      <a:pt x="42245" y="21175"/>
                    </a:cubicBezTo>
                    <a:lnTo>
                      <a:pt x="42245" y="21175"/>
                    </a:lnTo>
                    <a:cubicBezTo>
                      <a:pt x="42245" y="9582"/>
                      <a:pt x="32847" y="184"/>
                      <a:pt x="21255" y="184"/>
                    </a:cubicBezTo>
                    <a:close/>
                  </a:path>
                </a:pathLst>
              </a:custGeom>
              <a:solidFill>
                <a:srgbClr val="000000"/>
              </a:solidFill>
              <a:ln w="4794" cap="sq">
                <a:noFill/>
                <a:prstDash val="solid"/>
                <a:round/>
              </a:ln>
            </p:spPr>
            <p:txBody>
              <a:bodyPr rtlCol="0" anchor="ctr"/>
              <a:lstStyle/>
              <a:p>
                <a:endParaRPr lang="en-US"/>
              </a:p>
            </p:txBody>
          </p:sp>
          <p:sp>
            <p:nvSpPr>
              <p:cNvPr id="1802" name="Freeform: Shape 1801">
                <a:extLst>
                  <a:ext uri="{FF2B5EF4-FFF2-40B4-BE49-F238E27FC236}">
                    <a16:creationId xmlns:a16="http://schemas.microsoft.com/office/drawing/2014/main" id="{8CEDE0BC-1F8B-35B4-22CA-EE9D37F16010}"/>
                  </a:ext>
                </a:extLst>
              </p:cNvPr>
              <p:cNvSpPr/>
              <p:nvPr/>
            </p:nvSpPr>
            <p:spPr>
              <a:xfrm>
                <a:off x="7766492" y="8071367"/>
                <a:ext cx="37180" cy="37180"/>
              </a:xfrm>
              <a:custGeom>
                <a:avLst/>
                <a:gdLst>
                  <a:gd name="connsiteX0" fmla="*/ 37453 w 37180"/>
                  <a:gd name="connsiteY0" fmla="*/ 18776 h 37180"/>
                  <a:gd name="connsiteX1" fmla="*/ 18863 w 37180"/>
                  <a:gd name="connsiteY1" fmla="*/ 37366 h 37180"/>
                  <a:gd name="connsiteX2" fmla="*/ 273 w 37180"/>
                  <a:gd name="connsiteY2" fmla="*/ 18776 h 37180"/>
                  <a:gd name="connsiteX3" fmla="*/ 18863 w 37180"/>
                  <a:gd name="connsiteY3" fmla="*/ 186 h 37180"/>
                  <a:gd name="connsiteX4" fmla="*/ 37453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76"/>
                    </a:moveTo>
                    <a:cubicBezTo>
                      <a:pt x="37453" y="29043"/>
                      <a:pt x="29130" y="37366"/>
                      <a:pt x="18863" y="37366"/>
                    </a:cubicBezTo>
                    <a:cubicBezTo>
                      <a:pt x="8596" y="37366"/>
                      <a:pt x="273" y="29043"/>
                      <a:pt x="273" y="18776"/>
                    </a:cubicBezTo>
                    <a:cubicBezTo>
                      <a:pt x="273" y="8509"/>
                      <a:pt x="8596" y="186"/>
                      <a:pt x="18863" y="186"/>
                    </a:cubicBezTo>
                    <a:cubicBezTo>
                      <a:pt x="29130" y="186"/>
                      <a:pt x="37453" y="8509"/>
                      <a:pt x="37453" y="18776"/>
                    </a:cubicBezTo>
                    <a:close/>
                  </a:path>
                </a:pathLst>
              </a:custGeom>
              <a:solidFill>
                <a:srgbClr val="C4F7C4"/>
              </a:solidFill>
              <a:ln w="5753" cap="sq">
                <a:noFill/>
                <a:prstDash val="solid"/>
                <a:miter/>
              </a:ln>
            </p:spPr>
            <p:txBody>
              <a:bodyPr rtlCol="0" anchor="ctr"/>
              <a:lstStyle/>
              <a:p>
                <a:endParaRPr lang="en-US"/>
              </a:p>
            </p:txBody>
          </p:sp>
          <p:sp>
            <p:nvSpPr>
              <p:cNvPr id="1803" name="Freeform: Shape 1802">
                <a:extLst>
                  <a:ext uri="{FF2B5EF4-FFF2-40B4-BE49-F238E27FC236}">
                    <a16:creationId xmlns:a16="http://schemas.microsoft.com/office/drawing/2014/main" id="{B5145E1F-3CAF-245B-6F7C-9D12691AA251}"/>
                  </a:ext>
                </a:extLst>
              </p:cNvPr>
              <p:cNvSpPr/>
              <p:nvPr/>
            </p:nvSpPr>
            <p:spPr>
              <a:xfrm>
                <a:off x="7764092" y="8068967"/>
                <a:ext cx="41981" cy="41981"/>
              </a:xfrm>
              <a:custGeom>
                <a:avLst/>
                <a:gdLst>
                  <a:gd name="connsiteX0" fmla="*/ 21263 w 41981"/>
                  <a:gd name="connsiteY0" fmla="*/ 4986 h 41981"/>
                  <a:gd name="connsiteX1" fmla="*/ 37453 w 41981"/>
                  <a:gd name="connsiteY1" fmla="*/ 21176 h 41981"/>
                  <a:gd name="connsiteX2" fmla="*/ 37453 w 41981"/>
                  <a:gd name="connsiteY2" fmla="*/ 21176 h 41981"/>
                  <a:gd name="connsiteX3" fmla="*/ 21263 w 41981"/>
                  <a:gd name="connsiteY3" fmla="*/ 37366 h 41981"/>
                  <a:gd name="connsiteX4" fmla="*/ 5073 w 41981"/>
                  <a:gd name="connsiteY4" fmla="*/ 21176 h 41981"/>
                  <a:gd name="connsiteX5" fmla="*/ 21263 w 41981"/>
                  <a:gd name="connsiteY5" fmla="*/ 4986 h 41981"/>
                  <a:gd name="connsiteX6" fmla="*/ 21263 w 41981"/>
                  <a:gd name="connsiteY6" fmla="*/ 186 h 41981"/>
                  <a:gd name="connsiteX7" fmla="*/ 273 w 41981"/>
                  <a:gd name="connsiteY7" fmla="*/ 21176 h 41981"/>
                  <a:gd name="connsiteX8" fmla="*/ 21263 w 41981"/>
                  <a:gd name="connsiteY8" fmla="*/ 42167 h 41981"/>
                  <a:gd name="connsiteX9" fmla="*/ 42254 w 41981"/>
                  <a:gd name="connsiteY9" fmla="*/ 21176 h 41981"/>
                  <a:gd name="connsiteX10" fmla="*/ 42254 w 41981"/>
                  <a:gd name="connsiteY10" fmla="*/ 21176 h 41981"/>
                  <a:gd name="connsiteX11" fmla="*/ 21263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6"/>
                    </a:moveTo>
                    <a:cubicBezTo>
                      <a:pt x="30205" y="4986"/>
                      <a:pt x="37453" y="12234"/>
                      <a:pt x="37453" y="21176"/>
                    </a:cubicBezTo>
                    <a:lnTo>
                      <a:pt x="37453" y="21176"/>
                    </a:lnTo>
                    <a:cubicBezTo>
                      <a:pt x="37453" y="30118"/>
                      <a:pt x="30205" y="37366"/>
                      <a:pt x="21263" y="37366"/>
                    </a:cubicBezTo>
                    <a:cubicBezTo>
                      <a:pt x="12321" y="37366"/>
                      <a:pt x="5073" y="30118"/>
                      <a:pt x="5073" y="21176"/>
                    </a:cubicBezTo>
                    <a:cubicBezTo>
                      <a:pt x="5073" y="12234"/>
                      <a:pt x="12321" y="4986"/>
                      <a:pt x="21263" y="4986"/>
                    </a:cubicBezTo>
                    <a:close/>
                    <a:moveTo>
                      <a:pt x="21263" y="186"/>
                    </a:moveTo>
                    <a:cubicBezTo>
                      <a:pt x="9671" y="186"/>
                      <a:pt x="273" y="9584"/>
                      <a:pt x="273" y="21176"/>
                    </a:cubicBezTo>
                    <a:cubicBezTo>
                      <a:pt x="273" y="32769"/>
                      <a:pt x="9671" y="42167"/>
                      <a:pt x="21263" y="42167"/>
                    </a:cubicBezTo>
                    <a:cubicBezTo>
                      <a:pt x="32856" y="42167"/>
                      <a:pt x="42254" y="32769"/>
                      <a:pt x="42254" y="21176"/>
                    </a:cubicBezTo>
                    <a:lnTo>
                      <a:pt x="42254" y="21176"/>
                    </a:lnTo>
                    <a:cubicBezTo>
                      <a:pt x="42254" y="9584"/>
                      <a:pt x="32856" y="186"/>
                      <a:pt x="21263" y="186"/>
                    </a:cubicBezTo>
                    <a:close/>
                  </a:path>
                </a:pathLst>
              </a:custGeom>
              <a:solidFill>
                <a:srgbClr val="000000"/>
              </a:solidFill>
              <a:ln w="4794" cap="sq">
                <a:noFill/>
                <a:prstDash val="solid"/>
                <a:round/>
              </a:ln>
            </p:spPr>
            <p:txBody>
              <a:bodyPr rtlCol="0" anchor="ctr"/>
              <a:lstStyle/>
              <a:p>
                <a:endParaRPr lang="en-US"/>
              </a:p>
            </p:txBody>
          </p:sp>
          <p:sp>
            <p:nvSpPr>
              <p:cNvPr id="1804" name="Freeform: Shape 1803">
                <a:extLst>
                  <a:ext uri="{FF2B5EF4-FFF2-40B4-BE49-F238E27FC236}">
                    <a16:creationId xmlns:a16="http://schemas.microsoft.com/office/drawing/2014/main" id="{F7CAE90D-0769-786A-A917-1624A6CCCBFC}"/>
                  </a:ext>
                </a:extLst>
              </p:cNvPr>
              <p:cNvSpPr/>
              <p:nvPr/>
            </p:nvSpPr>
            <p:spPr>
              <a:xfrm>
                <a:off x="7652859" y="8039134"/>
                <a:ext cx="37180" cy="37180"/>
              </a:xfrm>
              <a:custGeom>
                <a:avLst/>
                <a:gdLst>
                  <a:gd name="connsiteX0" fmla="*/ 37434 w 37180"/>
                  <a:gd name="connsiteY0" fmla="*/ 18770 h 37180"/>
                  <a:gd name="connsiteX1" fmla="*/ 18843 w 37180"/>
                  <a:gd name="connsiteY1" fmla="*/ 37361 h 37180"/>
                  <a:gd name="connsiteX2" fmla="*/ 253 w 37180"/>
                  <a:gd name="connsiteY2" fmla="*/ 18770 h 37180"/>
                  <a:gd name="connsiteX3" fmla="*/ 18843 w 37180"/>
                  <a:gd name="connsiteY3" fmla="*/ 180 h 37180"/>
                  <a:gd name="connsiteX4" fmla="*/ 37434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0"/>
                    </a:moveTo>
                    <a:cubicBezTo>
                      <a:pt x="37434" y="29038"/>
                      <a:pt x="29111" y="37361"/>
                      <a:pt x="18843" y="37361"/>
                    </a:cubicBezTo>
                    <a:cubicBezTo>
                      <a:pt x="8576" y="37361"/>
                      <a:pt x="253" y="29038"/>
                      <a:pt x="253" y="18770"/>
                    </a:cubicBezTo>
                    <a:cubicBezTo>
                      <a:pt x="253" y="8503"/>
                      <a:pt x="8576" y="180"/>
                      <a:pt x="18843" y="180"/>
                    </a:cubicBezTo>
                    <a:cubicBezTo>
                      <a:pt x="29111" y="180"/>
                      <a:pt x="37434" y="8503"/>
                      <a:pt x="37434" y="18770"/>
                    </a:cubicBezTo>
                    <a:close/>
                  </a:path>
                </a:pathLst>
              </a:custGeom>
              <a:solidFill>
                <a:srgbClr val="E2F7E2"/>
              </a:solidFill>
              <a:ln w="5753" cap="sq">
                <a:noFill/>
                <a:prstDash val="solid"/>
                <a:miter/>
              </a:ln>
            </p:spPr>
            <p:txBody>
              <a:bodyPr rtlCol="0" anchor="ctr"/>
              <a:lstStyle/>
              <a:p>
                <a:endParaRPr lang="en-US"/>
              </a:p>
            </p:txBody>
          </p:sp>
          <p:sp>
            <p:nvSpPr>
              <p:cNvPr id="1805" name="Freeform: Shape 1804">
                <a:extLst>
                  <a:ext uri="{FF2B5EF4-FFF2-40B4-BE49-F238E27FC236}">
                    <a16:creationId xmlns:a16="http://schemas.microsoft.com/office/drawing/2014/main" id="{D21BCA68-2DBE-CBD8-F0A5-EF4F0B226B8C}"/>
                  </a:ext>
                </a:extLst>
              </p:cNvPr>
              <p:cNvSpPr/>
              <p:nvPr/>
            </p:nvSpPr>
            <p:spPr>
              <a:xfrm>
                <a:off x="7650459" y="8036734"/>
                <a:ext cx="41981" cy="41981"/>
              </a:xfrm>
              <a:custGeom>
                <a:avLst/>
                <a:gdLst>
                  <a:gd name="connsiteX0" fmla="*/ 21244 w 41981"/>
                  <a:gd name="connsiteY0" fmla="*/ 4980 h 41981"/>
                  <a:gd name="connsiteX1" fmla="*/ 37434 w 41981"/>
                  <a:gd name="connsiteY1" fmla="*/ 21171 h 41981"/>
                  <a:gd name="connsiteX2" fmla="*/ 37434 w 41981"/>
                  <a:gd name="connsiteY2" fmla="*/ 21171 h 41981"/>
                  <a:gd name="connsiteX3" fmla="*/ 21244 w 41981"/>
                  <a:gd name="connsiteY3" fmla="*/ 37361 h 41981"/>
                  <a:gd name="connsiteX4" fmla="*/ 5053 w 41981"/>
                  <a:gd name="connsiteY4" fmla="*/ 21171 h 41981"/>
                  <a:gd name="connsiteX5" fmla="*/ 21244 w 41981"/>
                  <a:gd name="connsiteY5" fmla="*/ 4980 h 41981"/>
                  <a:gd name="connsiteX6" fmla="*/ 21244 w 41981"/>
                  <a:gd name="connsiteY6" fmla="*/ 180 h 41981"/>
                  <a:gd name="connsiteX7" fmla="*/ 253 w 41981"/>
                  <a:gd name="connsiteY7" fmla="*/ 21171 h 41981"/>
                  <a:gd name="connsiteX8" fmla="*/ 21244 w 41981"/>
                  <a:gd name="connsiteY8" fmla="*/ 42161 h 41981"/>
                  <a:gd name="connsiteX9" fmla="*/ 42234 w 41981"/>
                  <a:gd name="connsiteY9" fmla="*/ 21171 h 41981"/>
                  <a:gd name="connsiteX10" fmla="*/ 42234 w 41981"/>
                  <a:gd name="connsiteY10" fmla="*/ 21171 h 41981"/>
                  <a:gd name="connsiteX11" fmla="*/ 21244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0"/>
                    </a:moveTo>
                    <a:cubicBezTo>
                      <a:pt x="30185" y="4980"/>
                      <a:pt x="37434" y="12229"/>
                      <a:pt x="37434" y="21171"/>
                    </a:cubicBezTo>
                    <a:lnTo>
                      <a:pt x="37434" y="21171"/>
                    </a:lnTo>
                    <a:cubicBezTo>
                      <a:pt x="37434" y="30112"/>
                      <a:pt x="30185" y="37361"/>
                      <a:pt x="21244" y="37361"/>
                    </a:cubicBezTo>
                    <a:cubicBezTo>
                      <a:pt x="12302" y="37361"/>
                      <a:pt x="5053" y="30112"/>
                      <a:pt x="5053" y="21171"/>
                    </a:cubicBezTo>
                    <a:cubicBezTo>
                      <a:pt x="5053" y="12229"/>
                      <a:pt x="12302" y="4980"/>
                      <a:pt x="21244" y="4980"/>
                    </a:cubicBezTo>
                    <a:close/>
                    <a:moveTo>
                      <a:pt x="21244" y="180"/>
                    </a:moveTo>
                    <a:cubicBezTo>
                      <a:pt x="9651" y="180"/>
                      <a:pt x="253" y="9578"/>
                      <a:pt x="253" y="21171"/>
                    </a:cubicBezTo>
                    <a:cubicBezTo>
                      <a:pt x="253" y="32763"/>
                      <a:pt x="9651" y="42161"/>
                      <a:pt x="21244" y="42161"/>
                    </a:cubicBezTo>
                    <a:cubicBezTo>
                      <a:pt x="32836" y="42161"/>
                      <a:pt x="42234" y="32763"/>
                      <a:pt x="42234" y="21171"/>
                    </a:cubicBezTo>
                    <a:lnTo>
                      <a:pt x="42234" y="21171"/>
                    </a:lnTo>
                    <a:cubicBezTo>
                      <a:pt x="42234" y="9578"/>
                      <a:pt x="32836" y="180"/>
                      <a:pt x="21244" y="180"/>
                    </a:cubicBezTo>
                    <a:close/>
                  </a:path>
                </a:pathLst>
              </a:custGeom>
              <a:solidFill>
                <a:srgbClr val="000000"/>
              </a:solidFill>
              <a:ln w="4794" cap="sq">
                <a:noFill/>
                <a:prstDash val="solid"/>
                <a:round/>
              </a:ln>
            </p:spPr>
            <p:txBody>
              <a:bodyPr rtlCol="0" anchor="ctr"/>
              <a:lstStyle/>
              <a:p>
                <a:endParaRPr lang="en-US"/>
              </a:p>
            </p:txBody>
          </p:sp>
          <p:sp>
            <p:nvSpPr>
              <p:cNvPr id="1806" name="Freeform: Shape 1805">
                <a:extLst>
                  <a:ext uri="{FF2B5EF4-FFF2-40B4-BE49-F238E27FC236}">
                    <a16:creationId xmlns:a16="http://schemas.microsoft.com/office/drawing/2014/main" id="{4250BA47-564C-5EEB-D990-166FDC1BC169}"/>
                  </a:ext>
                </a:extLst>
              </p:cNvPr>
              <p:cNvSpPr/>
              <p:nvPr/>
            </p:nvSpPr>
            <p:spPr>
              <a:xfrm>
                <a:off x="7702770" y="8061897"/>
                <a:ext cx="37180" cy="37180"/>
              </a:xfrm>
              <a:custGeom>
                <a:avLst/>
                <a:gdLst>
                  <a:gd name="connsiteX0" fmla="*/ 37442 w 37180"/>
                  <a:gd name="connsiteY0" fmla="*/ 18774 h 37180"/>
                  <a:gd name="connsiteX1" fmla="*/ 18852 w 37180"/>
                  <a:gd name="connsiteY1" fmla="*/ 37365 h 37180"/>
                  <a:gd name="connsiteX2" fmla="*/ 262 w 37180"/>
                  <a:gd name="connsiteY2" fmla="*/ 18774 h 37180"/>
                  <a:gd name="connsiteX3" fmla="*/ 18852 w 37180"/>
                  <a:gd name="connsiteY3" fmla="*/ 184 h 37180"/>
                  <a:gd name="connsiteX4" fmla="*/ 37442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74"/>
                    </a:moveTo>
                    <a:cubicBezTo>
                      <a:pt x="37442" y="29041"/>
                      <a:pt x="29119" y="37365"/>
                      <a:pt x="18852" y="37365"/>
                    </a:cubicBezTo>
                    <a:cubicBezTo>
                      <a:pt x="8585" y="37365"/>
                      <a:pt x="262" y="29041"/>
                      <a:pt x="262" y="18774"/>
                    </a:cubicBezTo>
                    <a:cubicBezTo>
                      <a:pt x="262" y="8507"/>
                      <a:pt x="8585" y="184"/>
                      <a:pt x="18852" y="184"/>
                    </a:cubicBezTo>
                    <a:cubicBezTo>
                      <a:pt x="29119" y="184"/>
                      <a:pt x="37442" y="8507"/>
                      <a:pt x="37442" y="18774"/>
                    </a:cubicBezTo>
                    <a:close/>
                  </a:path>
                </a:pathLst>
              </a:custGeom>
              <a:solidFill>
                <a:srgbClr val="CCF7CC"/>
              </a:solidFill>
              <a:ln w="5753" cap="sq">
                <a:noFill/>
                <a:prstDash val="solid"/>
                <a:miter/>
              </a:ln>
            </p:spPr>
            <p:txBody>
              <a:bodyPr rtlCol="0" anchor="ctr"/>
              <a:lstStyle/>
              <a:p>
                <a:endParaRPr lang="en-US"/>
              </a:p>
            </p:txBody>
          </p:sp>
          <p:sp>
            <p:nvSpPr>
              <p:cNvPr id="1807" name="Freeform: Shape 1806">
                <a:extLst>
                  <a:ext uri="{FF2B5EF4-FFF2-40B4-BE49-F238E27FC236}">
                    <a16:creationId xmlns:a16="http://schemas.microsoft.com/office/drawing/2014/main" id="{4D7D8C01-DDA3-DEC4-678C-8ED107E8A740}"/>
                  </a:ext>
                </a:extLst>
              </p:cNvPr>
              <p:cNvSpPr/>
              <p:nvPr/>
            </p:nvSpPr>
            <p:spPr>
              <a:xfrm>
                <a:off x="7700369" y="8059497"/>
                <a:ext cx="41981" cy="41981"/>
              </a:xfrm>
              <a:custGeom>
                <a:avLst/>
                <a:gdLst>
                  <a:gd name="connsiteX0" fmla="*/ 21252 w 41981"/>
                  <a:gd name="connsiteY0" fmla="*/ 4984 h 41981"/>
                  <a:gd name="connsiteX1" fmla="*/ 37442 w 41981"/>
                  <a:gd name="connsiteY1" fmla="*/ 21174 h 41981"/>
                  <a:gd name="connsiteX2" fmla="*/ 37442 w 41981"/>
                  <a:gd name="connsiteY2" fmla="*/ 21174 h 41981"/>
                  <a:gd name="connsiteX3" fmla="*/ 21252 w 41981"/>
                  <a:gd name="connsiteY3" fmla="*/ 37365 h 41981"/>
                  <a:gd name="connsiteX4" fmla="*/ 5062 w 41981"/>
                  <a:gd name="connsiteY4" fmla="*/ 21174 h 41981"/>
                  <a:gd name="connsiteX5" fmla="*/ 21252 w 41981"/>
                  <a:gd name="connsiteY5" fmla="*/ 4984 h 41981"/>
                  <a:gd name="connsiteX6" fmla="*/ 21252 w 41981"/>
                  <a:gd name="connsiteY6" fmla="*/ 184 h 41981"/>
                  <a:gd name="connsiteX7" fmla="*/ 262 w 41981"/>
                  <a:gd name="connsiteY7" fmla="*/ 21174 h 41981"/>
                  <a:gd name="connsiteX8" fmla="*/ 21252 w 41981"/>
                  <a:gd name="connsiteY8" fmla="*/ 42165 h 41981"/>
                  <a:gd name="connsiteX9" fmla="*/ 42243 w 41981"/>
                  <a:gd name="connsiteY9" fmla="*/ 21174 h 41981"/>
                  <a:gd name="connsiteX10" fmla="*/ 42243 w 41981"/>
                  <a:gd name="connsiteY10" fmla="*/ 21174 h 41981"/>
                  <a:gd name="connsiteX11" fmla="*/ 21252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84"/>
                    </a:moveTo>
                    <a:cubicBezTo>
                      <a:pt x="30194" y="4984"/>
                      <a:pt x="37442" y="12233"/>
                      <a:pt x="37442" y="21174"/>
                    </a:cubicBezTo>
                    <a:lnTo>
                      <a:pt x="37442" y="21174"/>
                    </a:lnTo>
                    <a:cubicBezTo>
                      <a:pt x="37442" y="30116"/>
                      <a:pt x="30194" y="37365"/>
                      <a:pt x="21252" y="37365"/>
                    </a:cubicBezTo>
                    <a:cubicBezTo>
                      <a:pt x="12310" y="37365"/>
                      <a:pt x="5062" y="30116"/>
                      <a:pt x="5062" y="21174"/>
                    </a:cubicBezTo>
                    <a:cubicBezTo>
                      <a:pt x="5062" y="12233"/>
                      <a:pt x="12310" y="4984"/>
                      <a:pt x="21252" y="4984"/>
                    </a:cubicBezTo>
                    <a:close/>
                    <a:moveTo>
                      <a:pt x="21252" y="184"/>
                    </a:moveTo>
                    <a:cubicBezTo>
                      <a:pt x="9660" y="184"/>
                      <a:pt x="262" y="9582"/>
                      <a:pt x="262" y="21174"/>
                    </a:cubicBezTo>
                    <a:cubicBezTo>
                      <a:pt x="262" y="32767"/>
                      <a:pt x="9660" y="42165"/>
                      <a:pt x="21252" y="42165"/>
                    </a:cubicBezTo>
                    <a:cubicBezTo>
                      <a:pt x="32845" y="42165"/>
                      <a:pt x="42243" y="32767"/>
                      <a:pt x="42243" y="21174"/>
                    </a:cubicBezTo>
                    <a:lnTo>
                      <a:pt x="42243" y="21174"/>
                    </a:lnTo>
                    <a:cubicBezTo>
                      <a:pt x="42243" y="9582"/>
                      <a:pt x="32845" y="184"/>
                      <a:pt x="21252" y="184"/>
                    </a:cubicBezTo>
                    <a:close/>
                  </a:path>
                </a:pathLst>
              </a:custGeom>
              <a:solidFill>
                <a:srgbClr val="000000"/>
              </a:solidFill>
              <a:ln w="4794" cap="sq">
                <a:noFill/>
                <a:prstDash val="solid"/>
                <a:round/>
              </a:ln>
            </p:spPr>
            <p:txBody>
              <a:bodyPr rtlCol="0" anchor="ctr"/>
              <a:lstStyle/>
              <a:p>
                <a:endParaRPr lang="en-US"/>
              </a:p>
            </p:txBody>
          </p:sp>
          <p:sp>
            <p:nvSpPr>
              <p:cNvPr id="1808" name="Freeform: Shape 1807">
                <a:extLst>
                  <a:ext uri="{FF2B5EF4-FFF2-40B4-BE49-F238E27FC236}">
                    <a16:creationId xmlns:a16="http://schemas.microsoft.com/office/drawing/2014/main" id="{00D59C31-6A23-4B76-31D5-7DF820B8CC2E}"/>
                  </a:ext>
                </a:extLst>
              </p:cNvPr>
              <p:cNvSpPr/>
              <p:nvPr/>
            </p:nvSpPr>
            <p:spPr>
              <a:xfrm>
                <a:off x="7690979" y="8032533"/>
                <a:ext cx="37180" cy="37180"/>
              </a:xfrm>
              <a:custGeom>
                <a:avLst/>
                <a:gdLst>
                  <a:gd name="connsiteX0" fmla="*/ 37440 w 37180"/>
                  <a:gd name="connsiteY0" fmla="*/ 18769 h 37180"/>
                  <a:gd name="connsiteX1" fmla="*/ 18850 w 37180"/>
                  <a:gd name="connsiteY1" fmla="*/ 37360 h 37180"/>
                  <a:gd name="connsiteX2" fmla="*/ 260 w 37180"/>
                  <a:gd name="connsiteY2" fmla="*/ 18769 h 37180"/>
                  <a:gd name="connsiteX3" fmla="*/ 18850 w 37180"/>
                  <a:gd name="connsiteY3" fmla="*/ 179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7" y="37360"/>
                      <a:pt x="18850" y="37360"/>
                    </a:cubicBezTo>
                    <a:cubicBezTo>
                      <a:pt x="8583" y="37360"/>
                      <a:pt x="260" y="29036"/>
                      <a:pt x="260" y="18769"/>
                    </a:cubicBezTo>
                    <a:cubicBezTo>
                      <a:pt x="260" y="8502"/>
                      <a:pt x="8583" y="179"/>
                      <a:pt x="18850" y="179"/>
                    </a:cubicBezTo>
                    <a:cubicBezTo>
                      <a:pt x="29117" y="179"/>
                      <a:pt x="37440" y="8502"/>
                      <a:pt x="37440" y="18769"/>
                    </a:cubicBezTo>
                    <a:close/>
                  </a:path>
                </a:pathLst>
              </a:custGeom>
              <a:solidFill>
                <a:srgbClr val="D1F7D1"/>
              </a:solidFill>
              <a:ln w="5753" cap="sq">
                <a:noFill/>
                <a:prstDash val="solid"/>
                <a:miter/>
              </a:ln>
            </p:spPr>
            <p:txBody>
              <a:bodyPr rtlCol="0" anchor="ctr"/>
              <a:lstStyle/>
              <a:p>
                <a:endParaRPr lang="en-US"/>
              </a:p>
            </p:txBody>
          </p:sp>
          <p:sp>
            <p:nvSpPr>
              <p:cNvPr id="1809" name="Freeform: Shape 1808">
                <a:extLst>
                  <a:ext uri="{FF2B5EF4-FFF2-40B4-BE49-F238E27FC236}">
                    <a16:creationId xmlns:a16="http://schemas.microsoft.com/office/drawing/2014/main" id="{4333B29F-9730-CDB8-3E6B-9BBB822D8BC3}"/>
                  </a:ext>
                </a:extLst>
              </p:cNvPr>
              <p:cNvSpPr/>
              <p:nvPr/>
            </p:nvSpPr>
            <p:spPr>
              <a:xfrm>
                <a:off x="7688579" y="8030133"/>
                <a:ext cx="41981" cy="41981"/>
              </a:xfrm>
              <a:custGeom>
                <a:avLst/>
                <a:gdLst>
                  <a:gd name="connsiteX0" fmla="*/ 21250 w 41981"/>
                  <a:gd name="connsiteY0" fmla="*/ 4979 h 41981"/>
                  <a:gd name="connsiteX1" fmla="*/ 37440 w 41981"/>
                  <a:gd name="connsiteY1" fmla="*/ 21169 h 41981"/>
                  <a:gd name="connsiteX2" fmla="*/ 37440 w 41981"/>
                  <a:gd name="connsiteY2" fmla="*/ 21169 h 41981"/>
                  <a:gd name="connsiteX3" fmla="*/ 21250 w 41981"/>
                  <a:gd name="connsiteY3" fmla="*/ 37360 h 41981"/>
                  <a:gd name="connsiteX4" fmla="*/ 5060 w 41981"/>
                  <a:gd name="connsiteY4" fmla="*/ 21169 h 41981"/>
                  <a:gd name="connsiteX5" fmla="*/ 21250 w 41981"/>
                  <a:gd name="connsiteY5" fmla="*/ 4979 h 41981"/>
                  <a:gd name="connsiteX6" fmla="*/ 21250 w 41981"/>
                  <a:gd name="connsiteY6" fmla="*/ 179 h 41981"/>
                  <a:gd name="connsiteX7" fmla="*/ 260 w 41981"/>
                  <a:gd name="connsiteY7" fmla="*/ 21169 h 41981"/>
                  <a:gd name="connsiteX8" fmla="*/ 21250 w 41981"/>
                  <a:gd name="connsiteY8" fmla="*/ 42160 h 41981"/>
                  <a:gd name="connsiteX9" fmla="*/ 42241 w 41981"/>
                  <a:gd name="connsiteY9" fmla="*/ 21169 h 41981"/>
                  <a:gd name="connsiteX10" fmla="*/ 42241 w 41981"/>
                  <a:gd name="connsiteY10" fmla="*/ 21169 h 41981"/>
                  <a:gd name="connsiteX11" fmla="*/ 21250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9"/>
                    </a:moveTo>
                    <a:cubicBezTo>
                      <a:pt x="30192" y="4979"/>
                      <a:pt x="37440" y="12228"/>
                      <a:pt x="37440" y="21169"/>
                    </a:cubicBezTo>
                    <a:lnTo>
                      <a:pt x="37440" y="21169"/>
                    </a:lnTo>
                    <a:cubicBezTo>
                      <a:pt x="37440" y="30111"/>
                      <a:pt x="30192" y="37360"/>
                      <a:pt x="21250" y="37360"/>
                    </a:cubicBezTo>
                    <a:cubicBezTo>
                      <a:pt x="12308" y="37360"/>
                      <a:pt x="5060" y="30111"/>
                      <a:pt x="5060" y="21169"/>
                    </a:cubicBezTo>
                    <a:cubicBezTo>
                      <a:pt x="5060" y="12228"/>
                      <a:pt x="12308" y="4979"/>
                      <a:pt x="21250" y="4979"/>
                    </a:cubicBezTo>
                    <a:close/>
                    <a:moveTo>
                      <a:pt x="21250" y="179"/>
                    </a:moveTo>
                    <a:cubicBezTo>
                      <a:pt x="9658" y="179"/>
                      <a:pt x="260" y="9577"/>
                      <a:pt x="260" y="21169"/>
                    </a:cubicBezTo>
                    <a:cubicBezTo>
                      <a:pt x="260" y="32762"/>
                      <a:pt x="9658" y="42160"/>
                      <a:pt x="21250" y="42160"/>
                    </a:cubicBezTo>
                    <a:cubicBezTo>
                      <a:pt x="32843" y="42160"/>
                      <a:pt x="42241" y="32762"/>
                      <a:pt x="42241" y="21169"/>
                    </a:cubicBezTo>
                    <a:lnTo>
                      <a:pt x="42241" y="21169"/>
                    </a:lnTo>
                    <a:cubicBezTo>
                      <a:pt x="42241" y="9577"/>
                      <a:pt x="32843" y="179"/>
                      <a:pt x="21250" y="179"/>
                    </a:cubicBezTo>
                    <a:close/>
                  </a:path>
                </a:pathLst>
              </a:custGeom>
              <a:solidFill>
                <a:srgbClr val="000000"/>
              </a:solidFill>
              <a:ln w="4794" cap="sq">
                <a:noFill/>
                <a:prstDash val="solid"/>
                <a:round/>
              </a:ln>
            </p:spPr>
            <p:txBody>
              <a:bodyPr rtlCol="0" anchor="ctr"/>
              <a:lstStyle/>
              <a:p>
                <a:endParaRPr lang="en-US"/>
              </a:p>
            </p:txBody>
          </p:sp>
          <p:sp>
            <p:nvSpPr>
              <p:cNvPr id="1810" name="Freeform: Shape 1809">
                <a:extLst>
                  <a:ext uri="{FF2B5EF4-FFF2-40B4-BE49-F238E27FC236}">
                    <a16:creationId xmlns:a16="http://schemas.microsoft.com/office/drawing/2014/main" id="{28EE07A8-75C9-05A4-702D-F93121F51A1F}"/>
                  </a:ext>
                </a:extLst>
              </p:cNvPr>
              <p:cNvSpPr/>
              <p:nvPr/>
            </p:nvSpPr>
            <p:spPr>
              <a:xfrm>
                <a:off x="7954522" y="8000467"/>
                <a:ext cx="37180" cy="37180"/>
              </a:xfrm>
              <a:custGeom>
                <a:avLst/>
                <a:gdLst>
                  <a:gd name="connsiteX0" fmla="*/ 37486 w 37180"/>
                  <a:gd name="connsiteY0" fmla="*/ 18764 h 37180"/>
                  <a:gd name="connsiteX1" fmla="*/ 18896 w 37180"/>
                  <a:gd name="connsiteY1" fmla="*/ 37354 h 37180"/>
                  <a:gd name="connsiteX2" fmla="*/ 305 w 37180"/>
                  <a:gd name="connsiteY2" fmla="*/ 18764 h 37180"/>
                  <a:gd name="connsiteX3" fmla="*/ 18896 w 37180"/>
                  <a:gd name="connsiteY3" fmla="*/ 173 h 37180"/>
                  <a:gd name="connsiteX4" fmla="*/ 37486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6" y="18764"/>
                    </a:moveTo>
                    <a:cubicBezTo>
                      <a:pt x="37486" y="29031"/>
                      <a:pt x="29163" y="37354"/>
                      <a:pt x="18896" y="37354"/>
                    </a:cubicBezTo>
                    <a:cubicBezTo>
                      <a:pt x="8629" y="37354"/>
                      <a:pt x="305" y="29031"/>
                      <a:pt x="305" y="18764"/>
                    </a:cubicBezTo>
                    <a:cubicBezTo>
                      <a:pt x="305" y="8496"/>
                      <a:pt x="8629" y="173"/>
                      <a:pt x="18896" y="173"/>
                    </a:cubicBezTo>
                    <a:cubicBezTo>
                      <a:pt x="29163" y="173"/>
                      <a:pt x="37486" y="8496"/>
                      <a:pt x="37486" y="18764"/>
                    </a:cubicBezTo>
                    <a:close/>
                  </a:path>
                </a:pathLst>
              </a:custGeom>
              <a:solidFill>
                <a:srgbClr val="27F727"/>
              </a:solidFill>
              <a:ln w="5753" cap="sq">
                <a:noFill/>
                <a:prstDash val="solid"/>
                <a:miter/>
              </a:ln>
            </p:spPr>
            <p:txBody>
              <a:bodyPr rtlCol="0" anchor="ctr"/>
              <a:lstStyle/>
              <a:p>
                <a:endParaRPr lang="en-US"/>
              </a:p>
            </p:txBody>
          </p:sp>
          <p:sp>
            <p:nvSpPr>
              <p:cNvPr id="1811" name="Freeform: Shape 1810">
                <a:extLst>
                  <a:ext uri="{FF2B5EF4-FFF2-40B4-BE49-F238E27FC236}">
                    <a16:creationId xmlns:a16="http://schemas.microsoft.com/office/drawing/2014/main" id="{1E32AEE0-D1D8-DD69-CB2F-07E56412172E}"/>
                  </a:ext>
                </a:extLst>
              </p:cNvPr>
              <p:cNvSpPr/>
              <p:nvPr/>
            </p:nvSpPr>
            <p:spPr>
              <a:xfrm>
                <a:off x="7952122" y="7998067"/>
                <a:ext cx="41981" cy="41981"/>
              </a:xfrm>
              <a:custGeom>
                <a:avLst/>
                <a:gdLst>
                  <a:gd name="connsiteX0" fmla="*/ 21296 w 41981"/>
                  <a:gd name="connsiteY0" fmla="*/ 4974 h 41981"/>
                  <a:gd name="connsiteX1" fmla="*/ 37486 w 41981"/>
                  <a:gd name="connsiteY1" fmla="*/ 21164 h 41981"/>
                  <a:gd name="connsiteX2" fmla="*/ 37486 w 41981"/>
                  <a:gd name="connsiteY2" fmla="*/ 21164 h 41981"/>
                  <a:gd name="connsiteX3" fmla="*/ 21296 w 41981"/>
                  <a:gd name="connsiteY3" fmla="*/ 37354 h 41981"/>
                  <a:gd name="connsiteX4" fmla="*/ 5106 w 41981"/>
                  <a:gd name="connsiteY4" fmla="*/ 21164 h 41981"/>
                  <a:gd name="connsiteX5" fmla="*/ 21296 w 41981"/>
                  <a:gd name="connsiteY5" fmla="*/ 4974 h 41981"/>
                  <a:gd name="connsiteX6" fmla="*/ 21296 w 41981"/>
                  <a:gd name="connsiteY6" fmla="*/ 173 h 41981"/>
                  <a:gd name="connsiteX7" fmla="*/ 305 w 41981"/>
                  <a:gd name="connsiteY7" fmla="*/ 21164 h 41981"/>
                  <a:gd name="connsiteX8" fmla="*/ 21296 w 41981"/>
                  <a:gd name="connsiteY8" fmla="*/ 42154 h 41981"/>
                  <a:gd name="connsiteX9" fmla="*/ 42287 w 41981"/>
                  <a:gd name="connsiteY9" fmla="*/ 21164 h 41981"/>
                  <a:gd name="connsiteX10" fmla="*/ 42287 w 41981"/>
                  <a:gd name="connsiteY10" fmla="*/ 21164 h 41981"/>
                  <a:gd name="connsiteX11" fmla="*/ 21296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6" y="4974"/>
                    </a:moveTo>
                    <a:cubicBezTo>
                      <a:pt x="30238" y="4974"/>
                      <a:pt x="37486" y="12222"/>
                      <a:pt x="37486" y="21164"/>
                    </a:cubicBezTo>
                    <a:lnTo>
                      <a:pt x="37486" y="21164"/>
                    </a:lnTo>
                    <a:cubicBezTo>
                      <a:pt x="37486" y="30106"/>
                      <a:pt x="30238" y="37354"/>
                      <a:pt x="21296" y="37354"/>
                    </a:cubicBezTo>
                    <a:cubicBezTo>
                      <a:pt x="12354" y="37354"/>
                      <a:pt x="5106" y="30106"/>
                      <a:pt x="5106" y="21164"/>
                    </a:cubicBezTo>
                    <a:cubicBezTo>
                      <a:pt x="5106" y="12222"/>
                      <a:pt x="12354" y="4974"/>
                      <a:pt x="21296" y="4974"/>
                    </a:cubicBezTo>
                    <a:close/>
                    <a:moveTo>
                      <a:pt x="21296" y="173"/>
                    </a:moveTo>
                    <a:cubicBezTo>
                      <a:pt x="9703" y="173"/>
                      <a:pt x="305" y="9571"/>
                      <a:pt x="305" y="21164"/>
                    </a:cubicBezTo>
                    <a:cubicBezTo>
                      <a:pt x="305" y="32756"/>
                      <a:pt x="9703" y="42154"/>
                      <a:pt x="21296" y="42154"/>
                    </a:cubicBezTo>
                    <a:cubicBezTo>
                      <a:pt x="32888" y="42154"/>
                      <a:pt x="42287" y="32756"/>
                      <a:pt x="42287" y="21164"/>
                    </a:cubicBezTo>
                    <a:lnTo>
                      <a:pt x="42287" y="21164"/>
                    </a:lnTo>
                    <a:cubicBezTo>
                      <a:pt x="42287" y="9571"/>
                      <a:pt x="32888" y="173"/>
                      <a:pt x="21296" y="173"/>
                    </a:cubicBezTo>
                    <a:close/>
                  </a:path>
                </a:pathLst>
              </a:custGeom>
              <a:solidFill>
                <a:srgbClr val="000000"/>
              </a:solidFill>
              <a:ln w="4794" cap="sq">
                <a:noFill/>
                <a:prstDash val="solid"/>
                <a:round/>
              </a:ln>
            </p:spPr>
            <p:txBody>
              <a:bodyPr rtlCol="0" anchor="ctr"/>
              <a:lstStyle/>
              <a:p>
                <a:endParaRPr lang="en-US"/>
              </a:p>
            </p:txBody>
          </p:sp>
          <p:sp>
            <p:nvSpPr>
              <p:cNvPr id="1812" name="Freeform: Shape 1811">
                <a:extLst>
                  <a:ext uri="{FF2B5EF4-FFF2-40B4-BE49-F238E27FC236}">
                    <a16:creationId xmlns:a16="http://schemas.microsoft.com/office/drawing/2014/main" id="{64AD3159-9948-8A0C-3206-0CF508790CFB}"/>
                  </a:ext>
                </a:extLst>
              </p:cNvPr>
              <p:cNvSpPr/>
              <p:nvPr/>
            </p:nvSpPr>
            <p:spPr>
              <a:xfrm>
                <a:off x="7654207" y="8047601"/>
                <a:ext cx="37180" cy="37180"/>
              </a:xfrm>
              <a:custGeom>
                <a:avLst/>
                <a:gdLst>
                  <a:gd name="connsiteX0" fmla="*/ 37434 w 37180"/>
                  <a:gd name="connsiteY0" fmla="*/ 18772 h 37180"/>
                  <a:gd name="connsiteX1" fmla="*/ 18844 w 37180"/>
                  <a:gd name="connsiteY1" fmla="*/ 37362 h 37180"/>
                  <a:gd name="connsiteX2" fmla="*/ 253 w 37180"/>
                  <a:gd name="connsiteY2" fmla="*/ 18772 h 37180"/>
                  <a:gd name="connsiteX3" fmla="*/ 18844 w 37180"/>
                  <a:gd name="connsiteY3" fmla="*/ 181 h 37180"/>
                  <a:gd name="connsiteX4" fmla="*/ 37434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2"/>
                    </a:moveTo>
                    <a:cubicBezTo>
                      <a:pt x="37434" y="29039"/>
                      <a:pt x="29111" y="37362"/>
                      <a:pt x="18844" y="37362"/>
                    </a:cubicBezTo>
                    <a:cubicBezTo>
                      <a:pt x="8576" y="37362"/>
                      <a:pt x="253" y="29039"/>
                      <a:pt x="253" y="18772"/>
                    </a:cubicBezTo>
                    <a:cubicBezTo>
                      <a:pt x="253" y="8505"/>
                      <a:pt x="8576" y="181"/>
                      <a:pt x="18844" y="181"/>
                    </a:cubicBezTo>
                    <a:cubicBezTo>
                      <a:pt x="29111" y="181"/>
                      <a:pt x="37434" y="8505"/>
                      <a:pt x="37434" y="18772"/>
                    </a:cubicBezTo>
                    <a:close/>
                  </a:path>
                </a:pathLst>
              </a:custGeom>
              <a:solidFill>
                <a:srgbClr val="DEF7DE"/>
              </a:solidFill>
              <a:ln w="5753" cap="sq">
                <a:noFill/>
                <a:prstDash val="solid"/>
                <a:miter/>
              </a:ln>
            </p:spPr>
            <p:txBody>
              <a:bodyPr rtlCol="0" anchor="ctr"/>
              <a:lstStyle/>
              <a:p>
                <a:endParaRPr lang="en-US"/>
              </a:p>
            </p:txBody>
          </p:sp>
          <p:sp>
            <p:nvSpPr>
              <p:cNvPr id="1813" name="Freeform: Shape 1812">
                <a:extLst>
                  <a:ext uri="{FF2B5EF4-FFF2-40B4-BE49-F238E27FC236}">
                    <a16:creationId xmlns:a16="http://schemas.microsoft.com/office/drawing/2014/main" id="{541C3F08-D1B1-5052-42D9-321851151122}"/>
                  </a:ext>
                </a:extLst>
              </p:cNvPr>
              <p:cNvSpPr/>
              <p:nvPr/>
            </p:nvSpPr>
            <p:spPr>
              <a:xfrm>
                <a:off x="7651807" y="8045201"/>
                <a:ext cx="41981" cy="41981"/>
              </a:xfrm>
              <a:custGeom>
                <a:avLst/>
                <a:gdLst>
                  <a:gd name="connsiteX0" fmla="*/ 21244 w 41981"/>
                  <a:gd name="connsiteY0" fmla="*/ 4982 h 41981"/>
                  <a:gd name="connsiteX1" fmla="*/ 37434 w 41981"/>
                  <a:gd name="connsiteY1" fmla="*/ 21172 h 41981"/>
                  <a:gd name="connsiteX2" fmla="*/ 37434 w 41981"/>
                  <a:gd name="connsiteY2" fmla="*/ 21172 h 41981"/>
                  <a:gd name="connsiteX3" fmla="*/ 21244 w 41981"/>
                  <a:gd name="connsiteY3" fmla="*/ 37362 h 41981"/>
                  <a:gd name="connsiteX4" fmla="*/ 5054 w 41981"/>
                  <a:gd name="connsiteY4" fmla="*/ 21172 h 41981"/>
                  <a:gd name="connsiteX5" fmla="*/ 21244 w 41981"/>
                  <a:gd name="connsiteY5" fmla="*/ 4982 h 41981"/>
                  <a:gd name="connsiteX6" fmla="*/ 21244 w 41981"/>
                  <a:gd name="connsiteY6" fmla="*/ 181 h 41981"/>
                  <a:gd name="connsiteX7" fmla="*/ 253 w 41981"/>
                  <a:gd name="connsiteY7" fmla="*/ 21172 h 41981"/>
                  <a:gd name="connsiteX8" fmla="*/ 21244 w 41981"/>
                  <a:gd name="connsiteY8" fmla="*/ 42163 h 41981"/>
                  <a:gd name="connsiteX9" fmla="*/ 42234 w 41981"/>
                  <a:gd name="connsiteY9" fmla="*/ 21172 h 41981"/>
                  <a:gd name="connsiteX10" fmla="*/ 42234 w 41981"/>
                  <a:gd name="connsiteY10" fmla="*/ 21172 h 41981"/>
                  <a:gd name="connsiteX11" fmla="*/ 2124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2"/>
                    </a:moveTo>
                    <a:cubicBezTo>
                      <a:pt x="30186" y="4982"/>
                      <a:pt x="37434" y="12230"/>
                      <a:pt x="37434" y="21172"/>
                    </a:cubicBezTo>
                    <a:lnTo>
                      <a:pt x="37434" y="21172"/>
                    </a:lnTo>
                    <a:cubicBezTo>
                      <a:pt x="37434" y="30114"/>
                      <a:pt x="30186" y="37362"/>
                      <a:pt x="21244" y="37362"/>
                    </a:cubicBezTo>
                    <a:cubicBezTo>
                      <a:pt x="12302" y="37362"/>
                      <a:pt x="5054" y="30114"/>
                      <a:pt x="5054" y="21172"/>
                    </a:cubicBezTo>
                    <a:cubicBezTo>
                      <a:pt x="5054" y="12230"/>
                      <a:pt x="12302" y="4982"/>
                      <a:pt x="21244" y="4982"/>
                    </a:cubicBezTo>
                    <a:close/>
                    <a:moveTo>
                      <a:pt x="21244" y="181"/>
                    </a:moveTo>
                    <a:cubicBezTo>
                      <a:pt x="9651" y="181"/>
                      <a:pt x="253" y="9579"/>
                      <a:pt x="253" y="21172"/>
                    </a:cubicBezTo>
                    <a:cubicBezTo>
                      <a:pt x="253" y="32765"/>
                      <a:pt x="9651" y="42163"/>
                      <a:pt x="21244" y="42163"/>
                    </a:cubicBezTo>
                    <a:cubicBezTo>
                      <a:pt x="32836" y="42163"/>
                      <a:pt x="42234" y="32765"/>
                      <a:pt x="42234" y="21172"/>
                    </a:cubicBezTo>
                    <a:lnTo>
                      <a:pt x="42234" y="21172"/>
                    </a:lnTo>
                    <a:cubicBezTo>
                      <a:pt x="42234" y="9579"/>
                      <a:pt x="32836" y="181"/>
                      <a:pt x="21244" y="181"/>
                    </a:cubicBezTo>
                    <a:close/>
                  </a:path>
                </a:pathLst>
              </a:custGeom>
              <a:solidFill>
                <a:srgbClr val="000000"/>
              </a:solidFill>
              <a:ln w="4794" cap="sq">
                <a:noFill/>
                <a:prstDash val="solid"/>
                <a:round/>
              </a:ln>
            </p:spPr>
            <p:txBody>
              <a:bodyPr rtlCol="0" anchor="ctr"/>
              <a:lstStyle/>
              <a:p>
                <a:endParaRPr lang="en-US"/>
              </a:p>
            </p:txBody>
          </p:sp>
          <p:sp>
            <p:nvSpPr>
              <p:cNvPr id="1814" name="Freeform: Shape 1813">
                <a:extLst>
                  <a:ext uri="{FF2B5EF4-FFF2-40B4-BE49-F238E27FC236}">
                    <a16:creationId xmlns:a16="http://schemas.microsoft.com/office/drawing/2014/main" id="{BAB7D037-1AF5-BDA3-879A-E11B183C5F24}"/>
                  </a:ext>
                </a:extLst>
              </p:cNvPr>
              <p:cNvSpPr/>
              <p:nvPr/>
            </p:nvSpPr>
            <p:spPr>
              <a:xfrm>
                <a:off x="7630430" y="8012667"/>
                <a:ext cx="37180" cy="37180"/>
              </a:xfrm>
              <a:custGeom>
                <a:avLst/>
                <a:gdLst>
                  <a:gd name="connsiteX0" fmla="*/ 37430 w 37180"/>
                  <a:gd name="connsiteY0" fmla="*/ 18766 h 37180"/>
                  <a:gd name="connsiteX1" fmla="*/ 18839 w 37180"/>
                  <a:gd name="connsiteY1" fmla="*/ 37356 h 37180"/>
                  <a:gd name="connsiteX2" fmla="*/ 249 w 37180"/>
                  <a:gd name="connsiteY2" fmla="*/ 18766 h 37180"/>
                  <a:gd name="connsiteX3" fmla="*/ 18839 w 37180"/>
                  <a:gd name="connsiteY3" fmla="*/ 175 h 37180"/>
                  <a:gd name="connsiteX4" fmla="*/ 3743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6"/>
                    </a:moveTo>
                    <a:cubicBezTo>
                      <a:pt x="37430" y="29033"/>
                      <a:pt x="29107" y="37356"/>
                      <a:pt x="18839" y="37356"/>
                    </a:cubicBezTo>
                    <a:cubicBezTo>
                      <a:pt x="8572" y="37356"/>
                      <a:pt x="249" y="29033"/>
                      <a:pt x="249" y="18766"/>
                    </a:cubicBezTo>
                    <a:cubicBezTo>
                      <a:pt x="249" y="8499"/>
                      <a:pt x="8572" y="175"/>
                      <a:pt x="18839" y="175"/>
                    </a:cubicBezTo>
                    <a:cubicBezTo>
                      <a:pt x="29107" y="175"/>
                      <a:pt x="37430" y="8499"/>
                      <a:pt x="37430" y="18766"/>
                    </a:cubicBezTo>
                    <a:close/>
                  </a:path>
                </a:pathLst>
              </a:custGeom>
              <a:solidFill>
                <a:srgbClr val="EEF7EE"/>
              </a:solidFill>
              <a:ln w="5753" cap="sq">
                <a:noFill/>
                <a:prstDash val="solid"/>
                <a:miter/>
              </a:ln>
            </p:spPr>
            <p:txBody>
              <a:bodyPr rtlCol="0" anchor="ctr"/>
              <a:lstStyle/>
              <a:p>
                <a:endParaRPr lang="en-US"/>
              </a:p>
            </p:txBody>
          </p:sp>
          <p:sp>
            <p:nvSpPr>
              <p:cNvPr id="1815" name="Freeform: Shape 1814">
                <a:extLst>
                  <a:ext uri="{FF2B5EF4-FFF2-40B4-BE49-F238E27FC236}">
                    <a16:creationId xmlns:a16="http://schemas.microsoft.com/office/drawing/2014/main" id="{6AD4E317-2539-44A0-5A98-7F5C72B4E0BB}"/>
                  </a:ext>
                </a:extLst>
              </p:cNvPr>
              <p:cNvSpPr/>
              <p:nvPr/>
            </p:nvSpPr>
            <p:spPr>
              <a:xfrm>
                <a:off x="7628029" y="8010267"/>
                <a:ext cx="41981" cy="41981"/>
              </a:xfrm>
              <a:custGeom>
                <a:avLst/>
                <a:gdLst>
                  <a:gd name="connsiteX0" fmla="*/ 21240 w 41981"/>
                  <a:gd name="connsiteY0" fmla="*/ 4976 h 41981"/>
                  <a:gd name="connsiteX1" fmla="*/ 37430 w 41981"/>
                  <a:gd name="connsiteY1" fmla="*/ 21166 h 41981"/>
                  <a:gd name="connsiteX2" fmla="*/ 37430 w 41981"/>
                  <a:gd name="connsiteY2" fmla="*/ 21166 h 41981"/>
                  <a:gd name="connsiteX3" fmla="*/ 21240 w 41981"/>
                  <a:gd name="connsiteY3" fmla="*/ 37356 h 41981"/>
                  <a:gd name="connsiteX4" fmla="*/ 5049 w 41981"/>
                  <a:gd name="connsiteY4" fmla="*/ 21166 h 41981"/>
                  <a:gd name="connsiteX5" fmla="*/ 21240 w 41981"/>
                  <a:gd name="connsiteY5" fmla="*/ 4976 h 41981"/>
                  <a:gd name="connsiteX6" fmla="*/ 21240 w 41981"/>
                  <a:gd name="connsiteY6" fmla="*/ 175 h 41981"/>
                  <a:gd name="connsiteX7" fmla="*/ 249 w 41981"/>
                  <a:gd name="connsiteY7" fmla="*/ 21166 h 41981"/>
                  <a:gd name="connsiteX8" fmla="*/ 21240 w 41981"/>
                  <a:gd name="connsiteY8" fmla="*/ 42157 h 41981"/>
                  <a:gd name="connsiteX9" fmla="*/ 42230 w 41981"/>
                  <a:gd name="connsiteY9" fmla="*/ 21166 h 41981"/>
                  <a:gd name="connsiteX10" fmla="*/ 42230 w 41981"/>
                  <a:gd name="connsiteY10" fmla="*/ 21166 h 41981"/>
                  <a:gd name="connsiteX11" fmla="*/ 21240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6"/>
                    </a:moveTo>
                    <a:cubicBezTo>
                      <a:pt x="30181" y="4976"/>
                      <a:pt x="37430" y="12224"/>
                      <a:pt x="37430" y="21166"/>
                    </a:cubicBezTo>
                    <a:lnTo>
                      <a:pt x="37430" y="21166"/>
                    </a:lnTo>
                    <a:cubicBezTo>
                      <a:pt x="37430" y="30108"/>
                      <a:pt x="30181" y="37356"/>
                      <a:pt x="21240" y="37356"/>
                    </a:cubicBezTo>
                    <a:cubicBezTo>
                      <a:pt x="12298" y="37356"/>
                      <a:pt x="5049" y="30108"/>
                      <a:pt x="5049" y="21166"/>
                    </a:cubicBezTo>
                    <a:cubicBezTo>
                      <a:pt x="5049" y="12224"/>
                      <a:pt x="12298" y="4976"/>
                      <a:pt x="21240" y="4976"/>
                    </a:cubicBezTo>
                    <a:close/>
                    <a:moveTo>
                      <a:pt x="21240" y="175"/>
                    </a:moveTo>
                    <a:cubicBezTo>
                      <a:pt x="9647" y="175"/>
                      <a:pt x="249" y="9573"/>
                      <a:pt x="249" y="21166"/>
                    </a:cubicBezTo>
                    <a:cubicBezTo>
                      <a:pt x="249" y="32759"/>
                      <a:pt x="9647" y="42157"/>
                      <a:pt x="21240" y="42157"/>
                    </a:cubicBezTo>
                    <a:cubicBezTo>
                      <a:pt x="32832" y="42157"/>
                      <a:pt x="42230" y="32759"/>
                      <a:pt x="42230" y="21166"/>
                    </a:cubicBezTo>
                    <a:lnTo>
                      <a:pt x="42230" y="21166"/>
                    </a:lnTo>
                    <a:cubicBezTo>
                      <a:pt x="42230" y="9573"/>
                      <a:pt x="32832" y="175"/>
                      <a:pt x="21240" y="175"/>
                    </a:cubicBezTo>
                    <a:close/>
                  </a:path>
                </a:pathLst>
              </a:custGeom>
              <a:solidFill>
                <a:srgbClr val="000000"/>
              </a:solidFill>
              <a:ln w="4794" cap="sq">
                <a:noFill/>
                <a:prstDash val="solid"/>
                <a:round/>
              </a:ln>
            </p:spPr>
            <p:txBody>
              <a:bodyPr rtlCol="0" anchor="ctr"/>
              <a:lstStyle/>
              <a:p>
                <a:endParaRPr lang="en-US"/>
              </a:p>
            </p:txBody>
          </p:sp>
          <p:sp>
            <p:nvSpPr>
              <p:cNvPr id="1816" name="Freeform: Shape 1815">
                <a:extLst>
                  <a:ext uri="{FF2B5EF4-FFF2-40B4-BE49-F238E27FC236}">
                    <a16:creationId xmlns:a16="http://schemas.microsoft.com/office/drawing/2014/main" id="{6E0C27F1-49D1-3E81-48E5-7B1EDB254B54}"/>
                  </a:ext>
                </a:extLst>
              </p:cNvPr>
              <p:cNvSpPr/>
              <p:nvPr/>
            </p:nvSpPr>
            <p:spPr>
              <a:xfrm>
                <a:off x="7627360" y="8038921"/>
                <a:ext cx="37180" cy="37180"/>
              </a:xfrm>
              <a:custGeom>
                <a:avLst/>
                <a:gdLst>
                  <a:gd name="connsiteX0" fmla="*/ 37429 w 37180"/>
                  <a:gd name="connsiteY0" fmla="*/ 18770 h 37180"/>
                  <a:gd name="connsiteX1" fmla="*/ 18839 w 37180"/>
                  <a:gd name="connsiteY1" fmla="*/ 37361 h 37180"/>
                  <a:gd name="connsiteX2" fmla="*/ 249 w 37180"/>
                  <a:gd name="connsiteY2" fmla="*/ 18770 h 37180"/>
                  <a:gd name="connsiteX3" fmla="*/ 18839 w 37180"/>
                  <a:gd name="connsiteY3" fmla="*/ 180 h 37180"/>
                  <a:gd name="connsiteX4" fmla="*/ 3742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0"/>
                    </a:moveTo>
                    <a:cubicBezTo>
                      <a:pt x="37429" y="29037"/>
                      <a:pt x="29106" y="37361"/>
                      <a:pt x="18839" y="37361"/>
                    </a:cubicBezTo>
                    <a:cubicBezTo>
                      <a:pt x="8572" y="37361"/>
                      <a:pt x="249" y="29037"/>
                      <a:pt x="249" y="18770"/>
                    </a:cubicBezTo>
                    <a:cubicBezTo>
                      <a:pt x="249" y="8503"/>
                      <a:pt x="8572" y="180"/>
                      <a:pt x="18839" y="180"/>
                    </a:cubicBezTo>
                    <a:cubicBezTo>
                      <a:pt x="29106" y="180"/>
                      <a:pt x="37429" y="8503"/>
                      <a:pt x="37429" y="18770"/>
                    </a:cubicBezTo>
                    <a:close/>
                  </a:path>
                </a:pathLst>
              </a:custGeom>
              <a:solidFill>
                <a:srgbClr val="D6F7D6"/>
              </a:solidFill>
              <a:ln w="5753" cap="sq">
                <a:noFill/>
                <a:prstDash val="solid"/>
                <a:miter/>
              </a:ln>
            </p:spPr>
            <p:txBody>
              <a:bodyPr rtlCol="0" anchor="ctr"/>
              <a:lstStyle/>
              <a:p>
                <a:endParaRPr lang="en-US"/>
              </a:p>
            </p:txBody>
          </p:sp>
          <p:sp>
            <p:nvSpPr>
              <p:cNvPr id="1817" name="Freeform: Shape 1816">
                <a:extLst>
                  <a:ext uri="{FF2B5EF4-FFF2-40B4-BE49-F238E27FC236}">
                    <a16:creationId xmlns:a16="http://schemas.microsoft.com/office/drawing/2014/main" id="{5E6393DD-2992-39DB-9B7C-F99255CF4492}"/>
                  </a:ext>
                </a:extLst>
              </p:cNvPr>
              <p:cNvSpPr/>
              <p:nvPr/>
            </p:nvSpPr>
            <p:spPr>
              <a:xfrm>
                <a:off x="7624959" y="8036521"/>
                <a:ext cx="41981" cy="41981"/>
              </a:xfrm>
              <a:custGeom>
                <a:avLst/>
                <a:gdLst>
                  <a:gd name="connsiteX0" fmla="*/ 21239 w 41981"/>
                  <a:gd name="connsiteY0" fmla="*/ 4980 h 41981"/>
                  <a:gd name="connsiteX1" fmla="*/ 37429 w 41981"/>
                  <a:gd name="connsiteY1" fmla="*/ 21170 h 41981"/>
                  <a:gd name="connsiteX2" fmla="*/ 37429 w 41981"/>
                  <a:gd name="connsiteY2" fmla="*/ 21170 h 41981"/>
                  <a:gd name="connsiteX3" fmla="*/ 21239 w 41981"/>
                  <a:gd name="connsiteY3" fmla="*/ 37361 h 41981"/>
                  <a:gd name="connsiteX4" fmla="*/ 5049 w 41981"/>
                  <a:gd name="connsiteY4" fmla="*/ 21170 h 41981"/>
                  <a:gd name="connsiteX5" fmla="*/ 21239 w 41981"/>
                  <a:gd name="connsiteY5" fmla="*/ 4980 h 41981"/>
                  <a:gd name="connsiteX6" fmla="*/ 21239 w 41981"/>
                  <a:gd name="connsiteY6" fmla="*/ 180 h 41981"/>
                  <a:gd name="connsiteX7" fmla="*/ 249 w 41981"/>
                  <a:gd name="connsiteY7" fmla="*/ 21170 h 41981"/>
                  <a:gd name="connsiteX8" fmla="*/ 21239 w 41981"/>
                  <a:gd name="connsiteY8" fmla="*/ 42161 h 41981"/>
                  <a:gd name="connsiteX9" fmla="*/ 42230 w 41981"/>
                  <a:gd name="connsiteY9" fmla="*/ 21170 h 41981"/>
                  <a:gd name="connsiteX10" fmla="*/ 42230 w 41981"/>
                  <a:gd name="connsiteY10" fmla="*/ 21170 h 41981"/>
                  <a:gd name="connsiteX11" fmla="*/ 2123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0"/>
                    </a:moveTo>
                    <a:cubicBezTo>
                      <a:pt x="30181" y="4980"/>
                      <a:pt x="37429" y="12229"/>
                      <a:pt x="37429" y="21170"/>
                    </a:cubicBezTo>
                    <a:lnTo>
                      <a:pt x="37429" y="21170"/>
                    </a:lnTo>
                    <a:cubicBezTo>
                      <a:pt x="37429" y="30112"/>
                      <a:pt x="30181" y="37361"/>
                      <a:pt x="21239" y="37361"/>
                    </a:cubicBezTo>
                    <a:cubicBezTo>
                      <a:pt x="12297" y="37361"/>
                      <a:pt x="5049" y="30112"/>
                      <a:pt x="5049" y="21170"/>
                    </a:cubicBezTo>
                    <a:cubicBezTo>
                      <a:pt x="5049" y="12229"/>
                      <a:pt x="12297" y="4980"/>
                      <a:pt x="21239" y="4980"/>
                    </a:cubicBezTo>
                    <a:close/>
                    <a:moveTo>
                      <a:pt x="21239" y="180"/>
                    </a:moveTo>
                    <a:cubicBezTo>
                      <a:pt x="9647" y="180"/>
                      <a:pt x="249" y="9578"/>
                      <a:pt x="249" y="21170"/>
                    </a:cubicBezTo>
                    <a:cubicBezTo>
                      <a:pt x="249" y="32763"/>
                      <a:pt x="9647" y="42161"/>
                      <a:pt x="21239" y="42161"/>
                    </a:cubicBezTo>
                    <a:cubicBezTo>
                      <a:pt x="32832" y="42161"/>
                      <a:pt x="42230" y="32763"/>
                      <a:pt x="42230" y="21170"/>
                    </a:cubicBezTo>
                    <a:lnTo>
                      <a:pt x="42230" y="21170"/>
                    </a:lnTo>
                    <a:cubicBezTo>
                      <a:pt x="42230" y="9578"/>
                      <a:pt x="32832" y="180"/>
                      <a:pt x="21239" y="180"/>
                    </a:cubicBezTo>
                    <a:close/>
                  </a:path>
                </a:pathLst>
              </a:custGeom>
              <a:solidFill>
                <a:srgbClr val="000000"/>
              </a:solidFill>
              <a:ln w="4794" cap="sq">
                <a:noFill/>
                <a:prstDash val="solid"/>
                <a:round/>
              </a:ln>
            </p:spPr>
            <p:txBody>
              <a:bodyPr rtlCol="0" anchor="ctr"/>
              <a:lstStyle/>
              <a:p>
                <a:endParaRPr lang="en-US"/>
              </a:p>
            </p:txBody>
          </p:sp>
          <p:sp>
            <p:nvSpPr>
              <p:cNvPr id="1818" name="Freeform: Shape 1817">
                <a:extLst>
                  <a:ext uri="{FF2B5EF4-FFF2-40B4-BE49-F238E27FC236}">
                    <a16:creationId xmlns:a16="http://schemas.microsoft.com/office/drawing/2014/main" id="{3F27EFA5-2D4C-E6E8-A642-7034AC541092}"/>
                  </a:ext>
                </a:extLst>
              </p:cNvPr>
              <p:cNvSpPr/>
              <p:nvPr/>
            </p:nvSpPr>
            <p:spPr>
              <a:xfrm>
                <a:off x="7807089" y="8051737"/>
                <a:ext cx="37180" cy="37180"/>
              </a:xfrm>
              <a:custGeom>
                <a:avLst/>
                <a:gdLst>
                  <a:gd name="connsiteX0" fmla="*/ 37461 w 37180"/>
                  <a:gd name="connsiteY0" fmla="*/ 18773 h 37180"/>
                  <a:gd name="connsiteX1" fmla="*/ 18870 w 37180"/>
                  <a:gd name="connsiteY1" fmla="*/ 37363 h 37180"/>
                  <a:gd name="connsiteX2" fmla="*/ 280 w 37180"/>
                  <a:gd name="connsiteY2" fmla="*/ 18773 h 37180"/>
                  <a:gd name="connsiteX3" fmla="*/ 18870 w 37180"/>
                  <a:gd name="connsiteY3" fmla="*/ 182 h 37180"/>
                  <a:gd name="connsiteX4" fmla="*/ 3746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73"/>
                    </a:moveTo>
                    <a:cubicBezTo>
                      <a:pt x="37461" y="29040"/>
                      <a:pt x="29137" y="37363"/>
                      <a:pt x="18870" y="37363"/>
                    </a:cubicBezTo>
                    <a:cubicBezTo>
                      <a:pt x="8603" y="37363"/>
                      <a:pt x="280" y="29040"/>
                      <a:pt x="280" y="18773"/>
                    </a:cubicBezTo>
                    <a:cubicBezTo>
                      <a:pt x="280" y="8505"/>
                      <a:pt x="8603" y="182"/>
                      <a:pt x="18870" y="182"/>
                    </a:cubicBezTo>
                    <a:cubicBezTo>
                      <a:pt x="29137" y="182"/>
                      <a:pt x="37461" y="8505"/>
                      <a:pt x="37461" y="18773"/>
                    </a:cubicBezTo>
                    <a:close/>
                  </a:path>
                </a:pathLst>
              </a:custGeom>
              <a:solidFill>
                <a:srgbClr val="70F770"/>
              </a:solidFill>
              <a:ln w="5753" cap="sq">
                <a:noFill/>
                <a:prstDash val="solid"/>
                <a:miter/>
              </a:ln>
            </p:spPr>
            <p:txBody>
              <a:bodyPr rtlCol="0" anchor="ctr"/>
              <a:lstStyle/>
              <a:p>
                <a:endParaRPr lang="en-US"/>
              </a:p>
            </p:txBody>
          </p:sp>
          <p:sp>
            <p:nvSpPr>
              <p:cNvPr id="1819" name="Freeform: Shape 1818">
                <a:extLst>
                  <a:ext uri="{FF2B5EF4-FFF2-40B4-BE49-F238E27FC236}">
                    <a16:creationId xmlns:a16="http://schemas.microsoft.com/office/drawing/2014/main" id="{1B0AFFFF-DDF1-EA80-DA85-F46020CD1CDD}"/>
                  </a:ext>
                </a:extLst>
              </p:cNvPr>
              <p:cNvSpPr/>
              <p:nvPr/>
            </p:nvSpPr>
            <p:spPr>
              <a:xfrm>
                <a:off x="7804689" y="8049337"/>
                <a:ext cx="41981" cy="41981"/>
              </a:xfrm>
              <a:custGeom>
                <a:avLst/>
                <a:gdLst>
                  <a:gd name="connsiteX0" fmla="*/ 21270 w 41981"/>
                  <a:gd name="connsiteY0" fmla="*/ 4983 h 41981"/>
                  <a:gd name="connsiteX1" fmla="*/ 37461 w 41981"/>
                  <a:gd name="connsiteY1" fmla="*/ 21173 h 41981"/>
                  <a:gd name="connsiteX2" fmla="*/ 37461 w 41981"/>
                  <a:gd name="connsiteY2" fmla="*/ 21173 h 41981"/>
                  <a:gd name="connsiteX3" fmla="*/ 21270 w 41981"/>
                  <a:gd name="connsiteY3" fmla="*/ 37363 h 41981"/>
                  <a:gd name="connsiteX4" fmla="*/ 5080 w 41981"/>
                  <a:gd name="connsiteY4" fmla="*/ 21173 h 41981"/>
                  <a:gd name="connsiteX5" fmla="*/ 21270 w 41981"/>
                  <a:gd name="connsiteY5" fmla="*/ 4983 h 41981"/>
                  <a:gd name="connsiteX6" fmla="*/ 21270 w 41981"/>
                  <a:gd name="connsiteY6" fmla="*/ 182 h 41981"/>
                  <a:gd name="connsiteX7" fmla="*/ 280 w 41981"/>
                  <a:gd name="connsiteY7" fmla="*/ 21173 h 41981"/>
                  <a:gd name="connsiteX8" fmla="*/ 21270 w 41981"/>
                  <a:gd name="connsiteY8" fmla="*/ 42163 h 41981"/>
                  <a:gd name="connsiteX9" fmla="*/ 42261 w 41981"/>
                  <a:gd name="connsiteY9" fmla="*/ 21173 h 41981"/>
                  <a:gd name="connsiteX10" fmla="*/ 42261 w 41981"/>
                  <a:gd name="connsiteY10" fmla="*/ 21173 h 41981"/>
                  <a:gd name="connsiteX11" fmla="*/ 21270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83"/>
                    </a:moveTo>
                    <a:cubicBezTo>
                      <a:pt x="30212" y="4983"/>
                      <a:pt x="37461" y="12231"/>
                      <a:pt x="37461" y="21173"/>
                    </a:cubicBezTo>
                    <a:lnTo>
                      <a:pt x="37461" y="21173"/>
                    </a:lnTo>
                    <a:cubicBezTo>
                      <a:pt x="37461" y="30115"/>
                      <a:pt x="30212" y="37363"/>
                      <a:pt x="21270" y="37363"/>
                    </a:cubicBezTo>
                    <a:cubicBezTo>
                      <a:pt x="12328" y="37363"/>
                      <a:pt x="5080" y="30115"/>
                      <a:pt x="5080" y="21173"/>
                    </a:cubicBezTo>
                    <a:cubicBezTo>
                      <a:pt x="5080" y="12231"/>
                      <a:pt x="12328" y="4983"/>
                      <a:pt x="21270" y="4983"/>
                    </a:cubicBezTo>
                    <a:close/>
                    <a:moveTo>
                      <a:pt x="21270" y="182"/>
                    </a:moveTo>
                    <a:cubicBezTo>
                      <a:pt x="9678" y="182"/>
                      <a:pt x="280" y="9580"/>
                      <a:pt x="280" y="21173"/>
                    </a:cubicBezTo>
                    <a:cubicBezTo>
                      <a:pt x="280" y="32765"/>
                      <a:pt x="9678" y="42163"/>
                      <a:pt x="21270" y="42163"/>
                    </a:cubicBezTo>
                    <a:cubicBezTo>
                      <a:pt x="32863" y="42163"/>
                      <a:pt x="42261" y="32765"/>
                      <a:pt x="42261" y="21173"/>
                    </a:cubicBezTo>
                    <a:lnTo>
                      <a:pt x="42261" y="21173"/>
                    </a:lnTo>
                    <a:cubicBezTo>
                      <a:pt x="42261" y="9580"/>
                      <a:pt x="32863" y="182"/>
                      <a:pt x="21270" y="182"/>
                    </a:cubicBezTo>
                    <a:close/>
                  </a:path>
                </a:pathLst>
              </a:custGeom>
              <a:solidFill>
                <a:srgbClr val="000000"/>
              </a:solidFill>
              <a:ln w="4794" cap="sq">
                <a:noFill/>
                <a:prstDash val="solid"/>
                <a:round/>
              </a:ln>
            </p:spPr>
            <p:txBody>
              <a:bodyPr rtlCol="0" anchor="ctr"/>
              <a:lstStyle/>
              <a:p>
                <a:endParaRPr lang="en-US"/>
              </a:p>
            </p:txBody>
          </p:sp>
          <p:sp>
            <p:nvSpPr>
              <p:cNvPr id="1820" name="Freeform: Shape 1819">
                <a:extLst>
                  <a:ext uri="{FF2B5EF4-FFF2-40B4-BE49-F238E27FC236}">
                    <a16:creationId xmlns:a16="http://schemas.microsoft.com/office/drawing/2014/main" id="{40271B2F-33B1-FF73-49BC-024CA576DD89}"/>
                  </a:ext>
                </a:extLst>
              </p:cNvPr>
              <p:cNvSpPr/>
              <p:nvPr/>
            </p:nvSpPr>
            <p:spPr>
              <a:xfrm>
                <a:off x="7609187" y="8054173"/>
                <a:ext cx="37180" cy="37180"/>
              </a:xfrm>
              <a:custGeom>
                <a:avLst/>
                <a:gdLst>
                  <a:gd name="connsiteX0" fmla="*/ 37426 w 37180"/>
                  <a:gd name="connsiteY0" fmla="*/ 18773 h 37180"/>
                  <a:gd name="connsiteX1" fmla="*/ 18836 w 37180"/>
                  <a:gd name="connsiteY1" fmla="*/ 37363 h 37180"/>
                  <a:gd name="connsiteX2" fmla="*/ 245 w 37180"/>
                  <a:gd name="connsiteY2" fmla="*/ 18773 h 37180"/>
                  <a:gd name="connsiteX3" fmla="*/ 18836 w 37180"/>
                  <a:gd name="connsiteY3" fmla="*/ 183 h 37180"/>
                  <a:gd name="connsiteX4" fmla="*/ 3742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3"/>
                    </a:moveTo>
                    <a:cubicBezTo>
                      <a:pt x="37426" y="29040"/>
                      <a:pt x="29103" y="37363"/>
                      <a:pt x="18836" y="37363"/>
                    </a:cubicBezTo>
                    <a:cubicBezTo>
                      <a:pt x="8569" y="37363"/>
                      <a:pt x="245" y="29040"/>
                      <a:pt x="245" y="18773"/>
                    </a:cubicBezTo>
                    <a:cubicBezTo>
                      <a:pt x="245" y="8506"/>
                      <a:pt x="8569" y="183"/>
                      <a:pt x="18836" y="183"/>
                    </a:cubicBezTo>
                    <a:cubicBezTo>
                      <a:pt x="29103" y="183"/>
                      <a:pt x="37426" y="8506"/>
                      <a:pt x="37426" y="18773"/>
                    </a:cubicBezTo>
                    <a:close/>
                  </a:path>
                </a:pathLst>
              </a:custGeom>
              <a:solidFill>
                <a:srgbClr val="F7A500"/>
              </a:solidFill>
              <a:ln w="5753" cap="sq">
                <a:noFill/>
                <a:prstDash val="solid"/>
                <a:miter/>
              </a:ln>
            </p:spPr>
            <p:txBody>
              <a:bodyPr rtlCol="0" anchor="ctr"/>
              <a:lstStyle/>
              <a:p>
                <a:endParaRPr lang="en-US"/>
              </a:p>
            </p:txBody>
          </p:sp>
          <p:sp>
            <p:nvSpPr>
              <p:cNvPr id="1821" name="Freeform: Shape 1820">
                <a:extLst>
                  <a:ext uri="{FF2B5EF4-FFF2-40B4-BE49-F238E27FC236}">
                    <a16:creationId xmlns:a16="http://schemas.microsoft.com/office/drawing/2014/main" id="{8CD844A2-D686-BE00-4674-0468CE46D6DB}"/>
                  </a:ext>
                </a:extLst>
              </p:cNvPr>
              <p:cNvSpPr/>
              <p:nvPr/>
            </p:nvSpPr>
            <p:spPr>
              <a:xfrm>
                <a:off x="7606787" y="8051773"/>
                <a:ext cx="41981" cy="41981"/>
              </a:xfrm>
              <a:custGeom>
                <a:avLst/>
                <a:gdLst>
                  <a:gd name="connsiteX0" fmla="*/ 21236 w 41981"/>
                  <a:gd name="connsiteY0" fmla="*/ 4983 h 41981"/>
                  <a:gd name="connsiteX1" fmla="*/ 37426 w 41981"/>
                  <a:gd name="connsiteY1" fmla="*/ 21173 h 41981"/>
                  <a:gd name="connsiteX2" fmla="*/ 37426 w 41981"/>
                  <a:gd name="connsiteY2" fmla="*/ 21173 h 41981"/>
                  <a:gd name="connsiteX3" fmla="*/ 21236 w 41981"/>
                  <a:gd name="connsiteY3" fmla="*/ 37363 h 41981"/>
                  <a:gd name="connsiteX4" fmla="*/ 5046 w 41981"/>
                  <a:gd name="connsiteY4" fmla="*/ 21173 h 41981"/>
                  <a:gd name="connsiteX5" fmla="*/ 21236 w 41981"/>
                  <a:gd name="connsiteY5" fmla="*/ 4983 h 41981"/>
                  <a:gd name="connsiteX6" fmla="*/ 21236 w 41981"/>
                  <a:gd name="connsiteY6" fmla="*/ 183 h 41981"/>
                  <a:gd name="connsiteX7" fmla="*/ 245 w 41981"/>
                  <a:gd name="connsiteY7" fmla="*/ 21173 h 41981"/>
                  <a:gd name="connsiteX8" fmla="*/ 21236 w 41981"/>
                  <a:gd name="connsiteY8" fmla="*/ 42164 h 41981"/>
                  <a:gd name="connsiteX9" fmla="*/ 42227 w 41981"/>
                  <a:gd name="connsiteY9" fmla="*/ 21173 h 41981"/>
                  <a:gd name="connsiteX10" fmla="*/ 42227 w 41981"/>
                  <a:gd name="connsiteY10" fmla="*/ 21173 h 41981"/>
                  <a:gd name="connsiteX11" fmla="*/ 2123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3"/>
                    </a:moveTo>
                    <a:cubicBezTo>
                      <a:pt x="30178" y="4983"/>
                      <a:pt x="37426" y="12231"/>
                      <a:pt x="37426" y="21173"/>
                    </a:cubicBezTo>
                    <a:lnTo>
                      <a:pt x="37426" y="21173"/>
                    </a:lnTo>
                    <a:cubicBezTo>
                      <a:pt x="37426" y="30115"/>
                      <a:pt x="30178" y="37363"/>
                      <a:pt x="21236" y="37363"/>
                    </a:cubicBezTo>
                    <a:cubicBezTo>
                      <a:pt x="12294" y="37363"/>
                      <a:pt x="5046" y="30115"/>
                      <a:pt x="5046" y="21173"/>
                    </a:cubicBezTo>
                    <a:cubicBezTo>
                      <a:pt x="5046" y="12231"/>
                      <a:pt x="12294" y="4983"/>
                      <a:pt x="21236" y="4983"/>
                    </a:cubicBezTo>
                    <a:close/>
                    <a:moveTo>
                      <a:pt x="21236" y="183"/>
                    </a:moveTo>
                    <a:cubicBezTo>
                      <a:pt x="9643" y="183"/>
                      <a:pt x="245" y="9581"/>
                      <a:pt x="245" y="21173"/>
                    </a:cubicBezTo>
                    <a:cubicBezTo>
                      <a:pt x="245" y="32766"/>
                      <a:pt x="9643" y="42164"/>
                      <a:pt x="21236" y="42164"/>
                    </a:cubicBezTo>
                    <a:cubicBezTo>
                      <a:pt x="32829" y="42164"/>
                      <a:pt x="42227" y="32766"/>
                      <a:pt x="42227" y="21173"/>
                    </a:cubicBezTo>
                    <a:lnTo>
                      <a:pt x="42227" y="21173"/>
                    </a:lnTo>
                    <a:cubicBezTo>
                      <a:pt x="42227" y="9581"/>
                      <a:pt x="32829" y="183"/>
                      <a:pt x="21236" y="183"/>
                    </a:cubicBezTo>
                    <a:close/>
                  </a:path>
                </a:pathLst>
              </a:custGeom>
              <a:solidFill>
                <a:srgbClr val="000000"/>
              </a:solidFill>
              <a:ln w="4794" cap="sq">
                <a:noFill/>
                <a:prstDash val="solid"/>
                <a:round/>
              </a:ln>
            </p:spPr>
            <p:txBody>
              <a:bodyPr rtlCol="0" anchor="ctr"/>
              <a:lstStyle/>
              <a:p>
                <a:endParaRPr lang="en-US"/>
              </a:p>
            </p:txBody>
          </p:sp>
          <p:sp>
            <p:nvSpPr>
              <p:cNvPr id="1822" name="Freeform: Shape 1821">
                <a:extLst>
                  <a:ext uri="{FF2B5EF4-FFF2-40B4-BE49-F238E27FC236}">
                    <a16:creationId xmlns:a16="http://schemas.microsoft.com/office/drawing/2014/main" id="{5E701CC7-0017-5E5B-64E4-364F3444C65C}"/>
                  </a:ext>
                </a:extLst>
              </p:cNvPr>
              <p:cNvSpPr/>
              <p:nvPr/>
            </p:nvSpPr>
            <p:spPr>
              <a:xfrm>
                <a:off x="7695120" y="8052307"/>
                <a:ext cx="37180" cy="37180"/>
              </a:xfrm>
              <a:custGeom>
                <a:avLst/>
                <a:gdLst>
                  <a:gd name="connsiteX0" fmla="*/ 37441 w 37180"/>
                  <a:gd name="connsiteY0" fmla="*/ 18773 h 37180"/>
                  <a:gd name="connsiteX1" fmla="*/ 18851 w 37180"/>
                  <a:gd name="connsiteY1" fmla="*/ 37363 h 37180"/>
                  <a:gd name="connsiteX2" fmla="*/ 260 w 37180"/>
                  <a:gd name="connsiteY2" fmla="*/ 18773 h 37180"/>
                  <a:gd name="connsiteX3" fmla="*/ 18851 w 37180"/>
                  <a:gd name="connsiteY3" fmla="*/ 182 h 37180"/>
                  <a:gd name="connsiteX4" fmla="*/ 3744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3"/>
                    </a:moveTo>
                    <a:cubicBezTo>
                      <a:pt x="37441" y="29040"/>
                      <a:pt x="29118" y="37363"/>
                      <a:pt x="18851" y="37363"/>
                    </a:cubicBezTo>
                    <a:cubicBezTo>
                      <a:pt x="8583" y="37363"/>
                      <a:pt x="260" y="29040"/>
                      <a:pt x="260" y="18773"/>
                    </a:cubicBezTo>
                    <a:cubicBezTo>
                      <a:pt x="260" y="8505"/>
                      <a:pt x="8583" y="182"/>
                      <a:pt x="18851" y="182"/>
                    </a:cubicBezTo>
                    <a:cubicBezTo>
                      <a:pt x="29118" y="182"/>
                      <a:pt x="37441" y="8505"/>
                      <a:pt x="37441" y="18773"/>
                    </a:cubicBezTo>
                    <a:close/>
                  </a:path>
                </a:pathLst>
              </a:custGeom>
              <a:solidFill>
                <a:srgbClr val="F7A500"/>
              </a:solidFill>
              <a:ln w="5753" cap="sq">
                <a:noFill/>
                <a:prstDash val="solid"/>
                <a:miter/>
              </a:ln>
            </p:spPr>
            <p:txBody>
              <a:bodyPr rtlCol="0" anchor="ctr"/>
              <a:lstStyle/>
              <a:p>
                <a:endParaRPr lang="en-US"/>
              </a:p>
            </p:txBody>
          </p:sp>
          <p:sp>
            <p:nvSpPr>
              <p:cNvPr id="1823" name="Freeform: Shape 1822">
                <a:extLst>
                  <a:ext uri="{FF2B5EF4-FFF2-40B4-BE49-F238E27FC236}">
                    <a16:creationId xmlns:a16="http://schemas.microsoft.com/office/drawing/2014/main" id="{1D86F92D-6806-C84E-DD94-4750A0D6064C}"/>
                  </a:ext>
                </a:extLst>
              </p:cNvPr>
              <p:cNvSpPr/>
              <p:nvPr/>
            </p:nvSpPr>
            <p:spPr>
              <a:xfrm>
                <a:off x="7692720" y="8049907"/>
                <a:ext cx="41981" cy="41981"/>
              </a:xfrm>
              <a:custGeom>
                <a:avLst/>
                <a:gdLst>
                  <a:gd name="connsiteX0" fmla="*/ 21251 w 41981"/>
                  <a:gd name="connsiteY0" fmla="*/ 4983 h 41981"/>
                  <a:gd name="connsiteX1" fmla="*/ 37441 w 41981"/>
                  <a:gd name="connsiteY1" fmla="*/ 21173 h 41981"/>
                  <a:gd name="connsiteX2" fmla="*/ 37441 w 41981"/>
                  <a:gd name="connsiteY2" fmla="*/ 21173 h 41981"/>
                  <a:gd name="connsiteX3" fmla="*/ 21251 w 41981"/>
                  <a:gd name="connsiteY3" fmla="*/ 37363 h 41981"/>
                  <a:gd name="connsiteX4" fmla="*/ 5061 w 41981"/>
                  <a:gd name="connsiteY4" fmla="*/ 21173 h 41981"/>
                  <a:gd name="connsiteX5" fmla="*/ 21251 w 41981"/>
                  <a:gd name="connsiteY5" fmla="*/ 4983 h 41981"/>
                  <a:gd name="connsiteX6" fmla="*/ 21251 w 41981"/>
                  <a:gd name="connsiteY6" fmla="*/ 182 h 41981"/>
                  <a:gd name="connsiteX7" fmla="*/ 260 w 41981"/>
                  <a:gd name="connsiteY7" fmla="*/ 21173 h 41981"/>
                  <a:gd name="connsiteX8" fmla="*/ 21251 w 41981"/>
                  <a:gd name="connsiteY8" fmla="*/ 42163 h 41981"/>
                  <a:gd name="connsiteX9" fmla="*/ 42241 w 41981"/>
                  <a:gd name="connsiteY9" fmla="*/ 21173 h 41981"/>
                  <a:gd name="connsiteX10" fmla="*/ 42241 w 41981"/>
                  <a:gd name="connsiteY10" fmla="*/ 21173 h 41981"/>
                  <a:gd name="connsiteX11" fmla="*/ 21251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3"/>
                    </a:moveTo>
                    <a:cubicBezTo>
                      <a:pt x="30193" y="4983"/>
                      <a:pt x="37441" y="12231"/>
                      <a:pt x="37441" y="21173"/>
                    </a:cubicBezTo>
                    <a:lnTo>
                      <a:pt x="37441" y="21173"/>
                    </a:lnTo>
                    <a:cubicBezTo>
                      <a:pt x="37441" y="30115"/>
                      <a:pt x="30193" y="37363"/>
                      <a:pt x="21251" y="37363"/>
                    </a:cubicBezTo>
                    <a:cubicBezTo>
                      <a:pt x="12309" y="37363"/>
                      <a:pt x="5061" y="30115"/>
                      <a:pt x="5061" y="21173"/>
                    </a:cubicBezTo>
                    <a:cubicBezTo>
                      <a:pt x="5061" y="12231"/>
                      <a:pt x="12309" y="4983"/>
                      <a:pt x="21251" y="4983"/>
                    </a:cubicBezTo>
                    <a:close/>
                    <a:moveTo>
                      <a:pt x="21251" y="182"/>
                    </a:moveTo>
                    <a:cubicBezTo>
                      <a:pt x="9658" y="182"/>
                      <a:pt x="260" y="9580"/>
                      <a:pt x="260" y="21173"/>
                    </a:cubicBezTo>
                    <a:cubicBezTo>
                      <a:pt x="260" y="32765"/>
                      <a:pt x="9658" y="42163"/>
                      <a:pt x="21251" y="42163"/>
                    </a:cubicBezTo>
                    <a:cubicBezTo>
                      <a:pt x="32843" y="42163"/>
                      <a:pt x="42241" y="32765"/>
                      <a:pt x="42241" y="21173"/>
                    </a:cubicBezTo>
                    <a:lnTo>
                      <a:pt x="42241" y="21173"/>
                    </a:lnTo>
                    <a:cubicBezTo>
                      <a:pt x="42241" y="9580"/>
                      <a:pt x="32843" y="182"/>
                      <a:pt x="21251" y="182"/>
                    </a:cubicBezTo>
                    <a:close/>
                  </a:path>
                </a:pathLst>
              </a:custGeom>
              <a:solidFill>
                <a:srgbClr val="000000"/>
              </a:solidFill>
              <a:ln w="4794" cap="sq">
                <a:noFill/>
                <a:prstDash val="solid"/>
                <a:round/>
              </a:ln>
            </p:spPr>
            <p:txBody>
              <a:bodyPr rtlCol="0" anchor="ctr"/>
              <a:lstStyle/>
              <a:p>
                <a:endParaRPr lang="en-US"/>
              </a:p>
            </p:txBody>
          </p:sp>
          <p:sp>
            <p:nvSpPr>
              <p:cNvPr id="1824" name="Freeform: Shape 1823">
                <a:extLst>
                  <a:ext uri="{FF2B5EF4-FFF2-40B4-BE49-F238E27FC236}">
                    <a16:creationId xmlns:a16="http://schemas.microsoft.com/office/drawing/2014/main" id="{E6D2E94E-681D-A796-2F2A-C17A6130616D}"/>
                  </a:ext>
                </a:extLst>
              </p:cNvPr>
              <p:cNvSpPr/>
              <p:nvPr/>
            </p:nvSpPr>
            <p:spPr>
              <a:xfrm>
                <a:off x="7639502" y="8047659"/>
                <a:ext cx="37180" cy="37180"/>
              </a:xfrm>
              <a:custGeom>
                <a:avLst/>
                <a:gdLst>
                  <a:gd name="connsiteX0" fmla="*/ 37431 w 37180"/>
                  <a:gd name="connsiteY0" fmla="*/ 18772 h 37180"/>
                  <a:gd name="connsiteX1" fmla="*/ 18841 w 37180"/>
                  <a:gd name="connsiteY1" fmla="*/ 37362 h 37180"/>
                  <a:gd name="connsiteX2" fmla="*/ 251 w 37180"/>
                  <a:gd name="connsiteY2" fmla="*/ 18772 h 37180"/>
                  <a:gd name="connsiteX3" fmla="*/ 18841 w 37180"/>
                  <a:gd name="connsiteY3" fmla="*/ 181 h 37180"/>
                  <a:gd name="connsiteX4" fmla="*/ 37431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2"/>
                    </a:moveTo>
                    <a:cubicBezTo>
                      <a:pt x="37431" y="29039"/>
                      <a:pt x="29108" y="37362"/>
                      <a:pt x="18841" y="37362"/>
                    </a:cubicBezTo>
                    <a:cubicBezTo>
                      <a:pt x="8574" y="37362"/>
                      <a:pt x="251" y="29039"/>
                      <a:pt x="251" y="18772"/>
                    </a:cubicBezTo>
                    <a:cubicBezTo>
                      <a:pt x="251" y="8505"/>
                      <a:pt x="8574" y="181"/>
                      <a:pt x="18841" y="181"/>
                    </a:cubicBezTo>
                    <a:cubicBezTo>
                      <a:pt x="29108" y="181"/>
                      <a:pt x="37431" y="8505"/>
                      <a:pt x="37431" y="18772"/>
                    </a:cubicBezTo>
                    <a:close/>
                  </a:path>
                </a:pathLst>
              </a:custGeom>
              <a:solidFill>
                <a:srgbClr val="F7E3E3"/>
              </a:solidFill>
              <a:ln w="5753" cap="sq">
                <a:noFill/>
                <a:prstDash val="solid"/>
                <a:miter/>
              </a:ln>
            </p:spPr>
            <p:txBody>
              <a:bodyPr rtlCol="0" anchor="ctr"/>
              <a:lstStyle/>
              <a:p>
                <a:endParaRPr lang="en-US"/>
              </a:p>
            </p:txBody>
          </p:sp>
          <p:sp>
            <p:nvSpPr>
              <p:cNvPr id="1825" name="Freeform: Shape 1824">
                <a:extLst>
                  <a:ext uri="{FF2B5EF4-FFF2-40B4-BE49-F238E27FC236}">
                    <a16:creationId xmlns:a16="http://schemas.microsoft.com/office/drawing/2014/main" id="{F0113F2B-B3C2-E73B-E734-05EE4B87DA30}"/>
                  </a:ext>
                </a:extLst>
              </p:cNvPr>
              <p:cNvSpPr/>
              <p:nvPr/>
            </p:nvSpPr>
            <p:spPr>
              <a:xfrm>
                <a:off x="7637101" y="8045259"/>
                <a:ext cx="41981" cy="41981"/>
              </a:xfrm>
              <a:custGeom>
                <a:avLst/>
                <a:gdLst>
                  <a:gd name="connsiteX0" fmla="*/ 21241 w 41981"/>
                  <a:gd name="connsiteY0" fmla="*/ 4982 h 41981"/>
                  <a:gd name="connsiteX1" fmla="*/ 37431 w 41981"/>
                  <a:gd name="connsiteY1" fmla="*/ 21172 h 41981"/>
                  <a:gd name="connsiteX2" fmla="*/ 37431 w 41981"/>
                  <a:gd name="connsiteY2" fmla="*/ 21172 h 41981"/>
                  <a:gd name="connsiteX3" fmla="*/ 21241 w 41981"/>
                  <a:gd name="connsiteY3" fmla="*/ 37362 h 41981"/>
                  <a:gd name="connsiteX4" fmla="*/ 5051 w 41981"/>
                  <a:gd name="connsiteY4" fmla="*/ 21172 h 41981"/>
                  <a:gd name="connsiteX5" fmla="*/ 21241 w 41981"/>
                  <a:gd name="connsiteY5" fmla="*/ 4982 h 41981"/>
                  <a:gd name="connsiteX6" fmla="*/ 21241 w 41981"/>
                  <a:gd name="connsiteY6" fmla="*/ 181 h 41981"/>
                  <a:gd name="connsiteX7" fmla="*/ 251 w 41981"/>
                  <a:gd name="connsiteY7" fmla="*/ 21172 h 41981"/>
                  <a:gd name="connsiteX8" fmla="*/ 21241 w 41981"/>
                  <a:gd name="connsiteY8" fmla="*/ 42163 h 41981"/>
                  <a:gd name="connsiteX9" fmla="*/ 42232 w 41981"/>
                  <a:gd name="connsiteY9" fmla="*/ 21172 h 41981"/>
                  <a:gd name="connsiteX10" fmla="*/ 42232 w 41981"/>
                  <a:gd name="connsiteY10" fmla="*/ 21172 h 41981"/>
                  <a:gd name="connsiteX11" fmla="*/ 21241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2"/>
                    </a:moveTo>
                    <a:cubicBezTo>
                      <a:pt x="30183" y="4982"/>
                      <a:pt x="37431" y="12230"/>
                      <a:pt x="37431" y="21172"/>
                    </a:cubicBezTo>
                    <a:lnTo>
                      <a:pt x="37431" y="21172"/>
                    </a:lnTo>
                    <a:cubicBezTo>
                      <a:pt x="37431" y="30114"/>
                      <a:pt x="30183" y="37362"/>
                      <a:pt x="21241" y="37362"/>
                    </a:cubicBezTo>
                    <a:cubicBezTo>
                      <a:pt x="12299" y="37362"/>
                      <a:pt x="5051" y="30114"/>
                      <a:pt x="5051" y="21172"/>
                    </a:cubicBezTo>
                    <a:cubicBezTo>
                      <a:pt x="5051" y="12230"/>
                      <a:pt x="12299" y="4982"/>
                      <a:pt x="21241" y="4982"/>
                    </a:cubicBezTo>
                    <a:close/>
                    <a:moveTo>
                      <a:pt x="21241" y="181"/>
                    </a:moveTo>
                    <a:cubicBezTo>
                      <a:pt x="9649" y="181"/>
                      <a:pt x="251" y="9579"/>
                      <a:pt x="251" y="21172"/>
                    </a:cubicBezTo>
                    <a:cubicBezTo>
                      <a:pt x="251" y="32765"/>
                      <a:pt x="9649" y="42163"/>
                      <a:pt x="21241" y="42163"/>
                    </a:cubicBezTo>
                    <a:cubicBezTo>
                      <a:pt x="32834" y="42163"/>
                      <a:pt x="42232" y="32765"/>
                      <a:pt x="42232" y="21172"/>
                    </a:cubicBezTo>
                    <a:lnTo>
                      <a:pt x="42232" y="21172"/>
                    </a:lnTo>
                    <a:cubicBezTo>
                      <a:pt x="42232" y="9579"/>
                      <a:pt x="32834" y="181"/>
                      <a:pt x="21241" y="181"/>
                    </a:cubicBezTo>
                    <a:close/>
                  </a:path>
                </a:pathLst>
              </a:custGeom>
              <a:solidFill>
                <a:srgbClr val="000000"/>
              </a:solidFill>
              <a:ln w="4794" cap="sq">
                <a:noFill/>
                <a:prstDash val="solid"/>
                <a:round/>
              </a:ln>
            </p:spPr>
            <p:txBody>
              <a:bodyPr rtlCol="0" anchor="ctr"/>
              <a:lstStyle/>
              <a:p>
                <a:endParaRPr lang="en-US"/>
              </a:p>
            </p:txBody>
          </p:sp>
          <p:sp>
            <p:nvSpPr>
              <p:cNvPr id="1826" name="Freeform: Shape 1825">
                <a:extLst>
                  <a:ext uri="{FF2B5EF4-FFF2-40B4-BE49-F238E27FC236}">
                    <a16:creationId xmlns:a16="http://schemas.microsoft.com/office/drawing/2014/main" id="{BC91009C-043C-E811-CE0B-478AE5EA9E7E}"/>
                  </a:ext>
                </a:extLst>
              </p:cNvPr>
              <p:cNvSpPr/>
              <p:nvPr/>
            </p:nvSpPr>
            <p:spPr>
              <a:xfrm>
                <a:off x="7698438" y="8061506"/>
                <a:ext cx="37180" cy="37180"/>
              </a:xfrm>
              <a:custGeom>
                <a:avLst/>
                <a:gdLst>
                  <a:gd name="connsiteX0" fmla="*/ 37442 w 37180"/>
                  <a:gd name="connsiteY0" fmla="*/ 18774 h 37180"/>
                  <a:gd name="connsiteX1" fmla="*/ 18851 w 37180"/>
                  <a:gd name="connsiteY1" fmla="*/ 37365 h 37180"/>
                  <a:gd name="connsiteX2" fmla="*/ 261 w 37180"/>
                  <a:gd name="connsiteY2" fmla="*/ 18774 h 37180"/>
                  <a:gd name="connsiteX3" fmla="*/ 18851 w 37180"/>
                  <a:gd name="connsiteY3" fmla="*/ 184 h 37180"/>
                  <a:gd name="connsiteX4" fmla="*/ 37442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74"/>
                    </a:moveTo>
                    <a:cubicBezTo>
                      <a:pt x="37442" y="29041"/>
                      <a:pt x="29118" y="37365"/>
                      <a:pt x="18851" y="37365"/>
                    </a:cubicBezTo>
                    <a:cubicBezTo>
                      <a:pt x="8584" y="37365"/>
                      <a:pt x="261" y="29041"/>
                      <a:pt x="261" y="18774"/>
                    </a:cubicBezTo>
                    <a:cubicBezTo>
                      <a:pt x="261" y="8507"/>
                      <a:pt x="8584" y="184"/>
                      <a:pt x="18851" y="184"/>
                    </a:cubicBezTo>
                    <a:cubicBezTo>
                      <a:pt x="29118" y="184"/>
                      <a:pt x="37442" y="8507"/>
                      <a:pt x="37442" y="18774"/>
                    </a:cubicBezTo>
                    <a:close/>
                  </a:path>
                </a:pathLst>
              </a:custGeom>
              <a:solidFill>
                <a:srgbClr val="C8F7C8"/>
              </a:solidFill>
              <a:ln w="5753" cap="sq">
                <a:noFill/>
                <a:prstDash val="solid"/>
                <a:miter/>
              </a:ln>
            </p:spPr>
            <p:txBody>
              <a:bodyPr rtlCol="0" anchor="ctr"/>
              <a:lstStyle/>
              <a:p>
                <a:endParaRPr lang="en-US"/>
              </a:p>
            </p:txBody>
          </p:sp>
          <p:sp>
            <p:nvSpPr>
              <p:cNvPr id="1827" name="Freeform: Shape 1826">
                <a:extLst>
                  <a:ext uri="{FF2B5EF4-FFF2-40B4-BE49-F238E27FC236}">
                    <a16:creationId xmlns:a16="http://schemas.microsoft.com/office/drawing/2014/main" id="{AAFB30DE-F38E-58BF-5D4E-17C7A97941AB}"/>
                  </a:ext>
                </a:extLst>
              </p:cNvPr>
              <p:cNvSpPr/>
              <p:nvPr/>
            </p:nvSpPr>
            <p:spPr>
              <a:xfrm>
                <a:off x="7696038" y="8059106"/>
                <a:ext cx="41981" cy="41981"/>
              </a:xfrm>
              <a:custGeom>
                <a:avLst/>
                <a:gdLst>
                  <a:gd name="connsiteX0" fmla="*/ 21251 w 41981"/>
                  <a:gd name="connsiteY0" fmla="*/ 4984 h 41981"/>
                  <a:gd name="connsiteX1" fmla="*/ 37442 w 41981"/>
                  <a:gd name="connsiteY1" fmla="*/ 21174 h 41981"/>
                  <a:gd name="connsiteX2" fmla="*/ 37442 w 41981"/>
                  <a:gd name="connsiteY2" fmla="*/ 21174 h 41981"/>
                  <a:gd name="connsiteX3" fmla="*/ 21251 w 41981"/>
                  <a:gd name="connsiteY3" fmla="*/ 37365 h 41981"/>
                  <a:gd name="connsiteX4" fmla="*/ 5061 w 41981"/>
                  <a:gd name="connsiteY4" fmla="*/ 21174 h 41981"/>
                  <a:gd name="connsiteX5" fmla="*/ 21251 w 41981"/>
                  <a:gd name="connsiteY5" fmla="*/ 4984 h 41981"/>
                  <a:gd name="connsiteX6" fmla="*/ 21251 w 41981"/>
                  <a:gd name="connsiteY6" fmla="*/ 184 h 41981"/>
                  <a:gd name="connsiteX7" fmla="*/ 261 w 41981"/>
                  <a:gd name="connsiteY7" fmla="*/ 21174 h 41981"/>
                  <a:gd name="connsiteX8" fmla="*/ 21251 w 41981"/>
                  <a:gd name="connsiteY8" fmla="*/ 42165 h 41981"/>
                  <a:gd name="connsiteX9" fmla="*/ 42242 w 41981"/>
                  <a:gd name="connsiteY9" fmla="*/ 21174 h 41981"/>
                  <a:gd name="connsiteX10" fmla="*/ 42242 w 41981"/>
                  <a:gd name="connsiteY10" fmla="*/ 21174 h 41981"/>
                  <a:gd name="connsiteX11" fmla="*/ 2125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4"/>
                    </a:moveTo>
                    <a:cubicBezTo>
                      <a:pt x="30193" y="4984"/>
                      <a:pt x="37442" y="12233"/>
                      <a:pt x="37442" y="21174"/>
                    </a:cubicBezTo>
                    <a:lnTo>
                      <a:pt x="37442" y="21174"/>
                    </a:lnTo>
                    <a:cubicBezTo>
                      <a:pt x="37442" y="30116"/>
                      <a:pt x="30193" y="37365"/>
                      <a:pt x="21251" y="37365"/>
                    </a:cubicBezTo>
                    <a:cubicBezTo>
                      <a:pt x="12310" y="37365"/>
                      <a:pt x="5061" y="30116"/>
                      <a:pt x="5061" y="21174"/>
                    </a:cubicBezTo>
                    <a:cubicBezTo>
                      <a:pt x="5061" y="12233"/>
                      <a:pt x="12310" y="4984"/>
                      <a:pt x="21251" y="4984"/>
                    </a:cubicBezTo>
                    <a:close/>
                    <a:moveTo>
                      <a:pt x="21251" y="184"/>
                    </a:moveTo>
                    <a:cubicBezTo>
                      <a:pt x="9659" y="184"/>
                      <a:pt x="261" y="9582"/>
                      <a:pt x="261" y="21174"/>
                    </a:cubicBezTo>
                    <a:cubicBezTo>
                      <a:pt x="261" y="32767"/>
                      <a:pt x="9659" y="42165"/>
                      <a:pt x="21251" y="42165"/>
                    </a:cubicBezTo>
                    <a:cubicBezTo>
                      <a:pt x="32844" y="42165"/>
                      <a:pt x="42242" y="32767"/>
                      <a:pt x="42242" y="21174"/>
                    </a:cubicBezTo>
                    <a:lnTo>
                      <a:pt x="42242" y="21174"/>
                    </a:lnTo>
                    <a:cubicBezTo>
                      <a:pt x="42242" y="9582"/>
                      <a:pt x="32844" y="184"/>
                      <a:pt x="21251" y="184"/>
                    </a:cubicBezTo>
                    <a:close/>
                  </a:path>
                </a:pathLst>
              </a:custGeom>
              <a:solidFill>
                <a:srgbClr val="000000"/>
              </a:solidFill>
              <a:ln w="4794" cap="sq">
                <a:noFill/>
                <a:prstDash val="solid"/>
                <a:round/>
              </a:ln>
            </p:spPr>
            <p:txBody>
              <a:bodyPr rtlCol="0" anchor="ctr"/>
              <a:lstStyle/>
              <a:p>
                <a:endParaRPr lang="en-US"/>
              </a:p>
            </p:txBody>
          </p:sp>
          <p:sp>
            <p:nvSpPr>
              <p:cNvPr id="1828" name="Freeform: Shape 1827">
                <a:extLst>
                  <a:ext uri="{FF2B5EF4-FFF2-40B4-BE49-F238E27FC236}">
                    <a16:creationId xmlns:a16="http://schemas.microsoft.com/office/drawing/2014/main" id="{D983E1F6-E961-B659-340F-35E32A8B56B9}"/>
                  </a:ext>
                </a:extLst>
              </p:cNvPr>
              <p:cNvSpPr/>
              <p:nvPr/>
            </p:nvSpPr>
            <p:spPr>
              <a:xfrm>
                <a:off x="7616554" y="8061558"/>
                <a:ext cx="37180" cy="37180"/>
              </a:xfrm>
              <a:custGeom>
                <a:avLst/>
                <a:gdLst>
                  <a:gd name="connsiteX0" fmla="*/ 37427 w 37180"/>
                  <a:gd name="connsiteY0" fmla="*/ 18774 h 37180"/>
                  <a:gd name="connsiteX1" fmla="*/ 18837 w 37180"/>
                  <a:gd name="connsiteY1" fmla="*/ 37365 h 37180"/>
                  <a:gd name="connsiteX2" fmla="*/ 247 w 37180"/>
                  <a:gd name="connsiteY2" fmla="*/ 18774 h 37180"/>
                  <a:gd name="connsiteX3" fmla="*/ 18837 w 37180"/>
                  <a:gd name="connsiteY3" fmla="*/ 184 h 37180"/>
                  <a:gd name="connsiteX4" fmla="*/ 3742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74"/>
                    </a:moveTo>
                    <a:cubicBezTo>
                      <a:pt x="37427" y="29041"/>
                      <a:pt x="29104" y="37365"/>
                      <a:pt x="18837" y="37365"/>
                    </a:cubicBezTo>
                    <a:cubicBezTo>
                      <a:pt x="8570" y="37365"/>
                      <a:pt x="247" y="29041"/>
                      <a:pt x="247" y="18774"/>
                    </a:cubicBezTo>
                    <a:cubicBezTo>
                      <a:pt x="247" y="8507"/>
                      <a:pt x="8570" y="184"/>
                      <a:pt x="18837" y="184"/>
                    </a:cubicBezTo>
                    <a:cubicBezTo>
                      <a:pt x="29104" y="184"/>
                      <a:pt x="37427" y="8507"/>
                      <a:pt x="37427" y="18774"/>
                    </a:cubicBezTo>
                    <a:close/>
                  </a:path>
                </a:pathLst>
              </a:custGeom>
              <a:solidFill>
                <a:srgbClr val="F2F7F2"/>
              </a:solidFill>
              <a:ln w="5753" cap="sq">
                <a:noFill/>
                <a:prstDash val="solid"/>
                <a:miter/>
              </a:ln>
            </p:spPr>
            <p:txBody>
              <a:bodyPr rtlCol="0" anchor="ctr"/>
              <a:lstStyle/>
              <a:p>
                <a:endParaRPr lang="en-US"/>
              </a:p>
            </p:txBody>
          </p:sp>
          <p:sp>
            <p:nvSpPr>
              <p:cNvPr id="1829" name="Freeform: Shape 1828">
                <a:extLst>
                  <a:ext uri="{FF2B5EF4-FFF2-40B4-BE49-F238E27FC236}">
                    <a16:creationId xmlns:a16="http://schemas.microsoft.com/office/drawing/2014/main" id="{94797A56-4875-9B8E-99F1-A9DD737665D3}"/>
                  </a:ext>
                </a:extLst>
              </p:cNvPr>
              <p:cNvSpPr/>
              <p:nvPr/>
            </p:nvSpPr>
            <p:spPr>
              <a:xfrm>
                <a:off x="7614154" y="8059157"/>
                <a:ext cx="41981" cy="41981"/>
              </a:xfrm>
              <a:custGeom>
                <a:avLst/>
                <a:gdLst>
                  <a:gd name="connsiteX0" fmla="*/ 21237 w 41981"/>
                  <a:gd name="connsiteY0" fmla="*/ 4984 h 41981"/>
                  <a:gd name="connsiteX1" fmla="*/ 37427 w 41981"/>
                  <a:gd name="connsiteY1" fmla="*/ 21174 h 41981"/>
                  <a:gd name="connsiteX2" fmla="*/ 37427 w 41981"/>
                  <a:gd name="connsiteY2" fmla="*/ 21174 h 41981"/>
                  <a:gd name="connsiteX3" fmla="*/ 21237 w 41981"/>
                  <a:gd name="connsiteY3" fmla="*/ 37365 h 41981"/>
                  <a:gd name="connsiteX4" fmla="*/ 5047 w 41981"/>
                  <a:gd name="connsiteY4" fmla="*/ 21174 h 41981"/>
                  <a:gd name="connsiteX5" fmla="*/ 21237 w 41981"/>
                  <a:gd name="connsiteY5" fmla="*/ 4984 h 41981"/>
                  <a:gd name="connsiteX6" fmla="*/ 21237 w 41981"/>
                  <a:gd name="connsiteY6" fmla="*/ 184 h 41981"/>
                  <a:gd name="connsiteX7" fmla="*/ 247 w 41981"/>
                  <a:gd name="connsiteY7" fmla="*/ 21174 h 41981"/>
                  <a:gd name="connsiteX8" fmla="*/ 21237 w 41981"/>
                  <a:gd name="connsiteY8" fmla="*/ 42165 h 41981"/>
                  <a:gd name="connsiteX9" fmla="*/ 42228 w 41981"/>
                  <a:gd name="connsiteY9" fmla="*/ 21174 h 41981"/>
                  <a:gd name="connsiteX10" fmla="*/ 42228 w 41981"/>
                  <a:gd name="connsiteY10" fmla="*/ 21174 h 41981"/>
                  <a:gd name="connsiteX11" fmla="*/ 21237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84"/>
                    </a:moveTo>
                    <a:cubicBezTo>
                      <a:pt x="30179" y="4984"/>
                      <a:pt x="37427" y="12233"/>
                      <a:pt x="37427" y="21174"/>
                    </a:cubicBezTo>
                    <a:lnTo>
                      <a:pt x="37427" y="21174"/>
                    </a:lnTo>
                    <a:cubicBezTo>
                      <a:pt x="37427" y="30116"/>
                      <a:pt x="30179" y="37365"/>
                      <a:pt x="21237" y="37365"/>
                    </a:cubicBezTo>
                    <a:cubicBezTo>
                      <a:pt x="12295" y="37365"/>
                      <a:pt x="5047" y="30116"/>
                      <a:pt x="5047" y="21174"/>
                    </a:cubicBezTo>
                    <a:cubicBezTo>
                      <a:pt x="5047" y="12233"/>
                      <a:pt x="12295" y="4984"/>
                      <a:pt x="21237" y="4984"/>
                    </a:cubicBezTo>
                    <a:close/>
                    <a:moveTo>
                      <a:pt x="21237" y="184"/>
                    </a:moveTo>
                    <a:cubicBezTo>
                      <a:pt x="9645" y="184"/>
                      <a:pt x="247" y="9582"/>
                      <a:pt x="247" y="21174"/>
                    </a:cubicBezTo>
                    <a:cubicBezTo>
                      <a:pt x="247" y="32767"/>
                      <a:pt x="9645" y="42165"/>
                      <a:pt x="21237" y="42165"/>
                    </a:cubicBezTo>
                    <a:cubicBezTo>
                      <a:pt x="32830" y="42165"/>
                      <a:pt x="42228" y="32767"/>
                      <a:pt x="42228" y="21174"/>
                    </a:cubicBezTo>
                    <a:lnTo>
                      <a:pt x="42228" y="21174"/>
                    </a:lnTo>
                    <a:cubicBezTo>
                      <a:pt x="42228" y="9582"/>
                      <a:pt x="32830" y="184"/>
                      <a:pt x="21237" y="184"/>
                    </a:cubicBezTo>
                    <a:close/>
                  </a:path>
                </a:pathLst>
              </a:custGeom>
              <a:solidFill>
                <a:srgbClr val="000000"/>
              </a:solidFill>
              <a:ln w="4794" cap="sq">
                <a:noFill/>
                <a:prstDash val="solid"/>
                <a:round/>
              </a:ln>
            </p:spPr>
            <p:txBody>
              <a:bodyPr rtlCol="0" anchor="ctr"/>
              <a:lstStyle/>
              <a:p>
                <a:endParaRPr lang="en-US"/>
              </a:p>
            </p:txBody>
          </p:sp>
          <p:sp>
            <p:nvSpPr>
              <p:cNvPr id="1830" name="Freeform: Shape 1829">
                <a:extLst>
                  <a:ext uri="{FF2B5EF4-FFF2-40B4-BE49-F238E27FC236}">
                    <a16:creationId xmlns:a16="http://schemas.microsoft.com/office/drawing/2014/main" id="{ECE229B8-4D34-35B3-86A1-48597AA87C4F}"/>
                  </a:ext>
                </a:extLst>
              </p:cNvPr>
              <p:cNvSpPr/>
              <p:nvPr/>
            </p:nvSpPr>
            <p:spPr>
              <a:xfrm>
                <a:off x="7644196" y="8047267"/>
                <a:ext cx="37180" cy="37180"/>
              </a:xfrm>
              <a:custGeom>
                <a:avLst/>
                <a:gdLst>
                  <a:gd name="connsiteX0" fmla="*/ 37432 w 37180"/>
                  <a:gd name="connsiteY0" fmla="*/ 18772 h 37180"/>
                  <a:gd name="connsiteX1" fmla="*/ 18842 w 37180"/>
                  <a:gd name="connsiteY1" fmla="*/ 37362 h 37180"/>
                  <a:gd name="connsiteX2" fmla="*/ 251 w 37180"/>
                  <a:gd name="connsiteY2" fmla="*/ 18772 h 37180"/>
                  <a:gd name="connsiteX3" fmla="*/ 18842 w 37180"/>
                  <a:gd name="connsiteY3" fmla="*/ 181 h 37180"/>
                  <a:gd name="connsiteX4" fmla="*/ 37432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2"/>
                    </a:moveTo>
                    <a:cubicBezTo>
                      <a:pt x="37432" y="29039"/>
                      <a:pt x="29109" y="37362"/>
                      <a:pt x="18842" y="37362"/>
                    </a:cubicBezTo>
                    <a:cubicBezTo>
                      <a:pt x="8575" y="37362"/>
                      <a:pt x="251" y="29039"/>
                      <a:pt x="251" y="18772"/>
                    </a:cubicBezTo>
                    <a:cubicBezTo>
                      <a:pt x="251" y="8505"/>
                      <a:pt x="8575" y="181"/>
                      <a:pt x="18842" y="181"/>
                    </a:cubicBezTo>
                    <a:cubicBezTo>
                      <a:pt x="29109" y="181"/>
                      <a:pt x="37432" y="8505"/>
                      <a:pt x="37432" y="18772"/>
                    </a:cubicBezTo>
                    <a:close/>
                  </a:path>
                </a:pathLst>
              </a:custGeom>
              <a:solidFill>
                <a:srgbClr val="EBF7EB"/>
              </a:solidFill>
              <a:ln w="5753" cap="sq">
                <a:noFill/>
                <a:prstDash val="solid"/>
                <a:miter/>
              </a:ln>
            </p:spPr>
            <p:txBody>
              <a:bodyPr rtlCol="0" anchor="ctr"/>
              <a:lstStyle/>
              <a:p>
                <a:endParaRPr lang="en-US"/>
              </a:p>
            </p:txBody>
          </p:sp>
          <p:sp>
            <p:nvSpPr>
              <p:cNvPr id="1831" name="Freeform: Shape 1830">
                <a:extLst>
                  <a:ext uri="{FF2B5EF4-FFF2-40B4-BE49-F238E27FC236}">
                    <a16:creationId xmlns:a16="http://schemas.microsoft.com/office/drawing/2014/main" id="{F63D5F5A-030C-6E77-B041-C13FAFF873E8}"/>
                  </a:ext>
                </a:extLst>
              </p:cNvPr>
              <p:cNvSpPr/>
              <p:nvPr/>
            </p:nvSpPr>
            <p:spPr>
              <a:xfrm>
                <a:off x="7641796" y="8044867"/>
                <a:ext cx="41981" cy="41981"/>
              </a:xfrm>
              <a:custGeom>
                <a:avLst/>
                <a:gdLst>
                  <a:gd name="connsiteX0" fmla="*/ 21242 w 41981"/>
                  <a:gd name="connsiteY0" fmla="*/ 4982 h 41981"/>
                  <a:gd name="connsiteX1" fmla="*/ 37432 w 41981"/>
                  <a:gd name="connsiteY1" fmla="*/ 21172 h 41981"/>
                  <a:gd name="connsiteX2" fmla="*/ 37432 w 41981"/>
                  <a:gd name="connsiteY2" fmla="*/ 21172 h 41981"/>
                  <a:gd name="connsiteX3" fmla="*/ 21242 w 41981"/>
                  <a:gd name="connsiteY3" fmla="*/ 37362 h 41981"/>
                  <a:gd name="connsiteX4" fmla="*/ 5052 w 41981"/>
                  <a:gd name="connsiteY4" fmla="*/ 21172 h 41981"/>
                  <a:gd name="connsiteX5" fmla="*/ 21242 w 41981"/>
                  <a:gd name="connsiteY5" fmla="*/ 4982 h 41981"/>
                  <a:gd name="connsiteX6" fmla="*/ 21242 w 41981"/>
                  <a:gd name="connsiteY6" fmla="*/ 181 h 41981"/>
                  <a:gd name="connsiteX7" fmla="*/ 251 w 41981"/>
                  <a:gd name="connsiteY7" fmla="*/ 21172 h 41981"/>
                  <a:gd name="connsiteX8" fmla="*/ 21242 w 41981"/>
                  <a:gd name="connsiteY8" fmla="*/ 42163 h 41981"/>
                  <a:gd name="connsiteX9" fmla="*/ 42233 w 41981"/>
                  <a:gd name="connsiteY9" fmla="*/ 21172 h 41981"/>
                  <a:gd name="connsiteX10" fmla="*/ 42233 w 41981"/>
                  <a:gd name="connsiteY10" fmla="*/ 21172 h 41981"/>
                  <a:gd name="connsiteX11" fmla="*/ 21242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2"/>
                    </a:moveTo>
                    <a:cubicBezTo>
                      <a:pt x="30184" y="4982"/>
                      <a:pt x="37432" y="12230"/>
                      <a:pt x="37432" y="21172"/>
                    </a:cubicBezTo>
                    <a:lnTo>
                      <a:pt x="37432" y="21172"/>
                    </a:lnTo>
                    <a:cubicBezTo>
                      <a:pt x="37432" y="30114"/>
                      <a:pt x="30184" y="37362"/>
                      <a:pt x="21242" y="37362"/>
                    </a:cubicBezTo>
                    <a:cubicBezTo>
                      <a:pt x="12300" y="37362"/>
                      <a:pt x="5052" y="30114"/>
                      <a:pt x="5052" y="21172"/>
                    </a:cubicBezTo>
                    <a:cubicBezTo>
                      <a:pt x="5052" y="12230"/>
                      <a:pt x="12300" y="4982"/>
                      <a:pt x="21242" y="4982"/>
                    </a:cubicBezTo>
                    <a:close/>
                    <a:moveTo>
                      <a:pt x="21242" y="181"/>
                    </a:moveTo>
                    <a:cubicBezTo>
                      <a:pt x="9649" y="181"/>
                      <a:pt x="251" y="9579"/>
                      <a:pt x="251" y="21172"/>
                    </a:cubicBezTo>
                    <a:cubicBezTo>
                      <a:pt x="251" y="32765"/>
                      <a:pt x="9649" y="42163"/>
                      <a:pt x="21242" y="42163"/>
                    </a:cubicBezTo>
                    <a:cubicBezTo>
                      <a:pt x="32835" y="42163"/>
                      <a:pt x="42233" y="32765"/>
                      <a:pt x="42233" y="21172"/>
                    </a:cubicBezTo>
                    <a:lnTo>
                      <a:pt x="42233" y="21172"/>
                    </a:lnTo>
                    <a:cubicBezTo>
                      <a:pt x="42233" y="9579"/>
                      <a:pt x="32835" y="181"/>
                      <a:pt x="21242" y="181"/>
                    </a:cubicBezTo>
                    <a:close/>
                  </a:path>
                </a:pathLst>
              </a:custGeom>
              <a:solidFill>
                <a:srgbClr val="000000"/>
              </a:solidFill>
              <a:ln w="4794" cap="sq">
                <a:noFill/>
                <a:prstDash val="solid"/>
                <a:round/>
              </a:ln>
            </p:spPr>
            <p:txBody>
              <a:bodyPr rtlCol="0" anchor="ctr"/>
              <a:lstStyle/>
              <a:p>
                <a:endParaRPr lang="en-US"/>
              </a:p>
            </p:txBody>
          </p:sp>
          <p:sp>
            <p:nvSpPr>
              <p:cNvPr id="1832" name="Freeform: Shape 1831">
                <a:extLst>
                  <a:ext uri="{FF2B5EF4-FFF2-40B4-BE49-F238E27FC236}">
                    <a16:creationId xmlns:a16="http://schemas.microsoft.com/office/drawing/2014/main" id="{9AABEEB9-027E-B6BD-3741-EBA57C10650B}"/>
                  </a:ext>
                </a:extLst>
              </p:cNvPr>
              <p:cNvSpPr/>
              <p:nvPr/>
            </p:nvSpPr>
            <p:spPr>
              <a:xfrm>
                <a:off x="7605616" y="8056806"/>
                <a:ext cx="37180" cy="37180"/>
              </a:xfrm>
              <a:custGeom>
                <a:avLst/>
                <a:gdLst>
                  <a:gd name="connsiteX0" fmla="*/ 37426 w 37180"/>
                  <a:gd name="connsiteY0" fmla="*/ 18773 h 37180"/>
                  <a:gd name="connsiteX1" fmla="*/ 18835 w 37180"/>
                  <a:gd name="connsiteY1" fmla="*/ 37364 h 37180"/>
                  <a:gd name="connsiteX2" fmla="*/ 245 w 37180"/>
                  <a:gd name="connsiteY2" fmla="*/ 18773 h 37180"/>
                  <a:gd name="connsiteX3" fmla="*/ 18835 w 37180"/>
                  <a:gd name="connsiteY3" fmla="*/ 183 h 37180"/>
                  <a:gd name="connsiteX4" fmla="*/ 3742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3"/>
                    </a:moveTo>
                    <a:cubicBezTo>
                      <a:pt x="37426" y="29041"/>
                      <a:pt x="29102" y="37364"/>
                      <a:pt x="18835" y="37364"/>
                    </a:cubicBezTo>
                    <a:cubicBezTo>
                      <a:pt x="8568" y="37364"/>
                      <a:pt x="245" y="29041"/>
                      <a:pt x="245" y="18773"/>
                    </a:cubicBezTo>
                    <a:cubicBezTo>
                      <a:pt x="245" y="8506"/>
                      <a:pt x="8568" y="183"/>
                      <a:pt x="18835" y="183"/>
                    </a:cubicBezTo>
                    <a:cubicBezTo>
                      <a:pt x="29102" y="183"/>
                      <a:pt x="37426" y="8506"/>
                      <a:pt x="37426" y="18773"/>
                    </a:cubicBezTo>
                    <a:close/>
                  </a:path>
                </a:pathLst>
              </a:custGeom>
              <a:solidFill>
                <a:srgbClr val="EFF7EF"/>
              </a:solidFill>
              <a:ln w="5753" cap="sq">
                <a:noFill/>
                <a:prstDash val="solid"/>
                <a:miter/>
              </a:ln>
            </p:spPr>
            <p:txBody>
              <a:bodyPr rtlCol="0" anchor="ctr"/>
              <a:lstStyle/>
              <a:p>
                <a:endParaRPr lang="en-US"/>
              </a:p>
            </p:txBody>
          </p:sp>
          <p:sp>
            <p:nvSpPr>
              <p:cNvPr id="1833" name="Freeform: Shape 1832">
                <a:extLst>
                  <a:ext uri="{FF2B5EF4-FFF2-40B4-BE49-F238E27FC236}">
                    <a16:creationId xmlns:a16="http://schemas.microsoft.com/office/drawing/2014/main" id="{4898D92E-0C8E-3E34-2FDE-D7BE33868621}"/>
                  </a:ext>
                </a:extLst>
              </p:cNvPr>
              <p:cNvSpPr/>
              <p:nvPr/>
            </p:nvSpPr>
            <p:spPr>
              <a:xfrm>
                <a:off x="7603215" y="8054405"/>
                <a:ext cx="41981" cy="41981"/>
              </a:xfrm>
              <a:custGeom>
                <a:avLst/>
                <a:gdLst>
                  <a:gd name="connsiteX0" fmla="*/ 21235 w 41981"/>
                  <a:gd name="connsiteY0" fmla="*/ 4983 h 41981"/>
                  <a:gd name="connsiteX1" fmla="*/ 37426 w 41981"/>
                  <a:gd name="connsiteY1" fmla="*/ 21174 h 41981"/>
                  <a:gd name="connsiteX2" fmla="*/ 37426 w 41981"/>
                  <a:gd name="connsiteY2" fmla="*/ 21174 h 41981"/>
                  <a:gd name="connsiteX3" fmla="*/ 21235 w 41981"/>
                  <a:gd name="connsiteY3" fmla="*/ 37364 h 41981"/>
                  <a:gd name="connsiteX4" fmla="*/ 5045 w 41981"/>
                  <a:gd name="connsiteY4" fmla="*/ 21174 h 41981"/>
                  <a:gd name="connsiteX5" fmla="*/ 21235 w 41981"/>
                  <a:gd name="connsiteY5" fmla="*/ 4983 h 41981"/>
                  <a:gd name="connsiteX6" fmla="*/ 21235 w 41981"/>
                  <a:gd name="connsiteY6" fmla="*/ 183 h 41981"/>
                  <a:gd name="connsiteX7" fmla="*/ 245 w 41981"/>
                  <a:gd name="connsiteY7" fmla="*/ 21174 h 41981"/>
                  <a:gd name="connsiteX8" fmla="*/ 21235 w 41981"/>
                  <a:gd name="connsiteY8" fmla="*/ 42164 h 41981"/>
                  <a:gd name="connsiteX9" fmla="*/ 42226 w 41981"/>
                  <a:gd name="connsiteY9" fmla="*/ 21174 h 41981"/>
                  <a:gd name="connsiteX10" fmla="*/ 42226 w 41981"/>
                  <a:gd name="connsiteY10" fmla="*/ 21174 h 41981"/>
                  <a:gd name="connsiteX11" fmla="*/ 21235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83"/>
                    </a:moveTo>
                    <a:cubicBezTo>
                      <a:pt x="30177" y="4983"/>
                      <a:pt x="37426" y="12232"/>
                      <a:pt x="37426" y="21174"/>
                    </a:cubicBezTo>
                    <a:lnTo>
                      <a:pt x="37426" y="21174"/>
                    </a:lnTo>
                    <a:cubicBezTo>
                      <a:pt x="37426" y="30115"/>
                      <a:pt x="30177" y="37364"/>
                      <a:pt x="21235" y="37364"/>
                    </a:cubicBezTo>
                    <a:cubicBezTo>
                      <a:pt x="12294" y="37364"/>
                      <a:pt x="5045" y="30115"/>
                      <a:pt x="5045" y="21174"/>
                    </a:cubicBezTo>
                    <a:cubicBezTo>
                      <a:pt x="5045" y="12232"/>
                      <a:pt x="12294" y="4983"/>
                      <a:pt x="21235" y="4983"/>
                    </a:cubicBezTo>
                    <a:close/>
                    <a:moveTo>
                      <a:pt x="21235" y="183"/>
                    </a:moveTo>
                    <a:cubicBezTo>
                      <a:pt x="9643" y="183"/>
                      <a:pt x="245" y="9581"/>
                      <a:pt x="245" y="21174"/>
                    </a:cubicBezTo>
                    <a:cubicBezTo>
                      <a:pt x="245" y="32766"/>
                      <a:pt x="9643" y="42164"/>
                      <a:pt x="21235" y="42164"/>
                    </a:cubicBezTo>
                    <a:cubicBezTo>
                      <a:pt x="32828" y="42164"/>
                      <a:pt x="42226" y="32766"/>
                      <a:pt x="42226" y="21174"/>
                    </a:cubicBezTo>
                    <a:lnTo>
                      <a:pt x="42226" y="21174"/>
                    </a:lnTo>
                    <a:cubicBezTo>
                      <a:pt x="42226" y="9581"/>
                      <a:pt x="32828" y="183"/>
                      <a:pt x="21235" y="183"/>
                    </a:cubicBezTo>
                    <a:close/>
                  </a:path>
                </a:pathLst>
              </a:custGeom>
              <a:solidFill>
                <a:srgbClr val="000000"/>
              </a:solidFill>
              <a:ln w="4794" cap="sq">
                <a:noFill/>
                <a:prstDash val="solid"/>
                <a:round/>
              </a:ln>
            </p:spPr>
            <p:txBody>
              <a:bodyPr rtlCol="0" anchor="ctr"/>
              <a:lstStyle/>
              <a:p>
                <a:endParaRPr lang="en-US"/>
              </a:p>
            </p:txBody>
          </p:sp>
          <p:sp>
            <p:nvSpPr>
              <p:cNvPr id="1834" name="Freeform: Shape 1833">
                <a:extLst>
                  <a:ext uri="{FF2B5EF4-FFF2-40B4-BE49-F238E27FC236}">
                    <a16:creationId xmlns:a16="http://schemas.microsoft.com/office/drawing/2014/main" id="{7483D925-974D-A1B9-27A8-091BD5CBCE37}"/>
                  </a:ext>
                </a:extLst>
              </p:cNvPr>
              <p:cNvSpPr/>
              <p:nvPr/>
            </p:nvSpPr>
            <p:spPr>
              <a:xfrm>
                <a:off x="7607453" y="8035499"/>
                <a:ext cx="37180" cy="37180"/>
              </a:xfrm>
              <a:custGeom>
                <a:avLst/>
                <a:gdLst>
                  <a:gd name="connsiteX0" fmla="*/ 37426 w 37180"/>
                  <a:gd name="connsiteY0" fmla="*/ 18770 h 37180"/>
                  <a:gd name="connsiteX1" fmla="*/ 18835 w 37180"/>
                  <a:gd name="connsiteY1" fmla="*/ 37360 h 37180"/>
                  <a:gd name="connsiteX2" fmla="*/ 245 w 37180"/>
                  <a:gd name="connsiteY2" fmla="*/ 18770 h 37180"/>
                  <a:gd name="connsiteX3" fmla="*/ 18835 w 37180"/>
                  <a:gd name="connsiteY3" fmla="*/ 179 h 37180"/>
                  <a:gd name="connsiteX4" fmla="*/ 3742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0"/>
                    </a:moveTo>
                    <a:cubicBezTo>
                      <a:pt x="37426" y="29037"/>
                      <a:pt x="29103" y="37360"/>
                      <a:pt x="18835" y="37360"/>
                    </a:cubicBezTo>
                    <a:cubicBezTo>
                      <a:pt x="8568" y="37360"/>
                      <a:pt x="245" y="29037"/>
                      <a:pt x="245" y="18770"/>
                    </a:cubicBezTo>
                    <a:cubicBezTo>
                      <a:pt x="245" y="8503"/>
                      <a:pt x="8568" y="179"/>
                      <a:pt x="18835" y="179"/>
                    </a:cubicBezTo>
                    <a:cubicBezTo>
                      <a:pt x="29103" y="179"/>
                      <a:pt x="37426" y="8503"/>
                      <a:pt x="37426" y="18770"/>
                    </a:cubicBezTo>
                    <a:close/>
                  </a:path>
                </a:pathLst>
              </a:custGeom>
              <a:solidFill>
                <a:srgbClr val="F7EEEE"/>
              </a:solidFill>
              <a:ln w="5753" cap="sq">
                <a:noFill/>
                <a:prstDash val="solid"/>
                <a:miter/>
              </a:ln>
            </p:spPr>
            <p:txBody>
              <a:bodyPr rtlCol="0" anchor="ctr"/>
              <a:lstStyle/>
              <a:p>
                <a:endParaRPr lang="en-US"/>
              </a:p>
            </p:txBody>
          </p:sp>
          <p:sp>
            <p:nvSpPr>
              <p:cNvPr id="1835" name="Freeform: Shape 1834">
                <a:extLst>
                  <a:ext uri="{FF2B5EF4-FFF2-40B4-BE49-F238E27FC236}">
                    <a16:creationId xmlns:a16="http://schemas.microsoft.com/office/drawing/2014/main" id="{E754BD3B-A3B7-73B4-ACEF-EC3062D60A85}"/>
                  </a:ext>
                </a:extLst>
              </p:cNvPr>
              <p:cNvSpPr/>
              <p:nvPr/>
            </p:nvSpPr>
            <p:spPr>
              <a:xfrm>
                <a:off x="7605053" y="8033099"/>
                <a:ext cx="41981" cy="41981"/>
              </a:xfrm>
              <a:custGeom>
                <a:avLst/>
                <a:gdLst>
                  <a:gd name="connsiteX0" fmla="*/ 21236 w 41981"/>
                  <a:gd name="connsiteY0" fmla="*/ 4980 h 41981"/>
                  <a:gd name="connsiteX1" fmla="*/ 37426 w 41981"/>
                  <a:gd name="connsiteY1" fmla="*/ 21170 h 41981"/>
                  <a:gd name="connsiteX2" fmla="*/ 37426 w 41981"/>
                  <a:gd name="connsiteY2" fmla="*/ 21170 h 41981"/>
                  <a:gd name="connsiteX3" fmla="*/ 21236 w 41981"/>
                  <a:gd name="connsiteY3" fmla="*/ 37360 h 41981"/>
                  <a:gd name="connsiteX4" fmla="*/ 5045 w 41981"/>
                  <a:gd name="connsiteY4" fmla="*/ 21170 h 41981"/>
                  <a:gd name="connsiteX5" fmla="*/ 21236 w 41981"/>
                  <a:gd name="connsiteY5" fmla="*/ 4980 h 41981"/>
                  <a:gd name="connsiteX6" fmla="*/ 21236 w 41981"/>
                  <a:gd name="connsiteY6" fmla="*/ 179 h 41981"/>
                  <a:gd name="connsiteX7" fmla="*/ 245 w 41981"/>
                  <a:gd name="connsiteY7" fmla="*/ 21170 h 41981"/>
                  <a:gd name="connsiteX8" fmla="*/ 21236 w 41981"/>
                  <a:gd name="connsiteY8" fmla="*/ 42160 h 41981"/>
                  <a:gd name="connsiteX9" fmla="*/ 42226 w 41981"/>
                  <a:gd name="connsiteY9" fmla="*/ 21170 h 41981"/>
                  <a:gd name="connsiteX10" fmla="*/ 42226 w 41981"/>
                  <a:gd name="connsiteY10" fmla="*/ 21170 h 41981"/>
                  <a:gd name="connsiteX11" fmla="*/ 21236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0"/>
                    </a:moveTo>
                    <a:cubicBezTo>
                      <a:pt x="30177" y="4980"/>
                      <a:pt x="37426" y="12228"/>
                      <a:pt x="37426" y="21170"/>
                    </a:cubicBezTo>
                    <a:lnTo>
                      <a:pt x="37426" y="21170"/>
                    </a:lnTo>
                    <a:cubicBezTo>
                      <a:pt x="37426" y="30112"/>
                      <a:pt x="30177" y="37360"/>
                      <a:pt x="21236" y="37360"/>
                    </a:cubicBezTo>
                    <a:cubicBezTo>
                      <a:pt x="12294" y="37360"/>
                      <a:pt x="5045" y="30112"/>
                      <a:pt x="5045" y="21170"/>
                    </a:cubicBezTo>
                    <a:cubicBezTo>
                      <a:pt x="5045" y="12228"/>
                      <a:pt x="12294" y="4980"/>
                      <a:pt x="21236" y="4980"/>
                    </a:cubicBezTo>
                    <a:close/>
                    <a:moveTo>
                      <a:pt x="21236" y="179"/>
                    </a:moveTo>
                    <a:cubicBezTo>
                      <a:pt x="9643" y="179"/>
                      <a:pt x="245" y="9577"/>
                      <a:pt x="245" y="21170"/>
                    </a:cubicBezTo>
                    <a:cubicBezTo>
                      <a:pt x="245" y="32762"/>
                      <a:pt x="9643" y="42160"/>
                      <a:pt x="21236" y="42160"/>
                    </a:cubicBezTo>
                    <a:cubicBezTo>
                      <a:pt x="32828" y="42160"/>
                      <a:pt x="42226" y="32762"/>
                      <a:pt x="42226" y="21170"/>
                    </a:cubicBezTo>
                    <a:lnTo>
                      <a:pt x="42226" y="21170"/>
                    </a:lnTo>
                    <a:cubicBezTo>
                      <a:pt x="42226" y="9577"/>
                      <a:pt x="32828" y="179"/>
                      <a:pt x="21236" y="179"/>
                    </a:cubicBezTo>
                    <a:close/>
                  </a:path>
                </a:pathLst>
              </a:custGeom>
              <a:solidFill>
                <a:srgbClr val="000000"/>
              </a:solidFill>
              <a:ln w="4794" cap="sq">
                <a:noFill/>
                <a:prstDash val="solid"/>
                <a:round/>
              </a:ln>
            </p:spPr>
            <p:txBody>
              <a:bodyPr rtlCol="0" anchor="ctr"/>
              <a:lstStyle/>
              <a:p>
                <a:endParaRPr lang="en-US"/>
              </a:p>
            </p:txBody>
          </p:sp>
          <p:sp>
            <p:nvSpPr>
              <p:cNvPr id="1836" name="Freeform: Shape 1835">
                <a:extLst>
                  <a:ext uri="{FF2B5EF4-FFF2-40B4-BE49-F238E27FC236}">
                    <a16:creationId xmlns:a16="http://schemas.microsoft.com/office/drawing/2014/main" id="{2F16697F-6D7C-AA1F-7E72-56B67DEAA5F1}"/>
                  </a:ext>
                </a:extLst>
              </p:cNvPr>
              <p:cNvSpPr/>
              <p:nvPr/>
            </p:nvSpPr>
            <p:spPr>
              <a:xfrm>
                <a:off x="7638471" y="8063337"/>
                <a:ext cx="37180" cy="37180"/>
              </a:xfrm>
              <a:custGeom>
                <a:avLst/>
                <a:gdLst>
                  <a:gd name="connsiteX0" fmla="*/ 37431 w 37180"/>
                  <a:gd name="connsiteY0" fmla="*/ 18775 h 37180"/>
                  <a:gd name="connsiteX1" fmla="*/ 18841 w 37180"/>
                  <a:gd name="connsiteY1" fmla="*/ 37365 h 37180"/>
                  <a:gd name="connsiteX2" fmla="*/ 250 w 37180"/>
                  <a:gd name="connsiteY2" fmla="*/ 18775 h 37180"/>
                  <a:gd name="connsiteX3" fmla="*/ 18841 w 37180"/>
                  <a:gd name="connsiteY3" fmla="*/ 184 h 37180"/>
                  <a:gd name="connsiteX4" fmla="*/ 37431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5"/>
                    </a:moveTo>
                    <a:cubicBezTo>
                      <a:pt x="37431" y="29042"/>
                      <a:pt x="29108" y="37365"/>
                      <a:pt x="18841" y="37365"/>
                    </a:cubicBezTo>
                    <a:cubicBezTo>
                      <a:pt x="8574" y="37365"/>
                      <a:pt x="250" y="29042"/>
                      <a:pt x="250" y="18775"/>
                    </a:cubicBezTo>
                    <a:cubicBezTo>
                      <a:pt x="250" y="8507"/>
                      <a:pt x="8574" y="184"/>
                      <a:pt x="18841" y="184"/>
                    </a:cubicBezTo>
                    <a:cubicBezTo>
                      <a:pt x="29108" y="184"/>
                      <a:pt x="37431" y="8507"/>
                      <a:pt x="37431" y="18775"/>
                    </a:cubicBezTo>
                    <a:close/>
                  </a:path>
                </a:pathLst>
              </a:custGeom>
              <a:solidFill>
                <a:srgbClr val="F7DBDB"/>
              </a:solidFill>
              <a:ln w="5753" cap="sq">
                <a:noFill/>
                <a:prstDash val="solid"/>
                <a:miter/>
              </a:ln>
            </p:spPr>
            <p:txBody>
              <a:bodyPr rtlCol="0" anchor="ctr"/>
              <a:lstStyle/>
              <a:p>
                <a:endParaRPr lang="en-US"/>
              </a:p>
            </p:txBody>
          </p:sp>
          <p:sp>
            <p:nvSpPr>
              <p:cNvPr id="1837" name="Freeform: Shape 1836">
                <a:extLst>
                  <a:ext uri="{FF2B5EF4-FFF2-40B4-BE49-F238E27FC236}">
                    <a16:creationId xmlns:a16="http://schemas.microsoft.com/office/drawing/2014/main" id="{2171145B-BD95-3EFF-1F9E-4E635930323D}"/>
                  </a:ext>
                </a:extLst>
              </p:cNvPr>
              <p:cNvSpPr/>
              <p:nvPr/>
            </p:nvSpPr>
            <p:spPr>
              <a:xfrm>
                <a:off x="7636070" y="8060937"/>
                <a:ext cx="41981" cy="41981"/>
              </a:xfrm>
              <a:custGeom>
                <a:avLst/>
                <a:gdLst>
                  <a:gd name="connsiteX0" fmla="*/ 21241 w 41981"/>
                  <a:gd name="connsiteY0" fmla="*/ 4985 h 41981"/>
                  <a:gd name="connsiteX1" fmla="*/ 37431 w 41981"/>
                  <a:gd name="connsiteY1" fmla="*/ 21175 h 41981"/>
                  <a:gd name="connsiteX2" fmla="*/ 37431 w 41981"/>
                  <a:gd name="connsiteY2" fmla="*/ 21175 h 41981"/>
                  <a:gd name="connsiteX3" fmla="*/ 21241 w 41981"/>
                  <a:gd name="connsiteY3" fmla="*/ 37365 h 41981"/>
                  <a:gd name="connsiteX4" fmla="*/ 5051 w 41981"/>
                  <a:gd name="connsiteY4" fmla="*/ 21175 h 41981"/>
                  <a:gd name="connsiteX5" fmla="*/ 21241 w 41981"/>
                  <a:gd name="connsiteY5" fmla="*/ 4985 h 41981"/>
                  <a:gd name="connsiteX6" fmla="*/ 21241 w 41981"/>
                  <a:gd name="connsiteY6" fmla="*/ 184 h 41981"/>
                  <a:gd name="connsiteX7" fmla="*/ 250 w 41981"/>
                  <a:gd name="connsiteY7" fmla="*/ 21175 h 41981"/>
                  <a:gd name="connsiteX8" fmla="*/ 21241 w 41981"/>
                  <a:gd name="connsiteY8" fmla="*/ 42165 h 41981"/>
                  <a:gd name="connsiteX9" fmla="*/ 42232 w 41981"/>
                  <a:gd name="connsiteY9" fmla="*/ 21175 h 41981"/>
                  <a:gd name="connsiteX10" fmla="*/ 42232 w 41981"/>
                  <a:gd name="connsiteY10" fmla="*/ 21175 h 41981"/>
                  <a:gd name="connsiteX11" fmla="*/ 2124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5"/>
                    </a:moveTo>
                    <a:cubicBezTo>
                      <a:pt x="30183" y="4985"/>
                      <a:pt x="37431" y="12233"/>
                      <a:pt x="37431" y="21175"/>
                    </a:cubicBezTo>
                    <a:lnTo>
                      <a:pt x="37431" y="21175"/>
                    </a:lnTo>
                    <a:cubicBezTo>
                      <a:pt x="37431" y="30117"/>
                      <a:pt x="30183" y="37365"/>
                      <a:pt x="21241" y="37365"/>
                    </a:cubicBezTo>
                    <a:cubicBezTo>
                      <a:pt x="12299" y="37365"/>
                      <a:pt x="5051" y="30117"/>
                      <a:pt x="5051" y="21175"/>
                    </a:cubicBezTo>
                    <a:cubicBezTo>
                      <a:pt x="5051" y="12233"/>
                      <a:pt x="12299" y="4985"/>
                      <a:pt x="21241" y="4985"/>
                    </a:cubicBezTo>
                    <a:close/>
                    <a:moveTo>
                      <a:pt x="21241" y="184"/>
                    </a:moveTo>
                    <a:cubicBezTo>
                      <a:pt x="9648" y="184"/>
                      <a:pt x="250" y="9582"/>
                      <a:pt x="250" y="21175"/>
                    </a:cubicBezTo>
                    <a:cubicBezTo>
                      <a:pt x="250" y="32767"/>
                      <a:pt x="9648" y="42165"/>
                      <a:pt x="21241" y="42165"/>
                    </a:cubicBezTo>
                    <a:cubicBezTo>
                      <a:pt x="32834" y="42165"/>
                      <a:pt x="42232" y="32767"/>
                      <a:pt x="42232" y="21175"/>
                    </a:cubicBezTo>
                    <a:lnTo>
                      <a:pt x="42232" y="21175"/>
                    </a:lnTo>
                    <a:cubicBezTo>
                      <a:pt x="42232" y="9582"/>
                      <a:pt x="32834" y="184"/>
                      <a:pt x="21241" y="184"/>
                    </a:cubicBezTo>
                    <a:close/>
                  </a:path>
                </a:pathLst>
              </a:custGeom>
              <a:solidFill>
                <a:srgbClr val="000000"/>
              </a:solidFill>
              <a:ln w="4794" cap="sq">
                <a:noFill/>
                <a:prstDash val="solid"/>
                <a:round/>
              </a:ln>
            </p:spPr>
            <p:txBody>
              <a:bodyPr rtlCol="0" anchor="ctr"/>
              <a:lstStyle/>
              <a:p>
                <a:endParaRPr lang="en-US"/>
              </a:p>
            </p:txBody>
          </p:sp>
          <p:sp>
            <p:nvSpPr>
              <p:cNvPr id="1838" name="Freeform: Shape 1837">
                <a:extLst>
                  <a:ext uri="{FF2B5EF4-FFF2-40B4-BE49-F238E27FC236}">
                    <a16:creationId xmlns:a16="http://schemas.microsoft.com/office/drawing/2014/main" id="{014360AA-F8E0-52E1-1504-CDF49E431CB3}"/>
                  </a:ext>
                </a:extLst>
              </p:cNvPr>
              <p:cNvSpPr/>
              <p:nvPr/>
            </p:nvSpPr>
            <p:spPr>
              <a:xfrm>
                <a:off x="7739190" y="8042256"/>
                <a:ext cx="37180" cy="37180"/>
              </a:xfrm>
              <a:custGeom>
                <a:avLst/>
                <a:gdLst>
                  <a:gd name="connsiteX0" fmla="*/ 37449 w 37180"/>
                  <a:gd name="connsiteY0" fmla="*/ 18771 h 37180"/>
                  <a:gd name="connsiteX1" fmla="*/ 18858 w 37180"/>
                  <a:gd name="connsiteY1" fmla="*/ 37361 h 37180"/>
                  <a:gd name="connsiteX2" fmla="*/ 268 w 37180"/>
                  <a:gd name="connsiteY2" fmla="*/ 18771 h 37180"/>
                  <a:gd name="connsiteX3" fmla="*/ 18858 w 37180"/>
                  <a:gd name="connsiteY3" fmla="*/ 180 h 37180"/>
                  <a:gd name="connsiteX4" fmla="*/ 3744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1"/>
                    </a:moveTo>
                    <a:cubicBezTo>
                      <a:pt x="37449" y="29038"/>
                      <a:pt x="29126" y="37361"/>
                      <a:pt x="18858" y="37361"/>
                    </a:cubicBezTo>
                    <a:cubicBezTo>
                      <a:pt x="8591" y="37361"/>
                      <a:pt x="268" y="29038"/>
                      <a:pt x="268" y="18771"/>
                    </a:cubicBezTo>
                    <a:cubicBezTo>
                      <a:pt x="268" y="8504"/>
                      <a:pt x="8591" y="180"/>
                      <a:pt x="18858" y="180"/>
                    </a:cubicBezTo>
                    <a:cubicBezTo>
                      <a:pt x="29126" y="180"/>
                      <a:pt x="37449" y="8504"/>
                      <a:pt x="37449" y="18771"/>
                    </a:cubicBezTo>
                    <a:close/>
                  </a:path>
                </a:pathLst>
              </a:custGeom>
              <a:solidFill>
                <a:srgbClr val="F7D6D6"/>
              </a:solidFill>
              <a:ln w="5753" cap="sq">
                <a:noFill/>
                <a:prstDash val="solid"/>
                <a:miter/>
              </a:ln>
            </p:spPr>
            <p:txBody>
              <a:bodyPr rtlCol="0" anchor="ctr"/>
              <a:lstStyle/>
              <a:p>
                <a:endParaRPr lang="en-US"/>
              </a:p>
            </p:txBody>
          </p:sp>
          <p:sp>
            <p:nvSpPr>
              <p:cNvPr id="1839" name="Freeform: Shape 1838">
                <a:extLst>
                  <a:ext uri="{FF2B5EF4-FFF2-40B4-BE49-F238E27FC236}">
                    <a16:creationId xmlns:a16="http://schemas.microsoft.com/office/drawing/2014/main" id="{2FD1DD94-858D-1062-2A27-DBE844835ABE}"/>
                  </a:ext>
                </a:extLst>
              </p:cNvPr>
              <p:cNvSpPr/>
              <p:nvPr/>
            </p:nvSpPr>
            <p:spPr>
              <a:xfrm>
                <a:off x="7736790" y="8039856"/>
                <a:ext cx="41981" cy="41981"/>
              </a:xfrm>
              <a:custGeom>
                <a:avLst/>
                <a:gdLst>
                  <a:gd name="connsiteX0" fmla="*/ 21259 w 41981"/>
                  <a:gd name="connsiteY0" fmla="*/ 4981 h 41981"/>
                  <a:gd name="connsiteX1" fmla="*/ 37449 w 41981"/>
                  <a:gd name="connsiteY1" fmla="*/ 21171 h 41981"/>
                  <a:gd name="connsiteX2" fmla="*/ 37449 w 41981"/>
                  <a:gd name="connsiteY2" fmla="*/ 21171 h 41981"/>
                  <a:gd name="connsiteX3" fmla="*/ 21259 w 41981"/>
                  <a:gd name="connsiteY3" fmla="*/ 37361 h 41981"/>
                  <a:gd name="connsiteX4" fmla="*/ 5068 w 41981"/>
                  <a:gd name="connsiteY4" fmla="*/ 21171 h 41981"/>
                  <a:gd name="connsiteX5" fmla="*/ 21259 w 41981"/>
                  <a:gd name="connsiteY5" fmla="*/ 4981 h 41981"/>
                  <a:gd name="connsiteX6" fmla="*/ 21259 w 41981"/>
                  <a:gd name="connsiteY6" fmla="*/ 180 h 41981"/>
                  <a:gd name="connsiteX7" fmla="*/ 268 w 41981"/>
                  <a:gd name="connsiteY7" fmla="*/ 21171 h 41981"/>
                  <a:gd name="connsiteX8" fmla="*/ 21259 w 41981"/>
                  <a:gd name="connsiteY8" fmla="*/ 42162 h 41981"/>
                  <a:gd name="connsiteX9" fmla="*/ 42249 w 41981"/>
                  <a:gd name="connsiteY9" fmla="*/ 21171 h 41981"/>
                  <a:gd name="connsiteX10" fmla="*/ 42249 w 41981"/>
                  <a:gd name="connsiteY10" fmla="*/ 21171 h 41981"/>
                  <a:gd name="connsiteX11" fmla="*/ 2125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1"/>
                    </a:moveTo>
                    <a:cubicBezTo>
                      <a:pt x="30200" y="4981"/>
                      <a:pt x="37449" y="12229"/>
                      <a:pt x="37449" y="21171"/>
                    </a:cubicBezTo>
                    <a:lnTo>
                      <a:pt x="37449" y="21171"/>
                    </a:lnTo>
                    <a:cubicBezTo>
                      <a:pt x="37449" y="30113"/>
                      <a:pt x="30200" y="37361"/>
                      <a:pt x="21259" y="37361"/>
                    </a:cubicBezTo>
                    <a:cubicBezTo>
                      <a:pt x="12317" y="37361"/>
                      <a:pt x="5068" y="30113"/>
                      <a:pt x="5068" y="21171"/>
                    </a:cubicBezTo>
                    <a:cubicBezTo>
                      <a:pt x="5068" y="12229"/>
                      <a:pt x="12317" y="4981"/>
                      <a:pt x="21259" y="4981"/>
                    </a:cubicBezTo>
                    <a:close/>
                    <a:moveTo>
                      <a:pt x="21259" y="180"/>
                    </a:moveTo>
                    <a:cubicBezTo>
                      <a:pt x="9666" y="180"/>
                      <a:pt x="268" y="9578"/>
                      <a:pt x="268" y="21171"/>
                    </a:cubicBezTo>
                    <a:cubicBezTo>
                      <a:pt x="268" y="32764"/>
                      <a:pt x="9666" y="42162"/>
                      <a:pt x="21259" y="42162"/>
                    </a:cubicBezTo>
                    <a:cubicBezTo>
                      <a:pt x="32851" y="42162"/>
                      <a:pt x="42249" y="32764"/>
                      <a:pt x="42249" y="21171"/>
                    </a:cubicBezTo>
                    <a:lnTo>
                      <a:pt x="42249" y="21171"/>
                    </a:lnTo>
                    <a:cubicBezTo>
                      <a:pt x="42249" y="9578"/>
                      <a:pt x="32851" y="180"/>
                      <a:pt x="21259" y="180"/>
                    </a:cubicBezTo>
                    <a:close/>
                  </a:path>
                </a:pathLst>
              </a:custGeom>
              <a:solidFill>
                <a:srgbClr val="000000"/>
              </a:solidFill>
              <a:ln w="4794" cap="sq">
                <a:noFill/>
                <a:prstDash val="solid"/>
                <a:round/>
              </a:ln>
            </p:spPr>
            <p:txBody>
              <a:bodyPr rtlCol="0" anchor="ctr"/>
              <a:lstStyle/>
              <a:p>
                <a:endParaRPr lang="en-US"/>
              </a:p>
            </p:txBody>
          </p:sp>
          <p:sp>
            <p:nvSpPr>
              <p:cNvPr id="1840" name="Freeform: Shape 1839">
                <a:extLst>
                  <a:ext uri="{FF2B5EF4-FFF2-40B4-BE49-F238E27FC236}">
                    <a16:creationId xmlns:a16="http://schemas.microsoft.com/office/drawing/2014/main" id="{43A2126F-6190-5C5D-CBBF-276DF8D41258}"/>
                  </a:ext>
                </a:extLst>
              </p:cNvPr>
              <p:cNvSpPr/>
              <p:nvPr/>
            </p:nvSpPr>
            <p:spPr>
              <a:xfrm>
                <a:off x="7654818" y="8058280"/>
                <a:ext cx="37180" cy="37180"/>
              </a:xfrm>
              <a:custGeom>
                <a:avLst/>
                <a:gdLst>
                  <a:gd name="connsiteX0" fmla="*/ 37434 w 37180"/>
                  <a:gd name="connsiteY0" fmla="*/ 18774 h 37180"/>
                  <a:gd name="connsiteX1" fmla="*/ 18844 w 37180"/>
                  <a:gd name="connsiteY1" fmla="*/ 37364 h 37180"/>
                  <a:gd name="connsiteX2" fmla="*/ 253 w 37180"/>
                  <a:gd name="connsiteY2" fmla="*/ 18774 h 37180"/>
                  <a:gd name="connsiteX3" fmla="*/ 18844 w 37180"/>
                  <a:gd name="connsiteY3" fmla="*/ 183 h 37180"/>
                  <a:gd name="connsiteX4" fmla="*/ 37434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4"/>
                    </a:moveTo>
                    <a:cubicBezTo>
                      <a:pt x="37434" y="29041"/>
                      <a:pt x="29111" y="37364"/>
                      <a:pt x="18844" y="37364"/>
                    </a:cubicBezTo>
                    <a:cubicBezTo>
                      <a:pt x="8576" y="37364"/>
                      <a:pt x="253" y="29041"/>
                      <a:pt x="253" y="18774"/>
                    </a:cubicBezTo>
                    <a:cubicBezTo>
                      <a:pt x="253" y="8506"/>
                      <a:pt x="8576" y="183"/>
                      <a:pt x="18844" y="183"/>
                    </a:cubicBezTo>
                    <a:cubicBezTo>
                      <a:pt x="29111" y="183"/>
                      <a:pt x="37434" y="8506"/>
                      <a:pt x="37434" y="18774"/>
                    </a:cubicBezTo>
                    <a:close/>
                  </a:path>
                </a:pathLst>
              </a:custGeom>
              <a:solidFill>
                <a:srgbClr val="D6F7D6"/>
              </a:solidFill>
              <a:ln w="5753" cap="sq">
                <a:noFill/>
                <a:prstDash val="solid"/>
                <a:miter/>
              </a:ln>
            </p:spPr>
            <p:txBody>
              <a:bodyPr rtlCol="0" anchor="ctr"/>
              <a:lstStyle/>
              <a:p>
                <a:endParaRPr lang="en-US"/>
              </a:p>
            </p:txBody>
          </p:sp>
          <p:sp>
            <p:nvSpPr>
              <p:cNvPr id="1841" name="Freeform: Shape 1840">
                <a:extLst>
                  <a:ext uri="{FF2B5EF4-FFF2-40B4-BE49-F238E27FC236}">
                    <a16:creationId xmlns:a16="http://schemas.microsoft.com/office/drawing/2014/main" id="{0F495A02-FB95-08ED-1DB7-40A5415C50B1}"/>
                  </a:ext>
                </a:extLst>
              </p:cNvPr>
              <p:cNvSpPr/>
              <p:nvPr/>
            </p:nvSpPr>
            <p:spPr>
              <a:xfrm>
                <a:off x="7652417" y="8055880"/>
                <a:ext cx="41981" cy="41981"/>
              </a:xfrm>
              <a:custGeom>
                <a:avLst/>
                <a:gdLst>
                  <a:gd name="connsiteX0" fmla="*/ 21244 w 41981"/>
                  <a:gd name="connsiteY0" fmla="*/ 4984 h 41981"/>
                  <a:gd name="connsiteX1" fmla="*/ 37434 w 41981"/>
                  <a:gd name="connsiteY1" fmla="*/ 21174 h 41981"/>
                  <a:gd name="connsiteX2" fmla="*/ 37434 w 41981"/>
                  <a:gd name="connsiteY2" fmla="*/ 21174 h 41981"/>
                  <a:gd name="connsiteX3" fmla="*/ 21244 w 41981"/>
                  <a:gd name="connsiteY3" fmla="*/ 37364 h 41981"/>
                  <a:gd name="connsiteX4" fmla="*/ 5054 w 41981"/>
                  <a:gd name="connsiteY4" fmla="*/ 21174 h 41981"/>
                  <a:gd name="connsiteX5" fmla="*/ 21244 w 41981"/>
                  <a:gd name="connsiteY5" fmla="*/ 4984 h 41981"/>
                  <a:gd name="connsiteX6" fmla="*/ 21244 w 41981"/>
                  <a:gd name="connsiteY6" fmla="*/ 183 h 41981"/>
                  <a:gd name="connsiteX7" fmla="*/ 253 w 41981"/>
                  <a:gd name="connsiteY7" fmla="*/ 21174 h 41981"/>
                  <a:gd name="connsiteX8" fmla="*/ 21244 w 41981"/>
                  <a:gd name="connsiteY8" fmla="*/ 42164 h 41981"/>
                  <a:gd name="connsiteX9" fmla="*/ 42234 w 41981"/>
                  <a:gd name="connsiteY9" fmla="*/ 21174 h 41981"/>
                  <a:gd name="connsiteX10" fmla="*/ 42234 w 41981"/>
                  <a:gd name="connsiteY10" fmla="*/ 21174 h 41981"/>
                  <a:gd name="connsiteX11" fmla="*/ 21244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4"/>
                    </a:moveTo>
                    <a:cubicBezTo>
                      <a:pt x="30186" y="4984"/>
                      <a:pt x="37434" y="12232"/>
                      <a:pt x="37434" y="21174"/>
                    </a:cubicBezTo>
                    <a:lnTo>
                      <a:pt x="37434" y="21174"/>
                    </a:lnTo>
                    <a:cubicBezTo>
                      <a:pt x="37434" y="30116"/>
                      <a:pt x="30186" y="37364"/>
                      <a:pt x="21244" y="37364"/>
                    </a:cubicBezTo>
                    <a:cubicBezTo>
                      <a:pt x="12302" y="37364"/>
                      <a:pt x="5054" y="30116"/>
                      <a:pt x="5054" y="21174"/>
                    </a:cubicBezTo>
                    <a:cubicBezTo>
                      <a:pt x="5054" y="12232"/>
                      <a:pt x="12302" y="4984"/>
                      <a:pt x="21244" y="4984"/>
                    </a:cubicBezTo>
                    <a:close/>
                    <a:moveTo>
                      <a:pt x="21244" y="183"/>
                    </a:moveTo>
                    <a:cubicBezTo>
                      <a:pt x="9651" y="183"/>
                      <a:pt x="253" y="9581"/>
                      <a:pt x="253" y="21174"/>
                    </a:cubicBezTo>
                    <a:cubicBezTo>
                      <a:pt x="253" y="32766"/>
                      <a:pt x="9651" y="42164"/>
                      <a:pt x="21244" y="42164"/>
                    </a:cubicBezTo>
                    <a:cubicBezTo>
                      <a:pt x="32836" y="42164"/>
                      <a:pt x="42234" y="32766"/>
                      <a:pt x="42234" y="21174"/>
                    </a:cubicBezTo>
                    <a:lnTo>
                      <a:pt x="42234" y="21174"/>
                    </a:lnTo>
                    <a:cubicBezTo>
                      <a:pt x="42234" y="9581"/>
                      <a:pt x="32836" y="183"/>
                      <a:pt x="21244" y="183"/>
                    </a:cubicBezTo>
                    <a:close/>
                  </a:path>
                </a:pathLst>
              </a:custGeom>
              <a:solidFill>
                <a:srgbClr val="000000"/>
              </a:solidFill>
              <a:ln w="4794" cap="sq">
                <a:noFill/>
                <a:prstDash val="solid"/>
                <a:round/>
              </a:ln>
            </p:spPr>
            <p:txBody>
              <a:bodyPr rtlCol="0" anchor="ctr"/>
              <a:lstStyle/>
              <a:p>
                <a:endParaRPr lang="en-US"/>
              </a:p>
            </p:txBody>
          </p:sp>
          <p:sp>
            <p:nvSpPr>
              <p:cNvPr id="1842" name="Freeform: Shape 1841">
                <a:extLst>
                  <a:ext uri="{FF2B5EF4-FFF2-40B4-BE49-F238E27FC236}">
                    <a16:creationId xmlns:a16="http://schemas.microsoft.com/office/drawing/2014/main" id="{033D1275-996B-1D3D-932E-AC20F14B410E}"/>
                  </a:ext>
                </a:extLst>
              </p:cNvPr>
              <p:cNvSpPr/>
              <p:nvPr/>
            </p:nvSpPr>
            <p:spPr>
              <a:xfrm>
                <a:off x="7791917" y="8038713"/>
                <a:ext cx="37180" cy="37180"/>
              </a:xfrm>
              <a:custGeom>
                <a:avLst/>
                <a:gdLst>
                  <a:gd name="connsiteX0" fmla="*/ 37458 w 37180"/>
                  <a:gd name="connsiteY0" fmla="*/ 18770 h 37180"/>
                  <a:gd name="connsiteX1" fmla="*/ 18867 w 37180"/>
                  <a:gd name="connsiteY1" fmla="*/ 37361 h 37180"/>
                  <a:gd name="connsiteX2" fmla="*/ 277 w 37180"/>
                  <a:gd name="connsiteY2" fmla="*/ 18770 h 37180"/>
                  <a:gd name="connsiteX3" fmla="*/ 18867 w 37180"/>
                  <a:gd name="connsiteY3" fmla="*/ 180 h 37180"/>
                  <a:gd name="connsiteX4" fmla="*/ 3745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70"/>
                    </a:moveTo>
                    <a:cubicBezTo>
                      <a:pt x="37458" y="29037"/>
                      <a:pt x="29135" y="37361"/>
                      <a:pt x="18867" y="37361"/>
                    </a:cubicBezTo>
                    <a:cubicBezTo>
                      <a:pt x="8600" y="37361"/>
                      <a:pt x="277" y="29037"/>
                      <a:pt x="277" y="18770"/>
                    </a:cubicBezTo>
                    <a:cubicBezTo>
                      <a:pt x="277" y="8503"/>
                      <a:pt x="8600" y="180"/>
                      <a:pt x="18867" y="180"/>
                    </a:cubicBezTo>
                    <a:cubicBezTo>
                      <a:pt x="29135" y="180"/>
                      <a:pt x="37458" y="8503"/>
                      <a:pt x="37458" y="18770"/>
                    </a:cubicBezTo>
                    <a:close/>
                  </a:path>
                </a:pathLst>
              </a:custGeom>
              <a:solidFill>
                <a:srgbClr val="F7C7C7"/>
              </a:solidFill>
              <a:ln w="5753" cap="sq">
                <a:noFill/>
                <a:prstDash val="solid"/>
                <a:miter/>
              </a:ln>
            </p:spPr>
            <p:txBody>
              <a:bodyPr rtlCol="0" anchor="ctr"/>
              <a:lstStyle/>
              <a:p>
                <a:endParaRPr lang="en-US"/>
              </a:p>
            </p:txBody>
          </p:sp>
          <p:sp>
            <p:nvSpPr>
              <p:cNvPr id="1843" name="Freeform: Shape 1842">
                <a:extLst>
                  <a:ext uri="{FF2B5EF4-FFF2-40B4-BE49-F238E27FC236}">
                    <a16:creationId xmlns:a16="http://schemas.microsoft.com/office/drawing/2014/main" id="{C69DB365-A5EC-8AAD-AC40-5B78B994A40B}"/>
                  </a:ext>
                </a:extLst>
              </p:cNvPr>
              <p:cNvSpPr/>
              <p:nvPr/>
            </p:nvSpPr>
            <p:spPr>
              <a:xfrm>
                <a:off x="7789517" y="8036313"/>
                <a:ext cx="41981" cy="41981"/>
              </a:xfrm>
              <a:custGeom>
                <a:avLst/>
                <a:gdLst>
                  <a:gd name="connsiteX0" fmla="*/ 21268 w 41981"/>
                  <a:gd name="connsiteY0" fmla="*/ 4980 h 41981"/>
                  <a:gd name="connsiteX1" fmla="*/ 37458 w 41981"/>
                  <a:gd name="connsiteY1" fmla="*/ 21170 h 41981"/>
                  <a:gd name="connsiteX2" fmla="*/ 37458 w 41981"/>
                  <a:gd name="connsiteY2" fmla="*/ 21170 h 41981"/>
                  <a:gd name="connsiteX3" fmla="*/ 21268 w 41981"/>
                  <a:gd name="connsiteY3" fmla="*/ 37361 h 41981"/>
                  <a:gd name="connsiteX4" fmla="*/ 5077 w 41981"/>
                  <a:gd name="connsiteY4" fmla="*/ 21170 h 41981"/>
                  <a:gd name="connsiteX5" fmla="*/ 21268 w 41981"/>
                  <a:gd name="connsiteY5" fmla="*/ 4980 h 41981"/>
                  <a:gd name="connsiteX6" fmla="*/ 21268 w 41981"/>
                  <a:gd name="connsiteY6" fmla="*/ 180 h 41981"/>
                  <a:gd name="connsiteX7" fmla="*/ 277 w 41981"/>
                  <a:gd name="connsiteY7" fmla="*/ 21170 h 41981"/>
                  <a:gd name="connsiteX8" fmla="*/ 21268 w 41981"/>
                  <a:gd name="connsiteY8" fmla="*/ 42161 h 41981"/>
                  <a:gd name="connsiteX9" fmla="*/ 42258 w 41981"/>
                  <a:gd name="connsiteY9" fmla="*/ 21170 h 41981"/>
                  <a:gd name="connsiteX10" fmla="*/ 42258 w 41981"/>
                  <a:gd name="connsiteY10" fmla="*/ 21170 h 41981"/>
                  <a:gd name="connsiteX11" fmla="*/ 2126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80"/>
                    </a:moveTo>
                    <a:cubicBezTo>
                      <a:pt x="30210" y="4980"/>
                      <a:pt x="37458" y="12229"/>
                      <a:pt x="37458" y="21170"/>
                    </a:cubicBezTo>
                    <a:lnTo>
                      <a:pt x="37458" y="21170"/>
                    </a:lnTo>
                    <a:cubicBezTo>
                      <a:pt x="37458" y="30112"/>
                      <a:pt x="30210" y="37361"/>
                      <a:pt x="21268" y="37361"/>
                    </a:cubicBezTo>
                    <a:cubicBezTo>
                      <a:pt x="12326" y="37361"/>
                      <a:pt x="5077" y="30112"/>
                      <a:pt x="5077" y="21170"/>
                    </a:cubicBezTo>
                    <a:cubicBezTo>
                      <a:pt x="5077" y="12229"/>
                      <a:pt x="12326" y="4980"/>
                      <a:pt x="21268" y="4980"/>
                    </a:cubicBezTo>
                    <a:close/>
                    <a:moveTo>
                      <a:pt x="21268" y="180"/>
                    </a:moveTo>
                    <a:cubicBezTo>
                      <a:pt x="9675" y="180"/>
                      <a:pt x="277" y="9578"/>
                      <a:pt x="277" y="21170"/>
                    </a:cubicBezTo>
                    <a:cubicBezTo>
                      <a:pt x="277" y="32763"/>
                      <a:pt x="9675" y="42161"/>
                      <a:pt x="21268" y="42161"/>
                    </a:cubicBezTo>
                    <a:cubicBezTo>
                      <a:pt x="32860" y="42161"/>
                      <a:pt x="42258" y="32763"/>
                      <a:pt x="42258" y="21170"/>
                    </a:cubicBezTo>
                    <a:lnTo>
                      <a:pt x="42258" y="21170"/>
                    </a:lnTo>
                    <a:cubicBezTo>
                      <a:pt x="42258" y="9578"/>
                      <a:pt x="32860" y="180"/>
                      <a:pt x="21268" y="180"/>
                    </a:cubicBezTo>
                    <a:close/>
                  </a:path>
                </a:pathLst>
              </a:custGeom>
              <a:solidFill>
                <a:srgbClr val="000000"/>
              </a:solidFill>
              <a:ln w="4794" cap="sq">
                <a:noFill/>
                <a:prstDash val="solid"/>
                <a:round/>
              </a:ln>
            </p:spPr>
            <p:txBody>
              <a:bodyPr rtlCol="0" anchor="ctr"/>
              <a:lstStyle/>
              <a:p>
                <a:endParaRPr lang="en-US"/>
              </a:p>
            </p:txBody>
          </p:sp>
          <p:sp>
            <p:nvSpPr>
              <p:cNvPr id="1844" name="Freeform: Shape 1843">
                <a:extLst>
                  <a:ext uri="{FF2B5EF4-FFF2-40B4-BE49-F238E27FC236}">
                    <a16:creationId xmlns:a16="http://schemas.microsoft.com/office/drawing/2014/main" id="{7B806BF4-CB03-7F53-B37F-92C857CE05DD}"/>
                  </a:ext>
                </a:extLst>
              </p:cNvPr>
              <p:cNvSpPr/>
              <p:nvPr/>
            </p:nvSpPr>
            <p:spPr>
              <a:xfrm>
                <a:off x="7630718" y="8089459"/>
                <a:ext cx="37180" cy="37180"/>
              </a:xfrm>
              <a:custGeom>
                <a:avLst/>
                <a:gdLst>
                  <a:gd name="connsiteX0" fmla="*/ 37430 w 37180"/>
                  <a:gd name="connsiteY0" fmla="*/ 18779 h 37180"/>
                  <a:gd name="connsiteX1" fmla="*/ 18840 w 37180"/>
                  <a:gd name="connsiteY1" fmla="*/ 37369 h 37180"/>
                  <a:gd name="connsiteX2" fmla="*/ 249 w 37180"/>
                  <a:gd name="connsiteY2" fmla="*/ 18779 h 37180"/>
                  <a:gd name="connsiteX3" fmla="*/ 18840 w 37180"/>
                  <a:gd name="connsiteY3" fmla="*/ 189 h 37180"/>
                  <a:gd name="connsiteX4" fmla="*/ 37430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9"/>
                    </a:moveTo>
                    <a:cubicBezTo>
                      <a:pt x="37430" y="29046"/>
                      <a:pt x="29107" y="37369"/>
                      <a:pt x="18840" y="37369"/>
                    </a:cubicBezTo>
                    <a:cubicBezTo>
                      <a:pt x="8572" y="37369"/>
                      <a:pt x="249" y="29046"/>
                      <a:pt x="249" y="18779"/>
                    </a:cubicBezTo>
                    <a:cubicBezTo>
                      <a:pt x="249" y="8512"/>
                      <a:pt x="8572" y="189"/>
                      <a:pt x="18840" y="189"/>
                    </a:cubicBezTo>
                    <a:cubicBezTo>
                      <a:pt x="29107" y="189"/>
                      <a:pt x="37430" y="8512"/>
                      <a:pt x="37430" y="18779"/>
                    </a:cubicBezTo>
                    <a:close/>
                  </a:path>
                </a:pathLst>
              </a:custGeom>
              <a:solidFill>
                <a:srgbClr val="E1F7E1"/>
              </a:solidFill>
              <a:ln w="5753" cap="sq">
                <a:noFill/>
                <a:prstDash val="solid"/>
                <a:miter/>
              </a:ln>
            </p:spPr>
            <p:txBody>
              <a:bodyPr rtlCol="0" anchor="ctr"/>
              <a:lstStyle/>
              <a:p>
                <a:endParaRPr lang="en-US"/>
              </a:p>
            </p:txBody>
          </p:sp>
          <p:sp>
            <p:nvSpPr>
              <p:cNvPr id="1845" name="Freeform: Shape 1844">
                <a:extLst>
                  <a:ext uri="{FF2B5EF4-FFF2-40B4-BE49-F238E27FC236}">
                    <a16:creationId xmlns:a16="http://schemas.microsoft.com/office/drawing/2014/main" id="{F7EE0796-265A-9452-BE78-7C583B581449}"/>
                  </a:ext>
                </a:extLst>
              </p:cNvPr>
              <p:cNvSpPr/>
              <p:nvPr/>
            </p:nvSpPr>
            <p:spPr>
              <a:xfrm>
                <a:off x="7628317" y="8087059"/>
                <a:ext cx="41981" cy="41981"/>
              </a:xfrm>
              <a:custGeom>
                <a:avLst/>
                <a:gdLst>
                  <a:gd name="connsiteX0" fmla="*/ 21240 w 41981"/>
                  <a:gd name="connsiteY0" fmla="*/ 4989 h 41981"/>
                  <a:gd name="connsiteX1" fmla="*/ 37430 w 41981"/>
                  <a:gd name="connsiteY1" fmla="*/ 21179 h 41981"/>
                  <a:gd name="connsiteX2" fmla="*/ 37430 w 41981"/>
                  <a:gd name="connsiteY2" fmla="*/ 21179 h 41981"/>
                  <a:gd name="connsiteX3" fmla="*/ 21240 w 41981"/>
                  <a:gd name="connsiteY3" fmla="*/ 37369 h 41981"/>
                  <a:gd name="connsiteX4" fmla="*/ 5049 w 41981"/>
                  <a:gd name="connsiteY4" fmla="*/ 21179 h 41981"/>
                  <a:gd name="connsiteX5" fmla="*/ 21240 w 41981"/>
                  <a:gd name="connsiteY5" fmla="*/ 4989 h 41981"/>
                  <a:gd name="connsiteX6" fmla="*/ 21240 w 41981"/>
                  <a:gd name="connsiteY6" fmla="*/ 189 h 41981"/>
                  <a:gd name="connsiteX7" fmla="*/ 249 w 41981"/>
                  <a:gd name="connsiteY7" fmla="*/ 21179 h 41981"/>
                  <a:gd name="connsiteX8" fmla="*/ 21240 w 41981"/>
                  <a:gd name="connsiteY8" fmla="*/ 42170 h 41981"/>
                  <a:gd name="connsiteX9" fmla="*/ 42230 w 41981"/>
                  <a:gd name="connsiteY9" fmla="*/ 21179 h 41981"/>
                  <a:gd name="connsiteX10" fmla="*/ 42230 w 41981"/>
                  <a:gd name="connsiteY10" fmla="*/ 21179 h 41981"/>
                  <a:gd name="connsiteX11" fmla="*/ 21240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9"/>
                    </a:moveTo>
                    <a:cubicBezTo>
                      <a:pt x="30182" y="4989"/>
                      <a:pt x="37430" y="12237"/>
                      <a:pt x="37430" y="21179"/>
                    </a:cubicBezTo>
                    <a:lnTo>
                      <a:pt x="37430" y="21179"/>
                    </a:lnTo>
                    <a:cubicBezTo>
                      <a:pt x="37430" y="30121"/>
                      <a:pt x="30182" y="37369"/>
                      <a:pt x="21240" y="37369"/>
                    </a:cubicBezTo>
                    <a:cubicBezTo>
                      <a:pt x="12298" y="37369"/>
                      <a:pt x="5049" y="30121"/>
                      <a:pt x="5049" y="21179"/>
                    </a:cubicBezTo>
                    <a:cubicBezTo>
                      <a:pt x="5049" y="12237"/>
                      <a:pt x="12298" y="4989"/>
                      <a:pt x="21240" y="4989"/>
                    </a:cubicBezTo>
                    <a:close/>
                    <a:moveTo>
                      <a:pt x="21240" y="189"/>
                    </a:moveTo>
                    <a:cubicBezTo>
                      <a:pt x="9647" y="189"/>
                      <a:pt x="249" y="9587"/>
                      <a:pt x="249" y="21179"/>
                    </a:cubicBezTo>
                    <a:cubicBezTo>
                      <a:pt x="249" y="32772"/>
                      <a:pt x="9647" y="42170"/>
                      <a:pt x="21240" y="42170"/>
                    </a:cubicBezTo>
                    <a:cubicBezTo>
                      <a:pt x="32832" y="42170"/>
                      <a:pt x="42230" y="32772"/>
                      <a:pt x="42230" y="21179"/>
                    </a:cubicBezTo>
                    <a:lnTo>
                      <a:pt x="42230" y="21179"/>
                    </a:lnTo>
                    <a:cubicBezTo>
                      <a:pt x="42230" y="9587"/>
                      <a:pt x="32832" y="189"/>
                      <a:pt x="21240" y="189"/>
                    </a:cubicBezTo>
                    <a:close/>
                  </a:path>
                </a:pathLst>
              </a:custGeom>
              <a:solidFill>
                <a:srgbClr val="000000"/>
              </a:solidFill>
              <a:ln w="4794" cap="sq">
                <a:noFill/>
                <a:prstDash val="solid"/>
                <a:round/>
              </a:ln>
            </p:spPr>
            <p:txBody>
              <a:bodyPr rtlCol="0" anchor="ctr"/>
              <a:lstStyle/>
              <a:p>
                <a:endParaRPr lang="en-US"/>
              </a:p>
            </p:txBody>
          </p:sp>
          <p:sp>
            <p:nvSpPr>
              <p:cNvPr id="1846" name="Freeform: Shape 1845">
                <a:extLst>
                  <a:ext uri="{FF2B5EF4-FFF2-40B4-BE49-F238E27FC236}">
                    <a16:creationId xmlns:a16="http://schemas.microsoft.com/office/drawing/2014/main" id="{AF4BFFD5-3DD8-D04B-59F9-333D62B36156}"/>
                  </a:ext>
                </a:extLst>
              </p:cNvPr>
              <p:cNvSpPr/>
              <p:nvPr/>
            </p:nvSpPr>
            <p:spPr>
              <a:xfrm>
                <a:off x="7580963" y="8019930"/>
                <a:ext cx="37180" cy="37180"/>
              </a:xfrm>
              <a:custGeom>
                <a:avLst/>
                <a:gdLst>
                  <a:gd name="connsiteX0" fmla="*/ 37421 w 37180"/>
                  <a:gd name="connsiteY0" fmla="*/ 18767 h 37180"/>
                  <a:gd name="connsiteX1" fmla="*/ 18831 w 37180"/>
                  <a:gd name="connsiteY1" fmla="*/ 37357 h 37180"/>
                  <a:gd name="connsiteX2" fmla="*/ 240 w 37180"/>
                  <a:gd name="connsiteY2" fmla="*/ 18767 h 37180"/>
                  <a:gd name="connsiteX3" fmla="*/ 18831 w 37180"/>
                  <a:gd name="connsiteY3" fmla="*/ 177 h 37180"/>
                  <a:gd name="connsiteX4" fmla="*/ 37421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67"/>
                    </a:moveTo>
                    <a:cubicBezTo>
                      <a:pt x="37421" y="29034"/>
                      <a:pt x="29098" y="37357"/>
                      <a:pt x="18831" y="37357"/>
                    </a:cubicBezTo>
                    <a:cubicBezTo>
                      <a:pt x="8564" y="37357"/>
                      <a:pt x="240" y="29034"/>
                      <a:pt x="240" y="18767"/>
                    </a:cubicBezTo>
                    <a:cubicBezTo>
                      <a:pt x="240" y="8500"/>
                      <a:pt x="8564" y="177"/>
                      <a:pt x="18831" y="177"/>
                    </a:cubicBezTo>
                    <a:cubicBezTo>
                      <a:pt x="29098" y="177"/>
                      <a:pt x="37421" y="8500"/>
                      <a:pt x="37421" y="18767"/>
                    </a:cubicBezTo>
                    <a:close/>
                  </a:path>
                </a:pathLst>
              </a:custGeom>
              <a:solidFill>
                <a:srgbClr val="86F786"/>
              </a:solidFill>
              <a:ln w="5753" cap="sq">
                <a:noFill/>
                <a:prstDash val="solid"/>
                <a:miter/>
              </a:ln>
            </p:spPr>
            <p:txBody>
              <a:bodyPr rtlCol="0" anchor="ctr"/>
              <a:lstStyle/>
              <a:p>
                <a:endParaRPr lang="en-US"/>
              </a:p>
            </p:txBody>
          </p:sp>
          <p:sp>
            <p:nvSpPr>
              <p:cNvPr id="1847" name="Freeform: Shape 1846">
                <a:extLst>
                  <a:ext uri="{FF2B5EF4-FFF2-40B4-BE49-F238E27FC236}">
                    <a16:creationId xmlns:a16="http://schemas.microsoft.com/office/drawing/2014/main" id="{5C083E83-B22A-BA08-B657-620F08D4F1F5}"/>
                  </a:ext>
                </a:extLst>
              </p:cNvPr>
              <p:cNvSpPr/>
              <p:nvPr/>
            </p:nvSpPr>
            <p:spPr>
              <a:xfrm>
                <a:off x="7578563" y="8017530"/>
                <a:ext cx="41981" cy="41981"/>
              </a:xfrm>
              <a:custGeom>
                <a:avLst/>
                <a:gdLst>
                  <a:gd name="connsiteX0" fmla="*/ 21231 w 41981"/>
                  <a:gd name="connsiteY0" fmla="*/ 4977 h 41981"/>
                  <a:gd name="connsiteX1" fmla="*/ 37421 w 41981"/>
                  <a:gd name="connsiteY1" fmla="*/ 21167 h 41981"/>
                  <a:gd name="connsiteX2" fmla="*/ 37421 w 41981"/>
                  <a:gd name="connsiteY2" fmla="*/ 21167 h 41981"/>
                  <a:gd name="connsiteX3" fmla="*/ 21231 w 41981"/>
                  <a:gd name="connsiteY3" fmla="*/ 37357 h 41981"/>
                  <a:gd name="connsiteX4" fmla="*/ 5041 w 41981"/>
                  <a:gd name="connsiteY4" fmla="*/ 21167 h 41981"/>
                  <a:gd name="connsiteX5" fmla="*/ 21231 w 41981"/>
                  <a:gd name="connsiteY5" fmla="*/ 4977 h 41981"/>
                  <a:gd name="connsiteX6" fmla="*/ 21231 w 41981"/>
                  <a:gd name="connsiteY6" fmla="*/ 177 h 41981"/>
                  <a:gd name="connsiteX7" fmla="*/ 240 w 41981"/>
                  <a:gd name="connsiteY7" fmla="*/ 21167 h 41981"/>
                  <a:gd name="connsiteX8" fmla="*/ 21231 w 41981"/>
                  <a:gd name="connsiteY8" fmla="*/ 42158 h 41981"/>
                  <a:gd name="connsiteX9" fmla="*/ 42222 w 41981"/>
                  <a:gd name="connsiteY9" fmla="*/ 21167 h 41981"/>
                  <a:gd name="connsiteX10" fmla="*/ 42222 w 41981"/>
                  <a:gd name="connsiteY10" fmla="*/ 21167 h 41981"/>
                  <a:gd name="connsiteX11" fmla="*/ 21231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77"/>
                    </a:moveTo>
                    <a:cubicBezTo>
                      <a:pt x="30173" y="4977"/>
                      <a:pt x="37421" y="12225"/>
                      <a:pt x="37421" y="21167"/>
                    </a:cubicBezTo>
                    <a:lnTo>
                      <a:pt x="37421" y="21167"/>
                    </a:lnTo>
                    <a:cubicBezTo>
                      <a:pt x="37421" y="30109"/>
                      <a:pt x="30173" y="37357"/>
                      <a:pt x="21231" y="37357"/>
                    </a:cubicBezTo>
                    <a:cubicBezTo>
                      <a:pt x="12289" y="37357"/>
                      <a:pt x="5041" y="30109"/>
                      <a:pt x="5041" y="21167"/>
                    </a:cubicBezTo>
                    <a:cubicBezTo>
                      <a:pt x="5041" y="12225"/>
                      <a:pt x="12289" y="4977"/>
                      <a:pt x="21231" y="4977"/>
                    </a:cubicBezTo>
                    <a:close/>
                    <a:moveTo>
                      <a:pt x="21231" y="177"/>
                    </a:moveTo>
                    <a:cubicBezTo>
                      <a:pt x="9638" y="177"/>
                      <a:pt x="240" y="9575"/>
                      <a:pt x="240" y="21167"/>
                    </a:cubicBezTo>
                    <a:cubicBezTo>
                      <a:pt x="240" y="32760"/>
                      <a:pt x="9638" y="42158"/>
                      <a:pt x="21231" y="42158"/>
                    </a:cubicBezTo>
                    <a:cubicBezTo>
                      <a:pt x="32824" y="42158"/>
                      <a:pt x="42222" y="32760"/>
                      <a:pt x="42222" y="21167"/>
                    </a:cubicBezTo>
                    <a:lnTo>
                      <a:pt x="42222" y="21167"/>
                    </a:lnTo>
                    <a:cubicBezTo>
                      <a:pt x="42222" y="9575"/>
                      <a:pt x="32824" y="177"/>
                      <a:pt x="21231" y="177"/>
                    </a:cubicBezTo>
                    <a:close/>
                  </a:path>
                </a:pathLst>
              </a:custGeom>
              <a:solidFill>
                <a:srgbClr val="000000"/>
              </a:solidFill>
              <a:ln w="4794" cap="sq">
                <a:noFill/>
                <a:prstDash val="solid"/>
                <a:round/>
              </a:ln>
            </p:spPr>
            <p:txBody>
              <a:bodyPr rtlCol="0" anchor="ctr"/>
              <a:lstStyle/>
              <a:p>
                <a:endParaRPr lang="en-US"/>
              </a:p>
            </p:txBody>
          </p:sp>
          <p:sp>
            <p:nvSpPr>
              <p:cNvPr id="1848" name="Freeform: Shape 1847">
                <a:extLst>
                  <a:ext uri="{FF2B5EF4-FFF2-40B4-BE49-F238E27FC236}">
                    <a16:creationId xmlns:a16="http://schemas.microsoft.com/office/drawing/2014/main" id="{7D40DFF1-2EFE-A23C-EF88-ABF2D5F8A3E7}"/>
                  </a:ext>
                </a:extLst>
              </p:cNvPr>
              <p:cNvSpPr/>
              <p:nvPr/>
            </p:nvSpPr>
            <p:spPr>
              <a:xfrm>
                <a:off x="7655301" y="8043788"/>
                <a:ext cx="37180" cy="37180"/>
              </a:xfrm>
              <a:custGeom>
                <a:avLst/>
                <a:gdLst>
                  <a:gd name="connsiteX0" fmla="*/ 37434 w 37180"/>
                  <a:gd name="connsiteY0" fmla="*/ 18771 h 37180"/>
                  <a:gd name="connsiteX1" fmla="*/ 18844 w 37180"/>
                  <a:gd name="connsiteY1" fmla="*/ 37362 h 37180"/>
                  <a:gd name="connsiteX2" fmla="*/ 253 w 37180"/>
                  <a:gd name="connsiteY2" fmla="*/ 18771 h 37180"/>
                  <a:gd name="connsiteX3" fmla="*/ 18844 w 37180"/>
                  <a:gd name="connsiteY3" fmla="*/ 181 h 37180"/>
                  <a:gd name="connsiteX4" fmla="*/ 37434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1"/>
                    </a:moveTo>
                    <a:cubicBezTo>
                      <a:pt x="37434" y="29038"/>
                      <a:pt x="29111" y="37362"/>
                      <a:pt x="18844" y="37362"/>
                    </a:cubicBezTo>
                    <a:cubicBezTo>
                      <a:pt x="8577" y="37362"/>
                      <a:pt x="253" y="29038"/>
                      <a:pt x="253" y="18771"/>
                    </a:cubicBezTo>
                    <a:cubicBezTo>
                      <a:pt x="253" y="8504"/>
                      <a:pt x="8577" y="181"/>
                      <a:pt x="18844" y="181"/>
                    </a:cubicBezTo>
                    <a:cubicBezTo>
                      <a:pt x="29111" y="181"/>
                      <a:pt x="37434" y="8504"/>
                      <a:pt x="37434" y="18771"/>
                    </a:cubicBezTo>
                    <a:close/>
                  </a:path>
                </a:pathLst>
              </a:custGeom>
              <a:solidFill>
                <a:srgbClr val="CBF7CB"/>
              </a:solidFill>
              <a:ln w="5753" cap="sq">
                <a:noFill/>
                <a:prstDash val="solid"/>
                <a:miter/>
              </a:ln>
            </p:spPr>
            <p:txBody>
              <a:bodyPr rtlCol="0" anchor="ctr"/>
              <a:lstStyle/>
              <a:p>
                <a:endParaRPr lang="en-US"/>
              </a:p>
            </p:txBody>
          </p:sp>
          <p:sp>
            <p:nvSpPr>
              <p:cNvPr id="1849" name="Freeform: Shape 1848">
                <a:extLst>
                  <a:ext uri="{FF2B5EF4-FFF2-40B4-BE49-F238E27FC236}">
                    <a16:creationId xmlns:a16="http://schemas.microsoft.com/office/drawing/2014/main" id="{5C22524A-A809-A57F-ECC1-7B698B636D37}"/>
                  </a:ext>
                </a:extLst>
              </p:cNvPr>
              <p:cNvSpPr/>
              <p:nvPr/>
            </p:nvSpPr>
            <p:spPr>
              <a:xfrm>
                <a:off x="7652901" y="8041388"/>
                <a:ext cx="41981" cy="41981"/>
              </a:xfrm>
              <a:custGeom>
                <a:avLst/>
                <a:gdLst>
                  <a:gd name="connsiteX0" fmla="*/ 21244 w 41981"/>
                  <a:gd name="connsiteY0" fmla="*/ 4981 h 41981"/>
                  <a:gd name="connsiteX1" fmla="*/ 37434 w 41981"/>
                  <a:gd name="connsiteY1" fmla="*/ 21171 h 41981"/>
                  <a:gd name="connsiteX2" fmla="*/ 37434 w 41981"/>
                  <a:gd name="connsiteY2" fmla="*/ 21171 h 41981"/>
                  <a:gd name="connsiteX3" fmla="*/ 21244 w 41981"/>
                  <a:gd name="connsiteY3" fmla="*/ 37362 h 41981"/>
                  <a:gd name="connsiteX4" fmla="*/ 5054 w 41981"/>
                  <a:gd name="connsiteY4" fmla="*/ 21171 h 41981"/>
                  <a:gd name="connsiteX5" fmla="*/ 21244 w 41981"/>
                  <a:gd name="connsiteY5" fmla="*/ 4981 h 41981"/>
                  <a:gd name="connsiteX6" fmla="*/ 21244 w 41981"/>
                  <a:gd name="connsiteY6" fmla="*/ 181 h 41981"/>
                  <a:gd name="connsiteX7" fmla="*/ 253 w 41981"/>
                  <a:gd name="connsiteY7" fmla="*/ 21171 h 41981"/>
                  <a:gd name="connsiteX8" fmla="*/ 21244 w 41981"/>
                  <a:gd name="connsiteY8" fmla="*/ 42162 h 41981"/>
                  <a:gd name="connsiteX9" fmla="*/ 42235 w 41981"/>
                  <a:gd name="connsiteY9" fmla="*/ 21171 h 41981"/>
                  <a:gd name="connsiteX10" fmla="*/ 42235 w 41981"/>
                  <a:gd name="connsiteY10" fmla="*/ 21171 h 41981"/>
                  <a:gd name="connsiteX11" fmla="*/ 2124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1"/>
                    </a:moveTo>
                    <a:cubicBezTo>
                      <a:pt x="30186" y="4981"/>
                      <a:pt x="37434" y="12230"/>
                      <a:pt x="37434" y="21171"/>
                    </a:cubicBezTo>
                    <a:lnTo>
                      <a:pt x="37434" y="21171"/>
                    </a:lnTo>
                    <a:cubicBezTo>
                      <a:pt x="37434" y="30113"/>
                      <a:pt x="30186" y="37362"/>
                      <a:pt x="21244" y="37362"/>
                    </a:cubicBezTo>
                    <a:cubicBezTo>
                      <a:pt x="12302" y="37362"/>
                      <a:pt x="5054" y="30113"/>
                      <a:pt x="5054" y="21171"/>
                    </a:cubicBezTo>
                    <a:cubicBezTo>
                      <a:pt x="5054" y="12230"/>
                      <a:pt x="12302" y="4981"/>
                      <a:pt x="21244" y="4981"/>
                    </a:cubicBezTo>
                    <a:close/>
                    <a:moveTo>
                      <a:pt x="21244" y="181"/>
                    </a:moveTo>
                    <a:cubicBezTo>
                      <a:pt x="9651" y="181"/>
                      <a:pt x="253" y="9579"/>
                      <a:pt x="253" y="21171"/>
                    </a:cubicBezTo>
                    <a:cubicBezTo>
                      <a:pt x="253" y="32764"/>
                      <a:pt x="9651" y="42162"/>
                      <a:pt x="21244" y="42162"/>
                    </a:cubicBezTo>
                    <a:cubicBezTo>
                      <a:pt x="32837" y="42162"/>
                      <a:pt x="42235" y="32764"/>
                      <a:pt x="42235" y="21171"/>
                    </a:cubicBezTo>
                    <a:lnTo>
                      <a:pt x="42235" y="21171"/>
                    </a:lnTo>
                    <a:cubicBezTo>
                      <a:pt x="42235" y="9579"/>
                      <a:pt x="32837" y="181"/>
                      <a:pt x="21244" y="181"/>
                    </a:cubicBezTo>
                    <a:close/>
                  </a:path>
                </a:pathLst>
              </a:custGeom>
              <a:solidFill>
                <a:srgbClr val="000000"/>
              </a:solidFill>
              <a:ln w="4794" cap="sq">
                <a:noFill/>
                <a:prstDash val="solid"/>
                <a:round/>
              </a:ln>
            </p:spPr>
            <p:txBody>
              <a:bodyPr rtlCol="0" anchor="ctr"/>
              <a:lstStyle/>
              <a:p>
                <a:endParaRPr lang="en-US"/>
              </a:p>
            </p:txBody>
          </p:sp>
          <p:sp>
            <p:nvSpPr>
              <p:cNvPr id="1850" name="Freeform: Shape 1849">
                <a:extLst>
                  <a:ext uri="{FF2B5EF4-FFF2-40B4-BE49-F238E27FC236}">
                    <a16:creationId xmlns:a16="http://schemas.microsoft.com/office/drawing/2014/main" id="{D2D84210-1C41-4FF9-7974-4610F9BF6773}"/>
                  </a:ext>
                </a:extLst>
              </p:cNvPr>
              <p:cNvSpPr/>
              <p:nvPr/>
            </p:nvSpPr>
            <p:spPr>
              <a:xfrm>
                <a:off x="7658250" y="8038690"/>
                <a:ext cx="37180" cy="37180"/>
              </a:xfrm>
              <a:custGeom>
                <a:avLst/>
                <a:gdLst>
                  <a:gd name="connsiteX0" fmla="*/ 37435 w 37180"/>
                  <a:gd name="connsiteY0" fmla="*/ 18770 h 37180"/>
                  <a:gd name="connsiteX1" fmla="*/ 18844 w 37180"/>
                  <a:gd name="connsiteY1" fmla="*/ 37361 h 37180"/>
                  <a:gd name="connsiteX2" fmla="*/ 254 w 37180"/>
                  <a:gd name="connsiteY2" fmla="*/ 18770 h 37180"/>
                  <a:gd name="connsiteX3" fmla="*/ 18844 w 37180"/>
                  <a:gd name="connsiteY3" fmla="*/ 180 h 37180"/>
                  <a:gd name="connsiteX4" fmla="*/ 37435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0"/>
                    </a:moveTo>
                    <a:cubicBezTo>
                      <a:pt x="37435" y="29037"/>
                      <a:pt x="29111" y="37361"/>
                      <a:pt x="18844" y="37361"/>
                    </a:cubicBezTo>
                    <a:cubicBezTo>
                      <a:pt x="8577" y="37361"/>
                      <a:pt x="254" y="29037"/>
                      <a:pt x="254" y="18770"/>
                    </a:cubicBezTo>
                    <a:cubicBezTo>
                      <a:pt x="254" y="8503"/>
                      <a:pt x="8577" y="180"/>
                      <a:pt x="18844" y="180"/>
                    </a:cubicBezTo>
                    <a:cubicBezTo>
                      <a:pt x="29111" y="180"/>
                      <a:pt x="37435" y="8503"/>
                      <a:pt x="37435" y="18770"/>
                    </a:cubicBezTo>
                    <a:close/>
                  </a:path>
                </a:pathLst>
              </a:custGeom>
              <a:solidFill>
                <a:srgbClr val="F7A500"/>
              </a:solidFill>
              <a:ln w="5753" cap="sq">
                <a:noFill/>
                <a:prstDash val="solid"/>
                <a:miter/>
              </a:ln>
            </p:spPr>
            <p:txBody>
              <a:bodyPr rtlCol="0" anchor="ctr"/>
              <a:lstStyle/>
              <a:p>
                <a:endParaRPr lang="en-US"/>
              </a:p>
            </p:txBody>
          </p:sp>
          <p:sp>
            <p:nvSpPr>
              <p:cNvPr id="1851" name="Freeform: Shape 1850">
                <a:extLst>
                  <a:ext uri="{FF2B5EF4-FFF2-40B4-BE49-F238E27FC236}">
                    <a16:creationId xmlns:a16="http://schemas.microsoft.com/office/drawing/2014/main" id="{28EE1AF8-1527-AC4D-BF3C-A3663742B63E}"/>
                  </a:ext>
                </a:extLst>
              </p:cNvPr>
              <p:cNvSpPr/>
              <p:nvPr/>
            </p:nvSpPr>
            <p:spPr>
              <a:xfrm>
                <a:off x="7655850" y="8036290"/>
                <a:ext cx="41981" cy="41981"/>
              </a:xfrm>
              <a:custGeom>
                <a:avLst/>
                <a:gdLst>
                  <a:gd name="connsiteX0" fmla="*/ 21244 w 41981"/>
                  <a:gd name="connsiteY0" fmla="*/ 4980 h 41981"/>
                  <a:gd name="connsiteX1" fmla="*/ 37435 w 41981"/>
                  <a:gd name="connsiteY1" fmla="*/ 21170 h 41981"/>
                  <a:gd name="connsiteX2" fmla="*/ 37435 w 41981"/>
                  <a:gd name="connsiteY2" fmla="*/ 21170 h 41981"/>
                  <a:gd name="connsiteX3" fmla="*/ 21244 w 41981"/>
                  <a:gd name="connsiteY3" fmla="*/ 37361 h 41981"/>
                  <a:gd name="connsiteX4" fmla="*/ 5054 w 41981"/>
                  <a:gd name="connsiteY4" fmla="*/ 21170 h 41981"/>
                  <a:gd name="connsiteX5" fmla="*/ 21244 w 41981"/>
                  <a:gd name="connsiteY5" fmla="*/ 4980 h 41981"/>
                  <a:gd name="connsiteX6" fmla="*/ 21244 w 41981"/>
                  <a:gd name="connsiteY6" fmla="*/ 180 h 41981"/>
                  <a:gd name="connsiteX7" fmla="*/ 254 w 41981"/>
                  <a:gd name="connsiteY7" fmla="*/ 21170 h 41981"/>
                  <a:gd name="connsiteX8" fmla="*/ 21244 w 41981"/>
                  <a:gd name="connsiteY8" fmla="*/ 42161 h 41981"/>
                  <a:gd name="connsiteX9" fmla="*/ 42235 w 41981"/>
                  <a:gd name="connsiteY9" fmla="*/ 21170 h 41981"/>
                  <a:gd name="connsiteX10" fmla="*/ 42235 w 41981"/>
                  <a:gd name="connsiteY10" fmla="*/ 21170 h 41981"/>
                  <a:gd name="connsiteX11" fmla="*/ 21244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0"/>
                    </a:moveTo>
                    <a:cubicBezTo>
                      <a:pt x="30186" y="4980"/>
                      <a:pt x="37435" y="12229"/>
                      <a:pt x="37435" y="21170"/>
                    </a:cubicBezTo>
                    <a:lnTo>
                      <a:pt x="37435" y="21170"/>
                    </a:lnTo>
                    <a:cubicBezTo>
                      <a:pt x="37435" y="30112"/>
                      <a:pt x="30186" y="37361"/>
                      <a:pt x="21244" y="37361"/>
                    </a:cubicBezTo>
                    <a:cubicBezTo>
                      <a:pt x="12303" y="37361"/>
                      <a:pt x="5054" y="30112"/>
                      <a:pt x="5054" y="21170"/>
                    </a:cubicBezTo>
                    <a:cubicBezTo>
                      <a:pt x="5054" y="12229"/>
                      <a:pt x="12303" y="4980"/>
                      <a:pt x="21244" y="4980"/>
                    </a:cubicBezTo>
                    <a:close/>
                    <a:moveTo>
                      <a:pt x="21244" y="180"/>
                    </a:moveTo>
                    <a:cubicBezTo>
                      <a:pt x="9652" y="180"/>
                      <a:pt x="254" y="9578"/>
                      <a:pt x="254" y="21170"/>
                    </a:cubicBezTo>
                    <a:cubicBezTo>
                      <a:pt x="254" y="32763"/>
                      <a:pt x="9652" y="42161"/>
                      <a:pt x="21244" y="42161"/>
                    </a:cubicBezTo>
                    <a:cubicBezTo>
                      <a:pt x="32837" y="42161"/>
                      <a:pt x="42235" y="32763"/>
                      <a:pt x="42235" y="21170"/>
                    </a:cubicBezTo>
                    <a:lnTo>
                      <a:pt x="42235" y="21170"/>
                    </a:lnTo>
                    <a:cubicBezTo>
                      <a:pt x="42235" y="9578"/>
                      <a:pt x="32837" y="180"/>
                      <a:pt x="21244" y="180"/>
                    </a:cubicBezTo>
                    <a:close/>
                  </a:path>
                </a:pathLst>
              </a:custGeom>
              <a:solidFill>
                <a:srgbClr val="000000"/>
              </a:solidFill>
              <a:ln w="4794" cap="sq">
                <a:noFill/>
                <a:prstDash val="solid"/>
                <a:round/>
              </a:ln>
            </p:spPr>
            <p:txBody>
              <a:bodyPr rtlCol="0" anchor="ctr"/>
              <a:lstStyle/>
              <a:p>
                <a:endParaRPr lang="en-US"/>
              </a:p>
            </p:txBody>
          </p:sp>
          <p:sp>
            <p:nvSpPr>
              <p:cNvPr id="1852" name="Freeform: Shape 1851">
                <a:extLst>
                  <a:ext uri="{FF2B5EF4-FFF2-40B4-BE49-F238E27FC236}">
                    <a16:creationId xmlns:a16="http://schemas.microsoft.com/office/drawing/2014/main" id="{2453340A-8207-258A-5E1B-807A1CFB8711}"/>
                  </a:ext>
                </a:extLst>
              </p:cNvPr>
              <p:cNvSpPr/>
              <p:nvPr/>
            </p:nvSpPr>
            <p:spPr>
              <a:xfrm>
                <a:off x="7629468" y="8132216"/>
                <a:ext cx="37180" cy="37180"/>
              </a:xfrm>
              <a:custGeom>
                <a:avLst/>
                <a:gdLst>
                  <a:gd name="connsiteX0" fmla="*/ 37430 w 37180"/>
                  <a:gd name="connsiteY0" fmla="*/ 18786 h 37180"/>
                  <a:gd name="connsiteX1" fmla="*/ 18839 w 37180"/>
                  <a:gd name="connsiteY1" fmla="*/ 37377 h 37180"/>
                  <a:gd name="connsiteX2" fmla="*/ 249 w 37180"/>
                  <a:gd name="connsiteY2" fmla="*/ 18786 h 37180"/>
                  <a:gd name="connsiteX3" fmla="*/ 18839 w 37180"/>
                  <a:gd name="connsiteY3" fmla="*/ 196 h 37180"/>
                  <a:gd name="connsiteX4" fmla="*/ 37430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86"/>
                    </a:moveTo>
                    <a:cubicBezTo>
                      <a:pt x="37430" y="29054"/>
                      <a:pt x="29106" y="37377"/>
                      <a:pt x="18839" y="37377"/>
                    </a:cubicBezTo>
                    <a:cubicBezTo>
                      <a:pt x="8572" y="37377"/>
                      <a:pt x="249" y="29054"/>
                      <a:pt x="249" y="18786"/>
                    </a:cubicBezTo>
                    <a:cubicBezTo>
                      <a:pt x="249" y="8519"/>
                      <a:pt x="8572" y="196"/>
                      <a:pt x="18839" y="196"/>
                    </a:cubicBezTo>
                    <a:cubicBezTo>
                      <a:pt x="29106" y="196"/>
                      <a:pt x="37430" y="8519"/>
                      <a:pt x="37430" y="18786"/>
                    </a:cubicBezTo>
                    <a:close/>
                  </a:path>
                </a:pathLst>
              </a:custGeom>
              <a:solidFill>
                <a:srgbClr val="B7F7B7"/>
              </a:solidFill>
              <a:ln w="5753" cap="sq">
                <a:noFill/>
                <a:prstDash val="solid"/>
                <a:miter/>
              </a:ln>
            </p:spPr>
            <p:txBody>
              <a:bodyPr rtlCol="0" anchor="ctr"/>
              <a:lstStyle/>
              <a:p>
                <a:endParaRPr lang="en-US"/>
              </a:p>
            </p:txBody>
          </p:sp>
          <p:sp>
            <p:nvSpPr>
              <p:cNvPr id="1853" name="Freeform: Shape 1852">
                <a:extLst>
                  <a:ext uri="{FF2B5EF4-FFF2-40B4-BE49-F238E27FC236}">
                    <a16:creationId xmlns:a16="http://schemas.microsoft.com/office/drawing/2014/main" id="{878D9C83-6C41-BE35-A5BC-CD076A19FAEE}"/>
                  </a:ext>
                </a:extLst>
              </p:cNvPr>
              <p:cNvSpPr/>
              <p:nvPr/>
            </p:nvSpPr>
            <p:spPr>
              <a:xfrm>
                <a:off x="7627068" y="8129815"/>
                <a:ext cx="41981" cy="41981"/>
              </a:xfrm>
              <a:custGeom>
                <a:avLst/>
                <a:gdLst>
                  <a:gd name="connsiteX0" fmla="*/ 21239 w 41981"/>
                  <a:gd name="connsiteY0" fmla="*/ 4996 h 41981"/>
                  <a:gd name="connsiteX1" fmla="*/ 37430 w 41981"/>
                  <a:gd name="connsiteY1" fmla="*/ 21187 h 41981"/>
                  <a:gd name="connsiteX2" fmla="*/ 37430 w 41981"/>
                  <a:gd name="connsiteY2" fmla="*/ 21187 h 41981"/>
                  <a:gd name="connsiteX3" fmla="*/ 21239 w 41981"/>
                  <a:gd name="connsiteY3" fmla="*/ 37377 h 41981"/>
                  <a:gd name="connsiteX4" fmla="*/ 5049 w 41981"/>
                  <a:gd name="connsiteY4" fmla="*/ 21187 h 41981"/>
                  <a:gd name="connsiteX5" fmla="*/ 21239 w 41981"/>
                  <a:gd name="connsiteY5" fmla="*/ 4996 h 41981"/>
                  <a:gd name="connsiteX6" fmla="*/ 21239 w 41981"/>
                  <a:gd name="connsiteY6" fmla="*/ 196 h 41981"/>
                  <a:gd name="connsiteX7" fmla="*/ 249 w 41981"/>
                  <a:gd name="connsiteY7" fmla="*/ 21187 h 41981"/>
                  <a:gd name="connsiteX8" fmla="*/ 21239 w 41981"/>
                  <a:gd name="connsiteY8" fmla="*/ 42177 h 41981"/>
                  <a:gd name="connsiteX9" fmla="*/ 42230 w 41981"/>
                  <a:gd name="connsiteY9" fmla="*/ 21187 h 41981"/>
                  <a:gd name="connsiteX10" fmla="*/ 42230 w 41981"/>
                  <a:gd name="connsiteY10" fmla="*/ 21187 h 41981"/>
                  <a:gd name="connsiteX11" fmla="*/ 21239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96"/>
                    </a:moveTo>
                    <a:cubicBezTo>
                      <a:pt x="30181" y="4996"/>
                      <a:pt x="37430" y="12245"/>
                      <a:pt x="37430" y="21187"/>
                    </a:cubicBezTo>
                    <a:lnTo>
                      <a:pt x="37430" y="21187"/>
                    </a:lnTo>
                    <a:cubicBezTo>
                      <a:pt x="37430" y="30129"/>
                      <a:pt x="30181" y="37377"/>
                      <a:pt x="21239" y="37377"/>
                    </a:cubicBezTo>
                    <a:cubicBezTo>
                      <a:pt x="12298" y="37377"/>
                      <a:pt x="5049" y="30129"/>
                      <a:pt x="5049" y="21187"/>
                    </a:cubicBezTo>
                    <a:cubicBezTo>
                      <a:pt x="5049" y="12245"/>
                      <a:pt x="12298" y="4996"/>
                      <a:pt x="21239" y="4996"/>
                    </a:cubicBezTo>
                    <a:close/>
                    <a:moveTo>
                      <a:pt x="21239" y="196"/>
                    </a:moveTo>
                    <a:cubicBezTo>
                      <a:pt x="9647" y="196"/>
                      <a:pt x="249" y="9594"/>
                      <a:pt x="249" y="21187"/>
                    </a:cubicBezTo>
                    <a:cubicBezTo>
                      <a:pt x="249" y="32779"/>
                      <a:pt x="9647" y="42177"/>
                      <a:pt x="21239" y="42177"/>
                    </a:cubicBezTo>
                    <a:cubicBezTo>
                      <a:pt x="32832" y="42177"/>
                      <a:pt x="42230" y="32779"/>
                      <a:pt x="42230" y="21187"/>
                    </a:cubicBezTo>
                    <a:lnTo>
                      <a:pt x="42230" y="21187"/>
                    </a:lnTo>
                    <a:cubicBezTo>
                      <a:pt x="42230" y="9594"/>
                      <a:pt x="32832" y="196"/>
                      <a:pt x="21239" y="196"/>
                    </a:cubicBezTo>
                    <a:close/>
                  </a:path>
                </a:pathLst>
              </a:custGeom>
              <a:solidFill>
                <a:srgbClr val="000000"/>
              </a:solidFill>
              <a:ln w="4794" cap="sq">
                <a:noFill/>
                <a:prstDash val="solid"/>
                <a:round/>
              </a:ln>
            </p:spPr>
            <p:txBody>
              <a:bodyPr rtlCol="0" anchor="ctr"/>
              <a:lstStyle/>
              <a:p>
                <a:endParaRPr lang="en-US"/>
              </a:p>
            </p:txBody>
          </p:sp>
          <p:sp>
            <p:nvSpPr>
              <p:cNvPr id="1854" name="Freeform: Shape 1853">
                <a:extLst>
                  <a:ext uri="{FF2B5EF4-FFF2-40B4-BE49-F238E27FC236}">
                    <a16:creationId xmlns:a16="http://schemas.microsoft.com/office/drawing/2014/main" id="{F2153899-D36A-BF16-C9AD-3E428DE777F7}"/>
                  </a:ext>
                </a:extLst>
              </p:cNvPr>
              <p:cNvSpPr/>
              <p:nvPr/>
            </p:nvSpPr>
            <p:spPr>
              <a:xfrm>
                <a:off x="8207455" y="8109331"/>
                <a:ext cx="37180" cy="37180"/>
              </a:xfrm>
              <a:custGeom>
                <a:avLst/>
                <a:gdLst>
                  <a:gd name="connsiteX0" fmla="*/ 37530 w 37180"/>
                  <a:gd name="connsiteY0" fmla="*/ 18783 h 37180"/>
                  <a:gd name="connsiteX1" fmla="*/ 18940 w 37180"/>
                  <a:gd name="connsiteY1" fmla="*/ 37373 h 37180"/>
                  <a:gd name="connsiteX2" fmla="*/ 349 w 37180"/>
                  <a:gd name="connsiteY2" fmla="*/ 18783 h 37180"/>
                  <a:gd name="connsiteX3" fmla="*/ 18940 w 37180"/>
                  <a:gd name="connsiteY3" fmla="*/ 192 h 37180"/>
                  <a:gd name="connsiteX4" fmla="*/ 37530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0" y="18783"/>
                    </a:moveTo>
                    <a:cubicBezTo>
                      <a:pt x="37530" y="29050"/>
                      <a:pt x="29207" y="37373"/>
                      <a:pt x="18940" y="37373"/>
                    </a:cubicBezTo>
                    <a:cubicBezTo>
                      <a:pt x="8672" y="37373"/>
                      <a:pt x="349" y="29050"/>
                      <a:pt x="349" y="18783"/>
                    </a:cubicBezTo>
                    <a:cubicBezTo>
                      <a:pt x="349" y="8515"/>
                      <a:pt x="8672" y="192"/>
                      <a:pt x="18940" y="192"/>
                    </a:cubicBezTo>
                    <a:cubicBezTo>
                      <a:pt x="29207" y="192"/>
                      <a:pt x="37530" y="8515"/>
                      <a:pt x="37530" y="18783"/>
                    </a:cubicBezTo>
                    <a:close/>
                  </a:path>
                </a:pathLst>
              </a:custGeom>
              <a:solidFill>
                <a:srgbClr val="00F700"/>
              </a:solidFill>
              <a:ln w="5753" cap="sq">
                <a:noFill/>
                <a:prstDash val="solid"/>
                <a:miter/>
              </a:ln>
            </p:spPr>
            <p:txBody>
              <a:bodyPr rtlCol="0" anchor="ctr"/>
              <a:lstStyle/>
              <a:p>
                <a:endParaRPr lang="en-US"/>
              </a:p>
            </p:txBody>
          </p:sp>
          <p:sp>
            <p:nvSpPr>
              <p:cNvPr id="1855" name="Freeform: Shape 1854">
                <a:extLst>
                  <a:ext uri="{FF2B5EF4-FFF2-40B4-BE49-F238E27FC236}">
                    <a16:creationId xmlns:a16="http://schemas.microsoft.com/office/drawing/2014/main" id="{C2EBD1A4-EA92-A32B-242F-1078CB797AE5}"/>
                  </a:ext>
                </a:extLst>
              </p:cNvPr>
              <p:cNvSpPr/>
              <p:nvPr/>
            </p:nvSpPr>
            <p:spPr>
              <a:xfrm>
                <a:off x="8205055" y="8106931"/>
                <a:ext cx="41981" cy="41981"/>
              </a:xfrm>
              <a:custGeom>
                <a:avLst/>
                <a:gdLst>
                  <a:gd name="connsiteX0" fmla="*/ 21340 w 41981"/>
                  <a:gd name="connsiteY0" fmla="*/ 4993 h 41981"/>
                  <a:gd name="connsiteX1" fmla="*/ 37530 w 41981"/>
                  <a:gd name="connsiteY1" fmla="*/ 21183 h 41981"/>
                  <a:gd name="connsiteX2" fmla="*/ 37530 w 41981"/>
                  <a:gd name="connsiteY2" fmla="*/ 21183 h 41981"/>
                  <a:gd name="connsiteX3" fmla="*/ 21340 w 41981"/>
                  <a:gd name="connsiteY3" fmla="*/ 37373 h 41981"/>
                  <a:gd name="connsiteX4" fmla="*/ 5150 w 41981"/>
                  <a:gd name="connsiteY4" fmla="*/ 21183 h 41981"/>
                  <a:gd name="connsiteX5" fmla="*/ 21340 w 41981"/>
                  <a:gd name="connsiteY5" fmla="*/ 4993 h 41981"/>
                  <a:gd name="connsiteX6" fmla="*/ 21340 w 41981"/>
                  <a:gd name="connsiteY6" fmla="*/ 192 h 41981"/>
                  <a:gd name="connsiteX7" fmla="*/ 349 w 41981"/>
                  <a:gd name="connsiteY7" fmla="*/ 21183 h 41981"/>
                  <a:gd name="connsiteX8" fmla="*/ 21340 w 41981"/>
                  <a:gd name="connsiteY8" fmla="*/ 42173 h 41981"/>
                  <a:gd name="connsiteX9" fmla="*/ 42330 w 41981"/>
                  <a:gd name="connsiteY9" fmla="*/ 21183 h 41981"/>
                  <a:gd name="connsiteX10" fmla="*/ 42330 w 41981"/>
                  <a:gd name="connsiteY10" fmla="*/ 21183 h 41981"/>
                  <a:gd name="connsiteX11" fmla="*/ 21340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0" y="4993"/>
                    </a:moveTo>
                    <a:cubicBezTo>
                      <a:pt x="30282" y="4993"/>
                      <a:pt x="37530" y="12241"/>
                      <a:pt x="37530" y="21183"/>
                    </a:cubicBezTo>
                    <a:lnTo>
                      <a:pt x="37530" y="21183"/>
                    </a:lnTo>
                    <a:cubicBezTo>
                      <a:pt x="37530" y="30125"/>
                      <a:pt x="30282" y="37373"/>
                      <a:pt x="21340" y="37373"/>
                    </a:cubicBezTo>
                    <a:cubicBezTo>
                      <a:pt x="12398" y="37373"/>
                      <a:pt x="5150" y="30125"/>
                      <a:pt x="5150" y="21183"/>
                    </a:cubicBezTo>
                    <a:cubicBezTo>
                      <a:pt x="5150" y="12241"/>
                      <a:pt x="12398" y="4993"/>
                      <a:pt x="21340" y="4993"/>
                    </a:cubicBezTo>
                    <a:close/>
                    <a:moveTo>
                      <a:pt x="21340" y="192"/>
                    </a:moveTo>
                    <a:cubicBezTo>
                      <a:pt x="9747" y="192"/>
                      <a:pt x="349" y="9590"/>
                      <a:pt x="349" y="21183"/>
                    </a:cubicBezTo>
                    <a:cubicBezTo>
                      <a:pt x="349" y="32775"/>
                      <a:pt x="9747" y="42173"/>
                      <a:pt x="21340" y="42173"/>
                    </a:cubicBezTo>
                    <a:cubicBezTo>
                      <a:pt x="32932" y="42173"/>
                      <a:pt x="42330" y="32775"/>
                      <a:pt x="42330" y="21183"/>
                    </a:cubicBezTo>
                    <a:lnTo>
                      <a:pt x="42330" y="21183"/>
                    </a:lnTo>
                    <a:cubicBezTo>
                      <a:pt x="42330" y="9590"/>
                      <a:pt x="32932" y="192"/>
                      <a:pt x="21340" y="192"/>
                    </a:cubicBezTo>
                    <a:close/>
                  </a:path>
                </a:pathLst>
              </a:custGeom>
              <a:solidFill>
                <a:srgbClr val="000000"/>
              </a:solidFill>
              <a:ln w="4794" cap="sq">
                <a:noFill/>
                <a:prstDash val="solid"/>
                <a:round/>
              </a:ln>
            </p:spPr>
            <p:txBody>
              <a:bodyPr rtlCol="0" anchor="ctr"/>
              <a:lstStyle/>
              <a:p>
                <a:endParaRPr lang="en-US"/>
              </a:p>
            </p:txBody>
          </p:sp>
          <p:sp>
            <p:nvSpPr>
              <p:cNvPr id="1856" name="Freeform: Shape 1855">
                <a:extLst>
                  <a:ext uri="{FF2B5EF4-FFF2-40B4-BE49-F238E27FC236}">
                    <a16:creationId xmlns:a16="http://schemas.microsoft.com/office/drawing/2014/main" id="{3BE53B39-B406-C25F-F039-974CEA1AEB0C}"/>
                  </a:ext>
                </a:extLst>
              </p:cNvPr>
              <p:cNvSpPr/>
              <p:nvPr/>
            </p:nvSpPr>
            <p:spPr>
              <a:xfrm>
                <a:off x="7559835" y="8036081"/>
                <a:ext cx="37180" cy="37180"/>
              </a:xfrm>
              <a:custGeom>
                <a:avLst/>
                <a:gdLst>
                  <a:gd name="connsiteX0" fmla="*/ 37418 w 37180"/>
                  <a:gd name="connsiteY0" fmla="*/ 18770 h 37180"/>
                  <a:gd name="connsiteX1" fmla="*/ 18827 w 37180"/>
                  <a:gd name="connsiteY1" fmla="*/ 37360 h 37180"/>
                  <a:gd name="connsiteX2" fmla="*/ 237 w 37180"/>
                  <a:gd name="connsiteY2" fmla="*/ 18770 h 37180"/>
                  <a:gd name="connsiteX3" fmla="*/ 18827 w 37180"/>
                  <a:gd name="connsiteY3" fmla="*/ 179 h 37180"/>
                  <a:gd name="connsiteX4" fmla="*/ 3741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70"/>
                    </a:moveTo>
                    <a:cubicBezTo>
                      <a:pt x="37418" y="29037"/>
                      <a:pt x="29094" y="37360"/>
                      <a:pt x="18827" y="37360"/>
                    </a:cubicBezTo>
                    <a:cubicBezTo>
                      <a:pt x="8560" y="37360"/>
                      <a:pt x="237" y="29037"/>
                      <a:pt x="237" y="18770"/>
                    </a:cubicBezTo>
                    <a:cubicBezTo>
                      <a:pt x="237" y="8503"/>
                      <a:pt x="8560" y="179"/>
                      <a:pt x="18827" y="179"/>
                    </a:cubicBezTo>
                    <a:cubicBezTo>
                      <a:pt x="29094" y="179"/>
                      <a:pt x="37418" y="8503"/>
                      <a:pt x="37418" y="18770"/>
                    </a:cubicBezTo>
                    <a:close/>
                  </a:path>
                </a:pathLst>
              </a:custGeom>
              <a:solidFill>
                <a:srgbClr val="97F797"/>
              </a:solidFill>
              <a:ln w="5753" cap="sq">
                <a:noFill/>
                <a:prstDash val="solid"/>
                <a:miter/>
              </a:ln>
            </p:spPr>
            <p:txBody>
              <a:bodyPr rtlCol="0" anchor="ctr"/>
              <a:lstStyle/>
              <a:p>
                <a:endParaRPr lang="en-US"/>
              </a:p>
            </p:txBody>
          </p:sp>
          <p:sp>
            <p:nvSpPr>
              <p:cNvPr id="1857" name="Freeform: Shape 1856">
                <a:extLst>
                  <a:ext uri="{FF2B5EF4-FFF2-40B4-BE49-F238E27FC236}">
                    <a16:creationId xmlns:a16="http://schemas.microsoft.com/office/drawing/2014/main" id="{76EDF99A-1C78-CF81-6926-41EFA071E6FF}"/>
                  </a:ext>
                </a:extLst>
              </p:cNvPr>
              <p:cNvSpPr/>
              <p:nvPr/>
            </p:nvSpPr>
            <p:spPr>
              <a:xfrm>
                <a:off x="7557435" y="8033681"/>
                <a:ext cx="41981" cy="41981"/>
              </a:xfrm>
              <a:custGeom>
                <a:avLst/>
                <a:gdLst>
                  <a:gd name="connsiteX0" fmla="*/ 21227 w 41981"/>
                  <a:gd name="connsiteY0" fmla="*/ 4980 h 41981"/>
                  <a:gd name="connsiteX1" fmla="*/ 37418 w 41981"/>
                  <a:gd name="connsiteY1" fmla="*/ 21170 h 41981"/>
                  <a:gd name="connsiteX2" fmla="*/ 37418 w 41981"/>
                  <a:gd name="connsiteY2" fmla="*/ 21170 h 41981"/>
                  <a:gd name="connsiteX3" fmla="*/ 21227 w 41981"/>
                  <a:gd name="connsiteY3" fmla="*/ 37360 h 41981"/>
                  <a:gd name="connsiteX4" fmla="*/ 5037 w 41981"/>
                  <a:gd name="connsiteY4" fmla="*/ 21170 h 41981"/>
                  <a:gd name="connsiteX5" fmla="*/ 21227 w 41981"/>
                  <a:gd name="connsiteY5" fmla="*/ 4980 h 41981"/>
                  <a:gd name="connsiteX6" fmla="*/ 21227 w 41981"/>
                  <a:gd name="connsiteY6" fmla="*/ 179 h 41981"/>
                  <a:gd name="connsiteX7" fmla="*/ 237 w 41981"/>
                  <a:gd name="connsiteY7" fmla="*/ 21170 h 41981"/>
                  <a:gd name="connsiteX8" fmla="*/ 21227 w 41981"/>
                  <a:gd name="connsiteY8" fmla="*/ 42161 h 41981"/>
                  <a:gd name="connsiteX9" fmla="*/ 42218 w 41981"/>
                  <a:gd name="connsiteY9" fmla="*/ 21170 h 41981"/>
                  <a:gd name="connsiteX10" fmla="*/ 42218 w 41981"/>
                  <a:gd name="connsiteY10" fmla="*/ 21170 h 41981"/>
                  <a:gd name="connsiteX11" fmla="*/ 21227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80"/>
                    </a:moveTo>
                    <a:cubicBezTo>
                      <a:pt x="30169" y="4980"/>
                      <a:pt x="37418" y="12228"/>
                      <a:pt x="37418" y="21170"/>
                    </a:cubicBezTo>
                    <a:lnTo>
                      <a:pt x="37418" y="21170"/>
                    </a:lnTo>
                    <a:cubicBezTo>
                      <a:pt x="37418" y="30112"/>
                      <a:pt x="30169" y="37360"/>
                      <a:pt x="21227" y="37360"/>
                    </a:cubicBezTo>
                    <a:cubicBezTo>
                      <a:pt x="12286" y="37360"/>
                      <a:pt x="5037" y="30112"/>
                      <a:pt x="5037" y="21170"/>
                    </a:cubicBezTo>
                    <a:cubicBezTo>
                      <a:pt x="5037" y="12228"/>
                      <a:pt x="12286" y="4980"/>
                      <a:pt x="21227" y="4980"/>
                    </a:cubicBezTo>
                    <a:close/>
                    <a:moveTo>
                      <a:pt x="21227" y="179"/>
                    </a:moveTo>
                    <a:cubicBezTo>
                      <a:pt x="9635" y="179"/>
                      <a:pt x="237" y="9577"/>
                      <a:pt x="237" y="21170"/>
                    </a:cubicBezTo>
                    <a:cubicBezTo>
                      <a:pt x="237" y="32763"/>
                      <a:pt x="9635" y="42161"/>
                      <a:pt x="21227" y="42161"/>
                    </a:cubicBezTo>
                    <a:cubicBezTo>
                      <a:pt x="32820" y="42161"/>
                      <a:pt x="42218" y="32763"/>
                      <a:pt x="42218" y="21170"/>
                    </a:cubicBezTo>
                    <a:lnTo>
                      <a:pt x="42218" y="21170"/>
                    </a:lnTo>
                    <a:cubicBezTo>
                      <a:pt x="42218" y="9577"/>
                      <a:pt x="32820" y="179"/>
                      <a:pt x="21227" y="179"/>
                    </a:cubicBezTo>
                    <a:close/>
                  </a:path>
                </a:pathLst>
              </a:custGeom>
              <a:solidFill>
                <a:srgbClr val="000000"/>
              </a:solidFill>
              <a:ln w="4794" cap="sq">
                <a:noFill/>
                <a:prstDash val="solid"/>
                <a:round/>
              </a:ln>
            </p:spPr>
            <p:txBody>
              <a:bodyPr rtlCol="0" anchor="ctr"/>
              <a:lstStyle/>
              <a:p>
                <a:endParaRPr lang="en-US"/>
              </a:p>
            </p:txBody>
          </p:sp>
          <p:sp>
            <p:nvSpPr>
              <p:cNvPr id="1858" name="Freeform: Shape 1857">
                <a:extLst>
                  <a:ext uri="{FF2B5EF4-FFF2-40B4-BE49-F238E27FC236}">
                    <a16:creationId xmlns:a16="http://schemas.microsoft.com/office/drawing/2014/main" id="{1056F9FC-4555-511D-FD2B-C3932623B256}"/>
                  </a:ext>
                </a:extLst>
              </p:cNvPr>
              <p:cNvSpPr/>
              <p:nvPr/>
            </p:nvSpPr>
            <p:spPr>
              <a:xfrm>
                <a:off x="8038929" y="8015483"/>
                <a:ext cx="37180" cy="37180"/>
              </a:xfrm>
              <a:custGeom>
                <a:avLst/>
                <a:gdLst>
                  <a:gd name="connsiteX0" fmla="*/ 37501 w 37180"/>
                  <a:gd name="connsiteY0" fmla="*/ 18766 h 37180"/>
                  <a:gd name="connsiteX1" fmla="*/ 18910 w 37180"/>
                  <a:gd name="connsiteY1" fmla="*/ 37357 h 37180"/>
                  <a:gd name="connsiteX2" fmla="*/ 320 w 37180"/>
                  <a:gd name="connsiteY2" fmla="*/ 18766 h 37180"/>
                  <a:gd name="connsiteX3" fmla="*/ 18910 w 37180"/>
                  <a:gd name="connsiteY3" fmla="*/ 176 h 37180"/>
                  <a:gd name="connsiteX4" fmla="*/ 37501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1" y="18766"/>
                    </a:moveTo>
                    <a:cubicBezTo>
                      <a:pt x="37501" y="29033"/>
                      <a:pt x="29178" y="37357"/>
                      <a:pt x="18910" y="37357"/>
                    </a:cubicBezTo>
                    <a:cubicBezTo>
                      <a:pt x="8643" y="37357"/>
                      <a:pt x="320" y="29033"/>
                      <a:pt x="320" y="18766"/>
                    </a:cubicBezTo>
                    <a:cubicBezTo>
                      <a:pt x="320" y="8499"/>
                      <a:pt x="8643" y="176"/>
                      <a:pt x="18910" y="176"/>
                    </a:cubicBezTo>
                    <a:cubicBezTo>
                      <a:pt x="29178" y="176"/>
                      <a:pt x="37501" y="8499"/>
                      <a:pt x="37501" y="18766"/>
                    </a:cubicBezTo>
                    <a:close/>
                  </a:path>
                </a:pathLst>
              </a:custGeom>
              <a:solidFill>
                <a:srgbClr val="00F700"/>
              </a:solidFill>
              <a:ln w="5753" cap="sq">
                <a:noFill/>
                <a:prstDash val="solid"/>
                <a:miter/>
              </a:ln>
            </p:spPr>
            <p:txBody>
              <a:bodyPr rtlCol="0" anchor="ctr"/>
              <a:lstStyle/>
              <a:p>
                <a:endParaRPr lang="en-US"/>
              </a:p>
            </p:txBody>
          </p:sp>
          <p:sp>
            <p:nvSpPr>
              <p:cNvPr id="1859" name="Freeform: Shape 1858">
                <a:extLst>
                  <a:ext uri="{FF2B5EF4-FFF2-40B4-BE49-F238E27FC236}">
                    <a16:creationId xmlns:a16="http://schemas.microsoft.com/office/drawing/2014/main" id="{CB362308-D850-4F5A-0EE6-79BE0B7792E4}"/>
                  </a:ext>
                </a:extLst>
              </p:cNvPr>
              <p:cNvSpPr/>
              <p:nvPr/>
            </p:nvSpPr>
            <p:spPr>
              <a:xfrm>
                <a:off x="8036529" y="8013083"/>
                <a:ext cx="41981" cy="41981"/>
              </a:xfrm>
              <a:custGeom>
                <a:avLst/>
                <a:gdLst>
                  <a:gd name="connsiteX0" fmla="*/ 21311 w 41981"/>
                  <a:gd name="connsiteY0" fmla="*/ 4976 h 41981"/>
                  <a:gd name="connsiteX1" fmla="*/ 37501 w 41981"/>
                  <a:gd name="connsiteY1" fmla="*/ 21166 h 41981"/>
                  <a:gd name="connsiteX2" fmla="*/ 37501 w 41981"/>
                  <a:gd name="connsiteY2" fmla="*/ 21166 h 41981"/>
                  <a:gd name="connsiteX3" fmla="*/ 21311 w 41981"/>
                  <a:gd name="connsiteY3" fmla="*/ 37357 h 41981"/>
                  <a:gd name="connsiteX4" fmla="*/ 5120 w 41981"/>
                  <a:gd name="connsiteY4" fmla="*/ 21166 h 41981"/>
                  <a:gd name="connsiteX5" fmla="*/ 21311 w 41981"/>
                  <a:gd name="connsiteY5" fmla="*/ 4976 h 41981"/>
                  <a:gd name="connsiteX6" fmla="*/ 21311 w 41981"/>
                  <a:gd name="connsiteY6" fmla="*/ 176 h 41981"/>
                  <a:gd name="connsiteX7" fmla="*/ 320 w 41981"/>
                  <a:gd name="connsiteY7" fmla="*/ 21166 h 41981"/>
                  <a:gd name="connsiteX8" fmla="*/ 21311 w 41981"/>
                  <a:gd name="connsiteY8" fmla="*/ 42157 h 41981"/>
                  <a:gd name="connsiteX9" fmla="*/ 42301 w 41981"/>
                  <a:gd name="connsiteY9" fmla="*/ 21166 h 41981"/>
                  <a:gd name="connsiteX10" fmla="*/ 42301 w 41981"/>
                  <a:gd name="connsiteY10" fmla="*/ 21166 h 41981"/>
                  <a:gd name="connsiteX11" fmla="*/ 21311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1" y="4976"/>
                    </a:moveTo>
                    <a:cubicBezTo>
                      <a:pt x="30252" y="4976"/>
                      <a:pt x="37501" y="12225"/>
                      <a:pt x="37501" y="21166"/>
                    </a:cubicBezTo>
                    <a:lnTo>
                      <a:pt x="37501" y="21166"/>
                    </a:lnTo>
                    <a:cubicBezTo>
                      <a:pt x="37501" y="30108"/>
                      <a:pt x="30252" y="37357"/>
                      <a:pt x="21311" y="37357"/>
                    </a:cubicBezTo>
                    <a:cubicBezTo>
                      <a:pt x="12369" y="37357"/>
                      <a:pt x="5120" y="30108"/>
                      <a:pt x="5120" y="21166"/>
                    </a:cubicBezTo>
                    <a:cubicBezTo>
                      <a:pt x="5120" y="12225"/>
                      <a:pt x="12369" y="4976"/>
                      <a:pt x="21311" y="4976"/>
                    </a:cubicBezTo>
                    <a:close/>
                    <a:moveTo>
                      <a:pt x="21311" y="176"/>
                    </a:moveTo>
                    <a:cubicBezTo>
                      <a:pt x="9718" y="176"/>
                      <a:pt x="320" y="9574"/>
                      <a:pt x="320" y="21166"/>
                    </a:cubicBezTo>
                    <a:cubicBezTo>
                      <a:pt x="320" y="32759"/>
                      <a:pt x="9718" y="42157"/>
                      <a:pt x="21311" y="42157"/>
                    </a:cubicBezTo>
                    <a:cubicBezTo>
                      <a:pt x="32903" y="42157"/>
                      <a:pt x="42301" y="32759"/>
                      <a:pt x="42301" y="21166"/>
                    </a:cubicBezTo>
                    <a:lnTo>
                      <a:pt x="42301" y="21166"/>
                    </a:lnTo>
                    <a:cubicBezTo>
                      <a:pt x="42301" y="9574"/>
                      <a:pt x="32903" y="176"/>
                      <a:pt x="21311" y="176"/>
                    </a:cubicBezTo>
                    <a:close/>
                  </a:path>
                </a:pathLst>
              </a:custGeom>
              <a:solidFill>
                <a:srgbClr val="000000"/>
              </a:solidFill>
              <a:ln w="4794" cap="sq">
                <a:noFill/>
                <a:prstDash val="solid"/>
                <a:round/>
              </a:ln>
            </p:spPr>
            <p:txBody>
              <a:bodyPr rtlCol="0" anchor="ctr"/>
              <a:lstStyle/>
              <a:p>
                <a:endParaRPr lang="en-US"/>
              </a:p>
            </p:txBody>
          </p:sp>
          <p:sp>
            <p:nvSpPr>
              <p:cNvPr id="1860" name="Freeform: Shape 1859">
                <a:extLst>
                  <a:ext uri="{FF2B5EF4-FFF2-40B4-BE49-F238E27FC236}">
                    <a16:creationId xmlns:a16="http://schemas.microsoft.com/office/drawing/2014/main" id="{FB38FEC6-C421-E84F-1C41-987BA9CF8034}"/>
                  </a:ext>
                </a:extLst>
              </p:cNvPr>
              <p:cNvSpPr/>
              <p:nvPr/>
            </p:nvSpPr>
            <p:spPr>
              <a:xfrm>
                <a:off x="7981271" y="7988383"/>
                <a:ext cx="37180" cy="37180"/>
              </a:xfrm>
              <a:custGeom>
                <a:avLst/>
                <a:gdLst>
                  <a:gd name="connsiteX0" fmla="*/ 37491 w 37180"/>
                  <a:gd name="connsiteY0" fmla="*/ 18762 h 37180"/>
                  <a:gd name="connsiteX1" fmla="*/ 18900 w 37180"/>
                  <a:gd name="connsiteY1" fmla="*/ 37352 h 37180"/>
                  <a:gd name="connsiteX2" fmla="*/ 310 w 37180"/>
                  <a:gd name="connsiteY2" fmla="*/ 18762 h 37180"/>
                  <a:gd name="connsiteX3" fmla="*/ 18900 w 37180"/>
                  <a:gd name="connsiteY3" fmla="*/ 171 h 37180"/>
                  <a:gd name="connsiteX4" fmla="*/ 3749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62"/>
                    </a:moveTo>
                    <a:cubicBezTo>
                      <a:pt x="37491" y="29029"/>
                      <a:pt x="29168" y="37352"/>
                      <a:pt x="18900" y="37352"/>
                    </a:cubicBezTo>
                    <a:cubicBezTo>
                      <a:pt x="8633" y="37352"/>
                      <a:pt x="310" y="29029"/>
                      <a:pt x="310" y="18762"/>
                    </a:cubicBezTo>
                    <a:cubicBezTo>
                      <a:pt x="310" y="8494"/>
                      <a:pt x="8633" y="171"/>
                      <a:pt x="18900" y="171"/>
                    </a:cubicBezTo>
                    <a:cubicBezTo>
                      <a:pt x="29168" y="171"/>
                      <a:pt x="37491" y="8494"/>
                      <a:pt x="37491" y="18762"/>
                    </a:cubicBezTo>
                    <a:close/>
                  </a:path>
                </a:pathLst>
              </a:custGeom>
              <a:solidFill>
                <a:srgbClr val="00F700"/>
              </a:solidFill>
              <a:ln w="5753" cap="sq">
                <a:noFill/>
                <a:prstDash val="solid"/>
                <a:miter/>
              </a:ln>
            </p:spPr>
            <p:txBody>
              <a:bodyPr rtlCol="0" anchor="ctr"/>
              <a:lstStyle/>
              <a:p>
                <a:endParaRPr lang="en-US"/>
              </a:p>
            </p:txBody>
          </p:sp>
          <p:sp>
            <p:nvSpPr>
              <p:cNvPr id="1861" name="Freeform: Shape 1860">
                <a:extLst>
                  <a:ext uri="{FF2B5EF4-FFF2-40B4-BE49-F238E27FC236}">
                    <a16:creationId xmlns:a16="http://schemas.microsoft.com/office/drawing/2014/main" id="{92C83BAD-B4C4-4E74-8B03-BE7DBF85B77B}"/>
                  </a:ext>
                </a:extLst>
              </p:cNvPr>
              <p:cNvSpPr/>
              <p:nvPr/>
            </p:nvSpPr>
            <p:spPr>
              <a:xfrm>
                <a:off x="7978871" y="7985982"/>
                <a:ext cx="41981" cy="41981"/>
              </a:xfrm>
              <a:custGeom>
                <a:avLst/>
                <a:gdLst>
                  <a:gd name="connsiteX0" fmla="*/ 21301 w 41981"/>
                  <a:gd name="connsiteY0" fmla="*/ 4972 h 41981"/>
                  <a:gd name="connsiteX1" fmla="*/ 37491 w 41981"/>
                  <a:gd name="connsiteY1" fmla="*/ 21162 h 41981"/>
                  <a:gd name="connsiteX2" fmla="*/ 37491 w 41981"/>
                  <a:gd name="connsiteY2" fmla="*/ 21162 h 41981"/>
                  <a:gd name="connsiteX3" fmla="*/ 21301 w 41981"/>
                  <a:gd name="connsiteY3" fmla="*/ 37352 h 41981"/>
                  <a:gd name="connsiteX4" fmla="*/ 5110 w 41981"/>
                  <a:gd name="connsiteY4" fmla="*/ 21162 h 41981"/>
                  <a:gd name="connsiteX5" fmla="*/ 21301 w 41981"/>
                  <a:gd name="connsiteY5" fmla="*/ 4972 h 41981"/>
                  <a:gd name="connsiteX6" fmla="*/ 21301 w 41981"/>
                  <a:gd name="connsiteY6" fmla="*/ 171 h 41981"/>
                  <a:gd name="connsiteX7" fmla="*/ 310 w 41981"/>
                  <a:gd name="connsiteY7" fmla="*/ 21162 h 41981"/>
                  <a:gd name="connsiteX8" fmla="*/ 21301 w 41981"/>
                  <a:gd name="connsiteY8" fmla="*/ 42152 h 41981"/>
                  <a:gd name="connsiteX9" fmla="*/ 42291 w 41981"/>
                  <a:gd name="connsiteY9" fmla="*/ 21162 h 41981"/>
                  <a:gd name="connsiteX10" fmla="*/ 42291 w 41981"/>
                  <a:gd name="connsiteY10" fmla="*/ 21162 h 41981"/>
                  <a:gd name="connsiteX11" fmla="*/ 2130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1" y="4972"/>
                    </a:moveTo>
                    <a:cubicBezTo>
                      <a:pt x="30242" y="4972"/>
                      <a:pt x="37491" y="12220"/>
                      <a:pt x="37491" y="21162"/>
                    </a:cubicBezTo>
                    <a:lnTo>
                      <a:pt x="37491" y="21162"/>
                    </a:lnTo>
                    <a:cubicBezTo>
                      <a:pt x="37491" y="30104"/>
                      <a:pt x="30242" y="37352"/>
                      <a:pt x="21301" y="37352"/>
                    </a:cubicBezTo>
                    <a:cubicBezTo>
                      <a:pt x="12359" y="37352"/>
                      <a:pt x="5110" y="30104"/>
                      <a:pt x="5110" y="21162"/>
                    </a:cubicBezTo>
                    <a:cubicBezTo>
                      <a:pt x="5110" y="12220"/>
                      <a:pt x="12359" y="4972"/>
                      <a:pt x="21301" y="4972"/>
                    </a:cubicBezTo>
                    <a:close/>
                    <a:moveTo>
                      <a:pt x="21301" y="171"/>
                    </a:moveTo>
                    <a:cubicBezTo>
                      <a:pt x="9708" y="171"/>
                      <a:pt x="310" y="9569"/>
                      <a:pt x="310" y="21162"/>
                    </a:cubicBezTo>
                    <a:cubicBezTo>
                      <a:pt x="310" y="32754"/>
                      <a:pt x="9708" y="42152"/>
                      <a:pt x="21301" y="42152"/>
                    </a:cubicBezTo>
                    <a:cubicBezTo>
                      <a:pt x="32893" y="42152"/>
                      <a:pt x="42291" y="32754"/>
                      <a:pt x="42291" y="21162"/>
                    </a:cubicBezTo>
                    <a:lnTo>
                      <a:pt x="42291" y="21162"/>
                    </a:lnTo>
                    <a:cubicBezTo>
                      <a:pt x="42291" y="9569"/>
                      <a:pt x="32893" y="171"/>
                      <a:pt x="21301" y="171"/>
                    </a:cubicBezTo>
                    <a:close/>
                  </a:path>
                </a:pathLst>
              </a:custGeom>
              <a:solidFill>
                <a:srgbClr val="000000"/>
              </a:solidFill>
              <a:ln w="4794" cap="sq">
                <a:noFill/>
                <a:prstDash val="solid"/>
                <a:round/>
              </a:ln>
            </p:spPr>
            <p:txBody>
              <a:bodyPr rtlCol="0" anchor="ctr"/>
              <a:lstStyle/>
              <a:p>
                <a:endParaRPr lang="en-US"/>
              </a:p>
            </p:txBody>
          </p:sp>
          <p:sp>
            <p:nvSpPr>
              <p:cNvPr id="1862" name="Freeform: Shape 1861">
                <a:extLst>
                  <a:ext uri="{FF2B5EF4-FFF2-40B4-BE49-F238E27FC236}">
                    <a16:creationId xmlns:a16="http://schemas.microsoft.com/office/drawing/2014/main" id="{73D3C25C-4E41-0F35-3CB9-5D567C84E383}"/>
                  </a:ext>
                </a:extLst>
              </p:cNvPr>
              <p:cNvSpPr/>
              <p:nvPr/>
            </p:nvSpPr>
            <p:spPr>
              <a:xfrm>
                <a:off x="7690858" y="8029935"/>
                <a:ext cx="37180" cy="37180"/>
              </a:xfrm>
              <a:custGeom>
                <a:avLst/>
                <a:gdLst>
                  <a:gd name="connsiteX0" fmla="*/ 37440 w 37180"/>
                  <a:gd name="connsiteY0" fmla="*/ 18769 h 37180"/>
                  <a:gd name="connsiteX1" fmla="*/ 18850 w 37180"/>
                  <a:gd name="connsiteY1" fmla="*/ 37359 h 37180"/>
                  <a:gd name="connsiteX2" fmla="*/ 260 w 37180"/>
                  <a:gd name="connsiteY2" fmla="*/ 18769 h 37180"/>
                  <a:gd name="connsiteX3" fmla="*/ 18850 w 37180"/>
                  <a:gd name="connsiteY3" fmla="*/ 178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7" y="37359"/>
                      <a:pt x="18850" y="37359"/>
                    </a:cubicBezTo>
                    <a:cubicBezTo>
                      <a:pt x="8583" y="37359"/>
                      <a:pt x="260" y="29036"/>
                      <a:pt x="260" y="18769"/>
                    </a:cubicBezTo>
                    <a:cubicBezTo>
                      <a:pt x="260" y="8502"/>
                      <a:pt x="8583" y="178"/>
                      <a:pt x="18850" y="178"/>
                    </a:cubicBezTo>
                    <a:cubicBezTo>
                      <a:pt x="29117" y="178"/>
                      <a:pt x="37440" y="8502"/>
                      <a:pt x="37440" y="18769"/>
                    </a:cubicBezTo>
                    <a:close/>
                  </a:path>
                </a:pathLst>
              </a:custGeom>
              <a:solidFill>
                <a:srgbClr val="F7EFEF"/>
              </a:solidFill>
              <a:ln w="5753" cap="sq">
                <a:noFill/>
                <a:prstDash val="solid"/>
                <a:miter/>
              </a:ln>
            </p:spPr>
            <p:txBody>
              <a:bodyPr rtlCol="0" anchor="ctr"/>
              <a:lstStyle/>
              <a:p>
                <a:endParaRPr lang="en-US"/>
              </a:p>
            </p:txBody>
          </p:sp>
          <p:sp>
            <p:nvSpPr>
              <p:cNvPr id="1863" name="Freeform: Shape 1862">
                <a:extLst>
                  <a:ext uri="{FF2B5EF4-FFF2-40B4-BE49-F238E27FC236}">
                    <a16:creationId xmlns:a16="http://schemas.microsoft.com/office/drawing/2014/main" id="{45297B5F-64F2-42DC-5808-D5C3949CAB00}"/>
                  </a:ext>
                </a:extLst>
              </p:cNvPr>
              <p:cNvSpPr/>
              <p:nvPr/>
            </p:nvSpPr>
            <p:spPr>
              <a:xfrm>
                <a:off x="7688458" y="8027535"/>
                <a:ext cx="41981" cy="41981"/>
              </a:xfrm>
              <a:custGeom>
                <a:avLst/>
                <a:gdLst>
                  <a:gd name="connsiteX0" fmla="*/ 21250 w 41981"/>
                  <a:gd name="connsiteY0" fmla="*/ 4979 h 41981"/>
                  <a:gd name="connsiteX1" fmla="*/ 37440 w 41981"/>
                  <a:gd name="connsiteY1" fmla="*/ 21169 h 41981"/>
                  <a:gd name="connsiteX2" fmla="*/ 37440 w 41981"/>
                  <a:gd name="connsiteY2" fmla="*/ 21169 h 41981"/>
                  <a:gd name="connsiteX3" fmla="*/ 21250 w 41981"/>
                  <a:gd name="connsiteY3" fmla="*/ 37359 h 41981"/>
                  <a:gd name="connsiteX4" fmla="*/ 5060 w 41981"/>
                  <a:gd name="connsiteY4" fmla="*/ 21169 h 41981"/>
                  <a:gd name="connsiteX5" fmla="*/ 21250 w 41981"/>
                  <a:gd name="connsiteY5" fmla="*/ 4979 h 41981"/>
                  <a:gd name="connsiteX6" fmla="*/ 21250 w 41981"/>
                  <a:gd name="connsiteY6" fmla="*/ 178 h 41981"/>
                  <a:gd name="connsiteX7" fmla="*/ 260 w 41981"/>
                  <a:gd name="connsiteY7" fmla="*/ 21169 h 41981"/>
                  <a:gd name="connsiteX8" fmla="*/ 21250 w 41981"/>
                  <a:gd name="connsiteY8" fmla="*/ 42160 h 41981"/>
                  <a:gd name="connsiteX9" fmla="*/ 42241 w 41981"/>
                  <a:gd name="connsiteY9" fmla="*/ 21169 h 41981"/>
                  <a:gd name="connsiteX10" fmla="*/ 42241 w 41981"/>
                  <a:gd name="connsiteY10" fmla="*/ 21169 h 41981"/>
                  <a:gd name="connsiteX11" fmla="*/ 2125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9"/>
                    </a:moveTo>
                    <a:cubicBezTo>
                      <a:pt x="30192" y="4979"/>
                      <a:pt x="37440" y="12227"/>
                      <a:pt x="37440" y="21169"/>
                    </a:cubicBezTo>
                    <a:lnTo>
                      <a:pt x="37440" y="21169"/>
                    </a:lnTo>
                    <a:cubicBezTo>
                      <a:pt x="37440" y="30111"/>
                      <a:pt x="30192" y="37359"/>
                      <a:pt x="21250" y="37359"/>
                    </a:cubicBezTo>
                    <a:cubicBezTo>
                      <a:pt x="12308" y="37359"/>
                      <a:pt x="5060" y="30111"/>
                      <a:pt x="5060" y="21169"/>
                    </a:cubicBezTo>
                    <a:cubicBezTo>
                      <a:pt x="5060" y="12227"/>
                      <a:pt x="12308" y="4979"/>
                      <a:pt x="21250" y="4979"/>
                    </a:cubicBezTo>
                    <a:close/>
                    <a:moveTo>
                      <a:pt x="21250" y="178"/>
                    </a:moveTo>
                    <a:cubicBezTo>
                      <a:pt x="9658" y="178"/>
                      <a:pt x="260" y="9576"/>
                      <a:pt x="260" y="21169"/>
                    </a:cubicBezTo>
                    <a:cubicBezTo>
                      <a:pt x="260" y="32762"/>
                      <a:pt x="9658" y="42160"/>
                      <a:pt x="21250" y="42160"/>
                    </a:cubicBezTo>
                    <a:cubicBezTo>
                      <a:pt x="32843" y="42160"/>
                      <a:pt x="42241" y="32762"/>
                      <a:pt x="42241" y="21169"/>
                    </a:cubicBezTo>
                    <a:lnTo>
                      <a:pt x="42241" y="21169"/>
                    </a:lnTo>
                    <a:cubicBezTo>
                      <a:pt x="42241" y="9576"/>
                      <a:pt x="32843" y="178"/>
                      <a:pt x="21250" y="178"/>
                    </a:cubicBezTo>
                    <a:close/>
                  </a:path>
                </a:pathLst>
              </a:custGeom>
              <a:solidFill>
                <a:srgbClr val="000000"/>
              </a:solidFill>
              <a:ln w="4794" cap="sq">
                <a:noFill/>
                <a:prstDash val="solid"/>
                <a:round/>
              </a:ln>
            </p:spPr>
            <p:txBody>
              <a:bodyPr rtlCol="0" anchor="ctr"/>
              <a:lstStyle/>
              <a:p>
                <a:endParaRPr lang="en-US"/>
              </a:p>
            </p:txBody>
          </p:sp>
          <p:sp>
            <p:nvSpPr>
              <p:cNvPr id="1864" name="Freeform: Shape 1863">
                <a:extLst>
                  <a:ext uri="{FF2B5EF4-FFF2-40B4-BE49-F238E27FC236}">
                    <a16:creationId xmlns:a16="http://schemas.microsoft.com/office/drawing/2014/main" id="{98131880-EC57-BBAB-2504-24ECE591847B}"/>
                  </a:ext>
                </a:extLst>
              </p:cNvPr>
              <p:cNvSpPr/>
              <p:nvPr/>
            </p:nvSpPr>
            <p:spPr>
              <a:xfrm>
                <a:off x="7707810" y="8040770"/>
                <a:ext cx="37180" cy="37180"/>
              </a:xfrm>
              <a:custGeom>
                <a:avLst/>
                <a:gdLst>
                  <a:gd name="connsiteX0" fmla="*/ 37443 w 37180"/>
                  <a:gd name="connsiteY0" fmla="*/ 18771 h 37180"/>
                  <a:gd name="connsiteX1" fmla="*/ 18853 w 37180"/>
                  <a:gd name="connsiteY1" fmla="*/ 37361 h 37180"/>
                  <a:gd name="connsiteX2" fmla="*/ 262 w 37180"/>
                  <a:gd name="connsiteY2" fmla="*/ 18771 h 37180"/>
                  <a:gd name="connsiteX3" fmla="*/ 18853 w 37180"/>
                  <a:gd name="connsiteY3" fmla="*/ 180 h 37180"/>
                  <a:gd name="connsiteX4" fmla="*/ 37443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1"/>
                    </a:moveTo>
                    <a:cubicBezTo>
                      <a:pt x="37443" y="29038"/>
                      <a:pt x="29120" y="37361"/>
                      <a:pt x="18853" y="37361"/>
                    </a:cubicBezTo>
                    <a:cubicBezTo>
                      <a:pt x="8586" y="37361"/>
                      <a:pt x="262" y="29038"/>
                      <a:pt x="262" y="18771"/>
                    </a:cubicBezTo>
                    <a:cubicBezTo>
                      <a:pt x="262" y="8503"/>
                      <a:pt x="8586" y="180"/>
                      <a:pt x="18853" y="180"/>
                    </a:cubicBezTo>
                    <a:cubicBezTo>
                      <a:pt x="29120" y="180"/>
                      <a:pt x="37443" y="8503"/>
                      <a:pt x="37443" y="18771"/>
                    </a:cubicBezTo>
                    <a:close/>
                  </a:path>
                </a:pathLst>
              </a:custGeom>
              <a:solidFill>
                <a:srgbClr val="F7E4E4"/>
              </a:solidFill>
              <a:ln w="5753" cap="sq">
                <a:noFill/>
                <a:prstDash val="solid"/>
                <a:miter/>
              </a:ln>
            </p:spPr>
            <p:txBody>
              <a:bodyPr rtlCol="0" anchor="ctr"/>
              <a:lstStyle/>
              <a:p>
                <a:endParaRPr lang="en-US"/>
              </a:p>
            </p:txBody>
          </p:sp>
          <p:sp>
            <p:nvSpPr>
              <p:cNvPr id="1865" name="Freeform: Shape 1864">
                <a:extLst>
                  <a:ext uri="{FF2B5EF4-FFF2-40B4-BE49-F238E27FC236}">
                    <a16:creationId xmlns:a16="http://schemas.microsoft.com/office/drawing/2014/main" id="{40332328-30BA-7049-F3E9-331214088E59}"/>
                  </a:ext>
                </a:extLst>
              </p:cNvPr>
              <p:cNvSpPr/>
              <p:nvPr/>
            </p:nvSpPr>
            <p:spPr>
              <a:xfrm>
                <a:off x="7705409" y="8038370"/>
                <a:ext cx="41981" cy="41981"/>
              </a:xfrm>
              <a:custGeom>
                <a:avLst/>
                <a:gdLst>
                  <a:gd name="connsiteX0" fmla="*/ 21253 w 41981"/>
                  <a:gd name="connsiteY0" fmla="*/ 4981 h 41981"/>
                  <a:gd name="connsiteX1" fmla="*/ 37443 w 41981"/>
                  <a:gd name="connsiteY1" fmla="*/ 21171 h 41981"/>
                  <a:gd name="connsiteX2" fmla="*/ 37443 w 41981"/>
                  <a:gd name="connsiteY2" fmla="*/ 21171 h 41981"/>
                  <a:gd name="connsiteX3" fmla="*/ 21253 w 41981"/>
                  <a:gd name="connsiteY3" fmla="*/ 37361 h 41981"/>
                  <a:gd name="connsiteX4" fmla="*/ 5063 w 41981"/>
                  <a:gd name="connsiteY4" fmla="*/ 21171 h 41981"/>
                  <a:gd name="connsiteX5" fmla="*/ 21253 w 41981"/>
                  <a:gd name="connsiteY5" fmla="*/ 4981 h 41981"/>
                  <a:gd name="connsiteX6" fmla="*/ 21253 w 41981"/>
                  <a:gd name="connsiteY6" fmla="*/ 180 h 41981"/>
                  <a:gd name="connsiteX7" fmla="*/ 262 w 41981"/>
                  <a:gd name="connsiteY7" fmla="*/ 21171 h 41981"/>
                  <a:gd name="connsiteX8" fmla="*/ 21253 w 41981"/>
                  <a:gd name="connsiteY8" fmla="*/ 42161 h 41981"/>
                  <a:gd name="connsiteX9" fmla="*/ 42244 w 41981"/>
                  <a:gd name="connsiteY9" fmla="*/ 21171 h 41981"/>
                  <a:gd name="connsiteX10" fmla="*/ 42244 w 41981"/>
                  <a:gd name="connsiteY10" fmla="*/ 21171 h 41981"/>
                  <a:gd name="connsiteX11" fmla="*/ 2125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1"/>
                    </a:moveTo>
                    <a:cubicBezTo>
                      <a:pt x="30195" y="4981"/>
                      <a:pt x="37443" y="12229"/>
                      <a:pt x="37443" y="21171"/>
                    </a:cubicBezTo>
                    <a:lnTo>
                      <a:pt x="37443" y="21171"/>
                    </a:lnTo>
                    <a:cubicBezTo>
                      <a:pt x="37443" y="30113"/>
                      <a:pt x="30195" y="37361"/>
                      <a:pt x="21253" y="37361"/>
                    </a:cubicBezTo>
                    <a:cubicBezTo>
                      <a:pt x="12311" y="37361"/>
                      <a:pt x="5063" y="30113"/>
                      <a:pt x="5063" y="21171"/>
                    </a:cubicBezTo>
                    <a:cubicBezTo>
                      <a:pt x="5063" y="12229"/>
                      <a:pt x="12311" y="4981"/>
                      <a:pt x="21253" y="4981"/>
                    </a:cubicBezTo>
                    <a:close/>
                    <a:moveTo>
                      <a:pt x="21253" y="180"/>
                    </a:moveTo>
                    <a:cubicBezTo>
                      <a:pt x="9661" y="180"/>
                      <a:pt x="262" y="9578"/>
                      <a:pt x="262" y="21171"/>
                    </a:cubicBezTo>
                    <a:cubicBezTo>
                      <a:pt x="262" y="32763"/>
                      <a:pt x="9661" y="42161"/>
                      <a:pt x="21253" y="42161"/>
                    </a:cubicBezTo>
                    <a:cubicBezTo>
                      <a:pt x="32846" y="42161"/>
                      <a:pt x="42244" y="32763"/>
                      <a:pt x="42244" y="21171"/>
                    </a:cubicBezTo>
                    <a:lnTo>
                      <a:pt x="42244" y="21171"/>
                    </a:lnTo>
                    <a:cubicBezTo>
                      <a:pt x="42244" y="9578"/>
                      <a:pt x="32846" y="180"/>
                      <a:pt x="21253" y="180"/>
                    </a:cubicBezTo>
                    <a:close/>
                  </a:path>
                </a:pathLst>
              </a:custGeom>
              <a:solidFill>
                <a:srgbClr val="000000"/>
              </a:solidFill>
              <a:ln w="4794" cap="sq">
                <a:noFill/>
                <a:prstDash val="solid"/>
                <a:round/>
              </a:ln>
            </p:spPr>
            <p:txBody>
              <a:bodyPr rtlCol="0" anchor="ctr"/>
              <a:lstStyle/>
              <a:p>
                <a:endParaRPr lang="en-US"/>
              </a:p>
            </p:txBody>
          </p:sp>
          <p:sp>
            <p:nvSpPr>
              <p:cNvPr id="1866" name="Freeform: Shape 1865">
                <a:extLst>
                  <a:ext uri="{FF2B5EF4-FFF2-40B4-BE49-F238E27FC236}">
                    <a16:creationId xmlns:a16="http://schemas.microsoft.com/office/drawing/2014/main" id="{E84D1F98-6D7E-88FD-9C2E-C38AA02F4DA2}"/>
                  </a:ext>
                </a:extLst>
              </p:cNvPr>
              <p:cNvSpPr/>
              <p:nvPr/>
            </p:nvSpPr>
            <p:spPr>
              <a:xfrm>
                <a:off x="7708051" y="8040009"/>
                <a:ext cx="37180" cy="37180"/>
              </a:xfrm>
              <a:custGeom>
                <a:avLst/>
                <a:gdLst>
                  <a:gd name="connsiteX0" fmla="*/ 37443 w 37180"/>
                  <a:gd name="connsiteY0" fmla="*/ 18770 h 37180"/>
                  <a:gd name="connsiteX1" fmla="*/ 18853 w 37180"/>
                  <a:gd name="connsiteY1" fmla="*/ 37361 h 37180"/>
                  <a:gd name="connsiteX2" fmla="*/ 263 w 37180"/>
                  <a:gd name="connsiteY2" fmla="*/ 18770 h 37180"/>
                  <a:gd name="connsiteX3" fmla="*/ 18853 w 37180"/>
                  <a:gd name="connsiteY3" fmla="*/ 180 h 37180"/>
                  <a:gd name="connsiteX4" fmla="*/ 37443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0"/>
                    </a:moveTo>
                    <a:cubicBezTo>
                      <a:pt x="37443" y="29038"/>
                      <a:pt x="29120" y="37361"/>
                      <a:pt x="18853" y="37361"/>
                    </a:cubicBezTo>
                    <a:cubicBezTo>
                      <a:pt x="8586" y="37361"/>
                      <a:pt x="263" y="29038"/>
                      <a:pt x="263" y="18770"/>
                    </a:cubicBezTo>
                    <a:cubicBezTo>
                      <a:pt x="263" y="8503"/>
                      <a:pt x="8586" y="180"/>
                      <a:pt x="18853" y="180"/>
                    </a:cubicBezTo>
                    <a:cubicBezTo>
                      <a:pt x="29120" y="180"/>
                      <a:pt x="37443" y="8503"/>
                      <a:pt x="37443" y="18770"/>
                    </a:cubicBezTo>
                    <a:close/>
                  </a:path>
                </a:pathLst>
              </a:custGeom>
              <a:solidFill>
                <a:srgbClr val="F7CCCC"/>
              </a:solidFill>
              <a:ln w="5753" cap="sq">
                <a:noFill/>
                <a:prstDash val="solid"/>
                <a:miter/>
              </a:ln>
            </p:spPr>
            <p:txBody>
              <a:bodyPr rtlCol="0" anchor="ctr"/>
              <a:lstStyle/>
              <a:p>
                <a:endParaRPr lang="en-US"/>
              </a:p>
            </p:txBody>
          </p:sp>
          <p:sp>
            <p:nvSpPr>
              <p:cNvPr id="1867" name="Freeform: Shape 1866">
                <a:extLst>
                  <a:ext uri="{FF2B5EF4-FFF2-40B4-BE49-F238E27FC236}">
                    <a16:creationId xmlns:a16="http://schemas.microsoft.com/office/drawing/2014/main" id="{954DB3DE-838D-9920-0E18-D29CC5E83B7F}"/>
                  </a:ext>
                </a:extLst>
              </p:cNvPr>
              <p:cNvSpPr/>
              <p:nvPr/>
            </p:nvSpPr>
            <p:spPr>
              <a:xfrm>
                <a:off x="7705651" y="8037609"/>
                <a:ext cx="41981" cy="41981"/>
              </a:xfrm>
              <a:custGeom>
                <a:avLst/>
                <a:gdLst>
                  <a:gd name="connsiteX0" fmla="*/ 21253 w 41981"/>
                  <a:gd name="connsiteY0" fmla="*/ 4980 h 41981"/>
                  <a:gd name="connsiteX1" fmla="*/ 37443 w 41981"/>
                  <a:gd name="connsiteY1" fmla="*/ 21171 h 41981"/>
                  <a:gd name="connsiteX2" fmla="*/ 37443 w 41981"/>
                  <a:gd name="connsiteY2" fmla="*/ 21171 h 41981"/>
                  <a:gd name="connsiteX3" fmla="*/ 21253 w 41981"/>
                  <a:gd name="connsiteY3" fmla="*/ 37361 h 41981"/>
                  <a:gd name="connsiteX4" fmla="*/ 5063 w 41981"/>
                  <a:gd name="connsiteY4" fmla="*/ 21171 h 41981"/>
                  <a:gd name="connsiteX5" fmla="*/ 21253 w 41981"/>
                  <a:gd name="connsiteY5" fmla="*/ 4980 h 41981"/>
                  <a:gd name="connsiteX6" fmla="*/ 21253 w 41981"/>
                  <a:gd name="connsiteY6" fmla="*/ 180 h 41981"/>
                  <a:gd name="connsiteX7" fmla="*/ 263 w 41981"/>
                  <a:gd name="connsiteY7" fmla="*/ 21171 h 41981"/>
                  <a:gd name="connsiteX8" fmla="*/ 21253 w 41981"/>
                  <a:gd name="connsiteY8" fmla="*/ 42161 h 41981"/>
                  <a:gd name="connsiteX9" fmla="*/ 42244 w 41981"/>
                  <a:gd name="connsiteY9" fmla="*/ 21171 h 41981"/>
                  <a:gd name="connsiteX10" fmla="*/ 42244 w 41981"/>
                  <a:gd name="connsiteY10" fmla="*/ 21171 h 41981"/>
                  <a:gd name="connsiteX11" fmla="*/ 2125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0"/>
                    </a:moveTo>
                    <a:cubicBezTo>
                      <a:pt x="30195" y="4980"/>
                      <a:pt x="37443" y="12229"/>
                      <a:pt x="37443" y="21171"/>
                    </a:cubicBezTo>
                    <a:lnTo>
                      <a:pt x="37443" y="21171"/>
                    </a:lnTo>
                    <a:cubicBezTo>
                      <a:pt x="37443" y="30112"/>
                      <a:pt x="30195" y="37361"/>
                      <a:pt x="21253" y="37361"/>
                    </a:cubicBezTo>
                    <a:cubicBezTo>
                      <a:pt x="12311" y="37361"/>
                      <a:pt x="5063" y="30112"/>
                      <a:pt x="5063" y="21171"/>
                    </a:cubicBezTo>
                    <a:cubicBezTo>
                      <a:pt x="5063" y="12229"/>
                      <a:pt x="12311" y="4980"/>
                      <a:pt x="21253" y="4980"/>
                    </a:cubicBezTo>
                    <a:close/>
                    <a:moveTo>
                      <a:pt x="21253" y="180"/>
                    </a:moveTo>
                    <a:cubicBezTo>
                      <a:pt x="9661" y="180"/>
                      <a:pt x="263" y="9578"/>
                      <a:pt x="263" y="21171"/>
                    </a:cubicBezTo>
                    <a:cubicBezTo>
                      <a:pt x="263" y="32763"/>
                      <a:pt x="9661" y="42161"/>
                      <a:pt x="21253" y="42161"/>
                    </a:cubicBezTo>
                    <a:cubicBezTo>
                      <a:pt x="32846" y="42161"/>
                      <a:pt x="42244" y="32763"/>
                      <a:pt x="42244" y="21171"/>
                    </a:cubicBezTo>
                    <a:lnTo>
                      <a:pt x="42244" y="21171"/>
                    </a:lnTo>
                    <a:cubicBezTo>
                      <a:pt x="42244" y="9578"/>
                      <a:pt x="32846" y="180"/>
                      <a:pt x="21253" y="180"/>
                    </a:cubicBezTo>
                    <a:close/>
                  </a:path>
                </a:pathLst>
              </a:custGeom>
              <a:solidFill>
                <a:srgbClr val="000000"/>
              </a:solidFill>
              <a:ln w="4794" cap="sq">
                <a:noFill/>
                <a:prstDash val="solid"/>
                <a:round/>
              </a:ln>
            </p:spPr>
            <p:txBody>
              <a:bodyPr rtlCol="0" anchor="ctr"/>
              <a:lstStyle/>
              <a:p>
                <a:endParaRPr lang="en-US"/>
              </a:p>
            </p:txBody>
          </p:sp>
          <p:sp>
            <p:nvSpPr>
              <p:cNvPr id="1868" name="Freeform: Shape 1867">
                <a:extLst>
                  <a:ext uri="{FF2B5EF4-FFF2-40B4-BE49-F238E27FC236}">
                    <a16:creationId xmlns:a16="http://schemas.microsoft.com/office/drawing/2014/main" id="{7F6F9CB2-DE7D-60CF-7C66-03B33333899D}"/>
                  </a:ext>
                </a:extLst>
              </p:cNvPr>
              <p:cNvSpPr/>
              <p:nvPr/>
            </p:nvSpPr>
            <p:spPr>
              <a:xfrm>
                <a:off x="7671786" y="8047762"/>
                <a:ext cx="37180" cy="37180"/>
              </a:xfrm>
              <a:custGeom>
                <a:avLst/>
                <a:gdLst>
                  <a:gd name="connsiteX0" fmla="*/ 37437 w 37180"/>
                  <a:gd name="connsiteY0" fmla="*/ 18772 h 37180"/>
                  <a:gd name="connsiteX1" fmla="*/ 18847 w 37180"/>
                  <a:gd name="connsiteY1" fmla="*/ 37362 h 37180"/>
                  <a:gd name="connsiteX2" fmla="*/ 256 w 37180"/>
                  <a:gd name="connsiteY2" fmla="*/ 18772 h 37180"/>
                  <a:gd name="connsiteX3" fmla="*/ 18847 w 37180"/>
                  <a:gd name="connsiteY3" fmla="*/ 181 h 37180"/>
                  <a:gd name="connsiteX4" fmla="*/ 37437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2"/>
                    </a:moveTo>
                    <a:cubicBezTo>
                      <a:pt x="37437" y="29039"/>
                      <a:pt x="29114" y="37362"/>
                      <a:pt x="18847" y="37362"/>
                    </a:cubicBezTo>
                    <a:cubicBezTo>
                      <a:pt x="8579" y="37362"/>
                      <a:pt x="256" y="29039"/>
                      <a:pt x="256" y="18772"/>
                    </a:cubicBezTo>
                    <a:cubicBezTo>
                      <a:pt x="256" y="8505"/>
                      <a:pt x="8579" y="181"/>
                      <a:pt x="18847" y="181"/>
                    </a:cubicBezTo>
                    <a:cubicBezTo>
                      <a:pt x="29114" y="181"/>
                      <a:pt x="37437" y="8505"/>
                      <a:pt x="37437" y="18772"/>
                    </a:cubicBezTo>
                    <a:close/>
                  </a:path>
                </a:pathLst>
              </a:custGeom>
              <a:solidFill>
                <a:srgbClr val="F7DDDD"/>
              </a:solidFill>
              <a:ln w="5753" cap="sq">
                <a:noFill/>
                <a:prstDash val="solid"/>
                <a:miter/>
              </a:ln>
            </p:spPr>
            <p:txBody>
              <a:bodyPr rtlCol="0" anchor="ctr"/>
              <a:lstStyle/>
              <a:p>
                <a:endParaRPr lang="en-US"/>
              </a:p>
            </p:txBody>
          </p:sp>
          <p:sp>
            <p:nvSpPr>
              <p:cNvPr id="1869" name="Freeform: Shape 1868">
                <a:extLst>
                  <a:ext uri="{FF2B5EF4-FFF2-40B4-BE49-F238E27FC236}">
                    <a16:creationId xmlns:a16="http://schemas.microsoft.com/office/drawing/2014/main" id="{93C3AAE1-6CDF-DF95-AEB1-59E59534FB8C}"/>
                  </a:ext>
                </a:extLst>
              </p:cNvPr>
              <p:cNvSpPr/>
              <p:nvPr/>
            </p:nvSpPr>
            <p:spPr>
              <a:xfrm>
                <a:off x="7669386" y="8045362"/>
                <a:ext cx="41981" cy="41981"/>
              </a:xfrm>
              <a:custGeom>
                <a:avLst/>
                <a:gdLst>
                  <a:gd name="connsiteX0" fmla="*/ 21247 w 41981"/>
                  <a:gd name="connsiteY0" fmla="*/ 4982 h 41981"/>
                  <a:gd name="connsiteX1" fmla="*/ 37437 w 41981"/>
                  <a:gd name="connsiteY1" fmla="*/ 21172 h 41981"/>
                  <a:gd name="connsiteX2" fmla="*/ 37437 w 41981"/>
                  <a:gd name="connsiteY2" fmla="*/ 21172 h 41981"/>
                  <a:gd name="connsiteX3" fmla="*/ 21247 w 41981"/>
                  <a:gd name="connsiteY3" fmla="*/ 37362 h 41981"/>
                  <a:gd name="connsiteX4" fmla="*/ 5057 w 41981"/>
                  <a:gd name="connsiteY4" fmla="*/ 21172 h 41981"/>
                  <a:gd name="connsiteX5" fmla="*/ 21247 w 41981"/>
                  <a:gd name="connsiteY5" fmla="*/ 4982 h 41981"/>
                  <a:gd name="connsiteX6" fmla="*/ 21247 w 41981"/>
                  <a:gd name="connsiteY6" fmla="*/ 181 h 41981"/>
                  <a:gd name="connsiteX7" fmla="*/ 256 w 41981"/>
                  <a:gd name="connsiteY7" fmla="*/ 21172 h 41981"/>
                  <a:gd name="connsiteX8" fmla="*/ 21247 w 41981"/>
                  <a:gd name="connsiteY8" fmla="*/ 42163 h 41981"/>
                  <a:gd name="connsiteX9" fmla="*/ 42237 w 41981"/>
                  <a:gd name="connsiteY9" fmla="*/ 21172 h 41981"/>
                  <a:gd name="connsiteX10" fmla="*/ 42237 w 41981"/>
                  <a:gd name="connsiteY10" fmla="*/ 21172 h 41981"/>
                  <a:gd name="connsiteX11" fmla="*/ 21247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2"/>
                    </a:moveTo>
                    <a:cubicBezTo>
                      <a:pt x="30189" y="4982"/>
                      <a:pt x="37437" y="12230"/>
                      <a:pt x="37437" y="21172"/>
                    </a:cubicBezTo>
                    <a:lnTo>
                      <a:pt x="37437" y="21172"/>
                    </a:lnTo>
                    <a:cubicBezTo>
                      <a:pt x="37437" y="30114"/>
                      <a:pt x="30189" y="37362"/>
                      <a:pt x="21247" y="37362"/>
                    </a:cubicBezTo>
                    <a:cubicBezTo>
                      <a:pt x="12305" y="37362"/>
                      <a:pt x="5057" y="30114"/>
                      <a:pt x="5057" y="21172"/>
                    </a:cubicBezTo>
                    <a:cubicBezTo>
                      <a:pt x="5057" y="12230"/>
                      <a:pt x="12305" y="4982"/>
                      <a:pt x="21247" y="4982"/>
                    </a:cubicBezTo>
                    <a:close/>
                    <a:moveTo>
                      <a:pt x="21247" y="181"/>
                    </a:moveTo>
                    <a:cubicBezTo>
                      <a:pt x="9654" y="181"/>
                      <a:pt x="256" y="9579"/>
                      <a:pt x="256" y="21172"/>
                    </a:cubicBezTo>
                    <a:cubicBezTo>
                      <a:pt x="256" y="32765"/>
                      <a:pt x="9654" y="42163"/>
                      <a:pt x="21247" y="42163"/>
                    </a:cubicBezTo>
                    <a:cubicBezTo>
                      <a:pt x="32839" y="42163"/>
                      <a:pt x="42237" y="32765"/>
                      <a:pt x="42237" y="21172"/>
                    </a:cubicBezTo>
                    <a:lnTo>
                      <a:pt x="42237" y="21172"/>
                    </a:lnTo>
                    <a:cubicBezTo>
                      <a:pt x="42237" y="9579"/>
                      <a:pt x="32839" y="181"/>
                      <a:pt x="21247" y="181"/>
                    </a:cubicBezTo>
                    <a:close/>
                  </a:path>
                </a:pathLst>
              </a:custGeom>
              <a:solidFill>
                <a:srgbClr val="000000"/>
              </a:solidFill>
              <a:ln w="4794" cap="sq">
                <a:noFill/>
                <a:prstDash val="solid"/>
                <a:round/>
              </a:ln>
            </p:spPr>
            <p:txBody>
              <a:bodyPr rtlCol="0" anchor="ctr"/>
              <a:lstStyle/>
              <a:p>
                <a:endParaRPr lang="en-US"/>
              </a:p>
            </p:txBody>
          </p:sp>
          <p:sp>
            <p:nvSpPr>
              <p:cNvPr id="1870" name="Freeform: Shape 1869">
                <a:extLst>
                  <a:ext uri="{FF2B5EF4-FFF2-40B4-BE49-F238E27FC236}">
                    <a16:creationId xmlns:a16="http://schemas.microsoft.com/office/drawing/2014/main" id="{8C796B98-6C34-2FC2-A826-AC80B0F951A7}"/>
                  </a:ext>
                </a:extLst>
              </p:cNvPr>
              <p:cNvSpPr/>
              <p:nvPr/>
            </p:nvSpPr>
            <p:spPr>
              <a:xfrm>
                <a:off x="7676815" y="7960182"/>
                <a:ext cx="37180" cy="37180"/>
              </a:xfrm>
              <a:custGeom>
                <a:avLst/>
                <a:gdLst>
                  <a:gd name="connsiteX0" fmla="*/ 37438 w 37180"/>
                  <a:gd name="connsiteY0" fmla="*/ 18757 h 37180"/>
                  <a:gd name="connsiteX1" fmla="*/ 18848 w 37180"/>
                  <a:gd name="connsiteY1" fmla="*/ 37347 h 37180"/>
                  <a:gd name="connsiteX2" fmla="*/ 257 w 37180"/>
                  <a:gd name="connsiteY2" fmla="*/ 18757 h 37180"/>
                  <a:gd name="connsiteX3" fmla="*/ 18848 w 37180"/>
                  <a:gd name="connsiteY3" fmla="*/ 166 h 37180"/>
                  <a:gd name="connsiteX4" fmla="*/ 37438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7"/>
                    </a:moveTo>
                    <a:cubicBezTo>
                      <a:pt x="37438" y="29024"/>
                      <a:pt x="29115" y="37347"/>
                      <a:pt x="18848" y="37347"/>
                    </a:cubicBezTo>
                    <a:cubicBezTo>
                      <a:pt x="8580" y="37347"/>
                      <a:pt x="257" y="29024"/>
                      <a:pt x="257" y="18757"/>
                    </a:cubicBezTo>
                    <a:cubicBezTo>
                      <a:pt x="257" y="8489"/>
                      <a:pt x="8580" y="166"/>
                      <a:pt x="18848" y="166"/>
                    </a:cubicBezTo>
                    <a:cubicBezTo>
                      <a:pt x="29115" y="166"/>
                      <a:pt x="37438" y="8489"/>
                      <a:pt x="37438" y="18757"/>
                    </a:cubicBezTo>
                    <a:close/>
                  </a:path>
                </a:pathLst>
              </a:custGeom>
              <a:solidFill>
                <a:srgbClr val="F7DFDF"/>
              </a:solidFill>
              <a:ln w="5753" cap="sq">
                <a:noFill/>
                <a:prstDash val="solid"/>
                <a:miter/>
              </a:ln>
            </p:spPr>
            <p:txBody>
              <a:bodyPr rtlCol="0" anchor="ctr"/>
              <a:lstStyle/>
              <a:p>
                <a:endParaRPr lang="en-US"/>
              </a:p>
            </p:txBody>
          </p:sp>
          <p:sp>
            <p:nvSpPr>
              <p:cNvPr id="1871" name="Freeform: Shape 1870">
                <a:extLst>
                  <a:ext uri="{FF2B5EF4-FFF2-40B4-BE49-F238E27FC236}">
                    <a16:creationId xmlns:a16="http://schemas.microsoft.com/office/drawing/2014/main" id="{8F9E7877-E78F-EF98-5F10-25F27617048C}"/>
                  </a:ext>
                </a:extLst>
              </p:cNvPr>
              <p:cNvSpPr/>
              <p:nvPr/>
            </p:nvSpPr>
            <p:spPr>
              <a:xfrm>
                <a:off x="7674415" y="7957781"/>
                <a:ext cx="41981" cy="41981"/>
              </a:xfrm>
              <a:custGeom>
                <a:avLst/>
                <a:gdLst>
                  <a:gd name="connsiteX0" fmla="*/ 21248 w 41981"/>
                  <a:gd name="connsiteY0" fmla="*/ 4967 h 41981"/>
                  <a:gd name="connsiteX1" fmla="*/ 37438 w 41981"/>
                  <a:gd name="connsiteY1" fmla="*/ 21157 h 41981"/>
                  <a:gd name="connsiteX2" fmla="*/ 37438 w 41981"/>
                  <a:gd name="connsiteY2" fmla="*/ 21157 h 41981"/>
                  <a:gd name="connsiteX3" fmla="*/ 21248 w 41981"/>
                  <a:gd name="connsiteY3" fmla="*/ 37347 h 41981"/>
                  <a:gd name="connsiteX4" fmla="*/ 5057 w 41981"/>
                  <a:gd name="connsiteY4" fmla="*/ 21157 h 41981"/>
                  <a:gd name="connsiteX5" fmla="*/ 21248 w 41981"/>
                  <a:gd name="connsiteY5" fmla="*/ 4967 h 41981"/>
                  <a:gd name="connsiteX6" fmla="*/ 21248 w 41981"/>
                  <a:gd name="connsiteY6" fmla="*/ 166 h 41981"/>
                  <a:gd name="connsiteX7" fmla="*/ 257 w 41981"/>
                  <a:gd name="connsiteY7" fmla="*/ 21157 h 41981"/>
                  <a:gd name="connsiteX8" fmla="*/ 21248 w 41981"/>
                  <a:gd name="connsiteY8" fmla="*/ 42147 h 41981"/>
                  <a:gd name="connsiteX9" fmla="*/ 42238 w 41981"/>
                  <a:gd name="connsiteY9" fmla="*/ 21157 h 41981"/>
                  <a:gd name="connsiteX10" fmla="*/ 42238 w 41981"/>
                  <a:gd name="connsiteY10" fmla="*/ 21157 h 41981"/>
                  <a:gd name="connsiteX11" fmla="*/ 21248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7"/>
                    </a:moveTo>
                    <a:cubicBezTo>
                      <a:pt x="30190" y="4967"/>
                      <a:pt x="37438" y="12215"/>
                      <a:pt x="37438" y="21157"/>
                    </a:cubicBezTo>
                    <a:lnTo>
                      <a:pt x="37438" y="21157"/>
                    </a:lnTo>
                    <a:cubicBezTo>
                      <a:pt x="37438" y="30099"/>
                      <a:pt x="30190" y="37347"/>
                      <a:pt x="21248" y="37347"/>
                    </a:cubicBezTo>
                    <a:cubicBezTo>
                      <a:pt x="12306" y="37347"/>
                      <a:pt x="5057" y="30099"/>
                      <a:pt x="5057" y="21157"/>
                    </a:cubicBezTo>
                    <a:cubicBezTo>
                      <a:pt x="5057" y="12215"/>
                      <a:pt x="12306" y="4967"/>
                      <a:pt x="21248" y="4967"/>
                    </a:cubicBezTo>
                    <a:close/>
                    <a:moveTo>
                      <a:pt x="21248" y="166"/>
                    </a:moveTo>
                    <a:cubicBezTo>
                      <a:pt x="9655" y="166"/>
                      <a:pt x="257" y="9564"/>
                      <a:pt x="257" y="21157"/>
                    </a:cubicBezTo>
                    <a:cubicBezTo>
                      <a:pt x="257" y="32749"/>
                      <a:pt x="9655" y="42147"/>
                      <a:pt x="21248" y="42147"/>
                    </a:cubicBezTo>
                    <a:cubicBezTo>
                      <a:pt x="32840" y="42147"/>
                      <a:pt x="42238" y="32749"/>
                      <a:pt x="42238" y="21157"/>
                    </a:cubicBezTo>
                    <a:lnTo>
                      <a:pt x="42238" y="21157"/>
                    </a:lnTo>
                    <a:cubicBezTo>
                      <a:pt x="42238" y="9564"/>
                      <a:pt x="32840" y="166"/>
                      <a:pt x="21248" y="166"/>
                    </a:cubicBezTo>
                    <a:close/>
                  </a:path>
                </a:pathLst>
              </a:custGeom>
              <a:solidFill>
                <a:srgbClr val="000000"/>
              </a:solidFill>
              <a:ln w="4794" cap="sq">
                <a:noFill/>
                <a:prstDash val="solid"/>
                <a:round/>
              </a:ln>
            </p:spPr>
            <p:txBody>
              <a:bodyPr rtlCol="0" anchor="ctr"/>
              <a:lstStyle/>
              <a:p>
                <a:endParaRPr lang="en-US"/>
              </a:p>
            </p:txBody>
          </p:sp>
          <p:sp>
            <p:nvSpPr>
              <p:cNvPr id="1872" name="Freeform: Shape 1871">
                <a:extLst>
                  <a:ext uri="{FF2B5EF4-FFF2-40B4-BE49-F238E27FC236}">
                    <a16:creationId xmlns:a16="http://schemas.microsoft.com/office/drawing/2014/main" id="{63B83A34-5A8B-875D-CADC-9BF3AC655E31}"/>
                  </a:ext>
                </a:extLst>
              </p:cNvPr>
              <p:cNvSpPr/>
              <p:nvPr/>
            </p:nvSpPr>
            <p:spPr>
              <a:xfrm>
                <a:off x="7684568" y="7978112"/>
                <a:ext cx="37180" cy="37180"/>
              </a:xfrm>
              <a:custGeom>
                <a:avLst/>
                <a:gdLst>
                  <a:gd name="connsiteX0" fmla="*/ 37439 w 37180"/>
                  <a:gd name="connsiteY0" fmla="*/ 18760 h 37180"/>
                  <a:gd name="connsiteX1" fmla="*/ 18849 w 37180"/>
                  <a:gd name="connsiteY1" fmla="*/ 37350 h 37180"/>
                  <a:gd name="connsiteX2" fmla="*/ 258 w 37180"/>
                  <a:gd name="connsiteY2" fmla="*/ 18760 h 37180"/>
                  <a:gd name="connsiteX3" fmla="*/ 18849 w 37180"/>
                  <a:gd name="connsiteY3" fmla="*/ 169 h 37180"/>
                  <a:gd name="connsiteX4" fmla="*/ 37439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0"/>
                    </a:moveTo>
                    <a:cubicBezTo>
                      <a:pt x="37439" y="29027"/>
                      <a:pt x="29116" y="37350"/>
                      <a:pt x="18849" y="37350"/>
                    </a:cubicBezTo>
                    <a:cubicBezTo>
                      <a:pt x="8582" y="37350"/>
                      <a:pt x="258" y="29027"/>
                      <a:pt x="258" y="18760"/>
                    </a:cubicBezTo>
                    <a:cubicBezTo>
                      <a:pt x="258" y="8493"/>
                      <a:pt x="8582" y="169"/>
                      <a:pt x="18849" y="169"/>
                    </a:cubicBezTo>
                    <a:cubicBezTo>
                      <a:pt x="29116" y="169"/>
                      <a:pt x="37439" y="8493"/>
                      <a:pt x="37439" y="18760"/>
                    </a:cubicBezTo>
                    <a:close/>
                  </a:path>
                </a:pathLst>
              </a:custGeom>
              <a:solidFill>
                <a:srgbClr val="F7D7D7"/>
              </a:solidFill>
              <a:ln w="5753" cap="sq">
                <a:noFill/>
                <a:prstDash val="solid"/>
                <a:miter/>
              </a:ln>
            </p:spPr>
            <p:txBody>
              <a:bodyPr rtlCol="0" anchor="ctr"/>
              <a:lstStyle/>
              <a:p>
                <a:endParaRPr lang="en-US"/>
              </a:p>
            </p:txBody>
          </p:sp>
          <p:sp>
            <p:nvSpPr>
              <p:cNvPr id="1873" name="Freeform: Shape 1872">
                <a:extLst>
                  <a:ext uri="{FF2B5EF4-FFF2-40B4-BE49-F238E27FC236}">
                    <a16:creationId xmlns:a16="http://schemas.microsoft.com/office/drawing/2014/main" id="{309C1F88-13E8-F5A8-E691-9187F108578A}"/>
                  </a:ext>
                </a:extLst>
              </p:cNvPr>
              <p:cNvSpPr/>
              <p:nvPr/>
            </p:nvSpPr>
            <p:spPr>
              <a:xfrm>
                <a:off x="7682168" y="7975712"/>
                <a:ext cx="41981" cy="41981"/>
              </a:xfrm>
              <a:custGeom>
                <a:avLst/>
                <a:gdLst>
                  <a:gd name="connsiteX0" fmla="*/ 21249 w 41981"/>
                  <a:gd name="connsiteY0" fmla="*/ 4970 h 41981"/>
                  <a:gd name="connsiteX1" fmla="*/ 37439 w 41981"/>
                  <a:gd name="connsiteY1" fmla="*/ 21160 h 41981"/>
                  <a:gd name="connsiteX2" fmla="*/ 37439 w 41981"/>
                  <a:gd name="connsiteY2" fmla="*/ 21160 h 41981"/>
                  <a:gd name="connsiteX3" fmla="*/ 21249 w 41981"/>
                  <a:gd name="connsiteY3" fmla="*/ 37350 h 41981"/>
                  <a:gd name="connsiteX4" fmla="*/ 5059 w 41981"/>
                  <a:gd name="connsiteY4" fmla="*/ 21160 h 41981"/>
                  <a:gd name="connsiteX5" fmla="*/ 21249 w 41981"/>
                  <a:gd name="connsiteY5" fmla="*/ 4970 h 41981"/>
                  <a:gd name="connsiteX6" fmla="*/ 21249 w 41981"/>
                  <a:gd name="connsiteY6" fmla="*/ 169 h 41981"/>
                  <a:gd name="connsiteX7" fmla="*/ 258 w 41981"/>
                  <a:gd name="connsiteY7" fmla="*/ 21160 h 41981"/>
                  <a:gd name="connsiteX8" fmla="*/ 21249 w 41981"/>
                  <a:gd name="connsiteY8" fmla="*/ 42151 h 41981"/>
                  <a:gd name="connsiteX9" fmla="*/ 42240 w 41981"/>
                  <a:gd name="connsiteY9" fmla="*/ 21160 h 41981"/>
                  <a:gd name="connsiteX10" fmla="*/ 42240 w 41981"/>
                  <a:gd name="connsiteY10" fmla="*/ 21160 h 41981"/>
                  <a:gd name="connsiteX11" fmla="*/ 21249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0"/>
                    </a:moveTo>
                    <a:cubicBezTo>
                      <a:pt x="30191" y="4970"/>
                      <a:pt x="37439" y="12218"/>
                      <a:pt x="37439" y="21160"/>
                    </a:cubicBezTo>
                    <a:lnTo>
                      <a:pt x="37439" y="21160"/>
                    </a:lnTo>
                    <a:cubicBezTo>
                      <a:pt x="37439" y="30102"/>
                      <a:pt x="30191" y="37350"/>
                      <a:pt x="21249" y="37350"/>
                    </a:cubicBezTo>
                    <a:cubicBezTo>
                      <a:pt x="12307" y="37350"/>
                      <a:pt x="5059" y="30102"/>
                      <a:pt x="5059" y="21160"/>
                    </a:cubicBezTo>
                    <a:cubicBezTo>
                      <a:pt x="5059" y="12218"/>
                      <a:pt x="12307" y="4970"/>
                      <a:pt x="21249" y="4970"/>
                    </a:cubicBezTo>
                    <a:close/>
                    <a:moveTo>
                      <a:pt x="21249" y="169"/>
                    </a:moveTo>
                    <a:cubicBezTo>
                      <a:pt x="9656" y="169"/>
                      <a:pt x="258" y="9567"/>
                      <a:pt x="258" y="21160"/>
                    </a:cubicBezTo>
                    <a:cubicBezTo>
                      <a:pt x="258" y="32753"/>
                      <a:pt x="9656" y="42151"/>
                      <a:pt x="21249" y="42151"/>
                    </a:cubicBezTo>
                    <a:cubicBezTo>
                      <a:pt x="32842" y="42151"/>
                      <a:pt x="42240" y="32753"/>
                      <a:pt x="42240" y="21160"/>
                    </a:cubicBezTo>
                    <a:lnTo>
                      <a:pt x="42240" y="21160"/>
                    </a:lnTo>
                    <a:cubicBezTo>
                      <a:pt x="42240" y="9567"/>
                      <a:pt x="32842" y="169"/>
                      <a:pt x="21249" y="169"/>
                    </a:cubicBezTo>
                    <a:close/>
                  </a:path>
                </a:pathLst>
              </a:custGeom>
              <a:solidFill>
                <a:srgbClr val="000000"/>
              </a:solidFill>
              <a:ln w="4794" cap="sq">
                <a:noFill/>
                <a:prstDash val="solid"/>
                <a:round/>
              </a:ln>
            </p:spPr>
            <p:txBody>
              <a:bodyPr rtlCol="0" anchor="ctr"/>
              <a:lstStyle/>
              <a:p>
                <a:endParaRPr lang="en-US"/>
              </a:p>
            </p:txBody>
          </p:sp>
          <p:sp>
            <p:nvSpPr>
              <p:cNvPr id="1874" name="Freeform: Shape 1873">
                <a:extLst>
                  <a:ext uri="{FF2B5EF4-FFF2-40B4-BE49-F238E27FC236}">
                    <a16:creationId xmlns:a16="http://schemas.microsoft.com/office/drawing/2014/main" id="{BEC5660E-DE95-D393-C36D-64DF6661516B}"/>
                  </a:ext>
                </a:extLst>
              </p:cNvPr>
              <p:cNvSpPr/>
              <p:nvPr/>
            </p:nvSpPr>
            <p:spPr>
              <a:xfrm>
                <a:off x="7683237" y="8044329"/>
                <a:ext cx="37180" cy="37180"/>
              </a:xfrm>
              <a:custGeom>
                <a:avLst/>
                <a:gdLst>
                  <a:gd name="connsiteX0" fmla="*/ 37439 w 37180"/>
                  <a:gd name="connsiteY0" fmla="*/ 18771 h 37180"/>
                  <a:gd name="connsiteX1" fmla="*/ 18849 w 37180"/>
                  <a:gd name="connsiteY1" fmla="*/ 37362 h 37180"/>
                  <a:gd name="connsiteX2" fmla="*/ 258 w 37180"/>
                  <a:gd name="connsiteY2" fmla="*/ 18771 h 37180"/>
                  <a:gd name="connsiteX3" fmla="*/ 18849 w 37180"/>
                  <a:gd name="connsiteY3" fmla="*/ 181 h 37180"/>
                  <a:gd name="connsiteX4" fmla="*/ 3743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1"/>
                    </a:moveTo>
                    <a:cubicBezTo>
                      <a:pt x="37439" y="29038"/>
                      <a:pt x="29116" y="37362"/>
                      <a:pt x="18849" y="37362"/>
                    </a:cubicBezTo>
                    <a:cubicBezTo>
                      <a:pt x="8581" y="37362"/>
                      <a:pt x="258" y="29038"/>
                      <a:pt x="258" y="18771"/>
                    </a:cubicBezTo>
                    <a:cubicBezTo>
                      <a:pt x="258" y="8504"/>
                      <a:pt x="8581" y="181"/>
                      <a:pt x="18849" y="181"/>
                    </a:cubicBezTo>
                    <a:cubicBezTo>
                      <a:pt x="29116" y="181"/>
                      <a:pt x="37439" y="8504"/>
                      <a:pt x="37439" y="18771"/>
                    </a:cubicBezTo>
                    <a:close/>
                  </a:path>
                </a:pathLst>
              </a:custGeom>
              <a:solidFill>
                <a:srgbClr val="D3F7D3"/>
              </a:solidFill>
              <a:ln w="5753" cap="sq">
                <a:noFill/>
                <a:prstDash val="solid"/>
                <a:miter/>
              </a:ln>
            </p:spPr>
            <p:txBody>
              <a:bodyPr rtlCol="0" anchor="ctr"/>
              <a:lstStyle/>
              <a:p>
                <a:endParaRPr lang="en-US"/>
              </a:p>
            </p:txBody>
          </p:sp>
          <p:sp>
            <p:nvSpPr>
              <p:cNvPr id="1875" name="Freeform: Shape 1874">
                <a:extLst>
                  <a:ext uri="{FF2B5EF4-FFF2-40B4-BE49-F238E27FC236}">
                    <a16:creationId xmlns:a16="http://schemas.microsoft.com/office/drawing/2014/main" id="{0F4C8718-B2DC-B690-AF92-C7B7AF018E30}"/>
                  </a:ext>
                </a:extLst>
              </p:cNvPr>
              <p:cNvSpPr/>
              <p:nvPr/>
            </p:nvSpPr>
            <p:spPr>
              <a:xfrm>
                <a:off x="7680837" y="8041929"/>
                <a:ext cx="41981" cy="41981"/>
              </a:xfrm>
              <a:custGeom>
                <a:avLst/>
                <a:gdLst>
                  <a:gd name="connsiteX0" fmla="*/ 21249 w 41981"/>
                  <a:gd name="connsiteY0" fmla="*/ 4981 h 41981"/>
                  <a:gd name="connsiteX1" fmla="*/ 37439 w 41981"/>
                  <a:gd name="connsiteY1" fmla="*/ 21171 h 41981"/>
                  <a:gd name="connsiteX2" fmla="*/ 37439 w 41981"/>
                  <a:gd name="connsiteY2" fmla="*/ 21171 h 41981"/>
                  <a:gd name="connsiteX3" fmla="*/ 21249 w 41981"/>
                  <a:gd name="connsiteY3" fmla="*/ 37362 h 41981"/>
                  <a:gd name="connsiteX4" fmla="*/ 5059 w 41981"/>
                  <a:gd name="connsiteY4" fmla="*/ 21171 h 41981"/>
                  <a:gd name="connsiteX5" fmla="*/ 21249 w 41981"/>
                  <a:gd name="connsiteY5" fmla="*/ 4981 h 41981"/>
                  <a:gd name="connsiteX6" fmla="*/ 21249 w 41981"/>
                  <a:gd name="connsiteY6" fmla="*/ 181 h 41981"/>
                  <a:gd name="connsiteX7" fmla="*/ 258 w 41981"/>
                  <a:gd name="connsiteY7" fmla="*/ 21171 h 41981"/>
                  <a:gd name="connsiteX8" fmla="*/ 21249 w 41981"/>
                  <a:gd name="connsiteY8" fmla="*/ 42162 h 41981"/>
                  <a:gd name="connsiteX9" fmla="*/ 42239 w 41981"/>
                  <a:gd name="connsiteY9" fmla="*/ 21171 h 41981"/>
                  <a:gd name="connsiteX10" fmla="*/ 42239 w 41981"/>
                  <a:gd name="connsiteY10" fmla="*/ 21171 h 41981"/>
                  <a:gd name="connsiteX11" fmla="*/ 2124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1"/>
                    </a:moveTo>
                    <a:cubicBezTo>
                      <a:pt x="30191" y="4981"/>
                      <a:pt x="37439" y="12230"/>
                      <a:pt x="37439" y="21171"/>
                    </a:cubicBezTo>
                    <a:lnTo>
                      <a:pt x="37439" y="21171"/>
                    </a:lnTo>
                    <a:cubicBezTo>
                      <a:pt x="37439" y="30113"/>
                      <a:pt x="30191" y="37362"/>
                      <a:pt x="21249" y="37362"/>
                    </a:cubicBezTo>
                    <a:cubicBezTo>
                      <a:pt x="12307" y="37362"/>
                      <a:pt x="5059" y="30113"/>
                      <a:pt x="5059" y="21171"/>
                    </a:cubicBezTo>
                    <a:cubicBezTo>
                      <a:pt x="5059" y="12230"/>
                      <a:pt x="12307" y="4981"/>
                      <a:pt x="21249" y="4981"/>
                    </a:cubicBezTo>
                    <a:close/>
                    <a:moveTo>
                      <a:pt x="21249" y="181"/>
                    </a:moveTo>
                    <a:cubicBezTo>
                      <a:pt x="9656" y="181"/>
                      <a:pt x="258" y="9579"/>
                      <a:pt x="258" y="21171"/>
                    </a:cubicBezTo>
                    <a:cubicBezTo>
                      <a:pt x="258" y="32764"/>
                      <a:pt x="9656" y="42162"/>
                      <a:pt x="21249" y="42162"/>
                    </a:cubicBezTo>
                    <a:cubicBezTo>
                      <a:pt x="32841" y="42162"/>
                      <a:pt x="42239" y="32764"/>
                      <a:pt x="42239" y="21171"/>
                    </a:cubicBezTo>
                    <a:lnTo>
                      <a:pt x="42239" y="21171"/>
                    </a:lnTo>
                    <a:cubicBezTo>
                      <a:pt x="42239" y="9579"/>
                      <a:pt x="32841" y="181"/>
                      <a:pt x="21249" y="181"/>
                    </a:cubicBezTo>
                    <a:close/>
                  </a:path>
                </a:pathLst>
              </a:custGeom>
              <a:solidFill>
                <a:srgbClr val="000000"/>
              </a:solidFill>
              <a:ln w="4794" cap="sq">
                <a:noFill/>
                <a:prstDash val="solid"/>
                <a:round/>
              </a:ln>
            </p:spPr>
            <p:txBody>
              <a:bodyPr rtlCol="0" anchor="ctr"/>
              <a:lstStyle/>
              <a:p>
                <a:endParaRPr lang="en-US"/>
              </a:p>
            </p:txBody>
          </p:sp>
          <p:sp>
            <p:nvSpPr>
              <p:cNvPr id="1876" name="Freeform: Shape 1875">
                <a:extLst>
                  <a:ext uri="{FF2B5EF4-FFF2-40B4-BE49-F238E27FC236}">
                    <a16:creationId xmlns:a16="http://schemas.microsoft.com/office/drawing/2014/main" id="{B364B50A-C599-1B55-C280-C3A098FEF1F9}"/>
                  </a:ext>
                </a:extLst>
              </p:cNvPr>
              <p:cNvSpPr/>
              <p:nvPr/>
            </p:nvSpPr>
            <p:spPr>
              <a:xfrm>
                <a:off x="7727889" y="8037901"/>
                <a:ext cx="37180" cy="37180"/>
              </a:xfrm>
              <a:custGeom>
                <a:avLst/>
                <a:gdLst>
                  <a:gd name="connsiteX0" fmla="*/ 37447 w 37180"/>
                  <a:gd name="connsiteY0" fmla="*/ 18770 h 37180"/>
                  <a:gd name="connsiteX1" fmla="*/ 18856 w 37180"/>
                  <a:gd name="connsiteY1" fmla="*/ 37361 h 37180"/>
                  <a:gd name="connsiteX2" fmla="*/ 266 w 37180"/>
                  <a:gd name="connsiteY2" fmla="*/ 18770 h 37180"/>
                  <a:gd name="connsiteX3" fmla="*/ 18856 w 37180"/>
                  <a:gd name="connsiteY3" fmla="*/ 180 h 37180"/>
                  <a:gd name="connsiteX4" fmla="*/ 37447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0"/>
                    </a:moveTo>
                    <a:cubicBezTo>
                      <a:pt x="37447" y="29037"/>
                      <a:pt x="29124" y="37361"/>
                      <a:pt x="18856" y="37361"/>
                    </a:cubicBezTo>
                    <a:cubicBezTo>
                      <a:pt x="8589" y="37361"/>
                      <a:pt x="266" y="29037"/>
                      <a:pt x="266" y="18770"/>
                    </a:cubicBezTo>
                    <a:cubicBezTo>
                      <a:pt x="266" y="8503"/>
                      <a:pt x="8589" y="180"/>
                      <a:pt x="18856" y="180"/>
                    </a:cubicBezTo>
                    <a:cubicBezTo>
                      <a:pt x="29124" y="180"/>
                      <a:pt x="37447" y="8503"/>
                      <a:pt x="37447" y="18770"/>
                    </a:cubicBezTo>
                    <a:close/>
                  </a:path>
                </a:pathLst>
              </a:custGeom>
              <a:solidFill>
                <a:srgbClr val="F7D8D8"/>
              </a:solidFill>
              <a:ln w="5753" cap="sq">
                <a:noFill/>
                <a:prstDash val="solid"/>
                <a:miter/>
              </a:ln>
            </p:spPr>
            <p:txBody>
              <a:bodyPr rtlCol="0" anchor="ctr"/>
              <a:lstStyle/>
              <a:p>
                <a:endParaRPr lang="en-US"/>
              </a:p>
            </p:txBody>
          </p:sp>
          <p:sp>
            <p:nvSpPr>
              <p:cNvPr id="1877" name="Freeform: Shape 1876">
                <a:extLst>
                  <a:ext uri="{FF2B5EF4-FFF2-40B4-BE49-F238E27FC236}">
                    <a16:creationId xmlns:a16="http://schemas.microsoft.com/office/drawing/2014/main" id="{CB0061C7-3684-1242-DA46-F0365C5286F8}"/>
                  </a:ext>
                </a:extLst>
              </p:cNvPr>
              <p:cNvSpPr/>
              <p:nvPr/>
            </p:nvSpPr>
            <p:spPr>
              <a:xfrm>
                <a:off x="7725489" y="8035501"/>
                <a:ext cx="41981" cy="41981"/>
              </a:xfrm>
              <a:custGeom>
                <a:avLst/>
                <a:gdLst>
                  <a:gd name="connsiteX0" fmla="*/ 21257 w 41981"/>
                  <a:gd name="connsiteY0" fmla="*/ 4980 h 41981"/>
                  <a:gd name="connsiteX1" fmla="*/ 37447 w 41981"/>
                  <a:gd name="connsiteY1" fmla="*/ 21170 h 41981"/>
                  <a:gd name="connsiteX2" fmla="*/ 37447 w 41981"/>
                  <a:gd name="connsiteY2" fmla="*/ 21170 h 41981"/>
                  <a:gd name="connsiteX3" fmla="*/ 21257 w 41981"/>
                  <a:gd name="connsiteY3" fmla="*/ 37361 h 41981"/>
                  <a:gd name="connsiteX4" fmla="*/ 5066 w 41981"/>
                  <a:gd name="connsiteY4" fmla="*/ 21170 h 41981"/>
                  <a:gd name="connsiteX5" fmla="*/ 21257 w 41981"/>
                  <a:gd name="connsiteY5" fmla="*/ 4980 h 41981"/>
                  <a:gd name="connsiteX6" fmla="*/ 21257 w 41981"/>
                  <a:gd name="connsiteY6" fmla="*/ 180 h 41981"/>
                  <a:gd name="connsiteX7" fmla="*/ 266 w 41981"/>
                  <a:gd name="connsiteY7" fmla="*/ 21170 h 41981"/>
                  <a:gd name="connsiteX8" fmla="*/ 21257 w 41981"/>
                  <a:gd name="connsiteY8" fmla="*/ 42161 h 41981"/>
                  <a:gd name="connsiteX9" fmla="*/ 42247 w 41981"/>
                  <a:gd name="connsiteY9" fmla="*/ 21170 h 41981"/>
                  <a:gd name="connsiteX10" fmla="*/ 42247 w 41981"/>
                  <a:gd name="connsiteY10" fmla="*/ 21170 h 41981"/>
                  <a:gd name="connsiteX11" fmla="*/ 21257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80"/>
                    </a:moveTo>
                    <a:cubicBezTo>
                      <a:pt x="30198" y="4980"/>
                      <a:pt x="37447" y="12228"/>
                      <a:pt x="37447" y="21170"/>
                    </a:cubicBezTo>
                    <a:lnTo>
                      <a:pt x="37447" y="21170"/>
                    </a:lnTo>
                    <a:cubicBezTo>
                      <a:pt x="37447" y="30112"/>
                      <a:pt x="30198" y="37361"/>
                      <a:pt x="21257" y="37361"/>
                    </a:cubicBezTo>
                    <a:cubicBezTo>
                      <a:pt x="12315" y="37361"/>
                      <a:pt x="5066" y="30112"/>
                      <a:pt x="5066" y="21170"/>
                    </a:cubicBezTo>
                    <a:cubicBezTo>
                      <a:pt x="5066" y="12228"/>
                      <a:pt x="12315" y="4980"/>
                      <a:pt x="21257" y="4980"/>
                    </a:cubicBezTo>
                    <a:close/>
                    <a:moveTo>
                      <a:pt x="21257" y="180"/>
                    </a:moveTo>
                    <a:cubicBezTo>
                      <a:pt x="9664" y="180"/>
                      <a:pt x="266" y="9578"/>
                      <a:pt x="266" y="21170"/>
                    </a:cubicBezTo>
                    <a:cubicBezTo>
                      <a:pt x="266" y="32763"/>
                      <a:pt x="9664" y="42161"/>
                      <a:pt x="21257" y="42161"/>
                    </a:cubicBezTo>
                    <a:cubicBezTo>
                      <a:pt x="32849" y="42161"/>
                      <a:pt x="42247" y="32763"/>
                      <a:pt x="42247" y="21170"/>
                    </a:cubicBezTo>
                    <a:lnTo>
                      <a:pt x="42247" y="21170"/>
                    </a:lnTo>
                    <a:cubicBezTo>
                      <a:pt x="42247" y="9578"/>
                      <a:pt x="32849" y="180"/>
                      <a:pt x="21257" y="180"/>
                    </a:cubicBezTo>
                    <a:close/>
                  </a:path>
                </a:pathLst>
              </a:custGeom>
              <a:solidFill>
                <a:srgbClr val="000000"/>
              </a:solidFill>
              <a:ln w="4794" cap="sq">
                <a:noFill/>
                <a:prstDash val="solid"/>
                <a:round/>
              </a:ln>
            </p:spPr>
            <p:txBody>
              <a:bodyPr rtlCol="0" anchor="ctr"/>
              <a:lstStyle/>
              <a:p>
                <a:endParaRPr lang="en-US"/>
              </a:p>
            </p:txBody>
          </p:sp>
          <p:sp>
            <p:nvSpPr>
              <p:cNvPr id="1878" name="Freeform: Shape 1877">
                <a:extLst>
                  <a:ext uri="{FF2B5EF4-FFF2-40B4-BE49-F238E27FC236}">
                    <a16:creationId xmlns:a16="http://schemas.microsoft.com/office/drawing/2014/main" id="{B8BA5B79-DDD4-78FB-24AD-5AB5E170B066}"/>
                  </a:ext>
                </a:extLst>
              </p:cNvPr>
              <p:cNvSpPr/>
              <p:nvPr/>
            </p:nvSpPr>
            <p:spPr>
              <a:xfrm>
                <a:off x="7641051" y="8036905"/>
                <a:ext cx="37180" cy="37180"/>
              </a:xfrm>
              <a:custGeom>
                <a:avLst/>
                <a:gdLst>
                  <a:gd name="connsiteX0" fmla="*/ 37432 w 37180"/>
                  <a:gd name="connsiteY0" fmla="*/ 18770 h 37180"/>
                  <a:gd name="connsiteX1" fmla="*/ 18841 w 37180"/>
                  <a:gd name="connsiteY1" fmla="*/ 37360 h 37180"/>
                  <a:gd name="connsiteX2" fmla="*/ 251 w 37180"/>
                  <a:gd name="connsiteY2" fmla="*/ 18770 h 37180"/>
                  <a:gd name="connsiteX3" fmla="*/ 18841 w 37180"/>
                  <a:gd name="connsiteY3" fmla="*/ 180 h 37180"/>
                  <a:gd name="connsiteX4" fmla="*/ 3743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0"/>
                    </a:moveTo>
                    <a:cubicBezTo>
                      <a:pt x="37432" y="29037"/>
                      <a:pt x="29108" y="37360"/>
                      <a:pt x="18841" y="37360"/>
                    </a:cubicBezTo>
                    <a:cubicBezTo>
                      <a:pt x="8574" y="37360"/>
                      <a:pt x="251" y="29037"/>
                      <a:pt x="251" y="18770"/>
                    </a:cubicBezTo>
                    <a:cubicBezTo>
                      <a:pt x="251" y="8503"/>
                      <a:pt x="8574" y="180"/>
                      <a:pt x="18841" y="180"/>
                    </a:cubicBezTo>
                    <a:cubicBezTo>
                      <a:pt x="29108" y="180"/>
                      <a:pt x="37432" y="8503"/>
                      <a:pt x="37432" y="18770"/>
                    </a:cubicBezTo>
                    <a:close/>
                  </a:path>
                </a:pathLst>
              </a:custGeom>
              <a:solidFill>
                <a:srgbClr val="F7F2F2"/>
              </a:solidFill>
              <a:ln w="5753" cap="sq">
                <a:noFill/>
                <a:prstDash val="solid"/>
                <a:miter/>
              </a:ln>
            </p:spPr>
            <p:txBody>
              <a:bodyPr rtlCol="0" anchor="ctr"/>
              <a:lstStyle/>
              <a:p>
                <a:endParaRPr lang="en-US"/>
              </a:p>
            </p:txBody>
          </p:sp>
          <p:sp>
            <p:nvSpPr>
              <p:cNvPr id="1879" name="Freeform: Shape 1878">
                <a:extLst>
                  <a:ext uri="{FF2B5EF4-FFF2-40B4-BE49-F238E27FC236}">
                    <a16:creationId xmlns:a16="http://schemas.microsoft.com/office/drawing/2014/main" id="{3005D76B-3177-46EC-E1FD-EAC70EB9BA11}"/>
                  </a:ext>
                </a:extLst>
              </p:cNvPr>
              <p:cNvSpPr/>
              <p:nvPr/>
            </p:nvSpPr>
            <p:spPr>
              <a:xfrm>
                <a:off x="7638651" y="8034505"/>
                <a:ext cx="41981" cy="41981"/>
              </a:xfrm>
              <a:custGeom>
                <a:avLst/>
                <a:gdLst>
                  <a:gd name="connsiteX0" fmla="*/ 21241 w 41981"/>
                  <a:gd name="connsiteY0" fmla="*/ 4980 h 41981"/>
                  <a:gd name="connsiteX1" fmla="*/ 37432 w 41981"/>
                  <a:gd name="connsiteY1" fmla="*/ 21170 h 41981"/>
                  <a:gd name="connsiteX2" fmla="*/ 37432 w 41981"/>
                  <a:gd name="connsiteY2" fmla="*/ 21170 h 41981"/>
                  <a:gd name="connsiteX3" fmla="*/ 21241 w 41981"/>
                  <a:gd name="connsiteY3" fmla="*/ 37360 h 41981"/>
                  <a:gd name="connsiteX4" fmla="*/ 5051 w 41981"/>
                  <a:gd name="connsiteY4" fmla="*/ 21170 h 41981"/>
                  <a:gd name="connsiteX5" fmla="*/ 21241 w 41981"/>
                  <a:gd name="connsiteY5" fmla="*/ 4980 h 41981"/>
                  <a:gd name="connsiteX6" fmla="*/ 21241 w 41981"/>
                  <a:gd name="connsiteY6" fmla="*/ 180 h 41981"/>
                  <a:gd name="connsiteX7" fmla="*/ 251 w 41981"/>
                  <a:gd name="connsiteY7" fmla="*/ 21170 h 41981"/>
                  <a:gd name="connsiteX8" fmla="*/ 21241 w 41981"/>
                  <a:gd name="connsiteY8" fmla="*/ 42161 h 41981"/>
                  <a:gd name="connsiteX9" fmla="*/ 42232 w 41981"/>
                  <a:gd name="connsiteY9" fmla="*/ 21170 h 41981"/>
                  <a:gd name="connsiteX10" fmla="*/ 42232 w 41981"/>
                  <a:gd name="connsiteY10" fmla="*/ 21170 h 41981"/>
                  <a:gd name="connsiteX11" fmla="*/ 21241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0"/>
                    </a:moveTo>
                    <a:cubicBezTo>
                      <a:pt x="30183" y="4980"/>
                      <a:pt x="37432" y="12228"/>
                      <a:pt x="37432" y="21170"/>
                    </a:cubicBezTo>
                    <a:lnTo>
                      <a:pt x="37432" y="21170"/>
                    </a:lnTo>
                    <a:cubicBezTo>
                      <a:pt x="37432" y="30112"/>
                      <a:pt x="30183" y="37360"/>
                      <a:pt x="21241" y="37360"/>
                    </a:cubicBezTo>
                    <a:cubicBezTo>
                      <a:pt x="12300" y="37360"/>
                      <a:pt x="5051" y="30112"/>
                      <a:pt x="5051" y="21170"/>
                    </a:cubicBezTo>
                    <a:cubicBezTo>
                      <a:pt x="5051" y="12228"/>
                      <a:pt x="12300" y="4980"/>
                      <a:pt x="21241" y="4980"/>
                    </a:cubicBezTo>
                    <a:close/>
                    <a:moveTo>
                      <a:pt x="21241" y="180"/>
                    </a:moveTo>
                    <a:cubicBezTo>
                      <a:pt x="9649" y="180"/>
                      <a:pt x="251" y="9578"/>
                      <a:pt x="251" y="21170"/>
                    </a:cubicBezTo>
                    <a:cubicBezTo>
                      <a:pt x="251" y="32763"/>
                      <a:pt x="9649" y="42161"/>
                      <a:pt x="21241" y="42161"/>
                    </a:cubicBezTo>
                    <a:cubicBezTo>
                      <a:pt x="32834" y="42161"/>
                      <a:pt x="42232" y="32763"/>
                      <a:pt x="42232" y="21170"/>
                    </a:cubicBezTo>
                    <a:lnTo>
                      <a:pt x="42232" y="21170"/>
                    </a:lnTo>
                    <a:cubicBezTo>
                      <a:pt x="42232" y="9578"/>
                      <a:pt x="32834" y="180"/>
                      <a:pt x="21241" y="180"/>
                    </a:cubicBezTo>
                    <a:close/>
                  </a:path>
                </a:pathLst>
              </a:custGeom>
              <a:solidFill>
                <a:srgbClr val="000000"/>
              </a:solidFill>
              <a:ln w="4794" cap="sq">
                <a:noFill/>
                <a:prstDash val="solid"/>
                <a:round/>
              </a:ln>
            </p:spPr>
            <p:txBody>
              <a:bodyPr rtlCol="0" anchor="ctr"/>
              <a:lstStyle/>
              <a:p>
                <a:endParaRPr lang="en-US"/>
              </a:p>
            </p:txBody>
          </p:sp>
          <p:sp>
            <p:nvSpPr>
              <p:cNvPr id="1880" name="Freeform: Shape 1879">
                <a:extLst>
                  <a:ext uri="{FF2B5EF4-FFF2-40B4-BE49-F238E27FC236}">
                    <a16:creationId xmlns:a16="http://schemas.microsoft.com/office/drawing/2014/main" id="{39115C2F-7A69-4499-9612-69903D7E5D13}"/>
                  </a:ext>
                </a:extLst>
              </p:cNvPr>
              <p:cNvSpPr/>
              <p:nvPr/>
            </p:nvSpPr>
            <p:spPr>
              <a:xfrm>
                <a:off x="7680519" y="8049272"/>
                <a:ext cx="37180" cy="37180"/>
              </a:xfrm>
              <a:custGeom>
                <a:avLst/>
                <a:gdLst>
                  <a:gd name="connsiteX0" fmla="*/ 37439 w 37180"/>
                  <a:gd name="connsiteY0" fmla="*/ 18772 h 37180"/>
                  <a:gd name="connsiteX1" fmla="*/ 18848 w 37180"/>
                  <a:gd name="connsiteY1" fmla="*/ 37362 h 37180"/>
                  <a:gd name="connsiteX2" fmla="*/ 258 w 37180"/>
                  <a:gd name="connsiteY2" fmla="*/ 18772 h 37180"/>
                  <a:gd name="connsiteX3" fmla="*/ 18848 w 37180"/>
                  <a:gd name="connsiteY3" fmla="*/ 182 h 37180"/>
                  <a:gd name="connsiteX4" fmla="*/ 37439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2"/>
                    </a:moveTo>
                    <a:cubicBezTo>
                      <a:pt x="37439" y="29039"/>
                      <a:pt x="29115" y="37362"/>
                      <a:pt x="18848" y="37362"/>
                    </a:cubicBezTo>
                    <a:cubicBezTo>
                      <a:pt x="8581" y="37362"/>
                      <a:pt x="258" y="29039"/>
                      <a:pt x="258" y="18772"/>
                    </a:cubicBezTo>
                    <a:cubicBezTo>
                      <a:pt x="258" y="8505"/>
                      <a:pt x="8581" y="182"/>
                      <a:pt x="18848" y="182"/>
                    </a:cubicBezTo>
                    <a:cubicBezTo>
                      <a:pt x="29115" y="182"/>
                      <a:pt x="37439" y="8505"/>
                      <a:pt x="37439" y="18772"/>
                    </a:cubicBezTo>
                    <a:close/>
                  </a:path>
                </a:pathLst>
              </a:custGeom>
              <a:solidFill>
                <a:srgbClr val="F7E1E1"/>
              </a:solidFill>
              <a:ln w="5753" cap="sq">
                <a:noFill/>
                <a:prstDash val="solid"/>
                <a:miter/>
              </a:ln>
            </p:spPr>
            <p:txBody>
              <a:bodyPr rtlCol="0" anchor="ctr"/>
              <a:lstStyle/>
              <a:p>
                <a:endParaRPr lang="en-US"/>
              </a:p>
            </p:txBody>
          </p:sp>
          <p:sp>
            <p:nvSpPr>
              <p:cNvPr id="1881" name="Freeform: Shape 1880">
                <a:extLst>
                  <a:ext uri="{FF2B5EF4-FFF2-40B4-BE49-F238E27FC236}">
                    <a16:creationId xmlns:a16="http://schemas.microsoft.com/office/drawing/2014/main" id="{F6DAD5B7-956F-8E9C-776C-64283F24F37F}"/>
                  </a:ext>
                </a:extLst>
              </p:cNvPr>
              <p:cNvSpPr/>
              <p:nvPr/>
            </p:nvSpPr>
            <p:spPr>
              <a:xfrm>
                <a:off x="7678118" y="8046871"/>
                <a:ext cx="41981" cy="41981"/>
              </a:xfrm>
              <a:custGeom>
                <a:avLst/>
                <a:gdLst>
                  <a:gd name="connsiteX0" fmla="*/ 21248 w 41981"/>
                  <a:gd name="connsiteY0" fmla="*/ 4982 h 41981"/>
                  <a:gd name="connsiteX1" fmla="*/ 37439 w 41981"/>
                  <a:gd name="connsiteY1" fmla="*/ 21172 h 41981"/>
                  <a:gd name="connsiteX2" fmla="*/ 37439 w 41981"/>
                  <a:gd name="connsiteY2" fmla="*/ 21172 h 41981"/>
                  <a:gd name="connsiteX3" fmla="*/ 21248 w 41981"/>
                  <a:gd name="connsiteY3" fmla="*/ 37362 h 41981"/>
                  <a:gd name="connsiteX4" fmla="*/ 5058 w 41981"/>
                  <a:gd name="connsiteY4" fmla="*/ 21172 h 41981"/>
                  <a:gd name="connsiteX5" fmla="*/ 21248 w 41981"/>
                  <a:gd name="connsiteY5" fmla="*/ 4982 h 41981"/>
                  <a:gd name="connsiteX6" fmla="*/ 21248 w 41981"/>
                  <a:gd name="connsiteY6" fmla="*/ 182 h 41981"/>
                  <a:gd name="connsiteX7" fmla="*/ 258 w 41981"/>
                  <a:gd name="connsiteY7" fmla="*/ 21172 h 41981"/>
                  <a:gd name="connsiteX8" fmla="*/ 21248 w 41981"/>
                  <a:gd name="connsiteY8" fmla="*/ 42163 h 41981"/>
                  <a:gd name="connsiteX9" fmla="*/ 42239 w 41981"/>
                  <a:gd name="connsiteY9" fmla="*/ 21172 h 41981"/>
                  <a:gd name="connsiteX10" fmla="*/ 42239 w 41981"/>
                  <a:gd name="connsiteY10" fmla="*/ 21172 h 41981"/>
                  <a:gd name="connsiteX11" fmla="*/ 21248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2"/>
                    </a:moveTo>
                    <a:cubicBezTo>
                      <a:pt x="30190" y="4982"/>
                      <a:pt x="37439" y="12230"/>
                      <a:pt x="37439" y="21172"/>
                    </a:cubicBezTo>
                    <a:lnTo>
                      <a:pt x="37439" y="21172"/>
                    </a:lnTo>
                    <a:cubicBezTo>
                      <a:pt x="37439" y="30114"/>
                      <a:pt x="30190" y="37362"/>
                      <a:pt x="21248" y="37362"/>
                    </a:cubicBezTo>
                    <a:cubicBezTo>
                      <a:pt x="12307" y="37362"/>
                      <a:pt x="5058" y="30114"/>
                      <a:pt x="5058" y="21172"/>
                    </a:cubicBezTo>
                    <a:cubicBezTo>
                      <a:pt x="5058" y="12230"/>
                      <a:pt x="12307" y="4982"/>
                      <a:pt x="21248" y="4982"/>
                    </a:cubicBezTo>
                    <a:close/>
                    <a:moveTo>
                      <a:pt x="21248" y="182"/>
                    </a:moveTo>
                    <a:cubicBezTo>
                      <a:pt x="9656" y="182"/>
                      <a:pt x="258" y="9580"/>
                      <a:pt x="258" y="21172"/>
                    </a:cubicBezTo>
                    <a:cubicBezTo>
                      <a:pt x="258" y="32765"/>
                      <a:pt x="9656" y="42163"/>
                      <a:pt x="21248" y="42163"/>
                    </a:cubicBezTo>
                    <a:cubicBezTo>
                      <a:pt x="32841" y="42163"/>
                      <a:pt x="42239" y="32765"/>
                      <a:pt x="42239" y="21172"/>
                    </a:cubicBezTo>
                    <a:lnTo>
                      <a:pt x="42239" y="21172"/>
                    </a:lnTo>
                    <a:cubicBezTo>
                      <a:pt x="42239" y="9580"/>
                      <a:pt x="32841" y="182"/>
                      <a:pt x="21248" y="182"/>
                    </a:cubicBezTo>
                    <a:close/>
                  </a:path>
                </a:pathLst>
              </a:custGeom>
              <a:solidFill>
                <a:srgbClr val="000000"/>
              </a:solidFill>
              <a:ln w="4794" cap="sq">
                <a:noFill/>
                <a:prstDash val="solid"/>
                <a:round/>
              </a:ln>
            </p:spPr>
            <p:txBody>
              <a:bodyPr rtlCol="0" anchor="ctr"/>
              <a:lstStyle/>
              <a:p>
                <a:endParaRPr lang="en-US"/>
              </a:p>
            </p:txBody>
          </p:sp>
          <p:sp>
            <p:nvSpPr>
              <p:cNvPr id="1882" name="Freeform: Shape 1881">
                <a:extLst>
                  <a:ext uri="{FF2B5EF4-FFF2-40B4-BE49-F238E27FC236}">
                    <a16:creationId xmlns:a16="http://schemas.microsoft.com/office/drawing/2014/main" id="{0DCB9AF5-5509-8E41-6B29-1579088771AE}"/>
                  </a:ext>
                </a:extLst>
              </p:cNvPr>
              <p:cNvSpPr/>
              <p:nvPr/>
            </p:nvSpPr>
            <p:spPr>
              <a:xfrm>
                <a:off x="7641310" y="8039462"/>
                <a:ext cx="37180" cy="37180"/>
              </a:xfrm>
              <a:custGeom>
                <a:avLst/>
                <a:gdLst>
                  <a:gd name="connsiteX0" fmla="*/ 37432 w 37180"/>
                  <a:gd name="connsiteY0" fmla="*/ 18770 h 37180"/>
                  <a:gd name="connsiteX1" fmla="*/ 18841 w 37180"/>
                  <a:gd name="connsiteY1" fmla="*/ 37361 h 37180"/>
                  <a:gd name="connsiteX2" fmla="*/ 251 w 37180"/>
                  <a:gd name="connsiteY2" fmla="*/ 18770 h 37180"/>
                  <a:gd name="connsiteX3" fmla="*/ 18841 w 37180"/>
                  <a:gd name="connsiteY3" fmla="*/ 180 h 37180"/>
                  <a:gd name="connsiteX4" fmla="*/ 3743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0"/>
                    </a:moveTo>
                    <a:cubicBezTo>
                      <a:pt x="37432" y="29038"/>
                      <a:pt x="29109" y="37361"/>
                      <a:pt x="18841" y="37361"/>
                    </a:cubicBezTo>
                    <a:cubicBezTo>
                      <a:pt x="8574" y="37361"/>
                      <a:pt x="251" y="29038"/>
                      <a:pt x="251" y="18770"/>
                    </a:cubicBezTo>
                    <a:cubicBezTo>
                      <a:pt x="251" y="8503"/>
                      <a:pt x="8574" y="180"/>
                      <a:pt x="18841" y="180"/>
                    </a:cubicBezTo>
                    <a:cubicBezTo>
                      <a:pt x="29109" y="180"/>
                      <a:pt x="37432" y="8503"/>
                      <a:pt x="37432" y="18770"/>
                    </a:cubicBezTo>
                    <a:close/>
                  </a:path>
                </a:pathLst>
              </a:custGeom>
              <a:solidFill>
                <a:srgbClr val="F7A9A9"/>
              </a:solidFill>
              <a:ln w="5753" cap="sq">
                <a:noFill/>
                <a:prstDash val="solid"/>
                <a:miter/>
              </a:ln>
            </p:spPr>
            <p:txBody>
              <a:bodyPr rtlCol="0" anchor="ctr"/>
              <a:lstStyle/>
              <a:p>
                <a:endParaRPr lang="en-US"/>
              </a:p>
            </p:txBody>
          </p:sp>
          <p:sp>
            <p:nvSpPr>
              <p:cNvPr id="1883" name="Freeform: Shape 1882">
                <a:extLst>
                  <a:ext uri="{FF2B5EF4-FFF2-40B4-BE49-F238E27FC236}">
                    <a16:creationId xmlns:a16="http://schemas.microsoft.com/office/drawing/2014/main" id="{66CD4615-8BCC-F05E-BB31-D7898A214B29}"/>
                  </a:ext>
                </a:extLst>
              </p:cNvPr>
              <p:cNvSpPr/>
              <p:nvPr/>
            </p:nvSpPr>
            <p:spPr>
              <a:xfrm>
                <a:off x="7638910" y="8037062"/>
                <a:ext cx="41981" cy="41981"/>
              </a:xfrm>
              <a:custGeom>
                <a:avLst/>
                <a:gdLst>
                  <a:gd name="connsiteX0" fmla="*/ 21242 w 41981"/>
                  <a:gd name="connsiteY0" fmla="*/ 4980 h 41981"/>
                  <a:gd name="connsiteX1" fmla="*/ 37432 w 41981"/>
                  <a:gd name="connsiteY1" fmla="*/ 21171 h 41981"/>
                  <a:gd name="connsiteX2" fmla="*/ 37432 w 41981"/>
                  <a:gd name="connsiteY2" fmla="*/ 21171 h 41981"/>
                  <a:gd name="connsiteX3" fmla="*/ 21242 w 41981"/>
                  <a:gd name="connsiteY3" fmla="*/ 37361 h 41981"/>
                  <a:gd name="connsiteX4" fmla="*/ 5051 w 41981"/>
                  <a:gd name="connsiteY4" fmla="*/ 21171 h 41981"/>
                  <a:gd name="connsiteX5" fmla="*/ 21242 w 41981"/>
                  <a:gd name="connsiteY5" fmla="*/ 4980 h 41981"/>
                  <a:gd name="connsiteX6" fmla="*/ 21242 w 41981"/>
                  <a:gd name="connsiteY6" fmla="*/ 180 h 41981"/>
                  <a:gd name="connsiteX7" fmla="*/ 251 w 41981"/>
                  <a:gd name="connsiteY7" fmla="*/ 21171 h 41981"/>
                  <a:gd name="connsiteX8" fmla="*/ 21242 w 41981"/>
                  <a:gd name="connsiteY8" fmla="*/ 42161 h 41981"/>
                  <a:gd name="connsiteX9" fmla="*/ 42232 w 41981"/>
                  <a:gd name="connsiteY9" fmla="*/ 21171 h 41981"/>
                  <a:gd name="connsiteX10" fmla="*/ 42232 w 41981"/>
                  <a:gd name="connsiteY10" fmla="*/ 21171 h 41981"/>
                  <a:gd name="connsiteX11" fmla="*/ 21242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0"/>
                    </a:moveTo>
                    <a:cubicBezTo>
                      <a:pt x="30183" y="4980"/>
                      <a:pt x="37432" y="12229"/>
                      <a:pt x="37432" y="21171"/>
                    </a:cubicBezTo>
                    <a:lnTo>
                      <a:pt x="37432" y="21171"/>
                    </a:lnTo>
                    <a:cubicBezTo>
                      <a:pt x="37432" y="30112"/>
                      <a:pt x="30183" y="37361"/>
                      <a:pt x="21242" y="37361"/>
                    </a:cubicBezTo>
                    <a:cubicBezTo>
                      <a:pt x="12300" y="37361"/>
                      <a:pt x="5051" y="30112"/>
                      <a:pt x="5051" y="21171"/>
                    </a:cubicBezTo>
                    <a:cubicBezTo>
                      <a:pt x="5051" y="12229"/>
                      <a:pt x="12300" y="4980"/>
                      <a:pt x="21242" y="4980"/>
                    </a:cubicBezTo>
                    <a:close/>
                    <a:moveTo>
                      <a:pt x="21242" y="180"/>
                    </a:moveTo>
                    <a:cubicBezTo>
                      <a:pt x="9649" y="180"/>
                      <a:pt x="251" y="9578"/>
                      <a:pt x="251" y="21171"/>
                    </a:cubicBezTo>
                    <a:cubicBezTo>
                      <a:pt x="251" y="32763"/>
                      <a:pt x="9649" y="42161"/>
                      <a:pt x="21242" y="42161"/>
                    </a:cubicBezTo>
                    <a:cubicBezTo>
                      <a:pt x="32834" y="42161"/>
                      <a:pt x="42232" y="32763"/>
                      <a:pt x="42232" y="21171"/>
                    </a:cubicBezTo>
                    <a:lnTo>
                      <a:pt x="42232" y="21171"/>
                    </a:lnTo>
                    <a:cubicBezTo>
                      <a:pt x="42232" y="9578"/>
                      <a:pt x="32834" y="180"/>
                      <a:pt x="21242" y="180"/>
                    </a:cubicBezTo>
                    <a:close/>
                  </a:path>
                </a:pathLst>
              </a:custGeom>
              <a:solidFill>
                <a:srgbClr val="000000"/>
              </a:solidFill>
              <a:ln w="4794" cap="sq">
                <a:noFill/>
                <a:prstDash val="solid"/>
                <a:round/>
              </a:ln>
            </p:spPr>
            <p:txBody>
              <a:bodyPr rtlCol="0" anchor="ctr"/>
              <a:lstStyle/>
              <a:p>
                <a:endParaRPr lang="en-US"/>
              </a:p>
            </p:txBody>
          </p:sp>
          <p:sp>
            <p:nvSpPr>
              <p:cNvPr id="1884" name="Freeform: Shape 1883">
                <a:extLst>
                  <a:ext uri="{FF2B5EF4-FFF2-40B4-BE49-F238E27FC236}">
                    <a16:creationId xmlns:a16="http://schemas.microsoft.com/office/drawing/2014/main" id="{1C5D1A06-5BD7-CB5B-1419-02730566AC09}"/>
                  </a:ext>
                </a:extLst>
              </p:cNvPr>
              <p:cNvSpPr/>
              <p:nvPr/>
            </p:nvSpPr>
            <p:spPr>
              <a:xfrm>
                <a:off x="7700610" y="8038823"/>
                <a:ext cx="37180" cy="37180"/>
              </a:xfrm>
              <a:custGeom>
                <a:avLst/>
                <a:gdLst>
                  <a:gd name="connsiteX0" fmla="*/ 37442 w 37180"/>
                  <a:gd name="connsiteY0" fmla="*/ 18770 h 37180"/>
                  <a:gd name="connsiteX1" fmla="*/ 18852 w 37180"/>
                  <a:gd name="connsiteY1" fmla="*/ 37361 h 37180"/>
                  <a:gd name="connsiteX2" fmla="*/ 261 w 37180"/>
                  <a:gd name="connsiteY2" fmla="*/ 18770 h 37180"/>
                  <a:gd name="connsiteX3" fmla="*/ 18852 w 37180"/>
                  <a:gd name="connsiteY3" fmla="*/ 180 h 37180"/>
                  <a:gd name="connsiteX4" fmla="*/ 3744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70"/>
                    </a:moveTo>
                    <a:cubicBezTo>
                      <a:pt x="37442" y="29037"/>
                      <a:pt x="29119" y="37361"/>
                      <a:pt x="18852" y="37361"/>
                    </a:cubicBezTo>
                    <a:cubicBezTo>
                      <a:pt x="8584" y="37361"/>
                      <a:pt x="261" y="29037"/>
                      <a:pt x="261" y="18770"/>
                    </a:cubicBezTo>
                    <a:cubicBezTo>
                      <a:pt x="261" y="8503"/>
                      <a:pt x="8584" y="180"/>
                      <a:pt x="18852" y="180"/>
                    </a:cubicBezTo>
                    <a:cubicBezTo>
                      <a:pt x="29119" y="180"/>
                      <a:pt x="37442" y="8503"/>
                      <a:pt x="37442" y="18770"/>
                    </a:cubicBezTo>
                    <a:close/>
                  </a:path>
                </a:pathLst>
              </a:custGeom>
              <a:solidFill>
                <a:srgbClr val="E1F7E1"/>
              </a:solidFill>
              <a:ln w="5753" cap="sq">
                <a:noFill/>
                <a:prstDash val="solid"/>
                <a:miter/>
              </a:ln>
            </p:spPr>
            <p:txBody>
              <a:bodyPr rtlCol="0" anchor="ctr"/>
              <a:lstStyle/>
              <a:p>
                <a:endParaRPr lang="en-US"/>
              </a:p>
            </p:txBody>
          </p:sp>
          <p:sp>
            <p:nvSpPr>
              <p:cNvPr id="1885" name="Freeform: Shape 1884">
                <a:extLst>
                  <a:ext uri="{FF2B5EF4-FFF2-40B4-BE49-F238E27FC236}">
                    <a16:creationId xmlns:a16="http://schemas.microsoft.com/office/drawing/2014/main" id="{52CE2022-E79B-C4D9-5825-385BF531F95A}"/>
                  </a:ext>
                </a:extLst>
              </p:cNvPr>
              <p:cNvSpPr/>
              <p:nvPr/>
            </p:nvSpPr>
            <p:spPr>
              <a:xfrm>
                <a:off x="7698209" y="8036423"/>
                <a:ext cx="41981" cy="41981"/>
              </a:xfrm>
              <a:custGeom>
                <a:avLst/>
                <a:gdLst>
                  <a:gd name="connsiteX0" fmla="*/ 21252 w 41981"/>
                  <a:gd name="connsiteY0" fmla="*/ 4980 h 41981"/>
                  <a:gd name="connsiteX1" fmla="*/ 37442 w 41981"/>
                  <a:gd name="connsiteY1" fmla="*/ 21170 h 41981"/>
                  <a:gd name="connsiteX2" fmla="*/ 37442 w 41981"/>
                  <a:gd name="connsiteY2" fmla="*/ 21170 h 41981"/>
                  <a:gd name="connsiteX3" fmla="*/ 21252 w 41981"/>
                  <a:gd name="connsiteY3" fmla="*/ 37361 h 41981"/>
                  <a:gd name="connsiteX4" fmla="*/ 5062 w 41981"/>
                  <a:gd name="connsiteY4" fmla="*/ 21170 h 41981"/>
                  <a:gd name="connsiteX5" fmla="*/ 21252 w 41981"/>
                  <a:gd name="connsiteY5" fmla="*/ 4980 h 41981"/>
                  <a:gd name="connsiteX6" fmla="*/ 21252 w 41981"/>
                  <a:gd name="connsiteY6" fmla="*/ 180 h 41981"/>
                  <a:gd name="connsiteX7" fmla="*/ 261 w 41981"/>
                  <a:gd name="connsiteY7" fmla="*/ 21170 h 41981"/>
                  <a:gd name="connsiteX8" fmla="*/ 21252 w 41981"/>
                  <a:gd name="connsiteY8" fmla="*/ 42161 h 41981"/>
                  <a:gd name="connsiteX9" fmla="*/ 42242 w 41981"/>
                  <a:gd name="connsiteY9" fmla="*/ 21170 h 41981"/>
                  <a:gd name="connsiteX10" fmla="*/ 42242 w 41981"/>
                  <a:gd name="connsiteY10" fmla="*/ 21170 h 41981"/>
                  <a:gd name="connsiteX11" fmla="*/ 21252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80"/>
                    </a:moveTo>
                    <a:cubicBezTo>
                      <a:pt x="30194" y="4980"/>
                      <a:pt x="37442" y="12229"/>
                      <a:pt x="37442" y="21170"/>
                    </a:cubicBezTo>
                    <a:lnTo>
                      <a:pt x="37442" y="21170"/>
                    </a:lnTo>
                    <a:cubicBezTo>
                      <a:pt x="37442" y="30112"/>
                      <a:pt x="30194" y="37361"/>
                      <a:pt x="21252" y="37361"/>
                    </a:cubicBezTo>
                    <a:cubicBezTo>
                      <a:pt x="12310" y="37361"/>
                      <a:pt x="5062" y="30112"/>
                      <a:pt x="5062" y="21170"/>
                    </a:cubicBezTo>
                    <a:cubicBezTo>
                      <a:pt x="5062" y="12229"/>
                      <a:pt x="12310" y="4980"/>
                      <a:pt x="21252" y="4980"/>
                    </a:cubicBezTo>
                    <a:close/>
                    <a:moveTo>
                      <a:pt x="21252" y="180"/>
                    </a:moveTo>
                    <a:cubicBezTo>
                      <a:pt x="9659" y="180"/>
                      <a:pt x="261" y="9578"/>
                      <a:pt x="261" y="21170"/>
                    </a:cubicBezTo>
                    <a:cubicBezTo>
                      <a:pt x="261" y="32763"/>
                      <a:pt x="9659" y="42161"/>
                      <a:pt x="21252" y="42161"/>
                    </a:cubicBezTo>
                    <a:cubicBezTo>
                      <a:pt x="32844" y="42161"/>
                      <a:pt x="42242" y="32763"/>
                      <a:pt x="42242" y="21170"/>
                    </a:cubicBezTo>
                    <a:lnTo>
                      <a:pt x="42242" y="21170"/>
                    </a:lnTo>
                    <a:cubicBezTo>
                      <a:pt x="42242" y="9578"/>
                      <a:pt x="32844" y="180"/>
                      <a:pt x="21252" y="180"/>
                    </a:cubicBezTo>
                    <a:close/>
                  </a:path>
                </a:pathLst>
              </a:custGeom>
              <a:solidFill>
                <a:srgbClr val="000000"/>
              </a:solidFill>
              <a:ln w="4794" cap="sq">
                <a:noFill/>
                <a:prstDash val="solid"/>
                <a:round/>
              </a:ln>
            </p:spPr>
            <p:txBody>
              <a:bodyPr rtlCol="0" anchor="ctr"/>
              <a:lstStyle/>
              <a:p>
                <a:endParaRPr lang="en-US"/>
              </a:p>
            </p:txBody>
          </p:sp>
          <p:sp>
            <p:nvSpPr>
              <p:cNvPr id="1886" name="Freeform: Shape 1885">
                <a:extLst>
                  <a:ext uri="{FF2B5EF4-FFF2-40B4-BE49-F238E27FC236}">
                    <a16:creationId xmlns:a16="http://schemas.microsoft.com/office/drawing/2014/main" id="{F3078282-DAA7-95CC-0C90-768796290B84}"/>
                  </a:ext>
                </a:extLst>
              </p:cNvPr>
              <p:cNvSpPr/>
              <p:nvPr/>
            </p:nvSpPr>
            <p:spPr>
              <a:xfrm>
                <a:off x="7648384" y="8052330"/>
                <a:ext cx="37180" cy="37180"/>
              </a:xfrm>
              <a:custGeom>
                <a:avLst/>
                <a:gdLst>
                  <a:gd name="connsiteX0" fmla="*/ 37433 w 37180"/>
                  <a:gd name="connsiteY0" fmla="*/ 18773 h 37180"/>
                  <a:gd name="connsiteX1" fmla="*/ 18843 w 37180"/>
                  <a:gd name="connsiteY1" fmla="*/ 37363 h 37180"/>
                  <a:gd name="connsiteX2" fmla="*/ 252 w 37180"/>
                  <a:gd name="connsiteY2" fmla="*/ 18773 h 37180"/>
                  <a:gd name="connsiteX3" fmla="*/ 18843 w 37180"/>
                  <a:gd name="connsiteY3" fmla="*/ 182 h 37180"/>
                  <a:gd name="connsiteX4" fmla="*/ 37433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3"/>
                    </a:moveTo>
                    <a:cubicBezTo>
                      <a:pt x="37433" y="29040"/>
                      <a:pt x="29110" y="37363"/>
                      <a:pt x="18843" y="37363"/>
                    </a:cubicBezTo>
                    <a:cubicBezTo>
                      <a:pt x="8575" y="37363"/>
                      <a:pt x="252" y="29040"/>
                      <a:pt x="252" y="18773"/>
                    </a:cubicBezTo>
                    <a:cubicBezTo>
                      <a:pt x="252" y="8505"/>
                      <a:pt x="8575" y="182"/>
                      <a:pt x="18843" y="182"/>
                    </a:cubicBezTo>
                    <a:cubicBezTo>
                      <a:pt x="29110" y="182"/>
                      <a:pt x="37433" y="8505"/>
                      <a:pt x="37433" y="18773"/>
                    </a:cubicBezTo>
                    <a:close/>
                  </a:path>
                </a:pathLst>
              </a:custGeom>
              <a:solidFill>
                <a:srgbClr val="F1F7F1"/>
              </a:solidFill>
              <a:ln w="5753" cap="sq">
                <a:noFill/>
                <a:prstDash val="solid"/>
                <a:miter/>
              </a:ln>
            </p:spPr>
            <p:txBody>
              <a:bodyPr rtlCol="0" anchor="ctr"/>
              <a:lstStyle/>
              <a:p>
                <a:endParaRPr lang="en-US"/>
              </a:p>
            </p:txBody>
          </p:sp>
          <p:sp>
            <p:nvSpPr>
              <p:cNvPr id="1887" name="Freeform: Shape 1886">
                <a:extLst>
                  <a:ext uri="{FF2B5EF4-FFF2-40B4-BE49-F238E27FC236}">
                    <a16:creationId xmlns:a16="http://schemas.microsoft.com/office/drawing/2014/main" id="{60D07A23-34A5-AFB5-3F84-39DF49AE71C0}"/>
                  </a:ext>
                </a:extLst>
              </p:cNvPr>
              <p:cNvSpPr/>
              <p:nvPr/>
            </p:nvSpPr>
            <p:spPr>
              <a:xfrm>
                <a:off x="7645983" y="8049930"/>
                <a:ext cx="41981" cy="41981"/>
              </a:xfrm>
              <a:custGeom>
                <a:avLst/>
                <a:gdLst>
                  <a:gd name="connsiteX0" fmla="*/ 21243 w 41981"/>
                  <a:gd name="connsiteY0" fmla="*/ 4983 h 41981"/>
                  <a:gd name="connsiteX1" fmla="*/ 37433 w 41981"/>
                  <a:gd name="connsiteY1" fmla="*/ 21173 h 41981"/>
                  <a:gd name="connsiteX2" fmla="*/ 37433 w 41981"/>
                  <a:gd name="connsiteY2" fmla="*/ 21173 h 41981"/>
                  <a:gd name="connsiteX3" fmla="*/ 21243 w 41981"/>
                  <a:gd name="connsiteY3" fmla="*/ 37363 h 41981"/>
                  <a:gd name="connsiteX4" fmla="*/ 5053 w 41981"/>
                  <a:gd name="connsiteY4" fmla="*/ 21173 h 41981"/>
                  <a:gd name="connsiteX5" fmla="*/ 21243 w 41981"/>
                  <a:gd name="connsiteY5" fmla="*/ 4983 h 41981"/>
                  <a:gd name="connsiteX6" fmla="*/ 21243 w 41981"/>
                  <a:gd name="connsiteY6" fmla="*/ 182 h 41981"/>
                  <a:gd name="connsiteX7" fmla="*/ 252 w 41981"/>
                  <a:gd name="connsiteY7" fmla="*/ 21173 h 41981"/>
                  <a:gd name="connsiteX8" fmla="*/ 21243 w 41981"/>
                  <a:gd name="connsiteY8" fmla="*/ 42163 h 41981"/>
                  <a:gd name="connsiteX9" fmla="*/ 42233 w 41981"/>
                  <a:gd name="connsiteY9" fmla="*/ 21173 h 41981"/>
                  <a:gd name="connsiteX10" fmla="*/ 42233 w 41981"/>
                  <a:gd name="connsiteY10" fmla="*/ 21173 h 41981"/>
                  <a:gd name="connsiteX11" fmla="*/ 2124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3"/>
                    </a:moveTo>
                    <a:cubicBezTo>
                      <a:pt x="30185" y="4983"/>
                      <a:pt x="37433" y="12231"/>
                      <a:pt x="37433" y="21173"/>
                    </a:cubicBezTo>
                    <a:lnTo>
                      <a:pt x="37433" y="21173"/>
                    </a:lnTo>
                    <a:cubicBezTo>
                      <a:pt x="37433" y="30115"/>
                      <a:pt x="30185" y="37363"/>
                      <a:pt x="21243" y="37363"/>
                    </a:cubicBezTo>
                    <a:cubicBezTo>
                      <a:pt x="12301" y="37363"/>
                      <a:pt x="5053" y="30115"/>
                      <a:pt x="5053" y="21173"/>
                    </a:cubicBezTo>
                    <a:cubicBezTo>
                      <a:pt x="5053" y="12231"/>
                      <a:pt x="12301" y="4983"/>
                      <a:pt x="21243" y="4983"/>
                    </a:cubicBezTo>
                    <a:close/>
                    <a:moveTo>
                      <a:pt x="21243" y="182"/>
                    </a:moveTo>
                    <a:cubicBezTo>
                      <a:pt x="9650" y="182"/>
                      <a:pt x="252" y="9580"/>
                      <a:pt x="252" y="21173"/>
                    </a:cubicBezTo>
                    <a:cubicBezTo>
                      <a:pt x="252" y="32765"/>
                      <a:pt x="9650" y="42163"/>
                      <a:pt x="21243" y="42163"/>
                    </a:cubicBezTo>
                    <a:cubicBezTo>
                      <a:pt x="32835" y="42163"/>
                      <a:pt x="42233" y="32765"/>
                      <a:pt x="42233" y="21173"/>
                    </a:cubicBezTo>
                    <a:lnTo>
                      <a:pt x="42233" y="21173"/>
                    </a:lnTo>
                    <a:cubicBezTo>
                      <a:pt x="42233" y="9580"/>
                      <a:pt x="32835" y="182"/>
                      <a:pt x="21243" y="182"/>
                    </a:cubicBezTo>
                    <a:close/>
                  </a:path>
                </a:pathLst>
              </a:custGeom>
              <a:solidFill>
                <a:srgbClr val="000000"/>
              </a:solidFill>
              <a:ln w="4794" cap="sq">
                <a:noFill/>
                <a:prstDash val="solid"/>
                <a:round/>
              </a:ln>
            </p:spPr>
            <p:txBody>
              <a:bodyPr rtlCol="0" anchor="ctr"/>
              <a:lstStyle/>
              <a:p>
                <a:endParaRPr lang="en-US"/>
              </a:p>
            </p:txBody>
          </p:sp>
          <p:sp>
            <p:nvSpPr>
              <p:cNvPr id="1888" name="Freeform: Shape 1887">
                <a:extLst>
                  <a:ext uri="{FF2B5EF4-FFF2-40B4-BE49-F238E27FC236}">
                    <a16:creationId xmlns:a16="http://schemas.microsoft.com/office/drawing/2014/main" id="{FF434D97-AA22-CB8E-B3DA-0ADC329DEF06}"/>
                  </a:ext>
                </a:extLst>
              </p:cNvPr>
              <p:cNvSpPr/>
              <p:nvPr/>
            </p:nvSpPr>
            <p:spPr>
              <a:xfrm>
                <a:off x="7693231" y="8044329"/>
                <a:ext cx="37180" cy="37180"/>
              </a:xfrm>
              <a:custGeom>
                <a:avLst/>
                <a:gdLst>
                  <a:gd name="connsiteX0" fmla="*/ 37441 w 37180"/>
                  <a:gd name="connsiteY0" fmla="*/ 18771 h 37180"/>
                  <a:gd name="connsiteX1" fmla="*/ 18850 w 37180"/>
                  <a:gd name="connsiteY1" fmla="*/ 37362 h 37180"/>
                  <a:gd name="connsiteX2" fmla="*/ 260 w 37180"/>
                  <a:gd name="connsiteY2" fmla="*/ 18771 h 37180"/>
                  <a:gd name="connsiteX3" fmla="*/ 18850 w 37180"/>
                  <a:gd name="connsiteY3" fmla="*/ 181 h 37180"/>
                  <a:gd name="connsiteX4" fmla="*/ 37441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1"/>
                    </a:moveTo>
                    <a:cubicBezTo>
                      <a:pt x="37441" y="29038"/>
                      <a:pt x="29118" y="37362"/>
                      <a:pt x="18850" y="37362"/>
                    </a:cubicBezTo>
                    <a:cubicBezTo>
                      <a:pt x="8583" y="37362"/>
                      <a:pt x="260" y="29038"/>
                      <a:pt x="260" y="18771"/>
                    </a:cubicBezTo>
                    <a:cubicBezTo>
                      <a:pt x="260" y="8504"/>
                      <a:pt x="8583" y="181"/>
                      <a:pt x="18850" y="181"/>
                    </a:cubicBezTo>
                    <a:cubicBezTo>
                      <a:pt x="29118" y="181"/>
                      <a:pt x="37441" y="8504"/>
                      <a:pt x="37441" y="18771"/>
                    </a:cubicBezTo>
                    <a:close/>
                  </a:path>
                </a:pathLst>
              </a:custGeom>
              <a:solidFill>
                <a:srgbClr val="E7F7E7"/>
              </a:solidFill>
              <a:ln w="5753" cap="sq">
                <a:noFill/>
                <a:prstDash val="solid"/>
                <a:miter/>
              </a:ln>
            </p:spPr>
            <p:txBody>
              <a:bodyPr rtlCol="0" anchor="ctr"/>
              <a:lstStyle/>
              <a:p>
                <a:endParaRPr lang="en-US"/>
              </a:p>
            </p:txBody>
          </p:sp>
          <p:sp>
            <p:nvSpPr>
              <p:cNvPr id="1889" name="Freeform: Shape 1888">
                <a:extLst>
                  <a:ext uri="{FF2B5EF4-FFF2-40B4-BE49-F238E27FC236}">
                    <a16:creationId xmlns:a16="http://schemas.microsoft.com/office/drawing/2014/main" id="{72D2D72F-E369-8559-F2E7-A1BC529F274C}"/>
                  </a:ext>
                </a:extLst>
              </p:cNvPr>
              <p:cNvSpPr/>
              <p:nvPr/>
            </p:nvSpPr>
            <p:spPr>
              <a:xfrm>
                <a:off x="7690831" y="8041929"/>
                <a:ext cx="41981" cy="41981"/>
              </a:xfrm>
              <a:custGeom>
                <a:avLst/>
                <a:gdLst>
                  <a:gd name="connsiteX0" fmla="*/ 21251 w 41981"/>
                  <a:gd name="connsiteY0" fmla="*/ 4981 h 41981"/>
                  <a:gd name="connsiteX1" fmla="*/ 37441 w 41981"/>
                  <a:gd name="connsiteY1" fmla="*/ 21171 h 41981"/>
                  <a:gd name="connsiteX2" fmla="*/ 37441 w 41981"/>
                  <a:gd name="connsiteY2" fmla="*/ 21171 h 41981"/>
                  <a:gd name="connsiteX3" fmla="*/ 21251 w 41981"/>
                  <a:gd name="connsiteY3" fmla="*/ 37362 h 41981"/>
                  <a:gd name="connsiteX4" fmla="*/ 5060 w 41981"/>
                  <a:gd name="connsiteY4" fmla="*/ 21171 h 41981"/>
                  <a:gd name="connsiteX5" fmla="*/ 21251 w 41981"/>
                  <a:gd name="connsiteY5" fmla="*/ 4981 h 41981"/>
                  <a:gd name="connsiteX6" fmla="*/ 21251 w 41981"/>
                  <a:gd name="connsiteY6" fmla="*/ 181 h 41981"/>
                  <a:gd name="connsiteX7" fmla="*/ 260 w 41981"/>
                  <a:gd name="connsiteY7" fmla="*/ 21171 h 41981"/>
                  <a:gd name="connsiteX8" fmla="*/ 21251 w 41981"/>
                  <a:gd name="connsiteY8" fmla="*/ 42162 h 41981"/>
                  <a:gd name="connsiteX9" fmla="*/ 42241 w 41981"/>
                  <a:gd name="connsiteY9" fmla="*/ 21171 h 41981"/>
                  <a:gd name="connsiteX10" fmla="*/ 42241 w 41981"/>
                  <a:gd name="connsiteY10" fmla="*/ 21171 h 41981"/>
                  <a:gd name="connsiteX11" fmla="*/ 21251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1"/>
                    </a:moveTo>
                    <a:cubicBezTo>
                      <a:pt x="30192" y="4981"/>
                      <a:pt x="37441" y="12230"/>
                      <a:pt x="37441" y="21171"/>
                    </a:cubicBezTo>
                    <a:lnTo>
                      <a:pt x="37441" y="21171"/>
                    </a:lnTo>
                    <a:cubicBezTo>
                      <a:pt x="37441" y="30113"/>
                      <a:pt x="30192" y="37362"/>
                      <a:pt x="21251" y="37362"/>
                    </a:cubicBezTo>
                    <a:cubicBezTo>
                      <a:pt x="12309" y="37362"/>
                      <a:pt x="5060" y="30113"/>
                      <a:pt x="5060" y="21171"/>
                    </a:cubicBezTo>
                    <a:cubicBezTo>
                      <a:pt x="5060" y="12230"/>
                      <a:pt x="12309" y="4981"/>
                      <a:pt x="21251" y="4981"/>
                    </a:cubicBezTo>
                    <a:close/>
                    <a:moveTo>
                      <a:pt x="21251" y="181"/>
                    </a:moveTo>
                    <a:cubicBezTo>
                      <a:pt x="9658" y="181"/>
                      <a:pt x="260" y="9579"/>
                      <a:pt x="260" y="21171"/>
                    </a:cubicBezTo>
                    <a:cubicBezTo>
                      <a:pt x="260" y="32764"/>
                      <a:pt x="9658" y="42162"/>
                      <a:pt x="21251" y="42162"/>
                    </a:cubicBezTo>
                    <a:cubicBezTo>
                      <a:pt x="32843" y="42162"/>
                      <a:pt x="42241" y="32764"/>
                      <a:pt x="42241" y="21171"/>
                    </a:cubicBezTo>
                    <a:lnTo>
                      <a:pt x="42241" y="21171"/>
                    </a:lnTo>
                    <a:cubicBezTo>
                      <a:pt x="42241" y="9579"/>
                      <a:pt x="32843" y="181"/>
                      <a:pt x="21251" y="181"/>
                    </a:cubicBezTo>
                    <a:close/>
                  </a:path>
                </a:pathLst>
              </a:custGeom>
              <a:solidFill>
                <a:srgbClr val="000000"/>
              </a:solidFill>
              <a:ln w="4794" cap="sq">
                <a:noFill/>
                <a:prstDash val="solid"/>
                <a:round/>
              </a:ln>
            </p:spPr>
            <p:txBody>
              <a:bodyPr rtlCol="0" anchor="ctr"/>
              <a:lstStyle/>
              <a:p>
                <a:endParaRPr lang="en-US"/>
              </a:p>
            </p:txBody>
          </p:sp>
          <p:sp>
            <p:nvSpPr>
              <p:cNvPr id="1890" name="Freeform: Shape 1889">
                <a:extLst>
                  <a:ext uri="{FF2B5EF4-FFF2-40B4-BE49-F238E27FC236}">
                    <a16:creationId xmlns:a16="http://schemas.microsoft.com/office/drawing/2014/main" id="{6B39081D-56D8-48F2-4FF8-9A7F75305EEB}"/>
                  </a:ext>
                </a:extLst>
              </p:cNvPr>
              <p:cNvSpPr/>
              <p:nvPr/>
            </p:nvSpPr>
            <p:spPr>
              <a:xfrm>
                <a:off x="7687298" y="8030258"/>
                <a:ext cx="37180" cy="37180"/>
              </a:xfrm>
              <a:custGeom>
                <a:avLst/>
                <a:gdLst>
                  <a:gd name="connsiteX0" fmla="*/ 37440 w 37180"/>
                  <a:gd name="connsiteY0" fmla="*/ 18769 h 37180"/>
                  <a:gd name="connsiteX1" fmla="*/ 18849 w 37180"/>
                  <a:gd name="connsiteY1" fmla="*/ 37359 h 37180"/>
                  <a:gd name="connsiteX2" fmla="*/ 259 w 37180"/>
                  <a:gd name="connsiteY2" fmla="*/ 18769 h 37180"/>
                  <a:gd name="connsiteX3" fmla="*/ 18849 w 37180"/>
                  <a:gd name="connsiteY3" fmla="*/ 178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7" y="37359"/>
                      <a:pt x="18849" y="37359"/>
                    </a:cubicBezTo>
                    <a:cubicBezTo>
                      <a:pt x="8582" y="37359"/>
                      <a:pt x="259" y="29036"/>
                      <a:pt x="259" y="18769"/>
                    </a:cubicBezTo>
                    <a:cubicBezTo>
                      <a:pt x="259" y="8502"/>
                      <a:pt x="8582" y="178"/>
                      <a:pt x="18849" y="178"/>
                    </a:cubicBezTo>
                    <a:cubicBezTo>
                      <a:pt x="29117" y="178"/>
                      <a:pt x="37440" y="8502"/>
                      <a:pt x="37440" y="18769"/>
                    </a:cubicBezTo>
                    <a:close/>
                  </a:path>
                </a:pathLst>
              </a:custGeom>
              <a:solidFill>
                <a:srgbClr val="F7F4F4"/>
              </a:solidFill>
              <a:ln w="5753" cap="sq">
                <a:noFill/>
                <a:prstDash val="solid"/>
                <a:miter/>
              </a:ln>
            </p:spPr>
            <p:txBody>
              <a:bodyPr rtlCol="0" anchor="ctr"/>
              <a:lstStyle/>
              <a:p>
                <a:endParaRPr lang="en-US"/>
              </a:p>
            </p:txBody>
          </p:sp>
          <p:sp>
            <p:nvSpPr>
              <p:cNvPr id="1891" name="Freeform: Shape 1890">
                <a:extLst>
                  <a:ext uri="{FF2B5EF4-FFF2-40B4-BE49-F238E27FC236}">
                    <a16:creationId xmlns:a16="http://schemas.microsoft.com/office/drawing/2014/main" id="{0A6FC1D5-AC04-7C8F-BC76-9E350BDFEA95}"/>
                  </a:ext>
                </a:extLst>
              </p:cNvPr>
              <p:cNvSpPr/>
              <p:nvPr/>
            </p:nvSpPr>
            <p:spPr>
              <a:xfrm>
                <a:off x="7684898" y="8027858"/>
                <a:ext cx="41981" cy="41981"/>
              </a:xfrm>
              <a:custGeom>
                <a:avLst/>
                <a:gdLst>
                  <a:gd name="connsiteX0" fmla="*/ 21250 w 41981"/>
                  <a:gd name="connsiteY0" fmla="*/ 4979 h 41981"/>
                  <a:gd name="connsiteX1" fmla="*/ 37440 w 41981"/>
                  <a:gd name="connsiteY1" fmla="*/ 21169 h 41981"/>
                  <a:gd name="connsiteX2" fmla="*/ 37440 w 41981"/>
                  <a:gd name="connsiteY2" fmla="*/ 21169 h 41981"/>
                  <a:gd name="connsiteX3" fmla="*/ 21250 w 41981"/>
                  <a:gd name="connsiteY3" fmla="*/ 37359 h 41981"/>
                  <a:gd name="connsiteX4" fmla="*/ 5059 w 41981"/>
                  <a:gd name="connsiteY4" fmla="*/ 21169 h 41981"/>
                  <a:gd name="connsiteX5" fmla="*/ 21250 w 41981"/>
                  <a:gd name="connsiteY5" fmla="*/ 4979 h 41981"/>
                  <a:gd name="connsiteX6" fmla="*/ 21250 w 41981"/>
                  <a:gd name="connsiteY6" fmla="*/ 178 h 41981"/>
                  <a:gd name="connsiteX7" fmla="*/ 259 w 41981"/>
                  <a:gd name="connsiteY7" fmla="*/ 21169 h 41981"/>
                  <a:gd name="connsiteX8" fmla="*/ 21250 w 41981"/>
                  <a:gd name="connsiteY8" fmla="*/ 42160 h 41981"/>
                  <a:gd name="connsiteX9" fmla="*/ 42240 w 41981"/>
                  <a:gd name="connsiteY9" fmla="*/ 21169 h 41981"/>
                  <a:gd name="connsiteX10" fmla="*/ 42240 w 41981"/>
                  <a:gd name="connsiteY10" fmla="*/ 21169 h 41981"/>
                  <a:gd name="connsiteX11" fmla="*/ 2125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9"/>
                    </a:moveTo>
                    <a:cubicBezTo>
                      <a:pt x="30191" y="4979"/>
                      <a:pt x="37440" y="12227"/>
                      <a:pt x="37440" y="21169"/>
                    </a:cubicBezTo>
                    <a:lnTo>
                      <a:pt x="37440" y="21169"/>
                    </a:lnTo>
                    <a:cubicBezTo>
                      <a:pt x="37440" y="30111"/>
                      <a:pt x="30191" y="37359"/>
                      <a:pt x="21250" y="37359"/>
                    </a:cubicBezTo>
                    <a:cubicBezTo>
                      <a:pt x="12308" y="37359"/>
                      <a:pt x="5059" y="30111"/>
                      <a:pt x="5059" y="21169"/>
                    </a:cubicBezTo>
                    <a:cubicBezTo>
                      <a:pt x="5059" y="12227"/>
                      <a:pt x="12308" y="4979"/>
                      <a:pt x="21250" y="4979"/>
                    </a:cubicBezTo>
                    <a:close/>
                    <a:moveTo>
                      <a:pt x="21250" y="178"/>
                    </a:moveTo>
                    <a:cubicBezTo>
                      <a:pt x="9657" y="178"/>
                      <a:pt x="259" y="9576"/>
                      <a:pt x="259" y="21169"/>
                    </a:cubicBezTo>
                    <a:cubicBezTo>
                      <a:pt x="259" y="32762"/>
                      <a:pt x="9657" y="42160"/>
                      <a:pt x="21250" y="42160"/>
                    </a:cubicBezTo>
                    <a:cubicBezTo>
                      <a:pt x="32842" y="42160"/>
                      <a:pt x="42240" y="32762"/>
                      <a:pt x="42240" y="21169"/>
                    </a:cubicBezTo>
                    <a:lnTo>
                      <a:pt x="42240" y="21169"/>
                    </a:lnTo>
                    <a:cubicBezTo>
                      <a:pt x="42240" y="9576"/>
                      <a:pt x="32842" y="178"/>
                      <a:pt x="21250" y="178"/>
                    </a:cubicBezTo>
                    <a:close/>
                  </a:path>
                </a:pathLst>
              </a:custGeom>
              <a:solidFill>
                <a:srgbClr val="000000"/>
              </a:solidFill>
              <a:ln w="4794" cap="sq">
                <a:noFill/>
                <a:prstDash val="solid"/>
                <a:round/>
              </a:ln>
            </p:spPr>
            <p:txBody>
              <a:bodyPr rtlCol="0" anchor="ctr"/>
              <a:lstStyle/>
              <a:p>
                <a:endParaRPr lang="en-US"/>
              </a:p>
            </p:txBody>
          </p:sp>
          <p:sp>
            <p:nvSpPr>
              <p:cNvPr id="1892" name="Freeform: Shape 1891">
                <a:extLst>
                  <a:ext uri="{FF2B5EF4-FFF2-40B4-BE49-F238E27FC236}">
                    <a16:creationId xmlns:a16="http://schemas.microsoft.com/office/drawing/2014/main" id="{41A6841C-3A89-6950-855E-A54F2C073C93}"/>
                  </a:ext>
                </a:extLst>
              </p:cNvPr>
              <p:cNvSpPr/>
              <p:nvPr/>
            </p:nvSpPr>
            <p:spPr>
              <a:xfrm>
                <a:off x="7648896" y="8066966"/>
                <a:ext cx="37180" cy="37180"/>
              </a:xfrm>
              <a:custGeom>
                <a:avLst/>
                <a:gdLst>
                  <a:gd name="connsiteX0" fmla="*/ 37433 w 37180"/>
                  <a:gd name="connsiteY0" fmla="*/ 18775 h 37180"/>
                  <a:gd name="connsiteX1" fmla="*/ 18843 w 37180"/>
                  <a:gd name="connsiteY1" fmla="*/ 37366 h 37180"/>
                  <a:gd name="connsiteX2" fmla="*/ 252 w 37180"/>
                  <a:gd name="connsiteY2" fmla="*/ 18775 h 37180"/>
                  <a:gd name="connsiteX3" fmla="*/ 18843 w 37180"/>
                  <a:gd name="connsiteY3" fmla="*/ 185 h 37180"/>
                  <a:gd name="connsiteX4" fmla="*/ 37433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5"/>
                    </a:moveTo>
                    <a:cubicBezTo>
                      <a:pt x="37433" y="29042"/>
                      <a:pt x="29110" y="37366"/>
                      <a:pt x="18843" y="37366"/>
                    </a:cubicBezTo>
                    <a:cubicBezTo>
                      <a:pt x="8575" y="37366"/>
                      <a:pt x="252" y="29042"/>
                      <a:pt x="252" y="18775"/>
                    </a:cubicBezTo>
                    <a:cubicBezTo>
                      <a:pt x="252" y="8508"/>
                      <a:pt x="8575" y="185"/>
                      <a:pt x="18843" y="185"/>
                    </a:cubicBezTo>
                    <a:cubicBezTo>
                      <a:pt x="29110" y="185"/>
                      <a:pt x="37433" y="8508"/>
                      <a:pt x="37433" y="18775"/>
                    </a:cubicBezTo>
                    <a:close/>
                  </a:path>
                </a:pathLst>
              </a:custGeom>
              <a:solidFill>
                <a:srgbClr val="E4F7E4"/>
              </a:solidFill>
              <a:ln w="5753" cap="sq">
                <a:noFill/>
                <a:prstDash val="solid"/>
                <a:miter/>
              </a:ln>
            </p:spPr>
            <p:txBody>
              <a:bodyPr rtlCol="0" anchor="ctr"/>
              <a:lstStyle/>
              <a:p>
                <a:endParaRPr lang="en-US"/>
              </a:p>
            </p:txBody>
          </p:sp>
          <p:sp>
            <p:nvSpPr>
              <p:cNvPr id="1893" name="Freeform: Shape 1892">
                <a:extLst>
                  <a:ext uri="{FF2B5EF4-FFF2-40B4-BE49-F238E27FC236}">
                    <a16:creationId xmlns:a16="http://schemas.microsoft.com/office/drawing/2014/main" id="{E478EE93-2227-CDF3-6E4C-DCF4A82216C3}"/>
                  </a:ext>
                </a:extLst>
              </p:cNvPr>
              <p:cNvSpPr/>
              <p:nvPr/>
            </p:nvSpPr>
            <p:spPr>
              <a:xfrm>
                <a:off x="7646496" y="8064566"/>
                <a:ext cx="41981" cy="41981"/>
              </a:xfrm>
              <a:custGeom>
                <a:avLst/>
                <a:gdLst>
                  <a:gd name="connsiteX0" fmla="*/ 21243 w 41981"/>
                  <a:gd name="connsiteY0" fmla="*/ 4985 h 41981"/>
                  <a:gd name="connsiteX1" fmla="*/ 37433 w 41981"/>
                  <a:gd name="connsiteY1" fmla="*/ 21175 h 41981"/>
                  <a:gd name="connsiteX2" fmla="*/ 37433 w 41981"/>
                  <a:gd name="connsiteY2" fmla="*/ 21175 h 41981"/>
                  <a:gd name="connsiteX3" fmla="*/ 21243 w 41981"/>
                  <a:gd name="connsiteY3" fmla="*/ 37366 h 41981"/>
                  <a:gd name="connsiteX4" fmla="*/ 5053 w 41981"/>
                  <a:gd name="connsiteY4" fmla="*/ 21175 h 41981"/>
                  <a:gd name="connsiteX5" fmla="*/ 21243 w 41981"/>
                  <a:gd name="connsiteY5" fmla="*/ 4985 h 41981"/>
                  <a:gd name="connsiteX6" fmla="*/ 21243 w 41981"/>
                  <a:gd name="connsiteY6" fmla="*/ 185 h 41981"/>
                  <a:gd name="connsiteX7" fmla="*/ 252 w 41981"/>
                  <a:gd name="connsiteY7" fmla="*/ 21175 h 41981"/>
                  <a:gd name="connsiteX8" fmla="*/ 21243 w 41981"/>
                  <a:gd name="connsiteY8" fmla="*/ 42166 h 41981"/>
                  <a:gd name="connsiteX9" fmla="*/ 42233 w 41981"/>
                  <a:gd name="connsiteY9" fmla="*/ 21175 h 41981"/>
                  <a:gd name="connsiteX10" fmla="*/ 42233 w 41981"/>
                  <a:gd name="connsiteY10" fmla="*/ 21175 h 41981"/>
                  <a:gd name="connsiteX11" fmla="*/ 21243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5"/>
                    </a:moveTo>
                    <a:cubicBezTo>
                      <a:pt x="30185" y="4985"/>
                      <a:pt x="37433" y="12234"/>
                      <a:pt x="37433" y="21175"/>
                    </a:cubicBezTo>
                    <a:lnTo>
                      <a:pt x="37433" y="21175"/>
                    </a:lnTo>
                    <a:cubicBezTo>
                      <a:pt x="37433" y="30117"/>
                      <a:pt x="30185" y="37366"/>
                      <a:pt x="21243" y="37366"/>
                    </a:cubicBezTo>
                    <a:cubicBezTo>
                      <a:pt x="12301" y="37366"/>
                      <a:pt x="5053" y="30117"/>
                      <a:pt x="5053" y="21175"/>
                    </a:cubicBezTo>
                    <a:cubicBezTo>
                      <a:pt x="5053" y="12234"/>
                      <a:pt x="12301" y="4985"/>
                      <a:pt x="21243" y="4985"/>
                    </a:cubicBezTo>
                    <a:close/>
                    <a:moveTo>
                      <a:pt x="21243" y="185"/>
                    </a:moveTo>
                    <a:cubicBezTo>
                      <a:pt x="9650" y="185"/>
                      <a:pt x="252" y="9583"/>
                      <a:pt x="252" y="21175"/>
                    </a:cubicBezTo>
                    <a:cubicBezTo>
                      <a:pt x="252" y="32768"/>
                      <a:pt x="9650" y="42166"/>
                      <a:pt x="21243" y="42166"/>
                    </a:cubicBezTo>
                    <a:cubicBezTo>
                      <a:pt x="32835" y="42166"/>
                      <a:pt x="42233" y="32768"/>
                      <a:pt x="42233" y="21175"/>
                    </a:cubicBezTo>
                    <a:lnTo>
                      <a:pt x="42233" y="21175"/>
                    </a:lnTo>
                    <a:cubicBezTo>
                      <a:pt x="42233" y="9583"/>
                      <a:pt x="32835" y="185"/>
                      <a:pt x="21243" y="185"/>
                    </a:cubicBezTo>
                    <a:close/>
                  </a:path>
                </a:pathLst>
              </a:custGeom>
              <a:solidFill>
                <a:srgbClr val="000000"/>
              </a:solidFill>
              <a:ln w="4794" cap="sq">
                <a:noFill/>
                <a:prstDash val="solid"/>
                <a:round/>
              </a:ln>
            </p:spPr>
            <p:txBody>
              <a:bodyPr rtlCol="0" anchor="ctr"/>
              <a:lstStyle/>
              <a:p>
                <a:endParaRPr lang="en-US"/>
              </a:p>
            </p:txBody>
          </p:sp>
          <p:sp>
            <p:nvSpPr>
              <p:cNvPr id="1894" name="Freeform: Shape 1893">
                <a:extLst>
                  <a:ext uri="{FF2B5EF4-FFF2-40B4-BE49-F238E27FC236}">
                    <a16:creationId xmlns:a16="http://schemas.microsoft.com/office/drawing/2014/main" id="{625069B0-F29B-F37F-2B51-8BA12713F6A7}"/>
                  </a:ext>
                </a:extLst>
              </p:cNvPr>
              <p:cNvSpPr/>
              <p:nvPr/>
            </p:nvSpPr>
            <p:spPr>
              <a:xfrm>
                <a:off x="7712014" y="8058908"/>
                <a:ext cx="37180" cy="37180"/>
              </a:xfrm>
              <a:custGeom>
                <a:avLst/>
                <a:gdLst>
                  <a:gd name="connsiteX0" fmla="*/ 37444 w 37180"/>
                  <a:gd name="connsiteY0" fmla="*/ 18774 h 37180"/>
                  <a:gd name="connsiteX1" fmla="*/ 18854 w 37180"/>
                  <a:gd name="connsiteY1" fmla="*/ 37364 h 37180"/>
                  <a:gd name="connsiteX2" fmla="*/ 263 w 37180"/>
                  <a:gd name="connsiteY2" fmla="*/ 18774 h 37180"/>
                  <a:gd name="connsiteX3" fmla="*/ 18854 w 37180"/>
                  <a:gd name="connsiteY3" fmla="*/ 183 h 37180"/>
                  <a:gd name="connsiteX4" fmla="*/ 37444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4"/>
                    </a:moveTo>
                    <a:cubicBezTo>
                      <a:pt x="37444" y="29041"/>
                      <a:pt x="29121" y="37364"/>
                      <a:pt x="18854" y="37364"/>
                    </a:cubicBezTo>
                    <a:cubicBezTo>
                      <a:pt x="8586" y="37364"/>
                      <a:pt x="263" y="29041"/>
                      <a:pt x="263" y="18774"/>
                    </a:cubicBezTo>
                    <a:cubicBezTo>
                      <a:pt x="263" y="8507"/>
                      <a:pt x="8586" y="183"/>
                      <a:pt x="18854" y="183"/>
                    </a:cubicBezTo>
                    <a:cubicBezTo>
                      <a:pt x="29121" y="183"/>
                      <a:pt x="37444" y="8507"/>
                      <a:pt x="37444" y="18774"/>
                    </a:cubicBezTo>
                    <a:close/>
                  </a:path>
                </a:pathLst>
              </a:custGeom>
              <a:solidFill>
                <a:srgbClr val="F4F7F4"/>
              </a:solidFill>
              <a:ln w="5753" cap="sq">
                <a:noFill/>
                <a:prstDash val="solid"/>
                <a:miter/>
              </a:ln>
            </p:spPr>
            <p:txBody>
              <a:bodyPr rtlCol="0" anchor="ctr"/>
              <a:lstStyle/>
              <a:p>
                <a:endParaRPr lang="en-US"/>
              </a:p>
            </p:txBody>
          </p:sp>
          <p:sp>
            <p:nvSpPr>
              <p:cNvPr id="1895" name="Freeform: Shape 1894">
                <a:extLst>
                  <a:ext uri="{FF2B5EF4-FFF2-40B4-BE49-F238E27FC236}">
                    <a16:creationId xmlns:a16="http://schemas.microsoft.com/office/drawing/2014/main" id="{3CD3EC66-493C-34EC-F54B-39AAD9CEECB7}"/>
                  </a:ext>
                </a:extLst>
              </p:cNvPr>
              <p:cNvSpPr/>
              <p:nvPr/>
            </p:nvSpPr>
            <p:spPr>
              <a:xfrm>
                <a:off x="7709614" y="8056508"/>
                <a:ext cx="41981" cy="41981"/>
              </a:xfrm>
              <a:custGeom>
                <a:avLst/>
                <a:gdLst>
                  <a:gd name="connsiteX0" fmla="*/ 21254 w 41981"/>
                  <a:gd name="connsiteY0" fmla="*/ 4984 h 41981"/>
                  <a:gd name="connsiteX1" fmla="*/ 37444 w 41981"/>
                  <a:gd name="connsiteY1" fmla="*/ 21174 h 41981"/>
                  <a:gd name="connsiteX2" fmla="*/ 37444 w 41981"/>
                  <a:gd name="connsiteY2" fmla="*/ 21174 h 41981"/>
                  <a:gd name="connsiteX3" fmla="*/ 21254 w 41981"/>
                  <a:gd name="connsiteY3" fmla="*/ 37364 h 41981"/>
                  <a:gd name="connsiteX4" fmla="*/ 5064 w 41981"/>
                  <a:gd name="connsiteY4" fmla="*/ 21174 h 41981"/>
                  <a:gd name="connsiteX5" fmla="*/ 21254 w 41981"/>
                  <a:gd name="connsiteY5" fmla="*/ 4984 h 41981"/>
                  <a:gd name="connsiteX6" fmla="*/ 21254 w 41981"/>
                  <a:gd name="connsiteY6" fmla="*/ 183 h 41981"/>
                  <a:gd name="connsiteX7" fmla="*/ 263 w 41981"/>
                  <a:gd name="connsiteY7" fmla="*/ 21174 h 41981"/>
                  <a:gd name="connsiteX8" fmla="*/ 21254 w 41981"/>
                  <a:gd name="connsiteY8" fmla="*/ 42165 h 41981"/>
                  <a:gd name="connsiteX9" fmla="*/ 42244 w 41981"/>
                  <a:gd name="connsiteY9" fmla="*/ 21174 h 41981"/>
                  <a:gd name="connsiteX10" fmla="*/ 42244 w 41981"/>
                  <a:gd name="connsiteY10" fmla="*/ 21174 h 41981"/>
                  <a:gd name="connsiteX11" fmla="*/ 21254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4"/>
                    </a:moveTo>
                    <a:cubicBezTo>
                      <a:pt x="30196" y="4984"/>
                      <a:pt x="37444" y="12232"/>
                      <a:pt x="37444" y="21174"/>
                    </a:cubicBezTo>
                    <a:lnTo>
                      <a:pt x="37444" y="21174"/>
                    </a:lnTo>
                    <a:cubicBezTo>
                      <a:pt x="37444" y="30116"/>
                      <a:pt x="30196" y="37364"/>
                      <a:pt x="21254" y="37364"/>
                    </a:cubicBezTo>
                    <a:cubicBezTo>
                      <a:pt x="12312" y="37364"/>
                      <a:pt x="5064" y="30116"/>
                      <a:pt x="5064" y="21174"/>
                    </a:cubicBezTo>
                    <a:cubicBezTo>
                      <a:pt x="5064" y="12232"/>
                      <a:pt x="12312" y="4984"/>
                      <a:pt x="21254" y="4984"/>
                    </a:cubicBezTo>
                    <a:close/>
                    <a:moveTo>
                      <a:pt x="21254" y="183"/>
                    </a:moveTo>
                    <a:cubicBezTo>
                      <a:pt x="9661" y="183"/>
                      <a:pt x="263" y="9581"/>
                      <a:pt x="263" y="21174"/>
                    </a:cubicBezTo>
                    <a:cubicBezTo>
                      <a:pt x="263" y="32767"/>
                      <a:pt x="9661" y="42165"/>
                      <a:pt x="21254" y="42165"/>
                    </a:cubicBezTo>
                    <a:cubicBezTo>
                      <a:pt x="32846" y="42165"/>
                      <a:pt x="42244" y="32767"/>
                      <a:pt x="42244" y="21174"/>
                    </a:cubicBezTo>
                    <a:lnTo>
                      <a:pt x="42244" y="21174"/>
                    </a:lnTo>
                    <a:cubicBezTo>
                      <a:pt x="42244" y="9581"/>
                      <a:pt x="32846" y="183"/>
                      <a:pt x="21254" y="183"/>
                    </a:cubicBezTo>
                    <a:close/>
                  </a:path>
                </a:pathLst>
              </a:custGeom>
              <a:solidFill>
                <a:srgbClr val="000000"/>
              </a:solidFill>
              <a:ln w="4794" cap="sq">
                <a:noFill/>
                <a:prstDash val="solid"/>
                <a:round/>
              </a:ln>
            </p:spPr>
            <p:txBody>
              <a:bodyPr rtlCol="0" anchor="ctr"/>
              <a:lstStyle/>
              <a:p>
                <a:endParaRPr lang="en-US"/>
              </a:p>
            </p:txBody>
          </p:sp>
          <p:sp>
            <p:nvSpPr>
              <p:cNvPr id="1896" name="Freeform: Shape 1895">
                <a:extLst>
                  <a:ext uri="{FF2B5EF4-FFF2-40B4-BE49-F238E27FC236}">
                    <a16:creationId xmlns:a16="http://schemas.microsoft.com/office/drawing/2014/main" id="{4BC869D8-90F3-2CBE-DFCB-F7B77EE19165}"/>
                  </a:ext>
                </a:extLst>
              </p:cNvPr>
              <p:cNvSpPr/>
              <p:nvPr/>
            </p:nvSpPr>
            <p:spPr>
              <a:xfrm>
                <a:off x="7676533" y="8038546"/>
                <a:ext cx="37180" cy="37180"/>
              </a:xfrm>
              <a:custGeom>
                <a:avLst/>
                <a:gdLst>
                  <a:gd name="connsiteX0" fmla="*/ 37438 w 37180"/>
                  <a:gd name="connsiteY0" fmla="*/ 18770 h 37180"/>
                  <a:gd name="connsiteX1" fmla="*/ 18847 w 37180"/>
                  <a:gd name="connsiteY1" fmla="*/ 37361 h 37180"/>
                  <a:gd name="connsiteX2" fmla="*/ 257 w 37180"/>
                  <a:gd name="connsiteY2" fmla="*/ 18770 h 37180"/>
                  <a:gd name="connsiteX3" fmla="*/ 18847 w 37180"/>
                  <a:gd name="connsiteY3" fmla="*/ 180 h 37180"/>
                  <a:gd name="connsiteX4" fmla="*/ 3743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0"/>
                    </a:moveTo>
                    <a:cubicBezTo>
                      <a:pt x="37438" y="29037"/>
                      <a:pt x="29115" y="37361"/>
                      <a:pt x="18847" y="37361"/>
                    </a:cubicBezTo>
                    <a:cubicBezTo>
                      <a:pt x="8580" y="37361"/>
                      <a:pt x="257" y="29037"/>
                      <a:pt x="257" y="18770"/>
                    </a:cubicBezTo>
                    <a:cubicBezTo>
                      <a:pt x="257" y="8503"/>
                      <a:pt x="8580" y="180"/>
                      <a:pt x="18847" y="180"/>
                    </a:cubicBezTo>
                    <a:cubicBezTo>
                      <a:pt x="29115" y="180"/>
                      <a:pt x="37438" y="8503"/>
                      <a:pt x="37438" y="18770"/>
                    </a:cubicBezTo>
                    <a:close/>
                  </a:path>
                </a:pathLst>
              </a:custGeom>
              <a:solidFill>
                <a:srgbClr val="F6F7F6"/>
              </a:solidFill>
              <a:ln w="5753" cap="sq">
                <a:noFill/>
                <a:prstDash val="solid"/>
                <a:miter/>
              </a:ln>
            </p:spPr>
            <p:txBody>
              <a:bodyPr rtlCol="0" anchor="ctr"/>
              <a:lstStyle/>
              <a:p>
                <a:endParaRPr lang="en-US"/>
              </a:p>
            </p:txBody>
          </p:sp>
          <p:sp>
            <p:nvSpPr>
              <p:cNvPr id="1897" name="Freeform: Shape 1896">
                <a:extLst>
                  <a:ext uri="{FF2B5EF4-FFF2-40B4-BE49-F238E27FC236}">
                    <a16:creationId xmlns:a16="http://schemas.microsoft.com/office/drawing/2014/main" id="{A727CEFB-D939-0E3B-F04F-44731E3CE7C3}"/>
                  </a:ext>
                </a:extLst>
              </p:cNvPr>
              <p:cNvSpPr/>
              <p:nvPr/>
            </p:nvSpPr>
            <p:spPr>
              <a:xfrm>
                <a:off x="7674133" y="8036146"/>
                <a:ext cx="41981" cy="41981"/>
              </a:xfrm>
              <a:custGeom>
                <a:avLst/>
                <a:gdLst>
                  <a:gd name="connsiteX0" fmla="*/ 21248 w 41981"/>
                  <a:gd name="connsiteY0" fmla="*/ 4980 h 41981"/>
                  <a:gd name="connsiteX1" fmla="*/ 37438 w 41981"/>
                  <a:gd name="connsiteY1" fmla="*/ 21170 h 41981"/>
                  <a:gd name="connsiteX2" fmla="*/ 37438 w 41981"/>
                  <a:gd name="connsiteY2" fmla="*/ 21170 h 41981"/>
                  <a:gd name="connsiteX3" fmla="*/ 21248 w 41981"/>
                  <a:gd name="connsiteY3" fmla="*/ 37361 h 41981"/>
                  <a:gd name="connsiteX4" fmla="*/ 5057 w 41981"/>
                  <a:gd name="connsiteY4" fmla="*/ 21170 h 41981"/>
                  <a:gd name="connsiteX5" fmla="*/ 21248 w 41981"/>
                  <a:gd name="connsiteY5" fmla="*/ 4980 h 41981"/>
                  <a:gd name="connsiteX6" fmla="*/ 21248 w 41981"/>
                  <a:gd name="connsiteY6" fmla="*/ 180 h 41981"/>
                  <a:gd name="connsiteX7" fmla="*/ 257 w 41981"/>
                  <a:gd name="connsiteY7" fmla="*/ 21170 h 41981"/>
                  <a:gd name="connsiteX8" fmla="*/ 21248 w 41981"/>
                  <a:gd name="connsiteY8" fmla="*/ 42161 h 41981"/>
                  <a:gd name="connsiteX9" fmla="*/ 42238 w 41981"/>
                  <a:gd name="connsiteY9" fmla="*/ 21170 h 41981"/>
                  <a:gd name="connsiteX10" fmla="*/ 42238 w 41981"/>
                  <a:gd name="connsiteY10" fmla="*/ 21170 h 41981"/>
                  <a:gd name="connsiteX11" fmla="*/ 2124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0"/>
                    </a:moveTo>
                    <a:cubicBezTo>
                      <a:pt x="30189" y="4980"/>
                      <a:pt x="37438" y="12229"/>
                      <a:pt x="37438" y="21170"/>
                    </a:cubicBezTo>
                    <a:lnTo>
                      <a:pt x="37438" y="21170"/>
                    </a:lnTo>
                    <a:cubicBezTo>
                      <a:pt x="37438" y="30112"/>
                      <a:pt x="30189" y="37361"/>
                      <a:pt x="21248" y="37361"/>
                    </a:cubicBezTo>
                    <a:cubicBezTo>
                      <a:pt x="12306" y="37361"/>
                      <a:pt x="5057" y="30112"/>
                      <a:pt x="5057" y="21170"/>
                    </a:cubicBezTo>
                    <a:cubicBezTo>
                      <a:pt x="5057" y="12229"/>
                      <a:pt x="12306" y="4980"/>
                      <a:pt x="21248" y="4980"/>
                    </a:cubicBezTo>
                    <a:close/>
                    <a:moveTo>
                      <a:pt x="21248" y="180"/>
                    </a:moveTo>
                    <a:cubicBezTo>
                      <a:pt x="9655" y="180"/>
                      <a:pt x="257" y="9578"/>
                      <a:pt x="257" y="21170"/>
                    </a:cubicBezTo>
                    <a:cubicBezTo>
                      <a:pt x="257" y="32763"/>
                      <a:pt x="9655" y="42161"/>
                      <a:pt x="21248" y="42161"/>
                    </a:cubicBezTo>
                    <a:cubicBezTo>
                      <a:pt x="32840" y="42161"/>
                      <a:pt x="42238" y="32763"/>
                      <a:pt x="42238" y="21170"/>
                    </a:cubicBezTo>
                    <a:lnTo>
                      <a:pt x="42238" y="21170"/>
                    </a:lnTo>
                    <a:cubicBezTo>
                      <a:pt x="42238" y="9578"/>
                      <a:pt x="32840" y="180"/>
                      <a:pt x="21248" y="180"/>
                    </a:cubicBezTo>
                    <a:close/>
                  </a:path>
                </a:pathLst>
              </a:custGeom>
              <a:solidFill>
                <a:srgbClr val="000000"/>
              </a:solidFill>
              <a:ln w="4794" cap="sq">
                <a:noFill/>
                <a:prstDash val="solid"/>
                <a:round/>
              </a:ln>
            </p:spPr>
            <p:txBody>
              <a:bodyPr rtlCol="0" anchor="ctr"/>
              <a:lstStyle/>
              <a:p>
                <a:endParaRPr lang="en-US"/>
              </a:p>
            </p:txBody>
          </p:sp>
          <p:sp>
            <p:nvSpPr>
              <p:cNvPr id="1898" name="Freeform: Shape 1897">
                <a:extLst>
                  <a:ext uri="{FF2B5EF4-FFF2-40B4-BE49-F238E27FC236}">
                    <a16:creationId xmlns:a16="http://schemas.microsoft.com/office/drawing/2014/main" id="{9812C0DB-104D-EABE-DD0E-FB9FA56160EF}"/>
                  </a:ext>
                </a:extLst>
              </p:cNvPr>
              <p:cNvSpPr/>
              <p:nvPr/>
            </p:nvSpPr>
            <p:spPr>
              <a:xfrm>
                <a:off x="7633500" y="8028576"/>
                <a:ext cx="37180" cy="37180"/>
              </a:xfrm>
              <a:custGeom>
                <a:avLst/>
                <a:gdLst>
                  <a:gd name="connsiteX0" fmla="*/ 37430 w 37180"/>
                  <a:gd name="connsiteY0" fmla="*/ 18768 h 37180"/>
                  <a:gd name="connsiteX1" fmla="*/ 18840 w 37180"/>
                  <a:gd name="connsiteY1" fmla="*/ 37359 h 37180"/>
                  <a:gd name="connsiteX2" fmla="*/ 250 w 37180"/>
                  <a:gd name="connsiteY2" fmla="*/ 18768 h 37180"/>
                  <a:gd name="connsiteX3" fmla="*/ 18840 w 37180"/>
                  <a:gd name="connsiteY3" fmla="*/ 178 h 37180"/>
                  <a:gd name="connsiteX4" fmla="*/ 3743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8"/>
                    </a:moveTo>
                    <a:cubicBezTo>
                      <a:pt x="37430" y="29036"/>
                      <a:pt x="29107" y="37359"/>
                      <a:pt x="18840" y="37359"/>
                    </a:cubicBezTo>
                    <a:cubicBezTo>
                      <a:pt x="8573" y="37359"/>
                      <a:pt x="250" y="29036"/>
                      <a:pt x="250" y="18768"/>
                    </a:cubicBezTo>
                    <a:cubicBezTo>
                      <a:pt x="250" y="8501"/>
                      <a:pt x="8573" y="178"/>
                      <a:pt x="18840" y="178"/>
                    </a:cubicBezTo>
                    <a:cubicBezTo>
                      <a:pt x="29107" y="178"/>
                      <a:pt x="37430" y="8501"/>
                      <a:pt x="37430" y="18768"/>
                    </a:cubicBezTo>
                    <a:close/>
                  </a:path>
                </a:pathLst>
              </a:custGeom>
              <a:solidFill>
                <a:srgbClr val="F7F2F2"/>
              </a:solidFill>
              <a:ln w="5753" cap="sq">
                <a:noFill/>
                <a:prstDash val="solid"/>
                <a:miter/>
              </a:ln>
            </p:spPr>
            <p:txBody>
              <a:bodyPr rtlCol="0" anchor="ctr"/>
              <a:lstStyle/>
              <a:p>
                <a:endParaRPr lang="en-US"/>
              </a:p>
            </p:txBody>
          </p:sp>
          <p:sp>
            <p:nvSpPr>
              <p:cNvPr id="1899" name="Freeform: Shape 1898">
                <a:extLst>
                  <a:ext uri="{FF2B5EF4-FFF2-40B4-BE49-F238E27FC236}">
                    <a16:creationId xmlns:a16="http://schemas.microsoft.com/office/drawing/2014/main" id="{FC559C2A-CB4C-B34E-9CF3-F115CF612743}"/>
                  </a:ext>
                </a:extLst>
              </p:cNvPr>
              <p:cNvSpPr/>
              <p:nvPr/>
            </p:nvSpPr>
            <p:spPr>
              <a:xfrm>
                <a:off x="7631100" y="8026176"/>
                <a:ext cx="41981" cy="41981"/>
              </a:xfrm>
              <a:custGeom>
                <a:avLst/>
                <a:gdLst>
                  <a:gd name="connsiteX0" fmla="*/ 21240 w 41981"/>
                  <a:gd name="connsiteY0" fmla="*/ 4978 h 41981"/>
                  <a:gd name="connsiteX1" fmla="*/ 37430 w 41981"/>
                  <a:gd name="connsiteY1" fmla="*/ 21169 h 41981"/>
                  <a:gd name="connsiteX2" fmla="*/ 37430 w 41981"/>
                  <a:gd name="connsiteY2" fmla="*/ 21169 h 41981"/>
                  <a:gd name="connsiteX3" fmla="*/ 21240 w 41981"/>
                  <a:gd name="connsiteY3" fmla="*/ 37359 h 41981"/>
                  <a:gd name="connsiteX4" fmla="*/ 5050 w 41981"/>
                  <a:gd name="connsiteY4" fmla="*/ 21169 h 41981"/>
                  <a:gd name="connsiteX5" fmla="*/ 21240 w 41981"/>
                  <a:gd name="connsiteY5" fmla="*/ 4978 h 41981"/>
                  <a:gd name="connsiteX6" fmla="*/ 21240 w 41981"/>
                  <a:gd name="connsiteY6" fmla="*/ 178 h 41981"/>
                  <a:gd name="connsiteX7" fmla="*/ 250 w 41981"/>
                  <a:gd name="connsiteY7" fmla="*/ 21169 h 41981"/>
                  <a:gd name="connsiteX8" fmla="*/ 21240 w 41981"/>
                  <a:gd name="connsiteY8" fmla="*/ 42159 h 41981"/>
                  <a:gd name="connsiteX9" fmla="*/ 42231 w 41981"/>
                  <a:gd name="connsiteY9" fmla="*/ 21169 h 41981"/>
                  <a:gd name="connsiteX10" fmla="*/ 42231 w 41981"/>
                  <a:gd name="connsiteY10" fmla="*/ 21169 h 41981"/>
                  <a:gd name="connsiteX11" fmla="*/ 2124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8"/>
                    </a:moveTo>
                    <a:cubicBezTo>
                      <a:pt x="30182" y="4978"/>
                      <a:pt x="37430" y="12227"/>
                      <a:pt x="37430" y="21169"/>
                    </a:cubicBezTo>
                    <a:lnTo>
                      <a:pt x="37430" y="21169"/>
                    </a:lnTo>
                    <a:cubicBezTo>
                      <a:pt x="37430" y="30111"/>
                      <a:pt x="30182" y="37359"/>
                      <a:pt x="21240" y="37359"/>
                    </a:cubicBezTo>
                    <a:cubicBezTo>
                      <a:pt x="12298" y="37359"/>
                      <a:pt x="5050" y="30111"/>
                      <a:pt x="5050" y="21169"/>
                    </a:cubicBezTo>
                    <a:cubicBezTo>
                      <a:pt x="5050" y="12227"/>
                      <a:pt x="12298" y="4978"/>
                      <a:pt x="21240" y="4978"/>
                    </a:cubicBezTo>
                    <a:close/>
                    <a:moveTo>
                      <a:pt x="21240" y="178"/>
                    </a:moveTo>
                    <a:cubicBezTo>
                      <a:pt x="9648" y="178"/>
                      <a:pt x="250" y="9576"/>
                      <a:pt x="250" y="21169"/>
                    </a:cubicBezTo>
                    <a:cubicBezTo>
                      <a:pt x="250" y="32761"/>
                      <a:pt x="9648" y="42159"/>
                      <a:pt x="21240" y="42159"/>
                    </a:cubicBezTo>
                    <a:cubicBezTo>
                      <a:pt x="32833" y="42159"/>
                      <a:pt x="42231" y="32761"/>
                      <a:pt x="42231" y="21169"/>
                    </a:cubicBezTo>
                    <a:lnTo>
                      <a:pt x="42231" y="21169"/>
                    </a:lnTo>
                    <a:cubicBezTo>
                      <a:pt x="42231" y="9576"/>
                      <a:pt x="32833" y="178"/>
                      <a:pt x="21240" y="178"/>
                    </a:cubicBezTo>
                    <a:close/>
                  </a:path>
                </a:pathLst>
              </a:custGeom>
              <a:solidFill>
                <a:srgbClr val="000000"/>
              </a:solidFill>
              <a:ln w="4794" cap="sq">
                <a:noFill/>
                <a:prstDash val="solid"/>
                <a:round/>
              </a:ln>
            </p:spPr>
            <p:txBody>
              <a:bodyPr rtlCol="0" anchor="ctr"/>
              <a:lstStyle/>
              <a:p>
                <a:endParaRPr lang="en-US"/>
              </a:p>
            </p:txBody>
          </p:sp>
          <p:sp>
            <p:nvSpPr>
              <p:cNvPr id="1900" name="Freeform: Shape 1899">
                <a:extLst>
                  <a:ext uri="{FF2B5EF4-FFF2-40B4-BE49-F238E27FC236}">
                    <a16:creationId xmlns:a16="http://schemas.microsoft.com/office/drawing/2014/main" id="{8FDE58B2-6F88-8AFD-8BF3-EA16454420D0}"/>
                  </a:ext>
                </a:extLst>
              </p:cNvPr>
              <p:cNvSpPr/>
              <p:nvPr/>
            </p:nvSpPr>
            <p:spPr>
              <a:xfrm>
                <a:off x="7890177" y="8031876"/>
                <a:ext cx="37180" cy="37180"/>
              </a:xfrm>
              <a:custGeom>
                <a:avLst/>
                <a:gdLst>
                  <a:gd name="connsiteX0" fmla="*/ 37475 w 37180"/>
                  <a:gd name="connsiteY0" fmla="*/ 18769 h 37180"/>
                  <a:gd name="connsiteX1" fmla="*/ 18885 w 37180"/>
                  <a:gd name="connsiteY1" fmla="*/ 37359 h 37180"/>
                  <a:gd name="connsiteX2" fmla="*/ 294 w 37180"/>
                  <a:gd name="connsiteY2" fmla="*/ 18769 h 37180"/>
                  <a:gd name="connsiteX3" fmla="*/ 18885 w 37180"/>
                  <a:gd name="connsiteY3" fmla="*/ 179 h 37180"/>
                  <a:gd name="connsiteX4" fmla="*/ 3747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5" y="18769"/>
                    </a:moveTo>
                    <a:cubicBezTo>
                      <a:pt x="37475" y="29036"/>
                      <a:pt x="29152" y="37359"/>
                      <a:pt x="18885" y="37359"/>
                    </a:cubicBezTo>
                    <a:cubicBezTo>
                      <a:pt x="8617" y="37359"/>
                      <a:pt x="294" y="29036"/>
                      <a:pt x="294" y="18769"/>
                    </a:cubicBezTo>
                    <a:cubicBezTo>
                      <a:pt x="294" y="8502"/>
                      <a:pt x="8617" y="179"/>
                      <a:pt x="18885" y="179"/>
                    </a:cubicBezTo>
                    <a:cubicBezTo>
                      <a:pt x="29152" y="179"/>
                      <a:pt x="37475" y="8502"/>
                      <a:pt x="37475" y="18769"/>
                    </a:cubicBezTo>
                    <a:close/>
                  </a:path>
                </a:pathLst>
              </a:custGeom>
              <a:solidFill>
                <a:srgbClr val="98F798"/>
              </a:solidFill>
              <a:ln w="5753" cap="sq">
                <a:noFill/>
                <a:prstDash val="solid"/>
                <a:miter/>
              </a:ln>
            </p:spPr>
            <p:txBody>
              <a:bodyPr rtlCol="0" anchor="ctr"/>
              <a:lstStyle/>
              <a:p>
                <a:endParaRPr lang="en-US"/>
              </a:p>
            </p:txBody>
          </p:sp>
          <p:sp>
            <p:nvSpPr>
              <p:cNvPr id="1901" name="Freeform: Shape 1900">
                <a:extLst>
                  <a:ext uri="{FF2B5EF4-FFF2-40B4-BE49-F238E27FC236}">
                    <a16:creationId xmlns:a16="http://schemas.microsoft.com/office/drawing/2014/main" id="{0A0E6A34-9372-E292-2700-AAC6BC5BE68D}"/>
                  </a:ext>
                </a:extLst>
              </p:cNvPr>
              <p:cNvSpPr/>
              <p:nvPr/>
            </p:nvSpPr>
            <p:spPr>
              <a:xfrm>
                <a:off x="7887777" y="8029476"/>
                <a:ext cx="41981" cy="41981"/>
              </a:xfrm>
              <a:custGeom>
                <a:avLst/>
                <a:gdLst>
                  <a:gd name="connsiteX0" fmla="*/ 21285 w 41981"/>
                  <a:gd name="connsiteY0" fmla="*/ 4979 h 41981"/>
                  <a:gd name="connsiteX1" fmla="*/ 37475 w 41981"/>
                  <a:gd name="connsiteY1" fmla="*/ 21169 h 41981"/>
                  <a:gd name="connsiteX2" fmla="*/ 37475 w 41981"/>
                  <a:gd name="connsiteY2" fmla="*/ 21169 h 41981"/>
                  <a:gd name="connsiteX3" fmla="*/ 21285 w 41981"/>
                  <a:gd name="connsiteY3" fmla="*/ 37359 h 41981"/>
                  <a:gd name="connsiteX4" fmla="*/ 5095 w 41981"/>
                  <a:gd name="connsiteY4" fmla="*/ 21169 h 41981"/>
                  <a:gd name="connsiteX5" fmla="*/ 21285 w 41981"/>
                  <a:gd name="connsiteY5" fmla="*/ 4979 h 41981"/>
                  <a:gd name="connsiteX6" fmla="*/ 21285 w 41981"/>
                  <a:gd name="connsiteY6" fmla="*/ 179 h 41981"/>
                  <a:gd name="connsiteX7" fmla="*/ 294 w 41981"/>
                  <a:gd name="connsiteY7" fmla="*/ 21169 h 41981"/>
                  <a:gd name="connsiteX8" fmla="*/ 21285 w 41981"/>
                  <a:gd name="connsiteY8" fmla="*/ 42160 h 41981"/>
                  <a:gd name="connsiteX9" fmla="*/ 42275 w 41981"/>
                  <a:gd name="connsiteY9" fmla="*/ 21169 h 41981"/>
                  <a:gd name="connsiteX10" fmla="*/ 42275 w 41981"/>
                  <a:gd name="connsiteY10" fmla="*/ 21169 h 41981"/>
                  <a:gd name="connsiteX11" fmla="*/ 2128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79"/>
                    </a:moveTo>
                    <a:cubicBezTo>
                      <a:pt x="30227" y="4979"/>
                      <a:pt x="37475" y="12227"/>
                      <a:pt x="37475" y="21169"/>
                    </a:cubicBezTo>
                    <a:lnTo>
                      <a:pt x="37475" y="21169"/>
                    </a:lnTo>
                    <a:cubicBezTo>
                      <a:pt x="37475" y="30111"/>
                      <a:pt x="30227" y="37359"/>
                      <a:pt x="21285" y="37359"/>
                    </a:cubicBezTo>
                    <a:cubicBezTo>
                      <a:pt x="12343" y="37359"/>
                      <a:pt x="5095" y="30111"/>
                      <a:pt x="5095" y="21169"/>
                    </a:cubicBezTo>
                    <a:cubicBezTo>
                      <a:pt x="5095" y="12227"/>
                      <a:pt x="12343" y="4979"/>
                      <a:pt x="21285" y="4979"/>
                    </a:cubicBezTo>
                    <a:close/>
                    <a:moveTo>
                      <a:pt x="21285" y="179"/>
                    </a:moveTo>
                    <a:cubicBezTo>
                      <a:pt x="9692" y="179"/>
                      <a:pt x="294" y="9577"/>
                      <a:pt x="294" y="21169"/>
                    </a:cubicBezTo>
                    <a:cubicBezTo>
                      <a:pt x="294" y="32762"/>
                      <a:pt x="9692" y="42160"/>
                      <a:pt x="21285" y="42160"/>
                    </a:cubicBezTo>
                    <a:cubicBezTo>
                      <a:pt x="32877" y="42160"/>
                      <a:pt x="42275" y="32762"/>
                      <a:pt x="42275" y="21169"/>
                    </a:cubicBezTo>
                    <a:lnTo>
                      <a:pt x="42275" y="21169"/>
                    </a:lnTo>
                    <a:cubicBezTo>
                      <a:pt x="42275" y="9577"/>
                      <a:pt x="32877" y="179"/>
                      <a:pt x="21285" y="179"/>
                    </a:cubicBezTo>
                    <a:close/>
                  </a:path>
                </a:pathLst>
              </a:custGeom>
              <a:solidFill>
                <a:srgbClr val="000000"/>
              </a:solidFill>
              <a:ln w="4794" cap="sq">
                <a:noFill/>
                <a:prstDash val="solid"/>
                <a:round/>
              </a:ln>
            </p:spPr>
            <p:txBody>
              <a:bodyPr rtlCol="0" anchor="ctr"/>
              <a:lstStyle/>
              <a:p>
                <a:endParaRPr lang="en-US"/>
              </a:p>
            </p:txBody>
          </p:sp>
          <p:sp>
            <p:nvSpPr>
              <p:cNvPr id="1902" name="Freeform: Shape 1901">
                <a:extLst>
                  <a:ext uri="{FF2B5EF4-FFF2-40B4-BE49-F238E27FC236}">
                    <a16:creationId xmlns:a16="http://schemas.microsoft.com/office/drawing/2014/main" id="{3325B963-525E-7F7D-DEE9-B36457321F90}"/>
                  </a:ext>
                </a:extLst>
              </p:cNvPr>
              <p:cNvSpPr/>
              <p:nvPr/>
            </p:nvSpPr>
            <p:spPr>
              <a:xfrm>
                <a:off x="7661154" y="8033639"/>
                <a:ext cx="37180" cy="37180"/>
              </a:xfrm>
              <a:custGeom>
                <a:avLst/>
                <a:gdLst>
                  <a:gd name="connsiteX0" fmla="*/ 37435 w 37180"/>
                  <a:gd name="connsiteY0" fmla="*/ 18769 h 37180"/>
                  <a:gd name="connsiteX1" fmla="*/ 18845 w 37180"/>
                  <a:gd name="connsiteY1" fmla="*/ 37360 h 37180"/>
                  <a:gd name="connsiteX2" fmla="*/ 254 w 37180"/>
                  <a:gd name="connsiteY2" fmla="*/ 18769 h 37180"/>
                  <a:gd name="connsiteX3" fmla="*/ 18845 w 37180"/>
                  <a:gd name="connsiteY3" fmla="*/ 179 h 37180"/>
                  <a:gd name="connsiteX4" fmla="*/ 3743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9"/>
                    </a:moveTo>
                    <a:cubicBezTo>
                      <a:pt x="37435" y="29037"/>
                      <a:pt x="29112" y="37360"/>
                      <a:pt x="18845" y="37360"/>
                    </a:cubicBezTo>
                    <a:cubicBezTo>
                      <a:pt x="8578" y="37360"/>
                      <a:pt x="254" y="29037"/>
                      <a:pt x="254" y="18769"/>
                    </a:cubicBezTo>
                    <a:cubicBezTo>
                      <a:pt x="254" y="8502"/>
                      <a:pt x="8578" y="179"/>
                      <a:pt x="18845" y="179"/>
                    </a:cubicBezTo>
                    <a:cubicBezTo>
                      <a:pt x="29112" y="179"/>
                      <a:pt x="37435" y="8502"/>
                      <a:pt x="37435" y="18769"/>
                    </a:cubicBezTo>
                    <a:close/>
                  </a:path>
                </a:pathLst>
              </a:custGeom>
              <a:solidFill>
                <a:srgbClr val="DAF7DA"/>
              </a:solidFill>
              <a:ln w="5753" cap="sq">
                <a:noFill/>
                <a:prstDash val="solid"/>
                <a:miter/>
              </a:ln>
            </p:spPr>
            <p:txBody>
              <a:bodyPr rtlCol="0" anchor="ctr"/>
              <a:lstStyle/>
              <a:p>
                <a:endParaRPr lang="en-US"/>
              </a:p>
            </p:txBody>
          </p:sp>
          <p:sp>
            <p:nvSpPr>
              <p:cNvPr id="1903" name="Freeform: Shape 1902">
                <a:extLst>
                  <a:ext uri="{FF2B5EF4-FFF2-40B4-BE49-F238E27FC236}">
                    <a16:creationId xmlns:a16="http://schemas.microsoft.com/office/drawing/2014/main" id="{A3E4AEDC-80A4-2E37-7061-ABFB8009B16C}"/>
                  </a:ext>
                </a:extLst>
              </p:cNvPr>
              <p:cNvSpPr/>
              <p:nvPr/>
            </p:nvSpPr>
            <p:spPr>
              <a:xfrm>
                <a:off x="7658753" y="8031239"/>
                <a:ext cx="41981" cy="41981"/>
              </a:xfrm>
              <a:custGeom>
                <a:avLst/>
                <a:gdLst>
                  <a:gd name="connsiteX0" fmla="*/ 21245 w 41981"/>
                  <a:gd name="connsiteY0" fmla="*/ 4979 h 41981"/>
                  <a:gd name="connsiteX1" fmla="*/ 37435 w 41981"/>
                  <a:gd name="connsiteY1" fmla="*/ 21170 h 41981"/>
                  <a:gd name="connsiteX2" fmla="*/ 37435 w 41981"/>
                  <a:gd name="connsiteY2" fmla="*/ 21170 h 41981"/>
                  <a:gd name="connsiteX3" fmla="*/ 21245 w 41981"/>
                  <a:gd name="connsiteY3" fmla="*/ 37360 h 41981"/>
                  <a:gd name="connsiteX4" fmla="*/ 5055 w 41981"/>
                  <a:gd name="connsiteY4" fmla="*/ 21170 h 41981"/>
                  <a:gd name="connsiteX5" fmla="*/ 21245 w 41981"/>
                  <a:gd name="connsiteY5" fmla="*/ 4979 h 41981"/>
                  <a:gd name="connsiteX6" fmla="*/ 21245 w 41981"/>
                  <a:gd name="connsiteY6" fmla="*/ 179 h 41981"/>
                  <a:gd name="connsiteX7" fmla="*/ 254 w 41981"/>
                  <a:gd name="connsiteY7" fmla="*/ 21170 h 41981"/>
                  <a:gd name="connsiteX8" fmla="*/ 21245 w 41981"/>
                  <a:gd name="connsiteY8" fmla="*/ 42160 h 41981"/>
                  <a:gd name="connsiteX9" fmla="*/ 42236 w 41981"/>
                  <a:gd name="connsiteY9" fmla="*/ 21170 h 41981"/>
                  <a:gd name="connsiteX10" fmla="*/ 42236 w 41981"/>
                  <a:gd name="connsiteY10" fmla="*/ 21170 h 41981"/>
                  <a:gd name="connsiteX11" fmla="*/ 2124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9"/>
                    </a:moveTo>
                    <a:cubicBezTo>
                      <a:pt x="30187" y="4979"/>
                      <a:pt x="37435" y="12228"/>
                      <a:pt x="37435" y="21170"/>
                    </a:cubicBezTo>
                    <a:lnTo>
                      <a:pt x="37435" y="21170"/>
                    </a:lnTo>
                    <a:cubicBezTo>
                      <a:pt x="37435" y="30111"/>
                      <a:pt x="30187" y="37360"/>
                      <a:pt x="21245" y="37360"/>
                    </a:cubicBezTo>
                    <a:cubicBezTo>
                      <a:pt x="12303" y="37360"/>
                      <a:pt x="5055" y="30111"/>
                      <a:pt x="5055" y="21170"/>
                    </a:cubicBezTo>
                    <a:cubicBezTo>
                      <a:pt x="5055" y="12228"/>
                      <a:pt x="12303" y="4979"/>
                      <a:pt x="21245" y="4979"/>
                    </a:cubicBezTo>
                    <a:close/>
                    <a:moveTo>
                      <a:pt x="21245" y="179"/>
                    </a:moveTo>
                    <a:cubicBezTo>
                      <a:pt x="9652" y="179"/>
                      <a:pt x="254" y="9577"/>
                      <a:pt x="254" y="21170"/>
                    </a:cubicBezTo>
                    <a:cubicBezTo>
                      <a:pt x="254" y="32762"/>
                      <a:pt x="9652" y="42160"/>
                      <a:pt x="21245" y="42160"/>
                    </a:cubicBezTo>
                    <a:cubicBezTo>
                      <a:pt x="32838" y="42160"/>
                      <a:pt x="42236" y="32762"/>
                      <a:pt x="42236" y="21170"/>
                    </a:cubicBezTo>
                    <a:lnTo>
                      <a:pt x="42236" y="21170"/>
                    </a:lnTo>
                    <a:cubicBezTo>
                      <a:pt x="42236" y="9577"/>
                      <a:pt x="32838" y="179"/>
                      <a:pt x="21245" y="179"/>
                    </a:cubicBezTo>
                    <a:close/>
                  </a:path>
                </a:pathLst>
              </a:custGeom>
              <a:solidFill>
                <a:srgbClr val="000000"/>
              </a:solidFill>
              <a:ln w="4794" cap="sq">
                <a:noFill/>
                <a:prstDash val="solid"/>
                <a:round/>
              </a:ln>
            </p:spPr>
            <p:txBody>
              <a:bodyPr rtlCol="0" anchor="ctr"/>
              <a:lstStyle/>
              <a:p>
                <a:endParaRPr lang="en-US"/>
              </a:p>
            </p:txBody>
          </p:sp>
          <p:sp>
            <p:nvSpPr>
              <p:cNvPr id="1904" name="Freeform: Shape 1903">
                <a:extLst>
                  <a:ext uri="{FF2B5EF4-FFF2-40B4-BE49-F238E27FC236}">
                    <a16:creationId xmlns:a16="http://schemas.microsoft.com/office/drawing/2014/main" id="{1BE4CF00-075B-9D03-8DDA-5E57D458CB26}"/>
                  </a:ext>
                </a:extLst>
              </p:cNvPr>
              <p:cNvSpPr/>
              <p:nvPr/>
            </p:nvSpPr>
            <p:spPr>
              <a:xfrm>
                <a:off x="7978570" y="8083123"/>
                <a:ext cx="37180" cy="37180"/>
              </a:xfrm>
              <a:custGeom>
                <a:avLst/>
                <a:gdLst>
                  <a:gd name="connsiteX0" fmla="*/ 37490 w 37180"/>
                  <a:gd name="connsiteY0" fmla="*/ 18778 h 37180"/>
                  <a:gd name="connsiteX1" fmla="*/ 18900 w 37180"/>
                  <a:gd name="connsiteY1" fmla="*/ 37368 h 37180"/>
                  <a:gd name="connsiteX2" fmla="*/ 309 w 37180"/>
                  <a:gd name="connsiteY2" fmla="*/ 18778 h 37180"/>
                  <a:gd name="connsiteX3" fmla="*/ 18900 w 37180"/>
                  <a:gd name="connsiteY3" fmla="*/ 188 h 37180"/>
                  <a:gd name="connsiteX4" fmla="*/ 37490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0" y="18778"/>
                    </a:moveTo>
                    <a:cubicBezTo>
                      <a:pt x="37490" y="29045"/>
                      <a:pt x="29167" y="37368"/>
                      <a:pt x="18900" y="37368"/>
                    </a:cubicBezTo>
                    <a:cubicBezTo>
                      <a:pt x="8633" y="37368"/>
                      <a:pt x="309" y="29045"/>
                      <a:pt x="309" y="18778"/>
                    </a:cubicBezTo>
                    <a:cubicBezTo>
                      <a:pt x="309" y="8511"/>
                      <a:pt x="8633" y="188"/>
                      <a:pt x="18900" y="188"/>
                    </a:cubicBezTo>
                    <a:cubicBezTo>
                      <a:pt x="29167" y="188"/>
                      <a:pt x="37490" y="8511"/>
                      <a:pt x="37490" y="18778"/>
                    </a:cubicBezTo>
                    <a:close/>
                  </a:path>
                </a:pathLst>
              </a:custGeom>
              <a:solidFill>
                <a:srgbClr val="8FF78F"/>
              </a:solidFill>
              <a:ln w="5753" cap="sq">
                <a:noFill/>
                <a:prstDash val="solid"/>
                <a:miter/>
              </a:ln>
            </p:spPr>
            <p:txBody>
              <a:bodyPr rtlCol="0" anchor="ctr"/>
              <a:lstStyle/>
              <a:p>
                <a:endParaRPr lang="en-US"/>
              </a:p>
            </p:txBody>
          </p:sp>
          <p:sp>
            <p:nvSpPr>
              <p:cNvPr id="1905" name="Freeform: Shape 1904">
                <a:extLst>
                  <a:ext uri="{FF2B5EF4-FFF2-40B4-BE49-F238E27FC236}">
                    <a16:creationId xmlns:a16="http://schemas.microsoft.com/office/drawing/2014/main" id="{E3F2309F-6D87-0C35-EDFD-85E5D6FB029E}"/>
                  </a:ext>
                </a:extLst>
              </p:cNvPr>
              <p:cNvSpPr/>
              <p:nvPr/>
            </p:nvSpPr>
            <p:spPr>
              <a:xfrm>
                <a:off x="7976170" y="8080723"/>
                <a:ext cx="41981" cy="41981"/>
              </a:xfrm>
              <a:custGeom>
                <a:avLst/>
                <a:gdLst>
                  <a:gd name="connsiteX0" fmla="*/ 21300 w 41981"/>
                  <a:gd name="connsiteY0" fmla="*/ 4988 h 41981"/>
                  <a:gd name="connsiteX1" fmla="*/ 37490 w 41981"/>
                  <a:gd name="connsiteY1" fmla="*/ 21178 h 41981"/>
                  <a:gd name="connsiteX2" fmla="*/ 37490 w 41981"/>
                  <a:gd name="connsiteY2" fmla="*/ 21178 h 41981"/>
                  <a:gd name="connsiteX3" fmla="*/ 21300 w 41981"/>
                  <a:gd name="connsiteY3" fmla="*/ 37368 h 41981"/>
                  <a:gd name="connsiteX4" fmla="*/ 5110 w 41981"/>
                  <a:gd name="connsiteY4" fmla="*/ 21178 h 41981"/>
                  <a:gd name="connsiteX5" fmla="*/ 21300 w 41981"/>
                  <a:gd name="connsiteY5" fmla="*/ 4988 h 41981"/>
                  <a:gd name="connsiteX6" fmla="*/ 21300 w 41981"/>
                  <a:gd name="connsiteY6" fmla="*/ 188 h 41981"/>
                  <a:gd name="connsiteX7" fmla="*/ 309 w 41981"/>
                  <a:gd name="connsiteY7" fmla="*/ 21178 h 41981"/>
                  <a:gd name="connsiteX8" fmla="*/ 21300 w 41981"/>
                  <a:gd name="connsiteY8" fmla="*/ 42169 h 41981"/>
                  <a:gd name="connsiteX9" fmla="*/ 42291 w 41981"/>
                  <a:gd name="connsiteY9" fmla="*/ 21178 h 41981"/>
                  <a:gd name="connsiteX10" fmla="*/ 42291 w 41981"/>
                  <a:gd name="connsiteY10" fmla="*/ 21178 h 41981"/>
                  <a:gd name="connsiteX11" fmla="*/ 21300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0" y="4988"/>
                    </a:moveTo>
                    <a:cubicBezTo>
                      <a:pt x="30242" y="4988"/>
                      <a:pt x="37490" y="12236"/>
                      <a:pt x="37490" y="21178"/>
                    </a:cubicBezTo>
                    <a:lnTo>
                      <a:pt x="37490" y="21178"/>
                    </a:lnTo>
                    <a:cubicBezTo>
                      <a:pt x="37490" y="30120"/>
                      <a:pt x="30242" y="37368"/>
                      <a:pt x="21300" y="37368"/>
                    </a:cubicBezTo>
                    <a:cubicBezTo>
                      <a:pt x="12358" y="37368"/>
                      <a:pt x="5110" y="30120"/>
                      <a:pt x="5110" y="21178"/>
                    </a:cubicBezTo>
                    <a:cubicBezTo>
                      <a:pt x="5110" y="12236"/>
                      <a:pt x="12358" y="4988"/>
                      <a:pt x="21300" y="4988"/>
                    </a:cubicBezTo>
                    <a:close/>
                    <a:moveTo>
                      <a:pt x="21300" y="188"/>
                    </a:moveTo>
                    <a:cubicBezTo>
                      <a:pt x="9708" y="188"/>
                      <a:pt x="309" y="9586"/>
                      <a:pt x="309" y="21178"/>
                    </a:cubicBezTo>
                    <a:cubicBezTo>
                      <a:pt x="309" y="32771"/>
                      <a:pt x="9708" y="42169"/>
                      <a:pt x="21300" y="42169"/>
                    </a:cubicBezTo>
                    <a:cubicBezTo>
                      <a:pt x="32893" y="42169"/>
                      <a:pt x="42291" y="32771"/>
                      <a:pt x="42291" y="21178"/>
                    </a:cubicBezTo>
                    <a:lnTo>
                      <a:pt x="42291" y="21178"/>
                    </a:lnTo>
                    <a:cubicBezTo>
                      <a:pt x="42291" y="9586"/>
                      <a:pt x="32893" y="188"/>
                      <a:pt x="21300" y="188"/>
                    </a:cubicBezTo>
                    <a:close/>
                  </a:path>
                </a:pathLst>
              </a:custGeom>
              <a:solidFill>
                <a:srgbClr val="000000"/>
              </a:solidFill>
              <a:ln w="4794" cap="sq">
                <a:noFill/>
                <a:prstDash val="solid"/>
                <a:round/>
              </a:ln>
            </p:spPr>
            <p:txBody>
              <a:bodyPr rtlCol="0" anchor="ctr"/>
              <a:lstStyle/>
              <a:p>
                <a:endParaRPr lang="en-US"/>
              </a:p>
            </p:txBody>
          </p:sp>
          <p:sp>
            <p:nvSpPr>
              <p:cNvPr id="1906" name="Freeform: Shape 1905">
                <a:extLst>
                  <a:ext uri="{FF2B5EF4-FFF2-40B4-BE49-F238E27FC236}">
                    <a16:creationId xmlns:a16="http://schemas.microsoft.com/office/drawing/2014/main" id="{50A8C5B4-A75A-EC93-92B2-919A485F39B4}"/>
                  </a:ext>
                </a:extLst>
              </p:cNvPr>
              <p:cNvSpPr/>
              <p:nvPr/>
            </p:nvSpPr>
            <p:spPr>
              <a:xfrm>
                <a:off x="7756666" y="8051282"/>
                <a:ext cx="37180" cy="37180"/>
              </a:xfrm>
              <a:custGeom>
                <a:avLst/>
                <a:gdLst>
                  <a:gd name="connsiteX0" fmla="*/ 37452 w 37180"/>
                  <a:gd name="connsiteY0" fmla="*/ 18772 h 37180"/>
                  <a:gd name="connsiteX1" fmla="*/ 18861 w 37180"/>
                  <a:gd name="connsiteY1" fmla="*/ 37363 h 37180"/>
                  <a:gd name="connsiteX2" fmla="*/ 271 w 37180"/>
                  <a:gd name="connsiteY2" fmla="*/ 18772 h 37180"/>
                  <a:gd name="connsiteX3" fmla="*/ 18861 w 37180"/>
                  <a:gd name="connsiteY3" fmla="*/ 182 h 37180"/>
                  <a:gd name="connsiteX4" fmla="*/ 37452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72"/>
                    </a:moveTo>
                    <a:cubicBezTo>
                      <a:pt x="37452" y="29040"/>
                      <a:pt x="29129" y="37363"/>
                      <a:pt x="18861" y="37363"/>
                    </a:cubicBezTo>
                    <a:cubicBezTo>
                      <a:pt x="8594" y="37363"/>
                      <a:pt x="271" y="29040"/>
                      <a:pt x="271" y="18772"/>
                    </a:cubicBezTo>
                    <a:cubicBezTo>
                      <a:pt x="271" y="8505"/>
                      <a:pt x="8594" y="182"/>
                      <a:pt x="18861" y="182"/>
                    </a:cubicBezTo>
                    <a:cubicBezTo>
                      <a:pt x="29129" y="182"/>
                      <a:pt x="37452" y="8505"/>
                      <a:pt x="37452" y="18772"/>
                    </a:cubicBezTo>
                    <a:close/>
                  </a:path>
                </a:pathLst>
              </a:custGeom>
              <a:solidFill>
                <a:srgbClr val="F7ECEC"/>
              </a:solidFill>
              <a:ln w="5753" cap="sq">
                <a:noFill/>
                <a:prstDash val="solid"/>
                <a:miter/>
              </a:ln>
            </p:spPr>
            <p:txBody>
              <a:bodyPr rtlCol="0" anchor="ctr"/>
              <a:lstStyle/>
              <a:p>
                <a:endParaRPr lang="en-US"/>
              </a:p>
            </p:txBody>
          </p:sp>
          <p:sp>
            <p:nvSpPr>
              <p:cNvPr id="1907" name="Freeform: Shape 1906">
                <a:extLst>
                  <a:ext uri="{FF2B5EF4-FFF2-40B4-BE49-F238E27FC236}">
                    <a16:creationId xmlns:a16="http://schemas.microsoft.com/office/drawing/2014/main" id="{48EA3DFD-777D-A45B-18B7-CCF5AC6BEFB3}"/>
                  </a:ext>
                </a:extLst>
              </p:cNvPr>
              <p:cNvSpPr/>
              <p:nvPr/>
            </p:nvSpPr>
            <p:spPr>
              <a:xfrm>
                <a:off x="7754266" y="8048882"/>
                <a:ext cx="41981" cy="41981"/>
              </a:xfrm>
              <a:custGeom>
                <a:avLst/>
                <a:gdLst>
                  <a:gd name="connsiteX0" fmla="*/ 21262 w 41981"/>
                  <a:gd name="connsiteY0" fmla="*/ 4982 h 41981"/>
                  <a:gd name="connsiteX1" fmla="*/ 37452 w 41981"/>
                  <a:gd name="connsiteY1" fmla="*/ 21173 h 41981"/>
                  <a:gd name="connsiteX2" fmla="*/ 37452 w 41981"/>
                  <a:gd name="connsiteY2" fmla="*/ 21173 h 41981"/>
                  <a:gd name="connsiteX3" fmla="*/ 21262 w 41981"/>
                  <a:gd name="connsiteY3" fmla="*/ 37363 h 41981"/>
                  <a:gd name="connsiteX4" fmla="*/ 5071 w 41981"/>
                  <a:gd name="connsiteY4" fmla="*/ 21173 h 41981"/>
                  <a:gd name="connsiteX5" fmla="*/ 21262 w 41981"/>
                  <a:gd name="connsiteY5" fmla="*/ 4982 h 41981"/>
                  <a:gd name="connsiteX6" fmla="*/ 21262 w 41981"/>
                  <a:gd name="connsiteY6" fmla="*/ 182 h 41981"/>
                  <a:gd name="connsiteX7" fmla="*/ 271 w 41981"/>
                  <a:gd name="connsiteY7" fmla="*/ 21173 h 41981"/>
                  <a:gd name="connsiteX8" fmla="*/ 21262 w 41981"/>
                  <a:gd name="connsiteY8" fmla="*/ 42163 h 41981"/>
                  <a:gd name="connsiteX9" fmla="*/ 42252 w 41981"/>
                  <a:gd name="connsiteY9" fmla="*/ 21173 h 41981"/>
                  <a:gd name="connsiteX10" fmla="*/ 42252 w 41981"/>
                  <a:gd name="connsiteY10" fmla="*/ 21173 h 41981"/>
                  <a:gd name="connsiteX11" fmla="*/ 21262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82"/>
                    </a:moveTo>
                    <a:cubicBezTo>
                      <a:pt x="30203" y="4982"/>
                      <a:pt x="37452" y="12231"/>
                      <a:pt x="37452" y="21173"/>
                    </a:cubicBezTo>
                    <a:lnTo>
                      <a:pt x="37452" y="21173"/>
                    </a:lnTo>
                    <a:cubicBezTo>
                      <a:pt x="37452" y="30114"/>
                      <a:pt x="30203" y="37363"/>
                      <a:pt x="21262" y="37363"/>
                    </a:cubicBezTo>
                    <a:cubicBezTo>
                      <a:pt x="12320" y="37363"/>
                      <a:pt x="5071" y="30114"/>
                      <a:pt x="5071" y="21173"/>
                    </a:cubicBezTo>
                    <a:cubicBezTo>
                      <a:pt x="5071" y="12231"/>
                      <a:pt x="12320" y="4982"/>
                      <a:pt x="21262" y="4982"/>
                    </a:cubicBezTo>
                    <a:close/>
                    <a:moveTo>
                      <a:pt x="21262" y="182"/>
                    </a:moveTo>
                    <a:cubicBezTo>
                      <a:pt x="9669" y="182"/>
                      <a:pt x="271" y="9580"/>
                      <a:pt x="271" y="21173"/>
                    </a:cubicBezTo>
                    <a:cubicBezTo>
                      <a:pt x="271" y="32765"/>
                      <a:pt x="9669" y="42163"/>
                      <a:pt x="21262" y="42163"/>
                    </a:cubicBezTo>
                    <a:cubicBezTo>
                      <a:pt x="32854" y="42163"/>
                      <a:pt x="42252" y="32765"/>
                      <a:pt x="42252" y="21173"/>
                    </a:cubicBezTo>
                    <a:lnTo>
                      <a:pt x="42252" y="21173"/>
                    </a:lnTo>
                    <a:cubicBezTo>
                      <a:pt x="42252" y="9580"/>
                      <a:pt x="32854" y="182"/>
                      <a:pt x="21262" y="182"/>
                    </a:cubicBezTo>
                    <a:close/>
                  </a:path>
                </a:pathLst>
              </a:custGeom>
              <a:solidFill>
                <a:srgbClr val="000000"/>
              </a:solidFill>
              <a:ln w="4794" cap="sq">
                <a:noFill/>
                <a:prstDash val="solid"/>
                <a:round/>
              </a:ln>
            </p:spPr>
            <p:txBody>
              <a:bodyPr rtlCol="0" anchor="ctr"/>
              <a:lstStyle/>
              <a:p>
                <a:endParaRPr lang="en-US"/>
              </a:p>
            </p:txBody>
          </p:sp>
          <p:sp>
            <p:nvSpPr>
              <p:cNvPr id="1908" name="Freeform: Shape 1907">
                <a:extLst>
                  <a:ext uri="{FF2B5EF4-FFF2-40B4-BE49-F238E27FC236}">
                    <a16:creationId xmlns:a16="http://schemas.microsoft.com/office/drawing/2014/main" id="{FAD0E361-FD83-CB1B-A917-5BD7E3786435}"/>
                  </a:ext>
                </a:extLst>
              </p:cNvPr>
              <p:cNvSpPr/>
              <p:nvPr/>
            </p:nvSpPr>
            <p:spPr>
              <a:xfrm>
                <a:off x="7716634" y="8036536"/>
                <a:ext cx="37180" cy="37180"/>
              </a:xfrm>
              <a:custGeom>
                <a:avLst/>
                <a:gdLst>
                  <a:gd name="connsiteX0" fmla="*/ 37445 w 37180"/>
                  <a:gd name="connsiteY0" fmla="*/ 18770 h 37180"/>
                  <a:gd name="connsiteX1" fmla="*/ 18854 w 37180"/>
                  <a:gd name="connsiteY1" fmla="*/ 37360 h 37180"/>
                  <a:gd name="connsiteX2" fmla="*/ 264 w 37180"/>
                  <a:gd name="connsiteY2" fmla="*/ 18770 h 37180"/>
                  <a:gd name="connsiteX3" fmla="*/ 18854 w 37180"/>
                  <a:gd name="connsiteY3" fmla="*/ 179 h 37180"/>
                  <a:gd name="connsiteX4" fmla="*/ 37445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0"/>
                    </a:moveTo>
                    <a:cubicBezTo>
                      <a:pt x="37445" y="29037"/>
                      <a:pt x="29122" y="37360"/>
                      <a:pt x="18854" y="37360"/>
                    </a:cubicBezTo>
                    <a:cubicBezTo>
                      <a:pt x="8587" y="37360"/>
                      <a:pt x="264" y="29037"/>
                      <a:pt x="264" y="18770"/>
                    </a:cubicBezTo>
                    <a:cubicBezTo>
                      <a:pt x="264" y="8503"/>
                      <a:pt x="8587" y="179"/>
                      <a:pt x="18854" y="179"/>
                    </a:cubicBezTo>
                    <a:cubicBezTo>
                      <a:pt x="29122" y="179"/>
                      <a:pt x="37445" y="8503"/>
                      <a:pt x="37445" y="18770"/>
                    </a:cubicBezTo>
                    <a:close/>
                  </a:path>
                </a:pathLst>
              </a:custGeom>
              <a:solidFill>
                <a:srgbClr val="AFF7AF"/>
              </a:solidFill>
              <a:ln w="5753" cap="sq">
                <a:noFill/>
                <a:prstDash val="solid"/>
                <a:miter/>
              </a:ln>
            </p:spPr>
            <p:txBody>
              <a:bodyPr rtlCol="0" anchor="ctr"/>
              <a:lstStyle/>
              <a:p>
                <a:endParaRPr lang="en-US"/>
              </a:p>
            </p:txBody>
          </p:sp>
          <p:sp>
            <p:nvSpPr>
              <p:cNvPr id="1909" name="Freeform: Shape 1908">
                <a:extLst>
                  <a:ext uri="{FF2B5EF4-FFF2-40B4-BE49-F238E27FC236}">
                    <a16:creationId xmlns:a16="http://schemas.microsoft.com/office/drawing/2014/main" id="{3C6315FF-D6FD-C3D8-D76D-43E3293BD14D}"/>
                  </a:ext>
                </a:extLst>
              </p:cNvPr>
              <p:cNvSpPr/>
              <p:nvPr/>
            </p:nvSpPr>
            <p:spPr>
              <a:xfrm>
                <a:off x="7714234" y="8034136"/>
                <a:ext cx="41981" cy="41981"/>
              </a:xfrm>
              <a:custGeom>
                <a:avLst/>
                <a:gdLst>
                  <a:gd name="connsiteX0" fmla="*/ 21255 w 41981"/>
                  <a:gd name="connsiteY0" fmla="*/ 4980 h 41981"/>
                  <a:gd name="connsiteX1" fmla="*/ 37445 w 41981"/>
                  <a:gd name="connsiteY1" fmla="*/ 21170 h 41981"/>
                  <a:gd name="connsiteX2" fmla="*/ 37445 w 41981"/>
                  <a:gd name="connsiteY2" fmla="*/ 21170 h 41981"/>
                  <a:gd name="connsiteX3" fmla="*/ 21255 w 41981"/>
                  <a:gd name="connsiteY3" fmla="*/ 37360 h 41981"/>
                  <a:gd name="connsiteX4" fmla="*/ 5064 w 41981"/>
                  <a:gd name="connsiteY4" fmla="*/ 21170 h 41981"/>
                  <a:gd name="connsiteX5" fmla="*/ 21255 w 41981"/>
                  <a:gd name="connsiteY5" fmla="*/ 4980 h 41981"/>
                  <a:gd name="connsiteX6" fmla="*/ 21255 w 41981"/>
                  <a:gd name="connsiteY6" fmla="*/ 179 h 41981"/>
                  <a:gd name="connsiteX7" fmla="*/ 264 w 41981"/>
                  <a:gd name="connsiteY7" fmla="*/ 21170 h 41981"/>
                  <a:gd name="connsiteX8" fmla="*/ 21255 w 41981"/>
                  <a:gd name="connsiteY8" fmla="*/ 42161 h 41981"/>
                  <a:gd name="connsiteX9" fmla="*/ 42245 w 41981"/>
                  <a:gd name="connsiteY9" fmla="*/ 21170 h 41981"/>
                  <a:gd name="connsiteX10" fmla="*/ 42245 w 41981"/>
                  <a:gd name="connsiteY10" fmla="*/ 21170 h 41981"/>
                  <a:gd name="connsiteX11" fmla="*/ 2125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80"/>
                    </a:moveTo>
                    <a:cubicBezTo>
                      <a:pt x="30196" y="4980"/>
                      <a:pt x="37445" y="12228"/>
                      <a:pt x="37445" y="21170"/>
                    </a:cubicBezTo>
                    <a:lnTo>
                      <a:pt x="37445" y="21170"/>
                    </a:lnTo>
                    <a:cubicBezTo>
                      <a:pt x="37445" y="30112"/>
                      <a:pt x="30196" y="37360"/>
                      <a:pt x="21255" y="37360"/>
                    </a:cubicBezTo>
                    <a:cubicBezTo>
                      <a:pt x="12313" y="37360"/>
                      <a:pt x="5064" y="30112"/>
                      <a:pt x="5064" y="21170"/>
                    </a:cubicBezTo>
                    <a:cubicBezTo>
                      <a:pt x="5064" y="12228"/>
                      <a:pt x="12313" y="4980"/>
                      <a:pt x="21255" y="4980"/>
                    </a:cubicBezTo>
                    <a:close/>
                    <a:moveTo>
                      <a:pt x="21255" y="179"/>
                    </a:moveTo>
                    <a:cubicBezTo>
                      <a:pt x="9662" y="179"/>
                      <a:pt x="264" y="9577"/>
                      <a:pt x="264" y="21170"/>
                    </a:cubicBezTo>
                    <a:cubicBezTo>
                      <a:pt x="264" y="32763"/>
                      <a:pt x="9662" y="42161"/>
                      <a:pt x="21255" y="42161"/>
                    </a:cubicBezTo>
                    <a:cubicBezTo>
                      <a:pt x="32847" y="42161"/>
                      <a:pt x="42245" y="32763"/>
                      <a:pt x="42245" y="21170"/>
                    </a:cubicBezTo>
                    <a:lnTo>
                      <a:pt x="42245" y="21170"/>
                    </a:lnTo>
                    <a:cubicBezTo>
                      <a:pt x="42245" y="9577"/>
                      <a:pt x="32847" y="179"/>
                      <a:pt x="21255" y="179"/>
                    </a:cubicBezTo>
                    <a:close/>
                  </a:path>
                </a:pathLst>
              </a:custGeom>
              <a:solidFill>
                <a:srgbClr val="000000"/>
              </a:solidFill>
              <a:ln w="4794" cap="sq">
                <a:noFill/>
                <a:prstDash val="solid"/>
                <a:round/>
              </a:ln>
            </p:spPr>
            <p:txBody>
              <a:bodyPr rtlCol="0" anchor="ctr"/>
              <a:lstStyle/>
              <a:p>
                <a:endParaRPr lang="en-US"/>
              </a:p>
            </p:txBody>
          </p:sp>
          <p:sp>
            <p:nvSpPr>
              <p:cNvPr id="1910" name="Freeform: Shape 1909">
                <a:extLst>
                  <a:ext uri="{FF2B5EF4-FFF2-40B4-BE49-F238E27FC236}">
                    <a16:creationId xmlns:a16="http://schemas.microsoft.com/office/drawing/2014/main" id="{5895B035-BCEA-3649-EF98-F709F31BA788}"/>
                  </a:ext>
                </a:extLst>
              </p:cNvPr>
              <p:cNvSpPr/>
              <p:nvPr/>
            </p:nvSpPr>
            <p:spPr>
              <a:xfrm>
                <a:off x="7971042" y="8002040"/>
                <a:ext cx="37180" cy="37180"/>
              </a:xfrm>
              <a:custGeom>
                <a:avLst/>
                <a:gdLst>
                  <a:gd name="connsiteX0" fmla="*/ 37489 w 37180"/>
                  <a:gd name="connsiteY0" fmla="*/ 18764 h 37180"/>
                  <a:gd name="connsiteX1" fmla="*/ 18899 w 37180"/>
                  <a:gd name="connsiteY1" fmla="*/ 37354 h 37180"/>
                  <a:gd name="connsiteX2" fmla="*/ 308 w 37180"/>
                  <a:gd name="connsiteY2" fmla="*/ 18764 h 37180"/>
                  <a:gd name="connsiteX3" fmla="*/ 18899 w 37180"/>
                  <a:gd name="connsiteY3" fmla="*/ 173 h 37180"/>
                  <a:gd name="connsiteX4" fmla="*/ 3748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9" y="18764"/>
                    </a:moveTo>
                    <a:cubicBezTo>
                      <a:pt x="37489" y="29031"/>
                      <a:pt x="29166" y="37354"/>
                      <a:pt x="18899" y="37354"/>
                    </a:cubicBezTo>
                    <a:cubicBezTo>
                      <a:pt x="8631" y="37354"/>
                      <a:pt x="308" y="29031"/>
                      <a:pt x="308" y="18764"/>
                    </a:cubicBezTo>
                    <a:cubicBezTo>
                      <a:pt x="308" y="8497"/>
                      <a:pt x="8631" y="173"/>
                      <a:pt x="18899" y="173"/>
                    </a:cubicBezTo>
                    <a:cubicBezTo>
                      <a:pt x="29166" y="173"/>
                      <a:pt x="37489" y="8497"/>
                      <a:pt x="37489" y="18764"/>
                    </a:cubicBezTo>
                    <a:close/>
                  </a:path>
                </a:pathLst>
              </a:custGeom>
              <a:solidFill>
                <a:srgbClr val="A6F7A6"/>
              </a:solidFill>
              <a:ln w="5753" cap="sq">
                <a:noFill/>
                <a:prstDash val="solid"/>
                <a:miter/>
              </a:ln>
            </p:spPr>
            <p:txBody>
              <a:bodyPr rtlCol="0" anchor="ctr"/>
              <a:lstStyle/>
              <a:p>
                <a:endParaRPr lang="en-US"/>
              </a:p>
            </p:txBody>
          </p:sp>
          <p:sp>
            <p:nvSpPr>
              <p:cNvPr id="1911" name="Freeform: Shape 1910">
                <a:extLst>
                  <a:ext uri="{FF2B5EF4-FFF2-40B4-BE49-F238E27FC236}">
                    <a16:creationId xmlns:a16="http://schemas.microsoft.com/office/drawing/2014/main" id="{056FAEFC-13A9-B37D-010A-A831EC903004}"/>
                  </a:ext>
                </a:extLst>
              </p:cNvPr>
              <p:cNvSpPr/>
              <p:nvPr/>
            </p:nvSpPr>
            <p:spPr>
              <a:xfrm>
                <a:off x="7968641" y="7999639"/>
                <a:ext cx="41981" cy="41981"/>
              </a:xfrm>
              <a:custGeom>
                <a:avLst/>
                <a:gdLst>
                  <a:gd name="connsiteX0" fmla="*/ 21299 w 41981"/>
                  <a:gd name="connsiteY0" fmla="*/ 4974 h 41981"/>
                  <a:gd name="connsiteX1" fmla="*/ 37489 w 41981"/>
                  <a:gd name="connsiteY1" fmla="*/ 21164 h 41981"/>
                  <a:gd name="connsiteX2" fmla="*/ 37489 w 41981"/>
                  <a:gd name="connsiteY2" fmla="*/ 21164 h 41981"/>
                  <a:gd name="connsiteX3" fmla="*/ 21299 w 41981"/>
                  <a:gd name="connsiteY3" fmla="*/ 37354 h 41981"/>
                  <a:gd name="connsiteX4" fmla="*/ 5109 w 41981"/>
                  <a:gd name="connsiteY4" fmla="*/ 21164 h 41981"/>
                  <a:gd name="connsiteX5" fmla="*/ 21299 w 41981"/>
                  <a:gd name="connsiteY5" fmla="*/ 4974 h 41981"/>
                  <a:gd name="connsiteX6" fmla="*/ 21299 w 41981"/>
                  <a:gd name="connsiteY6" fmla="*/ 173 h 41981"/>
                  <a:gd name="connsiteX7" fmla="*/ 308 w 41981"/>
                  <a:gd name="connsiteY7" fmla="*/ 21164 h 41981"/>
                  <a:gd name="connsiteX8" fmla="*/ 21299 w 41981"/>
                  <a:gd name="connsiteY8" fmla="*/ 42155 h 41981"/>
                  <a:gd name="connsiteX9" fmla="*/ 42289 w 41981"/>
                  <a:gd name="connsiteY9" fmla="*/ 21164 h 41981"/>
                  <a:gd name="connsiteX10" fmla="*/ 42289 w 41981"/>
                  <a:gd name="connsiteY10" fmla="*/ 21164 h 41981"/>
                  <a:gd name="connsiteX11" fmla="*/ 21299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9" y="4974"/>
                    </a:moveTo>
                    <a:cubicBezTo>
                      <a:pt x="30241" y="4974"/>
                      <a:pt x="37489" y="12222"/>
                      <a:pt x="37489" y="21164"/>
                    </a:cubicBezTo>
                    <a:lnTo>
                      <a:pt x="37489" y="21164"/>
                    </a:lnTo>
                    <a:cubicBezTo>
                      <a:pt x="37489" y="30106"/>
                      <a:pt x="30241" y="37354"/>
                      <a:pt x="21299" y="37354"/>
                    </a:cubicBezTo>
                    <a:cubicBezTo>
                      <a:pt x="12357" y="37354"/>
                      <a:pt x="5109" y="30106"/>
                      <a:pt x="5109" y="21164"/>
                    </a:cubicBezTo>
                    <a:cubicBezTo>
                      <a:pt x="5109" y="12222"/>
                      <a:pt x="12357" y="4974"/>
                      <a:pt x="21299" y="4974"/>
                    </a:cubicBezTo>
                    <a:close/>
                    <a:moveTo>
                      <a:pt x="21299" y="173"/>
                    </a:moveTo>
                    <a:cubicBezTo>
                      <a:pt x="9706" y="173"/>
                      <a:pt x="308" y="9572"/>
                      <a:pt x="308" y="21164"/>
                    </a:cubicBezTo>
                    <a:cubicBezTo>
                      <a:pt x="308" y="32757"/>
                      <a:pt x="9706" y="42155"/>
                      <a:pt x="21299" y="42155"/>
                    </a:cubicBezTo>
                    <a:cubicBezTo>
                      <a:pt x="32891" y="42155"/>
                      <a:pt x="42289" y="32757"/>
                      <a:pt x="42289" y="21164"/>
                    </a:cubicBezTo>
                    <a:lnTo>
                      <a:pt x="42289" y="21164"/>
                    </a:lnTo>
                    <a:cubicBezTo>
                      <a:pt x="42289" y="9572"/>
                      <a:pt x="32891" y="173"/>
                      <a:pt x="21299" y="173"/>
                    </a:cubicBezTo>
                    <a:close/>
                  </a:path>
                </a:pathLst>
              </a:custGeom>
              <a:solidFill>
                <a:srgbClr val="000000"/>
              </a:solidFill>
              <a:ln w="4794" cap="sq">
                <a:noFill/>
                <a:prstDash val="solid"/>
                <a:round/>
              </a:ln>
            </p:spPr>
            <p:txBody>
              <a:bodyPr rtlCol="0" anchor="ctr"/>
              <a:lstStyle/>
              <a:p>
                <a:endParaRPr lang="en-US"/>
              </a:p>
            </p:txBody>
          </p:sp>
          <p:sp>
            <p:nvSpPr>
              <p:cNvPr id="1912" name="Freeform: Shape 1911">
                <a:extLst>
                  <a:ext uri="{FF2B5EF4-FFF2-40B4-BE49-F238E27FC236}">
                    <a16:creationId xmlns:a16="http://schemas.microsoft.com/office/drawing/2014/main" id="{27076592-CCCD-4A71-1FAA-44F4BE357BA9}"/>
                  </a:ext>
                </a:extLst>
              </p:cNvPr>
              <p:cNvSpPr/>
              <p:nvPr/>
            </p:nvSpPr>
            <p:spPr>
              <a:xfrm>
                <a:off x="7611773" y="8016359"/>
                <a:ext cx="37180" cy="37180"/>
              </a:xfrm>
              <a:custGeom>
                <a:avLst/>
                <a:gdLst>
                  <a:gd name="connsiteX0" fmla="*/ 37427 w 37180"/>
                  <a:gd name="connsiteY0" fmla="*/ 18766 h 37180"/>
                  <a:gd name="connsiteX1" fmla="*/ 18836 w 37180"/>
                  <a:gd name="connsiteY1" fmla="*/ 37357 h 37180"/>
                  <a:gd name="connsiteX2" fmla="*/ 246 w 37180"/>
                  <a:gd name="connsiteY2" fmla="*/ 18766 h 37180"/>
                  <a:gd name="connsiteX3" fmla="*/ 18836 w 37180"/>
                  <a:gd name="connsiteY3" fmla="*/ 176 h 37180"/>
                  <a:gd name="connsiteX4" fmla="*/ 3742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6"/>
                    </a:moveTo>
                    <a:cubicBezTo>
                      <a:pt x="37427" y="29034"/>
                      <a:pt x="29103" y="37357"/>
                      <a:pt x="18836" y="37357"/>
                    </a:cubicBezTo>
                    <a:cubicBezTo>
                      <a:pt x="8569" y="37357"/>
                      <a:pt x="246" y="29034"/>
                      <a:pt x="246" y="18766"/>
                    </a:cubicBezTo>
                    <a:cubicBezTo>
                      <a:pt x="246" y="8499"/>
                      <a:pt x="8569" y="176"/>
                      <a:pt x="18836" y="176"/>
                    </a:cubicBezTo>
                    <a:cubicBezTo>
                      <a:pt x="29103" y="176"/>
                      <a:pt x="37427" y="8499"/>
                      <a:pt x="37427" y="18766"/>
                    </a:cubicBezTo>
                    <a:close/>
                  </a:path>
                </a:pathLst>
              </a:custGeom>
              <a:solidFill>
                <a:srgbClr val="F7F4F4"/>
              </a:solidFill>
              <a:ln w="5753" cap="sq">
                <a:noFill/>
                <a:prstDash val="solid"/>
                <a:miter/>
              </a:ln>
            </p:spPr>
            <p:txBody>
              <a:bodyPr rtlCol="0" anchor="ctr"/>
              <a:lstStyle/>
              <a:p>
                <a:endParaRPr lang="en-US"/>
              </a:p>
            </p:txBody>
          </p:sp>
          <p:sp>
            <p:nvSpPr>
              <p:cNvPr id="1913" name="Freeform: Shape 1912">
                <a:extLst>
                  <a:ext uri="{FF2B5EF4-FFF2-40B4-BE49-F238E27FC236}">
                    <a16:creationId xmlns:a16="http://schemas.microsoft.com/office/drawing/2014/main" id="{013153A8-ED12-EBF4-596F-67DCA4D2E3CE}"/>
                  </a:ext>
                </a:extLst>
              </p:cNvPr>
              <p:cNvSpPr/>
              <p:nvPr/>
            </p:nvSpPr>
            <p:spPr>
              <a:xfrm>
                <a:off x="7609373" y="8013959"/>
                <a:ext cx="41981" cy="41981"/>
              </a:xfrm>
              <a:custGeom>
                <a:avLst/>
                <a:gdLst>
                  <a:gd name="connsiteX0" fmla="*/ 21236 w 41981"/>
                  <a:gd name="connsiteY0" fmla="*/ 4976 h 41981"/>
                  <a:gd name="connsiteX1" fmla="*/ 37427 w 41981"/>
                  <a:gd name="connsiteY1" fmla="*/ 21167 h 41981"/>
                  <a:gd name="connsiteX2" fmla="*/ 37427 w 41981"/>
                  <a:gd name="connsiteY2" fmla="*/ 21167 h 41981"/>
                  <a:gd name="connsiteX3" fmla="*/ 21236 w 41981"/>
                  <a:gd name="connsiteY3" fmla="*/ 37357 h 41981"/>
                  <a:gd name="connsiteX4" fmla="*/ 5046 w 41981"/>
                  <a:gd name="connsiteY4" fmla="*/ 21167 h 41981"/>
                  <a:gd name="connsiteX5" fmla="*/ 21236 w 41981"/>
                  <a:gd name="connsiteY5" fmla="*/ 4976 h 41981"/>
                  <a:gd name="connsiteX6" fmla="*/ 21236 w 41981"/>
                  <a:gd name="connsiteY6" fmla="*/ 176 h 41981"/>
                  <a:gd name="connsiteX7" fmla="*/ 246 w 41981"/>
                  <a:gd name="connsiteY7" fmla="*/ 21167 h 41981"/>
                  <a:gd name="connsiteX8" fmla="*/ 21236 w 41981"/>
                  <a:gd name="connsiteY8" fmla="*/ 42157 h 41981"/>
                  <a:gd name="connsiteX9" fmla="*/ 42227 w 41981"/>
                  <a:gd name="connsiteY9" fmla="*/ 21167 h 41981"/>
                  <a:gd name="connsiteX10" fmla="*/ 42227 w 41981"/>
                  <a:gd name="connsiteY10" fmla="*/ 21167 h 41981"/>
                  <a:gd name="connsiteX11" fmla="*/ 21236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6"/>
                    </a:moveTo>
                    <a:cubicBezTo>
                      <a:pt x="30178" y="4976"/>
                      <a:pt x="37427" y="12225"/>
                      <a:pt x="37427" y="21167"/>
                    </a:cubicBezTo>
                    <a:lnTo>
                      <a:pt x="37427" y="21167"/>
                    </a:lnTo>
                    <a:cubicBezTo>
                      <a:pt x="37427" y="30108"/>
                      <a:pt x="30178" y="37357"/>
                      <a:pt x="21236" y="37357"/>
                    </a:cubicBezTo>
                    <a:cubicBezTo>
                      <a:pt x="12295" y="37357"/>
                      <a:pt x="5046" y="30108"/>
                      <a:pt x="5046" y="21167"/>
                    </a:cubicBezTo>
                    <a:cubicBezTo>
                      <a:pt x="5046" y="12225"/>
                      <a:pt x="12295" y="4976"/>
                      <a:pt x="21236" y="4976"/>
                    </a:cubicBezTo>
                    <a:close/>
                    <a:moveTo>
                      <a:pt x="21236" y="176"/>
                    </a:moveTo>
                    <a:cubicBezTo>
                      <a:pt x="9644" y="176"/>
                      <a:pt x="246" y="9574"/>
                      <a:pt x="246" y="21167"/>
                    </a:cubicBezTo>
                    <a:cubicBezTo>
                      <a:pt x="246" y="32759"/>
                      <a:pt x="9644" y="42157"/>
                      <a:pt x="21236" y="42157"/>
                    </a:cubicBezTo>
                    <a:cubicBezTo>
                      <a:pt x="32829" y="42157"/>
                      <a:pt x="42227" y="32759"/>
                      <a:pt x="42227" y="21167"/>
                    </a:cubicBezTo>
                    <a:lnTo>
                      <a:pt x="42227" y="21167"/>
                    </a:lnTo>
                    <a:cubicBezTo>
                      <a:pt x="42227" y="9574"/>
                      <a:pt x="32829" y="176"/>
                      <a:pt x="21236" y="176"/>
                    </a:cubicBezTo>
                    <a:close/>
                  </a:path>
                </a:pathLst>
              </a:custGeom>
              <a:solidFill>
                <a:srgbClr val="000000"/>
              </a:solidFill>
              <a:ln w="4794" cap="sq">
                <a:noFill/>
                <a:prstDash val="solid"/>
                <a:round/>
              </a:ln>
            </p:spPr>
            <p:txBody>
              <a:bodyPr rtlCol="0" anchor="ctr"/>
              <a:lstStyle/>
              <a:p>
                <a:endParaRPr lang="en-US"/>
              </a:p>
            </p:txBody>
          </p:sp>
          <p:sp>
            <p:nvSpPr>
              <p:cNvPr id="1914" name="Freeform: Shape 1913">
                <a:extLst>
                  <a:ext uri="{FF2B5EF4-FFF2-40B4-BE49-F238E27FC236}">
                    <a16:creationId xmlns:a16="http://schemas.microsoft.com/office/drawing/2014/main" id="{92713CF2-57E9-F752-8D86-012B148FCEA6}"/>
                  </a:ext>
                </a:extLst>
              </p:cNvPr>
              <p:cNvSpPr/>
              <p:nvPr/>
            </p:nvSpPr>
            <p:spPr>
              <a:xfrm>
                <a:off x="7680219" y="8025546"/>
                <a:ext cx="37180" cy="37180"/>
              </a:xfrm>
              <a:custGeom>
                <a:avLst/>
                <a:gdLst>
                  <a:gd name="connsiteX0" fmla="*/ 37439 w 37180"/>
                  <a:gd name="connsiteY0" fmla="*/ 18768 h 37180"/>
                  <a:gd name="connsiteX1" fmla="*/ 18848 w 37180"/>
                  <a:gd name="connsiteY1" fmla="*/ 37358 h 37180"/>
                  <a:gd name="connsiteX2" fmla="*/ 258 w 37180"/>
                  <a:gd name="connsiteY2" fmla="*/ 18768 h 37180"/>
                  <a:gd name="connsiteX3" fmla="*/ 18848 w 37180"/>
                  <a:gd name="connsiteY3" fmla="*/ 178 h 37180"/>
                  <a:gd name="connsiteX4" fmla="*/ 37439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8"/>
                    </a:moveTo>
                    <a:cubicBezTo>
                      <a:pt x="37439" y="29035"/>
                      <a:pt x="29115" y="37358"/>
                      <a:pt x="18848" y="37358"/>
                    </a:cubicBezTo>
                    <a:cubicBezTo>
                      <a:pt x="8581" y="37358"/>
                      <a:pt x="258" y="29035"/>
                      <a:pt x="258" y="18768"/>
                    </a:cubicBezTo>
                    <a:cubicBezTo>
                      <a:pt x="258" y="8501"/>
                      <a:pt x="8581" y="178"/>
                      <a:pt x="18848" y="178"/>
                    </a:cubicBezTo>
                    <a:cubicBezTo>
                      <a:pt x="29115" y="178"/>
                      <a:pt x="37439" y="8501"/>
                      <a:pt x="37439" y="18768"/>
                    </a:cubicBezTo>
                    <a:close/>
                  </a:path>
                </a:pathLst>
              </a:custGeom>
              <a:solidFill>
                <a:srgbClr val="F7E4E4"/>
              </a:solidFill>
              <a:ln w="5753" cap="sq">
                <a:noFill/>
                <a:prstDash val="solid"/>
                <a:miter/>
              </a:ln>
            </p:spPr>
            <p:txBody>
              <a:bodyPr rtlCol="0" anchor="ctr"/>
              <a:lstStyle/>
              <a:p>
                <a:endParaRPr lang="en-US"/>
              </a:p>
            </p:txBody>
          </p:sp>
          <p:sp>
            <p:nvSpPr>
              <p:cNvPr id="1915" name="Freeform: Shape 1914">
                <a:extLst>
                  <a:ext uri="{FF2B5EF4-FFF2-40B4-BE49-F238E27FC236}">
                    <a16:creationId xmlns:a16="http://schemas.microsoft.com/office/drawing/2014/main" id="{910875CD-78A6-CEEC-36F5-6E255CC4CE0C}"/>
                  </a:ext>
                </a:extLst>
              </p:cNvPr>
              <p:cNvSpPr/>
              <p:nvPr/>
            </p:nvSpPr>
            <p:spPr>
              <a:xfrm>
                <a:off x="7677819" y="8023146"/>
                <a:ext cx="41981" cy="41981"/>
              </a:xfrm>
              <a:custGeom>
                <a:avLst/>
                <a:gdLst>
                  <a:gd name="connsiteX0" fmla="*/ 21248 w 41981"/>
                  <a:gd name="connsiteY0" fmla="*/ 4978 h 41981"/>
                  <a:gd name="connsiteX1" fmla="*/ 37439 w 41981"/>
                  <a:gd name="connsiteY1" fmla="*/ 21168 h 41981"/>
                  <a:gd name="connsiteX2" fmla="*/ 37439 w 41981"/>
                  <a:gd name="connsiteY2" fmla="*/ 21168 h 41981"/>
                  <a:gd name="connsiteX3" fmla="*/ 21248 w 41981"/>
                  <a:gd name="connsiteY3" fmla="*/ 37358 h 41981"/>
                  <a:gd name="connsiteX4" fmla="*/ 5058 w 41981"/>
                  <a:gd name="connsiteY4" fmla="*/ 21168 h 41981"/>
                  <a:gd name="connsiteX5" fmla="*/ 21248 w 41981"/>
                  <a:gd name="connsiteY5" fmla="*/ 4978 h 41981"/>
                  <a:gd name="connsiteX6" fmla="*/ 21248 w 41981"/>
                  <a:gd name="connsiteY6" fmla="*/ 178 h 41981"/>
                  <a:gd name="connsiteX7" fmla="*/ 258 w 41981"/>
                  <a:gd name="connsiteY7" fmla="*/ 21168 h 41981"/>
                  <a:gd name="connsiteX8" fmla="*/ 21248 w 41981"/>
                  <a:gd name="connsiteY8" fmla="*/ 42159 h 41981"/>
                  <a:gd name="connsiteX9" fmla="*/ 42239 w 41981"/>
                  <a:gd name="connsiteY9" fmla="*/ 21168 h 41981"/>
                  <a:gd name="connsiteX10" fmla="*/ 42239 w 41981"/>
                  <a:gd name="connsiteY10" fmla="*/ 21168 h 41981"/>
                  <a:gd name="connsiteX11" fmla="*/ 2124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8"/>
                    </a:moveTo>
                    <a:cubicBezTo>
                      <a:pt x="30190" y="4978"/>
                      <a:pt x="37439" y="12226"/>
                      <a:pt x="37439" y="21168"/>
                    </a:cubicBezTo>
                    <a:lnTo>
                      <a:pt x="37439" y="21168"/>
                    </a:lnTo>
                    <a:cubicBezTo>
                      <a:pt x="37439" y="30110"/>
                      <a:pt x="30190" y="37358"/>
                      <a:pt x="21248" y="37358"/>
                    </a:cubicBezTo>
                    <a:cubicBezTo>
                      <a:pt x="12306" y="37358"/>
                      <a:pt x="5058" y="30110"/>
                      <a:pt x="5058" y="21168"/>
                    </a:cubicBezTo>
                    <a:cubicBezTo>
                      <a:pt x="5058" y="12226"/>
                      <a:pt x="12306" y="4978"/>
                      <a:pt x="21248" y="4978"/>
                    </a:cubicBezTo>
                    <a:close/>
                    <a:moveTo>
                      <a:pt x="21248" y="178"/>
                    </a:moveTo>
                    <a:cubicBezTo>
                      <a:pt x="9656" y="178"/>
                      <a:pt x="258" y="9576"/>
                      <a:pt x="258" y="21168"/>
                    </a:cubicBezTo>
                    <a:cubicBezTo>
                      <a:pt x="258" y="32761"/>
                      <a:pt x="9656" y="42159"/>
                      <a:pt x="21248" y="42159"/>
                    </a:cubicBezTo>
                    <a:cubicBezTo>
                      <a:pt x="32841" y="42159"/>
                      <a:pt x="42239" y="32761"/>
                      <a:pt x="42239" y="21168"/>
                    </a:cubicBezTo>
                    <a:lnTo>
                      <a:pt x="42239" y="21168"/>
                    </a:lnTo>
                    <a:cubicBezTo>
                      <a:pt x="42239" y="9576"/>
                      <a:pt x="32841" y="178"/>
                      <a:pt x="21248" y="178"/>
                    </a:cubicBezTo>
                    <a:close/>
                  </a:path>
                </a:pathLst>
              </a:custGeom>
              <a:solidFill>
                <a:srgbClr val="000000"/>
              </a:solidFill>
              <a:ln w="4794" cap="sq">
                <a:noFill/>
                <a:prstDash val="solid"/>
                <a:round/>
              </a:ln>
            </p:spPr>
            <p:txBody>
              <a:bodyPr rtlCol="0" anchor="ctr"/>
              <a:lstStyle/>
              <a:p>
                <a:endParaRPr lang="en-US"/>
              </a:p>
            </p:txBody>
          </p:sp>
          <p:sp>
            <p:nvSpPr>
              <p:cNvPr id="1916" name="Freeform: Shape 1915">
                <a:extLst>
                  <a:ext uri="{FF2B5EF4-FFF2-40B4-BE49-F238E27FC236}">
                    <a16:creationId xmlns:a16="http://schemas.microsoft.com/office/drawing/2014/main" id="{B34BC079-4FA6-5E81-7872-BDB31FE93726}"/>
                  </a:ext>
                </a:extLst>
              </p:cNvPr>
              <p:cNvSpPr/>
              <p:nvPr/>
            </p:nvSpPr>
            <p:spPr>
              <a:xfrm>
                <a:off x="7775392" y="8036029"/>
                <a:ext cx="37180" cy="37180"/>
              </a:xfrm>
              <a:custGeom>
                <a:avLst/>
                <a:gdLst>
                  <a:gd name="connsiteX0" fmla="*/ 37455 w 37180"/>
                  <a:gd name="connsiteY0" fmla="*/ 18770 h 37180"/>
                  <a:gd name="connsiteX1" fmla="*/ 18865 w 37180"/>
                  <a:gd name="connsiteY1" fmla="*/ 37360 h 37180"/>
                  <a:gd name="connsiteX2" fmla="*/ 274 w 37180"/>
                  <a:gd name="connsiteY2" fmla="*/ 18770 h 37180"/>
                  <a:gd name="connsiteX3" fmla="*/ 18865 w 37180"/>
                  <a:gd name="connsiteY3" fmla="*/ 179 h 37180"/>
                  <a:gd name="connsiteX4" fmla="*/ 37455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70"/>
                    </a:moveTo>
                    <a:cubicBezTo>
                      <a:pt x="37455" y="29037"/>
                      <a:pt x="29132" y="37360"/>
                      <a:pt x="18865" y="37360"/>
                    </a:cubicBezTo>
                    <a:cubicBezTo>
                      <a:pt x="8597" y="37360"/>
                      <a:pt x="274" y="29037"/>
                      <a:pt x="274" y="18770"/>
                    </a:cubicBezTo>
                    <a:cubicBezTo>
                      <a:pt x="274" y="8503"/>
                      <a:pt x="8597" y="179"/>
                      <a:pt x="18865" y="179"/>
                    </a:cubicBezTo>
                    <a:cubicBezTo>
                      <a:pt x="29132" y="179"/>
                      <a:pt x="37455" y="8503"/>
                      <a:pt x="37455" y="18770"/>
                    </a:cubicBezTo>
                    <a:close/>
                  </a:path>
                </a:pathLst>
              </a:custGeom>
              <a:solidFill>
                <a:srgbClr val="E2F7E2"/>
              </a:solidFill>
              <a:ln w="5753" cap="sq">
                <a:noFill/>
                <a:prstDash val="solid"/>
                <a:miter/>
              </a:ln>
            </p:spPr>
            <p:txBody>
              <a:bodyPr rtlCol="0" anchor="ctr"/>
              <a:lstStyle/>
              <a:p>
                <a:endParaRPr lang="en-US"/>
              </a:p>
            </p:txBody>
          </p:sp>
          <p:sp>
            <p:nvSpPr>
              <p:cNvPr id="1917" name="Freeform: Shape 1916">
                <a:extLst>
                  <a:ext uri="{FF2B5EF4-FFF2-40B4-BE49-F238E27FC236}">
                    <a16:creationId xmlns:a16="http://schemas.microsoft.com/office/drawing/2014/main" id="{A09DA0A0-D092-994A-A1E5-7669CEB9A982}"/>
                  </a:ext>
                </a:extLst>
              </p:cNvPr>
              <p:cNvSpPr/>
              <p:nvPr/>
            </p:nvSpPr>
            <p:spPr>
              <a:xfrm>
                <a:off x="7772991" y="8033629"/>
                <a:ext cx="41981" cy="41981"/>
              </a:xfrm>
              <a:custGeom>
                <a:avLst/>
                <a:gdLst>
                  <a:gd name="connsiteX0" fmla="*/ 21265 w 41981"/>
                  <a:gd name="connsiteY0" fmla="*/ 4980 h 41981"/>
                  <a:gd name="connsiteX1" fmla="*/ 37455 w 41981"/>
                  <a:gd name="connsiteY1" fmla="*/ 21170 h 41981"/>
                  <a:gd name="connsiteX2" fmla="*/ 37455 w 41981"/>
                  <a:gd name="connsiteY2" fmla="*/ 21170 h 41981"/>
                  <a:gd name="connsiteX3" fmla="*/ 21265 w 41981"/>
                  <a:gd name="connsiteY3" fmla="*/ 37360 h 41981"/>
                  <a:gd name="connsiteX4" fmla="*/ 5075 w 41981"/>
                  <a:gd name="connsiteY4" fmla="*/ 21170 h 41981"/>
                  <a:gd name="connsiteX5" fmla="*/ 21265 w 41981"/>
                  <a:gd name="connsiteY5" fmla="*/ 4980 h 41981"/>
                  <a:gd name="connsiteX6" fmla="*/ 21265 w 41981"/>
                  <a:gd name="connsiteY6" fmla="*/ 179 h 41981"/>
                  <a:gd name="connsiteX7" fmla="*/ 274 w 41981"/>
                  <a:gd name="connsiteY7" fmla="*/ 21170 h 41981"/>
                  <a:gd name="connsiteX8" fmla="*/ 21265 w 41981"/>
                  <a:gd name="connsiteY8" fmla="*/ 42161 h 41981"/>
                  <a:gd name="connsiteX9" fmla="*/ 42255 w 41981"/>
                  <a:gd name="connsiteY9" fmla="*/ 21170 h 41981"/>
                  <a:gd name="connsiteX10" fmla="*/ 42255 w 41981"/>
                  <a:gd name="connsiteY10" fmla="*/ 21170 h 41981"/>
                  <a:gd name="connsiteX11" fmla="*/ 2126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80"/>
                    </a:moveTo>
                    <a:cubicBezTo>
                      <a:pt x="30207" y="4980"/>
                      <a:pt x="37455" y="12228"/>
                      <a:pt x="37455" y="21170"/>
                    </a:cubicBezTo>
                    <a:lnTo>
                      <a:pt x="37455" y="21170"/>
                    </a:lnTo>
                    <a:cubicBezTo>
                      <a:pt x="37455" y="30112"/>
                      <a:pt x="30207" y="37360"/>
                      <a:pt x="21265" y="37360"/>
                    </a:cubicBezTo>
                    <a:cubicBezTo>
                      <a:pt x="12323" y="37360"/>
                      <a:pt x="5075" y="30112"/>
                      <a:pt x="5075" y="21170"/>
                    </a:cubicBezTo>
                    <a:cubicBezTo>
                      <a:pt x="5075" y="12228"/>
                      <a:pt x="12323" y="4980"/>
                      <a:pt x="21265" y="4980"/>
                    </a:cubicBezTo>
                    <a:close/>
                    <a:moveTo>
                      <a:pt x="21265" y="179"/>
                    </a:moveTo>
                    <a:cubicBezTo>
                      <a:pt x="9672" y="179"/>
                      <a:pt x="274" y="9577"/>
                      <a:pt x="274" y="21170"/>
                    </a:cubicBezTo>
                    <a:cubicBezTo>
                      <a:pt x="274" y="32763"/>
                      <a:pt x="9672" y="42161"/>
                      <a:pt x="21265" y="42161"/>
                    </a:cubicBezTo>
                    <a:cubicBezTo>
                      <a:pt x="32857" y="42161"/>
                      <a:pt x="42255" y="32763"/>
                      <a:pt x="42255" y="21170"/>
                    </a:cubicBezTo>
                    <a:lnTo>
                      <a:pt x="42255" y="21170"/>
                    </a:lnTo>
                    <a:cubicBezTo>
                      <a:pt x="42255" y="9577"/>
                      <a:pt x="32857" y="179"/>
                      <a:pt x="21265" y="179"/>
                    </a:cubicBezTo>
                    <a:close/>
                  </a:path>
                </a:pathLst>
              </a:custGeom>
              <a:solidFill>
                <a:srgbClr val="000000"/>
              </a:solidFill>
              <a:ln w="4794" cap="sq">
                <a:noFill/>
                <a:prstDash val="solid"/>
                <a:round/>
              </a:ln>
            </p:spPr>
            <p:txBody>
              <a:bodyPr rtlCol="0" anchor="ctr"/>
              <a:lstStyle/>
              <a:p>
                <a:endParaRPr lang="en-US"/>
              </a:p>
            </p:txBody>
          </p:sp>
          <p:sp>
            <p:nvSpPr>
              <p:cNvPr id="1918" name="Freeform: Shape 1917">
                <a:extLst>
                  <a:ext uri="{FF2B5EF4-FFF2-40B4-BE49-F238E27FC236}">
                    <a16:creationId xmlns:a16="http://schemas.microsoft.com/office/drawing/2014/main" id="{D1A60F72-8323-6828-2CD4-DA41DB9AB77E}"/>
                  </a:ext>
                </a:extLst>
              </p:cNvPr>
              <p:cNvSpPr/>
              <p:nvPr/>
            </p:nvSpPr>
            <p:spPr>
              <a:xfrm>
                <a:off x="7775887" y="8042008"/>
                <a:ext cx="37180" cy="37180"/>
              </a:xfrm>
              <a:custGeom>
                <a:avLst/>
                <a:gdLst>
                  <a:gd name="connsiteX0" fmla="*/ 37455 w 37180"/>
                  <a:gd name="connsiteY0" fmla="*/ 18771 h 37180"/>
                  <a:gd name="connsiteX1" fmla="*/ 18865 w 37180"/>
                  <a:gd name="connsiteY1" fmla="*/ 37361 h 37180"/>
                  <a:gd name="connsiteX2" fmla="*/ 274 w 37180"/>
                  <a:gd name="connsiteY2" fmla="*/ 18771 h 37180"/>
                  <a:gd name="connsiteX3" fmla="*/ 18865 w 37180"/>
                  <a:gd name="connsiteY3" fmla="*/ 180 h 37180"/>
                  <a:gd name="connsiteX4" fmla="*/ 37455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71"/>
                    </a:moveTo>
                    <a:cubicBezTo>
                      <a:pt x="37455" y="29038"/>
                      <a:pt x="29132" y="37361"/>
                      <a:pt x="18865" y="37361"/>
                    </a:cubicBezTo>
                    <a:cubicBezTo>
                      <a:pt x="8598" y="37361"/>
                      <a:pt x="274" y="29038"/>
                      <a:pt x="274" y="18771"/>
                    </a:cubicBezTo>
                    <a:cubicBezTo>
                      <a:pt x="274" y="8504"/>
                      <a:pt x="8598" y="180"/>
                      <a:pt x="18865" y="180"/>
                    </a:cubicBezTo>
                    <a:cubicBezTo>
                      <a:pt x="29132" y="180"/>
                      <a:pt x="37455" y="8504"/>
                      <a:pt x="37455" y="18771"/>
                    </a:cubicBezTo>
                    <a:close/>
                  </a:path>
                </a:pathLst>
              </a:custGeom>
              <a:solidFill>
                <a:srgbClr val="E4F7E4"/>
              </a:solidFill>
              <a:ln w="5753" cap="sq">
                <a:noFill/>
                <a:prstDash val="solid"/>
                <a:miter/>
              </a:ln>
            </p:spPr>
            <p:txBody>
              <a:bodyPr rtlCol="0" anchor="ctr"/>
              <a:lstStyle/>
              <a:p>
                <a:endParaRPr lang="en-US"/>
              </a:p>
            </p:txBody>
          </p:sp>
          <p:sp>
            <p:nvSpPr>
              <p:cNvPr id="1919" name="Freeform: Shape 1918">
                <a:extLst>
                  <a:ext uri="{FF2B5EF4-FFF2-40B4-BE49-F238E27FC236}">
                    <a16:creationId xmlns:a16="http://schemas.microsoft.com/office/drawing/2014/main" id="{C34DCCE3-2064-1D7E-2AA8-0DCBA4D8944E}"/>
                  </a:ext>
                </a:extLst>
              </p:cNvPr>
              <p:cNvSpPr/>
              <p:nvPr/>
            </p:nvSpPr>
            <p:spPr>
              <a:xfrm>
                <a:off x="7773487" y="8039608"/>
                <a:ext cx="41981" cy="41981"/>
              </a:xfrm>
              <a:custGeom>
                <a:avLst/>
                <a:gdLst>
                  <a:gd name="connsiteX0" fmla="*/ 21265 w 41981"/>
                  <a:gd name="connsiteY0" fmla="*/ 4981 h 41981"/>
                  <a:gd name="connsiteX1" fmla="*/ 37455 w 41981"/>
                  <a:gd name="connsiteY1" fmla="*/ 21171 h 41981"/>
                  <a:gd name="connsiteX2" fmla="*/ 37455 w 41981"/>
                  <a:gd name="connsiteY2" fmla="*/ 21171 h 41981"/>
                  <a:gd name="connsiteX3" fmla="*/ 21265 w 41981"/>
                  <a:gd name="connsiteY3" fmla="*/ 37361 h 41981"/>
                  <a:gd name="connsiteX4" fmla="*/ 5075 w 41981"/>
                  <a:gd name="connsiteY4" fmla="*/ 21171 h 41981"/>
                  <a:gd name="connsiteX5" fmla="*/ 21265 w 41981"/>
                  <a:gd name="connsiteY5" fmla="*/ 4981 h 41981"/>
                  <a:gd name="connsiteX6" fmla="*/ 21265 w 41981"/>
                  <a:gd name="connsiteY6" fmla="*/ 180 h 41981"/>
                  <a:gd name="connsiteX7" fmla="*/ 274 w 41981"/>
                  <a:gd name="connsiteY7" fmla="*/ 21171 h 41981"/>
                  <a:gd name="connsiteX8" fmla="*/ 21265 w 41981"/>
                  <a:gd name="connsiteY8" fmla="*/ 42162 h 41981"/>
                  <a:gd name="connsiteX9" fmla="*/ 42255 w 41981"/>
                  <a:gd name="connsiteY9" fmla="*/ 21171 h 41981"/>
                  <a:gd name="connsiteX10" fmla="*/ 42255 w 41981"/>
                  <a:gd name="connsiteY10" fmla="*/ 21171 h 41981"/>
                  <a:gd name="connsiteX11" fmla="*/ 21265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81"/>
                    </a:moveTo>
                    <a:cubicBezTo>
                      <a:pt x="30207" y="4981"/>
                      <a:pt x="37455" y="12229"/>
                      <a:pt x="37455" y="21171"/>
                    </a:cubicBezTo>
                    <a:lnTo>
                      <a:pt x="37455" y="21171"/>
                    </a:lnTo>
                    <a:cubicBezTo>
                      <a:pt x="37455" y="30113"/>
                      <a:pt x="30207" y="37361"/>
                      <a:pt x="21265" y="37361"/>
                    </a:cubicBezTo>
                    <a:cubicBezTo>
                      <a:pt x="12323" y="37361"/>
                      <a:pt x="5075" y="30113"/>
                      <a:pt x="5075" y="21171"/>
                    </a:cubicBezTo>
                    <a:cubicBezTo>
                      <a:pt x="5075" y="12229"/>
                      <a:pt x="12323" y="4981"/>
                      <a:pt x="21265" y="4981"/>
                    </a:cubicBezTo>
                    <a:close/>
                    <a:moveTo>
                      <a:pt x="21265" y="180"/>
                    </a:moveTo>
                    <a:cubicBezTo>
                      <a:pt x="9672" y="180"/>
                      <a:pt x="274" y="9578"/>
                      <a:pt x="274" y="21171"/>
                    </a:cubicBezTo>
                    <a:cubicBezTo>
                      <a:pt x="274" y="32764"/>
                      <a:pt x="9672" y="42162"/>
                      <a:pt x="21265" y="42162"/>
                    </a:cubicBezTo>
                    <a:cubicBezTo>
                      <a:pt x="32857" y="42162"/>
                      <a:pt x="42255" y="32764"/>
                      <a:pt x="42255" y="21171"/>
                    </a:cubicBezTo>
                    <a:lnTo>
                      <a:pt x="42255" y="21171"/>
                    </a:lnTo>
                    <a:cubicBezTo>
                      <a:pt x="42255" y="9578"/>
                      <a:pt x="32857" y="180"/>
                      <a:pt x="21265" y="180"/>
                    </a:cubicBezTo>
                    <a:close/>
                  </a:path>
                </a:pathLst>
              </a:custGeom>
              <a:solidFill>
                <a:srgbClr val="000000"/>
              </a:solidFill>
              <a:ln w="4794" cap="sq">
                <a:noFill/>
                <a:prstDash val="solid"/>
                <a:round/>
              </a:ln>
            </p:spPr>
            <p:txBody>
              <a:bodyPr rtlCol="0" anchor="ctr"/>
              <a:lstStyle/>
              <a:p>
                <a:endParaRPr lang="en-US"/>
              </a:p>
            </p:txBody>
          </p:sp>
          <p:sp>
            <p:nvSpPr>
              <p:cNvPr id="1920" name="Freeform: Shape 1919">
                <a:extLst>
                  <a:ext uri="{FF2B5EF4-FFF2-40B4-BE49-F238E27FC236}">
                    <a16:creationId xmlns:a16="http://schemas.microsoft.com/office/drawing/2014/main" id="{0B1B7798-972D-0A91-D6E6-08B5773AEE51}"/>
                  </a:ext>
                </a:extLst>
              </p:cNvPr>
              <p:cNvSpPr/>
              <p:nvPr/>
            </p:nvSpPr>
            <p:spPr>
              <a:xfrm>
                <a:off x="7659109" y="7848023"/>
                <a:ext cx="37180" cy="37180"/>
              </a:xfrm>
              <a:custGeom>
                <a:avLst/>
                <a:gdLst>
                  <a:gd name="connsiteX0" fmla="*/ 37435 w 37180"/>
                  <a:gd name="connsiteY0" fmla="*/ 18737 h 37180"/>
                  <a:gd name="connsiteX1" fmla="*/ 18844 w 37180"/>
                  <a:gd name="connsiteY1" fmla="*/ 37328 h 37180"/>
                  <a:gd name="connsiteX2" fmla="*/ 254 w 37180"/>
                  <a:gd name="connsiteY2" fmla="*/ 18737 h 37180"/>
                  <a:gd name="connsiteX3" fmla="*/ 18844 w 37180"/>
                  <a:gd name="connsiteY3" fmla="*/ 147 h 37180"/>
                  <a:gd name="connsiteX4" fmla="*/ 37435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37"/>
                    </a:moveTo>
                    <a:cubicBezTo>
                      <a:pt x="37435" y="29004"/>
                      <a:pt x="29112" y="37328"/>
                      <a:pt x="18844" y="37328"/>
                    </a:cubicBezTo>
                    <a:cubicBezTo>
                      <a:pt x="8577" y="37328"/>
                      <a:pt x="254" y="29004"/>
                      <a:pt x="254" y="18737"/>
                    </a:cubicBezTo>
                    <a:cubicBezTo>
                      <a:pt x="254" y="8470"/>
                      <a:pt x="8577" y="147"/>
                      <a:pt x="18844" y="147"/>
                    </a:cubicBezTo>
                    <a:cubicBezTo>
                      <a:pt x="29112" y="147"/>
                      <a:pt x="37435" y="8470"/>
                      <a:pt x="37435" y="18737"/>
                    </a:cubicBezTo>
                    <a:close/>
                  </a:path>
                </a:pathLst>
              </a:custGeom>
              <a:solidFill>
                <a:srgbClr val="C1F7C1"/>
              </a:solidFill>
              <a:ln w="5753" cap="sq">
                <a:noFill/>
                <a:prstDash val="solid"/>
                <a:miter/>
              </a:ln>
            </p:spPr>
            <p:txBody>
              <a:bodyPr rtlCol="0" anchor="ctr"/>
              <a:lstStyle/>
              <a:p>
                <a:endParaRPr lang="en-US"/>
              </a:p>
            </p:txBody>
          </p:sp>
          <p:sp>
            <p:nvSpPr>
              <p:cNvPr id="1921" name="Freeform: Shape 1920">
                <a:extLst>
                  <a:ext uri="{FF2B5EF4-FFF2-40B4-BE49-F238E27FC236}">
                    <a16:creationId xmlns:a16="http://schemas.microsoft.com/office/drawing/2014/main" id="{115CEE38-B3B9-B6FC-34F3-2E60AF60DC71}"/>
                  </a:ext>
                </a:extLst>
              </p:cNvPr>
              <p:cNvSpPr/>
              <p:nvPr/>
            </p:nvSpPr>
            <p:spPr>
              <a:xfrm>
                <a:off x="7656709" y="7845623"/>
                <a:ext cx="41981" cy="41981"/>
              </a:xfrm>
              <a:custGeom>
                <a:avLst/>
                <a:gdLst>
                  <a:gd name="connsiteX0" fmla="*/ 21245 w 41981"/>
                  <a:gd name="connsiteY0" fmla="*/ 4947 h 41981"/>
                  <a:gd name="connsiteX1" fmla="*/ 37435 w 41981"/>
                  <a:gd name="connsiteY1" fmla="*/ 21137 h 41981"/>
                  <a:gd name="connsiteX2" fmla="*/ 37435 w 41981"/>
                  <a:gd name="connsiteY2" fmla="*/ 21137 h 41981"/>
                  <a:gd name="connsiteX3" fmla="*/ 21245 w 41981"/>
                  <a:gd name="connsiteY3" fmla="*/ 37328 h 41981"/>
                  <a:gd name="connsiteX4" fmla="*/ 5054 w 41981"/>
                  <a:gd name="connsiteY4" fmla="*/ 21137 h 41981"/>
                  <a:gd name="connsiteX5" fmla="*/ 21245 w 41981"/>
                  <a:gd name="connsiteY5" fmla="*/ 4947 h 41981"/>
                  <a:gd name="connsiteX6" fmla="*/ 21245 w 41981"/>
                  <a:gd name="connsiteY6" fmla="*/ 147 h 41981"/>
                  <a:gd name="connsiteX7" fmla="*/ 254 w 41981"/>
                  <a:gd name="connsiteY7" fmla="*/ 21137 h 41981"/>
                  <a:gd name="connsiteX8" fmla="*/ 21245 w 41981"/>
                  <a:gd name="connsiteY8" fmla="*/ 42128 h 41981"/>
                  <a:gd name="connsiteX9" fmla="*/ 42235 w 41981"/>
                  <a:gd name="connsiteY9" fmla="*/ 21137 h 41981"/>
                  <a:gd name="connsiteX10" fmla="*/ 42235 w 41981"/>
                  <a:gd name="connsiteY10" fmla="*/ 21137 h 41981"/>
                  <a:gd name="connsiteX11" fmla="*/ 21245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47"/>
                    </a:moveTo>
                    <a:cubicBezTo>
                      <a:pt x="30186" y="4947"/>
                      <a:pt x="37435" y="12196"/>
                      <a:pt x="37435" y="21137"/>
                    </a:cubicBezTo>
                    <a:lnTo>
                      <a:pt x="37435" y="21137"/>
                    </a:lnTo>
                    <a:cubicBezTo>
                      <a:pt x="37435" y="30079"/>
                      <a:pt x="30186" y="37328"/>
                      <a:pt x="21245" y="37328"/>
                    </a:cubicBezTo>
                    <a:cubicBezTo>
                      <a:pt x="12303" y="37328"/>
                      <a:pt x="5054" y="30079"/>
                      <a:pt x="5054" y="21137"/>
                    </a:cubicBezTo>
                    <a:cubicBezTo>
                      <a:pt x="5054" y="12196"/>
                      <a:pt x="12303" y="4947"/>
                      <a:pt x="21245" y="4947"/>
                    </a:cubicBezTo>
                    <a:close/>
                    <a:moveTo>
                      <a:pt x="21245" y="147"/>
                    </a:moveTo>
                    <a:cubicBezTo>
                      <a:pt x="9652" y="147"/>
                      <a:pt x="254" y="9545"/>
                      <a:pt x="254" y="21137"/>
                    </a:cubicBezTo>
                    <a:cubicBezTo>
                      <a:pt x="254" y="32730"/>
                      <a:pt x="9652" y="42128"/>
                      <a:pt x="21245" y="42128"/>
                    </a:cubicBezTo>
                    <a:cubicBezTo>
                      <a:pt x="32837" y="42128"/>
                      <a:pt x="42235" y="32730"/>
                      <a:pt x="42235" y="21137"/>
                    </a:cubicBezTo>
                    <a:lnTo>
                      <a:pt x="42235" y="21137"/>
                    </a:lnTo>
                    <a:cubicBezTo>
                      <a:pt x="42235" y="9545"/>
                      <a:pt x="32837" y="147"/>
                      <a:pt x="21245" y="147"/>
                    </a:cubicBezTo>
                    <a:close/>
                  </a:path>
                </a:pathLst>
              </a:custGeom>
              <a:solidFill>
                <a:srgbClr val="000000"/>
              </a:solidFill>
              <a:ln w="4794" cap="sq">
                <a:noFill/>
                <a:prstDash val="solid"/>
                <a:round/>
              </a:ln>
            </p:spPr>
            <p:txBody>
              <a:bodyPr rtlCol="0" anchor="ctr"/>
              <a:lstStyle/>
              <a:p>
                <a:endParaRPr lang="en-US"/>
              </a:p>
            </p:txBody>
          </p:sp>
          <p:sp>
            <p:nvSpPr>
              <p:cNvPr id="1922" name="Freeform: Shape 1921">
                <a:extLst>
                  <a:ext uri="{FF2B5EF4-FFF2-40B4-BE49-F238E27FC236}">
                    <a16:creationId xmlns:a16="http://schemas.microsoft.com/office/drawing/2014/main" id="{018003DB-DE83-6EB8-6BE1-21DA04652ADE}"/>
                  </a:ext>
                </a:extLst>
              </p:cNvPr>
              <p:cNvSpPr/>
              <p:nvPr/>
            </p:nvSpPr>
            <p:spPr>
              <a:xfrm>
                <a:off x="7613173" y="8051443"/>
                <a:ext cx="37180" cy="37180"/>
              </a:xfrm>
              <a:custGeom>
                <a:avLst/>
                <a:gdLst>
                  <a:gd name="connsiteX0" fmla="*/ 37427 w 37180"/>
                  <a:gd name="connsiteY0" fmla="*/ 18772 h 37180"/>
                  <a:gd name="connsiteX1" fmla="*/ 18836 w 37180"/>
                  <a:gd name="connsiteY1" fmla="*/ 37363 h 37180"/>
                  <a:gd name="connsiteX2" fmla="*/ 246 w 37180"/>
                  <a:gd name="connsiteY2" fmla="*/ 18772 h 37180"/>
                  <a:gd name="connsiteX3" fmla="*/ 18836 w 37180"/>
                  <a:gd name="connsiteY3" fmla="*/ 182 h 37180"/>
                  <a:gd name="connsiteX4" fmla="*/ 37427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72"/>
                    </a:moveTo>
                    <a:cubicBezTo>
                      <a:pt x="37427" y="29040"/>
                      <a:pt x="29104" y="37363"/>
                      <a:pt x="18836" y="37363"/>
                    </a:cubicBezTo>
                    <a:cubicBezTo>
                      <a:pt x="8569" y="37363"/>
                      <a:pt x="246" y="29040"/>
                      <a:pt x="246" y="18772"/>
                    </a:cubicBezTo>
                    <a:cubicBezTo>
                      <a:pt x="246" y="8505"/>
                      <a:pt x="8569" y="182"/>
                      <a:pt x="18836" y="182"/>
                    </a:cubicBezTo>
                    <a:cubicBezTo>
                      <a:pt x="29104" y="182"/>
                      <a:pt x="37427" y="8505"/>
                      <a:pt x="37427" y="18772"/>
                    </a:cubicBezTo>
                    <a:close/>
                  </a:path>
                </a:pathLst>
              </a:custGeom>
              <a:solidFill>
                <a:srgbClr val="E9F7E9"/>
              </a:solidFill>
              <a:ln w="5753" cap="sq">
                <a:noFill/>
                <a:prstDash val="solid"/>
                <a:miter/>
              </a:ln>
            </p:spPr>
            <p:txBody>
              <a:bodyPr rtlCol="0" anchor="ctr"/>
              <a:lstStyle/>
              <a:p>
                <a:endParaRPr lang="en-US"/>
              </a:p>
            </p:txBody>
          </p:sp>
          <p:sp>
            <p:nvSpPr>
              <p:cNvPr id="1923" name="Freeform: Shape 1922">
                <a:extLst>
                  <a:ext uri="{FF2B5EF4-FFF2-40B4-BE49-F238E27FC236}">
                    <a16:creationId xmlns:a16="http://schemas.microsoft.com/office/drawing/2014/main" id="{DDE7888A-453F-3EFB-62DE-A4272278204D}"/>
                  </a:ext>
                </a:extLst>
              </p:cNvPr>
              <p:cNvSpPr/>
              <p:nvPr/>
            </p:nvSpPr>
            <p:spPr>
              <a:xfrm>
                <a:off x="7610773" y="8049043"/>
                <a:ext cx="41981" cy="41981"/>
              </a:xfrm>
              <a:custGeom>
                <a:avLst/>
                <a:gdLst>
                  <a:gd name="connsiteX0" fmla="*/ 21237 w 41981"/>
                  <a:gd name="connsiteY0" fmla="*/ 4982 h 41981"/>
                  <a:gd name="connsiteX1" fmla="*/ 37427 w 41981"/>
                  <a:gd name="connsiteY1" fmla="*/ 21173 h 41981"/>
                  <a:gd name="connsiteX2" fmla="*/ 37427 w 41981"/>
                  <a:gd name="connsiteY2" fmla="*/ 21173 h 41981"/>
                  <a:gd name="connsiteX3" fmla="*/ 21237 w 41981"/>
                  <a:gd name="connsiteY3" fmla="*/ 37363 h 41981"/>
                  <a:gd name="connsiteX4" fmla="*/ 5046 w 41981"/>
                  <a:gd name="connsiteY4" fmla="*/ 21173 h 41981"/>
                  <a:gd name="connsiteX5" fmla="*/ 21237 w 41981"/>
                  <a:gd name="connsiteY5" fmla="*/ 4982 h 41981"/>
                  <a:gd name="connsiteX6" fmla="*/ 21237 w 41981"/>
                  <a:gd name="connsiteY6" fmla="*/ 182 h 41981"/>
                  <a:gd name="connsiteX7" fmla="*/ 246 w 41981"/>
                  <a:gd name="connsiteY7" fmla="*/ 21173 h 41981"/>
                  <a:gd name="connsiteX8" fmla="*/ 21237 w 41981"/>
                  <a:gd name="connsiteY8" fmla="*/ 42163 h 41981"/>
                  <a:gd name="connsiteX9" fmla="*/ 42227 w 41981"/>
                  <a:gd name="connsiteY9" fmla="*/ 21173 h 41981"/>
                  <a:gd name="connsiteX10" fmla="*/ 42227 w 41981"/>
                  <a:gd name="connsiteY10" fmla="*/ 21173 h 41981"/>
                  <a:gd name="connsiteX11" fmla="*/ 21237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82"/>
                    </a:moveTo>
                    <a:cubicBezTo>
                      <a:pt x="30178" y="4982"/>
                      <a:pt x="37427" y="12231"/>
                      <a:pt x="37427" y="21173"/>
                    </a:cubicBezTo>
                    <a:lnTo>
                      <a:pt x="37427" y="21173"/>
                    </a:lnTo>
                    <a:cubicBezTo>
                      <a:pt x="37427" y="30114"/>
                      <a:pt x="30178" y="37363"/>
                      <a:pt x="21237" y="37363"/>
                    </a:cubicBezTo>
                    <a:cubicBezTo>
                      <a:pt x="12295" y="37363"/>
                      <a:pt x="5046" y="30114"/>
                      <a:pt x="5046" y="21173"/>
                    </a:cubicBezTo>
                    <a:cubicBezTo>
                      <a:pt x="5046" y="12231"/>
                      <a:pt x="12295" y="4982"/>
                      <a:pt x="21237" y="4982"/>
                    </a:cubicBezTo>
                    <a:close/>
                    <a:moveTo>
                      <a:pt x="21237" y="182"/>
                    </a:moveTo>
                    <a:cubicBezTo>
                      <a:pt x="9644" y="182"/>
                      <a:pt x="246" y="9580"/>
                      <a:pt x="246" y="21173"/>
                    </a:cubicBezTo>
                    <a:cubicBezTo>
                      <a:pt x="246" y="32765"/>
                      <a:pt x="9644" y="42163"/>
                      <a:pt x="21237" y="42163"/>
                    </a:cubicBezTo>
                    <a:cubicBezTo>
                      <a:pt x="32829" y="42163"/>
                      <a:pt x="42227" y="32765"/>
                      <a:pt x="42227" y="21173"/>
                    </a:cubicBezTo>
                    <a:lnTo>
                      <a:pt x="42227" y="21173"/>
                    </a:lnTo>
                    <a:cubicBezTo>
                      <a:pt x="42227" y="9580"/>
                      <a:pt x="32829" y="182"/>
                      <a:pt x="21237" y="182"/>
                    </a:cubicBezTo>
                    <a:close/>
                  </a:path>
                </a:pathLst>
              </a:custGeom>
              <a:solidFill>
                <a:srgbClr val="000000"/>
              </a:solidFill>
              <a:ln w="4794" cap="sq">
                <a:noFill/>
                <a:prstDash val="solid"/>
                <a:round/>
              </a:ln>
            </p:spPr>
            <p:txBody>
              <a:bodyPr rtlCol="0" anchor="ctr"/>
              <a:lstStyle/>
              <a:p>
                <a:endParaRPr lang="en-US"/>
              </a:p>
            </p:txBody>
          </p:sp>
          <p:sp>
            <p:nvSpPr>
              <p:cNvPr id="1924" name="Freeform: Shape 1923">
                <a:extLst>
                  <a:ext uri="{FF2B5EF4-FFF2-40B4-BE49-F238E27FC236}">
                    <a16:creationId xmlns:a16="http://schemas.microsoft.com/office/drawing/2014/main" id="{8D69571C-D879-DF15-62FF-CFF4E889AEAA}"/>
                  </a:ext>
                </a:extLst>
              </p:cNvPr>
              <p:cNvSpPr/>
              <p:nvPr/>
            </p:nvSpPr>
            <p:spPr>
              <a:xfrm>
                <a:off x="7654501" y="7866697"/>
                <a:ext cx="37180" cy="37180"/>
              </a:xfrm>
              <a:custGeom>
                <a:avLst/>
                <a:gdLst>
                  <a:gd name="connsiteX0" fmla="*/ 37434 w 37180"/>
                  <a:gd name="connsiteY0" fmla="*/ 18740 h 37180"/>
                  <a:gd name="connsiteX1" fmla="*/ 18844 w 37180"/>
                  <a:gd name="connsiteY1" fmla="*/ 37331 h 37180"/>
                  <a:gd name="connsiteX2" fmla="*/ 253 w 37180"/>
                  <a:gd name="connsiteY2" fmla="*/ 18740 h 37180"/>
                  <a:gd name="connsiteX3" fmla="*/ 18844 w 37180"/>
                  <a:gd name="connsiteY3" fmla="*/ 150 h 37180"/>
                  <a:gd name="connsiteX4" fmla="*/ 37434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40"/>
                    </a:moveTo>
                    <a:cubicBezTo>
                      <a:pt x="37434" y="29008"/>
                      <a:pt x="29111" y="37331"/>
                      <a:pt x="18844" y="37331"/>
                    </a:cubicBezTo>
                    <a:cubicBezTo>
                      <a:pt x="8576" y="37331"/>
                      <a:pt x="253" y="29008"/>
                      <a:pt x="253" y="18740"/>
                    </a:cubicBezTo>
                    <a:cubicBezTo>
                      <a:pt x="253" y="8473"/>
                      <a:pt x="8576" y="150"/>
                      <a:pt x="18844" y="150"/>
                    </a:cubicBezTo>
                    <a:cubicBezTo>
                      <a:pt x="29111" y="150"/>
                      <a:pt x="37434" y="8473"/>
                      <a:pt x="37434" y="18740"/>
                    </a:cubicBezTo>
                    <a:close/>
                  </a:path>
                </a:pathLst>
              </a:custGeom>
              <a:solidFill>
                <a:srgbClr val="3FF73F"/>
              </a:solidFill>
              <a:ln w="5753" cap="sq">
                <a:noFill/>
                <a:prstDash val="solid"/>
                <a:miter/>
              </a:ln>
            </p:spPr>
            <p:txBody>
              <a:bodyPr rtlCol="0" anchor="ctr"/>
              <a:lstStyle/>
              <a:p>
                <a:endParaRPr lang="en-US"/>
              </a:p>
            </p:txBody>
          </p:sp>
          <p:sp>
            <p:nvSpPr>
              <p:cNvPr id="1925" name="Freeform: Shape 1924">
                <a:extLst>
                  <a:ext uri="{FF2B5EF4-FFF2-40B4-BE49-F238E27FC236}">
                    <a16:creationId xmlns:a16="http://schemas.microsoft.com/office/drawing/2014/main" id="{E8ED50F7-B2F4-9DA6-2D47-569B19BD0DA2}"/>
                  </a:ext>
                </a:extLst>
              </p:cNvPr>
              <p:cNvSpPr/>
              <p:nvPr/>
            </p:nvSpPr>
            <p:spPr>
              <a:xfrm>
                <a:off x="7652101" y="7864297"/>
                <a:ext cx="41981" cy="41981"/>
              </a:xfrm>
              <a:custGeom>
                <a:avLst/>
                <a:gdLst>
                  <a:gd name="connsiteX0" fmla="*/ 21244 w 41981"/>
                  <a:gd name="connsiteY0" fmla="*/ 4950 h 41981"/>
                  <a:gd name="connsiteX1" fmla="*/ 37434 w 41981"/>
                  <a:gd name="connsiteY1" fmla="*/ 21141 h 41981"/>
                  <a:gd name="connsiteX2" fmla="*/ 37434 w 41981"/>
                  <a:gd name="connsiteY2" fmla="*/ 21141 h 41981"/>
                  <a:gd name="connsiteX3" fmla="*/ 21244 w 41981"/>
                  <a:gd name="connsiteY3" fmla="*/ 37331 h 41981"/>
                  <a:gd name="connsiteX4" fmla="*/ 5054 w 41981"/>
                  <a:gd name="connsiteY4" fmla="*/ 21141 h 41981"/>
                  <a:gd name="connsiteX5" fmla="*/ 21244 w 41981"/>
                  <a:gd name="connsiteY5" fmla="*/ 4950 h 41981"/>
                  <a:gd name="connsiteX6" fmla="*/ 21244 w 41981"/>
                  <a:gd name="connsiteY6" fmla="*/ 150 h 41981"/>
                  <a:gd name="connsiteX7" fmla="*/ 253 w 41981"/>
                  <a:gd name="connsiteY7" fmla="*/ 21141 h 41981"/>
                  <a:gd name="connsiteX8" fmla="*/ 21244 w 41981"/>
                  <a:gd name="connsiteY8" fmla="*/ 42131 h 41981"/>
                  <a:gd name="connsiteX9" fmla="*/ 42234 w 41981"/>
                  <a:gd name="connsiteY9" fmla="*/ 21141 h 41981"/>
                  <a:gd name="connsiteX10" fmla="*/ 42234 w 41981"/>
                  <a:gd name="connsiteY10" fmla="*/ 21141 h 41981"/>
                  <a:gd name="connsiteX11" fmla="*/ 21244 w 41981"/>
                  <a:gd name="connsiteY11" fmla="*/ 15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50"/>
                    </a:moveTo>
                    <a:cubicBezTo>
                      <a:pt x="30186" y="4950"/>
                      <a:pt x="37434" y="12199"/>
                      <a:pt x="37434" y="21141"/>
                    </a:cubicBezTo>
                    <a:lnTo>
                      <a:pt x="37434" y="21141"/>
                    </a:lnTo>
                    <a:cubicBezTo>
                      <a:pt x="37434" y="30082"/>
                      <a:pt x="30186" y="37331"/>
                      <a:pt x="21244" y="37331"/>
                    </a:cubicBezTo>
                    <a:cubicBezTo>
                      <a:pt x="12302" y="37331"/>
                      <a:pt x="5054" y="30082"/>
                      <a:pt x="5054" y="21141"/>
                    </a:cubicBezTo>
                    <a:cubicBezTo>
                      <a:pt x="5054" y="12199"/>
                      <a:pt x="12302" y="4950"/>
                      <a:pt x="21244" y="4950"/>
                    </a:cubicBezTo>
                    <a:close/>
                    <a:moveTo>
                      <a:pt x="21244" y="150"/>
                    </a:moveTo>
                    <a:cubicBezTo>
                      <a:pt x="9651" y="150"/>
                      <a:pt x="253" y="9548"/>
                      <a:pt x="253" y="21141"/>
                    </a:cubicBezTo>
                    <a:cubicBezTo>
                      <a:pt x="253" y="32733"/>
                      <a:pt x="9651" y="42131"/>
                      <a:pt x="21244" y="42131"/>
                    </a:cubicBezTo>
                    <a:cubicBezTo>
                      <a:pt x="32836" y="42131"/>
                      <a:pt x="42234" y="32733"/>
                      <a:pt x="42234" y="21141"/>
                    </a:cubicBezTo>
                    <a:lnTo>
                      <a:pt x="42234" y="21141"/>
                    </a:lnTo>
                    <a:cubicBezTo>
                      <a:pt x="42234" y="9548"/>
                      <a:pt x="32836" y="150"/>
                      <a:pt x="21244" y="150"/>
                    </a:cubicBezTo>
                    <a:close/>
                  </a:path>
                </a:pathLst>
              </a:custGeom>
              <a:solidFill>
                <a:srgbClr val="000000"/>
              </a:solidFill>
              <a:ln w="4794" cap="sq">
                <a:noFill/>
                <a:prstDash val="solid"/>
                <a:round/>
              </a:ln>
            </p:spPr>
            <p:txBody>
              <a:bodyPr rtlCol="0" anchor="ctr"/>
              <a:lstStyle/>
              <a:p>
                <a:endParaRPr lang="en-US"/>
              </a:p>
            </p:txBody>
          </p:sp>
          <p:sp>
            <p:nvSpPr>
              <p:cNvPr id="1926" name="Freeform: Shape 1925">
                <a:extLst>
                  <a:ext uri="{FF2B5EF4-FFF2-40B4-BE49-F238E27FC236}">
                    <a16:creationId xmlns:a16="http://schemas.microsoft.com/office/drawing/2014/main" id="{1204A256-FBFD-155A-662B-A99B53272BE4}"/>
                  </a:ext>
                </a:extLst>
              </p:cNvPr>
              <p:cNvSpPr/>
              <p:nvPr/>
            </p:nvSpPr>
            <p:spPr>
              <a:xfrm>
                <a:off x="7755151" y="8044064"/>
                <a:ext cx="37180" cy="37180"/>
              </a:xfrm>
              <a:custGeom>
                <a:avLst/>
                <a:gdLst>
                  <a:gd name="connsiteX0" fmla="*/ 37452 w 37180"/>
                  <a:gd name="connsiteY0" fmla="*/ 18771 h 37180"/>
                  <a:gd name="connsiteX1" fmla="*/ 18861 w 37180"/>
                  <a:gd name="connsiteY1" fmla="*/ 37362 h 37180"/>
                  <a:gd name="connsiteX2" fmla="*/ 271 w 37180"/>
                  <a:gd name="connsiteY2" fmla="*/ 18771 h 37180"/>
                  <a:gd name="connsiteX3" fmla="*/ 18861 w 37180"/>
                  <a:gd name="connsiteY3" fmla="*/ 181 h 37180"/>
                  <a:gd name="connsiteX4" fmla="*/ 37452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71"/>
                    </a:moveTo>
                    <a:cubicBezTo>
                      <a:pt x="37452" y="29038"/>
                      <a:pt x="29128" y="37362"/>
                      <a:pt x="18861" y="37362"/>
                    </a:cubicBezTo>
                    <a:cubicBezTo>
                      <a:pt x="8594" y="37362"/>
                      <a:pt x="271" y="29038"/>
                      <a:pt x="271" y="18771"/>
                    </a:cubicBezTo>
                    <a:cubicBezTo>
                      <a:pt x="271" y="8504"/>
                      <a:pt x="8594" y="181"/>
                      <a:pt x="18861" y="181"/>
                    </a:cubicBezTo>
                    <a:cubicBezTo>
                      <a:pt x="29128" y="181"/>
                      <a:pt x="37452" y="8504"/>
                      <a:pt x="37452" y="18771"/>
                    </a:cubicBezTo>
                    <a:close/>
                  </a:path>
                </a:pathLst>
              </a:custGeom>
              <a:solidFill>
                <a:srgbClr val="F7A59C"/>
              </a:solidFill>
              <a:ln w="5753" cap="sq">
                <a:noFill/>
                <a:prstDash val="solid"/>
                <a:miter/>
              </a:ln>
            </p:spPr>
            <p:txBody>
              <a:bodyPr rtlCol="0" anchor="ctr"/>
              <a:lstStyle/>
              <a:p>
                <a:endParaRPr lang="en-US"/>
              </a:p>
            </p:txBody>
          </p:sp>
          <p:sp>
            <p:nvSpPr>
              <p:cNvPr id="1927" name="Freeform: Shape 1926">
                <a:extLst>
                  <a:ext uri="{FF2B5EF4-FFF2-40B4-BE49-F238E27FC236}">
                    <a16:creationId xmlns:a16="http://schemas.microsoft.com/office/drawing/2014/main" id="{45E9F536-B0A1-4603-360B-8FA83BC32B54}"/>
                  </a:ext>
                </a:extLst>
              </p:cNvPr>
              <p:cNvSpPr/>
              <p:nvPr/>
            </p:nvSpPr>
            <p:spPr>
              <a:xfrm>
                <a:off x="7752751" y="8041664"/>
                <a:ext cx="41981" cy="41981"/>
              </a:xfrm>
              <a:custGeom>
                <a:avLst/>
                <a:gdLst>
                  <a:gd name="connsiteX0" fmla="*/ 21261 w 41981"/>
                  <a:gd name="connsiteY0" fmla="*/ 4981 h 41981"/>
                  <a:gd name="connsiteX1" fmla="*/ 37452 w 41981"/>
                  <a:gd name="connsiteY1" fmla="*/ 21171 h 41981"/>
                  <a:gd name="connsiteX2" fmla="*/ 37452 w 41981"/>
                  <a:gd name="connsiteY2" fmla="*/ 21171 h 41981"/>
                  <a:gd name="connsiteX3" fmla="*/ 21261 w 41981"/>
                  <a:gd name="connsiteY3" fmla="*/ 37362 h 41981"/>
                  <a:gd name="connsiteX4" fmla="*/ 5071 w 41981"/>
                  <a:gd name="connsiteY4" fmla="*/ 21171 h 41981"/>
                  <a:gd name="connsiteX5" fmla="*/ 21261 w 41981"/>
                  <a:gd name="connsiteY5" fmla="*/ 4981 h 41981"/>
                  <a:gd name="connsiteX6" fmla="*/ 21261 w 41981"/>
                  <a:gd name="connsiteY6" fmla="*/ 181 h 41981"/>
                  <a:gd name="connsiteX7" fmla="*/ 271 w 41981"/>
                  <a:gd name="connsiteY7" fmla="*/ 21171 h 41981"/>
                  <a:gd name="connsiteX8" fmla="*/ 21261 w 41981"/>
                  <a:gd name="connsiteY8" fmla="*/ 42162 h 41981"/>
                  <a:gd name="connsiteX9" fmla="*/ 42252 w 41981"/>
                  <a:gd name="connsiteY9" fmla="*/ 21171 h 41981"/>
                  <a:gd name="connsiteX10" fmla="*/ 42252 w 41981"/>
                  <a:gd name="connsiteY10" fmla="*/ 21171 h 41981"/>
                  <a:gd name="connsiteX11" fmla="*/ 21261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81"/>
                    </a:moveTo>
                    <a:cubicBezTo>
                      <a:pt x="30203" y="4981"/>
                      <a:pt x="37452" y="12230"/>
                      <a:pt x="37452" y="21171"/>
                    </a:cubicBezTo>
                    <a:lnTo>
                      <a:pt x="37452" y="21171"/>
                    </a:lnTo>
                    <a:cubicBezTo>
                      <a:pt x="37452" y="30113"/>
                      <a:pt x="30203" y="37362"/>
                      <a:pt x="21261" y="37362"/>
                    </a:cubicBezTo>
                    <a:cubicBezTo>
                      <a:pt x="12319" y="37362"/>
                      <a:pt x="5071" y="30113"/>
                      <a:pt x="5071" y="21171"/>
                    </a:cubicBezTo>
                    <a:cubicBezTo>
                      <a:pt x="5071" y="12230"/>
                      <a:pt x="12319" y="4981"/>
                      <a:pt x="21261" y="4981"/>
                    </a:cubicBezTo>
                    <a:close/>
                    <a:moveTo>
                      <a:pt x="21261" y="181"/>
                    </a:moveTo>
                    <a:cubicBezTo>
                      <a:pt x="9669" y="181"/>
                      <a:pt x="271" y="9579"/>
                      <a:pt x="271" y="21171"/>
                    </a:cubicBezTo>
                    <a:cubicBezTo>
                      <a:pt x="271" y="32764"/>
                      <a:pt x="9669" y="42162"/>
                      <a:pt x="21261" y="42162"/>
                    </a:cubicBezTo>
                    <a:cubicBezTo>
                      <a:pt x="32854" y="42162"/>
                      <a:pt x="42252" y="32764"/>
                      <a:pt x="42252" y="21171"/>
                    </a:cubicBezTo>
                    <a:lnTo>
                      <a:pt x="42252" y="21171"/>
                    </a:lnTo>
                    <a:cubicBezTo>
                      <a:pt x="42252" y="9579"/>
                      <a:pt x="32854" y="181"/>
                      <a:pt x="21261" y="181"/>
                    </a:cubicBezTo>
                    <a:close/>
                  </a:path>
                </a:pathLst>
              </a:custGeom>
              <a:solidFill>
                <a:srgbClr val="000000"/>
              </a:solidFill>
              <a:ln w="4794" cap="sq">
                <a:noFill/>
                <a:prstDash val="solid"/>
                <a:round/>
              </a:ln>
            </p:spPr>
            <p:txBody>
              <a:bodyPr rtlCol="0" anchor="ctr"/>
              <a:lstStyle/>
              <a:p>
                <a:endParaRPr lang="en-US"/>
              </a:p>
            </p:txBody>
          </p:sp>
          <p:sp>
            <p:nvSpPr>
              <p:cNvPr id="1928" name="Freeform: Shape 1927">
                <a:extLst>
                  <a:ext uri="{FF2B5EF4-FFF2-40B4-BE49-F238E27FC236}">
                    <a16:creationId xmlns:a16="http://schemas.microsoft.com/office/drawing/2014/main" id="{87D406E3-2825-5308-5492-EBA0987CF195}"/>
                  </a:ext>
                </a:extLst>
              </p:cNvPr>
              <p:cNvSpPr/>
              <p:nvPr/>
            </p:nvSpPr>
            <p:spPr>
              <a:xfrm>
                <a:off x="7810591" y="7981206"/>
                <a:ext cx="37180" cy="37180"/>
              </a:xfrm>
              <a:custGeom>
                <a:avLst/>
                <a:gdLst>
                  <a:gd name="connsiteX0" fmla="*/ 37461 w 37180"/>
                  <a:gd name="connsiteY0" fmla="*/ 18760 h 37180"/>
                  <a:gd name="connsiteX1" fmla="*/ 18871 w 37180"/>
                  <a:gd name="connsiteY1" fmla="*/ 37351 h 37180"/>
                  <a:gd name="connsiteX2" fmla="*/ 280 w 37180"/>
                  <a:gd name="connsiteY2" fmla="*/ 18760 h 37180"/>
                  <a:gd name="connsiteX3" fmla="*/ 18871 w 37180"/>
                  <a:gd name="connsiteY3" fmla="*/ 170 h 37180"/>
                  <a:gd name="connsiteX4" fmla="*/ 3746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60"/>
                    </a:moveTo>
                    <a:cubicBezTo>
                      <a:pt x="37461" y="29027"/>
                      <a:pt x="29138" y="37351"/>
                      <a:pt x="18871" y="37351"/>
                    </a:cubicBezTo>
                    <a:cubicBezTo>
                      <a:pt x="8604" y="37351"/>
                      <a:pt x="280" y="29027"/>
                      <a:pt x="280" y="18760"/>
                    </a:cubicBezTo>
                    <a:cubicBezTo>
                      <a:pt x="280" y="8493"/>
                      <a:pt x="8604" y="170"/>
                      <a:pt x="18871" y="170"/>
                    </a:cubicBezTo>
                    <a:cubicBezTo>
                      <a:pt x="29138" y="170"/>
                      <a:pt x="37461" y="8493"/>
                      <a:pt x="37461" y="18760"/>
                    </a:cubicBezTo>
                    <a:close/>
                  </a:path>
                </a:pathLst>
              </a:custGeom>
              <a:solidFill>
                <a:srgbClr val="BAF7BA"/>
              </a:solidFill>
              <a:ln w="5753" cap="sq">
                <a:noFill/>
                <a:prstDash val="solid"/>
                <a:miter/>
              </a:ln>
            </p:spPr>
            <p:txBody>
              <a:bodyPr rtlCol="0" anchor="ctr"/>
              <a:lstStyle/>
              <a:p>
                <a:endParaRPr lang="en-US"/>
              </a:p>
            </p:txBody>
          </p:sp>
          <p:sp>
            <p:nvSpPr>
              <p:cNvPr id="1929" name="Freeform: Shape 1928">
                <a:extLst>
                  <a:ext uri="{FF2B5EF4-FFF2-40B4-BE49-F238E27FC236}">
                    <a16:creationId xmlns:a16="http://schemas.microsoft.com/office/drawing/2014/main" id="{16B449F6-4C08-6097-F46A-619842883B89}"/>
                  </a:ext>
                </a:extLst>
              </p:cNvPr>
              <p:cNvSpPr/>
              <p:nvPr/>
            </p:nvSpPr>
            <p:spPr>
              <a:xfrm>
                <a:off x="7808191" y="7978805"/>
                <a:ext cx="41981" cy="41981"/>
              </a:xfrm>
              <a:custGeom>
                <a:avLst/>
                <a:gdLst>
                  <a:gd name="connsiteX0" fmla="*/ 21271 w 41981"/>
                  <a:gd name="connsiteY0" fmla="*/ 4970 h 41981"/>
                  <a:gd name="connsiteX1" fmla="*/ 37461 w 41981"/>
                  <a:gd name="connsiteY1" fmla="*/ 21160 h 41981"/>
                  <a:gd name="connsiteX2" fmla="*/ 37461 w 41981"/>
                  <a:gd name="connsiteY2" fmla="*/ 21160 h 41981"/>
                  <a:gd name="connsiteX3" fmla="*/ 21271 w 41981"/>
                  <a:gd name="connsiteY3" fmla="*/ 37351 h 41981"/>
                  <a:gd name="connsiteX4" fmla="*/ 5081 w 41981"/>
                  <a:gd name="connsiteY4" fmla="*/ 21160 h 41981"/>
                  <a:gd name="connsiteX5" fmla="*/ 21271 w 41981"/>
                  <a:gd name="connsiteY5" fmla="*/ 4970 h 41981"/>
                  <a:gd name="connsiteX6" fmla="*/ 21271 w 41981"/>
                  <a:gd name="connsiteY6" fmla="*/ 170 h 41981"/>
                  <a:gd name="connsiteX7" fmla="*/ 280 w 41981"/>
                  <a:gd name="connsiteY7" fmla="*/ 21160 h 41981"/>
                  <a:gd name="connsiteX8" fmla="*/ 21271 w 41981"/>
                  <a:gd name="connsiteY8" fmla="*/ 42151 h 41981"/>
                  <a:gd name="connsiteX9" fmla="*/ 42262 w 41981"/>
                  <a:gd name="connsiteY9" fmla="*/ 21160 h 41981"/>
                  <a:gd name="connsiteX10" fmla="*/ 42262 w 41981"/>
                  <a:gd name="connsiteY10" fmla="*/ 21160 h 41981"/>
                  <a:gd name="connsiteX11" fmla="*/ 2127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0"/>
                    </a:moveTo>
                    <a:cubicBezTo>
                      <a:pt x="30213" y="4970"/>
                      <a:pt x="37461" y="12219"/>
                      <a:pt x="37461" y="21160"/>
                    </a:cubicBezTo>
                    <a:lnTo>
                      <a:pt x="37461" y="21160"/>
                    </a:lnTo>
                    <a:cubicBezTo>
                      <a:pt x="37461" y="30102"/>
                      <a:pt x="30213" y="37351"/>
                      <a:pt x="21271" y="37351"/>
                    </a:cubicBezTo>
                    <a:cubicBezTo>
                      <a:pt x="12329" y="37351"/>
                      <a:pt x="5081" y="30102"/>
                      <a:pt x="5081" y="21160"/>
                    </a:cubicBezTo>
                    <a:cubicBezTo>
                      <a:pt x="5081" y="12219"/>
                      <a:pt x="12329" y="4970"/>
                      <a:pt x="21271" y="4970"/>
                    </a:cubicBezTo>
                    <a:close/>
                    <a:moveTo>
                      <a:pt x="21271" y="170"/>
                    </a:moveTo>
                    <a:cubicBezTo>
                      <a:pt x="9678" y="170"/>
                      <a:pt x="280" y="9568"/>
                      <a:pt x="280" y="21160"/>
                    </a:cubicBezTo>
                    <a:cubicBezTo>
                      <a:pt x="280" y="32753"/>
                      <a:pt x="9678" y="42151"/>
                      <a:pt x="21271" y="42151"/>
                    </a:cubicBezTo>
                    <a:cubicBezTo>
                      <a:pt x="32864" y="42151"/>
                      <a:pt x="42262" y="32753"/>
                      <a:pt x="42262" y="21160"/>
                    </a:cubicBezTo>
                    <a:lnTo>
                      <a:pt x="42262" y="21160"/>
                    </a:lnTo>
                    <a:cubicBezTo>
                      <a:pt x="42262" y="9568"/>
                      <a:pt x="32864" y="170"/>
                      <a:pt x="21271" y="170"/>
                    </a:cubicBezTo>
                    <a:close/>
                  </a:path>
                </a:pathLst>
              </a:custGeom>
              <a:solidFill>
                <a:srgbClr val="000000"/>
              </a:solidFill>
              <a:ln w="4794" cap="sq">
                <a:noFill/>
                <a:prstDash val="solid"/>
                <a:round/>
              </a:ln>
            </p:spPr>
            <p:txBody>
              <a:bodyPr rtlCol="0" anchor="ctr"/>
              <a:lstStyle/>
              <a:p>
                <a:endParaRPr lang="en-US"/>
              </a:p>
            </p:txBody>
          </p:sp>
          <p:sp>
            <p:nvSpPr>
              <p:cNvPr id="1930" name="Freeform: Shape 1929">
                <a:extLst>
                  <a:ext uri="{FF2B5EF4-FFF2-40B4-BE49-F238E27FC236}">
                    <a16:creationId xmlns:a16="http://schemas.microsoft.com/office/drawing/2014/main" id="{506147CE-5AEF-2DDA-AC2B-8A90CD6DF639}"/>
                  </a:ext>
                </a:extLst>
              </p:cNvPr>
              <p:cNvSpPr/>
              <p:nvPr/>
            </p:nvSpPr>
            <p:spPr>
              <a:xfrm>
                <a:off x="7628178" y="8027677"/>
                <a:ext cx="37180" cy="37180"/>
              </a:xfrm>
              <a:custGeom>
                <a:avLst/>
                <a:gdLst>
                  <a:gd name="connsiteX0" fmla="*/ 37429 w 37180"/>
                  <a:gd name="connsiteY0" fmla="*/ 18768 h 37180"/>
                  <a:gd name="connsiteX1" fmla="*/ 18839 w 37180"/>
                  <a:gd name="connsiteY1" fmla="*/ 37359 h 37180"/>
                  <a:gd name="connsiteX2" fmla="*/ 249 w 37180"/>
                  <a:gd name="connsiteY2" fmla="*/ 18768 h 37180"/>
                  <a:gd name="connsiteX3" fmla="*/ 18839 w 37180"/>
                  <a:gd name="connsiteY3" fmla="*/ 178 h 37180"/>
                  <a:gd name="connsiteX4" fmla="*/ 37429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68"/>
                    </a:moveTo>
                    <a:cubicBezTo>
                      <a:pt x="37429" y="29036"/>
                      <a:pt x="29106" y="37359"/>
                      <a:pt x="18839" y="37359"/>
                    </a:cubicBezTo>
                    <a:cubicBezTo>
                      <a:pt x="8572" y="37359"/>
                      <a:pt x="249" y="29036"/>
                      <a:pt x="249" y="18768"/>
                    </a:cubicBezTo>
                    <a:cubicBezTo>
                      <a:pt x="249" y="8501"/>
                      <a:pt x="8572" y="178"/>
                      <a:pt x="18839" y="178"/>
                    </a:cubicBezTo>
                    <a:cubicBezTo>
                      <a:pt x="29106" y="178"/>
                      <a:pt x="37429" y="8501"/>
                      <a:pt x="37429" y="18768"/>
                    </a:cubicBezTo>
                    <a:close/>
                  </a:path>
                </a:pathLst>
              </a:custGeom>
              <a:solidFill>
                <a:srgbClr val="41F741"/>
              </a:solidFill>
              <a:ln w="5753" cap="sq">
                <a:noFill/>
                <a:prstDash val="solid"/>
                <a:miter/>
              </a:ln>
            </p:spPr>
            <p:txBody>
              <a:bodyPr rtlCol="0" anchor="ctr"/>
              <a:lstStyle/>
              <a:p>
                <a:endParaRPr lang="en-US"/>
              </a:p>
            </p:txBody>
          </p:sp>
          <p:sp>
            <p:nvSpPr>
              <p:cNvPr id="1931" name="Freeform: Shape 1930">
                <a:extLst>
                  <a:ext uri="{FF2B5EF4-FFF2-40B4-BE49-F238E27FC236}">
                    <a16:creationId xmlns:a16="http://schemas.microsoft.com/office/drawing/2014/main" id="{BB1DBF60-1080-68A6-277D-C48C07DF3405}"/>
                  </a:ext>
                </a:extLst>
              </p:cNvPr>
              <p:cNvSpPr/>
              <p:nvPr/>
            </p:nvSpPr>
            <p:spPr>
              <a:xfrm>
                <a:off x="7625777" y="8025277"/>
                <a:ext cx="41981" cy="41981"/>
              </a:xfrm>
              <a:custGeom>
                <a:avLst/>
                <a:gdLst>
                  <a:gd name="connsiteX0" fmla="*/ 21239 w 41981"/>
                  <a:gd name="connsiteY0" fmla="*/ 4978 h 41981"/>
                  <a:gd name="connsiteX1" fmla="*/ 37429 w 41981"/>
                  <a:gd name="connsiteY1" fmla="*/ 21169 h 41981"/>
                  <a:gd name="connsiteX2" fmla="*/ 37429 w 41981"/>
                  <a:gd name="connsiteY2" fmla="*/ 21169 h 41981"/>
                  <a:gd name="connsiteX3" fmla="*/ 21239 w 41981"/>
                  <a:gd name="connsiteY3" fmla="*/ 37359 h 41981"/>
                  <a:gd name="connsiteX4" fmla="*/ 5049 w 41981"/>
                  <a:gd name="connsiteY4" fmla="*/ 21169 h 41981"/>
                  <a:gd name="connsiteX5" fmla="*/ 21239 w 41981"/>
                  <a:gd name="connsiteY5" fmla="*/ 4978 h 41981"/>
                  <a:gd name="connsiteX6" fmla="*/ 21239 w 41981"/>
                  <a:gd name="connsiteY6" fmla="*/ 178 h 41981"/>
                  <a:gd name="connsiteX7" fmla="*/ 249 w 41981"/>
                  <a:gd name="connsiteY7" fmla="*/ 21169 h 41981"/>
                  <a:gd name="connsiteX8" fmla="*/ 21239 w 41981"/>
                  <a:gd name="connsiteY8" fmla="*/ 42159 h 41981"/>
                  <a:gd name="connsiteX9" fmla="*/ 42230 w 41981"/>
                  <a:gd name="connsiteY9" fmla="*/ 21169 h 41981"/>
                  <a:gd name="connsiteX10" fmla="*/ 42230 w 41981"/>
                  <a:gd name="connsiteY10" fmla="*/ 21169 h 41981"/>
                  <a:gd name="connsiteX11" fmla="*/ 21239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78"/>
                    </a:moveTo>
                    <a:cubicBezTo>
                      <a:pt x="30181" y="4978"/>
                      <a:pt x="37429" y="12227"/>
                      <a:pt x="37429" y="21169"/>
                    </a:cubicBezTo>
                    <a:lnTo>
                      <a:pt x="37429" y="21169"/>
                    </a:lnTo>
                    <a:cubicBezTo>
                      <a:pt x="37429" y="30110"/>
                      <a:pt x="30181" y="37359"/>
                      <a:pt x="21239" y="37359"/>
                    </a:cubicBezTo>
                    <a:cubicBezTo>
                      <a:pt x="12297" y="37359"/>
                      <a:pt x="5049" y="30110"/>
                      <a:pt x="5049" y="21169"/>
                    </a:cubicBezTo>
                    <a:cubicBezTo>
                      <a:pt x="5049" y="12227"/>
                      <a:pt x="12297" y="4978"/>
                      <a:pt x="21239" y="4978"/>
                    </a:cubicBezTo>
                    <a:close/>
                    <a:moveTo>
                      <a:pt x="21239" y="178"/>
                    </a:moveTo>
                    <a:cubicBezTo>
                      <a:pt x="9647" y="178"/>
                      <a:pt x="249" y="9576"/>
                      <a:pt x="249" y="21169"/>
                    </a:cubicBezTo>
                    <a:cubicBezTo>
                      <a:pt x="249" y="32761"/>
                      <a:pt x="9647" y="42159"/>
                      <a:pt x="21239" y="42159"/>
                    </a:cubicBezTo>
                    <a:cubicBezTo>
                      <a:pt x="32832" y="42159"/>
                      <a:pt x="42230" y="32761"/>
                      <a:pt x="42230" y="21169"/>
                    </a:cubicBezTo>
                    <a:lnTo>
                      <a:pt x="42230" y="21169"/>
                    </a:lnTo>
                    <a:cubicBezTo>
                      <a:pt x="42230" y="9576"/>
                      <a:pt x="32832" y="178"/>
                      <a:pt x="21239" y="178"/>
                    </a:cubicBezTo>
                    <a:close/>
                  </a:path>
                </a:pathLst>
              </a:custGeom>
              <a:solidFill>
                <a:srgbClr val="000000"/>
              </a:solidFill>
              <a:ln w="4794" cap="sq">
                <a:noFill/>
                <a:prstDash val="solid"/>
                <a:round/>
              </a:ln>
            </p:spPr>
            <p:txBody>
              <a:bodyPr rtlCol="0" anchor="ctr"/>
              <a:lstStyle/>
              <a:p>
                <a:endParaRPr lang="en-US"/>
              </a:p>
            </p:txBody>
          </p:sp>
          <p:sp>
            <p:nvSpPr>
              <p:cNvPr id="1932" name="Freeform: Shape 1931">
                <a:extLst>
                  <a:ext uri="{FF2B5EF4-FFF2-40B4-BE49-F238E27FC236}">
                    <a16:creationId xmlns:a16="http://schemas.microsoft.com/office/drawing/2014/main" id="{66154E5A-0AAC-9141-1489-E529587147AB}"/>
                  </a:ext>
                </a:extLst>
              </p:cNvPr>
              <p:cNvSpPr/>
              <p:nvPr/>
            </p:nvSpPr>
            <p:spPr>
              <a:xfrm>
                <a:off x="7649058" y="8020086"/>
                <a:ext cx="37180" cy="37180"/>
              </a:xfrm>
              <a:custGeom>
                <a:avLst/>
                <a:gdLst>
                  <a:gd name="connsiteX0" fmla="*/ 37433 w 37180"/>
                  <a:gd name="connsiteY0" fmla="*/ 18767 h 37180"/>
                  <a:gd name="connsiteX1" fmla="*/ 18843 w 37180"/>
                  <a:gd name="connsiteY1" fmla="*/ 37357 h 37180"/>
                  <a:gd name="connsiteX2" fmla="*/ 252 w 37180"/>
                  <a:gd name="connsiteY2" fmla="*/ 18767 h 37180"/>
                  <a:gd name="connsiteX3" fmla="*/ 18843 w 37180"/>
                  <a:gd name="connsiteY3" fmla="*/ 177 h 37180"/>
                  <a:gd name="connsiteX4" fmla="*/ 37433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7"/>
                    </a:moveTo>
                    <a:cubicBezTo>
                      <a:pt x="37433" y="29034"/>
                      <a:pt x="29110" y="37357"/>
                      <a:pt x="18843" y="37357"/>
                    </a:cubicBezTo>
                    <a:cubicBezTo>
                      <a:pt x="8575" y="37357"/>
                      <a:pt x="252" y="29034"/>
                      <a:pt x="252" y="18767"/>
                    </a:cubicBezTo>
                    <a:cubicBezTo>
                      <a:pt x="252" y="8500"/>
                      <a:pt x="8575" y="177"/>
                      <a:pt x="18843" y="177"/>
                    </a:cubicBezTo>
                    <a:cubicBezTo>
                      <a:pt x="29110" y="177"/>
                      <a:pt x="37433" y="8500"/>
                      <a:pt x="37433" y="18767"/>
                    </a:cubicBezTo>
                    <a:close/>
                  </a:path>
                </a:pathLst>
              </a:custGeom>
              <a:solidFill>
                <a:srgbClr val="F1F7F1"/>
              </a:solidFill>
              <a:ln w="5753" cap="sq">
                <a:noFill/>
                <a:prstDash val="solid"/>
                <a:miter/>
              </a:ln>
            </p:spPr>
            <p:txBody>
              <a:bodyPr rtlCol="0" anchor="ctr"/>
              <a:lstStyle/>
              <a:p>
                <a:endParaRPr lang="en-US"/>
              </a:p>
            </p:txBody>
          </p:sp>
          <p:sp>
            <p:nvSpPr>
              <p:cNvPr id="1933" name="Freeform: Shape 1932">
                <a:extLst>
                  <a:ext uri="{FF2B5EF4-FFF2-40B4-BE49-F238E27FC236}">
                    <a16:creationId xmlns:a16="http://schemas.microsoft.com/office/drawing/2014/main" id="{7E03FDED-D989-E624-D16D-32E3A8D50582}"/>
                  </a:ext>
                </a:extLst>
              </p:cNvPr>
              <p:cNvSpPr/>
              <p:nvPr/>
            </p:nvSpPr>
            <p:spPr>
              <a:xfrm>
                <a:off x="7646657" y="8017685"/>
                <a:ext cx="41981" cy="41981"/>
              </a:xfrm>
              <a:custGeom>
                <a:avLst/>
                <a:gdLst>
                  <a:gd name="connsiteX0" fmla="*/ 21243 w 41981"/>
                  <a:gd name="connsiteY0" fmla="*/ 4977 h 41981"/>
                  <a:gd name="connsiteX1" fmla="*/ 37433 w 41981"/>
                  <a:gd name="connsiteY1" fmla="*/ 21167 h 41981"/>
                  <a:gd name="connsiteX2" fmla="*/ 37433 w 41981"/>
                  <a:gd name="connsiteY2" fmla="*/ 21167 h 41981"/>
                  <a:gd name="connsiteX3" fmla="*/ 21243 w 41981"/>
                  <a:gd name="connsiteY3" fmla="*/ 37357 h 41981"/>
                  <a:gd name="connsiteX4" fmla="*/ 5053 w 41981"/>
                  <a:gd name="connsiteY4" fmla="*/ 21167 h 41981"/>
                  <a:gd name="connsiteX5" fmla="*/ 21243 w 41981"/>
                  <a:gd name="connsiteY5" fmla="*/ 4977 h 41981"/>
                  <a:gd name="connsiteX6" fmla="*/ 21243 w 41981"/>
                  <a:gd name="connsiteY6" fmla="*/ 177 h 41981"/>
                  <a:gd name="connsiteX7" fmla="*/ 252 w 41981"/>
                  <a:gd name="connsiteY7" fmla="*/ 21167 h 41981"/>
                  <a:gd name="connsiteX8" fmla="*/ 21243 w 41981"/>
                  <a:gd name="connsiteY8" fmla="*/ 42158 h 41981"/>
                  <a:gd name="connsiteX9" fmla="*/ 42233 w 41981"/>
                  <a:gd name="connsiteY9" fmla="*/ 21167 h 41981"/>
                  <a:gd name="connsiteX10" fmla="*/ 42233 w 41981"/>
                  <a:gd name="connsiteY10" fmla="*/ 21167 h 41981"/>
                  <a:gd name="connsiteX11" fmla="*/ 2124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7"/>
                    </a:moveTo>
                    <a:cubicBezTo>
                      <a:pt x="30185" y="4977"/>
                      <a:pt x="37433" y="12225"/>
                      <a:pt x="37433" y="21167"/>
                    </a:cubicBezTo>
                    <a:lnTo>
                      <a:pt x="37433" y="21167"/>
                    </a:lnTo>
                    <a:cubicBezTo>
                      <a:pt x="37433" y="30109"/>
                      <a:pt x="30185" y="37357"/>
                      <a:pt x="21243" y="37357"/>
                    </a:cubicBezTo>
                    <a:cubicBezTo>
                      <a:pt x="12301" y="37357"/>
                      <a:pt x="5053" y="30109"/>
                      <a:pt x="5053" y="21167"/>
                    </a:cubicBezTo>
                    <a:cubicBezTo>
                      <a:pt x="5053" y="12225"/>
                      <a:pt x="12301" y="4977"/>
                      <a:pt x="21243" y="4977"/>
                    </a:cubicBezTo>
                    <a:close/>
                    <a:moveTo>
                      <a:pt x="21243" y="177"/>
                    </a:moveTo>
                    <a:cubicBezTo>
                      <a:pt x="9650" y="177"/>
                      <a:pt x="252" y="9575"/>
                      <a:pt x="252" y="21167"/>
                    </a:cubicBezTo>
                    <a:cubicBezTo>
                      <a:pt x="252" y="32760"/>
                      <a:pt x="9650" y="42158"/>
                      <a:pt x="21243" y="42158"/>
                    </a:cubicBezTo>
                    <a:cubicBezTo>
                      <a:pt x="32835" y="42158"/>
                      <a:pt x="42233" y="32760"/>
                      <a:pt x="42233" y="21167"/>
                    </a:cubicBezTo>
                    <a:lnTo>
                      <a:pt x="42233" y="21167"/>
                    </a:lnTo>
                    <a:cubicBezTo>
                      <a:pt x="42233" y="9575"/>
                      <a:pt x="32835" y="177"/>
                      <a:pt x="21243" y="177"/>
                    </a:cubicBezTo>
                    <a:close/>
                  </a:path>
                </a:pathLst>
              </a:custGeom>
              <a:solidFill>
                <a:srgbClr val="000000"/>
              </a:solidFill>
              <a:ln w="4794" cap="sq">
                <a:noFill/>
                <a:prstDash val="solid"/>
                <a:round/>
              </a:ln>
            </p:spPr>
            <p:txBody>
              <a:bodyPr rtlCol="0" anchor="ctr"/>
              <a:lstStyle/>
              <a:p>
                <a:endParaRPr lang="en-US"/>
              </a:p>
            </p:txBody>
          </p:sp>
          <p:sp>
            <p:nvSpPr>
              <p:cNvPr id="1934" name="Freeform: Shape 1933">
                <a:extLst>
                  <a:ext uri="{FF2B5EF4-FFF2-40B4-BE49-F238E27FC236}">
                    <a16:creationId xmlns:a16="http://schemas.microsoft.com/office/drawing/2014/main" id="{033CCAE9-0C9D-C79C-2BEC-B0481D646550}"/>
                  </a:ext>
                </a:extLst>
              </p:cNvPr>
              <p:cNvSpPr/>
              <p:nvPr/>
            </p:nvSpPr>
            <p:spPr>
              <a:xfrm>
                <a:off x="7645014" y="8072444"/>
                <a:ext cx="37180" cy="37180"/>
              </a:xfrm>
              <a:custGeom>
                <a:avLst/>
                <a:gdLst>
                  <a:gd name="connsiteX0" fmla="*/ 37432 w 37180"/>
                  <a:gd name="connsiteY0" fmla="*/ 18776 h 37180"/>
                  <a:gd name="connsiteX1" fmla="*/ 18842 w 37180"/>
                  <a:gd name="connsiteY1" fmla="*/ 37367 h 37180"/>
                  <a:gd name="connsiteX2" fmla="*/ 252 w 37180"/>
                  <a:gd name="connsiteY2" fmla="*/ 18776 h 37180"/>
                  <a:gd name="connsiteX3" fmla="*/ 18842 w 37180"/>
                  <a:gd name="connsiteY3" fmla="*/ 186 h 37180"/>
                  <a:gd name="connsiteX4" fmla="*/ 37432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6"/>
                    </a:moveTo>
                    <a:cubicBezTo>
                      <a:pt x="37432" y="29043"/>
                      <a:pt x="29109" y="37367"/>
                      <a:pt x="18842" y="37367"/>
                    </a:cubicBezTo>
                    <a:cubicBezTo>
                      <a:pt x="8575" y="37367"/>
                      <a:pt x="252" y="29043"/>
                      <a:pt x="252" y="18776"/>
                    </a:cubicBezTo>
                    <a:cubicBezTo>
                      <a:pt x="252" y="8509"/>
                      <a:pt x="8575" y="186"/>
                      <a:pt x="18842" y="186"/>
                    </a:cubicBezTo>
                    <a:cubicBezTo>
                      <a:pt x="29109" y="186"/>
                      <a:pt x="37432" y="8509"/>
                      <a:pt x="37432" y="18776"/>
                    </a:cubicBezTo>
                    <a:close/>
                  </a:path>
                </a:pathLst>
              </a:custGeom>
              <a:solidFill>
                <a:srgbClr val="F7A500"/>
              </a:solidFill>
              <a:ln w="5753" cap="sq">
                <a:noFill/>
                <a:prstDash val="solid"/>
                <a:miter/>
              </a:ln>
            </p:spPr>
            <p:txBody>
              <a:bodyPr rtlCol="0" anchor="ctr"/>
              <a:lstStyle/>
              <a:p>
                <a:endParaRPr lang="en-US"/>
              </a:p>
            </p:txBody>
          </p:sp>
          <p:sp>
            <p:nvSpPr>
              <p:cNvPr id="1935" name="Freeform: Shape 1934">
                <a:extLst>
                  <a:ext uri="{FF2B5EF4-FFF2-40B4-BE49-F238E27FC236}">
                    <a16:creationId xmlns:a16="http://schemas.microsoft.com/office/drawing/2014/main" id="{B2652A11-12B4-C880-9524-34CBFCECD2E6}"/>
                  </a:ext>
                </a:extLst>
              </p:cNvPr>
              <p:cNvSpPr/>
              <p:nvPr/>
            </p:nvSpPr>
            <p:spPr>
              <a:xfrm>
                <a:off x="7642614" y="8070044"/>
                <a:ext cx="41981" cy="41981"/>
              </a:xfrm>
              <a:custGeom>
                <a:avLst/>
                <a:gdLst>
                  <a:gd name="connsiteX0" fmla="*/ 21242 w 41981"/>
                  <a:gd name="connsiteY0" fmla="*/ 4986 h 41981"/>
                  <a:gd name="connsiteX1" fmla="*/ 37432 w 41981"/>
                  <a:gd name="connsiteY1" fmla="*/ 21176 h 41981"/>
                  <a:gd name="connsiteX2" fmla="*/ 37432 w 41981"/>
                  <a:gd name="connsiteY2" fmla="*/ 21176 h 41981"/>
                  <a:gd name="connsiteX3" fmla="*/ 21242 w 41981"/>
                  <a:gd name="connsiteY3" fmla="*/ 37367 h 41981"/>
                  <a:gd name="connsiteX4" fmla="*/ 5052 w 41981"/>
                  <a:gd name="connsiteY4" fmla="*/ 21176 h 41981"/>
                  <a:gd name="connsiteX5" fmla="*/ 21242 w 41981"/>
                  <a:gd name="connsiteY5" fmla="*/ 4986 h 41981"/>
                  <a:gd name="connsiteX6" fmla="*/ 21242 w 41981"/>
                  <a:gd name="connsiteY6" fmla="*/ 186 h 41981"/>
                  <a:gd name="connsiteX7" fmla="*/ 252 w 41981"/>
                  <a:gd name="connsiteY7" fmla="*/ 21176 h 41981"/>
                  <a:gd name="connsiteX8" fmla="*/ 21242 w 41981"/>
                  <a:gd name="connsiteY8" fmla="*/ 42167 h 41981"/>
                  <a:gd name="connsiteX9" fmla="*/ 42233 w 41981"/>
                  <a:gd name="connsiteY9" fmla="*/ 21176 h 41981"/>
                  <a:gd name="connsiteX10" fmla="*/ 42233 w 41981"/>
                  <a:gd name="connsiteY10" fmla="*/ 21176 h 41981"/>
                  <a:gd name="connsiteX11" fmla="*/ 21242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6"/>
                    </a:moveTo>
                    <a:cubicBezTo>
                      <a:pt x="30184" y="4986"/>
                      <a:pt x="37432" y="12234"/>
                      <a:pt x="37432" y="21176"/>
                    </a:cubicBezTo>
                    <a:lnTo>
                      <a:pt x="37432" y="21176"/>
                    </a:lnTo>
                    <a:cubicBezTo>
                      <a:pt x="37432" y="30118"/>
                      <a:pt x="30184" y="37367"/>
                      <a:pt x="21242" y="37367"/>
                    </a:cubicBezTo>
                    <a:cubicBezTo>
                      <a:pt x="12300" y="37367"/>
                      <a:pt x="5052" y="30118"/>
                      <a:pt x="5052" y="21176"/>
                    </a:cubicBezTo>
                    <a:cubicBezTo>
                      <a:pt x="5052" y="12234"/>
                      <a:pt x="12300" y="4986"/>
                      <a:pt x="21242" y="4986"/>
                    </a:cubicBezTo>
                    <a:close/>
                    <a:moveTo>
                      <a:pt x="21242" y="186"/>
                    </a:moveTo>
                    <a:cubicBezTo>
                      <a:pt x="9650" y="186"/>
                      <a:pt x="252" y="9584"/>
                      <a:pt x="252" y="21176"/>
                    </a:cubicBezTo>
                    <a:cubicBezTo>
                      <a:pt x="252" y="32769"/>
                      <a:pt x="9650" y="42167"/>
                      <a:pt x="21242" y="42167"/>
                    </a:cubicBezTo>
                    <a:cubicBezTo>
                      <a:pt x="32835" y="42167"/>
                      <a:pt x="42233" y="32769"/>
                      <a:pt x="42233" y="21176"/>
                    </a:cubicBezTo>
                    <a:lnTo>
                      <a:pt x="42233" y="21176"/>
                    </a:lnTo>
                    <a:cubicBezTo>
                      <a:pt x="42233" y="9584"/>
                      <a:pt x="32835" y="186"/>
                      <a:pt x="21242" y="186"/>
                    </a:cubicBezTo>
                    <a:close/>
                  </a:path>
                </a:pathLst>
              </a:custGeom>
              <a:solidFill>
                <a:srgbClr val="000000"/>
              </a:solidFill>
              <a:ln w="4794" cap="sq">
                <a:noFill/>
                <a:prstDash val="solid"/>
                <a:round/>
              </a:ln>
            </p:spPr>
            <p:txBody>
              <a:bodyPr rtlCol="0" anchor="ctr"/>
              <a:lstStyle/>
              <a:p>
                <a:endParaRPr lang="en-US"/>
              </a:p>
            </p:txBody>
          </p:sp>
          <p:sp>
            <p:nvSpPr>
              <p:cNvPr id="1936" name="Freeform: Shape 1935">
                <a:extLst>
                  <a:ext uri="{FF2B5EF4-FFF2-40B4-BE49-F238E27FC236}">
                    <a16:creationId xmlns:a16="http://schemas.microsoft.com/office/drawing/2014/main" id="{D80A2A5E-205B-E3C9-32DE-04C2B51EF859}"/>
                  </a:ext>
                </a:extLst>
              </p:cNvPr>
              <p:cNvSpPr/>
              <p:nvPr/>
            </p:nvSpPr>
            <p:spPr>
              <a:xfrm>
                <a:off x="7584655" y="8027268"/>
                <a:ext cx="37180" cy="37180"/>
              </a:xfrm>
              <a:custGeom>
                <a:avLst/>
                <a:gdLst>
                  <a:gd name="connsiteX0" fmla="*/ 37422 w 37180"/>
                  <a:gd name="connsiteY0" fmla="*/ 18768 h 37180"/>
                  <a:gd name="connsiteX1" fmla="*/ 18832 w 37180"/>
                  <a:gd name="connsiteY1" fmla="*/ 37359 h 37180"/>
                  <a:gd name="connsiteX2" fmla="*/ 241 w 37180"/>
                  <a:gd name="connsiteY2" fmla="*/ 18768 h 37180"/>
                  <a:gd name="connsiteX3" fmla="*/ 18832 w 37180"/>
                  <a:gd name="connsiteY3" fmla="*/ 178 h 37180"/>
                  <a:gd name="connsiteX4" fmla="*/ 3742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68"/>
                    </a:moveTo>
                    <a:cubicBezTo>
                      <a:pt x="37422" y="29035"/>
                      <a:pt x="29099" y="37359"/>
                      <a:pt x="18832" y="37359"/>
                    </a:cubicBezTo>
                    <a:cubicBezTo>
                      <a:pt x="8564" y="37359"/>
                      <a:pt x="241" y="29035"/>
                      <a:pt x="241" y="18768"/>
                    </a:cubicBezTo>
                    <a:cubicBezTo>
                      <a:pt x="241" y="8501"/>
                      <a:pt x="8564" y="178"/>
                      <a:pt x="18832" y="178"/>
                    </a:cubicBezTo>
                    <a:cubicBezTo>
                      <a:pt x="29099" y="178"/>
                      <a:pt x="37422" y="8501"/>
                      <a:pt x="37422" y="18768"/>
                    </a:cubicBezTo>
                    <a:close/>
                  </a:path>
                </a:pathLst>
              </a:custGeom>
              <a:solidFill>
                <a:srgbClr val="B7F7B7"/>
              </a:solidFill>
              <a:ln w="5753" cap="sq">
                <a:noFill/>
                <a:prstDash val="solid"/>
                <a:miter/>
              </a:ln>
            </p:spPr>
            <p:txBody>
              <a:bodyPr rtlCol="0" anchor="ctr"/>
              <a:lstStyle/>
              <a:p>
                <a:endParaRPr lang="en-US"/>
              </a:p>
            </p:txBody>
          </p:sp>
          <p:sp>
            <p:nvSpPr>
              <p:cNvPr id="1937" name="Freeform: Shape 1936">
                <a:extLst>
                  <a:ext uri="{FF2B5EF4-FFF2-40B4-BE49-F238E27FC236}">
                    <a16:creationId xmlns:a16="http://schemas.microsoft.com/office/drawing/2014/main" id="{CDE5DC9E-91FD-CEA2-BF2F-BE1DBEDE731B}"/>
                  </a:ext>
                </a:extLst>
              </p:cNvPr>
              <p:cNvSpPr/>
              <p:nvPr/>
            </p:nvSpPr>
            <p:spPr>
              <a:xfrm>
                <a:off x="7582255" y="8024868"/>
                <a:ext cx="41981" cy="41981"/>
              </a:xfrm>
              <a:custGeom>
                <a:avLst/>
                <a:gdLst>
                  <a:gd name="connsiteX0" fmla="*/ 21232 w 41981"/>
                  <a:gd name="connsiteY0" fmla="*/ 4978 h 41981"/>
                  <a:gd name="connsiteX1" fmla="*/ 37422 w 41981"/>
                  <a:gd name="connsiteY1" fmla="*/ 21168 h 41981"/>
                  <a:gd name="connsiteX2" fmla="*/ 37422 w 41981"/>
                  <a:gd name="connsiteY2" fmla="*/ 21168 h 41981"/>
                  <a:gd name="connsiteX3" fmla="*/ 21232 w 41981"/>
                  <a:gd name="connsiteY3" fmla="*/ 37359 h 41981"/>
                  <a:gd name="connsiteX4" fmla="*/ 5041 w 41981"/>
                  <a:gd name="connsiteY4" fmla="*/ 21168 h 41981"/>
                  <a:gd name="connsiteX5" fmla="*/ 21232 w 41981"/>
                  <a:gd name="connsiteY5" fmla="*/ 4978 h 41981"/>
                  <a:gd name="connsiteX6" fmla="*/ 21232 w 41981"/>
                  <a:gd name="connsiteY6" fmla="*/ 178 h 41981"/>
                  <a:gd name="connsiteX7" fmla="*/ 241 w 41981"/>
                  <a:gd name="connsiteY7" fmla="*/ 21168 h 41981"/>
                  <a:gd name="connsiteX8" fmla="*/ 21232 w 41981"/>
                  <a:gd name="connsiteY8" fmla="*/ 42159 h 41981"/>
                  <a:gd name="connsiteX9" fmla="*/ 42222 w 41981"/>
                  <a:gd name="connsiteY9" fmla="*/ 21168 h 41981"/>
                  <a:gd name="connsiteX10" fmla="*/ 42222 w 41981"/>
                  <a:gd name="connsiteY10" fmla="*/ 21168 h 41981"/>
                  <a:gd name="connsiteX11" fmla="*/ 21232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78"/>
                    </a:moveTo>
                    <a:cubicBezTo>
                      <a:pt x="30174" y="4978"/>
                      <a:pt x="37422" y="12227"/>
                      <a:pt x="37422" y="21168"/>
                    </a:cubicBezTo>
                    <a:lnTo>
                      <a:pt x="37422" y="21168"/>
                    </a:lnTo>
                    <a:cubicBezTo>
                      <a:pt x="37422" y="30110"/>
                      <a:pt x="30174" y="37359"/>
                      <a:pt x="21232" y="37359"/>
                    </a:cubicBezTo>
                    <a:cubicBezTo>
                      <a:pt x="12290" y="37359"/>
                      <a:pt x="5041" y="30110"/>
                      <a:pt x="5041" y="21168"/>
                    </a:cubicBezTo>
                    <a:cubicBezTo>
                      <a:pt x="5041" y="12227"/>
                      <a:pt x="12290" y="4978"/>
                      <a:pt x="21232" y="4978"/>
                    </a:cubicBezTo>
                    <a:close/>
                    <a:moveTo>
                      <a:pt x="21232" y="178"/>
                    </a:moveTo>
                    <a:cubicBezTo>
                      <a:pt x="9639" y="178"/>
                      <a:pt x="241" y="9576"/>
                      <a:pt x="241" y="21168"/>
                    </a:cubicBezTo>
                    <a:cubicBezTo>
                      <a:pt x="241" y="32761"/>
                      <a:pt x="9639" y="42159"/>
                      <a:pt x="21232" y="42159"/>
                    </a:cubicBezTo>
                    <a:cubicBezTo>
                      <a:pt x="32824" y="42159"/>
                      <a:pt x="42222" y="32761"/>
                      <a:pt x="42222" y="21168"/>
                    </a:cubicBezTo>
                    <a:lnTo>
                      <a:pt x="42222" y="21168"/>
                    </a:lnTo>
                    <a:cubicBezTo>
                      <a:pt x="42222" y="9576"/>
                      <a:pt x="32824" y="178"/>
                      <a:pt x="21232" y="178"/>
                    </a:cubicBezTo>
                    <a:close/>
                  </a:path>
                </a:pathLst>
              </a:custGeom>
              <a:solidFill>
                <a:srgbClr val="000000"/>
              </a:solidFill>
              <a:ln w="4794" cap="sq">
                <a:noFill/>
                <a:prstDash val="solid"/>
                <a:round/>
              </a:ln>
            </p:spPr>
            <p:txBody>
              <a:bodyPr rtlCol="0" anchor="ctr"/>
              <a:lstStyle/>
              <a:p>
                <a:endParaRPr lang="en-US"/>
              </a:p>
            </p:txBody>
          </p:sp>
          <p:sp>
            <p:nvSpPr>
              <p:cNvPr id="1938" name="Freeform: Shape 1937">
                <a:extLst>
                  <a:ext uri="{FF2B5EF4-FFF2-40B4-BE49-F238E27FC236}">
                    <a16:creationId xmlns:a16="http://schemas.microsoft.com/office/drawing/2014/main" id="{AD18CB15-132B-0C61-7693-6C5FDBEDAAD2}"/>
                  </a:ext>
                </a:extLst>
              </p:cNvPr>
              <p:cNvSpPr/>
              <p:nvPr/>
            </p:nvSpPr>
            <p:spPr>
              <a:xfrm>
                <a:off x="7624007" y="8046011"/>
                <a:ext cx="37180" cy="37180"/>
              </a:xfrm>
              <a:custGeom>
                <a:avLst/>
                <a:gdLst>
                  <a:gd name="connsiteX0" fmla="*/ 37429 w 37180"/>
                  <a:gd name="connsiteY0" fmla="*/ 18772 h 37180"/>
                  <a:gd name="connsiteX1" fmla="*/ 18838 w 37180"/>
                  <a:gd name="connsiteY1" fmla="*/ 37362 h 37180"/>
                  <a:gd name="connsiteX2" fmla="*/ 248 w 37180"/>
                  <a:gd name="connsiteY2" fmla="*/ 18772 h 37180"/>
                  <a:gd name="connsiteX3" fmla="*/ 18838 w 37180"/>
                  <a:gd name="connsiteY3" fmla="*/ 181 h 37180"/>
                  <a:gd name="connsiteX4" fmla="*/ 37429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2"/>
                    </a:moveTo>
                    <a:cubicBezTo>
                      <a:pt x="37429" y="29039"/>
                      <a:pt x="29106" y="37362"/>
                      <a:pt x="18838" y="37362"/>
                    </a:cubicBezTo>
                    <a:cubicBezTo>
                      <a:pt x="8571" y="37362"/>
                      <a:pt x="248" y="29039"/>
                      <a:pt x="248" y="18772"/>
                    </a:cubicBezTo>
                    <a:cubicBezTo>
                      <a:pt x="248" y="8504"/>
                      <a:pt x="8571" y="181"/>
                      <a:pt x="18838" y="181"/>
                    </a:cubicBezTo>
                    <a:cubicBezTo>
                      <a:pt x="29106" y="181"/>
                      <a:pt x="37429" y="8504"/>
                      <a:pt x="37429" y="18772"/>
                    </a:cubicBezTo>
                    <a:close/>
                  </a:path>
                </a:pathLst>
              </a:custGeom>
              <a:solidFill>
                <a:srgbClr val="F7E4E4"/>
              </a:solidFill>
              <a:ln w="5753" cap="sq">
                <a:noFill/>
                <a:prstDash val="solid"/>
                <a:miter/>
              </a:ln>
            </p:spPr>
            <p:txBody>
              <a:bodyPr rtlCol="0" anchor="ctr"/>
              <a:lstStyle/>
              <a:p>
                <a:endParaRPr lang="en-US"/>
              </a:p>
            </p:txBody>
          </p:sp>
          <p:sp>
            <p:nvSpPr>
              <p:cNvPr id="1939" name="Freeform: Shape 1938">
                <a:extLst>
                  <a:ext uri="{FF2B5EF4-FFF2-40B4-BE49-F238E27FC236}">
                    <a16:creationId xmlns:a16="http://schemas.microsoft.com/office/drawing/2014/main" id="{BC063438-BC5F-54DD-CBFA-4F28D7F55B24}"/>
                  </a:ext>
                </a:extLst>
              </p:cNvPr>
              <p:cNvSpPr/>
              <p:nvPr/>
            </p:nvSpPr>
            <p:spPr>
              <a:xfrm>
                <a:off x="7621607" y="8043611"/>
                <a:ext cx="41981" cy="41981"/>
              </a:xfrm>
              <a:custGeom>
                <a:avLst/>
                <a:gdLst>
                  <a:gd name="connsiteX0" fmla="*/ 21239 w 41981"/>
                  <a:gd name="connsiteY0" fmla="*/ 4982 h 41981"/>
                  <a:gd name="connsiteX1" fmla="*/ 37429 w 41981"/>
                  <a:gd name="connsiteY1" fmla="*/ 21172 h 41981"/>
                  <a:gd name="connsiteX2" fmla="*/ 37429 w 41981"/>
                  <a:gd name="connsiteY2" fmla="*/ 21172 h 41981"/>
                  <a:gd name="connsiteX3" fmla="*/ 21239 w 41981"/>
                  <a:gd name="connsiteY3" fmla="*/ 37362 h 41981"/>
                  <a:gd name="connsiteX4" fmla="*/ 5048 w 41981"/>
                  <a:gd name="connsiteY4" fmla="*/ 21172 h 41981"/>
                  <a:gd name="connsiteX5" fmla="*/ 21239 w 41981"/>
                  <a:gd name="connsiteY5" fmla="*/ 4982 h 41981"/>
                  <a:gd name="connsiteX6" fmla="*/ 21239 w 41981"/>
                  <a:gd name="connsiteY6" fmla="*/ 181 h 41981"/>
                  <a:gd name="connsiteX7" fmla="*/ 248 w 41981"/>
                  <a:gd name="connsiteY7" fmla="*/ 21172 h 41981"/>
                  <a:gd name="connsiteX8" fmla="*/ 21239 w 41981"/>
                  <a:gd name="connsiteY8" fmla="*/ 42162 h 41981"/>
                  <a:gd name="connsiteX9" fmla="*/ 42229 w 41981"/>
                  <a:gd name="connsiteY9" fmla="*/ 21172 h 41981"/>
                  <a:gd name="connsiteX10" fmla="*/ 42229 w 41981"/>
                  <a:gd name="connsiteY10" fmla="*/ 21172 h 41981"/>
                  <a:gd name="connsiteX11" fmla="*/ 2123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2"/>
                    </a:moveTo>
                    <a:cubicBezTo>
                      <a:pt x="30180" y="4982"/>
                      <a:pt x="37429" y="12230"/>
                      <a:pt x="37429" y="21172"/>
                    </a:cubicBezTo>
                    <a:lnTo>
                      <a:pt x="37429" y="21172"/>
                    </a:lnTo>
                    <a:cubicBezTo>
                      <a:pt x="37429" y="30114"/>
                      <a:pt x="30180" y="37362"/>
                      <a:pt x="21239" y="37362"/>
                    </a:cubicBezTo>
                    <a:cubicBezTo>
                      <a:pt x="12297" y="37362"/>
                      <a:pt x="5048" y="30114"/>
                      <a:pt x="5048" y="21172"/>
                    </a:cubicBezTo>
                    <a:cubicBezTo>
                      <a:pt x="5048" y="12230"/>
                      <a:pt x="12297" y="4982"/>
                      <a:pt x="21239" y="4982"/>
                    </a:cubicBezTo>
                    <a:close/>
                    <a:moveTo>
                      <a:pt x="21239" y="181"/>
                    </a:moveTo>
                    <a:cubicBezTo>
                      <a:pt x="9646" y="181"/>
                      <a:pt x="248" y="9579"/>
                      <a:pt x="248" y="21172"/>
                    </a:cubicBezTo>
                    <a:cubicBezTo>
                      <a:pt x="248" y="32764"/>
                      <a:pt x="9646" y="42162"/>
                      <a:pt x="21239" y="42162"/>
                    </a:cubicBezTo>
                    <a:cubicBezTo>
                      <a:pt x="32831" y="42162"/>
                      <a:pt x="42229" y="32764"/>
                      <a:pt x="42229" y="21172"/>
                    </a:cubicBezTo>
                    <a:lnTo>
                      <a:pt x="42229" y="21172"/>
                    </a:lnTo>
                    <a:cubicBezTo>
                      <a:pt x="42229" y="9579"/>
                      <a:pt x="32831" y="181"/>
                      <a:pt x="21239" y="181"/>
                    </a:cubicBezTo>
                    <a:close/>
                  </a:path>
                </a:pathLst>
              </a:custGeom>
              <a:solidFill>
                <a:srgbClr val="000000"/>
              </a:solidFill>
              <a:ln w="4794" cap="sq">
                <a:noFill/>
                <a:prstDash val="solid"/>
                <a:round/>
              </a:ln>
            </p:spPr>
            <p:txBody>
              <a:bodyPr rtlCol="0" anchor="ctr"/>
              <a:lstStyle/>
              <a:p>
                <a:endParaRPr lang="en-US"/>
              </a:p>
            </p:txBody>
          </p:sp>
          <p:sp>
            <p:nvSpPr>
              <p:cNvPr id="1940" name="Freeform: Shape 1939">
                <a:extLst>
                  <a:ext uri="{FF2B5EF4-FFF2-40B4-BE49-F238E27FC236}">
                    <a16:creationId xmlns:a16="http://schemas.microsoft.com/office/drawing/2014/main" id="{936BFAF9-4D60-8DAF-123B-A8A734993487}"/>
                  </a:ext>
                </a:extLst>
              </p:cNvPr>
              <p:cNvSpPr/>
              <p:nvPr/>
            </p:nvSpPr>
            <p:spPr>
              <a:xfrm>
                <a:off x="7675842" y="8042982"/>
                <a:ext cx="37180" cy="37180"/>
              </a:xfrm>
              <a:custGeom>
                <a:avLst/>
                <a:gdLst>
                  <a:gd name="connsiteX0" fmla="*/ 37438 w 37180"/>
                  <a:gd name="connsiteY0" fmla="*/ 18771 h 37180"/>
                  <a:gd name="connsiteX1" fmla="*/ 18847 w 37180"/>
                  <a:gd name="connsiteY1" fmla="*/ 37361 h 37180"/>
                  <a:gd name="connsiteX2" fmla="*/ 257 w 37180"/>
                  <a:gd name="connsiteY2" fmla="*/ 18771 h 37180"/>
                  <a:gd name="connsiteX3" fmla="*/ 18847 w 37180"/>
                  <a:gd name="connsiteY3" fmla="*/ 181 h 37180"/>
                  <a:gd name="connsiteX4" fmla="*/ 3743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1"/>
                    </a:moveTo>
                    <a:cubicBezTo>
                      <a:pt x="37438" y="29038"/>
                      <a:pt x="29115" y="37361"/>
                      <a:pt x="18847" y="37361"/>
                    </a:cubicBezTo>
                    <a:cubicBezTo>
                      <a:pt x="8580" y="37361"/>
                      <a:pt x="257" y="29038"/>
                      <a:pt x="257" y="18771"/>
                    </a:cubicBezTo>
                    <a:cubicBezTo>
                      <a:pt x="257" y="8504"/>
                      <a:pt x="8580" y="181"/>
                      <a:pt x="18847" y="181"/>
                    </a:cubicBezTo>
                    <a:cubicBezTo>
                      <a:pt x="29115" y="181"/>
                      <a:pt x="37438" y="8504"/>
                      <a:pt x="37438" y="18771"/>
                    </a:cubicBezTo>
                    <a:close/>
                  </a:path>
                </a:pathLst>
              </a:custGeom>
              <a:solidFill>
                <a:srgbClr val="F7D3D3"/>
              </a:solidFill>
              <a:ln w="5753" cap="sq">
                <a:noFill/>
                <a:prstDash val="solid"/>
                <a:miter/>
              </a:ln>
            </p:spPr>
            <p:txBody>
              <a:bodyPr rtlCol="0" anchor="ctr"/>
              <a:lstStyle/>
              <a:p>
                <a:endParaRPr lang="en-US"/>
              </a:p>
            </p:txBody>
          </p:sp>
          <p:sp>
            <p:nvSpPr>
              <p:cNvPr id="1941" name="Freeform: Shape 1940">
                <a:extLst>
                  <a:ext uri="{FF2B5EF4-FFF2-40B4-BE49-F238E27FC236}">
                    <a16:creationId xmlns:a16="http://schemas.microsoft.com/office/drawing/2014/main" id="{3837EB6B-8C76-45F2-F01E-C4F0CEF5BB3F}"/>
                  </a:ext>
                </a:extLst>
              </p:cNvPr>
              <p:cNvSpPr/>
              <p:nvPr/>
            </p:nvSpPr>
            <p:spPr>
              <a:xfrm>
                <a:off x="7673441" y="8040581"/>
                <a:ext cx="41981" cy="41981"/>
              </a:xfrm>
              <a:custGeom>
                <a:avLst/>
                <a:gdLst>
                  <a:gd name="connsiteX0" fmla="*/ 21248 w 41981"/>
                  <a:gd name="connsiteY0" fmla="*/ 4981 h 41981"/>
                  <a:gd name="connsiteX1" fmla="*/ 37438 w 41981"/>
                  <a:gd name="connsiteY1" fmla="*/ 21171 h 41981"/>
                  <a:gd name="connsiteX2" fmla="*/ 37438 w 41981"/>
                  <a:gd name="connsiteY2" fmla="*/ 21171 h 41981"/>
                  <a:gd name="connsiteX3" fmla="*/ 21248 w 41981"/>
                  <a:gd name="connsiteY3" fmla="*/ 37361 h 41981"/>
                  <a:gd name="connsiteX4" fmla="*/ 5057 w 41981"/>
                  <a:gd name="connsiteY4" fmla="*/ 21171 h 41981"/>
                  <a:gd name="connsiteX5" fmla="*/ 21248 w 41981"/>
                  <a:gd name="connsiteY5" fmla="*/ 4981 h 41981"/>
                  <a:gd name="connsiteX6" fmla="*/ 21248 w 41981"/>
                  <a:gd name="connsiteY6" fmla="*/ 181 h 41981"/>
                  <a:gd name="connsiteX7" fmla="*/ 257 w 41981"/>
                  <a:gd name="connsiteY7" fmla="*/ 21171 h 41981"/>
                  <a:gd name="connsiteX8" fmla="*/ 21248 w 41981"/>
                  <a:gd name="connsiteY8" fmla="*/ 42162 h 41981"/>
                  <a:gd name="connsiteX9" fmla="*/ 42238 w 41981"/>
                  <a:gd name="connsiteY9" fmla="*/ 21171 h 41981"/>
                  <a:gd name="connsiteX10" fmla="*/ 42238 w 41981"/>
                  <a:gd name="connsiteY10" fmla="*/ 21171 h 41981"/>
                  <a:gd name="connsiteX11" fmla="*/ 2124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1"/>
                    </a:moveTo>
                    <a:cubicBezTo>
                      <a:pt x="30189" y="4981"/>
                      <a:pt x="37438" y="12229"/>
                      <a:pt x="37438" y="21171"/>
                    </a:cubicBezTo>
                    <a:lnTo>
                      <a:pt x="37438" y="21171"/>
                    </a:lnTo>
                    <a:cubicBezTo>
                      <a:pt x="37438" y="30113"/>
                      <a:pt x="30189" y="37361"/>
                      <a:pt x="21248" y="37361"/>
                    </a:cubicBezTo>
                    <a:cubicBezTo>
                      <a:pt x="12306" y="37361"/>
                      <a:pt x="5057" y="30113"/>
                      <a:pt x="5057" y="21171"/>
                    </a:cubicBezTo>
                    <a:cubicBezTo>
                      <a:pt x="5057" y="12229"/>
                      <a:pt x="12306" y="4981"/>
                      <a:pt x="21248" y="4981"/>
                    </a:cubicBezTo>
                    <a:close/>
                    <a:moveTo>
                      <a:pt x="21248" y="181"/>
                    </a:moveTo>
                    <a:cubicBezTo>
                      <a:pt x="9655" y="181"/>
                      <a:pt x="257" y="9579"/>
                      <a:pt x="257" y="21171"/>
                    </a:cubicBezTo>
                    <a:cubicBezTo>
                      <a:pt x="257" y="32764"/>
                      <a:pt x="9655" y="42162"/>
                      <a:pt x="21248" y="42162"/>
                    </a:cubicBezTo>
                    <a:cubicBezTo>
                      <a:pt x="32840" y="42162"/>
                      <a:pt x="42238" y="32764"/>
                      <a:pt x="42238" y="21171"/>
                    </a:cubicBezTo>
                    <a:lnTo>
                      <a:pt x="42238" y="21171"/>
                    </a:lnTo>
                    <a:cubicBezTo>
                      <a:pt x="42238" y="9579"/>
                      <a:pt x="32840" y="181"/>
                      <a:pt x="21248" y="181"/>
                    </a:cubicBezTo>
                    <a:close/>
                  </a:path>
                </a:pathLst>
              </a:custGeom>
              <a:solidFill>
                <a:srgbClr val="000000"/>
              </a:solidFill>
              <a:ln w="4794" cap="sq">
                <a:noFill/>
                <a:prstDash val="solid"/>
                <a:round/>
              </a:ln>
            </p:spPr>
            <p:txBody>
              <a:bodyPr rtlCol="0" anchor="ctr"/>
              <a:lstStyle/>
              <a:p>
                <a:endParaRPr lang="en-US"/>
              </a:p>
            </p:txBody>
          </p:sp>
          <p:sp>
            <p:nvSpPr>
              <p:cNvPr id="1942" name="Freeform: Shape 1941">
                <a:extLst>
                  <a:ext uri="{FF2B5EF4-FFF2-40B4-BE49-F238E27FC236}">
                    <a16:creationId xmlns:a16="http://schemas.microsoft.com/office/drawing/2014/main" id="{6B9AEF22-288F-4C0B-5C2C-438EFB8EA2FD}"/>
                  </a:ext>
                </a:extLst>
              </p:cNvPr>
              <p:cNvSpPr/>
              <p:nvPr/>
            </p:nvSpPr>
            <p:spPr>
              <a:xfrm>
                <a:off x="7676066" y="7990692"/>
                <a:ext cx="37180" cy="37180"/>
              </a:xfrm>
              <a:custGeom>
                <a:avLst/>
                <a:gdLst>
                  <a:gd name="connsiteX0" fmla="*/ 37438 w 37180"/>
                  <a:gd name="connsiteY0" fmla="*/ 18762 h 37180"/>
                  <a:gd name="connsiteX1" fmla="*/ 18847 w 37180"/>
                  <a:gd name="connsiteY1" fmla="*/ 37352 h 37180"/>
                  <a:gd name="connsiteX2" fmla="*/ 257 w 37180"/>
                  <a:gd name="connsiteY2" fmla="*/ 18762 h 37180"/>
                  <a:gd name="connsiteX3" fmla="*/ 18847 w 37180"/>
                  <a:gd name="connsiteY3" fmla="*/ 172 h 37180"/>
                  <a:gd name="connsiteX4" fmla="*/ 3743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2"/>
                    </a:moveTo>
                    <a:cubicBezTo>
                      <a:pt x="37438" y="29029"/>
                      <a:pt x="29115" y="37352"/>
                      <a:pt x="18847" y="37352"/>
                    </a:cubicBezTo>
                    <a:cubicBezTo>
                      <a:pt x="8580" y="37352"/>
                      <a:pt x="257" y="29029"/>
                      <a:pt x="257" y="18762"/>
                    </a:cubicBezTo>
                    <a:cubicBezTo>
                      <a:pt x="257" y="8495"/>
                      <a:pt x="8580" y="172"/>
                      <a:pt x="18847" y="172"/>
                    </a:cubicBezTo>
                    <a:cubicBezTo>
                      <a:pt x="29115" y="172"/>
                      <a:pt x="37438" y="8495"/>
                      <a:pt x="37438" y="18762"/>
                    </a:cubicBezTo>
                    <a:close/>
                  </a:path>
                </a:pathLst>
              </a:custGeom>
              <a:solidFill>
                <a:srgbClr val="B1F7B1"/>
              </a:solidFill>
              <a:ln w="5753" cap="sq">
                <a:noFill/>
                <a:prstDash val="solid"/>
                <a:miter/>
              </a:ln>
            </p:spPr>
            <p:txBody>
              <a:bodyPr rtlCol="0" anchor="ctr"/>
              <a:lstStyle/>
              <a:p>
                <a:endParaRPr lang="en-US"/>
              </a:p>
            </p:txBody>
          </p:sp>
          <p:sp>
            <p:nvSpPr>
              <p:cNvPr id="1943" name="Freeform: Shape 1942">
                <a:extLst>
                  <a:ext uri="{FF2B5EF4-FFF2-40B4-BE49-F238E27FC236}">
                    <a16:creationId xmlns:a16="http://schemas.microsoft.com/office/drawing/2014/main" id="{FE4C8674-59F8-FAF4-0862-E70C499F27D6}"/>
                  </a:ext>
                </a:extLst>
              </p:cNvPr>
              <p:cNvSpPr/>
              <p:nvPr/>
            </p:nvSpPr>
            <p:spPr>
              <a:xfrm>
                <a:off x="7673666" y="7988292"/>
                <a:ext cx="41981" cy="41981"/>
              </a:xfrm>
              <a:custGeom>
                <a:avLst/>
                <a:gdLst>
                  <a:gd name="connsiteX0" fmla="*/ 21248 w 41981"/>
                  <a:gd name="connsiteY0" fmla="*/ 4972 h 41981"/>
                  <a:gd name="connsiteX1" fmla="*/ 37438 w 41981"/>
                  <a:gd name="connsiteY1" fmla="*/ 21162 h 41981"/>
                  <a:gd name="connsiteX2" fmla="*/ 37438 w 41981"/>
                  <a:gd name="connsiteY2" fmla="*/ 21162 h 41981"/>
                  <a:gd name="connsiteX3" fmla="*/ 21248 w 41981"/>
                  <a:gd name="connsiteY3" fmla="*/ 37352 h 41981"/>
                  <a:gd name="connsiteX4" fmla="*/ 5057 w 41981"/>
                  <a:gd name="connsiteY4" fmla="*/ 21162 h 41981"/>
                  <a:gd name="connsiteX5" fmla="*/ 21248 w 41981"/>
                  <a:gd name="connsiteY5" fmla="*/ 4972 h 41981"/>
                  <a:gd name="connsiteX6" fmla="*/ 21248 w 41981"/>
                  <a:gd name="connsiteY6" fmla="*/ 172 h 41981"/>
                  <a:gd name="connsiteX7" fmla="*/ 257 w 41981"/>
                  <a:gd name="connsiteY7" fmla="*/ 21162 h 41981"/>
                  <a:gd name="connsiteX8" fmla="*/ 21248 w 41981"/>
                  <a:gd name="connsiteY8" fmla="*/ 42153 h 41981"/>
                  <a:gd name="connsiteX9" fmla="*/ 42238 w 41981"/>
                  <a:gd name="connsiteY9" fmla="*/ 21162 h 41981"/>
                  <a:gd name="connsiteX10" fmla="*/ 42238 w 41981"/>
                  <a:gd name="connsiteY10" fmla="*/ 21162 h 41981"/>
                  <a:gd name="connsiteX11" fmla="*/ 2124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2"/>
                    </a:moveTo>
                    <a:cubicBezTo>
                      <a:pt x="30189" y="4972"/>
                      <a:pt x="37438" y="12220"/>
                      <a:pt x="37438" y="21162"/>
                    </a:cubicBezTo>
                    <a:lnTo>
                      <a:pt x="37438" y="21162"/>
                    </a:lnTo>
                    <a:cubicBezTo>
                      <a:pt x="37438" y="30104"/>
                      <a:pt x="30189" y="37352"/>
                      <a:pt x="21248" y="37352"/>
                    </a:cubicBezTo>
                    <a:cubicBezTo>
                      <a:pt x="12306" y="37352"/>
                      <a:pt x="5057" y="30104"/>
                      <a:pt x="5057" y="21162"/>
                    </a:cubicBezTo>
                    <a:cubicBezTo>
                      <a:pt x="5057" y="12220"/>
                      <a:pt x="12306" y="4972"/>
                      <a:pt x="21248" y="4972"/>
                    </a:cubicBezTo>
                    <a:close/>
                    <a:moveTo>
                      <a:pt x="21248" y="172"/>
                    </a:moveTo>
                    <a:cubicBezTo>
                      <a:pt x="9655" y="172"/>
                      <a:pt x="257" y="9570"/>
                      <a:pt x="257" y="21162"/>
                    </a:cubicBezTo>
                    <a:cubicBezTo>
                      <a:pt x="257" y="32755"/>
                      <a:pt x="9655" y="42153"/>
                      <a:pt x="21248" y="42153"/>
                    </a:cubicBezTo>
                    <a:cubicBezTo>
                      <a:pt x="32840" y="42153"/>
                      <a:pt x="42238" y="32755"/>
                      <a:pt x="42238" y="21162"/>
                    </a:cubicBezTo>
                    <a:lnTo>
                      <a:pt x="42238" y="21162"/>
                    </a:lnTo>
                    <a:cubicBezTo>
                      <a:pt x="42238" y="9570"/>
                      <a:pt x="32840" y="172"/>
                      <a:pt x="21248" y="172"/>
                    </a:cubicBezTo>
                    <a:close/>
                  </a:path>
                </a:pathLst>
              </a:custGeom>
              <a:solidFill>
                <a:srgbClr val="000000"/>
              </a:solidFill>
              <a:ln w="4794" cap="sq">
                <a:noFill/>
                <a:prstDash val="solid"/>
                <a:round/>
              </a:ln>
            </p:spPr>
            <p:txBody>
              <a:bodyPr rtlCol="0" anchor="ctr"/>
              <a:lstStyle/>
              <a:p>
                <a:endParaRPr lang="en-US"/>
              </a:p>
            </p:txBody>
          </p:sp>
          <p:sp>
            <p:nvSpPr>
              <p:cNvPr id="1944" name="Freeform: Shape 1943">
                <a:extLst>
                  <a:ext uri="{FF2B5EF4-FFF2-40B4-BE49-F238E27FC236}">
                    <a16:creationId xmlns:a16="http://schemas.microsoft.com/office/drawing/2014/main" id="{D9D2999D-72D9-DB36-9774-9AF81C32AD6D}"/>
                  </a:ext>
                </a:extLst>
              </p:cNvPr>
              <p:cNvSpPr/>
              <p:nvPr/>
            </p:nvSpPr>
            <p:spPr>
              <a:xfrm>
                <a:off x="7647738" y="8022447"/>
                <a:ext cx="37180" cy="37180"/>
              </a:xfrm>
              <a:custGeom>
                <a:avLst/>
                <a:gdLst>
                  <a:gd name="connsiteX0" fmla="*/ 37433 w 37180"/>
                  <a:gd name="connsiteY0" fmla="*/ 18767 h 37180"/>
                  <a:gd name="connsiteX1" fmla="*/ 18842 w 37180"/>
                  <a:gd name="connsiteY1" fmla="*/ 37358 h 37180"/>
                  <a:gd name="connsiteX2" fmla="*/ 252 w 37180"/>
                  <a:gd name="connsiteY2" fmla="*/ 18767 h 37180"/>
                  <a:gd name="connsiteX3" fmla="*/ 18842 w 37180"/>
                  <a:gd name="connsiteY3" fmla="*/ 177 h 37180"/>
                  <a:gd name="connsiteX4" fmla="*/ 37433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7"/>
                    </a:moveTo>
                    <a:cubicBezTo>
                      <a:pt x="37433" y="29035"/>
                      <a:pt x="29110" y="37358"/>
                      <a:pt x="18842" y="37358"/>
                    </a:cubicBezTo>
                    <a:cubicBezTo>
                      <a:pt x="8575" y="37358"/>
                      <a:pt x="252" y="29035"/>
                      <a:pt x="252" y="18767"/>
                    </a:cubicBezTo>
                    <a:cubicBezTo>
                      <a:pt x="252" y="8500"/>
                      <a:pt x="8575" y="177"/>
                      <a:pt x="18842" y="177"/>
                    </a:cubicBezTo>
                    <a:cubicBezTo>
                      <a:pt x="29110" y="177"/>
                      <a:pt x="37433" y="8500"/>
                      <a:pt x="37433" y="18767"/>
                    </a:cubicBezTo>
                    <a:close/>
                  </a:path>
                </a:pathLst>
              </a:custGeom>
              <a:solidFill>
                <a:srgbClr val="B7F7B7"/>
              </a:solidFill>
              <a:ln w="5753" cap="sq">
                <a:noFill/>
                <a:prstDash val="solid"/>
                <a:miter/>
              </a:ln>
            </p:spPr>
            <p:txBody>
              <a:bodyPr rtlCol="0" anchor="ctr"/>
              <a:lstStyle/>
              <a:p>
                <a:endParaRPr lang="en-US"/>
              </a:p>
            </p:txBody>
          </p:sp>
          <p:sp>
            <p:nvSpPr>
              <p:cNvPr id="1945" name="Freeform: Shape 1944">
                <a:extLst>
                  <a:ext uri="{FF2B5EF4-FFF2-40B4-BE49-F238E27FC236}">
                    <a16:creationId xmlns:a16="http://schemas.microsoft.com/office/drawing/2014/main" id="{7D9F2448-A2E1-C395-B6AD-827E50626A99}"/>
                  </a:ext>
                </a:extLst>
              </p:cNvPr>
              <p:cNvSpPr/>
              <p:nvPr/>
            </p:nvSpPr>
            <p:spPr>
              <a:xfrm>
                <a:off x="7645338" y="8020047"/>
                <a:ext cx="41981" cy="41981"/>
              </a:xfrm>
              <a:custGeom>
                <a:avLst/>
                <a:gdLst>
                  <a:gd name="connsiteX0" fmla="*/ 21243 w 41981"/>
                  <a:gd name="connsiteY0" fmla="*/ 4977 h 41981"/>
                  <a:gd name="connsiteX1" fmla="*/ 37433 w 41981"/>
                  <a:gd name="connsiteY1" fmla="*/ 21168 h 41981"/>
                  <a:gd name="connsiteX2" fmla="*/ 37433 w 41981"/>
                  <a:gd name="connsiteY2" fmla="*/ 21168 h 41981"/>
                  <a:gd name="connsiteX3" fmla="*/ 21243 w 41981"/>
                  <a:gd name="connsiteY3" fmla="*/ 37358 h 41981"/>
                  <a:gd name="connsiteX4" fmla="*/ 5052 w 41981"/>
                  <a:gd name="connsiteY4" fmla="*/ 21168 h 41981"/>
                  <a:gd name="connsiteX5" fmla="*/ 21243 w 41981"/>
                  <a:gd name="connsiteY5" fmla="*/ 4977 h 41981"/>
                  <a:gd name="connsiteX6" fmla="*/ 21243 w 41981"/>
                  <a:gd name="connsiteY6" fmla="*/ 177 h 41981"/>
                  <a:gd name="connsiteX7" fmla="*/ 252 w 41981"/>
                  <a:gd name="connsiteY7" fmla="*/ 21168 h 41981"/>
                  <a:gd name="connsiteX8" fmla="*/ 21243 w 41981"/>
                  <a:gd name="connsiteY8" fmla="*/ 42158 h 41981"/>
                  <a:gd name="connsiteX9" fmla="*/ 42233 w 41981"/>
                  <a:gd name="connsiteY9" fmla="*/ 21168 h 41981"/>
                  <a:gd name="connsiteX10" fmla="*/ 42233 w 41981"/>
                  <a:gd name="connsiteY10" fmla="*/ 21168 h 41981"/>
                  <a:gd name="connsiteX11" fmla="*/ 2124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7"/>
                    </a:moveTo>
                    <a:cubicBezTo>
                      <a:pt x="30184" y="4977"/>
                      <a:pt x="37433" y="12226"/>
                      <a:pt x="37433" y="21168"/>
                    </a:cubicBezTo>
                    <a:lnTo>
                      <a:pt x="37433" y="21168"/>
                    </a:lnTo>
                    <a:cubicBezTo>
                      <a:pt x="37433" y="30109"/>
                      <a:pt x="30184" y="37358"/>
                      <a:pt x="21243" y="37358"/>
                    </a:cubicBezTo>
                    <a:cubicBezTo>
                      <a:pt x="12301" y="37358"/>
                      <a:pt x="5052" y="30109"/>
                      <a:pt x="5052" y="21168"/>
                    </a:cubicBezTo>
                    <a:cubicBezTo>
                      <a:pt x="5052" y="12226"/>
                      <a:pt x="12301" y="4977"/>
                      <a:pt x="21243" y="4977"/>
                    </a:cubicBezTo>
                    <a:close/>
                    <a:moveTo>
                      <a:pt x="21243" y="177"/>
                    </a:moveTo>
                    <a:cubicBezTo>
                      <a:pt x="9650" y="177"/>
                      <a:pt x="252" y="9575"/>
                      <a:pt x="252" y="21168"/>
                    </a:cubicBezTo>
                    <a:cubicBezTo>
                      <a:pt x="252" y="32760"/>
                      <a:pt x="9650" y="42158"/>
                      <a:pt x="21243" y="42158"/>
                    </a:cubicBezTo>
                    <a:cubicBezTo>
                      <a:pt x="32835" y="42158"/>
                      <a:pt x="42233" y="32760"/>
                      <a:pt x="42233" y="21168"/>
                    </a:cubicBezTo>
                    <a:lnTo>
                      <a:pt x="42233" y="21168"/>
                    </a:lnTo>
                    <a:cubicBezTo>
                      <a:pt x="42233" y="9575"/>
                      <a:pt x="32835" y="177"/>
                      <a:pt x="21243" y="177"/>
                    </a:cubicBezTo>
                    <a:close/>
                  </a:path>
                </a:pathLst>
              </a:custGeom>
              <a:solidFill>
                <a:srgbClr val="000000"/>
              </a:solidFill>
              <a:ln w="4794" cap="sq">
                <a:noFill/>
                <a:prstDash val="solid"/>
                <a:round/>
              </a:ln>
            </p:spPr>
            <p:txBody>
              <a:bodyPr rtlCol="0" anchor="ctr"/>
              <a:lstStyle/>
              <a:p>
                <a:endParaRPr lang="en-US"/>
              </a:p>
            </p:txBody>
          </p:sp>
          <p:sp>
            <p:nvSpPr>
              <p:cNvPr id="1946" name="Freeform: Shape 1945">
                <a:extLst>
                  <a:ext uri="{FF2B5EF4-FFF2-40B4-BE49-F238E27FC236}">
                    <a16:creationId xmlns:a16="http://schemas.microsoft.com/office/drawing/2014/main" id="{628C828C-2E16-A7B0-91D9-FD4C458AFA13}"/>
                  </a:ext>
                </a:extLst>
              </p:cNvPr>
              <p:cNvSpPr/>
              <p:nvPr/>
            </p:nvSpPr>
            <p:spPr>
              <a:xfrm>
                <a:off x="7677529" y="8059951"/>
                <a:ext cx="37180" cy="37180"/>
              </a:xfrm>
              <a:custGeom>
                <a:avLst/>
                <a:gdLst>
                  <a:gd name="connsiteX0" fmla="*/ 37438 w 37180"/>
                  <a:gd name="connsiteY0" fmla="*/ 18774 h 37180"/>
                  <a:gd name="connsiteX1" fmla="*/ 18848 w 37180"/>
                  <a:gd name="connsiteY1" fmla="*/ 37364 h 37180"/>
                  <a:gd name="connsiteX2" fmla="*/ 257 w 37180"/>
                  <a:gd name="connsiteY2" fmla="*/ 18774 h 37180"/>
                  <a:gd name="connsiteX3" fmla="*/ 18848 w 37180"/>
                  <a:gd name="connsiteY3" fmla="*/ 184 h 37180"/>
                  <a:gd name="connsiteX4" fmla="*/ 37438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4"/>
                    </a:moveTo>
                    <a:cubicBezTo>
                      <a:pt x="37438" y="29041"/>
                      <a:pt x="29115" y="37364"/>
                      <a:pt x="18848" y="37364"/>
                    </a:cubicBezTo>
                    <a:cubicBezTo>
                      <a:pt x="8580" y="37364"/>
                      <a:pt x="257" y="29041"/>
                      <a:pt x="257" y="18774"/>
                    </a:cubicBezTo>
                    <a:cubicBezTo>
                      <a:pt x="257" y="8507"/>
                      <a:pt x="8580" y="184"/>
                      <a:pt x="18848" y="184"/>
                    </a:cubicBezTo>
                    <a:cubicBezTo>
                      <a:pt x="29115" y="184"/>
                      <a:pt x="37438" y="8507"/>
                      <a:pt x="37438" y="18774"/>
                    </a:cubicBezTo>
                    <a:close/>
                  </a:path>
                </a:pathLst>
              </a:custGeom>
              <a:solidFill>
                <a:srgbClr val="23F723"/>
              </a:solidFill>
              <a:ln w="5753" cap="sq">
                <a:noFill/>
                <a:prstDash val="solid"/>
                <a:miter/>
              </a:ln>
            </p:spPr>
            <p:txBody>
              <a:bodyPr rtlCol="0" anchor="ctr"/>
              <a:lstStyle/>
              <a:p>
                <a:endParaRPr lang="en-US"/>
              </a:p>
            </p:txBody>
          </p:sp>
          <p:sp>
            <p:nvSpPr>
              <p:cNvPr id="1947" name="Freeform: Shape 1946">
                <a:extLst>
                  <a:ext uri="{FF2B5EF4-FFF2-40B4-BE49-F238E27FC236}">
                    <a16:creationId xmlns:a16="http://schemas.microsoft.com/office/drawing/2014/main" id="{BDE2DC62-4181-A95B-E8AD-988CD1DC8D54}"/>
                  </a:ext>
                </a:extLst>
              </p:cNvPr>
              <p:cNvSpPr/>
              <p:nvPr/>
            </p:nvSpPr>
            <p:spPr>
              <a:xfrm>
                <a:off x="7675129" y="8057550"/>
                <a:ext cx="41981" cy="41981"/>
              </a:xfrm>
              <a:custGeom>
                <a:avLst/>
                <a:gdLst>
                  <a:gd name="connsiteX0" fmla="*/ 21248 w 41981"/>
                  <a:gd name="connsiteY0" fmla="*/ 4984 h 41981"/>
                  <a:gd name="connsiteX1" fmla="*/ 37438 w 41981"/>
                  <a:gd name="connsiteY1" fmla="*/ 21174 h 41981"/>
                  <a:gd name="connsiteX2" fmla="*/ 37438 w 41981"/>
                  <a:gd name="connsiteY2" fmla="*/ 21174 h 41981"/>
                  <a:gd name="connsiteX3" fmla="*/ 21248 w 41981"/>
                  <a:gd name="connsiteY3" fmla="*/ 37364 h 41981"/>
                  <a:gd name="connsiteX4" fmla="*/ 5058 w 41981"/>
                  <a:gd name="connsiteY4" fmla="*/ 21174 h 41981"/>
                  <a:gd name="connsiteX5" fmla="*/ 21248 w 41981"/>
                  <a:gd name="connsiteY5" fmla="*/ 4984 h 41981"/>
                  <a:gd name="connsiteX6" fmla="*/ 21248 w 41981"/>
                  <a:gd name="connsiteY6" fmla="*/ 184 h 41981"/>
                  <a:gd name="connsiteX7" fmla="*/ 257 w 41981"/>
                  <a:gd name="connsiteY7" fmla="*/ 21174 h 41981"/>
                  <a:gd name="connsiteX8" fmla="*/ 21248 w 41981"/>
                  <a:gd name="connsiteY8" fmla="*/ 42165 h 41981"/>
                  <a:gd name="connsiteX9" fmla="*/ 42238 w 41981"/>
                  <a:gd name="connsiteY9" fmla="*/ 21174 h 41981"/>
                  <a:gd name="connsiteX10" fmla="*/ 42238 w 41981"/>
                  <a:gd name="connsiteY10" fmla="*/ 21174 h 41981"/>
                  <a:gd name="connsiteX11" fmla="*/ 21248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4"/>
                    </a:moveTo>
                    <a:cubicBezTo>
                      <a:pt x="30190" y="4984"/>
                      <a:pt x="37438" y="12232"/>
                      <a:pt x="37438" y="21174"/>
                    </a:cubicBezTo>
                    <a:lnTo>
                      <a:pt x="37438" y="21174"/>
                    </a:lnTo>
                    <a:cubicBezTo>
                      <a:pt x="37438" y="30116"/>
                      <a:pt x="30190" y="37364"/>
                      <a:pt x="21248" y="37364"/>
                    </a:cubicBezTo>
                    <a:cubicBezTo>
                      <a:pt x="12306" y="37364"/>
                      <a:pt x="5058" y="30116"/>
                      <a:pt x="5058" y="21174"/>
                    </a:cubicBezTo>
                    <a:cubicBezTo>
                      <a:pt x="5058" y="12232"/>
                      <a:pt x="12306" y="4984"/>
                      <a:pt x="21248" y="4984"/>
                    </a:cubicBezTo>
                    <a:close/>
                    <a:moveTo>
                      <a:pt x="21248" y="184"/>
                    </a:moveTo>
                    <a:cubicBezTo>
                      <a:pt x="9655" y="184"/>
                      <a:pt x="257" y="9582"/>
                      <a:pt x="257" y="21174"/>
                    </a:cubicBezTo>
                    <a:cubicBezTo>
                      <a:pt x="257" y="32767"/>
                      <a:pt x="9655" y="42165"/>
                      <a:pt x="21248" y="42165"/>
                    </a:cubicBezTo>
                    <a:cubicBezTo>
                      <a:pt x="32840" y="42165"/>
                      <a:pt x="42238" y="32767"/>
                      <a:pt x="42238" y="21174"/>
                    </a:cubicBezTo>
                    <a:lnTo>
                      <a:pt x="42238" y="21174"/>
                    </a:lnTo>
                    <a:cubicBezTo>
                      <a:pt x="42238" y="9582"/>
                      <a:pt x="32840" y="184"/>
                      <a:pt x="21248" y="184"/>
                    </a:cubicBezTo>
                    <a:close/>
                  </a:path>
                </a:pathLst>
              </a:custGeom>
              <a:solidFill>
                <a:srgbClr val="000000"/>
              </a:solidFill>
              <a:ln w="4794" cap="sq">
                <a:noFill/>
                <a:prstDash val="solid"/>
                <a:round/>
              </a:ln>
            </p:spPr>
            <p:txBody>
              <a:bodyPr rtlCol="0" anchor="ctr"/>
              <a:lstStyle/>
              <a:p>
                <a:endParaRPr lang="en-US"/>
              </a:p>
            </p:txBody>
          </p:sp>
          <p:sp>
            <p:nvSpPr>
              <p:cNvPr id="1948" name="Freeform: Shape 1947">
                <a:extLst>
                  <a:ext uri="{FF2B5EF4-FFF2-40B4-BE49-F238E27FC236}">
                    <a16:creationId xmlns:a16="http://schemas.microsoft.com/office/drawing/2014/main" id="{F6C7DEF7-8D50-4A0B-30CB-0792A68E49DF}"/>
                  </a:ext>
                </a:extLst>
              </p:cNvPr>
              <p:cNvSpPr/>
              <p:nvPr/>
            </p:nvSpPr>
            <p:spPr>
              <a:xfrm>
                <a:off x="7621012" y="8029503"/>
                <a:ext cx="37180" cy="37180"/>
              </a:xfrm>
              <a:custGeom>
                <a:avLst/>
                <a:gdLst>
                  <a:gd name="connsiteX0" fmla="*/ 37428 w 37180"/>
                  <a:gd name="connsiteY0" fmla="*/ 18769 h 37180"/>
                  <a:gd name="connsiteX1" fmla="*/ 18838 w 37180"/>
                  <a:gd name="connsiteY1" fmla="*/ 37359 h 37180"/>
                  <a:gd name="connsiteX2" fmla="*/ 247 w 37180"/>
                  <a:gd name="connsiteY2" fmla="*/ 18769 h 37180"/>
                  <a:gd name="connsiteX3" fmla="*/ 18838 w 37180"/>
                  <a:gd name="connsiteY3" fmla="*/ 178 h 37180"/>
                  <a:gd name="connsiteX4" fmla="*/ 3742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69"/>
                    </a:moveTo>
                    <a:cubicBezTo>
                      <a:pt x="37428" y="29036"/>
                      <a:pt x="29105" y="37359"/>
                      <a:pt x="18838" y="37359"/>
                    </a:cubicBezTo>
                    <a:cubicBezTo>
                      <a:pt x="8571" y="37359"/>
                      <a:pt x="247" y="29036"/>
                      <a:pt x="247" y="18769"/>
                    </a:cubicBezTo>
                    <a:cubicBezTo>
                      <a:pt x="247" y="8501"/>
                      <a:pt x="8571" y="178"/>
                      <a:pt x="18838" y="178"/>
                    </a:cubicBezTo>
                    <a:cubicBezTo>
                      <a:pt x="29105" y="178"/>
                      <a:pt x="37428" y="8501"/>
                      <a:pt x="37428" y="18769"/>
                    </a:cubicBezTo>
                    <a:close/>
                  </a:path>
                </a:pathLst>
              </a:custGeom>
              <a:solidFill>
                <a:srgbClr val="F7F7F7"/>
              </a:solidFill>
              <a:ln w="5753" cap="sq">
                <a:noFill/>
                <a:prstDash val="solid"/>
                <a:miter/>
              </a:ln>
            </p:spPr>
            <p:txBody>
              <a:bodyPr rtlCol="0" anchor="ctr"/>
              <a:lstStyle/>
              <a:p>
                <a:endParaRPr lang="en-US"/>
              </a:p>
            </p:txBody>
          </p:sp>
          <p:sp>
            <p:nvSpPr>
              <p:cNvPr id="1949" name="Freeform: Shape 1948">
                <a:extLst>
                  <a:ext uri="{FF2B5EF4-FFF2-40B4-BE49-F238E27FC236}">
                    <a16:creationId xmlns:a16="http://schemas.microsoft.com/office/drawing/2014/main" id="{A9C6A389-DCF3-D39A-C93E-1990FEF0182A}"/>
                  </a:ext>
                </a:extLst>
              </p:cNvPr>
              <p:cNvSpPr/>
              <p:nvPr/>
            </p:nvSpPr>
            <p:spPr>
              <a:xfrm>
                <a:off x="7618612" y="8027103"/>
                <a:ext cx="41981" cy="41981"/>
              </a:xfrm>
              <a:custGeom>
                <a:avLst/>
                <a:gdLst>
                  <a:gd name="connsiteX0" fmla="*/ 21238 w 41981"/>
                  <a:gd name="connsiteY0" fmla="*/ 4979 h 41981"/>
                  <a:gd name="connsiteX1" fmla="*/ 37428 w 41981"/>
                  <a:gd name="connsiteY1" fmla="*/ 21169 h 41981"/>
                  <a:gd name="connsiteX2" fmla="*/ 37428 w 41981"/>
                  <a:gd name="connsiteY2" fmla="*/ 21169 h 41981"/>
                  <a:gd name="connsiteX3" fmla="*/ 21238 w 41981"/>
                  <a:gd name="connsiteY3" fmla="*/ 37359 h 41981"/>
                  <a:gd name="connsiteX4" fmla="*/ 5048 w 41981"/>
                  <a:gd name="connsiteY4" fmla="*/ 21169 h 41981"/>
                  <a:gd name="connsiteX5" fmla="*/ 21238 w 41981"/>
                  <a:gd name="connsiteY5" fmla="*/ 4979 h 41981"/>
                  <a:gd name="connsiteX6" fmla="*/ 21238 w 41981"/>
                  <a:gd name="connsiteY6" fmla="*/ 178 h 41981"/>
                  <a:gd name="connsiteX7" fmla="*/ 247 w 41981"/>
                  <a:gd name="connsiteY7" fmla="*/ 21169 h 41981"/>
                  <a:gd name="connsiteX8" fmla="*/ 21238 w 41981"/>
                  <a:gd name="connsiteY8" fmla="*/ 42159 h 41981"/>
                  <a:gd name="connsiteX9" fmla="*/ 42229 w 41981"/>
                  <a:gd name="connsiteY9" fmla="*/ 21169 h 41981"/>
                  <a:gd name="connsiteX10" fmla="*/ 42229 w 41981"/>
                  <a:gd name="connsiteY10" fmla="*/ 21169 h 41981"/>
                  <a:gd name="connsiteX11" fmla="*/ 2123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79"/>
                    </a:moveTo>
                    <a:cubicBezTo>
                      <a:pt x="30180" y="4979"/>
                      <a:pt x="37428" y="12227"/>
                      <a:pt x="37428" y="21169"/>
                    </a:cubicBezTo>
                    <a:lnTo>
                      <a:pt x="37428" y="21169"/>
                    </a:lnTo>
                    <a:cubicBezTo>
                      <a:pt x="37428" y="30111"/>
                      <a:pt x="30180" y="37359"/>
                      <a:pt x="21238" y="37359"/>
                    </a:cubicBezTo>
                    <a:cubicBezTo>
                      <a:pt x="12296" y="37359"/>
                      <a:pt x="5048" y="30111"/>
                      <a:pt x="5048" y="21169"/>
                    </a:cubicBezTo>
                    <a:cubicBezTo>
                      <a:pt x="5048" y="12227"/>
                      <a:pt x="12296" y="4979"/>
                      <a:pt x="21238" y="4979"/>
                    </a:cubicBezTo>
                    <a:close/>
                    <a:moveTo>
                      <a:pt x="21238" y="178"/>
                    </a:moveTo>
                    <a:cubicBezTo>
                      <a:pt x="9645" y="178"/>
                      <a:pt x="247" y="9576"/>
                      <a:pt x="247" y="21169"/>
                    </a:cubicBezTo>
                    <a:cubicBezTo>
                      <a:pt x="247" y="32761"/>
                      <a:pt x="9645" y="42159"/>
                      <a:pt x="21238" y="42159"/>
                    </a:cubicBezTo>
                    <a:cubicBezTo>
                      <a:pt x="32831" y="42159"/>
                      <a:pt x="42229" y="32761"/>
                      <a:pt x="42229" y="21169"/>
                    </a:cubicBezTo>
                    <a:lnTo>
                      <a:pt x="42229" y="21169"/>
                    </a:lnTo>
                    <a:cubicBezTo>
                      <a:pt x="42229" y="9576"/>
                      <a:pt x="32831" y="178"/>
                      <a:pt x="21238" y="178"/>
                    </a:cubicBezTo>
                    <a:close/>
                  </a:path>
                </a:pathLst>
              </a:custGeom>
              <a:solidFill>
                <a:srgbClr val="000000"/>
              </a:solidFill>
              <a:ln w="4794" cap="sq">
                <a:noFill/>
                <a:prstDash val="solid"/>
                <a:round/>
              </a:ln>
            </p:spPr>
            <p:txBody>
              <a:bodyPr rtlCol="0" anchor="ctr"/>
              <a:lstStyle/>
              <a:p>
                <a:endParaRPr lang="en-US"/>
              </a:p>
            </p:txBody>
          </p:sp>
          <p:sp>
            <p:nvSpPr>
              <p:cNvPr id="1950" name="Freeform: Shape 1949">
                <a:extLst>
                  <a:ext uri="{FF2B5EF4-FFF2-40B4-BE49-F238E27FC236}">
                    <a16:creationId xmlns:a16="http://schemas.microsoft.com/office/drawing/2014/main" id="{DE72CC2D-1C53-52D3-4483-4EE9E36CB7AE}"/>
                  </a:ext>
                </a:extLst>
              </p:cNvPr>
              <p:cNvSpPr/>
              <p:nvPr/>
            </p:nvSpPr>
            <p:spPr>
              <a:xfrm>
                <a:off x="7641253" y="8063839"/>
                <a:ext cx="37180" cy="37180"/>
              </a:xfrm>
              <a:custGeom>
                <a:avLst/>
                <a:gdLst>
                  <a:gd name="connsiteX0" fmla="*/ 37432 w 37180"/>
                  <a:gd name="connsiteY0" fmla="*/ 18775 h 37180"/>
                  <a:gd name="connsiteX1" fmla="*/ 18841 w 37180"/>
                  <a:gd name="connsiteY1" fmla="*/ 37365 h 37180"/>
                  <a:gd name="connsiteX2" fmla="*/ 251 w 37180"/>
                  <a:gd name="connsiteY2" fmla="*/ 18775 h 37180"/>
                  <a:gd name="connsiteX3" fmla="*/ 18841 w 37180"/>
                  <a:gd name="connsiteY3" fmla="*/ 184 h 37180"/>
                  <a:gd name="connsiteX4" fmla="*/ 37432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5"/>
                    </a:moveTo>
                    <a:cubicBezTo>
                      <a:pt x="37432" y="29042"/>
                      <a:pt x="29109" y="37365"/>
                      <a:pt x="18841" y="37365"/>
                    </a:cubicBezTo>
                    <a:cubicBezTo>
                      <a:pt x="8574" y="37365"/>
                      <a:pt x="251" y="29042"/>
                      <a:pt x="251" y="18775"/>
                    </a:cubicBezTo>
                    <a:cubicBezTo>
                      <a:pt x="251" y="8507"/>
                      <a:pt x="8574" y="184"/>
                      <a:pt x="18841" y="184"/>
                    </a:cubicBezTo>
                    <a:cubicBezTo>
                      <a:pt x="29109" y="184"/>
                      <a:pt x="37432" y="8507"/>
                      <a:pt x="37432" y="18775"/>
                    </a:cubicBezTo>
                    <a:close/>
                  </a:path>
                </a:pathLst>
              </a:custGeom>
              <a:solidFill>
                <a:srgbClr val="ECF7EC"/>
              </a:solidFill>
              <a:ln w="5753" cap="sq">
                <a:noFill/>
                <a:prstDash val="solid"/>
                <a:miter/>
              </a:ln>
            </p:spPr>
            <p:txBody>
              <a:bodyPr rtlCol="0" anchor="ctr"/>
              <a:lstStyle/>
              <a:p>
                <a:endParaRPr lang="en-US"/>
              </a:p>
            </p:txBody>
          </p:sp>
          <p:sp>
            <p:nvSpPr>
              <p:cNvPr id="1951" name="Freeform: Shape 1950">
                <a:extLst>
                  <a:ext uri="{FF2B5EF4-FFF2-40B4-BE49-F238E27FC236}">
                    <a16:creationId xmlns:a16="http://schemas.microsoft.com/office/drawing/2014/main" id="{B4FF2DE2-9BBD-1170-F18D-87E81767610C}"/>
                  </a:ext>
                </a:extLst>
              </p:cNvPr>
              <p:cNvSpPr/>
              <p:nvPr/>
            </p:nvSpPr>
            <p:spPr>
              <a:xfrm>
                <a:off x="7638853" y="8061438"/>
                <a:ext cx="41981" cy="41981"/>
              </a:xfrm>
              <a:custGeom>
                <a:avLst/>
                <a:gdLst>
                  <a:gd name="connsiteX0" fmla="*/ 21242 w 41981"/>
                  <a:gd name="connsiteY0" fmla="*/ 4985 h 41981"/>
                  <a:gd name="connsiteX1" fmla="*/ 37432 w 41981"/>
                  <a:gd name="connsiteY1" fmla="*/ 21175 h 41981"/>
                  <a:gd name="connsiteX2" fmla="*/ 37432 w 41981"/>
                  <a:gd name="connsiteY2" fmla="*/ 21175 h 41981"/>
                  <a:gd name="connsiteX3" fmla="*/ 21242 w 41981"/>
                  <a:gd name="connsiteY3" fmla="*/ 37365 h 41981"/>
                  <a:gd name="connsiteX4" fmla="*/ 5051 w 41981"/>
                  <a:gd name="connsiteY4" fmla="*/ 21175 h 41981"/>
                  <a:gd name="connsiteX5" fmla="*/ 21242 w 41981"/>
                  <a:gd name="connsiteY5" fmla="*/ 4985 h 41981"/>
                  <a:gd name="connsiteX6" fmla="*/ 21242 w 41981"/>
                  <a:gd name="connsiteY6" fmla="*/ 184 h 41981"/>
                  <a:gd name="connsiteX7" fmla="*/ 251 w 41981"/>
                  <a:gd name="connsiteY7" fmla="*/ 21175 h 41981"/>
                  <a:gd name="connsiteX8" fmla="*/ 21242 w 41981"/>
                  <a:gd name="connsiteY8" fmla="*/ 42165 h 41981"/>
                  <a:gd name="connsiteX9" fmla="*/ 42232 w 41981"/>
                  <a:gd name="connsiteY9" fmla="*/ 21175 h 41981"/>
                  <a:gd name="connsiteX10" fmla="*/ 42232 w 41981"/>
                  <a:gd name="connsiteY10" fmla="*/ 21175 h 41981"/>
                  <a:gd name="connsiteX11" fmla="*/ 21242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5"/>
                    </a:moveTo>
                    <a:cubicBezTo>
                      <a:pt x="30183" y="4985"/>
                      <a:pt x="37432" y="12233"/>
                      <a:pt x="37432" y="21175"/>
                    </a:cubicBezTo>
                    <a:lnTo>
                      <a:pt x="37432" y="21175"/>
                    </a:lnTo>
                    <a:cubicBezTo>
                      <a:pt x="37432" y="30117"/>
                      <a:pt x="30183" y="37365"/>
                      <a:pt x="21242" y="37365"/>
                    </a:cubicBezTo>
                    <a:cubicBezTo>
                      <a:pt x="12300" y="37365"/>
                      <a:pt x="5051" y="30117"/>
                      <a:pt x="5051" y="21175"/>
                    </a:cubicBezTo>
                    <a:cubicBezTo>
                      <a:pt x="5051" y="12233"/>
                      <a:pt x="12300" y="4985"/>
                      <a:pt x="21242" y="4985"/>
                    </a:cubicBezTo>
                    <a:close/>
                    <a:moveTo>
                      <a:pt x="21242" y="184"/>
                    </a:moveTo>
                    <a:cubicBezTo>
                      <a:pt x="9649" y="184"/>
                      <a:pt x="251" y="9582"/>
                      <a:pt x="251" y="21175"/>
                    </a:cubicBezTo>
                    <a:cubicBezTo>
                      <a:pt x="251" y="32767"/>
                      <a:pt x="9649" y="42165"/>
                      <a:pt x="21242" y="42165"/>
                    </a:cubicBezTo>
                    <a:cubicBezTo>
                      <a:pt x="32834" y="42165"/>
                      <a:pt x="42232" y="32767"/>
                      <a:pt x="42232" y="21175"/>
                    </a:cubicBezTo>
                    <a:lnTo>
                      <a:pt x="42232" y="21175"/>
                    </a:lnTo>
                    <a:cubicBezTo>
                      <a:pt x="42232" y="9582"/>
                      <a:pt x="32834" y="184"/>
                      <a:pt x="21242" y="184"/>
                    </a:cubicBezTo>
                    <a:close/>
                  </a:path>
                </a:pathLst>
              </a:custGeom>
              <a:solidFill>
                <a:srgbClr val="000000"/>
              </a:solidFill>
              <a:ln w="4794" cap="sq">
                <a:noFill/>
                <a:prstDash val="solid"/>
                <a:round/>
              </a:ln>
            </p:spPr>
            <p:txBody>
              <a:bodyPr rtlCol="0" anchor="ctr"/>
              <a:lstStyle/>
              <a:p>
                <a:endParaRPr lang="en-US"/>
              </a:p>
            </p:txBody>
          </p:sp>
          <p:sp>
            <p:nvSpPr>
              <p:cNvPr id="1952" name="Freeform: Shape 1951">
                <a:extLst>
                  <a:ext uri="{FF2B5EF4-FFF2-40B4-BE49-F238E27FC236}">
                    <a16:creationId xmlns:a16="http://schemas.microsoft.com/office/drawing/2014/main" id="{B49BBE57-5AEE-7DF3-D55A-02E49D427F57}"/>
                  </a:ext>
                </a:extLst>
              </p:cNvPr>
              <p:cNvSpPr/>
              <p:nvPr/>
            </p:nvSpPr>
            <p:spPr>
              <a:xfrm>
                <a:off x="7648510" y="8048851"/>
                <a:ext cx="37180" cy="37180"/>
              </a:xfrm>
              <a:custGeom>
                <a:avLst/>
                <a:gdLst>
                  <a:gd name="connsiteX0" fmla="*/ 37433 w 37180"/>
                  <a:gd name="connsiteY0" fmla="*/ 18772 h 37180"/>
                  <a:gd name="connsiteX1" fmla="*/ 18843 w 37180"/>
                  <a:gd name="connsiteY1" fmla="*/ 37362 h 37180"/>
                  <a:gd name="connsiteX2" fmla="*/ 252 w 37180"/>
                  <a:gd name="connsiteY2" fmla="*/ 18772 h 37180"/>
                  <a:gd name="connsiteX3" fmla="*/ 18843 w 37180"/>
                  <a:gd name="connsiteY3" fmla="*/ 182 h 37180"/>
                  <a:gd name="connsiteX4" fmla="*/ 37433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2"/>
                    </a:moveTo>
                    <a:cubicBezTo>
                      <a:pt x="37433" y="29039"/>
                      <a:pt x="29110" y="37362"/>
                      <a:pt x="18843" y="37362"/>
                    </a:cubicBezTo>
                    <a:cubicBezTo>
                      <a:pt x="8575" y="37362"/>
                      <a:pt x="252" y="29039"/>
                      <a:pt x="252" y="18772"/>
                    </a:cubicBezTo>
                    <a:cubicBezTo>
                      <a:pt x="252" y="8505"/>
                      <a:pt x="8575" y="182"/>
                      <a:pt x="18843" y="182"/>
                    </a:cubicBezTo>
                    <a:cubicBezTo>
                      <a:pt x="29110" y="182"/>
                      <a:pt x="37433" y="8505"/>
                      <a:pt x="37433" y="18772"/>
                    </a:cubicBezTo>
                    <a:close/>
                  </a:path>
                </a:pathLst>
              </a:custGeom>
              <a:solidFill>
                <a:srgbClr val="EBF7EB"/>
              </a:solidFill>
              <a:ln w="5753" cap="sq">
                <a:noFill/>
                <a:prstDash val="solid"/>
                <a:miter/>
              </a:ln>
            </p:spPr>
            <p:txBody>
              <a:bodyPr rtlCol="0" anchor="ctr"/>
              <a:lstStyle/>
              <a:p>
                <a:endParaRPr lang="en-US"/>
              </a:p>
            </p:txBody>
          </p:sp>
          <p:sp>
            <p:nvSpPr>
              <p:cNvPr id="1953" name="Freeform: Shape 1952">
                <a:extLst>
                  <a:ext uri="{FF2B5EF4-FFF2-40B4-BE49-F238E27FC236}">
                    <a16:creationId xmlns:a16="http://schemas.microsoft.com/office/drawing/2014/main" id="{0E6B5356-4938-184A-A6E3-6EB64434D473}"/>
                  </a:ext>
                </a:extLst>
              </p:cNvPr>
              <p:cNvSpPr/>
              <p:nvPr/>
            </p:nvSpPr>
            <p:spPr>
              <a:xfrm>
                <a:off x="7646110" y="8046451"/>
                <a:ext cx="41981" cy="41981"/>
              </a:xfrm>
              <a:custGeom>
                <a:avLst/>
                <a:gdLst>
                  <a:gd name="connsiteX0" fmla="*/ 21243 w 41981"/>
                  <a:gd name="connsiteY0" fmla="*/ 4982 h 41981"/>
                  <a:gd name="connsiteX1" fmla="*/ 37433 w 41981"/>
                  <a:gd name="connsiteY1" fmla="*/ 21172 h 41981"/>
                  <a:gd name="connsiteX2" fmla="*/ 37433 w 41981"/>
                  <a:gd name="connsiteY2" fmla="*/ 21172 h 41981"/>
                  <a:gd name="connsiteX3" fmla="*/ 21243 w 41981"/>
                  <a:gd name="connsiteY3" fmla="*/ 37362 h 41981"/>
                  <a:gd name="connsiteX4" fmla="*/ 5053 w 41981"/>
                  <a:gd name="connsiteY4" fmla="*/ 21172 h 41981"/>
                  <a:gd name="connsiteX5" fmla="*/ 21243 w 41981"/>
                  <a:gd name="connsiteY5" fmla="*/ 4982 h 41981"/>
                  <a:gd name="connsiteX6" fmla="*/ 21243 w 41981"/>
                  <a:gd name="connsiteY6" fmla="*/ 182 h 41981"/>
                  <a:gd name="connsiteX7" fmla="*/ 252 w 41981"/>
                  <a:gd name="connsiteY7" fmla="*/ 21172 h 41981"/>
                  <a:gd name="connsiteX8" fmla="*/ 21243 w 41981"/>
                  <a:gd name="connsiteY8" fmla="*/ 42163 h 41981"/>
                  <a:gd name="connsiteX9" fmla="*/ 42233 w 41981"/>
                  <a:gd name="connsiteY9" fmla="*/ 21172 h 41981"/>
                  <a:gd name="connsiteX10" fmla="*/ 42233 w 41981"/>
                  <a:gd name="connsiteY10" fmla="*/ 21172 h 41981"/>
                  <a:gd name="connsiteX11" fmla="*/ 2124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2"/>
                    </a:moveTo>
                    <a:cubicBezTo>
                      <a:pt x="30185" y="4982"/>
                      <a:pt x="37433" y="12230"/>
                      <a:pt x="37433" y="21172"/>
                    </a:cubicBezTo>
                    <a:lnTo>
                      <a:pt x="37433" y="21172"/>
                    </a:lnTo>
                    <a:cubicBezTo>
                      <a:pt x="37433" y="30114"/>
                      <a:pt x="30185" y="37362"/>
                      <a:pt x="21243" y="37362"/>
                    </a:cubicBezTo>
                    <a:cubicBezTo>
                      <a:pt x="12301" y="37362"/>
                      <a:pt x="5053" y="30114"/>
                      <a:pt x="5053" y="21172"/>
                    </a:cubicBezTo>
                    <a:cubicBezTo>
                      <a:pt x="5053" y="12230"/>
                      <a:pt x="12301" y="4982"/>
                      <a:pt x="21243" y="4982"/>
                    </a:cubicBezTo>
                    <a:close/>
                    <a:moveTo>
                      <a:pt x="21243" y="182"/>
                    </a:moveTo>
                    <a:cubicBezTo>
                      <a:pt x="9650" y="182"/>
                      <a:pt x="252" y="9580"/>
                      <a:pt x="252" y="21172"/>
                    </a:cubicBezTo>
                    <a:cubicBezTo>
                      <a:pt x="252" y="32765"/>
                      <a:pt x="9650" y="42163"/>
                      <a:pt x="21243" y="42163"/>
                    </a:cubicBezTo>
                    <a:cubicBezTo>
                      <a:pt x="32835" y="42163"/>
                      <a:pt x="42233" y="32765"/>
                      <a:pt x="42233" y="21172"/>
                    </a:cubicBezTo>
                    <a:lnTo>
                      <a:pt x="42233" y="21172"/>
                    </a:lnTo>
                    <a:cubicBezTo>
                      <a:pt x="42233" y="9580"/>
                      <a:pt x="32835" y="182"/>
                      <a:pt x="21243" y="182"/>
                    </a:cubicBezTo>
                    <a:close/>
                  </a:path>
                </a:pathLst>
              </a:custGeom>
              <a:solidFill>
                <a:srgbClr val="000000"/>
              </a:solidFill>
              <a:ln w="4794" cap="sq">
                <a:noFill/>
                <a:prstDash val="solid"/>
                <a:round/>
              </a:ln>
            </p:spPr>
            <p:txBody>
              <a:bodyPr rtlCol="0" anchor="ctr"/>
              <a:lstStyle/>
              <a:p>
                <a:endParaRPr lang="en-US"/>
              </a:p>
            </p:txBody>
          </p:sp>
          <p:sp>
            <p:nvSpPr>
              <p:cNvPr id="1954" name="Freeform: Shape 1953">
                <a:extLst>
                  <a:ext uri="{FF2B5EF4-FFF2-40B4-BE49-F238E27FC236}">
                    <a16:creationId xmlns:a16="http://schemas.microsoft.com/office/drawing/2014/main" id="{EDBC7D29-E53E-390B-388C-7EC8745A6A7D}"/>
                  </a:ext>
                </a:extLst>
              </p:cNvPr>
              <p:cNvSpPr/>
              <p:nvPr/>
            </p:nvSpPr>
            <p:spPr>
              <a:xfrm>
                <a:off x="7811248" y="7972986"/>
                <a:ext cx="37180" cy="37180"/>
              </a:xfrm>
              <a:custGeom>
                <a:avLst/>
                <a:gdLst>
                  <a:gd name="connsiteX0" fmla="*/ 37461 w 37180"/>
                  <a:gd name="connsiteY0" fmla="*/ 18759 h 37180"/>
                  <a:gd name="connsiteX1" fmla="*/ 18871 w 37180"/>
                  <a:gd name="connsiteY1" fmla="*/ 37349 h 37180"/>
                  <a:gd name="connsiteX2" fmla="*/ 280 w 37180"/>
                  <a:gd name="connsiteY2" fmla="*/ 18759 h 37180"/>
                  <a:gd name="connsiteX3" fmla="*/ 18871 w 37180"/>
                  <a:gd name="connsiteY3" fmla="*/ 168 h 37180"/>
                  <a:gd name="connsiteX4" fmla="*/ 37461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59"/>
                    </a:moveTo>
                    <a:cubicBezTo>
                      <a:pt x="37461" y="29026"/>
                      <a:pt x="29138" y="37349"/>
                      <a:pt x="18871" y="37349"/>
                    </a:cubicBezTo>
                    <a:cubicBezTo>
                      <a:pt x="8604" y="37349"/>
                      <a:pt x="280" y="29026"/>
                      <a:pt x="280" y="18759"/>
                    </a:cubicBezTo>
                    <a:cubicBezTo>
                      <a:pt x="280" y="8492"/>
                      <a:pt x="8604" y="168"/>
                      <a:pt x="18871" y="168"/>
                    </a:cubicBezTo>
                    <a:cubicBezTo>
                      <a:pt x="29138" y="168"/>
                      <a:pt x="37461" y="8492"/>
                      <a:pt x="37461" y="18759"/>
                    </a:cubicBezTo>
                    <a:close/>
                  </a:path>
                </a:pathLst>
              </a:custGeom>
              <a:solidFill>
                <a:srgbClr val="F7A546"/>
              </a:solidFill>
              <a:ln w="5753" cap="sq">
                <a:noFill/>
                <a:prstDash val="solid"/>
                <a:miter/>
              </a:ln>
            </p:spPr>
            <p:txBody>
              <a:bodyPr rtlCol="0" anchor="ctr"/>
              <a:lstStyle/>
              <a:p>
                <a:endParaRPr lang="en-US"/>
              </a:p>
            </p:txBody>
          </p:sp>
          <p:sp>
            <p:nvSpPr>
              <p:cNvPr id="1955" name="Freeform: Shape 1954">
                <a:extLst>
                  <a:ext uri="{FF2B5EF4-FFF2-40B4-BE49-F238E27FC236}">
                    <a16:creationId xmlns:a16="http://schemas.microsoft.com/office/drawing/2014/main" id="{34D3DAEB-E6E5-ACD6-7E0B-9826C5356993}"/>
                  </a:ext>
                </a:extLst>
              </p:cNvPr>
              <p:cNvSpPr/>
              <p:nvPr/>
            </p:nvSpPr>
            <p:spPr>
              <a:xfrm>
                <a:off x="7808847" y="7970586"/>
                <a:ext cx="41981" cy="41981"/>
              </a:xfrm>
              <a:custGeom>
                <a:avLst/>
                <a:gdLst>
                  <a:gd name="connsiteX0" fmla="*/ 21271 w 41981"/>
                  <a:gd name="connsiteY0" fmla="*/ 4969 h 41981"/>
                  <a:gd name="connsiteX1" fmla="*/ 37461 w 41981"/>
                  <a:gd name="connsiteY1" fmla="*/ 21159 h 41981"/>
                  <a:gd name="connsiteX2" fmla="*/ 37461 w 41981"/>
                  <a:gd name="connsiteY2" fmla="*/ 21159 h 41981"/>
                  <a:gd name="connsiteX3" fmla="*/ 21271 w 41981"/>
                  <a:gd name="connsiteY3" fmla="*/ 37349 h 41981"/>
                  <a:gd name="connsiteX4" fmla="*/ 5081 w 41981"/>
                  <a:gd name="connsiteY4" fmla="*/ 21159 h 41981"/>
                  <a:gd name="connsiteX5" fmla="*/ 21271 w 41981"/>
                  <a:gd name="connsiteY5" fmla="*/ 4969 h 41981"/>
                  <a:gd name="connsiteX6" fmla="*/ 21271 w 41981"/>
                  <a:gd name="connsiteY6" fmla="*/ 168 h 41981"/>
                  <a:gd name="connsiteX7" fmla="*/ 280 w 41981"/>
                  <a:gd name="connsiteY7" fmla="*/ 21159 h 41981"/>
                  <a:gd name="connsiteX8" fmla="*/ 21271 w 41981"/>
                  <a:gd name="connsiteY8" fmla="*/ 42150 h 41981"/>
                  <a:gd name="connsiteX9" fmla="*/ 42262 w 41981"/>
                  <a:gd name="connsiteY9" fmla="*/ 21159 h 41981"/>
                  <a:gd name="connsiteX10" fmla="*/ 42262 w 41981"/>
                  <a:gd name="connsiteY10" fmla="*/ 21159 h 41981"/>
                  <a:gd name="connsiteX11" fmla="*/ 21271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69"/>
                    </a:moveTo>
                    <a:cubicBezTo>
                      <a:pt x="30213" y="4969"/>
                      <a:pt x="37461" y="12217"/>
                      <a:pt x="37461" y="21159"/>
                    </a:cubicBezTo>
                    <a:lnTo>
                      <a:pt x="37461" y="21159"/>
                    </a:lnTo>
                    <a:cubicBezTo>
                      <a:pt x="37461" y="30101"/>
                      <a:pt x="30213" y="37349"/>
                      <a:pt x="21271" y="37349"/>
                    </a:cubicBezTo>
                    <a:cubicBezTo>
                      <a:pt x="12329" y="37349"/>
                      <a:pt x="5081" y="30101"/>
                      <a:pt x="5081" y="21159"/>
                    </a:cubicBezTo>
                    <a:cubicBezTo>
                      <a:pt x="5081" y="12217"/>
                      <a:pt x="12329" y="4969"/>
                      <a:pt x="21271" y="4969"/>
                    </a:cubicBezTo>
                    <a:close/>
                    <a:moveTo>
                      <a:pt x="21271" y="168"/>
                    </a:moveTo>
                    <a:cubicBezTo>
                      <a:pt x="9678" y="168"/>
                      <a:pt x="280" y="9566"/>
                      <a:pt x="280" y="21159"/>
                    </a:cubicBezTo>
                    <a:cubicBezTo>
                      <a:pt x="280" y="32752"/>
                      <a:pt x="9678" y="42150"/>
                      <a:pt x="21271" y="42150"/>
                    </a:cubicBezTo>
                    <a:cubicBezTo>
                      <a:pt x="32864" y="42150"/>
                      <a:pt x="42262" y="32752"/>
                      <a:pt x="42262" y="21159"/>
                    </a:cubicBezTo>
                    <a:lnTo>
                      <a:pt x="42262" y="21159"/>
                    </a:lnTo>
                    <a:cubicBezTo>
                      <a:pt x="42262" y="9566"/>
                      <a:pt x="32864" y="168"/>
                      <a:pt x="21271" y="168"/>
                    </a:cubicBezTo>
                    <a:close/>
                  </a:path>
                </a:pathLst>
              </a:custGeom>
              <a:solidFill>
                <a:srgbClr val="000000"/>
              </a:solidFill>
              <a:ln w="4794" cap="sq">
                <a:noFill/>
                <a:prstDash val="solid"/>
                <a:round/>
              </a:ln>
            </p:spPr>
            <p:txBody>
              <a:bodyPr rtlCol="0" anchor="ctr"/>
              <a:lstStyle/>
              <a:p>
                <a:endParaRPr lang="en-US"/>
              </a:p>
            </p:txBody>
          </p:sp>
          <p:sp>
            <p:nvSpPr>
              <p:cNvPr id="1956" name="Freeform: Shape 1955">
                <a:extLst>
                  <a:ext uri="{FF2B5EF4-FFF2-40B4-BE49-F238E27FC236}">
                    <a16:creationId xmlns:a16="http://schemas.microsoft.com/office/drawing/2014/main" id="{48507372-2F1E-D9E6-C879-816334B7913C}"/>
                  </a:ext>
                </a:extLst>
              </p:cNvPr>
              <p:cNvSpPr/>
              <p:nvPr/>
            </p:nvSpPr>
            <p:spPr>
              <a:xfrm>
                <a:off x="7617792" y="8059305"/>
                <a:ext cx="37180" cy="37180"/>
              </a:xfrm>
              <a:custGeom>
                <a:avLst/>
                <a:gdLst>
                  <a:gd name="connsiteX0" fmla="*/ 37428 w 37180"/>
                  <a:gd name="connsiteY0" fmla="*/ 18774 h 37180"/>
                  <a:gd name="connsiteX1" fmla="*/ 18837 w 37180"/>
                  <a:gd name="connsiteY1" fmla="*/ 37364 h 37180"/>
                  <a:gd name="connsiteX2" fmla="*/ 247 w 37180"/>
                  <a:gd name="connsiteY2" fmla="*/ 18774 h 37180"/>
                  <a:gd name="connsiteX3" fmla="*/ 18837 w 37180"/>
                  <a:gd name="connsiteY3" fmla="*/ 183 h 37180"/>
                  <a:gd name="connsiteX4" fmla="*/ 37428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74"/>
                    </a:moveTo>
                    <a:cubicBezTo>
                      <a:pt x="37428" y="29041"/>
                      <a:pt x="29104" y="37364"/>
                      <a:pt x="18837" y="37364"/>
                    </a:cubicBezTo>
                    <a:cubicBezTo>
                      <a:pt x="8570" y="37364"/>
                      <a:pt x="247" y="29041"/>
                      <a:pt x="247" y="18774"/>
                    </a:cubicBezTo>
                    <a:cubicBezTo>
                      <a:pt x="247" y="8507"/>
                      <a:pt x="8570" y="183"/>
                      <a:pt x="18837" y="183"/>
                    </a:cubicBezTo>
                    <a:cubicBezTo>
                      <a:pt x="29104" y="183"/>
                      <a:pt x="37428" y="8507"/>
                      <a:pt x="37428" y="18774"/>
                    </a:cubicBezTo>
                    <a:close/>
                  </a:path>
                </a:pathLst>
              </a:custGeom>
              <a:solidFill>
                <a:srgbClr val="F1F7F1"/>
              </a:solidFill>
              <a:ln w="5753" cap="sq">
                <a:noFill/>
                <a:prstDash val="solid"/>
                <a:miter/>
              </a:ln>
            </p:spPr>
            <p:txBody>
              <a:bodyPr rtlCol="0" anchor="ctr"/>
              <a:lstStyle/>
              <a:p>
                <a:endParaRPr lang="en-US"/>
              </a:p>
            </p:txBody>
          </p:sp>
          <p:sp>
            <p:nvSpPr>
              <p:cNvPr id="1957" name="Freeform: Shape 1956">
                <a:extLst>
                  <a:ext uri="{FF2B5EF4-FFF2-40B4-BE49-F238E27FC236}">
                    <a16:creationId xmlns:a16="http://schemas.microsoft.com/office/drawing/2014/main" id="{1F004C53-473A-1748-9F0A-8185DB922FF2}"/>
                  </a:ext>
                </a:extLst>
              </p:cNvPr>
              <p:cNvSpPr/>
              <p:nvPr/>
            </p:nvSpPr>
            <p:spPr>
              <a:xfrm>
                <a:off x="7615392" y="8056905"/>
                <a:ext cx="41981" cy="41981"/>
              </a:xfrm>
              <a:custGeom>
                <a:avLst/>
                <a:gdLst>
                  <a:gd name="connsiteX0" fmla="*/ 21237 w 41981"/>
                  <a:gd name="connsiteY0" fmla="*/ 4984 h 41981"/>
                  <a:gd name="connsiteX1" fmla="*/ 37428 w 41981"/>
                  <a:gd name="connsiteY1" fmla="*/ 21174 h 41981"/>
                  <a:gd name="connsiteX2" fmla="*/ 37428 w 41981"/>
                  <a:gd name="connsiteY2" fmla="*/ 21174 h 41981"/>
                  <a:gd name="connsiteX3" fmla="*/ 21237 w 41981"/>
                  <a:gd name="connsiteY3" fmla="*/ 37364 h 41981"/>
                  <a:gd name="connsiteX4" fmla="*/ 5047 w 41981"/>
                  <a:gd name="connsiteY4" fmla="*/ 21174 h 41981"/>
                  <a:gd name="connsiteX5" fmla="*/ 21237 w 41981"/>
                  <a:gd name="connsiteY5" fmla="*/ 4984 h 41981"/>
                  <a:gd name="connsiteX6" fmla="*/ 21237 w 41981"/>
                  <a:gd name="connsiteY6" fmla="*/ 183 h 41981"/>
                  <a:gd name="connsiteX7" fmla="*/ 247 w 41981"/>
                  <a:gd name="connsiteY7" fmla="*/ 21174 h 41981"/>
                  <a:gd name="connsiteX8" fmla="*/ 21237 w 41981"/>
                  <a:gd name="connsiteY8" fmla="*/ 42165 h 41981"/>
                  <a:gd name="connsiteX9" fmla="*/ 42228 w 41981"/>
                  <a:gd name="connsiteY9" fmla="*/ 21174 h 41981"/>
                  <a:gd name="connsiteX10" fmla="*/ 42228 w 41981"/>
                  <a:gd name="connsiteY10" fmla="*/ 21174 h 41981"/>
                  <a:gd name="connsiteX11" fmla="*/ 21237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84"/>
                    </a:moveTo>
                    <a:cubicBezTo>
                      <a:pt x="30179" y="4984"/>
                      <a:pt x="37428" y="12232"/>
                      <a:pt x="37428" y="21174"/>
                    </a:cubicBezTo>
                    <a:lnTo>
                      <a:pt x="37428" y="21174"/>
                    </a:lnTo>
                    <a:cubicBezTo>
                      <a:pt x="37428" y="30116"/>
                      <a:pt x="30179" y="37364"/>
                      <a:pt x="21237" y="37364"/>
                    </a:cubicBezTo>
                    <a:cubicBezTo>
                      <a:pt x="12296" y="37364"/>
                      <a:pt x="5047" y="30116"/>
                      <a:pt x="5047" y="21174"/>
                    </a:cubicBezTo>
                    <a:cubicBezTo>
                      <a:pt x="5047" y="12232"/>
                      <a:pt x="12296" y="4984"/>
                      <a:pt x="21237" y="4984"/>
                    </a:cubicBezTo>
                    <a:close/>
                    <a:moveTo>
                      <a:pt x="21237" y="183"/>
                    </a:moveTo>
                    <a:cubicBezTo>
                      <a:pt x="9645" y="183"/>
                      <a:pt x="247" y="9581"/>
                      <a:pt x="247" y="21174"/>
                    </a:cubicBezTo>
                    <a:cubicBezTo>
                      <a:pt x="247" y="32767"/>
                      <a:pt x="9645" y="42165"/>
                      <a:pt x="21237" y="42165"/>
                    </a:cubicBezTo>
                    <a:cubicBezTo>
                      <a:pt x="32830" y="42165"/>
                      <a:pt x="42228" y="32767"/>
                      <a:pt x="42228" y="21174"/>
                    </a:cubicBezTo>
                    <a:lnTo>
                      <a:pt x="42228" y="21174"/>
                    </a:lnTo>
                    <a:cubicBezTo>
                      <a:pt x="42228" y="9581"/>
                      <a:pt x="32830" y="183"/>
                      <a:pt x="21237" y="183"/>
                    </a:cubicBezTo>
                    <a:close/>
                  </a:path>
                </a:pathLst>
              </a:custGeom>
              <a:solidFill>
                <a:srgbClr val="000000"/>
              </a:solidFill>
              <a:ln w="4794" cap="sq">
                <a:noFill/>
                <a:prstDash val="solid"/>
                <a:round/>
              </a:ln>
            </p:spPr>
            <p:txBody>
              <a:bodyPr rtlCol="0" anchor="ctr"/>
              <a:lstStyle/>
              <a:p>
                <a:endParaRPr lang="en-US"/>
              </a:p>
            </p:txBody>
          </p:sp>
          <p:sp>
            <p:nvSpPr>
              <p:cNvPr id="1958" name="Freeform: Shape 1957">
                <a:extLst>
                  <a:ext uri="{FF2B5EF4-FFF2-40B4-BE49-F238E27FC236}">
                    <a16:creationId xmlns:a16="http://schemas.microsoft.com/office/drawing/2014/main" id="{A6468618-8091-509A-E1D7-D527A9EED675}"/>
                  </a:ext>
                </a:extLst>
              </p:cNvPr>
              <p:cNvSpPr/>
              <p:nvPr/>
            </p:nvSpPr>
            <p:spPr>
              <a:xfrm>
                <a:off x="7739271" y="8054726"/>
                <a:ext cx="37180" cy="37180"/>
              </a:xfrm>
              <a:custGeom>
                <a:avLst/>
                <a:gdLst>
                  <a:gd name="connsiteX0" fmla="*/ 37449 w 37180"/>
                  <a:gd name="connsiteY0" fmla="*/ 18773 h 37180"/>
                  <a:gd name="connsiteX1" fmla="*/ 18858 w 37180"/>
                  <a:gd name="connsiteY1" fmla="*/ 37363 h 37180"/>
                  <a:gd name="connsiteX2" fmla="*/ 268 w 37180"/>
                  <a:gd name="connsiteY2" fmla="*/ 18773 h 37180"/>
                  <a:gd name="connsiteX3" fmla="*/ 18858 w 37180"/>
                  <a:gd name="connsiteY3" fmla="*/ 183 h 37180"/>
                  <a:gd name="connsiteX4" fmla="*/ 37449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3"/>
                    </a:moveTo>
                    <a:cubicBezTo>
                      <a:pt x="37449" y="29040"/>
                      <a:pt x="29126" y="37363"/>
                      <a:pt x="18858" y="37363"/>
                    </a:cubicBezTo>
                    <a:cubicBezTo>
                      <a:pt x="8591" y="37363"/>
                      <a:pt x="268" y="29040"/>
                      <a:pt x="268" y="18773"/>
                    </a:cubicBezTo>
                    <a:cubicBezTo>
                      <a:pt x="268" y="8506"/>
                      <a:pt x="8591" y="183"/>
                      <a:pt x="18858" y="183"/>
                    </a:cubicBezTo>
                    <a:cubicBezTo>
                      <a:pt x="29126" y="183"/>
                      <a:pt x="37449" y="8506"/>
                      <a:pt x="37449" y="18773"/>
                    </a:cubicBezTo>
                    <a:close/>
                  </a:path>
                </a:pathLst>
              </a:custGeom>
              <a:solidFill>
                <a:srgbClr val="E4F7E4"/>
              </a:solidFill>
              <a:ln w="5753" cap="sq">
                <a:noFill/>
                <a:prstDash val="solid"/>
                <a:miter/>
              </a:ln>
            </p:spPr>
            <p:txBody>
              <a:bodyPr rtlCol="0" anchor="ctr"/>
              <a:lstStyle/>
              <a:p>
                <a:endParaRPr lang="en-US"/>
              </a:p>
            </p:txBody>
          </p:sp>
          <p:sp>
            <p:nvSpPr>
              <p:cNvPr id="1959" name="Freeform: Shape 1958">
                <a:extLst>
                  <a:ext uri="{FF2B5EF4-FFF2-40B4-BE49-F238E27FC236}">
                    <a16:creationId xmlns:a16="http://schemas.microsoft.com/office/drawing/2014/main" id="{BBCC3817-0687-C1F4-6C13-30BF159A9ED3}"/>
                  </a:ext>
                </a:extLst>
              </p:cNvPr>
              <p:cNvSpPr/>
              <p:nvPr/>
            </p:nvSpPr>
            <p:spPr>
              <a:xfrm>
                <a:off x="7736870" y="8052326"/>
                <a:ext cx="41981" cy="41981"/>
              </a:xfrm>
              <a:custGeom>
                <a:avLst/>
                <a:gdLst>
                  <a:gd name="connsiteX0" fmla="*/ 21259 w 41981"/>
                  <a:gd name="connsiteY0" fmla="*/ 4983 h 41981"/>
                  <a:gd name="connsiteX1" fmla="*/ 37449 w 41981"/>
                  <a:gd name="connsiteY1" fmla="*/ 21173 h 41981"/>
                  <a:gd name="connsiteX2" fmla="*/ 37449 w 41981"/>
                  <a:gd name="connsiteY2" fmla="*/ 21173 h 41981"/>
                  <a:gd name="connsiteX3" fmla="*/ 21259 w 41981"/>
                  <a:gd name="connsiteY3" fmla="*/ 37363 h 41981"/>
                  <a:gd name="connsiteX4" fmla="*/ 5068 w 41981"/>
                  <a:gd name="connsiteY4" fmla="*/ 21173 h 41981"/>
                  <a:gd name="connsiteX5" fmla="*/ 21259 w 41981"/>
                  <a:gd name="connsiteY5" fmla="*/ 4983 h 41981"/>
                  <a:gd name="connsiteX6" fmla="*/ 21259 w 41981"/>
                  <a:gd name="connsiteY6" fmla="*/ 183 h 41981"/>
                  <a:gd name="connsiteX7" fmla="*/ 268 w 41981"/>
                  <a:gd name="connsiteY7" fmla="*/ 21173 h 41981"/>
                  <a:gd name="connsiteX8" fmla="*/ 21259 w 41981"/>
                  <a:gd name="connsiteY8" fmla="*/ 42164 h 41981"/>
                  <a:gd name="connsiteX9" fmla="*/ 42249 w 41981"/>
                  <a:gd name="connsiteY9" fmla="*/ 21173 h 41981"/>
                  <a:gd name="connsiteX10" fmla="*/ 42249 w 41981"/>
                  <a:gd name="connsiteY10" fmla="*/ 21173 h 41981"/>
                  <a:gd name="connsiteX11" fmla="*/ 21259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3"/>
                    </a:moveTo>
                    <a:cubicBezTo>
                      <a:pt x="30200" y="4983"/>
                      <a:pt x="37449" y="12231"/>
                      <a:pt x="37449" y="21173"/>
                    </a:cubicBezTo>
                    <a:lnTo>
                      <a:pt x="37449" y="21173"/>
                    </a:lnTo>
                    <a:cubicBezTo>
                      <a:pt x="37449" y="30115"/>
                      <a:pt x="30200" y="37363"/>
                      <a:pt x="21259" y="37363"/>
                    </a:cubicBezTo>
                    <a:cubicBezTo>
                      <a:pt x="12317" y="37363"/>
                      <a:pt x="5068" y="30115"/>
                      <a:pt x="5068" y="21173"/>
                    </a:cubicBezTo>
                    <a:cubicBezTo>
                      <a:pt x="5068" y="12231"/>
                      <a:pt x="12317" y="4983"/>
                      <a:pt x="21259" y="4983"/>
                    </a:cubicBezTo>
                    <a:close/>
                    <a:moveTo>
                      <a:pt x="21259" y="183"/>
                    </a:moveTo>
                    <a:cubicBezTo>
                      <a:pt x="9666" y="183"/>
                      <a:pt x="268" y="9581"/>
                      <a:pt x="268" y="21173"/>
                    </a:cubicBezTo>
                    <a:cubicBezTo>
                      <a:pt x="268" y="32766"/>
                      <a:pt x="9666" y="42164"/>
                      <a:pt x="21259" y="42164"/>
                    </a:cubicBezTo>
                    <a:cubicBezTo>
                      <a:pt x="32851" y="42164"/>
                      <a:pt x="42249" y="32766"/>
                      <a:pt x="42249" y="21173"/>
                    </a:cubicBezTo>
                    <a:lnTo>
                      <a:pt x="42249" y="21173"/>
                    </a:lnTo>
                    <a:cubicBezTo>
                      <a:pt x="42249" y="9581"/>
                      <a:pt x="32851" y="183"/>
                      <a:pt x="21259" y="183"/>
                    </a:cubicBezTo>
                    <a:close/>
                  </a:path>
                </a:pathLst>
              </a:custGeom>
              <a:solidFill>
                <a:srgbClr val="000000"/>
              </a:solidFill>
              <a:ln w="4794" cap="sq">
                <a:noFill/>
                <a:prstDash val="solid"/>
                <a:round/>
              </a:ln>
            </p:spPr>
            <p:txBody>
              <a:bodyPr rtlCol="0" anchor="ctr"/>
              <a:lstStyle/>
              <a:p>
                <a:endParaRPr lang="en-US"/>
              </a:p>
            </p:txBody>
          </p:sp>
          <p:sp>
            <p:nvSpPr>
              <p:cNvPr id="1960" name="Freeform: Shape 1959">
                <a:extLst>
                  <a:ext uri="{FF2B5EF4-FFF2-40B4-BE49-F238E27FC236}">
                    <a16:creationId xmlns:a16="http://schemas.microsoft.com/office/drawing/2014/main" id="{3EEA6444-FB35-E560-AA55-74FCEAB7CA3E}"/>
                  </a:ext>
                </a:extLst>
              </p:cNvPr>
              <p:cNvSpPr/>
              <p:nvPr/>
            </p:nvSpPr>
            <p:spPr>
              <a:xfrm>
                <a:off x="7653763" y="8061800"/>
                <a:ext cx="37180" cy="37180"/>
              </a:xfrm>
              <a:custGeom>
                <a:avLst/>
                <a:gdLst>
                  <a:gd name="connsiteX0" fmla="*/ 37434 w 37180"/>
                  <a:gd name="connsiteY0" fmla="*/ 18774 h 37180"/>
                  <a:gd name="connsiteX1" fmla="*/ 18844 w 37180"/>
                  <a:gd name="connsiteY1" fmla="*/ 37365 h 37180"/>
                  <a:gd name="connsiteX2" fmla="*/ 253 w 37180"/>
                  <a:gd name="connsiteY2" fmla="*/ 18774 h 37180"/>
                  <a:gd name="connsiteX3" fmla="*/ 18844 w 37180"/>
                  <a:gd name="connsiteY3" fmla="*/ 184 h 37180"/>
                  <a:gd name="connsiteX4" fmla="*/ 37434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4"/>
                    </a:moveTo>
                    <a:cubicBezTo>
                      <a:pt x="37434" y="29041"/>
                      <a:pt x="29111" y="37365"/>
                      <a:pt x="18844" y="37365"/>
                    </a:cubicBezTo>
                    <a:cubicBezTo>
                      <a:pt x="8576" y="37365"/>
                      <a:pt x="253" y="29041"/>
                      <a:pt x="253" y="18774"/>
                    </a:cubicBezTo>
                    <a:cubicBezTo>
                      <a:pt x="253" y="8507"/>
                      <a:pt x="8576" y="184"/>
                      <a:pt x="18844" y="184"/>
                    </a:cubicBezTo>
                    <a:cubicBezTo>
                      <a:pt x="29111" y="184"/>
                      <a:pt x="37434" y="8507"/>
                      <a:pt x="37434" y="18774"/>
                    </a:cubicBezTo>
                    <a:close/>
                  </a:path>
                </a:pathLst>
              </a:custGeom>
              <a:solidFill>
                <a:srgbClr val="F2F7F2"/>
              </a:solidFill>
              <a:ln w="5753" cap="sq">
                <a:noFill/>
                <a:prstDash val="solid"/>
                <a:miter/>
              </a:ln>
            </p:spPr>
            <p:txBody>
              <a:bodyPr rtlCol="0" anchor="ctr"/>
              <a:lstStyle/>
              <a:p>
                <a:endParaRPr lang="en-US"/>
              </a:p>
            </p:txBody>
          </p:sp>
          <p:sp>
            <p:nvSpPr>
              <p:cNvPr id="1961" name="Freeform: Shape 1960">
                <a:extLst>
                  <a:ext uri="{FF2B5EF4-FFF2-40B4-BE49-F238E27FC236}">
                    <a16:creationId xmlns:a16="http://schemas.microsoft.com/office/drawing/2014/main" id="{A98ECF9D-1CFF-C50F-42D8-6B2E6485A016}"/>
                  </a:ext>
                </a:extLst>
              </p:cNvPr>
              <p:cNvSpPr/>
              <p:nvPr/>
            </p:nvSpPr>
            <p:spPr>
              <a:xfrm>
                <a:off x="7651363" y="8059399"/>
                <a:ext cx="41981" cy="41981"/>
              </a:xfrm>
              <a:custGeom>
                <a:avLst/>
                <a:gdLst>
                  <a:gd name="connsiteX0" fmla="*/ 21244 w 41981"/>
                  <a:gd name="connsiteY0" fmla="*/ 4984 h 41981"/>
                  <a:gd name="connsiteX1" fmla="*/ 37434 w 41981"/>
                  <a:gd name="connsiteY1" fmla="*/ 21174 h 41981"/>
                  <a:gd name="connsiteX2" fmla="*/ 37434 w 41981"/>
                  <a:gd name="connsiteY2" fmla="*/ 21174 h 41981"/>
                  <a:gd name="connsiteX3" fmla="*/ 21244 w 41981"/>
                  <a:gd name="connsiteY3" fmla="*/ 37365 h 41981"/>
                  <a:gd name="connsiteX4" fmla="*/ 5053 w 41981"/>
                  <a:gd name="connsiteY4" fmla="*/ 21174 h 41981"/>
                  <a:gd name="connsiteX5" fmla="*/ 21244 w 41981"/>
                  <a:gd name="connsiteY5" fmla="*/ 4984 h 41981"/>
                  <a:gd name="connsiteX6" fmla="*/ 21244 w 41981"/>
                  <a:gd name="connsiteY6" fmla="*/ 184 h 41981"/>
                  <a:gd name="connsiteX7" fmla="*/ 253 w 41981"/>
                  <a:gd name="connsiteY7" fmla="*/ 21174 h 41981"/>
                  <a:gd name="connsiteX8" fmla="*/ 21244 w 41981"/>
                  <a:gd name="connsiteY8" fmla="*/ 42165 h 41981"/>
                  <a:gd name="connsiteX9" fmla="*/ 42234 w 41981"/>
                  <a:gd name="connsiteY9" fmla="*/ 21174 h 41981"/>
                  <a:gd name="connsiteX10" fmla="*/ 42234 w 41981"/>
                  <a:gd name="connsiteY10" fmla="*/ 21174 h 41981"/>
                  <a:gd name="connsiteX11" fmla="*/ 21244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4"/>
                    </a:moveTo>
                    <a:cubicBezTo>
                      <a:pt x="30186" y="4984"/>
                      <a:pt x="37434" y="12233"/>
                      <a:pt x="37434" y="21174"/>
                    </a:cubicBezTo>
                    <a:lnTo>
                      <a:pt x="37434" y="21174"/>
                    </a:lnTo>
                    <a:cubicBezTo>
                      <a:pt x="37434" y="30116"/>
                      <a:pt x="30186" y="37365"/>
                      <a:pt x="21244" y="37365"/>
                    </a:cubicBezTo>
                    <a:cubicBezTo>
                      <a:pt x="12302" y="37365"/>
                      <a:pt x="5053" y="30116"/>
                      <a:pt x="5053" y="21174"/>
                    </a:cubicBezTo>
                    <a:cubicBezTo>
                      <a:pt x="5053" y="12233"/>
                      <a:pt x="12302" y="4984"/>
                      <a:pt x="21244" y="4984"/>
                    </a:cubicBezTo>
                    <a:close/>
                    <a:moveTo>
                      <a:pt x="21244" y="184"/>
                    </a:moveTo>
                    <a:cubicBezTo>
                      <a:pt x="9651" y="184"/>
                      <a:pt x="253" y="9582"/>
                      <a:pt x="253" y="21174"/>
                    </a:cubicBezTo>
                    <a:cubicBezTo>
                      <a:pt x="253" y="32767"/>
                      <a:pt x="9651" y="42165"/>
                      <a:pt x="21244" y="42165"/>
                    </a:cubicBezTo>
                    <a:cubicBezTo>
                      <a:pt x="32836" y="42165"/>
                      <a:pt x="42234" y="32767"/>
                      <a:pt x="42234" y="21174"/>
                    </a:cubicBezTo>
                    <a:lnTo>
                      <a:pt x="42234" y="21174"/>
                    </a:lnTo>
                    <a:cubicBezTo>
                      <a:pt x="42234" y="9582"/>
                      <a:pt x="32836" y="184"/>
                      <a:pt x="21244" y="184"/>
                    </a:cubicBezTo>
                    <a:close/>
                  </a:path>
                </a:pathLst>
              </a:custGeom>
              <a:solidFill>
                <a:srgbClr val="000000"/>
              </a:solidFill>
              <a:ln w="4794" cap="sq">
                <a:noFill/>
                <a:prstDash val="solid"/>
                <a:round/>
              </a:ln>
            </p:spPr>
            <p:txBody>
              <a:bodyPr rtlCol="0" anchor="ctr"/>
              <a:lstStyle/>
              <a:p>
                <a:endParaRPr lang="en-US"/>
              </a:p>
            </p:txBody>
          </p:sp>
          <p:sp>
            <p:nvSpPr>
              <p:cNvPr id="1962" name="Freeform: Shape 1961">
                <a:extLst>
                  <a:ext uri="{FF2B5EF4-FFF2-40B4-BE49-F238E27FC236}">
                    <a16:creationId xmlns:a16="http://schemas.microsoft.com/office/drawing/2014/main" id="{3BEC156B-16C4-61FD-C43C-ECE554A73884}"/>
                  </a:ext>
                </a:extLst>
              </p:cNvPr>
              <p:cNvSpPr/>
              <p:nvPr/>
            </p:nvSpPr>
            <p:spPr>
              <a:xfrm>
                <a:off x="7870892" y="8064847"/>
                <a:ext cx="37180" cy="37180"/>
              </a:xfrm>
              <a:custGeom>
                <a:avLst/>
                <a:gdLst>
                  <a:gd name="connsiteX0" fmla="*/ 37472 w 37180"/>
                  <a:gd name="connsiteY0" fmla="*/ 18775 h 37180"/>
                  <a:gd name="connsiteX1" fmla="*/ 18881 w 37180"/>
                  <a:gd name="connsiteY1" fmla="*/ 37365 h 37180"/>
                  <a:gd name="connsiteX2" fmla="*/ 291 w 37180"/>
                  <a:gd name="connsiteY2" fmla="*/ 18775 h 37180"/>
                  <a:gd name="connsiteX3" fmla="*/ 18881 w 37180"/>
                  <a:gd name="connsiteY3" fmla="*/ 184 h 37180"/>
                  <a:gd name="connsiteX4" fmla="*/ 37472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2" y="18775"/>
                    </a:moveTo>
                    <a:cubicBezTo>
                      <a:pt x="37472" y="29042"/>
                      <a:pt x="29148" y="37365"/>
                      <a:pt x="18881" y="37365"/>
                    </a:cubicBezTo>
                    <a:cubicBezTo>
                      <a:pt x="8614" y="37365"/>
                      <a:pt x="291" y="29042"/>
                      <a:pt x="291" y="18775"/>
                    </a:cubicBezTo>
                    <a:cubicBezTo>
                      <a:pt x="291" y="8508"/>
                      <a:pt x="8614" y="184"/>
                      <a:pt x="18881" y="184"/>
                    </a:cubicBezTo>
                    <a:cubicBezTo>
                      <a:pt x="29148" y="184"/>
                      <a:pt x="37472" y="8508"/>
                      <a:pt x="37472" y="18775"/>
                    </a:cubicBezTo>
                    <a:close/>
                  </a:path>
                </a:pathLst>
              </a:custGeom>
              <a:solidFill>
                <a:srgbClr val="94F794"/>
              </a:solidFill>
              <a:ln w="5753" cap="sq">
                <a:noFill/>
                <a:prstDash val="solid"/>
                <a:miter/>
              </a:ln>
            </p:spPr>
            <p:txBody>
              <a:bodyPr rtlCol="0" anchor="ctr"/>
              <a:lstStyle/>
              <a:p>
                <a:endParaRPr lang="en-US"/>
              </a:p>
            </p:txBody>
          </p:sp>
          <p:sp>
            <p:nvSpPr>
              <p:cNvPr id="1963" name="Freeform: Shape 1962">
                <a:extLst>
                  <a:ext uri="{FF2B5EF4-FFF2-40B4-BE49-F238E27FC236}">
                    <a16:creationId xmlns:a16="http://schemas.microsoft.com/office/drawing/2014/main" id="{185533F6-78F9-F422-0E70-7AF855735F3E}"/>
                  </a:ext>
                </a:extLst>
              </p:cNvPr>
              <p:cNvSpPr/>
              <p:nvPr/>
            </p:nvSpPr>
            <p:spPr>
              <a:xfrm>
                <a:off x="7868492" y="8062446"/>
                <a:ext cx="41981" cy="41981"/>
              </a:xfrm>
              <a:custGeom>
                <a:avLst/>
                <a:gdLst>
                  <a:gd name="connsiteX0" fmla="*/ 21281 w 41981"/>
                  <a:gd name="connsiteY0" fmla="*/ 4985 h 41981"/>
                  <a:gd name="connsiteX1" fmla="*/ 37472 w 41981"/>
                  <a:gd name="connsiteY1" fmla="*/ 21175 h 41981"/>
                  <a:gd name="connsiteX2" fmla="*/ 37472 w 41981"/>
                  <a:gd name="connsiteY2" fmla="*/ 21175 h 41981"/>
                  <a:gd name="connsiteX3" fmla="*/ 21281 w 41981"/>
                  <a:gd name="connsiteY3" fmla="*/ 37365 h 41981"/>
                  <a:gd name="connsiteX4" fmla="*/ 5091 w 41981"/>
                  <a:gd name="connsiteY4" fmla="*/ 21175 h 41981"/>
                  <a:gd name="connsiteX5" fmla="*/ 21281 w 41981"/>
                  <a:gd name="connsiteY5" fmla="*/ 4985 h 41981"/>
                  <a:gd name="connsiteX6" fmla="*/ 21281 w 41981"/>
                  <a:gd name="connsiteY6" fmla="*/ 184 h 41981"/>
                  <a:gd name="connsiteX7" fmla="*/ 291 w 41981"/>
                  <a:gd name="connsiteY7" fmla="*/ 21175 h 41981"/>
                  <a:gd name="connsiteX8" fmla="*/ 21281 w 41981"/>
                  <a:gd name="connsiteY8" fmla="*/ 42166 h 41981"/>
                  <a:gd name="connsiteX9" fmla="*/ 42272 w 41981"/>
                  <a:gd name="connsiteY9" fmla="*/ 21175 h 41981"/>
                  <a:gd name="connsiteX10" fmla="*/ 42272 w 41981"/>
                  <a:gd name="connsiteY10" fmla="*/ 21175 h 41981"/>
                  <a:gd name="connsiteX11" fmla="*/ 2128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85"/>
                    </a:moveTo>
                    <a:cubicBezTo>
                      <a:pt x="30223" y="4985"/>
                      <a:pt x="37472" y="12233"/>
                      <a:pt x="37472" y="21175"/>
                    </a:cubicBezTo>
                    <a:lnTo>
                      <a:pt x="37472" y="21175"/>
                    </a:lnTo>
                    <a:cubicBezTo>
                      <a:pt x="37472" y="30117"/>
                      <a:pt x="30223" y="37365"/>
                      <a:pt x="21281" y="37365"/>
                    </a:cubicBezTo>
                    <a:cubicBezTo>
                      <a:pt x="12340" y="37365"/>
                      <a:pt x="5091" y="30117"/>
                      <a:pt x="5091" y="21175"/>
                    </a:cubicBezTo>
                    <a:cubicBezTo>
                      <a:pt x="5091" y="12233"/>
                      <a:pt x="12340" y="4985"/>
                      <a:pt x="21281" y="4985"/>
                    </a:cubicBezTo>
                    <a:close/>
                    <a:moveTo>
                      <a:pt x="21281" y="184"/>
                    </a:moveTo>
                    <a:cubicBezTo>
                      <a:pt x="9689" y="184"/>
                      <a:pt x="291" y="9582"/>
                      <a:pt x="291" y="21175"/>
                    </a:cubicBezTo>
                    <a:cubicBezTo>
                      <a:pt x="291" y="32768"/>
                      <a:pt x="9689" y="42166"/>
                      <a:pt x="21281" y="42166"/>
                    </a:cubicBezTo>
                    <a:cubicBezTo>
                      <a:pt x="32874" y="42166"/>
                      <a:pt x="42272" y="32768"/>
                      <a:pt x="42272" y="21175"/>
                    </a:cubicBezTo>
                    <a:lnTo>
                      <a:pt x="42272" y="21175"/>
                    </a:lnTo>
                    <a:cubicBezTo>
                      <a:pt x="42272" y="9582"/>
                      <a:pt x="32874" y="184"/>
                      <a:pt x="21281" y="184"/>
                    </a:cubicBezTo>
                    <a:close/>
                  </a:path>
                </a:pathLst>
              </a:custGeom>
              <a:solidFill>
                <a:srgbClr val="000000"/>
              </a:solidFill>
              <a:ln w="4794" cap="sq">
                <a:noFill/>
                <a:prstDash val="solid"/>
                <a:round/>
              </a:ln>
            </p:spPr>
            <p:txBody>
              <a:bodyPr rtlCol="0" anchor="ctr"/>
              <a:lstStyle/>
              <a:p>
                <a:endParaRPr lang="en-US"/>
              </a:p>
            </p:txBody>
          </p:sp>
          <p:sp>
            <p:nvSpPr>
              <p:cNvPr id="1964" name="Freeform: Shape 1963">
                <a:extLst>
                  <a:ext uri="{FF2B5EF4-FFF2-40B4-BE49-F238E27FC236}">
                    <a16:creationId xmlns:a16="http://schemas.microsoft.com/office/drawing/2014/main" id="{C165B6A1-CE70-F92A-325B-EFDEAC96407C}"/>
                  </a:ext>
                </a:extLst>
              </p:cNvPr>
              <p:cNvSpPr/>
              <p:nvPr/>
            </p:nvSpPr>
            <p:spPr>
              <a:xfrm>
                <a:off x="7665571" y="8055694"/>
                <a:ext cx="37180" cy="37180"/>
              </a:xfrm>
              <a:custGeom>
                <a:avLst/>
                <a:gdLst>
                  <a:gd name="connsiteX0" fmla="*/ 37436 w 37180"/>
                  <a:gd name="connsiteY0" fmla="*/ 18773 h 37180"/>
                  <a:gd name="connsiteX1" fmla="*/ 18846 w 37180"/>
                  <a:gd name="connsiteY1" fmla="*/ 37364 h 37180"/>
                  <a:gd name="connsiteX2" fmla="*/ 255 w 37180"/>
                  <a:gd name="connsiteY2" fmla="*/ 18773 h 37180"/>
                  <a:gd name="connsiteX3" fmla="*/ 18846 w 37180"/>
                  <a:gd name="connsiteY3" fmla="*/ 183 h 37180"/>
                  <a:gd name="connsiteX4" fmla="*/ 3743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3"/>
                    </a:moveTo>
                    <a:cubicBezTo>
                      <a:pt x="37436" y="29040"/>
                      <a:pt x="29113" y="37364"/>
                      <a:pt x="18846" y="37364"/>
                    </a:cubicBezTo>
                    <a:cubicBezTo>
                      <a:pt x="8578" y="37364"/>
                      <a:pt x="255" y="29040"/>
                      <a:pt x="255" y="18773"/>
                    </a:cubicBezTo>
                    <a:cubicBezTo>
                      <a:pt x="255" y="8506"/>
                      <a:pt x="8578" y="183"/>
                      <a:pt x="18846" y="183"/>
                    </a:cubicBezTo>
                    <a:cubicBezTo>
                      <a:pt x="29113" y="183"/>
                      <a:pt x="37436" y="8506"/>
                      <a:pt x="37436" y="18773"/>
                    </a:cubicBezTo>
                    <a:close/>
                  </a:path>
                </a:pathLst>
              </a:custGeom>
              <a:solidFill>
                <a:srgbClr val="F7ECEC"/>
              </a:solidFill>
              <a:ln w="5753" cap="sq">
                <a:noFill/>
                <a:prstDash val="solid"/>
                <a:miter/>
              </a:ln>
            </p:spPr>
            <p:txBody>
              <a:bodyPr rtlCol="0" anchor="ctr"/>
              <a:lstStyle/>
              <a:p>
                <a:endParaRPr lang="en-US"/>
              </a:p>
            </p:txBody>
          </p:sp>
          <p:sp>
            <p:nvSpPr>
              <p:cNvPr id="1965" name="Freeform: Shape 1964">
                <a:extLst>
                  <a:ext uri="{FF2B5EF4-FFF2-40B4-BE49-F238E27FC236}">
                    <a16:creationId xmlns:a16="http://schemas.microsoft.com/office/drawing/2014/main" id="{812D49F0-7485-5852-B1DD-A3F1C6B2F9F6}"/>
                  </a:ext>
                </a:extLst>
              </p:cNvPr>
              <p:cNvSpPr/>
              <p:nvPr/>
            </p:nvSpPr>
            <p:spPr>
              <a:xfrm>
                <a:off x="7663171" y="8053294"/>
                <a:ext cx="41981" cy="41981"/>
              </a:xfrm>
              <a:custGeom>
                <a:avLst/>
                <a:gdLst>
                  <a:gd name="connsiteX0" fmla="*/ 21246 w 41981"/>
                  <a:gd name="connsiteY0" fmla="*/ 4983 h 41981"/>
                  <a:gd name="connsiteX1" fmla="*/ 37436 w 41981"/>
                  <a:gd name="connsiteY1" fmla="*/ 21173 h 41981"/>
                  <a:gd name="connsiteX2" fmla="*/ 37436 w 41981"/>
                  <a:gd name="connsiteY2" fmla="*/ 21173 h 41981"/>
                  <a:gd name="connsiteX3" fmla="*/ 21246 w 41981"/>
                  <a:gd name="connsiteY3" fmla="*/ 37364 h 41981"/>
                  <a:gd name="connsiteX4" fmla="*/ 5056 w 41981"/>
                  <a:gd name="connsiteY4" fmla="*/ 21173 h 41981"/>
                  <a:gd name="connsiteX5" fmla="*/ 21246 w 41981"/>
                  <a:gd name="connsiteY5" fmla="*/ 4983 h 41981"/>
                  <a:gd name="connsiteX6" fmla="*/ 21246 w 41981"/>
                  <a:gd name="connsiteY6" fmla="*/ 183 h 41981"/>
                  <a:gd name="connsiteX7" fmla="*/ 255 w 41981"/>
                  <a:gd name="connsiteY7" fmla="*/ 21173 h 41981"/>
                  <a:gd name="connsiteX8" fmla="*/ 21246 w 41981"/>
                  <a:gd name="connsiteY8" fmla="*/ 42164 h 41981"/>
                  <a:gd name="connsiteX9" fmla="*/ 42236 w 41981"/>
                  <a:gd name="connsiteY9" fmla="*/ 21173 h 41981"/>
                  <a:gd name="connsiteX10" fmla="*/ 42236 w 41981"/>
                  <a:gd name="connsiteY10" fmla="*/ 21173 h 41981"/>
                  <a:gd name="connsiteX11" fmla="*/ 2124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3"/>
                    </a:moveTo>
                    <a:cubicBezTo>
                      <a:pt x="30188" y="4983"/>
                      <a:pt x="37436" y="12232"/>
                      <a:pt x="37436" y="21173"/>
                    </a:cubicBezTo>
                    <a:lnTo>
                      <a:pt x="37436" y="21173"/>
                    </a:lnTo>
                    <a:cubicBezTo>
                      <a:pt x="37436" y="30115"/>
                      <a:pt x="30188" y="37364"/>
                      <a:pt x="21246" y="37364"/>
                    </a:cubicBezTo>
                    <a:cubicBezTo>
                      <a:pt x="12304" y="37364"/>
                      <a:pt x="5056" y="30115"/>
                      <a:pt x="5056" y="21173"/>
                    </a:cubicBezTo>
                    <a:cubicBezTo>
                      <a:pt x="5056" y="12232"/>
                      <a:pt x="12304" y="4983"/>
                      <a:pt x="21246" y="4983"/>
                    </a:cubicBezTo>
                    <a:close/>
                    <a:moveTo>
                      <a:pt x="21246" y="183"/>
                    </a:moveTo>
                    <a:cubicBezTo>
                      <a:pt x="9653" y="183"/>
                      <a:pt x="255" y="9581"/>
                      <a:pt x="255" y="21173"/>
                    </a:cubicBezTo>
                    <a:cubicBezTo>
                      <a:pt x="255" y="32766"/>
                      <a:pt x="9653" y="42164"/>
                      <a:pt x="21246" y="42164"/>
                    </a:cubicBezTo>
                    <a:cubicBezTo>
                      <a:pt x="32838" y="42164"/>
                      <a:pt x="42236" y="32766"/>
                      <a:pt x="42236" y="21173"/>
                    </a:cubicBezTo>
                    <a:lnTo>
                      <a:pt x="42236" y="21173"/>
                    </a:lnTo>
                    <a:cubicBezTo>
                      <a:pt x="42236" y="9581"/>
                      <a:pt x="32838" y="183"/>
                      <a:pt x="21246" y="183"/>
                    </a:cubicBezTo>
                    <a:close/>
                  </a:path>
                </a:pathLst>
              </a:custGeom>
              <a:solidFill>
                <a:srgbClr val="000000"/>
              </a:solidFill>
              <a:ln w="4794" cap="sq">
                <a:noFill/>
                <a:prstDash val="solid"/>
                <a:round/>
              </a:ln>
            </p:spPr>
            <p:txBody>
              <a:bodyPr rtlCol="0" anchor="ctr"/>
              <a:lstStyle/>
              <a:p>
                <a:endParaRPr lang="en-US"/>
              </a:p>
            </p:txBody>
          </p:sp>
          <p:sp>
            <p:nvSpPr>
              <p:cNvPr id="1966" name="Freeform: Shape 1965">
                <a:extLst>
                  <a:ext uri="{FF2B5EF4-FFF2-40B4-BE49-F238E27FC236}">
                    <a16:creationId xmlns:a16="http://schemas.microsoft.com/office/drawing/2014/main" id="{60EACF29-041B-F68D-9C08-554CE8E51DA7}"/>
                  </a:ext>
                </a:extLst>
              </p:cNvPr>
              <p:cNvSpPr/>
              <p:nvPr/>
            </p:nvSpPr>
            <p:spPr>
              <a:xfrm>
                <a:off x="7686561" y="8031485"/>
                <a:ext cx="37180" cy="37180"/>
              </a:xfrm>
              <a:custGeom>
                <a:avLst/>
                <a:gdLst>
                  <a:gd name="connsiteX0" fmla="*/ 37440 w 37180"/>
                  <a:gd name="connsiteY0" fmla="*/ 18769 h 37180"/>
                  <a:gd name="connsiteX1" fmla="*/ 18849 w 37180"/>
                  <a:gd name="connsiteY1" fmla="*/ 37359 h 37180"/>
                  <a:gd name="connsiteX2" fmla="*/ 259 w 37180"/>
                  <a:gd name="connsiteY2" fmla="*/ 18769 h 37180"/>
                  <a:gd name="connsiteX3" fmla="*/ 18849 w 37180"/>
                  <a:gd name="connsiteY3" fmla="*/ 179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6" y="37359"/>
                      <a:pt x="18849" y="37359"/>
                    </a:cubicBezTo>
                    <a:cubicBezTo>
                      <a:pt x="8582" y="37359"/>
                      <a:pt x="259" y="29036"/>
                      <a:pt x="259" y="18769"/>
                    </a:cubicBezTo>
                    <a:cubicBezTo>
                      <a:pt x="259" y="8502"/>
                      <a:pt x="8582" y="179"/>
                      <a:pt x="18849" y="179"/>
                    </a:cubicBezTo>
                    <a:cubicBezTo>
                      <a:pt x="29116" y="179"/>
                      <a:pt x="37440" y="8502"/>
                      <a:pt x="37440" y="18769"/>
                    </a:cubicBezTo>
                    <a:close/>
                  </a:path>
                </a:pathLst>
              </a:custGeom>
              <a:solidFill>
                <a:srgbClr val="F7EFEF"/>
              </a:solidFill>
              <a:ln w="5753" cap="sq">
                <a:noFill/>
                <a:prstDash val="solid"/>
                <a:miter/>
              </a:ln>
            </p:spPr>
            <p:txBody>
              <a:bodyPr rtlCol="0" anchor="ctr"/>
              <a:lstStyle/>
              <a:p>
                <a:endParaRPr lang="en-US"/>
              </a:p>
            </p:txBody>
          </p:sp>
          <p:sp>
            <p:nvSpPr>
              <p:cNvPr id="1967" name="Freeform: Shape 1966">
                <a:extLst>
                  <a:ext uri="{FF2B5EF4-FFF2-40B4-BE49-F238E27FC236}">
                    <a16:creationId xmlns:a16="http://schemas.microsoft.com/office/drawing/2014/main" id="{282C6456-DDFD-FE72-EF1E-E37B3A94870A}"/>
                  </a:ext>
                </a:extLst>
              </p:cNvPr>
              <p:cNvSpPr/>
              <p:nvPr/>
            </p:nvSpPr>
            <p:spPr>
              <a:xfrm>
                <a:off x="7684161" y="8029084"/>
                <a:ext cx="41981" cy="41981"/>
              </a:xfrm>
              <a:custGeom>
                <a:avLst/>
                <a:gdLst>
                  <a:gd name="connsiteX0" fmla="*/ 21249 w 41981"/>
                  <a:gd name="connsiteY0" fmla="*/ 4979 h 41981"/>
                  <a:gd name="connsiteX1" fmla="*/ 37440 w 41981"/>
                  <a:gd name="connsiteY1" fmla="*/ 21169 h 41981"/>
                  <a:gd name="connsiteX2" fmla="*/ 37440 w 41981"/>
                  <a:gd name="connsiteY2" fmla="*/ 21169 h 41981"/>
                  <a:gd name="connsiteX3" fmla="*/ 21249 w 41981"/>
                  <a:gd name="connsiteY3" fmla="*/ 37359 h 41981"/>
                  <a:gd name="connsiteX4" fmla="*/ 5059 w 41981"/>
                  <a:gd name="connsiteY4" fmla="*/ 21169 h 41981"/>
                  <a:gd name="connsiteX5" fmla="*/ 21249 w 41981"/>
                  <a:gd name="connsiteY5" fmla="*/ 4979 h 41981"/>
                  <a:gd name="connsiteX6" fmla="*/ 21249 w 41981"/>
                  <a:gd name="connsiteY6" fmla="*/ 179 h 41981"/>
                  <a:gd name="connsiteX7" fmla="*/ 259 w 41981"/>
                  <a:gd name="connsiteY7" fmla="*/ 21169 h 41981"/>
                  <a:gd name="connsiteX8" fmla="*/ 21249 w 41981"/>
                  <a:gd name="connsiteY8" fmla="*/ 42160 h 41981"/>
                  <a:gd name="connsiteX9" fmla="*/ 42240 w 41981"/>
                  <a:gd name="connsiteY9" fmla="*/ 21169 h 41981"/>
                  <a:gd name="connsiteX10" fmla="*/ 42240 w 41981"/>
                  <a:gd name="connsiteY10" fmla="*/ 21169 h 41981"/>
                  <a:gd name="connsiteX11" fmla="*/ 2124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9"/>
                    </a:moveTo>
                    <a:cubicBezTo>
                      <a:pt x="30191" y="4979"/>
                      <a:pt x="37440" y="12227"/>
                      <a:pt x="37440" y="21169"/>
                    </a:cubicBezTo>
                    <a:lnTo>
                      <a:pt x="37440" y="21169"/>
                    </a:lnTo>
                    <a:cubicBezTo>
                      <a:pt x="37440" y="30111"/>
                      <a:pt x="30191" y="37359"/>
                      <a:pt x="21249" y="37359"/>
                    </a:cubicBezTo>
                    <a:cubicBezTo>
                      <a:pt x="12308" y="37359"/>
                      <a:pt x="5059" y="30111"/>
                      <a:pt x="5059" y="21169"/>
                    </a:cubicBezTo>
                    <a:cubicBezTo>
                      <a:pt x="5059" y="12227"/>
                      <a:pt x="12308" y="4979"/>
                      <a:pt x="21249" y="4979"/>
                    </a:cubicBezTo>
                    <a:close/>
                    <a:moveTo>
                      <a:pt x="21249" y="179"/>
                    </a:moveTo>
                    <a:cubicBezTo>
                      <a:pt x="9657" y="179"/>
                      <a:pt x="259" y="9577"/>
                      <a:pt x="259" y="21169"/>
                    </a:cubicBezTo>
                    <a:cubicBezTo>
                      <a:pt x="259" y="32762"/>
                      <a:pt x="9657" y="42160"/>
                      <a:pt x="21249" y="42160"/>
                    </a:cubicBezTo>
                    <a:cubicBezTo>
                      <a:pt x="32842" y="42160"/>
                      <a:pt x="42240" y="32762"/>
                      <a:pt x="42240" y="21169"/>
                    </a:cubicBezTo>
                    <a:lnTo>
                      <a:pt x="42240" y="21169"/>
                    </a:lnTo>
                    <a:cubicBezTo>
                      <a:pt x="42240" y="9577"/>
                      <a:pt x="32842" y="179"/>
                      <a:pt x="21249" y="179"/>
                    </a:cubicBezTo>
                    <a:close/>
                  </a:path>
                </a:pathLst>
              </a:custGeom>
              <a:solidFill>
                <a:srgbClr val="000000"/>
              </a:solidFill>
              <a:ln w="4794" cap="sq">
                <a:noFill/>
                <a:prstDash val="solid"/>
                <a:round/>
              </a:ln>
            </p:spPr>
            <p:txBody>
              <a:bodyPr rtlCol="0" anchor="ctr"/>
              <a:lstStyle/>
              <a:p>
                <a:endParaRPr lang="en-US"/>
              </a:p>
            </p:txBody>
          </p:sp>
          <p:sp>
            <p:nvSpPr>
              <p:cNvPr id="1968" name="Freeform: Shape 1967">
                <a:extLst>
                  <a:ext uri="{FF2B5EF4-FFF2-40B4-BE49-F238E27FC236}">
                    <a16:creationId xmlns:a16="http://schemas.microsoft.com/office/drawing/2014/main" id="{7C9E5E4B-87A1-2C5C-C968-AF71CECB0446}"/>
                  </a:ext>
                </a:extLst>
              </p:cNvPr>
              <p:cNvSpPr/>
              <p:nvPr/>
            </p:nvSpPr>
            <p:spPr>
              <a:xfrm>
                <a:off x="7549548" y="8039762"/>
                <a:ext cx="37180" cy="37180"/>
              </a:xfrm>
              <a:custGeom>
                <a:avLst/>
                <a:gdLst>
                  <a:gd name="connsiteX0" fmla="*/ 37416 w 37180"/>
                  <a:gd name="connsiteY0" fmla="*/ 18770 h 37180"/>
                  <a:gd name="connsiteX1" fmla="*/ 18825 w 37180"/>
                  <a:gd name="connsiteY1" fmla="*/ 37361 h 37180"/>
                  <a:gd name="connsiteX2" fmla="*/ 235 w 37180"/>
                  <a:gd name="connsiteY2" fmla="*/ 18770 h 37180"/>
                  <a:gd name="connsiteX3" fmla="*/ 18825 w 37180"/>
                  <a:gd name="connsiteY3" fmla="*/ 180 h 37180"/>
                  <a:gd name="connsiteX4" fmla="*/ 3741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70"/>
                    </a:moveTo>
                    <a:cubicBezTo>
                      <a:pt x="37416" y="29038"/>
                      <a:pt x="29093" y="37361"/>
                      <a:pt x="18825" y="37361"/>
                    </a:cubicBezTo>
                    <a:cubicBezTo>
                      <a:pt x="8558" y="37361"/>
                      <a:pt x="235" y="29038"/>
                      <a:pt x="235" y="18770"/>
                    </a:cubicBezTo>
                    <a:cubicBezTo>
                      <a:pt x="235" y="8503"/>
                      <a:pt x="8558" y="180"/>
                      <a:pt x="18825" y="180"/>
                    </a:cubicBezTo>
                    <a:cubicBezTo>
                      <a:pt x="29093" y="180"/>
                      <a:pt x="37416" y="8503"/>
                      <a:pt x="37416" y="18770"/>
                    </a:cubicBezTo>
                    <a:close/>
                  </a:path>
                </a:pathLst>
              </a:custGeom>
              <a:solidFill>
                <a:srgbClr val="98F798"/>
              </a:solidFill>
              <a:ln w="5753" cap="sq">
                <a:noFill/>
                <a:prstDash val="solid"/>
                <a:miter/>
              </a:ln>
            </p:spPr>
            <p:txBody>
              <a:bodyPr rtlCol="0" anchor="ctr"/>
              <a:lstStyle/>
              <a:p>
                <a:endParaRPr lang="en-US"/>
              </a:p>
            </p:txBody>
          </p:sp>
          <p:sp>
            <p:nvSpPr>
              <p:cNvPr id="1969" name="Freeform: Shape 1968">
                <a:extLst>
                  <a:ext uri="{FF2B5EF4-FFF2-40B4-BE49-F238E27FC236}">
                    <a16:creationId xmlns:a16="http://schemas.microsoft.com/office/drawing/2014/main" id="{AE767CEC-5219-DC42-F7E1-CFF6ADFA63D1}"/>
                  </a:ext>
                </a:extLst>
              </p:cNvPr>
              <p:cNvSpPr/>
              <p:nvPr/>
            </p:nvSpPr>
            <p:spPr>
              <a:xfrm>
                <a:off x="7547148" y="8037362"/>
                <a:ext cx="41981" cy="41981"/>
              </a:xfrm>
              <a:custGeom>
                <a:avLst/>
                <a:gdLst>
                  <a:gd name="connsiteX0" fmla="*/ 21226 w 41981"/>
                  <a:gd name="connsiteY0" fmla="*/ 4980 h 41981"/>
                  <a:gd name="connsiteX1" fmla="*/ 37416 w 41981"/>
                  <a:gd name="connsiteY1" fmla="*/ 21171 h 41981"/>
                  <a:gd name="connsiteX2" fmla="*/ 37416 w 41981"/>
                  <a:gd name="connsiteY2" fmla="*/ 21171 h 41981"/>
                  <a:gd name="connsiteX3" fmla="*/ 21226 w 41981"/>
                  <a:gd name="connsiteY3" fmla="*/ 37361 h 41981"/>
                  <a:gd name="connsiteX4" fmla="*/ 5035 w 41981"/>
                  <a:gd name="connsiteY4" fmla="*/ 21171 h 41981"/>
                  <a:gd name="connsiteX5" fmla="*/ 21226 w 41981"/>
                  <a:gd name="connsiteY5" fmla="*/ 4980 h 41981"/>
                  <a:gd name="connsiteX6" fmla="*/ 21226 w 41981"/>
                  <a:gd name="connsiteY6" fmla="*/ 180 h 41981"/>
                  <a:gd name="connsiteX7" fmla="*/ 235 w 41981"/>
                  <a:gd name="connsiteY7" fmla="*/ 21171 h 41981"/>
                  <a:gd name="connsiteX8" fmla="*/ 21226 w 41981"/>
                  <a:gd name="connsiteY8" fmla="*/ 42161 h 41981"/>
                  <a:gd name="connsiteX9" fmla="*/ 42216 w 41981"/>
                  <a:gd name="connsiteY9" fmla="*/ 21171 h 41981"/>
                  <a:gd name="connsiteX10" fmla="*/ 42216 w 41981"/>
                  <a:gd name="connsiteY10" fmla="*/ 21171 h 41981"/>
                  <a:gd name="connsiteX11" fmla="*/ 21226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80"/>
                    </a:moveTo>
                    <a:cubicBezTo>
                      <a:pt x="30167" y="4980"/>
                      <a:pt x="37416" y="12229"/>
                      <a:pt x="37416" y="21171"/>
                    </a:cubicBezTo>
                    <a:lnTo>
                      <a:pt x="37416" y="21171"/>
                    </a:lnTo>
                    <a:cubicBezTo>
                      <a:pt x="37416" y="30112"/>
                      <a:pt x="30167" y="37361"/>
                      <a:pt x="21226" y="37361"/>
                    </a:cubicBezTo>
                    <a:cubicBezTo>
                      <a:pt x="12284" y="37361"/>
                      <a:pt x="5035" y="30112"/>
                      <a:pt x="5035" y="21171"/>
                    </a:cubicBezTo>
                    <a:cubicBezTo>
                      <a:pt x="5035" y="12229"/>
                      <a:pt x="12284" y="4980"/>
                      <a:pt x="21226" y="4980"/>
                    </a:cubicBezTo>
                    <a:close/>
                    <a:moveTo>
                      <a:pt x="21226" y="180"/>
                    </a:moveTo>
                    <a:cubicBezTo>
                      <a:pt x="9633" y="180"/>
                      <a:pt x="235" y="9578"/>
                      <a:pt x="235" y="21171"/>
                    </a:cubicBezTo>
                    <a:cubicBezTo>
                      <a:pt x="235" y="32763"/>
                      <a:pt x="9633" y="42161"/>
                      <a:pt x="21226" y="42161"/>
                    </a:cubicBezTo>
                    <a:cubicBezTo>
                      <a:pt x="32818" y="42161"/>
                      <a:pt x="42216" y="32763"/>
                      <a:pt x="42216" y="21171"/>
                    </a:cubicBezTo>
                    <a:lnTo>
                      <a:pt x="42216" y="21171"/>
                    </a:lnTo>
                    <a:cubicBezTo>
                      <a:pt x="42216" y="9578"/>
                      <a:pt x="32818" y="180"/>
                      <a:pt x="21226" y="180"/>
                    </a:cubicBezTo>
                    <a:close/>
                  </a:path>
                </a:pathLst>
              </a:custGeom>
              <a:solidFill>
                <a:srgbClr val="000000"/>
              </a:solidFill>
              <a:ln w="4794" cap="sq">
                <a:noFill/>
                <a:prstDash val="solid"/>
                <a:round/>
              </a:ln>
            </p:spPr>
            <p:txBody>
              <a:bodyPr rtlCol="0" anchor="ctr"/>
              <a:lstStyle/>
              <a:p>
                <a:endParaRPr lang="en-US"/>
              </a:p>
            </p:txBody>
          </p:sp>
          <p:sp>
            <p:nvSpPr>
              <p:cNvPr id="1970" name="Freeform: Shape 1969">
                <a:extLst>
                  <a:ext uri="{FF2B5EF4-FFF2-40B4-BE49-F238E27FC236}">
                    <a16:creationId xmlns:a16="http://schemas.microsoft.com/office/drawing/2014/main" id="{02834CA8-45A4-FAA9-3D01-34851237D7A1}"/>
                  </a:ext>
                </a:extLst>
              </p:cNvPr>
              <p:cNvSpPr/>
              <p:nvPr/>
            </p:nvSpPr>
            <p:spPr>
              <a:xfrm>
                <a:off x="7576574" y="8060043"/>
                <a:ext cx="37180" cy="37180"/>
              </a:xfrm>
              <a:custGeom>
                <a:avLst/>
                <a:gdLst>
                  <a:gd name="connsiteX0" fmla="*/ 37421 w 37180"/>
                  <a:gd name="connsiteY0" fmla="*/ 18774 h 37180"/>
                  <a:gd name="connsiteX1" fmla="*/ 18830 w 37180"/>
                  <a:gd name="connsiteY1" fmla="*/ 37364 h 37180"/>
                  <a:gd name="connsiteX2" fmla="*/ 240 w 37180"/>
                  <a:gd name="connsiteY2" fmla="*/ 18774 h 37180"/>
                  <a:gd name="connsiteX3" fmla="*/ 18830 w 37180"/>
                  <a:gd name="connsiteY3" fmla="*/ 184 h 37180"/>
                  <a:gd name="connsiteX4" fmla="*/ 37421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74"/>
                    </a:moveTo>
                    <a:cubicBezTo>
                      <a:pt x="37421" y="29041"/>
                      <a:pt x="29097" y="37364"/>
                      <a:pt x="18830" y="37364"/>
                    </a:cubicBezTo>
                    <a:cubicBezTo>
                      <a:pt x="8563" y="37364"/>
                      <a:pt x="240" y="29041"/>
                      <a:pt x="240" y="18774"/>
                    </a:cubicBezTo>
                    <a:cubicBezTo>
                      <a:pt x="240" y="8507"/>
                      <a:pt x="8563" y="184"/>
                      <a:pt x="18830" y="184"/>
                    </a:cubicBezTo>
                    <a:cubicBezTo>
                      <a:pt x="29097" y="184"/>
                      <a:pt x="37421" y="8507"/>
                      <a:pt x="37421" y="18774"/>
                    </a:cubicBezTo>
                    <a:close/>
                  </a:path>
                </a:pathLst>
              </a:custGeom>
              <a:solidFill>
                <a:srgbClr val="F7F4F4"/>
              </a:solidFill>
              <a:ln w="5753" cap="sq">
                <a:noFill/>
                <a:prstDash val="solid"/>
                <a:miter/>
              </a:ln>
            </p:spPr>
            <p:txBody>
              <a:bodyPr rtlCol="0" anchor="ctr"/>
              <a:lstStyle/>
              <a:p>
                <a:endParaRPr lang="en-US"/>
              </a:p>
            </p:txBody>
          </p:sp>
          <p:sp>
            <p:nvSpPr>
              <p:cNvPr id="1971" name="Freeform: Shape 1970">
                <a:extLst>
                  <a:ext uri="{FF2B5EF4-FFF2-40B4-BE49-F238E27FC236}">
                    <a16:creationId xmlns:a16="http://schemas.microsoft.com/office/drawing/2014/main" id="{8256DF7B-7D84-1B6D-6B4B-2B90AA1B322F}"/>
                  </a:ext>
                </a:extLst>
              </p:cNvPr>
              <p:cNvSpPr/>
              <p:nvPr/>
            </p:nvSpPr>
            <p:spPr>
              <a:xfrm>
                <a:off x="7574173" y="8057643"/>
                <a:ext cx="41981" cy="41981"/>
              </a:xfrm>
              <a:custGeom>
                <a:avLst/>
                <a:gdLst>
                  <a:gd name="connsiteX0" fmla="*/ 21230 w 41981"/>
                  <a:gd name="connsiteY0" fmla="*/ 4984 h 41981"/>
                  <a:gd name="connsiteX1" fmla="*/ 37421 w 41981"/>
                  <a:gd name="connsiteY1" fmla="*/ 21174 h 41981"/>
                  <a:gd name="connsiteX2" fmla="*/ 37421 w 41981"/>
                  <a:gd name="connsiteY2" fmla="*/ 21174 h 41981"/>
                  <a:gd name="connsiteX3" fmla="*/ 21230 w 41981"/>
                  <a:gd name="connsiteY3" fmla="*/ 37364 h 41981"/>
                  <a:gd name="connsiteX4" fmla="*/ 5040 w 41981"/>
                  <a:gd name="connsiteY4" fmla="*/ 21174 h 41981"/>
                  <a:gd name="connsiteX5" fmla="*/ 21230 w 41981"/>
                  <a:gd name="connsiteY5" fmla="*/ 4984 h 41981"/>
                  <a:gd name="connsiteX6" fmla="*/ 21230 w 41981"/>
                  <a:gd name="connsiteY6" fmla="*/ 184 h 41981"/>
                  <a:gd name="connsiteX7" fmla="*/ 240 w 41981"/>
                  <a:gd name="connsiteY7" fmla="*/ 21174 h 41981"/>
                  <a:gd name="connsiteX8" fmla="*/ 21230 w 41981"/>
                  <a:gd name="connsiteY8" fmla="*/ 42165 h 41981"/>
                  <a:gd name="connsiteX9" fmla="*/ 42221 w 41981"/>
                  <a:gd name="connsiteY9" fmla="*/ 21174 h 41981"/>
                  <a:gd name="connsiteX10" fmla="*/ 42221 w 41981"/>
                  <a:gd name="connsiteY10" fmla="*/ 21174 h 41981"/>
                  <a:gd name="connsiteX11" fmla="*/ 21230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84"/>
                    </a:moveTo>
                    <a:cubicBezTo>
                      <a:pt x="30172" y="4984"/>
                      <a:pt x="37421" y="12232"/>
                      <a:pt x="37421" y="21174"/>
                    </a:cubicBezTo>
                    <a:lnTo>
                      <a:pt x="37421" y="21174"/>
                    </a:lnTo>
                    <a:cubicBezTo>
                      <a:pt x="37421" y="30116"/>
                      <a:pt x="30172" y="37364"/>
                      <a:pt x="21230" y="37364"/>
                    </a:cubicBezTo>
                    <a:cubicBezTo>
                      <a:pt x="12288" y="37364"/>
                      <a:pt x="5040" y="30116"/>
                      <a:pt x="5040" y="21174"/>
                    </a:cubicBezTo>
                    <a:cubicBezTo>
                      <a:pt x="5040" y="12232"/>
                      <a:pt x="12288" y="4984"/>
                      <a:pt x="21230" y="4984"/>
                    </a:cubicBezTo>
                    <a:close/>
                    <a:moveTo>
                      <a:pt x="21230" y="184"/>
                    </a:moveTo>
                    <a:cubicBezTo>
                      <a:pt x="9638" y="184"/>
                      <a:pt x="240" y="9582"/>
                      <a:pt x="240" y="21174"/>
                    </a:cubicBezTo>
                    <a:cubicBezTo>
                      <a:pt x="240" y="32767"/>
                      <a:pt x="9638" y="42165"/>
                      <a:pt x="21230" y="42165"/>
                    </a:cubicBezTo>
                    <a:cubicBezTo>
                      <a:pt x="32823" y="42165"/>
                      <a:pt x="42221" y="32767"/>
                      <a:pt x="42221" y="21174"/>
                    </a:cubicBezTo>
                    <a:lnTo>
                      <a:pt x="42221" y="21174"/>
                    </a:lnTo>
                    <a:cubicBezTo>
                      <a:pt x="42221" y="9582"/>
                      <a:pt x="32823" y="184"/>
                      <a:pt x="21230" y="184"/>
                    </a:cubicBezTo>
                    <a:close/>
                  </a:path>
                </a:pathLst>
              </a:custGeom>
              <a:solidFill>
                <a:srgbClr val="000000"/>
              </a:solidFill>
              <a:ln w="4794" cap="sq">
                <a:noFill/>
                <a:prstDash val="solid"/>
                <a:round/>
              </a:ln>
            </p:spPr>
            <p:txBody>
              <a:bodyPr rtlCol="0" anchor="ctr"/>
              <a:lstStyle/>
              <a:p>
                <a:endParaRPr lang="en-US"/>
              </a:p>
            </p:txBody>
          </p:sp>
          <p:sp>
            <p:nvSpPr>
              <p:cNvPr id="1972" name="Freeform: Shape 1971">
                <a:extLst>
                  <a:ext uri="{FF2B5EF4-FFF2-40B4-BE49-F238E27FC236}">
                    <a16:creationId xmlns:a16="http://schemas.microsoft.com/office/drawing/2014/main" id="{8E891357-3E01-7647-A829-88DC1A70BA00}"/>
                  </a:ext>
                </a:extLst>
              </p:cNvPr>
              <p:cNvSpPr/>
              <p:nvPr/>
            </p:nvSpPr>
            <p:spPr>
              <a:xfrm>
                <a:off x="7657513" y="8057577"/>
                <a:ext cx="37180" cy="37180"/>
              </a:xfrm>
              <a:custGeom>
                <a:avLst/>
                <a:gdLst>
                  <a:gd name="connsiteX0" fmla="*/ 37435 w 37180"/>
                  <a:gd name="connsiteY0" fmla="*/ 18774 h 37180"/>
                  <a:gd name="connsiteX1" fmla="*/ 18844 w 37180"/>
                  <a:gd name="connsiteY1" fmla="*/ 37364 h 37180"/>
                  <a:gd name="connsiteX2" fmla="*/ 254 w 37180"/>
                  <a:gd name="connsiteY2" fmla="*/ 18774 h 37180"/>
                  <a:gd name="connsiteX3" fmla="*/ 18844 w 37180"/>
                  <a:gd name="connsiteY3" fmla="*/ 183 h 37180"/>
                  <a:gd name="connsiteX4" fmla="*/ 37435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4"/>
                    </a:moveTo>
                    <a:cubicBezTo>
                      <a:pt x="37435" y="29041"/>
                      <a:pt x="29111" y="37364"/>
                      <a:pt x="18844" y="37364"/>
                    </a:cubicBezTo>
                    <a:cubicBezTo>
                      <a:pt x="8577" y="37364"/>
                      <a:pt x="254" y="29041"/>
                      <a:pt x="254" y="18774"/>
                    </a:cubicBezTo>
                    <a:cubicBezTo>
                      <a:pt x="254" y="8506"/>
                      <a:pt x="8577" y="183"/>
                      <a:pt x="18844" y="183"/>
                    </a:cubicBezTo>
                    <a:cubicBezTo>
                      <a:pt x="29111" y="183"/>
                      <a:pt x="37435" y="8506"/>
                      <a:pt x="37435" y="18774"/>
                    </a:cubicBezTo>
                    <a:close/>
                  </a:path>
                </a:pathLst>
              </a:custGeom>
              <a:solidFill>
                <a:srgbClr val="F2F7F2"/>
              </a:solidFill>
              <a:ln w="5753" cap="sq">
                <a:noFill/>
                <a:prstDash val="solid"/>
                <a:miter/>
              </a:ln>
            </p:spPr>
            <p:txBody>
              <a:bodyPr rtlCol="0" anchor="ctr"/>
              <a:lstStyle/>
              <a:p>
                <a:endParaRPr lang="en-US"/>
              </a:p>
            </p:txBody>
          </p:sp>
          <p:sp>
            <p:nvSpPr>
              <p:cNvPr id="1973" name="Freeform: Shape 1972">
                <a:extLst>
                  <a:ext uri="{FF2B5EF4-FFF2-40B4-BE49-F238E27FC236}">
                    <a16:creationId xmlns:a16="http://schemas.microsoft.com/office/drawing/2014/main" id="{BCBBCCCF-38CC-8884-AB78-D131594F15D5}"/>
                  </a:ext>
                </a:extLst>
              </p:cNvPr>
              <p:cNvSpPr/>
              <p:nvPr/>
            </p:nvSpPr>
            <p:spPr>
              <a:xfrm>
                <a:off x="7655113" y="8055177"/>
                <a:ext cx="41981" cy="41981"/>
              </a:xfrm>
              <a:custGeom>
                <a:avLst/>
                <a:gdLst>
                  <a:gd name="connsiteX0" fmla="*/ 21244 w 41981"/>
                  <a:gd name="connsiteY0" fmla="*/ 4984 h 41981"/>
                  <a:gd name="connsiteX1" fmla="*/ 37435 w 41981"/>
                  <a:gd name="connsiteY1" fmla="*/ 21174 h 41981"/>
                  <a:gd name="connsiteX2" fmla="*/ 37435 w 41981"/>
                  <a:gd name="connsiteY2" fmla="*/ 21174 h 41981"/>
                  <a:gd name="connsiteX3" fmla="*/ 21244 w 41981"/>
                  <a:gd name="connsiteY3" fmla="*/ 37364 h 41981"/>
                  <a:gd name="connsiteX4" fmla="*/ 5054 w 41981"/>
                  <a:gd name="connsiteY4" fmla="*/ 21174 h 41981"/>
                  <a:gd name="connsiteX5" fmla="*/ 21244 w 41981"/>
                  <a:gd name="connsiteY5" fmla="*/ 4984 h 41981"/>
                  <a:gd name="connsiteX6" fmla="*/ 21244 w 41981"/>
                  <a:gd name="connsiteY6" fmla="*/ 183 h 41981"/>
                  <a:gd name="connsiteX7" fmla="*/ 254 w 41981"/>
                  <a:gd name="connsiteY7" fmla="*/ 21174 h 41981"/>
                  <a:gd name="connsiteX8" fmla="*/ 21244 w 41981"/>
                  <a:gd name="connsiteY8" fmla="*/ 42164 h 41981"/>
                  <a:gd name="connsiteX9" fmla="*/ 42235 w 41981"/>
                  <a:gd name="connsiteY9" fmla="*/ 21174 h 41981"/>
                  <a:gd name="connsiteX10" fmla="*/ 42235 w 41981"/>
                  <a:gd name="connsiteY10" fmla="*/ 21174 h 41981"/>
                  <a:gd name="connsiteX11" fmla="*/ 21244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4"/>
                    </a:moveTo>
                    <a:cubicBezTo>
                      <a:pt x="30186" y="4984"/>
                      <a:pt x="37435" y="12232"/>
                      <a:pt x="37435" y="21174"/>
                    </a:cubicBezTo>
                    <a:lnTo>
                      <a:pt x="37435" y="21174"/>
                    </a:lnTo>
                    <a:cubicBezTo>
                      <a:pt x="37435" y="30116"/>
                      <a:pt x="30186" y="37364"/>
                      <a:pt x="21244" y="37364"/>
                    </a:cubicBezTo>
                    <a:cubicBezTo>
                      <a:pt x="12303" y="37364"/>
                      <a:pt x="5054" y="30116"/>
                      <a:pt x="5054" y="21174"/>
                    </a:cubicBezTo>
                    <a:cubicBezTo>
                      <a:pt x="5054" y="12232"/>
                      <a:pt x="12303" y="4984"/>
                      <a:pt x="21244" y="4984"/>
                    </a:cubicBezTo>
                    <a:close/>
                    <a:moveTo>
                      <a:pt x="21244" y="183"/>
                    </a:moveTo>
                    <a:cubicBezTo>
                      <a:pt x="9652" y="183"/>
                      <a:pt x="254" y="9581"/>
                      <a:pt x="254" y="21174"/>
                    </a:cubicBezTo>
                    <a:cubicBezTo>
                      <a:pt x="254" y="32766"/>
                      <a:pt x="9652" y="42164"/>
                      <a:pt x="21244" y="42164"/>
                    </a:cubicBezTo>
                    <a:cubicBezTo>
                      <a:pt x="32837" y="42164"/>
                      <a:pt x="42235" y="32766"/>
                      <a:pt x="42235" y="21174"/>
                    </a:cubicBezTo>
                    <a:lnTo>
                      <a:pt x="42235" y="21174"/>
                    </a:lnTo>
                    <a:cubicBezTo>
                      <a:pt x="42235" y="9581"/>
                      <a:pt x="32837" y="183"/>
                      <a:pt x="21244" y="183"/>
                    </a:cubicBezTo>
                    <a:close/>
                  </a:path>
                </a:pathLst>
              </a:custGeom>
              <a:solidFill>
                <a:srgbClr val="000000"/>
              </a:solidFill>
              <a:ln w="4794" cap="sq">
                <a:noFill/>
                <a:prstDash val="solid"/>
                <a:round/>
              </a:ln>
            </p:spPr>
            <p:txBody>
              <a:bodyPr rtlCol="0" anchor="ctr"/>
              <a:lstStyle/>
              <a:p>
                <a:endParaRPr lang="en-US"/>
              </a:p>
            </p:txBody>
          </p:sp>
          <p:sp>
            <p:nvSpPr>
              <p:cNvPr id="1974" name="Freeform: Shape 1973">
                <a:extLst>
                  <a:ext uri="{FF2B5EF4-FFF2-40B4-BE49-F238E27FC236}">
                    <a16:creationId xmlns:a16="http://schemas.microsoft.com/office/drawing/2014/main" id="{3E622F56-B51B-2F22-3AF7-8E362D902B44}"/>
                  </a:ext>
                </a:extLst>
              </p:cNvPr>
              <p:cNvSpPr/>
              <p:nvPr/>
            </p:nvSpPr>
            <p:spPr>
              <a:xfrm>
                <a:off x="7684585" y="8030419"/>
                <a:ext cx="37180" cy="37180"/>
              </a:xfrm>
              <a:custGeom>
                <a:avLst/>
                <a:gdLst>
                  <a:gd name="connsiteX0" fmla="*/ 37439 w 37180"/>
                  <a:gd name="connsiteY0" fmla="*/ 18769 h 37180"/>
                  <a:gd name="connsiteX1" fmla="*/ 18849 w 37180"/>
                  <a:gd name="connsiteY1" fmla="*/ 37359 h 37180"/>
                  <a:gd name="connsiteX2" fmla="*/ 258 w 37180"/>
                  <a:gd name="connsiteY2" fmla="*/ 18769 h 37180"/>
                  <a:gd name="connsiteX3" fmla="*/ 18849 w 37180"/>
                  <a:gd name="connsiteY3" fmla="*/ 178 h 37180"/>
                  <a:gd name="connsiteX4" fmla="*/ 37439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9"/>
                    </a:moveTo>
                    <a:cubicBezTo>
                      <a:pt x="37439" y="29036"/>
                      <a:pt x="29116" y="37359"/>
                      <a:pt x="18849" y="37359"/>
                    </a:cubicBezTo>
                    <a:cubicBezTo>
                      <a:pt x="8582" y="37359"/>
                      <a:pt x="258" y="29036"/>
                      <a:pt x="258" y="18769"/>
                    </a:cubicBezTo>
                    <a:cubicBezTo>
                      <a:pt x="258" y="8502"/>
                      <a:pt x="8582" y="178"/>
                      <a:pt x="18849" y="178"/>
                    </a:cubicBezTo>
                    <a:cubicBezTo>
                      <a:pt x="29116" y="178"/>
                      <a:pt x="37439" y="8502"/>
                      <a:pt x="37439" y="18769"/>
                    </a:cubicBezTo>
                    <a:close/>
                  </a:path>
                </a:pathLst>
              </a:custGeom>
              <a:solidFill>
                <a:srgbClr val="F7E4E4"/>
              </a:solidFill>
              <a:ln w="5753" cap="sq">
                <a:noFill/>
                <a:prstDash val="solid"/>
                <a:miter/>
              </a:ln>
            </p:spPr>
            <p:txBody>
              <a:bodyPr rtlCol="0" anchor="ctr"/>
              <a:lstStyle/>
              <a:p>
                <a:endParaRPr lang="en-US"/>
              </a:p>
            </p:txBody>
          </p:sp>
          <p:sp>
            <p:nvSpPr>
              <p:cNvPr id="1975" name="Freeform: Shape 1974">
                <a:extLst>
                  <a:ext uri="{FF2B5EF4-FFF2-40B4-BE49-F238E27FC236}">
                    <a16:creationId xmlns:a16="http://schemas.microsoft.com/office/drawing/2014/main" id="{E2E4EE78-067F-16E1-FE06-44B3343527AA}"/>
                  </a:ext>
                </a:extLst>
              </p:cNvPr>
              <p:cNvSpPr/>
              <p:nvPr/>
            </p:nvSpPr>
            <p:spPr>
              <a:xfrm>
                <a:off x="7682185" y="8028019"/>
                <a:ext cx="41981" cy="41981"/>
              </a:xfrm>
              <a:custGeom>
                <a:avLst/>
                <a:gdLst>
                  <a:gd name="connsiteX0" fmla="*/ 21249 w 41981"/>
                  <a:gd name="connsiteY0" fmla="*/ 4979 h 41981"/>
                  <a:gd name="connsiteX1" fmla="*/ 37439 w 41981"/>
                  <a:gd name="connsiteY1" fmla="*/ 21169 h 41981"/>
                  <a:gd name="connsiteX2" fmla="*/ 37439 w 41981"/>
                  <a:gd name="connsiteY2" fmla="*/ 21169 h 41981"/>
                  <a:gd name="connsiteX3" fmla="*/ 21249 w 41981"/>
                  <a:gd name="connsiteY3" fmla="*/ 37359 h 41981"/>
                  <a:gd name="connsiteX4" fmla="*/ 5059 w 41981"/>
                  <a:gd name="connsiteY4" fmla="*/ 21169 h 41981"/>
                  <a:gd name="connsiteX5" fmla="*/ 21249 w 41981"/>
                  <a:gd name="connsiteY5" fmla="*/ 4979 h 41981"/>
                  <a:gd name="connsiteX6" fmla="*/ 21249 w 41981"/>
                  <a:gd name="connsiteY6" fmla="*/ 178 h 41981"/>
                  <a:gd name="connsiteX7" fmla="*/ 258 w 41981"/>
                  <a:gd name="connsiteY7" fmla="*/ 21169 h 41981"/>
                  <a:gd name="connsiteX8" fmla="*/ 21249 w 41981"/>
                  <a:gd name="connsiteY8" fmla="*/ 42160 h 41981"/>
                  <a:gd name="connsiteX9" fmla="*/ 42240 w 41981"/>
                  <a:gd name="connsiteY9" fmla="*/ 21169 h 41981"/>
                  <a:gd name="connsiteX10" fmla="*/ 42240 w 41981"/>
                  <a:gd name="connsiteY10" fmla="*/ 21169 h 41981"/>
                  <a:gd name="connsiteX11" fmla="*/ 21249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9"/>
                    </a:moveTo>
                    <a:cubicBezTo>
                      <a:pt x="30191" y="4979"/>
                      <a:pt x="37439" y="12227"/>
                      <a:pt x="37439" y="21169"/>
                    </a:cubicBezTo>
                    <a:lnTo>
                      <a:pt x="37439" y="21169"/>
                    </a:lnTo>
                    <a:cubicBezTo>
                      <a:pt x="37439" y="30111"/>
                      <a:pt x="30191" y="37359"/>
                      <a:pt x="21249" y="37359"/>
                    </a:cubicBezTo>
                    <a:cubicBezTo>
                      <a:pt x="12307" y="37359"/>
                      <a:pt x="5059" y="30111"/>
                      <a:pt x="5059" y="21169"/>
                    </a:cubicBezTo>
                    <a:cubicBezTo>
                      <a:pt x="5059" y="12227"/>
                      <a:pt x="12307" y="4979"/>
                      <a:pt x="21249" y="4979"/>
                    </a:cubicBezTo>
                    <a:close/>
                    <a:moveTo>
                      <a:pt x="21249" y="178"/>
                    </a:moveTo>
                    <a:cubicBezTo>
                      <a:pt x="9656" y="178"/>
                      <a:pt x="258" y="9576"/>
                      <a:pt x="258" y="21169"/>
                    </a:cubicBezTo>
                    <a:cubicBezTo>
                      <a:pt x="258" y="32762"/>
                      <a:pt x="9656" y="42160"/>
                      <a:pt x="21249" y="42160"/>
                    </a:cubicBezTo>
                    <a:cubicBezTo>
                      <a:pt x="32842" y="42160"/>
                      <a:pt x="42240" y="32762"/>
                      <a:pt x="42240" y="21169"/>
                    </a:cubicBezTo>
                    <a:lnTo>
                      <a:pt x="42240" y="21169"/>
                    </a:lnTo>
                    <a:cubicBezTo>
                      <a:pt x="42240" y="9576"/>
                      <a:pt x="32842" y="178"/>
                      <a:pt x="21249" y="178"/>
                    </a:cubicBezTo>
                    <a:close/>
                  </a:path>
                </a:pathLst>
              </a:custGeom>
              <a:solidFill>
                <a:srgbClr val="000000"/>
              </a:solidFill>
              <a:ln w="4794" cap="sq">
                <a:noFill/>
                <a:prstDash val="solid"/>
                <a:round/>
              </a:ln>
            </p:spPr>
            <p:txBody>
              <a:bodyPr rtlCol="0" anchor="ctr"/>
              <a:lstStyle/>
              <a:p>
                <a:endParaRPr lang="en-US"/>
              </a:p>
            </p:txBody>
          </p:sp>
          <p:sp>
            <p:nvSpPr>
              <p:cNvPr id="1976" name="Freeform: Shape 1975">
                <a:extLst>
                  <a:ext uri="{FF2B5EF4-FFF2-40B4-BE49-F238E27FC236}">
                    <a16:creationId xmlns:a16="http://schemas.microsoft.com/office/drawing/2014/main" id="{C74955BD-D705-8F6D-1FC0-B520BED7F35C}"/>
                  </a:ext>
                </a:extLst>
              </p:cNvPr>
              <p:cNvSpPr/>
              <p:nvPr/>
            </p:nvSpPr>
            <p:spPr>
              <a:xfrm>
                <a:off x="7743919" y="8080139"/>
                <a:ext cx="37180" cy="37180"/>
              </a:xfrm>
              <a:custGeom>
                <a:avLst/>
                <a:gdLst>
                  <a:gd name="connsiteX0" fmla="*/ 37450 w 37180"/>
                  <a:gd name="connsiteY0" fmla="*/ 18777 h 37180"/>
                  <a:gd name="connsiteX1" fmla="*/ 18859 w 37180"/>
                  <a:gd name="connsiteY1" fmla="*/ 37368 h 37180"/>
                  <a:gd name="connsiteX2" fmla="*/ 269 w 37180"/>
                  <a:gd name="connsiteY2" fmla="*/ 18777 h 37180"/>
                  <a:gd name="connsiteX3" fmla="*/ 18859 w 37180"/>
                  <a:gd name="connsiteY3" fmla="*/ 187 h 37180"/>
                  <a:gd name="connsiteX4" fmla="*/ 3745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77"/>
                    </a:moveTo>
                    <a:cubicBezTo>
                      <a:pt x="37450" y="29045"/>
                      <a:pt x="29126" y="37368"/>
                      <a:pt x="18859" y="37368"/>
                    </a:cubicBezTo>
                    <a:cubicBezTo>
                      <a:pt x="8592" y="37368"/>
                      <a:pt x="269" y="29045"/>
                      <a:pt x="269" y="18777"/>
                    </a:cubicBezTo>
                    <a:cubicBezTo>
                      <a:pt x="269" y="8510"/>
                      <a:pt x="8592" y="187"/>
                      <a:pt x="18859" y="187"/>
                    </a:cubicBezTo>
                    <a:cubicBezTo>
                      <a:pt x="29126" y="187"/>
                      <a:pt x="37450" y="8510"/>
                      <a:pt x="37450" y="18777"/>
                    </a:cubicBezTo>
                    <a:close/>
                  </a:path>
                </a:pathLst>
              </a:custGeom>
              <a:solidFill>
                <a:srgbClr val="F7D1D1"/>
              </a:solidFill>
              <a:ln w="5753" cap="sq">
                <a:noFill/>
                <a:prstDash val="solid"/>
                <a:miter/>
              </a:ln>
            </p:spPr>
            <p:txBody>
              <a:bodyPr rtlCol="0" anchor="ctr"/>
              <a:lstStyle/>
              <a:p>
                <a:endParaRPr lang="en-US"/>
              </a:p>
            </p:txBody>
          </p:sp>
          <p:sp>
            <p:nvSpPr>
              <p:cNvPr id="1977" name="Freeform: Shape 1976">
                <a:extLst>
                  <a:ext uri="{FF2B5EF4-FFF2-40B4-BE49-F238E27FC236}">
                    <a16:creationId xmlns:a16="http://schemas.microsoft.com/office/drawing/2014/main" id="{41930074-5C8C-4F26-5DEE-2F9091213E3D}"/>
                  </a:ext>
                </a:extLst>
              </p:cNvPr>
              <p:cNvSpPr/>
              <p:nvPr/>
            </p:nvSpPr>
            <p:spPr>
              <a:xfrm>
                <a:off x="7741519" y="8077739"/>
                <a:ext cx="41981" cy="41981"/>
              </a:xfrm>
              <a:custGeom>
                <a:avLst/>
                <a:gdLst>
                  <a:gd name="connsiteX0" fmla="*/ 21259 w 41981"/>
                  <a:gd name="connsiteY0" fmla="*/ 4987 h 41981"/>
                  <a:gd name="connsiteX1" fmla="*/ 37450 w 41981"/>
                  <a:gd name="connsiteY1" fmla="*/ 21178 h 41981"/>
                  <a:gd name="connsiteX2" fmla="*/ 37450 w 41981"/>
                  <a:gd name="connsiteY2" fmla="*/ 21178 h 41981"/>
                  <a:gd name="connsiteX3" fmla="*/ 21259 w 41981"/>
                  <a:gd name="connsiteY3" fmla="*/ 37368 h 41981"/>
                  <a:gd name="connsiteX4" fmla="*/ 5069 w 41981"/>
                  <a:gd name="connsiteY4" fmla="*/ 21178 h 41981"/>
                  <a:gd name="connsiteX5" fmla="*/ 21259 w 41981"/>
                  <a:gd name="connsiteY5" fmla="*/ 4987 h 41981"/>
                  <a:gd name="connsiteX6" fmla="*/ 21259 w 41981"/>
                  <a:gd name="connsiteY6" fmla="*/ 187 h 41981"/>
                  <a:gd name="connsiteX7" fmla="*/ 269 w 41981"/>
                  <a:gd name="connsiteY7" fmla="*/ 21178 h 41981"/>
                  <a:gd name="connsiteX8" fmla="*/ 21259 w 41981"/>
                  <a:gd name="connsiteY8" fmla="*/ 42168 h 41981"/>
                  <a:gd name="connsiteX9" fmla="*/ 42250 w 41981"/>
                  <a:gd name="connsiteY9" fmla="*/ 21178 h 41981"/>
                  <a:gd name="connsiteX10" fmla="*/ 42250 w 41981"/>
                  <a:gd name="connsiteY10" fmla="*/ 21178 h 41981"/>
                  <a:gd name="connsiteX11" fmla="*/ 21259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7"/>
                    </a:moveTo>
                    <a:cubicBezTo>
                      <a:pt x="30201" y="4987"/>
                      <a:pt x="37450" y="12236"/>
                      <a:pt x="37450" y="21178"/>
                    </a:cubicBezTo>
                    <a:lnTo>
                      <a:pt x="37450" y="21178"/>
                    </a:lnTo>
                    <a:cubicBezTo>
                      <a:pt x="37450" y="30119"/>
                      <a:pt x="30201" y="37368"/>
                      <a:pt x="21259" y="37368"/>
                    </a:cubicBezTo>
                    <a:cubicBezTo>
                      <a:pt x="12318" y="37368"/>
                      <a:pt x="5069" y="30119"/>
                      <a:pt x="5069" y="21178"/>
                    </a:cubicBezTo>
                    <a:cubicBezTo>
                      <a:pt x="5069" y="12236"/>
                      <a:pt x="12318" y="4987"/>
                      <a:pt x="21259" y="4987"/>
                    </a:cubicBezTo>
                    <a:close/>
                    <a:moveTo>
                      <a:pt x="21259" y="187"/>
                    </a:moveTo>
                    <a:cubicBezTo>
                      <a:pt x="9667" y="187"/>
                      <a:pt x="269" y="9585"/>
                      <a:pt x="269" y="21178"/>
                    </a:cubicBezTo>
                    <a:cubicBezTo>
                      <a:pt x="269" y="32770"/>
                      <a:pt x="9667" y="42168"/>
                      <a:pt x="21259" y="42168"/>
                    </a:cubicBezTo>
                    <a:cubicBezTo>
                      <a:pt x="32852" y="42168"/>
                      <a:pt x="42250" y="32770"/>
                      <a:pt x="42250" y="21178"/>
                    </a:cubicBezTo>
                    <a:lnTo>
                      <a:pt x="42250" y="21178"/>
                    </a:lnTo>
                    <a:cubicBezTo>
                      <a:pt x="42250" y="9585"/>
                      <a:pt x="32852" y="187"/>
                      <a:pt x="21259" y="187"/>
                    </a:cubicBezTo>
                    <a:close/>
                  </a:path>
                </a:pathLst>
              </a:custGeom>
              <a:solidFill>
                <a:srgbClr val="000000"/>
              </a:solidFill>
              <a:ln w="4794" cap="sq">
                <a:noFill/>
                <a:prstDash val="solid"/>
                <a:round/>
              </a:ln>
            </p:spPr>
            <p:txBody>
              <a:bodyPr rtlCol="0" anchor="ctr"/>
              <a:lstStyle/>
              <a:p>
                <a:endParaRPr lang="en-US"/>
              </a:p>
            </p:txBody>
          </p:sp>
          <p:sp>
            <p:nvSpPr>
              <p:cNvPr id="1978" name="Freeform: Shape 1977">
                <a:extLst>
                  <a:ext uri="{FF2B5EF4-FFF2-40B4-BE49-F238E27FC236}">
                    <a16:creationId xmlns:a16="http://schemas.microsoft.com/office/drawing/2014/main" id="{F7832FE8-B410-DECB-3731-FC6BE1EF36D5}"/>
                  </a:ext>
                </a:extLst>
              </p:cNvPr>
              <p:cNvSpPr/>
              <p:nvPr/>
            </p:nvSpPr>
            <p:spPr>
              <a:xfrm>
                <a:off x="7725614" y="8046069"/>
                <a:ext cx="37180" cy="37180"/>
              </a:xfrm>
              <a:custGeom>
                <a:avLst/>
                <a:gdLst>
                  <a:gd name="connsiteX0" fmla="*/ 37446 w 37180"/>
                  <a:gd name="connsiteY0" fmla="*/ 18772 h 37180"/>
                  <a:gd name="connsiteX1" fmla="*/ 18856 w 37180"/>
                  <a:gd name="connsiteY1" fmla="*/ 37362 h 37180"/>
                  <a:gd name="connsiteX2" fmla="*/ 266 w 37180"/>
                  <a:gd name="connsiteY2" fmla="*/ 18772 h 37180"/>
                  <a:gd name="connsiteX3" fmla="*/ 18856 w 37180"/>
                  <a:gd name="connsiteY3" fmla="*/ 181 h 37180"/>
                  <a:gd name="connsiteX4" fmla="*/ 3744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2"/>
                    </a:moveTo>
                    <a:cubicBezTo>
                      <a:pt x="37446" y="29039"/>
                      <a:pt x="29123" y="37362"/>
                      <a:pt x="18856" y="37362"/>
                    </a:cubicBezTo>
                    <a:cubicBezTo>
                      <a:pt x="8589" y="37362"/>
                      <a:pt x="266" y="29039"/>
                      <a:pt x="266" y="18772"/>
                    </a:cubicBezTo>
                    <a:cubicBezTo>
                      <a:pt x="266" y="8504"/>
                      <a:pt x="8589" y="181"/>
                      <a:pt x="18856" y="181"/>
                    </a:cubicBezTo>
                    <a:cubicBezTo>
                      <a:pt x="29123" y="181"/>
                      <a:pt x="37446" y="8504"/>
                      <a:pt x="37446" y="18772"/>
                    </a:cubicBezTo>
                    <a:close/>
                  </a:path>
                </a:pathLst>
              </a:custGeom>
              <a:solidFill>
                <a:srgbClr val="F7F7F7"/>
              </a:solidFill>
              <a:ln w="5753" cap="sq">
                <a:noFill/>
                <a:prstDash val="solid"/>
                <a:miter/>
              </a:ln>
            </p:spPr>
            <p:txBody>
              <a:bodyPr rtlCol="0" anchor="ctr"/>
              <a:lstStyle/>
              <a:p>
                <a:endParaRPr lang="en-US"/>
              </a:p>
            </p:txBody>
          </p:sp>
          <p:sp>
            <p:nvSpPr>
              <p:cNvPr id="1979" name="Freeform: Shape 1978">
                <a:extLst>
                  <a:ext uri="{FF2B5EF4-FFF2-40B4-BE49-F238E27FC236}">
                    <a16:creationId xmlns:a16="http://schemas.microsoft.com/office/drawing/2014/main" id="{7E6CE521-2F49-145C-371B-E7D5EAB6395D}"/>
                  </a:ext>
                </a:extLst>
              </p:cNvPr>
              <p:cNvSpPr/>
              <p:nvPr/>
            </p:nvSpPr>
            <p:spPr>
              <a:xfrm>
                <a:off x="7723213" y="8043669"/>
                <a:ext cx="41981" cy="41981"/>
              </a:xfrm>
              <a:custGeom>
                <a:avLst/>
                <a:gdLst>
                  <a:gd name="connsiteX0" fmla="*/ 21256 w 41981"/>
                  <a:gd name="connsiteY0" fmla="*/ 4982 h 41981"/>
                  <a:gd name="connsiteX1" fmla="*/ 37446 w 41981"/>
                  <a:gd name="connsiteY1" fmla="*/ 21172 h 41981"/>
                  <a:gd name="connsiteX2" fmla="*/ 37446 w 41981"/>
                  <a:gd name="connsiteY2" fmla="*/ 21172 h 41981"/>
                  <a:gd name="connsiteX3" fmla="*/ 21256 w 41981"/>
                  <a:gd name="connsiteY3" fmla="*/ 37362 h 41981"/>
                  <a:gd name="connsiteX4" fmla="*/ 5066 w 41981"/>
                  <a:gd name="connsiteY4" fmla="*/ 21172 h 41981"/>
                  <a:gd name="connsiteX5" fmla="*/ 21256 w 41981"/>
                  <a:gd name="connsiteY5" fmla="*/ 4982 h 41981"/>
                  <a:gd name="connsiteX6" fmla="*/ 21256 w 41981"/>
                  <a:gd name="connsiteY6" fmla="*/ 181 h 41981"/>
                  <a:gd name="connsiteX7" fmla="*/ 266 w 41981"/>
                  <a:gd name="connsiteY7" fmla="*/ 21172 h 41981"/>
                  <a:gd name="connsiteX8" fmla="*/ 21256 w 41981"/>
                  <a:gd name="connsiteY8" fmla="*/ 42162 h 41981"/>
                  <a:gd name="connsiteX9" fmla="*/ 42247 w 41981"/>
                  <a:gd name="connsiteY9" fmla="*/ 21172 h 41981"/>
                  <a:gd name="connsiteX10" fmla="*/ 42247 w 41981"/>
                  <a:gd name="connsiteY10" fmla="*/ 21172 h 41981"/>
                  <a:gd name="connsiteX11" fmla="*/ 21256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2"/>
                    </a:moveTo>
                    <a:cubicBezTo>
                      <a:pt x="30198" y="4982"/>
                      <a:pt x="37446" y="12230"/>
                      <a:pt x="37446" y="21172"/>
                    </a:cubicBezTo>
                    <a:lnTo>
                      <a:pt x="37446" y="21172"/>
                    </a:lnTo>
                    <a:cubicBezTo>
                      <a:pt x="37446" y="30114"/>
                      <a:pt x="30198" y="37362"/>
                      <a:pt x="21256" y="37362"/>
                    </a:cubicBezTo>
                    <a:cubicBezTo>
                      <a:pt x="12314" y="37362"/>
                      <a:pt x="5066" y="30114"/>
                      <a:pt x="5066" y="21172"/>
                    </a:cubicBezTo>
                    <a:cubicBezTo>
                      <a:pt x="5066" y="12230"/>
                      <a:pt x="12314" y="4982"/>
                      <a:pt x="21256" y="4982"/>
                    </a:cubicBezTo>
                    <a:close/>
                    <a:moveTo>
                      <a:pt x="21256" y="181"/>
                    </a:moveTo>
                    <a:cubicBezTo>
                      <a:pt x="9664" y="181"/>
                      <a:pt x="266" y="9579"/>
                      <a:pt x="266" y="21172"/>
                    </a:cubicBezTo>
                    <a:cubicBezTo>
                      <a:pt x="266" y="32764"/>
                      <a:pt x="9664" y="42162"/>
                      <a:pt x="21256" y="42162"/>
                    </a:cubicBezTo>
                    <a:cubicBezTo>
                      <a:pt x="32849" y="42162"/>
                      <a:pt x="42247" y="32764"/>
                      <a:pt x="42247" y="21172"/>
                    </a:cubicBezTo>
                    <a:lnTo>
                      <a:pt x="42247" y="21172"/>
                    </a:lnTo>
                    <a:cubicBezTo>
                      <a:pt x="42247" y="9579"/>
                      <a:pt x="32849" y="181"/>
                      <a:pt x="21256" y="181"/>
                    </a:cubicBezTo>
                    <a:close/>
                  </a:path>
                </a:pathLst>
              </a:custGeom>
              <a:solidFill>
                <a:srgbClr val="000000"/>
              </a:solidFill>
              <a:ln w="4794" cap="sq">
                <a:noFill/>
                <a:prstDash val="solid"/>
                <a:round/>
              </a:ln>
            </p:spPr>
            <p:txBody>
              <a:bodyPr rtlCol="0" anchor="ctr"/>
              <a:lstStyle/>
              <a:p>
                <a:endParaRPr lang="en-US"/>
              </a:p>
            </p:txBody>
          </p:sp>
          <p:sp>
            <p:nvSpPr>
              <p:cNvPr id="1980" name="Freeform: Shape 1979">
                <a:extLst>
                  <a:ext uri="{FF2B5EF4-FFF2-40B4-BE49-F238E27FC236}">
                    <a16:creationId xmlns:a16="http://schemas.microsoft.com/office/drawing/2014/main" id="{41B84711-826F-DF91-5DB9-6993E5CC8FF5}"/>
                  </a:ext>
                </a:extLst>
              </p:cNvPr>
              <p:cNvSpPr/>
              <p:nvPr/>
            </p:nvSpPr>
            <p:spPr>
              <a:xfrm>
                <a:off x="7662380" y="8047307"/>
                <a:ext cx="37180" cy="37180"/>
              </a:xfrm>
              <a:custGeom>
                <a:avLst/>
                <a:gdLst>
                  <a:gd name="connsiteX0" fmla="*/ 37435 w 37180"/>
                  <a:gd name="connsiteY0" fmla="*/ 18772 h 37180"/>
                  <a:gd name="connsiteX1" fmla="*/ 18845 w 37180"/>
                  <a:gd name="connsiteY1" fmla="*/ 37362 h 37180"/>
                  <a:gd name="connsiteX2" fmla="*/ 255 w 37180"/>
                  <a:gd name="connsiteY2" fmla="*/ 18772 h 37180"/>
                  <a:gd name="connsiteX3" fmla="*/ 18845 w 37180"/>
                  <a:gd name="connsiteY3" fmla="*/ 181 h 37180"/>
                  <a:gd name="connsiteX4" fmla="*/ 37435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2"/>
                    </a:moveTo>
                    <a:cubicBezTo>
                      <a:pt x="37435" y="29039"/>
                      <a:pt x="29112" y="37362"/>
                      <a:pt x="18845" y="37362"/>
                    </a:cubicBezTo>
                    <a:cubicBezTo>
                      <a:pt x="8578" y="37362"/>
                      <a:pt x="255" y="29039"/>
                      <a:pt x="255" y="18772"/>
                    </a:cubicBezTo>
                    <a:cubicBezTo>
                      <a:pt x="255" y="8505"/>
                      <a:pt x="8578" y="181"/>
                      <a:pt x="18845" y="181"/>
                    </a:cubicBezTo>
                    <a:cubicBezTo>
                      <a:pt x="29112" y="181"/>
                      <a:pt x="37435" y="8505"/>
                      <a:pt x="37435" y="18772"/>
                    </a:cubicBezTo>
                    <a:close/>
                  </a:path>
                </a:pathLst>
              </a:custGeom>
              <a:solidFill>
                <a:srgbClr val="F7DEDE"/>
              </a:solidFill>
              <a:ln w="5753" cap="sq">
                <a:noFill/>
                <a:prstDash val="solid"/>
                <a:miter/>
              </a:ln>
            </p:spPr>
            <p:txBody>
              <a:bodyPr rtlCol="0" anchor="ctr"/>
              <a:lstStyle/>
              <a:p>
                <a:endParaRPr lang="en-US"/>
              </a:p>
            </p:txBody>
          </p:sp>
          <p:sp>
            <p:nvSpPr>
              <p:cNvPr id="1981" name="Freeform: Shape 1980">
                <a:extLst>
                  <a:ext uri="{FF2B5EF4-FFF2-40B4-BE49-F238E27FC236}">
                    <a16:creationId xmlns:a16="http://schemas.microsoft.com/office/drawing/2014/main" id="{FDB4B693-1F9E-C0C6-4074-6C70493F783F}"/>
                  </a:ext>
                </a:extLst>
              </p:cNvPr>
              <p:cNvSpPr/>
              <p:nvPr/>
            </p:nvSpPr>
            <p:spPr>
              <a:xfrm>
                <a:off x="7659980" y="8044907"/>
                <a:ext cx="41981" cy="41981"/>
              </a:xfrm>
              <a:custGeom>
                <a:avLst/>
                <a:gdLst>
                  <a:gd name="connsiteX0" fmla="*/ 21245 w 41981"/>
                  <a:gd name="connsiteY0" fmla="*/ 4982 h 41981"/>
                  <a:gd name="connsiteX1" fmla="*/ 37435 w 41981"/>
                  <a:gd name="connsiteY1" fmla="*/ 21172 h 41981"/>
                  <a:gd name="connsiteX2" fmla="*/ 37435 w 41981"/>
                  <a:gd name="connsiteY2" fmla="*/ 21172 h 41981"/>
                  <a:gd name="connsiteX3" fmla="*/ 21245 w 41981"/>
                  <a:gd name="connsiteY3" fmla="*/ 37362 h 41981"/>
                  <a:gd name="connsiteX4" fmla="*/ 5055 w 41981"/>
                  <a:gd name="connsiteY4" fmla="*/ 21172 h 41981"/>
                  <a:gd name="connsiteX5" fmla="*/ 21245 w 41981"/>
                  <a:gd name="connsiteY5" fmla="*/ 4982 h 41981"/>
                  <a:gd name="connsiteX6" fmla="*/ 21245 w 41981"/>
                  <a:gd name="connsiteY6" fmla="*/ 181 h 41981"/>
                  <a:gd name="connsiteX7" fmla="*/ 255 w 41981"/>
                  <a:gd name="connsiteY7" fmla="*/ 21172 h 41981"/>
                  <a:gd name="connsiteX8" fmla="*/ 21245 w 41981"/>
                  <a:gd name="connsiteY8" fmla="*/ 42163 h 41981"/>
                  <a:gd name="connsiteX9" fmla="*/ 42236 w 41981"/>
                  <a:gd name="connsiteY9" fmla="*/ 21172 h 41981"/>
                  <a:gd name="connsiteX10" fmla="*/ 42236 w 41981"/>
                  <a:gd name="connsiteY10" fmla="*/ 21172 h 41981"/>
                  <a:gd name="connsiteX11" fmla="*/ 21245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82"/>
                    </a:moveTo>
                    <a:cubicBezTo>
                      <a:pt x="30187" y="4982"/>
                      <a:pt x="37435" y="12230"/>
                      <a:pt x="37435" y="21172"/>
                    </a:cubicBezTo>
                    <a:lnTo>
                      <a:pt x="37435" y="21172"/>
                    </a:lnTo>
                    <a:cubicBezTo>
                      <a:pt x="37435" y="30114"/>
                      <a:pt x="30187" y="37362"/>
                      <a:pt x="21245" y="37362"/>
                    </a:cubicBezTo>
                    <a:cubicBezTo>
                      <a:pt x="12303" y="37362"/>
                      <a:pt x="5055" y="30114"/>
                      <a:pt x="5055" y="21172"/>
                    </a:cubicBezTo>
                    <a:cubicBezTo>
                      <a:pt x="5055" y="12230"/>
                      <a:pt x="12303" y="4982"/>
                      <a:pt x="21245" y="4982"/>
                    </a:cubicBezTo>
                    <a:close/>
                    <a:moveTo>
                      <a:pt x="21245" y="181"/>
                    </a:moveTo>
                    <a:cubicBezTo>
                      <a:pt x="9653" y="181"/>
                      <a:pt x="255" y="9579"/>
                      <a:pt x="255" y="21172"/>
                    </a:cubicBezTo>
                    <a:cubicBezTo>
                      <a:pt x="255" y="32765"/>
                      <a:pt x="9653" y="42163"/>
                      <a:pt x="21245" y="42163"/>
                    </a:cubicBezTo>
                    <a:cubicBezTo>
                      <a:pt x="32838" y="42163"/>
                      <a:pt x="42236" y="32765"/>
                      <a:pt x="42236" y="21172"/>
                    </a:cubicBezTo>
                    <a:lnTo>
                      <a:pt x="42236" y="21172"/>
                    </a:lnTo>
                    <a:cubicBezTo>
                      <a:pt x="42236" y="9579"/>
                      <a:pt x="32838" y="181"/>
                      <a:pt x="21245" y="181"/>
                    </a:cubicBezTo>
                    <a:close/>
                  </a:path>
                </a:pathLst>
              </a:custGeom>
              <a:solidFill>
                <a:srgbClr val="000000"/>
              </a:solidFill>
              <a:ln w="4794" cap="sq">
                <a:noFill/>
                <a:prstDash val="solid"/>
                <a:round/>
              </a:ln>
            </p:spPr>
            <p:txBody>
              <a:bodyPr rtlCol="0" anchor="ctr"/>
              <a:lstStyle/>
              <a:p>
                <a:endParaRPr lang="en-US"/>
              </a:p>
            </p:txBody>
          </p:sp>
          <p:sp>
            <p:nvSpPr>
              <p:cNvPr id="1982" name="Freeform: Shape 1981">
                <a:extLst>
                  <a:ext uri="{FF2B5EF4-FFF2-40B4-BE49-F238E27FC236}">
                    <a16:creationId xmlns:a16="http://schemas.microsoft.com/office/drawing/2014/main" id="{FD692A00-E2A6-2C16-97D4-00D55E3A2817}"/>
                  </a:ext>
                </a:extLst>
              </p:cNvPr>
              <p:cNvSpPr/>
              <p:nvPr/>
            </p:nvSpPr>
            <p:spPr>
              <a:xfrm>
                <a:off x="7688807" y="8044640"/>
                <a:ext cx="37180" cy="37180"/>
              </a:xfrm>
              <a:custGeom>
                <a:avLst/>
                <a:gdLst>
                  <a:gd name="connsiteX0" fmla="*/ 37440 w 37180"/>
                  <a:gd name="connsiteY0" fmla="*/ 18771 h 37180"/>
                  <a:gd name="connsiteX1" fmla="*/ 18850 w 37180"/>
                  <a:gd name="connsiteY1" fmla="*/ 37362 h 37180"/>
                  <a:gd name="connsiteX2" fmla="*/ 259 w 37180"/>
                  <a:gd name="connsiteY2" fmla="*/ 18771 h 37180"/>
                  <a:gd name="connsiteX3" fmla="*/ 18850 w 37180"/>
                  <a:gd name="connsiteY3" fmla="*/ 181 h 37180"/>
                  <a:gd name="connsiteX4" fmla="*/ 37440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1"/>
                    </a:moveTo>
                    <a:cubicBezTo>
                      <a:pt x="37440" y="29038"/>
                      <a:pt x="29117" y="37362"/>
                      <a:pt x="18850" y="37362"/>
                    </a:cubicBezTo>
                    <a:cubicBezTo>
                      <a:pt x="8582" y="37362"/>
                      <a:pt x="259" y="29038"/>
                      <a:pt x="259" y="18771"/>
                    </a:cubicBezTo>
                    <a:cubicBezTo>
                      <a:pt x="259" y="8504"/>
                      <a:pt x="8582" y="181"/>
                      <a:pt x="18850" y="181"/>
                    </a:cubicBezTo>
                    <a:cubicBezTo>
                      <a:pt x="29117" y="181"/>
                      <a:pt x="37440" y="8504"/>
                      <a:pt x="37440" y="18771"/>
                    </a:cubicBezTo>
                    <a:close/>
                  </a:path>
                </a:pathLst>
              </a:custGeom>
              <a:solidFill>
                <a:srgbClr val="F7F1F1"/>
              </a:solidFill>
              <a:ln w="5753" cap="sq">
                <a:noFill/>
                <a:prstDash val="solid"/>
                <a:miter/>
              </a:ln>
            </p:spPr>
            <p:txBody>
              <a:bodyPr rtlCol="0" anchor="ctr"/>
              <a:lstStyle/>
              <a:p>
                <a:endParaRPr lang="en-US"/>
              </a:p>
            </p:txBody>
          </p:sp>
          <p:sp>
            <p:nvSpPr>
              <p:cNvPr id="1983" name="Freeform: Shape 1982">
                <a:extLst>
                  <a:ext uri="{FF2B5EF4-FFF2-40B4-BE49-F238E27FC236}">
                    <a16:creationId xmlns:a16="http://schemas.microsoft.com/office/drawing/2014/main" id="{82731719-E9BF-95FB-FD71-2FF0B4B52FA4}"/>
                  </a:ext>
                </a:extLst>
              </p:cNvPr>
              <p:cNvSpPr/>
              <p:nvPr/>
            </p:nvSpPr>
            <p:spPr>
              <a:xfrm>
                <a:off x="7686407" y="8042240"/>
                <a:ext cx="41981" cy="41981"/>
              </a:xfrm>
              <a:custGeom>
                <a:avLst/>
                <a:gdLst>
                  <a:gd name="connsiteX0" fmla="*/ 21250 w 41981"/>
                  <a:gd name="connsiteY0" fmla="*/ 4981 h 41981"/>
                  <a:gd name="connsiteX1" fmla="*/ 37440 w 41981"/>
                  <a:gd name="connsiteY1" fmla="*/ 21171 h 41981"/>
                  <a:gd name="connsiteX2" fmla="*/ 37440 w 41981"/>
                  <a:gd name="connsiteY2" fmla="*/ 21171 h 41981"/>
                  <a:gd name="connsiteX3" fmla="*/ 21250 w 41981"/>
                  <a:gd name="connsiteY3" fmla="*/ 37362 h 41981"/>
                  <a:gd name="connsiteX4" fmla="*/ 5060 w 41981"/>
                  <a:gd name="connsiteY4" fmla="*/ 21171 h 41981"/>
                  <a:gd name="connsiteX5" fmla="*/ 21250 w 41981"/>
                  <a:gd name="connsiteY5" fmla="*/ 4981 h 41981"/>
                  <a:gd name="connsiteX6" fmla="*/ 21250 w 41981"/>
                  <a:gd name="connsiteY6" fmla="*/ 181 h 41981"/>
                  <a:gd name="connsiteX7" fmla="*/ 259 w 41981"/>
                  <a:gd name="connsiteY7" fmla="*/ 21171 h 41981"/>
                  <a:gd name="connsiteX8" fmla="*/ 21250 w 41981"/>
                  <a:gd name="connsiteY8" fmla="*/ 42162 h 41981"/>
                  <a:gd name="connsiteX9" fmla="*/ 42240 w 41981"/>
                  <a:gd name="connsiteY9" fmla="*/ 21171 h 41981"/>
                  <a:gd name="connsiteX10" fmla="*/ 42240 w 41981"/>
                  <a:gd name="connsiteY10" fmla="*/ 21171 h 41981"/>
                  <a:gd name="connsiteX11" fmla="*/ 21250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1"/>
                    </a:moveTo>
                    <a:cubicBezTo>
                      <a:pt x="30192" y="4981"/>
                      <a:pt x="37440" y="12230"/>
                      <a:pt x="37440" y="21171"/>
                    </a:cubicBezTo>
                    <a:lnTo>
                      <a:pt x="37440" y="21171"/>
                    </a:lnTo>
                    <a:cubicBezTo>
                      <a:pt x="37440" y="30113"/>
                      <a:pt x="30192" y="37362"/>
                      <a:pt x="21250" y="37362"/>
                    </a:cubicBezTo>
                    <a:cubicBezTo>
                      <a:pt x="12308" y="37362"/>
                      <a:pt x="5060" y="30113"/>
                      <a:pt x="5060" y="21171"/>
                    </a:cubicBezTo>
                    <a:cubicBezTo>
                      <a:pt x="5060" y="12230"/>
                      <a:pt x="12308" y="4981"/>
                      <a:pt x="21250" y="4981"/>
                    </a:cubicBezTo>
                    <a:close/>
                    <a:moveTo>
                      <a:pt x="21250" y="181"/>
                    </a:moveTo>
                    <a:cubicBezTo>
                      <a:pt x="9657" y="181"/>
                      <a:pt x="259" y="9579"/>
                      <a:pt x="259" y="21171"/>
                    </a:cubicBezTo>
                    <a:cubicBezTo>
                      <a:pt x="259" y="32764"/>
                      <a:pt x="9657" y="42162"/>
                      <a:pt x="21250" y="42162"/>
                    </a:cubicBezTo>
                    <a:cubicBezTo>
                      <a:pt x="32842" y="42162"/>
                      <a:pt x="42240" y="32764"/>
                      <a:pt x="42240" y="21171"/>
                    </a:cubicBezTo>
                    <a:lnTo>
                      <a:pt x="42240" y="21171"/>
                    </a:lnTo>
                    <a:cubicBezTo>
                      <a:pt x="42240" y="9579"/>
                      <a:pt x="32842" y="181"/>
                      <a:pt x="21250" y="181"/>
                    </a:cubicBezTo>
                    <a:close/>
                  </a:path>
                </a:pathLst>
              </a:custGeom>
              <a:solidFill>
                <a:srgbClr val="000000"/>
              </a:solidFill>
              <a:ln w="4794" cap="sq">
                <a:noFill/>
                <a:prstDash val="solid"/>
                <a:round/>
              </a:ln>
            </p:spPr>
            <p:txBody>
              <a:bodyPr rtlCol="0" anchor="ctr"/>
              <a:lstStyle/>
              <a:p>
                <a:endParaRPr lang="en-US"/>
              </a:p>
            </p:txBody>
          </p:sp>
          <p:sp>
            <p:nvSpPr>
              <p:cNvPr id="1984" name="Freeform: Shape 1983">
                <a:extLst>
                  <a:ext uri="{FF2B5EF4-FFF2-40B4-BE49-F238E27FC236}">
                    <a16:creationId xmlns:a16="http://schemas.microsoft.com/office/drawing/2014/main" id="{168904AB-04EC-F2AE-2E4A-A68D2BE19920}"/>
                  </a:ext>
                </a:extLst>
              </p:cNvPr>
              <p:cNvSpPr/>
              <p:nvPr/>
            </p:nvSpPr>
            <p:spPr>
              <a:xfrm>
                <a:off x="7645279" y="7834424"/>
                <a:ext cx="37180" cy="37180"/>
              </a:xfrm>
              <a:custGeom>
                <a:avLst/>
                <a:gdLst>
                  <a:gd name="connsiteX0" fmla="*/ 37432 w 37180"/>
                  <a:gd name="connsiteY0" fmla="*/ 18735 h 37180"/>
                  <a:gd name="connsiteX1" fmla="*/ 18842 w 37180"/>
                  <a:gd name="connsiteY1" fmla="*/ 37325 h 37180"/>
                  <a:gd name="connsiteX2" fmla="*/ 252 w 37180"/>
                  <a:gd name="connsiteY2" fmla="*/ 18735 h 37180"/>
                  <a:gd name="connsiteX3" fmla="*/ 18842 w 37180"/>
                  <a:gd name="connsiteY3" fmla="*/ 144 h 37180"/>
                  <a:gd name="connsiteX4" fmla="*/ 37432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35"/>
                    </a:moveTo>
                    <a:cubicBezTo>
                      <a:pt x="37432" y="29002"/>
                      <a:pt x="29109" y="37325"/>
                      <a:pt x="18842" y="37325"/>
                    </a:cubicBezTo>
                    <a:cubicBezTo>
                      <a:pt x="8575" y="37325"/>
                      <a:pt x="252" y="29002"/>
                      <a:pt x="252" y="18735"/>
                    </a:cubicBezTo>
                    <a:cubicBezTo>
                      <a:pt x="252" y="8468"/>
                      <a:pt x="8575" y="144"/>
                      <a:pt x="18842" y="144"/>
                    </a:cubicBezTo>
                    <a:cubicBezTo>
                      <a:pt x="29109" y="144"/>
                      <a:pt x="37432" y="8468"/>
                      <a:pt x="37432" y="18735"/>
                    </a:cubicBezTo>
                    <a:close/>
                  </a:path>
                </a:pathLst>
              </a:custGeom>
              <a:solidFill>
                <a:srgbClr val="F2F7F2"/>
              </a:solidFill>
              <a:ln w="5753" cap="sq">
                <a:noFill/>
                <a:prstDash val="solid"/>
                <a:miter/>
              </a:ln>
            </p:spPr>
            <p:txBody>
              <a:bodyPr rtlCol="0" anchor="ctr"/>
              <a:lstStyle/>
              <a:p>
                <a:endParaRPr lang="en-US"/>
              </a:p>
            </p:txBody>
          </p:sp>
          <p:sp>
            <p:nvSpPr>
              <p:cNvPr id="1985" name="Freeform: Shape 1984">
                <a:extLst>
                  <a:ext uri="{FF2B5EF4-FFF2-40B4-BE49-F238E27FC236}">
                    <a16:creationId xmlns:a16="http://schemas.microsoft.com/office/drawing/2014/main" id="{89A6AA46-C3BD-D4DC-8F36-AF9DFFBAFF3D}"/>
                  </a:ext>
                </a:extLst>
              </p:cNvPr>
              <p:cNvSpPr/>
              <p:nvPr/>
            </p:nvSpPr>
            <p:spPr>
              <a:xfrm>
                <a:off x="7642879" y="7832023"/>
                <a:ext cx="41981" cy="41981"/>
              </a:xfrm>
              <a:custGeom>
                <a:avLst/>
                <a:gdLst>
                  <a:gd name="connsiteX0" fmla="*/ 21242 w 41981"/>
                  <a:gd name="connsiteY0" fmla="*/ 4945 h 41981"/>
                  <a:gd name="connsiteX1" fmla="*/ 37432 w 41981"/>
                  <a:gd name="connsiteY1" fmla="*/ 21135 h 41981"/>
                  <a:gd name="connsiteX2" fmla="*/ 37432 w 41981"/>
                  <a:gd name="connsiteY2" fmla="*/ 21135 h 41981"/>
                  <a:gd name="connsiteX3" fmla="*/ 21242 w 41981"/>
                  <a:gd name="connsiteY3" fmla="*/ 37325 h 41981"/>
                  <a:gd name="connsiteX4" fmla="*/ 5052 w 41981"/>
                  <a:gd name="connsiteY4" fmla="*/ 21135 h 41981"/>
                  <a:gd name="connsiteX5" fmla="*/ 21242 w 41981"/>
                  <a:gd name="connsiteY5" fmla="*/ 4945 h 41981"/>
                  <a:gd name="connsiteX6" fmla="*/ 21242 w 41981"/>
                  <a:gd name="connsiteY6" fmla="*/ 144 h 41981"/>
                  <a:gd name="connsiteX7" fmla="*/ 252 w 41981"/>
                  <a:gd name="connsiteY7" fmla="*/ 21135 h 41981"/>
                  <a:gd name="connsiteX8" fmla="*/ 21242 w 41981"/>
                  <a:gd name="connsiteY8" fmla="*/ 42126 h 41981"/>
                  <a:gd name="connsiteX9" fmla="*/ 42233 w 41981"/>
                  <a:gd name="connsiteY9" fmla="*/ 21135 h 41981"/>
                  <a:gd name="connsiteX10" fmla="*/ 42233 w 41981"/>
                  <a:gd name="connsiteY10" fmla="*/ 21135 h 41981"/>
                  <a:gd name="connsiteX11" fmla="*/ 21242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45"/>
                    </a:moveTo>
                    <a:cubicBezTo>
                      <a:pt x="30184" y="4945"/>
                      <a:pt x="37432" y="12193"/>
                      <a:pt x="37432" y="21135"/>
                    </a:cubicBezTo>
                    <a:lnTo>
                      <a:pt x="37432" y="21135"/>
                    </a:lnTo>
                    <a:cubicBezTo>
                      <a:pt x="37432" y="30077"/>
                      <a:pt x="30184" y="37325"/>
                      <a:pt x="21242" y="37325"/>
                    </a:cubicBezTo>
                    <a:cubicBezTo>
                      <a:pt x="12300" y="37325"/>
                      <a:pt x="5052" y="30077"/>
                      <a:pt x="5052" y="21135"/>
                    </a:cubicBezTo>
                    <a:cubicBezTo>
                      <a:pt x="5052" y="12193"/>
                      <a:pt x="12300" y="4945"/>
                      <a:pt x="21242" y="4945"/>
                    </a:cubicBezTo>
                    <a:close/>
                    <a:moveTo>
                      <a:pt x="21242" y="144"/>
                    </a:moveTo>
                    <a:cubicBezTo>
                      <a:pt x="9650" y="144"/>
                      <a:pt x="252" y="9542"/>
                      <a:pt x="252" y="21135"/>
                    </a:cubicBezTo>
                    <a:cubicBezTo>
                      <a:pt x="252" y="32728"/>
                      <a:pt x="9650" y="42126"/>
                      <a:pt x="21242" y="42126"/>
                    </a:cubicBezTo>
                    <a:cubicBezTo>
                      <a:pt x="32835" y="42126"/>
                      <a:pt x="42233" y="32728"/>
                      <a:pt x="42233" y="21135"/>
                    </a:cubicBezTo>
                    <a:lnTo>
                      <a:pt x="42233" y="21135"/>
                    </a:lnTo>
                    <a:cubicBezTo>
                      <a:pt x="42233" y="9542"/>
                      <a:pt x="32835" y="144"/>
                      <a:pt x="21242" y="144"/>
                    </a:cubicBezTo>
                    <a:close/>
                  </a:path>
                </a:pathLst>
              </a:custGeom>
              <a:solidFill>
                <a:srgbClr val="000000"/>
              </a:solidFill>
              <a:ln w="4794" cap="sq">
                <a:noFill/>
                <a:prstDash val="solid"/>
                <a:round/>
              </a:ln>
            </p:spPr>
            <p:txBody>
              <a:bodyPr rtlCol="0" anchor="ctr"/>
              <a:lstStyle/>
              <a:p>
                <a:endParaRPr lang="en-US"/>
              </a:p>
            </p:txBody>
          </p:sp>
          <p:sp>
            <p:nvSpPr>
              <p:cNvPr id="1986" name="Freeform: Shape 1985">
                <a:extLst>
                  <a:ext uri="{FF2B5EF4-FFF2-40B4-BE49-F238E27FC236}">
                    <a16:creationId xmlns:a16="http://schemas.microsoft.com/office/drawing/2014/main" id="{BAC8605D-583D-F084-153E-C9CF9283F8D2}"/>
                  </a:ext>
                </a:extLst>
              </p:cNvPr>
              <p:cNvSpPr/>
              <p:nvPr/>
            </p:nvSpPr>
            <p:spPr>
              <a:xfrm>
                <a:off x="7648965" y="8049272"/>
                <a:ext cx="37180" cy="37180"/>
              </a:xfrm>
              <a:custGeom>
                <a:avLst/>
                <a:gdLst>
                  <a:gd name="connsiteX0" fmla="*/ 37433 w 37180"/>
                  <a:gd name="connsiteY0" fmla="*/ 18772 h 37180"/>
                  <a:gd name="connsiteX1" fmla="*/ 18843 w 37180"/>
                  <a:gd name="connsiteY1" fmla="*/ 37362 h 37180"/>
                  <a:gd name="connsiteX2" fmla="*/ 252 w 37180"/>
                  <a:gd name="connsiteY2" fmla="*/ 18772 h 37180"/>
                  <a:gd name="connsiteX3" fmla="*/ 18843 w 37180"/>
                  <a:gd name="connsiteY3" fmla="*/ 182 h 37180"/>
                  <a:gd name="connsiteX4" fmla="*/ 37433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2"/>
                    </a:moveTo>
                    <a:cubicBezTo>
                      <a:pt x="37433" y="29039"/>
                      <a:pt x="29110" y="37362"/>
                      <a:pt x="18843" y="37362"/>
                    </a:cubicBezTo>
                    <a:cubicBezTo>
                      <a:pt x="8575" y="37362"/>
                      <a:pt x="252" y="29039"/>
                      <a:pt x="252" y="18772"/>
                    </a:cubicBezTo>
                    <a:cubicBezTo>
                      <a:pt x="252" y="8505"/>
                      <a:pt x="8575" y="182"/>
                      <a:pt x="18843" y="182"/>
                    </a:cubicBezTo>
                    <a:cubicBezTo>
                      <a:pt x="29110" y="182"/>
                      <a:pt x="37433" y="8505"/>
                      <a:pt x="37433" y="18772"/>
                    </a:cubicBezTo>
                    <a:close/>
                  </a:path>
                </a:pathLst>
              </a:custGeom>
              <a:solidFill>
                <a:srgbClr val="E6F7E6"/>
              </a:solidFill>
              <a:ln w="5753" cap="sq">
                <a:noFill/>
                <a:prstDash val="solid"/>
                <a:miter/>
              </a:ln>
            </p:spPr>
            <p:txBody>
              <a:bodyPr rtlCol="0" anchor="ctr"/>
              <a:lstStyle/>
              <a:p>
                <a:endParaRPr lang="en-US"/>
              </a:p>
            </p:txBody>
          </p:sp>
          <p:sp>
            <p:nvSpPr>
              <p:cNvPr id="1987" name="Freeform: Shape 1986">
                <a:extLst>
                  <a:ext uri="{FF2B5EF4-FFF2-40B4-BE49-F238E27FC236}">
                    <a16:creationId xmlns:a16="http://schemas.microsoft.com/office/drawing/2014/main" id="{693E5499-9884-E233-D127-A9457F8CF792}"/>
                  </a:ext>
                </a:extLst>
              </p:cNvPr>
              <p:cNvSpPr/>
              <p:nvPr/>
            </p:nvSpPr>
            <p:spPr>
              <a:xfrm>
                <a:off x="7646565" y="8046871"/>
                <a:ext cx="41981" cy="41981"/>
              </a:xfrm>
              <a:custGeom>
                <a:avLst/>
                <a:gdLst>
                  <a:gd name="connsiteX0" fmla="*/ 21243 w 41981"/>
                  <a:gd name="connsiteY0" fmla="*/ 4982 h 41981"/>
                  <a:gd name="connsiteX1" fmla="*/ 37433 w 41981"/>
                  <a:gd name="connsiteY1" fmla="*/ 21172 h 41981"/>
                  <a:gd name="connsiteX2" fmla="*/ 37433 w 41981"/>
                  <a:gd name="connsiteY2" fmla="*/ 21172 h 41981"/>
                  <a:gd name="connsiteX3" fmla="*/ 21243 w 41981"/>
                  <a:gd name="connsiteY3" fmla="*/ 37362 h 41981"/>
                  <a:gd name="connsiteX4" fmla="*/ 5053 w 41981"/>
                  <a:gd name="connsiteY4" fmla="*/ 21172 h 41981"/>
                  <a:gd name="connsiteX5" fmla="*/ 21243 w 41981"/>
                  <a:gd name="connsiteY5" fmla="*/ 4982 h 41981"/>
                  <a:gd name="connsiteX6" fmla="*/ 21243 w 41981"/>
                  <a:gd name="connsiteY6" fmla="*/ 182 h 41981"/>
                  <a:gd name="connsiteX7" fmla="*/ 252 w 41981"/>
                  <a:gd name="connsiteY7" fmla="*/ 21172 h 41981"/>
                  <a:gd name="connsiteX8" fmla="*/ 21243 w 41981"/>
                  <a:gd name="connsiteY8" fmla="*/ 42163 h 41981"/>
                  <a:gd name="connsiteX9" fmla="*/ 42233 w 41981"/>
                  <a:gd name="connsiteY9" fmla="*/ 21172 h 41981"/>
                  <a:gd name="connsiteX10" fmla="*/ 42233 w 41981"/>
                  <a:gd name="connsiteY10" fmla="*/ 21172 h 41981"/>
                  <a:gd name="connsiteX11" fmla="*/ 2124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2"/>
                    </a:moveTo>
                    <a:cubicBezTo>
                      <a:pt x="30185" y="4982"/>
                      <a:pt x="37433" y="12230"/>
                      <a:pt x="37433" y="21172"/>
                    </a:cubicBezTo>
                    <a:lnTo>
                      <a:pt x="37433" y="21172"/>
                    </a:lnTo>
                    <a:cubicBezTo>
                      <a:pt x="37433" y="30114"/>
                      <a:pt x="30185" y="37362"/>
                      <a:pt x="21243" y="37362"/>
                    </a:cubicBezTo>
                    <a:cubicBezTo>
                      <a:pt x="12301" y="37362"/>
                      <a:pt x="5053" y="30114"/>
                      <a:pt x="5053" y="21172"/>
                    </a:cubicBezTo>
                    <a:cubicBezTo>
                      <a:pt x="5053" y="12230"/>
                      <a:pt x="12301" y="4982"/>
                      <a:pt x="21243" y="4982"/>
                    </a:cubicBezTo>
                    <a:close/>
                    <a:moveTo>
                      <a:pt x="21243" y="182"/>
                    </a:moveTo>
                    <a:cubicBezTo>
                      <a:pt x="9650" y="182"/>
                      <a:pt x="252" y="9580"/>
                      <a:pt x="252" y="21172"/>
                    </a:cubicBezTo>
                    <a:cubicBezTo>
                      <a:pt x="252" y="32765"/>
                      <a:pt x="9650" y="42163"/>
                      <a:pt x="21243" y="42163"/>
                    </a:cubicBezTo>
                    <a:cubicBezTo>
                      <a:pt x="32835" y="42163"/>
                      <a:pt x="42233" y="32765"/>
                      <a:pt x="42233" y="21172"/>
                    </a:cubicBezTo>
                    <a:lnTo>
                      <a:pt x="42233" y="21172"/>
                    </a:lnTo>
                    <a:cubicBezTo>
                      <a:pt x="42233" y="9580"/>
                      <a:pt x="32835" y="182"/>
                      <a:pt x="21243" y="182"/>
                    </a:cubicBezTo>
                    <a:close/>
                  </a:path>
                </a:pathLst>
              </a:custGeom>
              <a:solidFill>
                <a:srgbClr val="000000"/>
              </a:solidFill>
              <a:ln w="4794" cap="sq">
                <a:noFill/>
                <a:prstDash val="solid"/>
                <a:round/>
              </a:ln>
            </p:spPr>
            <p:txBody>
              <a:bodyPr rtlCol="0" anchor="ctr"/>
              <a:lstStyle/>
              <a:p>
                <a:endParaRPr lang="en-US"/>
              </a:p>
            </p:txBody>
          </p:sp>
          <p:sp>
            <p:nvSpPr>
              <p:cNvPr id="1988" name="Freeform: Shape 1987">
                <a:extLst>
                  <a:ext uri="{FF2B5EF4-FFF2-40B4-BE49-F238E27FC236}">
                    <a16:creationId xmlns:a16="http://schemas.microsoft.com/office/drawing/2014/main" id="{FC805695-E630-FCB3-4C8D-B244F26EAF0D}"/>
                  </a:ext>
                </a:extLst>
              </p:cNvPr>
              <p:cNvSpPr/>
              <p:nvPr/>
            </p:nvSpPr>
            <p:spPr>
              <a:xfrm>
                <a:off x="7714940" y="8046294"/>
                <a:ext cx="37180" cy="37180"/>
              </a:xfrm>
              <a:custGeom>
                <a:avLst/>
                <a:gdLst>
                  <a:gd name="connsiteX0" fmla="*/ 37445 w 37180"/>
                  <a:gd name="connsiteY0" fmla="*/ 18772 h 37180"/>
                  <a:gd name="connsiteX1" fmla="*/ 18854 w 37180"/>
                  <a:gd name="connsiteY1" fmla="*/ 37362 h 37180"/>
                  <a:gd name="connsiteX2" fmla="*/ 264 w 37180"/>
                  <a:gd name="connsiteY2" fmla="*/ 18772 h 37180"/>
                  <a:gd name="connsiteX3" fmla="*/ 18854 w 37180"/>
                  <a:gd name="connsiteY3" fmla="*/ 181 h 37180"/>
                  <a:gd name="connsiteX4" fmla="*/ 37445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72"/>
                    </a:moveTo>
                    <a:cubicBezTo>
                      <a:pt x="37445" y="29039"/>
                      <a:pt x="29121" y="37362"/>
                      <a:pt x="18854" y="37362"/>
                    </a:cubicBezTo>
                    <a:cubicBezTo>
                      <a:pt x="8587" y="37362"/>
                      <a:pt x="264" y="29039"/>
                      <a:pt x="264" y="18772"/>
                    </a:cubicBezTo>
                    <a:cubicBezTo>
                      <a:pt x="264" y="8504"/>
                      <a:pt x="8587" y="181"/>
                      <a:pt x="18854" y="181"/>
                    </a:cubicBezTo>
                    <a:cubicBezTo>
                      <a:pt x="29121" y="181"/>
                      <a:pt x="37445" y="8504"/>
                      <a:pt x="37445" y="18772"/>
                    </a:cubicBezTo>
                    <a:close/>
                  </a:path>
                </a:pathLst>
              </a:custGeom>
              <a:solidFill>
                <a:srgbClr val="93F793"/>
              </a:solidFill>
              <a:ln w="5753" cap="sq">
                <a:noFill/>
                <a:prstDash val="solid"/>
                <a:miter/>
              </a:ln>
            </p:spPr>
            <p:txBody>
              <a:bodyPr rtlCol="0" anchor="ctr"/>
              <a:lstStyle/>
              <a:p>
                <a:endParaRPr lang="en-US"/>
              </a:p>
            </p:txBody>
          </p:sp>
          <p:sp>
            <p:nvSpPr>
              <p:cNvPr id="1989" name="Freeform: Shape 1988">
                <a:extLst>
                  <a:ext uri="{FF2B5EF4-FFF2-40B4-BE49-F238E27FC236}">
                    <a16:creationId xmlns:a16="http://schemas.microsoft.com/office/drawing/2014/main" id="{A1EF367A-51C2-1E7D-E265-7ED7D1F1311B}"/>
                  </a:ext>
                </a:extLst>
              </p:cNvPr>
              <p:cNvSpPr/>
              <p:nvPr/>
            </p:nvSpPr>
            <p:spPr>
              <a:xfrm>
                <a:off x="7712540" y="8043893"/>
                <a:ext cx="41981" cy="41981"/>
              </a:xfrm>
              <a:custGeom>
                <a:avLst/>
                <a:gdLst>
                  <a:gd name="connsiteX0" fmla="*/ 21254 w 41981"/>
                  <a:gd name="connsiteY0" fmla="*/ 4982 h 41981"/>
                  <a:gd name="connsiteX1" fmla="*/ 37445 w 41981"/>
                  <a:gd name="connsiteY1" fmla="*/ 21172 h 41981"/>
                  <a:gd name="connsiteX2" fmla="*/ 37445 w 41981"/>
                  <a:gd name="connsiteY2" fmla="*/ 21172 h 41981"/>
                  <a:gd name="connsiteX3" fmla="*/ 21254 w 41981"/>
                  <a:gd name="connsiteY3" fmla="*/ 37362 h 41981"/>
                  <a:gd name="connsiteX4" fmla="*/ 5064 w 41981"/>
                  <a:gd name="connsiteY4" fmla="*/ 21172 h 41981"/>
                  <a:gd name="connsiteX5" fmla="*/ 21254 w 41981"/>
                  <a:gd name="connsiteY5" fmla="*/ 4982 h 41981"/>
                  <a:gd name="connsiteX6" fmla="*/ 21254 w 41981"/>
                  <a:gd name="connsiteY6" fmla="*/ 181 h 41981"/>
                  <a:gd name="connsiteX7" fmla="*/ 264 w 41981"/>
                  <a:gd name="connsiteY7" fmla="*/ 21172 h 41981"/>
                  <a:gd name="connsiteX8" fmla="*/ 21254 w 41981"/>
                  <a:gd name="connsiteY8" fmla="*/ 42162 h 41981"/>
                  <a:gd name="connsiteX9" fmla="*/ 42245 w 41981"/>
                  <a:gd name="connsiteY9" fmla="*/ 21172 h 41981"/>
                  <a:gd name="connsiteX10" fmla="*/ 42245 w 41981"/>
                  <a:gd name="connsiteY10" fmla="*/ 21172 h 41981"/>
                  <a:gd name="connsiteX11" fmla="*/ 2125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2"/>
                    </a:moveTo>
                    <a:cubicBezTo>
                      <a:pt x="30196" y="4982"/>
                      <a:pt x="37445" y="12230"/>
                      <a:pt x="37445" y="21172"/>
                    </a:cubicBezTo>
                    <a:lnTo>
                      <a:pt x="37445" y="21172"/>
                    </a:lnTo>
                    <a:cubicBezTo>
                      <a:pt x="37445" y="30114"/>
                      <a:pt x="30196" y="37362"/>
                      <a:pt x="21254" y="37362"/>
                    </a:cubicBezTo>
                    <a:cubicBezTo>
                      <a:pt x="12312" y="37362"/>
                      <a:pt x="5064" y="30114"/>
                      <a:pt x="5064" y="21172"/>
                    </a:cubicBezTo>
                    <a:cubicBezTo>
                      <a:pt x="5064" y="12230"/>
                      <a:pt x="12312" y="4982"/>
                      <a:pt x="21254" y="4982"/>
                    </a:cubicBezTo>
                    <a:close/>
                    <a:moveTo>
                      <a:pt x="21254" y="181"/>
                    </a:moveTo>
                    <a:cubicBezTo>
                      <a:pt x="9662" y="181"/>
                      <a:pt x="264" y="9579"/>
                      <a:pt x="264" y="21172"/>
                    </a:cubicBezTo>
                    <a:cubicBezTo>
                      <a:pt x="264" y="32764"/>
                      <a:pt x="9662" y="42162"/>
                      <a:pt x="21254" y="42162"/>
                    </a:cubicBezTo>
                    <a:cubicBezTo>
                      <a:pt x="32847" y="42162"/>
                      <a:pt x="42245" y="32764"/>
                      <a:pt x="42245" y="21172"/>
                    </a:cubicBezTo>
                    <a:lnTo>
                      <a:pt x="42245" y="21172"/>
                    </a:lnTo>
                    <a:cubicBezTo>
                      <a:pt x="42245" y="9579"/>
                      <a:pt x="32847" y="181"/>
                      <a:pt x="21254" y="181"/>
                    </a:cubicBezTo>
                    <a:close/>
                  </a:path>
                </a:pathLst>
              </a:custGeom>
              <a:solidFill>
                <a:srgbClr val="000000"/>
              </a:solidFill>
              <a:ln w="4794" cap="sq">
                <a:noFill/>
                <a:prstDash val="solid"/>
                <a:round/>
              </a:ln>
            </p:spPr>
            <p:txBody>
              <a:bodyPr rtlCol="0" anchor="ctr"/>
              <a:lstStyle/>
              <a:p>
                <a:endParaRPr lang="en-US"/>
              </a:p>
            </p:txBody>
          </p:sp>
          <p:sp>
            <p:nvSpPr>
              <p:cNvPr id="1990" name="Freeform: Shape 1989">
                <a:extLst>
                  <a:ext uri="{FF2B5EF4-FFF2-40B4-BE49-F238E27FC236}">
                    <a16:creationId xmlns:a16="http://schemas.microsoft.com/office/drawing/2014/main" id="{04A9AE8D-E4AC-19A9-5899-27CE24302DA3}"/>
                  </a:ext>
                </a:extLst>
              </p:cNvPr>
              <p:cNvSpPr/>
              <p:nvPr/>
            </p:nvSpPr>
            <p:spPr>
              <a:xfrm>
                <a:off x="7677489" y="8024768"/>
                <a:ext cx="37180" cy="37180"/>
              </a:xfrm>
              <a:custGeom>
                <a:avLst/>
                <a:gdLst>
                  <a:gd name="connsiteX0" fmla="*/ 37438 w 37180"/>
                  <a:gd name="connsiteY0" fmla="*/ 18768 h 37180"/>
                  <a:gd name="connsiteX1" fmla="*/ 18848 w 37180"/>
                  <a:gd name="connsiteY1" fmla="*/ 37358 h 37180"/>
                  <a:gd name="connsiteX2" fmla="*/ 257 w 37180"/>
                  <a:gd name="connsiteY2" fmla="*/ 18768 h 37180"/>
                  <a:gd name="connsiteX3" fmla="*/ 18848 w 37180"/>
                  <a:gd name="connsiteY3" fmla="*/ 177 h 37180"/>
                  <a:gd name="connsiteX4" fmla="*/ 3743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8"/>
                    </a:moveTo>
                    <a:cubicBezTo>
                      <a:pt x="37438" y="29035"/>
                      <a:pt x="29115" y="37358"/>
                      <a:pt x="18848" y="37358"/>
                    </a:cubicBezTo>
                    <a:cubicBezTo>
                      <a:pt x="8580" y="37358"/>
                      <a:pt x="257" y="29035"/>
                      <a:pt x="257" y="18768"/>
                    </a:cubicBezTo>
                    <a:cubicBezTo>
                      <a:pt x="257" y="8501"/>
                      <a:pt x="8580" y="177"/>
                      <a:pt x="18848" y="177"/>
                    </a:cubicBezTo>
                    <a:cubicBezTo>
                      <a:pt x="29115" y="177"/>
                      <a:pt x="37438" y="8501"/>
                      <a:pt x="37438" y="18768"/>
                    </a:cubicBezTo>
                    <a:close/>
                  </a:path>
                </a:pathLst>
              </a:custGeom>
              <a:solidFill>
                <a:srgbClr val="E2F7E2"/>
              </a:solidFill>
              <a:ln w="5753" cap="sq">
                <a:noFill/>
                <a:prstDash val="solid"/>
                <a:miter/>
              </a:ln>
            </p:spPr>
            <p:txBody>
              <a:bodyPr rtlCol="0" anchor="ctr"/>
              <a:lstStyle/>
              <a:p>
                <a:endParaRPr lang="en-US"/>
              </a:p>
            </p:txBody>
          </p:sp>
          <p:sp>
            <p:nvSpPr>
              <p:cNvPr id="1991" name="Freeform: Shape 1990">
                <a:extLst>
                  <a:ext uri="{FF2B5EF4-FFF2-40B4-BE49-F238E27FC236}">
                    <a16:creationId xmlns:a16="http://schemas.microsoft.com/office/drawing/2014/main" id="{DD5FAA76-DC07-4213-1DCA-84F75ECD37CA}"/>
                  </a:ext>
                </a:extLst>
              </p:cNvPr>
              <p:cNvSpPr/>
              <p:nvPr/>
            </p:nvSpPr>
            <p:spPr>
              <a:xfrm>
                <a:off x="7675089" y="8022368"/>
                <a:ext cx="41981" cy="41981"/>
              </a:xfrm>
              <a:custGeom>
                <a:avLst/>
                <a:gdLst>
                  <a:gd name="connsiteX0" fmla="*/ 21248 w 41981"/>
                  <a:gd name="connsiteY0" fmla="*/ 4978 h 41981"/>
                  <a:gd name="connsiteX1" fmla="*/ 37438 w 41981"/>
                  <a:gd name="connsiteY1" fmla="*/ 21168 h 41981"/>
                  <a:gd name="connsiteX2" fmla="*/ 37438 w 41981"/>
                  <a:gd name="connsiteY2" fmla="*/ 21168 h 41981"/>
                  <a:gd name="connsiteX3" fmla="*/ 21248 w 41981"/>
                  <a:gd name="connsiteY3" fmla="*/ 37358 h 41981"/>
                  <a:gd name="connsiteX4" fmla="*/ 5058 w 41981"/>
                  <a:gd name="connsiteY4" fmla="*/ 21168 h 41981"/>
                  <a:gd name="connsiteX5" fmla="*/ 21248 w 41981"/>
                  <a:gd name="connsiteY5" fmla="*/ 4978 h 41981"/>
                  <a:gd name="connsiteX6" fmla="*/ 21248 w 41981"/>
                  <a:gd name="connsiteY6" fmla="*/ 177 h 41981"/>
                  <a:gd name="connsiteX7" fmla="*/ 257 w 41981"/>
                  <a:gd name="connsiteY7" fmla="*/ 21168 h 41981"/>
                  <a:gd name="connsiteX8" fmla="*/ 21248 w 41981"/>
                  <a:gd name="connsiteY8" fmla="*/ 42159 h 41981"/>
                  <a:gd name="connsiteX9" fmla="*/ 42238 w 41981"/>
                  <a:gd name="connsiteY9" fmla="*/ 21168 h 41981"/>
                  <a:gd name="connsiteX10" fmla="*/ 42238 w 41981"/>
                  <a:gd name="connsiteY10" fmla="*/ 21168 h 41981"/>
                  <a:gd name="connsiteX11" fmla="*/ 2124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8"/>
                    </a:moveTo>
                    <a:cubicBezTo>
                      <a:pt x="30190" y="4978"/>
                      <a:pt x="37438" y="12226"/>
                      <a:pt x="37438" y="21168"/>
                    </a:cubicBezTo>
                    <a:lnTo>
                      <a:pt x="37438" y="21168"/>
                    </a:lnTo>
                    <a:cubicBezTo>
                      <a:pt x="37438" y="30110"/>
                      <a:pt x="30190" y="37358"/>
                      <a:pt x="21248" y="37358"/>
                    </a:cubicBezTo>
                    <a:cubicBezTo>
                      <a:pt x="12306" y="37358"/>
                      <a:pt x="5058" y="30110"/>
                      <a:pt x="5058" y="21168"/>
                    </a:cubicBezTo>
                    <a:cubicBezTo>
                      <a:pt x="5058" y="12226"/>
                      <a:pt x="12306" y="4978"/>
                      <a:pt x="21248" y="4978"/>
                    </a:cubicBezTo>
                    <a:close/>
                    <a:moveTo>
                      <a:pt x="21248" y="177"/>
                    </a:moveTo>
                    <a:cubicBezTo>
                      <a:pt x="9655" y="177"/>
                      <a:pt x="257" y="9575"/>
                      <a:pt x="257" y="21168"/>
                    </a:cubicBezTo>
                    <a:cubicBezTo>
                      <a:pt x="257" y="32761"/>
                      <a:pt x="9655" y="42159"/>
                      <a:pt x="21248" y="42159"/>
                    </a:cubicBezTo>
                    <a:cubicBezTo>
                      <a:pt x="32840" y="42159"/>
                      <a:pt x="42238" y="32761"/>
                      <a:pt x="42238" y="21168"/>
                    </a:cubicBezTo>
                    <a:lnTo>
                      <a:pt x="42238" y="21168"/>
                    </a:lnTo>
                    <a:cubicBezTo>
                      <a:pt x="42238" y="9575"/>
                      <a:pt x="32840" y="177"/>
                      <a:pt x="21248" y="177"/>
                    </a:cubicBezTo>
                    <a:close/>
                  </a:path>
                </a:pathLst>
              </a:custGeom>
              <a:solidFill>
                <a:srgbClr val="000000"/>
              </a:solidFill>
              <a:ln w="4794" cap="sq">
                <a:noFill/>
                <a:prstDash val="solid"/>
                <a:round/>
              </a:ln>
            </p:spPr>
            <p:txBody>
              <a:bodyPr rtlCol="0" anchor="ctr"/>
              <a:lstStyle/>
              <a:p>
                <a:endParaRPr lang="en-US"/>
              </a:p>
            </p:txBody>
          </p:sp>
          <p:sp>
            <p:nvSpPr>
              <p:cNvPr id="1992" name="Freeform: Shape 1991">
                <a:extLst>
                  <a:ext uri="{FF2B5EF4-FFF2-40B4-BE49-F238E27FC236}">
                    <a16:creationId xmlns:a16="http://schemas.microsoft.com/office/drawing/2014/main" id="{3A7D3A2C-4DCC-8F1A-4902-8887582A8A7A}"/>
                  </a:ext>
                </a:extLst>
              </p:cNvPr>
              <p:cNvSpPr/>
              <p:nvPr/>
            </p:nvSpPr>
            <p:spPr>
              <a:xfrm>
                <a:off x="7676579" y="8048672"/>
                <a:ext cx="37180" cy="37180"/>
              </a:xfrm>
              <a:custGeom>
                <a:avLst/>
                <a:gdLst>
                  <a:gd name="connsiteX0" fmla="*/ 37438 w 37180"/>
                  <a:gd name="connsiteY0" fmla="*/ 18772 h 37180"/>
                  <a:gd name="connsiteX1" fmla="*/ 18847 w 37180"/>
                  <a:gd name="connsiteY1" fmla="*/ 37362 h 37180"/>
                  <a:gd name="connsiteX2" fmla="*/ 257 w 37180"/>
                  <a:gd name="connsiteY2" fmla="*/ 18772 h 37180"/>
                  <a:gd name="connsiteX3" fmla="*/ 18847 w 37180"/>
                  <a:gd name="connsiteY3" fmla="*/ 182 h 37180"/>
                  <a:gd name="connsiteX4" fmla="*/ 37438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2"/>
                    </a:moveTo>
                    <a:cubicBezTo>
                      <a:pt x="37438" y="29039"/>
                      <a:pt x="29115" y="37362"/>
                      <a:pt x="18847" y="37362"/>
                    </a:cubicBezTo>
                    <a:cubicBezTo>
                      <a:pt x="8580" y="37362"/>
                      <a:pt x="257" y="29039"/>
                      <a:pt x="257" y="18772"/>
                    </a:cubicBezTo>
                    <a:cubicBezTo>
                      <a:pt x="257" y="8505"/>
                      <a:pt x="8580" y="182"/>
                      <a:pt x="18847" y="182"/>
                    </a:cubicBezTo>
                    <a:cubicBezTo>
                      <a:pt x="29115" y="182"/>
                      <a:pt x="37438" y="8505"/>
                      <a:pt x="37438" y="18772"/>
                    </a:cubicBezTo>
                    <a:close/>
                  </a:path>
                </a:pathLst>
              </a:custGeom>
              <a:solidFill>
                <a:srgbClr val="EAF7EA"/>
              </a:solidFill>
              <a:ln w="5753" cap="sq">
                <a:noFill/>
                <a:prstDash val="solid"/>
                <a:miter/>
              </a:ln>
            </p:spPr>
            <p:txBody>
              <a:bodyPr rtlCol="0" anchor="ctr"/>
              <a:lstStyle/>
              <a:p>
                <a:endParaRPr lang="en-US"/>
              </a:p>
            </p:txBody>
          </p:sp>
          <p:sp>
            <p:nvSpPr>
              <p:cNvPr id="1993" name="Freeform: Shape 1992">
                <a:extLst>
                  <a:ext uri="{FF2B5EF4-FFF2-40B4-BE49-F238E27FC236}">
                    <a16:creationId xmlns:a16="http://schemas.microsoft.com/office/drawing/2014/main" id="{48975815-449C-8F3B-4C23-2487F892AA5D}"/>
                  </a:ext>
                </a:extLst>
              </p:cNvPr>
              <p:cNvSpPr/>
              <p:nvPr/>
            </p:nvSpPr>
            <p:spPr>
              <a:xfrm>
                <a:off x="7674179" y="8046272"/>
                <a:ext cx="41981" cy="41981"/>
              </a:xfrm>
              <a:custGeom>
                <a:avLst/>
                <a:gdLst>
                  <a:gd name="connsiteX0" fmla="*/ 21248 w 41981"/>
                  <a:gd name="connsiteY0" fmla="*/ 4982 h 41981"/>
                  <a:gd name="connsiteX1" fmla="*/ 37438 w 41981"/>
                  <a:gd name="connsiteY1" fmla="*/ 21172 h 41981"/>
                  <a:gd name="connsiteX2" fmla="*/ 37438 w 41981"/>
                  <a:gd name="connsiteY2" fmla="*/ 21172 h 41981"/>
                  <a:gd name="connsiteX3" fmla="*/ 21248 w 41981"/>
                  <a:gd name="connsiteY3" fmla="*/ 37362 h 41981"/>
                  <a:gd name="connsiteX4" fmla="*/ 5057 w 41981"/>
                  <a:gd name="connsiteY4" fmla="*/ 21172 h 41981"/>
                  <a:gd name="connsiteX5" fmla="*/ 21248 w 41981"/>
                  <a:gd name="connsiteY5" fmla="*/ 4982 h 41981"/>
                  <a:gd name="connsiteX6" fmla="*/ 21248 w 41981"/>
                  <a:gd name="connsiteY6" fmla="*/ 182 h 41981"/>
                  <a:gd name="connsiteX7" fmla="*/ 257 w 41981"/>
                  <a:gd name="connsiteY7" fmla="*/ 21172 h 41981"/>
                  <a:gd name="connsiteX8" fmla="*/ 21248 w 41981"/>
                  <a:gd name="connsiteY8" fmla="*/ 42163 h 41981"/>
                  <a:gd name="connsiteX9" fmla="*/ 42238 w 41981"/>
                  <a:gd name="connsiteY9" fmla="*/ 21172 h 41981"/>
                  <a:gd name="connsiteX10" fmla="*/ 42238 w 41981"/>
                  <a:gd name="connsiteY10" fmla="*/ 21172 h 41981"/>
                  <a:gd name="connsiteX11" fmla="*/ 21248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2"/>
                    </a:moveTo>
                    <a:cubicBezTo>
                      <a:pt x="30189" y="4982"/>
                      <a:pt x="37438" y="12230"/>
                      <a:pt x="37438" y="21172"/>
                    </a:cubicBezTo>
                    <a:lnTo>
                      <a:pt x="37438" y="21172"/>
                    </a:lnTo>
                    <a:cubicBezTo>
                      <a:pt x="37438" y="30114"/>
                      <a:pt x="30189" y="37362"/>
                      <a:pt x="21248" y="37362"/>
                    </a:cubicBezTo>
                    <a:cubicBezTo>
                      <a:pt x="12306" y="37362"/>
                      <a:pt x="5057" y="30114"/>
                      <a:pt x="5057" y="21172"/>
                    </a:cubicBezTo>
                    <a:cubicBezTo>
                      <a:pt x="5057" y="12230"/>
                      <a:pt x="12306" y="4982"/>
                      <a:pt x="21248" y="4982"/>
                    </a:cubicBezTo>
                    <a:close/>
                    <a:moveTo>
                      <a:pt x="21248" y="182"/>
                    </a:moveTo>
                    <a:cubicBezTo>
                      <a:pt x="9655" y="182"/>
                      <a:pt x="257" y="9580"/>
                      <a:pt x="257" y="21172"/>
                    </a:cubicBezTo>
                    <a:cubicBezTo>
                      <a:pt x="257" y="32765"/>
                      <a:pt x="9655" y="42163"/>
                      <a:pt x="21248" y="42163"/>
                    </a:cubicBezTo>
                    <a:cubicBezTo>
                      <a:pt x="32840" y="42163"/>
                      <a:pt x="42238" y="32765"/>
                      <a:pt x="42238" y="21172"/>
                    </a:cubicBezTo>
                    <a:lnTo>
                      <a:pt x="42238" y="21172"/>
                    </a:lnTo>
                    <a:cubicBezTo>
                      <a:pt x="42238" y="9580"/>
                      <a:pt x="32840" y="182"/>
                      <a:pt x="21248" y="182"/>
                    </a:cubicBezTo>
                    <a:close/>
                  </a:path>
                </a:pathLst>
              </a:custGeom>
              <a:solidFill>
                <a:srgbClr val="000000"/>
              </a:solidFill>
              <a:ln w="4794" cap="sq">
                <a:noFill/>
                <a:prstDash val="solid"/>
                <a:round/>
              </a:ln>
            </p:spPr>
            <p:txBody>
              <a:bodyPr rtlCol="0" anchor="ctr"/>
              <a:lstStyle/>
              <a:p>
                <a:endParaRPr lang="en-US"/>
              </a:p>
            </p:txBody>
          </p:sp>
          <p:sp>
            <p:nvSpPr>
              <p:cNvPr id="1994" name="Freeform: Shape 1993">
                <a:extLst>
                  <a:ext uri="{FF2B5EF4-FFF2-40B4-BE49-F238E27FC236}">
                    <a16:creationId xmlns:a16="http://schemas.microsoft.com/office/drawing/2014/main" id="{48F06084-97EE-276C-5A16-1F4414A69B1A}"/>
                  </a:ext>
                </a:extLst>
              </p:cNvPr>
              <p:cNvSpPr/>
              <p:nvPr/>
            </p:nvSpPr>
            <p:spPr>
              <a:xfrm>
                <a:off x="7734052" y="8046236"/>
                <a:ext cx="37180" cy="37180"/>
              </a:xfrm>
              <a:custGeom>
                <a:avLst/>
                <a:gdLst>
                  <a:gd name="connsiteX0" fmla="*/ 37448 w 37180"/>
                  <a:gd name="connsiteY0" fmla="*/ 18772 h 37180"/>
                  <a:gd name="connsiteX1" fmla="*/ 18857 w 37180"/>
                  <a:gd name="connsiteY1" fmla="*/ 37362 h 37180"/>
                  <a:gd name="connsiteX2" fmla="*/ 267 w 37180"/>
                  <a:gd name="connsiteY2" fmla="*/ 18772 h 37180"/>
                  <a:gd name="connsiteX3" fmla="*/ 18857 w 37180"/>
                  <a:gd name="connsiteY3" fmla="*/ 181 h 37180"/>
                  <a:gd name="connsiteX4" fmla="*/ 37448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2"/>
                    </a:moveTo>
                    <a:cubicBezTo>
                      <a:pt x="37448" y="29039"/>
                      <a:pt x="29125" y="37362"/>
                      <a:pt x="18857" y="37362"/>
                    </a:cubicBezTo>
                    <a:cubicBezTo>
                      <a:pt x="8590" y="37362"/>
                      <a:pt x="267" y="29039"/>
                      <a:pt x="267" y="18772"/>
                    </a:cubicBezTo>
                    <a:cubicBezTo>
                      <a:pt x="267" y="8504"/>
                      <a:pt x="8590" y="181"/>
                      <a:pt x="18857" y="181"/>
                    </a:cubicBezTo>
                    <a:cubicBezTo>
                      <a:pt x="29125" y="181"/>
                      <a:pt x="37448" y="8504"/>
                      <a:pt x="37448" y="18772"/>
                    </a:cubicBezTo>
                    <a:close/>
                  </a:path>
                </a:pathLst>
              </a:custGeom>
              <a:solidFill>
                <a:srgbClr val="F7F4F4"/>
              </a:solidFill>
              <a:ln w="5753" cap="sq">
                <a:noFill/>
                <a:prstDash val="solid"/>
                <a:miter/>
              </a:ln>
            </p:spPr>
            <p:txBody>
              <a:bodyPr rtlCol="0" anchor="ctr"/>
              <a:lstStyle/>
              <a:p>
                <a:endParaRPr lang="en-US"/>
              </a:p>
            </p:txBody>
          </p:sp>
          <p:sp>
            <p:nvSpPr>
              <p:cNvPr id="1995" name="Freeform: Shape 1994">
                <a:extLst>
                  <a:ext uri="{FF2B5EF4-FFF2-40B4-BE49-F238E27FC236}">
                    <a16:creationId xmlns:a16="http://schemas.microsoft.com/office/drawing/2014/main" id="{600E2E69-7C49-4BC8-650D-290E9084858D}"/>
                  </a:ext>
                </a:extLst>
              </p:cNvPr>
              <p:cNvSpPr/>
              <p:nvPr/>
            </p:nvSpPr>
            <p:spPr>
              <a:xfrm>
                <a:off x="7731652" y="8043836"/>
                <a:ext cx="41981" cy="41981"/>
              </a:xfrm>
              <a:custGeom>
                <a:avLst/>
                <a:gdLst>
                  <a:gd name="connsiteX0" fmla="*/ 21258 w 41981"/>
                  <a:gd name="connsiteY0" fmla="*/ 4982 h 41981"/>
                  <a:gd name="connsiteX1" fmla="*/ 37448 w 41981"/>
                  <a:gd name="connsiteY1" fmla="*/ 21172 h 41981"/>
                  <a:gd name="connsiteX2" fmla="*/ 37448 w 41981"/>
                  <a:gd name="connsiteY2" fmla="*/ 21172 h 41981"/>
                  <a:gd name="connsiteX3" fmla="*/ 21258 w 41981"/>
                  <a:gd name="connsiteY3" fmla="*/ 37362 h 41981"/>
                  <a:gd name="connsiteX4" fmla="*/ 5067 w 41981"/>
                  <a:gd name="connsiteY4" fmla="*/ 21172 h 41981"/>
                  <a:gd name="connsiteX5" fmla="*/ 21258 w 41981"/>
                  <a:gd name="connsiteY5" fmla="*/ 4982 h 41981"/>
                  <a:gd name="connsiteX6" fmla="*/ 21258 w 41981"/>
                  <a:gd name="connsiteY6" fmla="*/ 181 h 41981"/>
                  <a:gd name="connsiteX7" fmla="*/ 267 w 41981"/>
                  <a:gd name="connsiteY7" fmla="*/ 21172 h 41981"/>
                  <a:gd name="connsiteX8" fmla="*/ 21258 w 41981"/>
                  <a:gd name="connsiteY8" fmla="*/ 42162 h 41981"/>
                  <a:gd name="connsiteX9" fmla="*/ 42248 w 41981"/>
                  <a:gd name="connsiteY9" fmla="*/ 21172 h 41981"/>
                  <a:gd name="connsiteX10" fmla="*/ 42248 w 41981"/>
                  <a:gd name="connsiteY10" fmla="*/ 21172 h 41981"/>
                  <a:gd name="connsiteX11" fmla="*/ 2125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2"/>
                    </a:moveTo>
                    <a:cubicBezTo>
                      <a:pt x="30199" y="4982"/>
                      <a:pt x="37448" y="12230"/>
                      <a:pt x="37448" y="21172"/>
                    </a:cubicBezTo>
                    <a:lnTo>
                      <a:pt x="37448" y="21172"/>
                    </a:lnTo>
                    <a:cubicBezTo>
                      <a:pt x="37448" y="30114"/>
                      <a:pt x="30199" y="37362"/>
                      <a:pt x="21258" y="37362"/>
                    </a:cubicBezTo>
                    <a:cubicBezTo>
                      <a:pt x="12316" y="37362"/>
                      <a:pt x="5067" y="30114"/>
                      <a:pt x="5067" y="21172"/>
                    </a:cubicBezTo>
                    <a:cubicBezTo>
                      <a:pt x="5067" y="12230"/>
                      <a:pt x="12316" y="4982"/>
                      <a:pt x="21258" y="4982"/>
                    </a:cubicBezTo>
                    <a:close/>
                    <a:moveTo>
                      <a:pt x="21258" y="181"/>
                    </a:moveTo>
                    <a:cubicBezTo>
                      <a:pt x="9665" y="181"/>
                      <a:pt x="267" y="9579"/>
                      <a:pt x="267" y="21172"/>
                    </a:cubicBezTo>
                    <a:cubicBezTo>
                      <a:pt x="267" y="32764"/>
                      <a:pt x="9665" y="42162"/>
                      <a:pt x="21258" y="42162"/>
                    </a:cubicBezTo>
                    <a:cubicBezTo>
                      <a:pt x="32850" y="42162"/>
                      <a:pt x="42248" y="32764"/>
                      <a:pt x="42248" y="21172"/>
                    </a:cubicBezTo>
                    <a:lnTo>
                      <a:pt x="42248" y="21172"/>
                    </a:lnTo>
                    <a:cubicBezTo>
                      <a:pt x="42248" y="9579"/>
                      <a:pt x="32850" y="181"/>
                      <a:pt x="21258" y="181"/>
                    </a:cubicBezTo>
                    <a:close/>
                  </a:path>
                </a:pathLst>
              </a:custGeom>
              <a:solidFill>
                <a:srgbClr val="000000"/>
              </a:solidFill>
              <a:ln w="4794" cap="sq">
                <a:noFill/>
                <a:prstDash val="solid"/>
                <a:round/>
              </a:ln>
            </p:spPr>
            <p:txBody>
              <a:bodyPr rtlCol="0" anchor="ctr"/>
              <a:lstStyle/>
              <a:p>
                <a:endParaRPr lang="en-US"/>
              </a:p>
            </p:txBody>
          </p:sp>
          <p:sp>
            <p:nvSpPr>
              <p:cNvPr id="1996" name="Freeform: Shape 1995">
                <a:extLst>
                  <a:ext uri="{FF2B5EF4-FFF2-40B4-BE49-F238E27FC236}">
                    <a16:creationId xmlns:a16="http://schemas.microsoft.com/office/drawing/2014/main" id="{1CC65B04-0A3A-14E0-EC20-A7A34B9A61AE}"/>
                  </a:ext>
                </a:extLst>
              </p:cNvPr>
              <p:cNvSpPr/>
              <p:nvPr/>
            </p:nvSpPr>
            <p:spPr>
              <a:xfrm>
                <a:off x="7751154" y="8032182"/>
                <a:ext cx="37180" cy="37180"/>
              </a:xfrm>
              <a:custGeom>
                <a:avLst/>
                <a:gdLst>
                  <a:gd name="connsiteX0" fmla="*/ 37451 w 37180"/>
                  <a:gd name="connsiteY0" fmla="*/ 18769 h 37180"/>
                  <a:gd name="connsiteX1" fmla="*/ 18860 w 37180"/>
                  <a:gd name="connsiteY1" fmla="*/ 37360 h 37180"/>
                  <a:gd name="connsiteX2" fmla="*/ 270 w 37180"/>
                  <a:gd name="connsiteY2" fmla="*/ 18769 h 37180"/>
                  <a:gd name="connsiteX3" fmla="*/ 18860 w 37180"/>
                  <a:gd name="connsiteY3" fmla="*/ 179 h 37180"/>
                  <a:gd name="connsiteX4" fmla="*/ 37451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9"/>
                    </a:moveTo>
                    <a:cubicBezTo>
                      <a:pt x="37451" y="29036"/>
                      <a:pt x="29128" y="37360"/>
                      <a:pt x="18860" y="37360"/>
                    </a:cubicBezTo>
                    <a:cubicBezTo>
                      <a:pt x="8593" y="37360"/>
                      <a:pt x="270" y="29036"/>
                      <a:pt x="270" y="18769"/>
                    </a:cubicBezTo>
                    <a:cubicBezTo>
                      <a:pt x="270" y="8502"/>
                      <a:pt x="8593" y="179"/>
                      <a:pt x="18860" y="179"/>
                    </a:cubicBezTo>
                    <a:cubicBezTo>
                      <a:pt x="29128" y="179"/>
                      <a:pt x="37451" y="8502"/>
                      <a:pt x="37451" y="18769"/>
                    </a:cubicBezTo>
                    <a:close/>
                  </a:path>
                </a:pathLst>
              </a:custGeom>
              <a:solidFill>
                <a:srgbClr val="F7F4F4"/>
              </a:solidFill>
              <a:ln w="5753" cap="sq">
                <a:noFill/>
                <a:prstDash val="solid"/>
                <a:miter/>
              </a:ln>
            </p:spPr>
            <p:txBody>
              <a:bodyPr rtlCol="0" anchor="ctr"/>
              <a:lstStyle/>
              <a:p>
                <a:endParaRPr lang="en-US"/>
              </a:p>
            </p:txBody>
          </p:sp>
          <p:sp>
            <p:nvSpPr>
              <p:cNvPr id="1997" name="Freeform: Shape 1996">
                <a:extLst>
                  <a:ext uri="{FF2B5EF4-FFF2-40B4-BE49-F238E27FC236}">
                    <a16:creationId xmlns:a16="http://schemas.microsoft.com/office/drawing/2014/main" id="{946C5B76-B9B3-A038-BCEC-353DB7948664}"/>
                  </a:ext>
                </a:extLst>
              </p:cNvPr>
              <p:cNvSpPr/>
              <p:nvPr/>
            </p:nvSpPr>
            <p:spPr>
              <a:xfrm>
                <a:off x="7748753" y="8029781"/>
                <a:ext cx="41981" cy="41981"/>
              </a:xfrm>
              <a:custGeom>
                <a:avLst/>
                <a:gdLst>
                  <a:gd name="connsiteX0" fmla="*/ 21261 w 41981"/>
                  <a:gd name="connsiteY0" fmla="*/ 4979 h 41981"/>
                  <a:gd name="connsiteX1" fmla="*/ 37451 w 41981"/>
                  <a:gd name="connsiteY1" fmla="*/ 21169 h 41981"/>
                  <a:gd name="connsiteX2" fmla="*/ 37451 w 41981"/>
                  <a:gd name="connsiteY2" fmla="*/ 21169 h 41981"/>
                  <a:gd name="connsiteX3" fmla="*/ 21261 w 41981"/>
                  <a:gd name="connsiteY3" fmla="*/ 37360 h 41981"/>
                  <a:gd name="connsiteX4" fmla="*/ 5070 w 41981"/>
                  <a:gd name="connsiteY4" fmla="*/ 21169 h 41981"/>
                  <a:gd name="connsiteX5" fmla="*/ 21261 w 41981"/>
                  <a:gd name="connsiteY5" fmla="*/ 4979 h 41981"/>
                  <a:gd name="connsiteX6" fmla="*/ 21261 w 41981"/>
                  <a:gd name="connsiteY6" fmla="*/ 179 h 41981"/>
                  <a:gd name="connsiteX7" fmla="*/ 270 w 41981"/>
                  <a:gd name="connsiteY7" fmla="*/ 21169 h 41981"/>
                  <a:gd name="connsiteX8" fmla="*/ 21261 w 41981"/>
                  <a:gd name="connsiteY8" fmla="*/ 42160 h 41981"/>
                  <a:gd name="connsiteX9" fmla="*/ 42251 w 41981"/>
                  <a:gd name="connsiteY9" fmla="*/ 21169 h 41981"/>
                  <a:gd name="connsiteX10" fmla="*/ 42251 w 41981"/>
                  <a:gd name="connsiteY10" fmla="*/ 21169 h 41981"/>
                  <a:gd name="connsiteX11" fmla="*/ 21261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9"/>
                    </a:moveTo>
                    <a:cubicBezTo>
                      <a:pt x="30202" y="4979"/>
                      <a:pt x="37451" y="12227"/>
                      <a:pt x="37451" y="21169"/>
                    </a:cubicBezTo>
                    <a:lnTo>
                      <a:pt x="37451" y="21169"/>
                    </a:lnTo>
                    <a:cubicBezTo>
                      <a:pt x="37451" y="30111"/>
                      <a:pt x="30202" y="37360"/>
                      <a:pt x="21261" y="37360"/>
                    </a:cubicBezTo>
                    <a:cubicBezTo>
                      <a:pt x="12319" y="37360"/>
                      <a:pt x="5070" y="30111"/>
                      <a:pt x="5070" y="21169"/>
                    </a:cubicBezTo>
                    <a:cubicBezTo>
                      <a:pt x="5070" y="12227"/>
                      <a:pt x="12319" y="4979"/>
                      <a:pt x="21261" y="4979"/>
                    </a:cubicBezTo>
                    <a:close/>
                    <a:moveTo>
                      <a:pt x="21261" y="179"/>
                    </a:moveTo>
                    <a:cubicBezTo>
                      <a:pt x="9668" y="179"/>
                      <a:pt x="270" y="9577"/>
                      <a:pt x="270" y="21169"/>
                    </a:cubicBezTo>
                    <a:cubicBezTo>
                      <a:pt x="270" y="32762"/>
                      <a:pt x="9668" y="42160"/>
                      <a:pt x="21261" y="42160"/>
                    </a:cubicBezTo>
                    <a:cubicBezTo>
                      <a:pt x="32853" y="42160"/>
                      <a:pt x="42251" y="32762"/>
                      <a:pt x="42251" y="21169"/>
                    </a:cubicBezTo>
                    <a:lnTo>
                      <a:pt x="42251" y="21169"/>
                    </a:lnTo>
                    <a:cubicBezTo>
                      <a:pt x="42251" y="9577"/>
                      <a:pt x="32853" y="179"/>
                      <a:pt x="21261" y="179"/>
                    </a:cubicBezTo>
                    <a:close/>
                  </a:path>
                </a:pathLst>
              </a:custGeom>
              <a:solidFill>
                <a:srgbClr val="000000"/>
              </a:solidFill>
              <a:ln w="4794" cap="sq">
                <a:noFill/>
                <a:prstDash val="solid"/>
                <a:round/>
              </a:ln>
            </p:spPr>
            <p:txBody>
              <a:bodyPr rtlCol="0" anchor="ctr"/>
              <a:lstStyle/>
              <a:p>
                <a:endParaRPr lang="en-US"/>
              </a:p>
            </p:txBody>
          </p:sp>
          <p:sp>
            <p:nvSpPr>
              <p:cNvPr id="1998" name="Freeform: Shape 1997">
                <a:extLst>
                  <a:ext uri="{FF2B5EF4-FFF2-40B4-BE49-F238E27FC236}">
                    <a16:creationId xmlns:a16="http://schemas.microsoft.com/office/drawing/2014/main" id="{C6647D43-B57C-096E-C9A1-E5E10214BB95}"/>
                  </a:ext>
                </a:extLst>
              </p:cNvPr>
              <p:cNvSpPr/>
              <p:nvPr/>
            </p:nvSpPr>
            <p:spPr>
              <a:xfrm>
                <a:off x="7670168" y="8037752"/>
                <a:ext cx="37180" cy="37180"/>
              </a:xfrm>
              <a:custGeom>
                <a:avLst/>
                <a:gdLst>
                  <a:gd name="connsiteX0" fmla="*/ 37437 w 37180"/>
                  <a:gd name="connsiteY0" fmla="*/ 18770 h 37180"/>
                  <a:gd name="connsiteX1" fmla="*/ 18846 w 37180"/>
                  <a:gd name="connsiteY1" fmla="*/ 37360 h 37180"/>
                  <a:gd name="connsiteX2" fmla="*/ 256 w 37180"/>
                  <a:gd name="connsiteY2" fmla="*/ 18770 h 37180"/>
                  <a:gd name="connsiteX3" fmla="*/ 18846 w 37180"/>
                  <a:gd name="connsiteY3" fmla="*/ 180 h 37180"/>
                  <a:gd name="connsiteX4" fmla="*/ 37437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0"/>
                    </a:moveTo>
                    <a:cubicBezTo>
                      <a:pt x="37437" y="29037"/>
                      <a:pt x="29114" y="37360"/>
                      <a:pt x="18846" y="37360"/>
                    </a:cubicBezTo>
                    <a:cubicBezTo>
                      <a:pt x="8579" y="37360"/>
                      <a:pt x="256" y="29037"/>
                      <a:pt x="256" y="18770"/>
                    </a:cubicBezTo>
                    <a:cubicBezTo>
                      <a:pt x="256" y="8503"/>
                      <a:pt x="8579" y="180"/>
                      <a:pt x="18846" y="180"/>
                    </a:cubicBezTo>
                    <a:cubicBezTo>
                      <a:pt x="29114" y="180"/>
                      <a:pt x="37437" y="8503"/>
                      <a:pt x="37437" y="18770"/>
                    </a:cubicBezTo>
                    <a:close/>
                  </a:path>
                </a:pathLst>
              </a:custGeom>
              <a:solidFill>
                <a:srgbClr val="F7E1E1"/>
              </a:solidFill>
              <a:ln w="5753" cap="sq">
                <a:noFill/>
                <a:prstDash val="solid"/>
                <a:miter/>
              </a:ln>
            </p:spPr>
            <p:txBody>
              <a:bodyPr rtlCol="0" anchor="ctr"/>
              <a:lstStyle/>
              <a:p>
                <a:endParaRPr lang="en-US"/>
              </a:p>
            </p:txBody>
          </p:sp>
          <p:sp>
            <p:nvSpPr>
              <p:cNvPr id="1999" name="Freeform: Shape 1998">
                <a:extLst>
                  <a:ext uri="{FF2B5EF4-FFF2-40B4-BE49-F238E27FC236}">
                    <a16:creationId xmlns:a16="http://schemas.microsoft.com/office/drawing/2014/main" id="{161AF5D2-CFCC-8B1F-384B-ED1EA64C37BB}"/>
                  </a:ext>
                </a:extLst>
              </p:cNvPr>
              <p:cNvSpPr/>
              <p:nvPr/>
            </p:nvSpPr>
            <p:spPr>
              <a:xfrm>
                <a:off x="7667768" y="8035351"/>
                <a:ext cx="41981" cy="41981"/>
              </a:xfrm>
              <a:custGeom>
                <a:avLst/>
                <a:gdLst>
                  <a:gd name="connsiteX0" fmla="*/ 21247 w 41981"/>
                  <a:gd name="connsiteY0" fmla="*/ 4980 h 41981"/>
                  <a:gd name="connsiteX1" fmla="*/ 37437 w 41981"/>
                  <a:gd name="connsiteY1" fmla="*/ 21170 h 41981"/>
                  <a:gd name="connsiteX2" fmla="*/ 37437 w 41981"/>
                  <a:gd name="connsiteY2" fmla="*/ 21170 h 41981"/>
                  <a:gd name="connsiteX3" fmla="*/ 21247 w 41981"/>
                  <a:gd name="connsiteY3" fmla="*/ 37360 h 41981"/>
                  <a:gd name="connsiteX4" fmla="*/ 5056 w 41981"/>
                  <a:gd name="connsiteY4" fmla="*/ 21170 h 41981"/>
                  <a:gd name="connsiteX5" fmla="*/ 21247 w 41981"/>
                  <a:gd name="connsiteY5" fmla="*/ 4980 h 41981"/>
                  <a:gd name="connsiteX6" fmla="*/ 21247 w 41981"/>
                  <a:gd name="connsiteY6" fmla="*/ 180 h 41981"/>
                  <a:gd name="connsiteX7" fmla="*/ 256 w 41981"/>
                  <a:gd name="connsiteY7" fmla="*/ 21170 h 41981"/>
                  <a:gd name="connsiteX8" fmla="*/ 21247 w 41981"/>
                  <a:gd name="connsiteY8" fmla="*/ 42161 h 41981"/>
                  <a:gd name="connsiteX9" fmla="*/ 42237 w 41981"/>
                  <a:gd name="connsiteY9" fmla="*/ 21170 h 41981"/>
                  <a:gd name="connsiteX10" fmla="*/ 42237 w 41981"/>
                  <a:gd name="connsiteY10" fmla="*/ 21170 h 41981"/>
                  <a:gd name="connsiteX11" fmla="*/ 21247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0"/>
                    </a:moveTo>
                    <a:cubicBezTo>
                      <a:pt x="30188" y="4980"/>
                      <a:pt x="37437" y="12228"/>
                      <a:pt x="37437" y="21170"/>
                    </a:cubicBezTo>
                    <a:lnTo>
                      <a:pt x="37437" y="21170"/>
                    </a:lnTo>
                    <a:cubicBezTo>
                      <a:pt x="37437" y="30112"/>
                      <a:pt x="30188" y="37360"/>
                      <a:pt x="21247" y="37360"/>
                    </a:cubicBezTo>
                    <a:cubicBezTo>
                      <a:pt x="12305" y="37360"/>
                      <a:pt x="5056" y="30112"/>
                      <a:pt x="5056" y="21170"/>
                    </a:cubicBezTo>
                    <a:cubicBezTo>
                      <a:pt x="5056" y="12228"/>
                      <a:pt x="12305" y="4980"/>
                      <a:pt x="21247" y="4980"/>
                    </a:cubicBezTo>
                    <a:close/>
                    <a:moveTo>
                      <a:pt x="21247" y="180"/>
                    </a:moveTo>
                    <a:cubicBezTo>
                      <a:pt x="9654" y="180"/>
                      <a:pt x="256" y="9578"/>
                      <a:pt x="256" y="21170"/>
                    </a:cubicBezTo>
                    <a:cubicBezTo>
                      <a:pt x="256" y="32763"/>
                      <a:pt x="9654" y="42161"/>
                      <a:pt x="21247" y="42161"/>
                    </a:cubicBezTo>
                    <a:cubicBezTo>
                      <a:pt x="32839" y="42161"/>
                      <a:pt x="42237" y="32763"/>
                      <a:pt x="42237" y="21170"/>
                    </a:cubicBezTo>
                    <a:lnTo>
                      <a:pt x="42237" y="21170"/>
                    </a:lnTo>
                    <a:cubicBezTo>
                      <a:pt x="42237" y="9578"/>
                      <a:pt x="32839" y="180"/>
                      <a:pt x="21247" y="180"/>
                    </a:cubicBezTo>
                    <a:close/>
                  </a:path>
                </a:pathLst>
              </a:custGeom>
              <a:solidFill>
                <a:srgbClr val="000000"/>
              </a:solidFill>
              <a:ln w="4794" cap="sq">
                <a:noFill/>
                <a:prstDash val="solid"/>
                <a:round/>
              </a:ln>
            </p:spPr>
            <p:txBody>
              <a:bodyPr rtlCol="0" anchor="ctr"/>
              <a:lstStyle/>
              <a:p>
                <a:endParaRPr lang="en-US"/>
              </a:p>
            </p:txBody>
          </p:sp>
          <p:sp>
            <p:nvSpPr>
              <p:cNvPr id="2000" name="Freeform: Shape 1999">
                <a:extLst>
                  <a:ext uri="{FF2B5EF4-FFF2-40B4-BE49-F238E27FC236}">
                    <a16:creationId xmlns:a16="http://schemas.microsoft.com/office/drawing/2014/main" id="{3C2CF67B-4685-5431-F1DA-748B5AA097FE}"/>
                  </a:ext>
                </a:extLst>
              </p:cNvPr>
              <p:cNvSpPr/>
              <p:nvPr/>
            </p:nvSpPr>
            <p:spPr>
              <a:xfrm>
                <a:off x="7641978" y="8034929"/>
                <a:ext cx="37180" cy="37180"/>
              </a:xfrm>
              <a:custGeom>
                <a:avLst/>
                <a:gdLst>
                  <a:gd name="connsiteX0" fmla="*/ 37432 w 37180"/>
                  <a:gd name="connsiteY0" fmla="*/ 18770 h 37180"/>
                  <a:gd name="connsiteX1" fmla="*/ 18841 w 37180"/>
                  <a:gd name="connsiteY1" fmla="*/ 37360 h 37180"/>
                  <a:gd name="connsiteX2" fmla="*/ 251 w 37180"/>
                  <a:gd name="connsiteY2" fmla="*/ 18770 h 37180"/>
                  <a:gd name="connsiteX3" fmla="*/ 18841 w 37180"/>
                  <a:gd name="connsiteY3" fmla="*/ 179 h 37180"/>
                  <a:gd name="connsiteX4" fmla="*/ 37432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0"/>
                    </a:moveTo>
                    <a:cubicBezTo>
                      <a:pt x="37432" y="29037"/>
                      <a:pt x="29109" y="37360"/>
                      <a:pt x="18841" y="37360"/>
                    </a:cubicBezTo>
                    <a:cubicBezTo>
                      <a:pt x="8574" y="37360"/>
                      <a:pt x="251" y="29037"/>
                      <a:pt x="251" y="18770"/>
                    </a:cubicBezTo>
                    <a:cubicBezTo>
                      <a:pt x="251" y="8502"/>
                      <a:pt x="8574" y="179"/>
                      <a:pt x="18841" y="179"/>
                    </a:cubicBezTo>
                    <a:cubicBezTo>
                      <a:pt x="29109" y="179"/>
                      <a:pt x="37432" y="8502"/>
                      <a:pt x="37432" y="18770"/>
                    </a:cubicBezTo>
                    <a:close/>
                  </a:path>
                </a:pathLst>
              </a:custGeom>
              <a:solidFill>
                <a:srgbClr val="F7EFEF"/>
              </a:solidFill>
              <a:ln w="5753" cap="sq">
                <a:noFill/>
                <a:prstDash val="solid"/>
                <a:miter/>
              </a:ln>
            </p:spPr>
            <p:txBody>
              <a:bodyPr rtlCol="0" anchor="ctr"/>
              <a:lstStyle/>
              <a:p>
                <a:endParaRPr lang="en-US"/>
              </a:p>
            </p:txBody>
          </p:sp>
          <p:sp>
            <p:nvSpPr>
              <p:cNvPr id="2001" name="Freeform: Shape 2000">
                <a:extLst>
                  <a:ext uri="{FF2B5EF4-FFF2-40B4-BE49-F238E27FC236}">
                    <a16:creationId xmlns:a16="http://schemas.microsoft.com/office/drawing/2014/main" id="{919DA25D-07E5-DFF6-1955-A528F915003C}"/>
                  </a:ext>
                </a:extLst>
              </p:cNvPr>
              <p:cNvSpPr/>
              <p:nvPr/>
            </p:nvSpPr>
            <p:spPr>
              <a:xfrm>
                <a:off x="7639578" y="8032529"/>
                <a:ext cx="41981" cy="41981"/>
              </a:xfrm>
              <a:custGeom>
                <a:avLst/>
                <a:gdLst>
                  <a:gd name="connsiteX0" fmla="*/ 21242 w 41981"/>
                  <a:gd name="connsiteY0" fmla="*/ 4980 h 41981"/>
                  <a:gd name="connsiteX1" fmla="*/ 37432 w 41981"/>
                  <a:gd name="connsiteY1" fmla="*/ 21170 h 41981"/>
                  <a:gd name="connsiteX2" fmla="*/ 37432 w 41981"/>
                  <a:gd name="connsiteY2" fmla="*/ 21170 h 41981"/>
                  <a:gd name="connsiteX3" fmla="*/ 21242 w 41981"/>
                  <a:gd name="connsiteY3" fmla="*/ 37360 h 41981"/>
                  <a:gd name="connsiteX4" fmla="*/ 5051 w 41981"/>
                  <a:gd name="connsiteY4" fmla="*/ 21170 h 41981"/>
                  <a:gd name="connsiteX5" fmla="*/ 21242 w 41981"/>
                  <a:gd name="connsiteY5" fmla="*/ 4980 h 41981"/>
                  <a:gd name="connsiteX6" fmla="*/ 21242 w 41981"/>
                  <a:gd name="connsiteY6" fmla="*/ 179 h 41981"/>
                  <a:gd name="connsiteX7" fmla="*/ 251 w 41981"/>
                  <a:gd name="connsiteY7" fmla="*/ 21170 h 41981"/>
                  <a:gd name="connsiteX8" fmla="*/ 21242 w 41981"/>
                  <a:gd name="connsiteY8" fmla="*/ 42160 h 41981"/>
                  <a:gd name="connsiteX9" fmla="*/ 42232 w 41981"/>
                  <a:gd name="connsiteY9" fmla="*/ 21170 h 41981"/>
                  <a:gd name="connsiteX10" fmla="*/ 42232 w 41981"/>
                  <a:gd name="connsiteY10" fmla="*/ 21170 h 41981"/>
                  <a:gd name="connsiteX11" fmla="*/ 21242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0"/>
                    </a:moveTo>
                    <a:cubicBezTo>
                      <a:pt x="30183" y="4980"/>
                      <a:pt x="37432" y="12228"/>
                      <a:pt x="37432" y="21170"/>
                    </a:cubicBezTo>
                    <a:lnTo>
                      <a:pt x="37432" y="21170"/>
                    </a:lnTo>
                    <a:cubicBezTo>
                      <a:pt x="37432" y="30112"/>
                      <a:pt x="30183" y="37360"/>
                      <a:pt x="21242" y="37360"/>
                    </a:cubicBezTo>
                    <a:cubicBezTo>
                      <a:pt x="12300" y="37360"/>
                      <a:pt x="5051" y="30112"/>
                      <a:pt x="5051" y="21170"/>
                    </a:cubicBezTo>
                    <a:cubicBezTo>
                      <a:pt x="5051" y="12228"/>
                      <a:pt x="12300" y="4980"/>
                      <a:pt x="21242" y="4980"/>
                    </a:cubicBezTo>
                    <a:close/>
                    <a:moveTo>
                      <a:pt x="21242" y="179"/>
                    </a:moveTo>
                    <a:cubicBezTo>
                      <a:pt x="9649" y="179"/>
                      <a:pt x="251" y="9577"/>
                      <a:pt x="251" y="21170"/>
                    </a:cubicBezTo>
                    <a:cubicBezTo>
                      <a:pt x="251" y="32762"/>
                      <a:pt x="9649" y="42160"/>
                      <a:pt x="21242" y="42160"/>
                    </a:cubicBezTo>
                    <a:cubicBezTo>
                      <a:pt x="32834" y="42160"/>
                      <a:pt x="42232" y="32762"/>
                      <a:pt x="42232" y="21170"/>
                    </a:cubicBezTo>
                    <a:lnTo>
                      <a:pt x="42232" y="21170"/>
                    </a:lnTo>
                    <a:cubicBezTo>
                      <a:pt x="42232" y="9577"/>
                      <a:pt x="32834" y="179"/>
                      <a:pt x="21242" y="179"/>
                    </a:cubicBezTo>
                    <a:close/>
                  </a:path>
                </a:pathLst>
              </a:custGeom>
              <a:solidFill>
                <a:srgbClr val="000000"/>
              </a:solidFill>
              <a:ln w="4794" cap="sq">
                <a:noFill/>
                <a:prstDash val="solid"/>
                <a:round/>
              </a:ln>
            </p:spPr>
            <p:txBody>
              <a:bodyPr rtlCol="0" anchor="ctr"/>
              <a:lstStyle/>
              <a:p>
                <a:endParaRPr lang="en-US"/>
              </a:p>
            </p:txBody>
          </p:sp>
          <p:sp>
            <p:nvSpPr>
              <p:cNvPr id="2002" name="Freeform: Shape 2001">
                <a:extLst>
                  <a:ext uri="{FF2B5EF4-FFF2-40B4-BE49-F238E27FC236}">
                    <a16:creationId xmlns:a16="http://schemas.microsoft.com/office/drawing/2014/main" id="{1F87EA6D-F625-2B33-4F3C-7D1A6C7C16F7}"/>
                  </a:ext>
                </a:extLst>
              </p:cNvPr>
              <p:cNvSpPr/>
              <p:nvPr/>
            </p:nvSpPr>
            <p:spPr>
              <a:xfrm>
                <a:off x="7671193" y="8059824"/>
                <a:ext cx="37180" cy="37180"/>
              </a:xfrm>
              <a:custGeom>
                <a:avLst/>
                <a:gdLst>
                  <a:gd name="connsiteX0" fmla="*/ 37437 w 37180"/>
                  <a:gd name="connsiteY0" fmla="*/ 18774 h 37180"/>
                  <a:gd name="connsiteX1" fmla="*/ 18847 w 37180"/>
                  <a:gd name="connsiteY1" fmla="*/ 37364 h 37180"/>
                  <a:gd name="connsiteX2" fmla="*/ 256 w 37180"/>
                  <a:gd name="connsiteY2" fmla="*/ 18774 h 37180"/>
                  <a:gd name="connsiteX3" fmla="*/ 18847 w 37180"/>
                  <a:gd name="connsiteY3" fmla="*/ 184 h 37180"/>
                  <a:gd name="connsiteX4" fmla="*/ 3743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4"/>
                    </a:moveTo>
                    <a:cubicBezTo>
                      <a:pt x="37437" y="29041"/>
                      <a:pt x="29114" y="37364"/>
                      <a:pt x="18847" y="37364"/>
                    </a:cubicBezTo>
                    <a:cubicBezTo>
                      <a:pt x="8579" y="37364"/>
                      <a:pt x="256" y="29041"/>
                      <a:pt x="256" y="18774"/>
                    </a:cubicBezTo>
                    <a:cubicBezTo>
                      <a:pt x="256" y="8507"/>
                      <a:pt x="8579" y="184"/>
                      <a:pt x="18847" y="184"/>
                    </a:cubicBezTo>
                    <a:cubicBezTo>
                      <a:pt x="29114" y="184"/>
                      <a:pt x="37437" y="8507"/>
                      <a:pt x="37437" y="18774"/>
                    </a:cubicBezTo>
                    <a:close/>
                  </a:path>
                </a:pathLst>
              </a:custGeom>
              <a:solidFill>
                <a:srgbClr val="E8F7E8"/>
              </a:solidFill>
              <a:ln w="5753" cap="sq">
                <a:noFill/>
                <a:prstDash val="solid"/>
                <a:miter/>
              </a:ln>
            </p:spPr>
            <p:txBody>
              <a:bodyPr rtlCol="0" anchor="ctr"/>
              <a:lstStyle/>
              <a:p>
                <a:endParaRPr lang="en-US"/>
              </a:p>
            </p:txBody>
          </p:sp>
          <p:sp>
            <p:nvSpPr>
              <p:cNvPr id="2003" name="Freeform: Shape 2002">
                <a:extLst>
                  <a:ext uri="{FF2B5EF4-FFF2-40B4-BE49-F238E27FC236}">
                    <a16:creationId xmlns:a16="http://schemas.microsoft.com/office/drawing/2014/main" id="{D8991466-B7AB-880E-16A7-BBCB36AE19E9}"/>
                  </a:ext>
                </a:extLst>
              </p:cNvPr>
              <p:cNvSpPr/>
              <p:nvPr/>
            </p:nvSpPr>
            <p:spPr>
              <a:xfrm>
                <a:off x="7668793" y="8057424"/>
                <a:ext cx="41981" cy="41981"/>
              </a:xfrm>
              <a:custGeom>
                <a:avLst/>
                <a:gdLst>
                  <a:gd name="connsiteX0" fmla="*/ 21247 w 41981"/>
                  <a:gd name="connsiteY0" fmla="*/ 4984 h 41981"/>
                  <a:gd name="connsiteX1" fmla="*/ 37437 w 41981"/>
                  <a:gd name="connsiteY1" fmla="*/ 21174 h 41981"/>
                  <a:gd name="connsiteX2" fmla="*/ 37437 w 41981"/>
                  <a:gd name="connsiteY2" fmla="*/ 21174 h 41981"/>
                  <a:gd name="connsiteX3" fmla="*/ 21247 w 41981"/>
                  <a:gd name="connsiteY3" fmla="*/ 37364 h 41981"/>
                  <a:gd name="connsiteX4" fmla="*/ 5057 w 41981"/>
                  <a:gd name="connsiteY4" fmla="*/ 21174 h 41981"/>
                  <a:gd name="connsiteX5" fmla="*/ 21247 w 41981"/>
                  <a:gd name="connsiteY5" fmla="*/ 4984 h 41981"/>
                  <a:gd name="connsiteX6" fmla="*/ 21247 w 41981"/>
                  <a:gd name="connsiteY6" fmla="*/ 184 h 41981"/>
                  <a:gd name="connsiteX7" fmla="*/ 256 w 41981"/>
                  <a:gd name="connsiteY7" fmla="*/ 21174 h 41981"/>
                  <a:gd name="connsiteX8" fmla="*/ 21247 w 41981"/>
                  <a:gd name="connsiteY8" fmla="*/ 42165 h 41981"/>
                  <a:gd name="connsiteX9" fmla="*/ 42237 w 41981"/>
                  <a:gd name="connsiteY9" fmla="*/ 21174 h 41981"/>
                  <a:gd name="connsiteX10" fmla="*/ 42237 w 41981"/>
                  <a:gd name="connsiteY10" fmla="*/ 21174 h 41981"/>
                  <a:gd name="connsiteX11" fmla="*/ 21247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4"/>
                    </a:moveTo>
                    <a:cubicBezTo>
                      <a:pt x="30189" y="4984"/>
                      <a:pt x="37437" y="12232"/>
                      <a:pt x="37437" y="21174"/>
                    </a:cubicBezTo>
                    <a:lnTo>
                      <a:pt x="37437" y="21174"/>
                    </a:lnTo>
                    <a:cubicBezTo>
                      <a:pt x="37437" y="30116"/>
                      <a:pt x="30189" y="37364"/>
                      <a:pt x="21247" y="37364"/>
                    </a:cubicBezTo>
                    <a:cubicBezTo>
                      <a:pt x="12305" y="37364"/>
                      <a:pt x="5057" y="30116"/>
                      <a:pt x="5057" y="21174"/>
                    </a:cubicBezTo>
                    <a:cubicBezTo>
                      <a:pt x="5057" y="12232"/>
                      <a:pt x="12305" y="4984"/>
                      <a:pt x="21247" y="4984"/>
                    </a:cubicBezTo>
                    <a:close/>
                    <a:moveTo>
                      <a:pt x="21247" y="184"/>
                    </a:moveTo>
                    <a:cubicBezTo>
                      <a:pt x="9654" y="184"/>
                      <a:pt x="256" y="9582"/>
                      <a:pt x="256" y="21174"/>
                    </a:cubicBezTo>
                    <a:cubicBezTo>
                      <a:pt x="256" y="32767"/>
                      <a:pt x="9654" y="42165"/>
                      <a:pt x="21247" y="42165"/>
                    </a:cubicBezTo>
                    <a:cubicBezTo>
                      <a:pt x="32839" y="42165"/>
                      <a:pt x="42237" y="32767"/>
                      <a:pt x="42237" y="21174"/>
                    </a:cubicBezTo>
                    <a:lnTo>
                      <a:pt x="42237" y="21174"/>
                    </a:lnTo>
                    <a:cubicBezTo>
                      <a:pt x="42237" y="9582"/>
                      <a:pt x="32839" y="184"/>
                      <a:pt x="21247" y="184"/>
                    </a:cubicBezTo>
                    <a:close/>
                  </a:path>
                </a:pathLst>
              </a:custGeom>
              <a:solidFill>
                <a:srgbClr val="000000"/>
              </a:solidFill>
              <a:ln w="4794" cap="sq">
                <a:noFill/>
                <a:prstDash val="solid"/>
                <a:round/>
              </a:ln>
            </p:spPr>
            <p:txBody>
              <a:bodyPr rtlCol="0" anchor="ctr"/>
              <a:lstStyle/>
              <a:p>
                <a:endParaRPr lang="en-US"/>
              </a:p>
            </p:txBody>
          </p:sp>
          <p:sp>
            <p:nvSpPr>
              <p:cNvPr id="2004" name="Freeform: Shape 2003">
                <a:extLst>
                  <a:ext uri="{FF2B5EF4-FFF2-40B4-BE49-F238E27FC236}">
                    <a16:creationId xmlns:a16="http://schemas.microsoft.com/office/drawing/2014/main" id="{958AF13B-8D39-DBA0-53F6-5E07F7062C1E}"/>
                  </a:ext>
                </a:extLst>
              </p:cNvPr>
              <p:cNvSpPr/>
              <p:nvPr/>
            </p:nvSpPr>
            <p:spPr>
              <a:xfrm>
                <a:off x="7609769" y="8064317"/>
                <a:ext cx="37180" cy="37180"/>
              </a:xfrm>
              <a:custGeom>
                <a:avLst/>
                <a:gdLst>
                  <a:gd name="connsiteX0" fmla="*/ 37426 w 37180"/>
                  <a:gd name="connsiteY0" fmla="*/ 18775 h 37180"/>
                  <a:gd name="connsiteX1" fmla="*/ 18836 w 37180"/>
                  <a:gd name="connsiteY1" fmla="*/ 37365 h 37180"/>
                  <a:gd name="connsiteX2" fmla="*/ 245 w 37180"/>
                  <a:gd name="connsiteY2" fmla="*/ 18775 h 37180"/>
                  <a:gd name="connsiteX3" fmla="*/ 18836 w 37180"/>
                  <a:gd name="connsiteY3" fmla="*/ 184 h 37180"/>
                  <a:gd name="connsiteX4" fmla="*/ 37426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5"/>
                    </a:moveTo>
                    <a:cubicBezTo>
                      <a:pt x="37426" y="29042"/>
                      <a:pt x="29103" y="37365"/>
                      <a:pt x="18836" y="37365"/>
                    </a:cubicBezTo>
                    <a:cubicBezTo>
                      <a:pt x="8569" y="37365"/>
                      <a:pt x="245" y="29042"/>
                      <a:pt x="245" y="18775"/>
                    </a:cubicBezTo>
                    <a:cubicBezTo>
                      <a:pt x="245" y="8508"/>
                      <a:pt x="8569" y="184"/>
                      <a:pt x="18836" y="184"/>
                    </a:cubicBezTo>
                    <a:cubicBezTo>
                      <a:pt x="29103" y="184"/>
                      <a:pt x="37426" y="8508"/>
                      <a:pt x="37426" y="18775"/>
                    </a:cubicBezTo>
                    <a:close/>
                  </a:path>
                </a:pathLst>
              </a:custGeom>
              <a:solidFill>
                <a:srgbClr val="EEF7EE"/>
              </a:solidFill>
              <a:ln w="5753" cap="sq">
                <a:noFill/>
                <a:prstDash val="solid"/>
                <a:miter/>
              </a:ln>
            </p:spPr>
            <p:txBody>
              <a:bodyPr rtlCol="0" anchor="ctr"/>
              <a:lstStyle/>
              <a:p>
                <a:endParaRPr lang="en-US"/>
              </a:p>
            </p:txBody>
          </p:sp>
          <p:sp>
            <p:nvSpPr>
              <p:cNvPr id="2005" name="Freeform: Shape 2004">
                <a:extLst>
                  <a:ext uri="{FF2B5EF4-FFF2-40B4-BE49-F238E27FC236}">
                    <a16:creationId xmlns:a16="http://schemas.microsoft.com/office/drawing/2014/main" id="{7E7A1973-0718-43F2-D99F-0B490C6D3908}"/>
                  </a:ext>
                </a:extLst>
              </p:cNvPr>
              <p:cNvSpPr/>
              <p:nvPr/>
            </p:nvSpPr>
            <p:spPr>
              <a:xfrm>
                <a:off x="7607368" y="8061916"/>
                <a:ext cx="41981" cy="41981"/>
              </a:xfrm>
              <a:custGeom>
                <a:avLst/>
                <a:gdLst>
                  <a:gd name="connsiteX0" fmla="*/ 21236 w 41981"/>
                  <a:gd name="connsiteY0" fmla="*/ 4985 h 41981"/>
                  <a:gd name="connsiteX1" fmla="*/ 37426 w 41981"/>
                  <a:gd name="connsiteY1" fmla="*/ 21175 h 41981"/>
                  <a:gd name="connsiteX2" fmla="*/ 37426 w 41981"/>
                  <a:gd name="connsiteY2" fmla="*/ 21175 h 41981"/>
                  <a:gd name="connsiteX3" fmla="*/ 21236 w 41981"/>
                  <a:gd name="connsiteY3" fmla="*/ 37365 h 41981"/>
                  <a:gd name="connsiteX4" fmla="*/ 5046 w 41981"/>
                  <a:gd name="connsiteY4" fmla="*/ 21175 h 41981"/>
                  <a:gd name="connsiteX5" fmla="*/ 21236 w 41981"/>
                  <a:gd name="connsiteY5" fmla="*/ 4985 h 41981"/>
                  <a:gd name="connsiteX6" fmla="*/ 21236 w 41981"/>
                  <a:gd name="connsiteY6" fmla="*/ 184 h 41981"/>
                  <a:gd name="connsiteX7" fmla="*/ 245 w 41981"/>
                  <a:gd name="connsiteY7" fmla="*/ 21175 h 41981"/>
                  <a:gd name="connsiteX8" fmla="*/ 21236 w 41981"/>
                  <a:gd name="connsiteY8" fmla="*/ 42165 h 41981"/>
                  <a:gd name="connsiteX9" fmla="*/ 42227 w 41981"/>
                  <a:gd name="connsiteY9" fmla="*/ 21175 h 41981"/>
                  <a:gd name="connsiteX10" fmla="*/ 42227 w 41981"/>
                  <a:gd name="connsiteY10" fmla="*/ 21175 h 41981"/>
                  <a:gd name="connsiteX11" fmla="*/ 21236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5"/>
                    </a:moveTo>
                    <a:cubicBezTo>
                      <a:pt x="30178" y="4985"/>
                      <a:pt x="37426" y="12233"/>
                      <a:pt x="37426" y="21175"/>
                    </a:cubicBezTo>
                    <a:lnTo>
                      <a:pt x="37426" y="21175"/>
                    </a:lnTo>
                    <a:cubicBezTo>
                      <a:pt x="37426" y="30117"/>
                      <a:pt x="30178" y="37365"/>
                      <a:pt x="21236" y="37365"/>
                    </a:cubicBezTo>
                    <a:cubicBezTo>
                      <a:pt x="12294" y="37365"/>
                      <a:pt x="5046" y="30117"/>
                      <a:pt x="5046" y="21175"/>
                    </a:cubicBezTo>
                    <a:cubicBezTo>
                      <a:pt x="5046" y="12233"/>
                      <a:pt x="12294" y="4985"/>
                      <a:pt x="21236" y="4985"/>
                    </a:cubicBezTo>
                    <a:close/>
                    <a:moveTo>
                      <a:pt x="21236" y="184"/>
                    </a:moveTo>
                    <a:cubicBezTo>
                      <a:pt x="9643" y="184"/>
                      <a:pt x="245" y="9582"/>
                      <a:pt x="245" y="21175"/>
                    </a:cubicBezTo>
                    <a:cubicBezTo>
                      <a:pt x="245" y="32767"/>
                      <a:pt x="9643" y="42165"/>
                      <a:pt x="21236" y="42165"/>
                    </a:cubicBezTo>
                    <a:cubicBezTo>
                      <a:pt x="32829" y="42165"/>
                      <a:pt x="42227" y="32767"/>
                      <a:pt x="42227" y="21175"/>
                    </a:cubicBezTo>
                    <a:lnTo>
                      <a:pt x="42227" y="21175"/>
                    </a:lnTo>
                    <a:cubicBezTo>
                      <a:pt x="42227" y="9582"/>
                      <a:pt x="32829" y="184"/>
                      <a:pt x="21236" y="184"/>
                    </a:cubicBezTo>
                    <a:close/>
                  </a:path>
                </a:pathLst>
              </a:custGeom>
              <a:solidFill>
                <a:srgbClr val="000000"/>
              </a:solidFill>
              <a:ln w="4794" cap="sq">
                <a:noFill/>
                <a:prstDash val="solid"/>
                <a:round/>
              </a:ln>
            </p:spPr>
            <p:txBody>
              <a:bodyPr rtlCol="0" anchor="ctr"/>
              <a:lstStyle/>
              <a:p>
                <a:endParaRPr lang="en-US"/>
              </a:p>
            </p:txBody>
          </p:sp>
          <p:sp>
            <p:nvSpPr>
              <p:cNvPr id="2006" name="Freeform: Shape 2005">
                <a:extLst>
                  <a:ext uri="{FF2B5EF4-FFF2-40B4-BE49-F238E27FC236}">
                    <a16:creationId xmlns:a16="http://schemas.microsoft.com/office/drawing/2014/main" id="{FE8EC28A-3B5D-4A10-9731-354EA39C87DE}"/>
                  </a:ext>
                </a:extLst>
              </p:cNvPr>
              <p:cNvSpPr/>
              <p:nvPr/>
            </p:nvSpPr>
            <p:spPr>
              <a:xfrm>
                <a:off x="7648401" y="8031974"/>
                <a:ext cx="37180" cy="37180"/>
              </a:xfrm>
              <a:custGeom>
                <a:avLst/>
                <a:gdLst>
                  <a:gd name="connsiteX0" fmla="*/ 37433 w 37180"/>
                  <a:gd name="connsiteY0" fmla="*/ 18769 h 37180"/>
                  <a:gd name="connsiteX1" fmla="*/ 18843 w 37180"/>
                  <a:gd name="connsiteY1" fmla="*/ 37359 h 37180"/>
                  <a:gd name="connsiteX2" fmla="*/ 252 w 37180"/>
                  <a:gd name="connsiteY2" fmla="*/ 18769 h 37180"/>
                  <a:gd name="connsiteX3" fmla="*/ 18843 w 37180"/>
                  <a:gd name="connsiteY3" fmla="*/ 179 h 37180"/>
                  <a:gd name="connsiteX4" fmla="*/ 37433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9"/>
                    </a:moveTo>
                    <a:cubicBezTo>
                      <a:pt x="37433" y="29036"/>
                      <a:pt x="29110" y="37359"/>
                      <a:pt x="18843" y="37359"/>
                    </a:cubicBezTo>
                    <a:cubicBezTo>
                      <a:pt x="8575" y="37359"/>
                      <a:pt x="252" y="29036"/>
                      <a:pt x="252" y="18769"/>
                    </a:cubicBezTo>
                    <a:cubicBezTo>
                      <a:pt x="252" y="8502"/>
                      <a:pt x="8575" y="179"/>
                      <a:pt x="18843" y="179"/>
                    </a:cubicBezTo>
                    <a:cubicBezTo>
                      <a:pt x="29110" y="179"/>
                      <a:pt x="37433" y="8502"/>
                      <a:pt x="37433" y="18769"/>
                    </a:cubicBezTo>
                    <a:close/>
                  </a:path>
                </a:pathLst>
              </a:custGeom>
              <a:solidFill>
                <a:srgbClr val="F7E9E9"/>
              </a:solidFill>
              <a:ln w="5753" cap="sq">
                <a:noFill/>
                <a:prstDash val="solid"/>
                <a:miter/>
              </a:ln>
            </p:spPr>
            <p:txBody>
              <a:bodyPr rtlCol="0" anchor="ctr"/>
              <a:lstStyle/>
              <a:p>
                <a:endParaRPr lang="en-US"/>
              </a:p>
            </p:txBody>
          </p:sp>
          <p:sp>
            <p:nvSpPr>
              <p:cNvPr id="2007" name="Freeform: Shape 2006">
                <a:extLst>
                  <a:ext uri="{FF2B5EF4-FFF2-40B4-BE49-F238E27FC236}">
                    <a16:creationId xmlns:a16="http://schemas.microsoft.com/office/drawing/2014/main" id="{03D2DE27-3878-3C84-15EB-F4B9214BC044}"/>
                  </a:ext>
                </a:extLst>
              </p:cNvPr>
              <p:cNvSpPr/>
              <p:nvPr/>
            </p:nvSpPr>
            <p:spPr>
              <a:xfrm>
                <a:off x="7646001" y="8029574"/>
                <a:ext cx="41981" cy="41981"/>
              </a:xfrm>
              <a:custGeom>
                <a:avLst/>
                <a:gdLst>
                  <a:gd name="connsiteX0" fmla="*/ 21243 w 41981"/>
                  <a:gd name="connsiteY0" fmla="*/ 4979 h 41981"/>
                  <a:gd name="connsiteX1" fmla="*/ 37433 w 41981"/>
                  <a:gd name="connsiteY1" fmla="*/ 21169 h 41981"/>
                  <a:gd name="connsiteX2" fmla="*/ 37433 w 41981"/>
                  <a:gd name="connsiteY2" fmla="*/ 21169 h 41981"/>
                  <a:gd name="connsiteX3" fmla="*/ 21243 w 41981"/>
                  <a:gd name="connsiteY3" fmla="*/ 37359 h 41981"/>
                  <a:gd name="connsiteX4" fmla="*/ 5053 w 41981"/>
                  <a:gd name="connsiteY4" fmla="*/ 21169 h 41981"/>
                  <a:gd name="connsiteX5" fmla="*/ 21243 w 41981"/>
                  <a:gd name="connsiteY5" fmla="*/ 4979 h 41981"/>
                  <a:gd name="connsiteX6" fmla="*/ 21243 w 41981"/>
                  <a:gd name="connsiteY6" fmla="*/ 179 h 41981"/>
                  <a:gd name="connsiteX7" fmla="*/ 252 w 41981"/>
                  <a:gd name="connsiteY7" fmla="*/ 21169 h 41981"/>
                  <a:gd name="connsiteX8" fmla="*/ 21243 w 41981"/>
                  <a:gd name="connsiteY8" fmla="*/ 42160 h 41981"/>
                  <a:gd name="connsiteX9" fmla="*/ 42233 w 41981"/>
                  <a:gd name="connsiteY9" fmla="*/ 21169 h 41981"/>
                  <a:gd name="connsiteX10" fmla="*/ 42233 w 41981"/>
                  <a:gd name="connsiteY10" fmla="*/ 21169 h 41981"/>
                  <a:gd name="connsiteX11" fmla="*/ 21243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9"/>
                    </a:moveTo>
                    <a:cubicBezTo>
                      <a:pt x="30185" y="4979"/>
                      <a:pt x="37433" y="12227"/>
                      <a:pt x="37433" y="21169"/>
                    </a:cubicBezTo>
                    <a:lnTo>
                      <a:pt x="37433" y="21169"/>
                    </a:lnTo>
                    <a:cubicBezTo>
                      <a:pt x="37433" y="30111"/>
                      <a:pt x="30185" y="37359"/>
                      <a:pt x="21243" y="37359"/>
                    </a:cubicBezTo>
                    <a:cubicBezTo>
                      <a:pt x="12301" y="37359"/>
                      <a:pt x="5053" y="30111"/>
                      <a:pt x="5053" y="21169"/>
                    </a:cubicBezTo>
                    <a:cubicBezTo>
                      <a:pt x="5053" y="12227"/>
                      <a:pt x="12301" y="4979"/>
                      <a:pt x="21243" y="4979"/>
                    </a:cubicBezTo>
                    <a:close/>
                    <a:moveTo>
                      <a:pt x="21243" y="179"/>
                    </a:moveTo>
                    <a:cubicBezTo>
                      <a:pt x="9650" y="179"/>
                      <a:pt x="252" y="9577"/>
                      <a:pt x="252" y="21169"/>
                    </a:cubicBezTo>
                    <a:cubicBezTo>
                      <a:pt x="252" y="32762"/>
                      <a:pt x="9650" y="42160"/>
                      <a:pt x="21243" y="42160"/>
                    </a:cubicBezTo>
                    <a:cubicBezTo>
                      <a:pt x="32835" y="42160"/>
                      <a:pt x="42233" y="32762"/>
                      <a:pt x="42233" y="21169"/>
                    </a:cubicBezTo>
                    <a:lnTo>
                      <a:pt x="42233" y="21169"/>
                    </a:lnTo>
                    <a:cubicBezTo>
                      <a:pt x="42233" y="9577"/>
                      <a:pt x="32835" y="179"/>
                      <a:pt x="21243" y="179"/>
                    </a:cubicBezTo>
                    <a:close/>
                  </a:path>
                </a:pathLst>
              </a:custGeom>
              <a:solidFill>
                <a:srgbClr val="000000"/>
              </a:solidFill>
              <a:ln w="4794" cap="sq">
                <a:noFill/>
                <a:prstDash val="solid"/>
                <a:round/>
              </a:ln>
            </p:spPr>
            <p:txBody>
              <a:bodyPr rtlCol="0" anchor="ctr"/>
              <a:lstStyle/>
              <a:p>
                <a:endParaRPr lang="en-US"/>
              </a:p>
            </p:txBody>
          </p:sp>
          <p:sp>
            <p:nvSpPr>
              <p:cNvPr id="2008" name="Freeform: Shape 2007">
                <a:extLst>
                  <a:ext uri="{FF2B5EF4-FFF2-40B4-BE49-F238E27FC236}">
                    <a16:creationId xmlns:a16="http://schemas.microsoft.com/office/drawing/2014/main" id="{A3D27B91-DDF2-605B-4CA4-3DF62450AAB2}"/>
                  </a:ext>
                </a:extLst>
              </p:cNvPr>
              <p:cNvSpPr/>
              <p:nvPr/>
            </p:nvSpPr>
            <p:spPr>
              <a:xfrm>
                <a:off x="7652243" y="8042895"/>
                <a:ext cx="37180" cy="37180"/>
              </a:xfrm>
              <a:custGeom>
                <a:avLst/>
                <a:gdLst>
                  <a:gd name="connsiteX0" fmla="*/ 37434 w 37180"/>
                  <a:gd name="connsiteY0" fmla="*/ 18771 h 37180"/>
                  <a:gd name="connsiteX1" fmla="*/ 18843 w 37180"/>
                  <a:gd name="connsiteY1" fmla="*/ 37361 h 37180"/>
                  <a:gd name="connsiteX2" fmla="*/ 253 w 37180"/>
                  <a:gd name="connsiteY2" fmla="*/ 18771 h 37180"/>
                  <a:gd name="connsiteX3" fmla="*/ 18843 w 37180"/>
                  <a:gd name="connsiteY3" fmla="*/ 181 h 37180"/>
                  <a:gd name="connsiteX4" fmla="*/ 37434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1"/>
                    </a:moveTo>
                    <a:cubicBezTo>
                      <a:pt x="37434" y="29038"/>
                      <a:pt x="29110" y="37361"/>
                      <a:pt x="18843" y="37361"/>
                    </a:cubicBezTo>
                    <a:cubicBezTo>
                      <a:pt x="8576" y="37361"/>
                      <a:pt x="253" y="29038"/>
                      <a:pt x="253" y="18771"/>
                    </a:cubicBezTo>
                    <a:cubicBezTo>
                      <a:pt x="253" y="8504"/>
                      <a:pt x="8576" y="181"/>
                      <a:pt x="18843" y="181"/>
                    </a:cubicBezTo>
                    <a:cubicBezTo>
                      <a:pt x="29110" y="181"/>
                      <a:pt x="37434" y="8504"/>
                      <a:pt x="37434" y="18771"/>
                    </a:cubicBezTo>
                    <a:close/>
                  </a:path>
                </a:pathLst>
              </a:custGeom>
              <a:solidFill>
                <a:srgbClr val="E2F7E2"/>
              </a:solidFill>
              <a:ln w="5753" cap="sq">
                <a:noFill/>
                <a:prstDash val="solid"/>
                <a:miter/>
              </a:ln>
            </p:spPr>
            <p:txBody>
              <a:bodyPr rtlCol="0" anchor="ctr"/>
              <a:lstStyle/>
              <a:p>
                <a:endParaRPr lang="en-US"/>
              </a:p>
            </p:txBody>
          </p:sp>
          <p:sp>
            <p:nvSpPr>
              <p:cNvPr id="2009" name="Freeform: Shape 2008">
                <a:extLst>
                  <a:ext uri="{FF2B5EF4-FFF2-40B4-BE49-F238E27FC236}">
                    <a16:creationId xmlns:a16="http://schemas.microsoft.com/office/drawing/2014/main" id="{20D90C1B-EFC6-976B-C1EF-9F052BF5B12A}"/>
                  </a:ext>
                </a:extLst>
              </p:cNvPr>
              <p:cNvSpPr/>
              <p:nvPr/>
            </p:nvSpPr>
            <p:spPr>
              <a:xfrm>
                <a:off x="7649843" y="8040495"/>
                <a:ext cx="41981" cy="41981"/>
              </a:xfrm>
              <a:custGeom>
                <a:avLst/>
                <a:gdLst>
                  <a:gd name="connsiteX0" fmla="*/ 21243 w 41981"/>
                  <a:gd name="connsiteY0" fmla="*/ 4981 h 41981"/>
                  <a:gd name="connsiteX1" fmla="*/ 37434 w 41981"/>
                  <a:gd name="connsiteY1" fmla="*/ 21171 h 41981"/>
                  <a:gd name="connsiteX2" fmla="*/ 37434 w 41981"/>
                  <a:gd name="connsiteY2" fmla="*/ 21171 h 41981"/>
                  <a:gd name="connsiteX3" fmla="*/ 21243 w 41981"/>
                  <a:gd name="connsiteY3" fmla="*/ 37361 h 41981"/>
                  <a:gd name="connsiteX4" fmla="*/ 5053 w 41981"/>
                  <a:gd name="connsiteY4" fmla="*/ 21171 h 41981"/>
                  <a:gd name="connsiteX5" fmla="*/ 21243 w 41981"/>
                  <a:gd name="connsiteY5" fmla="*/ 4981 h 41981"/>
                  <a:gd name="connsiteX6" fmla="*/ 21243 w 41981"/>
                  <a:gd name="connsiteY6" fmla="*/ 181 h 41981"/>
                  <a:gd name="connsiteX7" fmla="*/ 253 w 41981"/>
                  <a:gd name="connsiteY7" fmla="*/ 21171 h 41981"/>
                  <a:gd name="connsiteX8" fmla="*/ 21243 w 41981"/>
                  <a:gd name="connsiteY8" fmla="*/ 42162 h 41981"/>
                  <a:gd name="connsiteX9" fmla="*/ 42234 w 41981"/>
                  <a:gd name="connsiteY9" fmla="*/ 21171 h 41981"/>
                  <a:gd name="connsiteX10" fmla="*/ 42234 w 41981"/>
                  <a:gd name="connsiteY10" fmla="*/ 21171 h 41981"/>
                  <a:gd name="connsiteX11" fmla="*/ 21243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1"/>
                    </a:moveTo>
                    <a:cubicBezTo>
                      <a:pt x="30185" y="4981"/>
                      <a:pt x="37434" y="12229"/>
                      <a:pt x="37434" y="21171"/>
                    </a:cubicBezTo>
                    <a:lnTo>
                      <a:pt x="37434" y="21171"/>
                    </a:lnTo>
                    <a:cubicBezTo>
                      <a:pt x="37434" y="30113"/>
                      <a:pt x="30185" y="37361"/>
                      <a:pt x="21243" y="37361"/>
                    </a:cubicBezTo>
                    <a:cubicBezTo>
                      <a:pt x="12302" y="37361"/>
                      <a:pt x="5053" y="30113"/>
                      <a:pt x="5053" y="21171"/>
                    </a:cubicBezTo>
                    <a:cubicBezTo>
                      <a:pt x="5053" y="12229"/>
                      <a:pt x="12302" y="4981"/>
                      <a:pt x="21243" y="4981"/>
                    </a:cubicBezTo>
                    <a:close/>
                    <a:moveTo>
                      <a:pt x="21243" y="181"/>
                    </a:moveTo>
                    <a:cubicBezTo>
                      <a:pt x="9651" y="181"/>
                      <a:pt x="253" y="9579"/>
                      <a:pt x="253" y="21171"/>
                    </a:cubicBezTo>
                    <a:cubicBezTo>
                      <a:pt x="253" y="32764"/>
                      <a:pt x="9651" y="42162"/>
                      <a:pt x="21243" y="42162"/>
                    </a:cubicBezTo>
                    <a:cubicBezTo>
                      <a:pt x="32836" y="42162"/>
                      <a:pt x="42234" y="32764"/>
                      <a:pt x="42234" y="21171"/>
                    </a:cubicBezTo>
                    <a:lnTo>
                      <a:pt x="42234" y="21171"/>
                    </a:lnTo>
                    <a:cubicBezTo>
                      <a:pt x="42234" y="9579"/>
                      <a:pt x="32836" y="181"/>
                      <a:pt x="21243" y="181"/>
                    </a:cubicBezTo>
                    <a:close/>
                  </a:path>
                </a:pathLst>
              </a:custGeom>
              <a:solidFill>
                <a:srgbClr val="000000"/>
              </a:solidFill>
              <a:ln w="4794" cap="sq">
                <a:noFill/>
                <a:prstDash val="solid"/>
                <a:round/>
              </a:ln>
            </p:spPr>
            <p:txBody>
              <a:bodyPr rtlCol="0" anchor="ctr"/>
              <a:lstStyle/>
              <a:p>
                <a:endParaRPr lang="en-US"/>
              </a:p>
            </p:txBody>
          </p:sp>
          <p:sp>
            <p:nvSpPr>
              <p:cNvPr id="2010" name="Freeform: Shape 2009">
                <a:extLst>
                  <a:ext uri="{FF2B5EF4-FFF2-40B4-BE49-F238E27FC236}">
                    <a16:creationId xmlns:a16="http://schemas.microsoft.com/office/drawing/2014/main" id="{4D073217-7B58-3BAA-C4BB-A15132E5081D}"/>
                  </a:ext>
                </a:extLst>
              </p:cNvPr>
              <p:cNvSpPr/>
              <p:nvPr/>
            </p:nvSpPr>
            <p:spPr>
              <a:xfrm>
                <a:off x="7641443" y="8074276"/>
                <a:ext cx="37180" cy="37180"/>
              </a:xfrm>
              <a:custGeom>
                <a:avLst/>
                <a:gdLst>
                  <a:gd name="connsiteX0" fmla="*/ 37432 w 37180"/>
                  <a:gd name="connsiteY0" fmla="*/ 18776 h 37180"/>
                  <a:gd name="connsiteX1" fmla="*/ 18841 w 37180"/>
                  <a:gd name="connsiteY1" fmla="*/ 37367 h 37180"/>
                  <a:gd name="connsiteX2" fmla="*/ 251 w 37180"/>
                  <a:gd name="connsiteY2" fmla="*/ 18776 h 37180"/>
                  <a:gd name="connsiteX3" fmla="*/ 18841 w 37180"/>
                  <a:gd name="connsiteY3" fmla="*/ 186 h 37180"/>
                  <a:gd name="connsiteX4" fmla="*/ 37432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6"/>
                    </a:moveTo>
                    <a:cubicBezTo>
                      <a:pt x="37432" y="29044"/>
                      <a:pt x="29109" y="37367"/>
                      <a:pt x="18841" y="37367"/>
                    </a:cubicBezTo>
                    <a:cubicBezTo>
                      <a:pt x="8574" y="37367"/>
                      <a:pt x="251" y="29044"/>
                      <a:pt x="251" y="18776"/>
                    </a:cubicBezTo>
                    <a:cubicBezTo>
                      <a:pt x="251" y="8509"/>
                      <a:pt x="8574" y="186"/>
                      <a:pt x="18841" y="186"/>
                    </a:cubicBezTo>
                    <a:cubicBezTo>
                      <a:pt x="29109" y="186"/>
                      <a:pt x="37432" y="8509"/>
                      <a:pt x="37432" y="18776"/>
                    </a:cubicBezTo>
                    <a:close/>
                  </a:path>
                </a:pathLst>
              </a:custGeom>
              <a:solidFill>
                <a:srgbClr val="F7F3F3"/>
              </a:solidFill>
              <a:ln w="5753" cap="sq">
                <a:noFill/>
                <a:prstDash val="solid"/>
                <a:miter/>
              </a:ln>
            </p:spPr>
            <p:txBody>
              <a:bodyPr rtlCol="0" anchor="ctr"/>
              <a:lstStyle/>
              <a:p>
                <a:endParaRPr lang="en-US"/>
              </a:p>
            </p:txBody>
          </p:sp>
          <p:sp>
            <p:nvSpPr>
              <p:cNvPr id="2011" name="Freeform: Shape 2010">
                <a:extLst>
                  <a:ext uri="{FF2B5EF4-FFF2-40B4-BE49-F238E27FC236}">
                    <a16:creationId xmlns:a16="http://schemas.microsoft.com/office/drawing/2014/main" id="{6D4CA588-AAE9-2089-AD97-52819FEFBD5C}"/>
                  </a:ext>
                </a:extLst>
              </p:cNvPr>
              <p:cNvSpPr/>
              <p:nvPr/>
            </p:nvSpPr>
            <p:spPr>
              <a:xfrm>
                <a:off x="7639043" y="8071875"/>
                <a:ext cx="41981" cy="41981"/>
              </a:xfrm>
              <a:custGeom>
                <a:avLst/>
                <a:gdLst>
                  <a:gd name="connsiteX0" fmla="*/ 21242 w 41981"/>
                  <a:gd name="connsiteY0" fmla="*/ 4986 h 41981"/>
                  <a:gd name="connsiteX1" fmla="*/ 37432 w 41981"/>
                  <a:gd name="connsiteY1" fmla="*/ 21177 h 41981"/>
                  <a:gd name="connsiteX2" fmla="*/ 37432 w 41981"/>
                  <a:gd name="connsiteY2" fmla="*/ 21177 h 41981"/>
                  <a:gd name="connsiteX3" fmla="*/ 21242 w 41981"/>
                  <a:gd name="connsiteY3" fmla="*/ 37367 h 41981"/>
                  <a:gd name="connsiteX4" fmla="*/ 5051 w 41981"/>
                  <a:gd name="connsiteY4" fmla="*/ 21177 h 41981"/>
                  <a:gd name="connsiteX5" fmla="*/ 21242 w 41981"/>
                  <a:gd name="connsiteY5" fmla="*/ 4986 h 41981"/>
                  <a:gd name="connsiteX6" fmla="*/ 21242 w 41981"/>
                  <a:gd name="connsiteY6" fmla="*/ 186 h 41981"/>
                  <a:gd name="connsiteX7" fmla="*/ 251 w 41981"/>
                  <a:gd name="connsiteY7" fmla="*/ 21177 h 41981"/>
                  <a:gd name="connsiteX8" fmla="*/ 21242 w 41981"/>
                  <a:gd name="connsiteY8" fmla="*/ 42167 h 41981"/>
                  <a:gd name="connsiteX9" fmla="*/ 42232 w 41981"/>
                  <a:gd name="connsiteY9" fmla="*/ 21177 h 41981"/>
                  <a:gd name="connsiteX10" fmla="*/ 42232 w 41981"/>
                  <a:gd name="connsiteY10" fmla="*/ 21177 h 41981"/>
                  <a:gd name="connsiteX11" fmla="*/ 21242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6"/>
                    </a:moveTo>
                    <a:cubicBezTo>
                      <a:pt x="30183" y="4986"/>
                      <a:pt x="37432" y="12235"/>
                      <a:pt x="37432" y="21177"/>
                    </a:cubicBezTo>
                    <a:lnTo>
                      <a:pt x="37432" y="21177"/>
                    </a:lnTo>
                    <a:cubicBezTo>
                      <a:pt x="37432" y="30118"/>
                      <a:pt x="30183" y="37367"/>
                      <a:pt x="21242" y="37367"/>
                    </a:cubicBezTo>
                    <a:cubicBezTo>
                      <a:pt x="12300" y="37367"/>
                      <a:pt x="5051" y="30118"/>
                      <a:pt x="5051" y="21177"/>
                    </a:cubicBezTo>
                    <a:cubicBezTo>
                      <a:pt x="5051" y="12235"/>
                      <a:pt x="12300" y="4986"/>
                      <a:pt x="21242" y="4986"/>
                    </a:cubicBezTo>
                    <a:close/>
                    <a:moveTo>
                      <a:pt x="21242" y="186"/>
                    </a:moveTo>
                    <a:cubicBezTo>
                      <a:pt x="9649" y="186"/>
                      <a:pt x="251" y="9584"/>
                      <a:pt x="251" y="21177"/>
                    </a:cubicBezTo>
                    <a:cubicBezTo>
                      <a:pt x="251" y="32769"/>
                      <a:pt x="9649" y="42167"/>
                      <a:pt x="21242" y="42167"/>
                    </a:cubicBezTo>
                    <a:cubicBezTo>
                      <a:pt x="32834" y="42167"/>
                      <a:pt x="42232" y="32769"/>
                      <a:pt x="42232" y="21177"/>
                    </a:cubicBezTo>
                    <a:lnTo>
                      <a:pt x="42232" y="21177"/>
                    </a:lnTo>
                    <a:cubicBezTo>
                      <a:pt x="42232" y="9584"/>
                      <a:pt x="32834" y="186"/>
                      <a:pt x="21242" y="186"/>
                    </a:cubicBezTo>
                    <a:close/>
                  </a:path>
                </a:pathLst>
              </a:custGeom>
              <a:solidFill>
                <a:srgbClr val="000000"/>
              </a:solidFill>
              <a:ln w="4794" cap="sq">
                <a:noFill/>
                <a:prstDash val="solid"/>
                <a:round/>
              </a:ln>
            </p:spPr>
            <p:txBody>
              <a:bodyPr rtlCol="0" anchor="ctr"/>
              <a:lstStyle/>
              <a:p>
                <a:endParaRPr lang="en-US"/>
              </a:p>
            </p:txBody>
          </p:sp>
          <p:sp>
            <p:nvSpPr>
              <p:cNvPr id="2012" name="Freeform: Shape 2011">
                <a:extLst>
                  <a:ext uri="{FF2B5EF4-FFF2-40B4-BE49-F238E27FC236}">
                    <a16:creationId xmlns:a16="http://schemas.microsoft.com/office/drawing/2014/main" id="{F797F3E2-E029-9510-27BA-D28B7CD2C602}"/>
                  </a:ext>
                </a:extLst>
              </p:cNvPr>
              <p:cNvSpPr/>
              <p:nvPr/>
            </p:nvSpPr>
            <p:spPr>
              <a:xfrm>
                <a:off x="7623771" y="8039612"/>
                <a:ext cx="37180" cy="37180"/>
              </a:xfrm>
              <a:custGeom>
                <a:avLst/>
                <a:gdLst>
                  <a:gd name="connsiteX0" fmla="*/ 37429 w 37180"/>
                  <a:gd name="connsiteY0" fmla="*/ 18770 h 37180"/>
                  <a:gd name="connsiteX1" fmla="*/ 18838 w 37180"/>
                  <a:gd name="connsiteY1" fmla="*/ 37361 h 37180"/>
                  <a:gd name="connsiteX2" fmla="*/ 248 w 37180"/>
                  <a:gd name="connsiteY2" fmla="*/ 18770 h 37180"/>
                  <a:gd name="connsiteX3" fmla="*/ 18838 w 37180"/>
                  <a:gd name="connsiteY3" fmla="*/ 180 h 37180"/>
                  <a:gd name="connsiteX4" fmla="*/ 3742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0"/>
                    </a:moveTo>
                    <a:cubicBezTo>
                      <a:pt x="37429" y="29038"/>
                      <a:pt x="29105" y="37361"/>
                      <a:pt x="18838" y="37361"/>
                    </a:cubicBezTo>
                    <a:cubicBezTo>
                      <a:pt x="8571" y="37361"/>
                      <a:pt x="248" y="29038"/>
                      <a:pt x="248" y="18770"/>
                    </a:cubicBezTo>
                    <a:cubicBezTo>
                      <a:pt x="248" y="8503"/>
                      <a:pt x="8571" y="180"/>
                      <a:pt x="18838" y="180"/>
                    </a:cubicBezTo>
                    <a:cubicBezTo>
                      <a:pt x="29105" y="180"/>
                      <a:pt x="37429" y="8503"/>
                      <a:pt x="37429" y="18770"/>
                    </a:cubicBezTo>
                    <a:close/>
                  </a:path>
                </a:pathLst>
              </a:custGeom>
              <a:solidFill>
                <a:srgbClr val="F7F6F6"/>
              </a:solidFill>
              <a:ln w="5753" cap="sq">
                <a:noFill/>
                <a:prstDash val="solid"/>
                <a:miter/>
              </a:ln>
            </p:spPr>
            <p:txBody>
              <a:bodyPr rtlCol="0" anchor="ctr"/>
              <a:lstStyle/>
              <a:p>
                <a:endParaRPr lang="en-US"/>
              </a:p>
            </p:txBody>
          </p:sp>
          <p:sp>
            <p:nvSpPr>
              <p:cNvPr id="2013" name="Freeform: Shape 2012">
                <a:extLst>
                  <a:ext uri="{FF2B5EF4-FFF2-40B4-BE49-F238E27FC236}">
                    <a16:creationId xmlns:a16="http://schemas.microsoft.com/office/drawing/2014/main" id="{BEEB0C66-6570-BDA1-EC0D-E9C709384894}"/>
                  </a:ext>
                </a:extLst>
              </p:cNvPr>
              <p:cNvSpPr/>
              <p:nvPr/>
            </p:nvSpPr>
            <p:spPr>
              <a:xfrm>
                <a:off x="7621371" y="8037212"/>
                <a:ext cx="41981" cy="41981"/>
              </a:xfrm>
              <a:custGeom>
                <a:avLst/>
                <a:gdLst>
                  <a:gd name="connsiteX0" fmla="*/ 21238 w 41981"/>
                  <a:gd name="connsiteY0" fmla="*/ 4980 h 41981"/>
                  <a:gd name="connsiteX1" fmla="*/ 37429 w 41981"/>
                  <a:gd name="connsiteY1" fmla="*/ 21171 h 41981"/>
                  <a:gd name="connsiteX2" fmla="*/ 37429 w 41981"/>
                  <a:gd name="connsiteY2" fmla="*/ 21171 h 41981"/>
                  <a:gd name="connsiteX3" fmla="*/ 21238 w 41981"/>
                  <a:gd name="connsiteY3" fmla="*/ 37361 h 41981"/>
                  <a:gd name="connsiteX4" fmla="*/ 5048 w 41981"/>
                  <a:gd name="connsiteY4" fmla="*/ 21171 h 41981"/>
                  <a:gd name="connsiteX5" fmla="*/ 21238 w 41981"/>
                  <a:gd name="connsiteY5" fmla="*/ 4980 h 41981"/>
                  <a:gd name="connsiteX6" fmla="*/ 21238 w 41981"/>
                  <a:gd name="connsiteY6" fmla="*/ 180 h 41981"/>
                  <a:gd name="connsiteX7" fmla="*/ 248 w 41981"/>
                  <a:gd name="connsiteY7" fmla="*/ 21171 h 41981"/>
                  <a:gd name="connsiteX8" fmla="*/ 21238 w 41981"/>
                  <a:gd name="connsiteY8" fmla="*/ 42161 h 41981"/>
                  <a:gd name="connsiteX9" fmla="*/ 42229 w 41981"/>
                  <a:gd name="connsiteY9" fmla="*/ 21171 h 41981"/>
                  <a:gd name="connsiteX10" fmla="*/ 42229 w 41981"/>
                  <a:gd name="connsiteY10" fmla="*/ 21171 h 41981"/>
                  <a:gd name="connsiteX11" fmla="*/ 2123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80"/>
                    </a:moveTo>
                    <a:cubicBezTo>
                      <a:pt x="30180" y="4980"/>
                      <a:pt x="37429" y="12229"/>
                      <a:pt x="37429" y="21171"/>
                    </a:cubicBezTo>
                    <a:lnTo>
                      <a:pt x="37429" y="21171"/>
                    </a:lnTo>
                    <a:cubicBezTo>
                      <a:pt x="37429" y="30112"/>
                      <a:pt x="30180" y="37361"/>
                      <a:pt x="21238" y="37361"/>
                    </a:cubicBezTo>
                    <a:cubicBezTo>
                      <a:pt x="12297" y="37361"/>
                      <a:pt x="5048" y="30112"/>
                      <a:pt x="5048" y="21171"/>
                    </a:cubicBezTo>
                    <a:cubicBezTo>
                      <a:pt x="5048" y="12229"/>
                      <a:pt x="12297" y="4980"/>
                      <a:pt x="21238" y="4980"/>
                    </a:cubicBezTo>
                    <a:close/>
                    <a:moveTo>
                      <a:pt x="21238" y="180"/>
                    </a:moveTo>
                    <a:cubicBezTo>
                      <a:pt x="9646" y="180"/>
                      <a:pt x="248" y="9578"/>
                      <a:pt x="248" y="21171"/>
                    </a:cubicBezTo>
                    <a:cubicBezTo>
                      <a:pt x="248" y="32763"/>
                      <a:pt x="9646" y="42161"/>
                      <a:pt x="21238" y="42161"/>
                    </a:cubicBezTo>
                    <a:cubicBezTo>
                      <a:pt x="32831" y="42161"/>
                      <a:pt x="42229" y="32763"/>
                      <a:pt x="42229" y="21171"/>
                    </a:cubicBezTo>
                    <a:lnTo>
                      <a:pt x="42229" y="21171"/>
                    </a:lnTo>
                    <a:cubicBezTo>
                      <a:pt x="42229" y="9578"/>
                      <a:pt x="32831" y="180"/>
                      <a:pt x="21238" y="180"/>
                    </a:cubicBezTo>
                    <a:close/>
                  </a:path>
                </a:pathLst>
              </a:custGeom>
              <a:solidFill>
                <a:srgbClr val="000000"/>
              </a:solidFill>
              <a:ln w="4794" cap="sq">
                <a:noFill/>
                <a:prstDash val="solid"/>
                <a:round/>
              </a:ln>
            </p:spPr>
            <p:txBody>
              <a:bodyPr rtlCol="0" anchor="ctr"/>
              <a:lstStyle/>
              <a:p>
                <a:endParaRPr lang="en-US"/>
              </a:p>
            </p:txBody>
          </p:sp>
          <p:sp>
            <p:nvSpPr>
              <p:cNvPr id="2014" name="Freeform: Shape 2013">
                <a:extLst>
                  <a:ext uri="{FF2B5EF4-FFF2-40B4-BE49-F238E27FC236}">
                    <a16:creationId xmlns:a16="http://schemas.microsoft.com/office/drawing/2014/main" id="{3FF28AFA-3A3E-F124-C996-16DD20256CF9}"/>
                  </a:ext>
                </a:extLst>
              </p:cNvPr>
              <p:cNvSpPr/>
              <p:nvPr/>
            </p:nvSpPr>
            <p:spPr>
              <a:xfrm>
                <a:off x="7673273" y="8052612"/>
                <a:ext cx="37180" cy="37180"/>
              </a:xfrm>
              <a:custGeom>
                <a:avLst/>
                <a:gdLst>
                  <a:gd name="connsiteX0" fmla="*/ 37437 w 37180"/>
                  <a:gd name="connsiteY0" fmla="*/ 18773 h 37180"/>
                  <a:gd name="connsiteX1" fmla="*/ 18847 w 37180"/>
                  <a:gd name="connsiteY1" fmla="*/ 37363 h 37180"/>
                  <a:gd name="connsiteX2" fmla="*/ 256 w 37180"/>
                  <a:gd name="connsiteY2" fmla="*/ 18773 h 37180"/>
                  <a:gd name="connsiteX3" fmla="*/ 18847 w 37180"/>
                  <a:gd name="connsiteY3" fmla="*/ 182 h 37180"/>
                  <a:gd name="connsiteX4" fmla="*/ 37437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3"/>
                    </a:moveTo>
                    <a:cubicBezTo>
                      <a:pt x="37437" y="29040"/>
                      <a:pt x="29114" y="37363"/>
                      <a:pt x="18847" y="37363"/>
                    </a:cubicBezTo>
                    <a:cubicBezTo>
                      <a:pt x="8580" y="37363"/>
                      <a:pt x="256" y="29040"/>
                      <a:pt x="256" y="18773"/>
                    </a:cubicBezTo>
                    <a:cubicBezTo>
                      <a:pt x="256" y="8505"/>
                      <a:pt x="8580" y="182"/>
                      <a:pt x="18847" y="182"/>
                    </a:cubicBezTo>
                    <a:cubicBezTo>
                      <a:pt x="29114" y="182"/>
                      <a:pt x="37437" y="8505"/>
                      <a:pt x="37437" y="18773"/>
                    </a:cubicBezTo>
                    <a:close/>
                  </a:path>
                </a:pathLst>
              </a:custGeom>
              <a:solidFill>
                <a:srgbClr val="CBF7CB"/>
              </a:solidFill>
              <a:ln w="5753" cap="sq">
                <a:noFill/>
                <a:prstDash val="solid"/>
                <a:miter/>
              </a:ln>
            </p:spPr>
            <p:txBody>
              <a:bodyPr rtlCol="0" anchor="ctr"/>
              <a:lstStyle/>
              <a:p>
                <a:endParaRPr lang="en-US"/>
              </a:p>
            </p:txBody>
          </p:sp>
          <p:sp>
            <p:nvSpPr>
              <p:cNvPr id="2015" name="Freeform: Shape 2014">
                <a:extLst>
                  <a:ext uri="{FF2B5EF4-FFF2-40B4-BE49-F238E27FC236}">
                    <a16:creationId xmlns:a16="http://schemas.microsoft.com/office/drawing/2014/main" id="{EC83E3CC-C20E-FC03-245A-25DD6171A5E3}"/>
                  </a:ext>
                </a:extLst>
              </p:cNvPr>
              <p:cNvSpPr/>
              <p:nvPr/>
            </p:nvSpPr>
            <p:spPr>
              <a:xfrm>
                <a:off x="7670872" y="8050212"/>
                <a:ext cx="41981" cy="41981"/>
              </a:xfrm>
              <a:custGeom>
                <a:avLst/>
                <a:gdLst>
                  <a:gd name="connsiteX0" fmla="*/ 21247 w 41981"/>
                  <a:gd name="connsiteY0" fmla="*/ 4983 h 41981"/>
                  <a:gd name="connsiteX1" fmla="*/ 37437 w 41981"/>
                  <a:gd name="connsiteY1" fmla="*/ 21173 h 41981"/>
                  <a:gd name="connsiteX2" fmla="*/ 37437 w 41981"/>
                  <a:gd name="connsiteY2" fmla="*/ 21173 h 41981"/>
                  <a:gd name="connsiteX3" fmla="*/ 21247 w 41981"/>
                  <a:gd name="connsiteY3" fmla="*/ 37363 h 41981"/>
                  <a:gd name="connsiteX4" fmla="*/ 5057 w 41981"/>
                  <a:gd name="connsiteY4" fmla="*/ 21173 h 41981"/>
                  <a:gd name="connsiteX5" fmla="*/ 21247 w 41981"/>
                  <a:gd name="connsiteY5" fmla="*/ 4983 h 41981"/>
                  <a:gd name="connsiteX6" fmla="*/ 21247 w 41981"/>
                  <a:gd name="connsiteY6" fmla="*/ 182 h 41981"/>
                  <a:gd name="connsiteX7" fmla="*/ 256 w 41981"/>
                  <a:gd name="connsiteY7" fmla="*/ 21173 h 41981"/>
                  <a:gd name="connsiteX8" fmla="*/ 21247 w 41981"/>
                  <a:gd name="connsiteY8" fmla="*/ 42163 h 41981"/>
                  <a:gd name="connsiteX9" fmla="*/ 42238 w 41981"/>
                  <a:gd name="connsiteY9" fmla="*/ 21173 h 41981"/>
                  <a:gd name="connsiteX10" fmla="*/ 42238 w 41981"/>
                  <a:gd name="connsiteY10" fmla="*/ 21173 h 41981"/>
                  <a:gd name="connsiteX11" fmla="*/ 21247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3"/>
                    </a:moveTo>
                    <a:cubicBezTo>
                      <a:pt x="30189" y="4983"/>
                      <a:pt x="37437" y="12231"/>
                      <a:pt x="37437" y="21173"/>
                    </a:cubicBezTo>
                    <a:lnTo>
                      <a:pt x="37437" y="21173"/>
                    </a:lnTo>
                    <a:cubicBezTo>
                      <a:pt x="37437" y="30115"/>
                      <a:pt x="30189" y="37363"/>
                      <a:pt x="21247" y="37363"/>
                    </a:cubicBezTo>
                    <a:cubicBezTo>
                      <a:pt x="12305" y="37363"/>
                      <a:pt x="5057" y="30115"/>
                      <a:pt x="5057" y="21173"/>
                    </a:cubicBezTo>
                    <a:cubicBezTo>
                      <a:pt x="5057" y="12231"/>
                      <a:pt x="12305" y="4983"/>
                      <a:pt x="21247" y="4983"/>
                    </a:cubicBezTo>
                    <a:close/>
                    <a:moveTo>
                      <a:pt x="21247" y="182"/>
                    </a:moveTo>
                    <a:cubicBezTo>
                      <a:pt x="9655" y="182"/>
                      <a:pt x="256" y="9580"/>
                      <a:pt x="256" y="21173"/>
                    </a:cubicBezTo>
                    <a:cubicBezTo>
                      <a:pt x="256" y="32765"/>
                      <a:pt x="9655" y="42163"/>
                      <a:pt x="21247" y="42163"/>
                    </a:cubicBezTo>
                    <a:cubicBezTo>
                      <a:pt x="32840" y="42163"/>
                      <a:pt x="42238" y="32765"/>
                      <a:pt x="42238" y="21173"/>
                    </a:cubicBezTo>
                    <a:lnTo>
                      <a:pt x="42238" y="21173"/>
                    </a:lnTo>
                    <a:cubicBezTo>
                      <a:pt x="42238" y="9580"/>
                      <a:pt x="32840" y="182"/>
                      <a:pt x="21247" y="182"/>
                    </a:cubicBezTo>
                    <a:close/>
                  </a:path>
                </a:pathLst>
              </a:custGeom>
              <a:solidFill>
                <a:srgbClr val="000000"/>
              </a:solidFill>
              <a:ln w="4794" cap="sq">
                <a:noFill/>
                <a:prstDash val="solid"/>
                <a:round/>
              </a:ln>
            </p:spPr>
            <p:txBody>
              <a:bodyPr rtlCol="0" anchor="ctr"/>
              <a:lstStyle/>
              <a:p>
                <a:endParaRPr lang="en-US"/>
              </a:p>
            </p:txBody>
          </p:sp>
          <p:sp>
            <p:nvSpPr>
              <p:cNvPr id="2016" name="Freeform: Shape 2015">
                <a:extLst>
                  <a:ext uri="{FF2B5EF4-FFF2-40B4-BE49-F238E27FC236}">
                    <a16:creationId xmlns:a16="http://schemas.microsoft.com/office/drawing/2014/main" id="{96F94172-3F51-415D-DF1A-0F00A8760150}"/>
                  </a:ext>
                </a:extLst>
              </p:cNvPr>
              <p:cNvSpPr/>
              <p:nvPr/>
            </p:nvSpPr>
            <p:spPr>
              <a:xfrm>
                <a:off x="7789481" y="8061546"/>
                <a:ext cx="37180" cy="37180"/>
              </a:xfrm>
              <a:custGeom>
                <a:avLst/>
                <a:gdLst>
                  <a:gd name="connsiteX0" fmla="*/ 37457 w 37180"/>
                  <a:gd name="connsiteY0" fmla="*/ 18774 h 37180"/>
                  <a:gd name="connsiteX1" fmla="*/ 18867 w 37180"/>
                  <a:gd name="connsiteY1" fmla="*/ 37365 h 37180"/>
                  <a:gd name="connsiteX2" fmla="*/ 277 w 37180"/>
                  <a:gd name="connsiteY2" fmla="*/ 18774 h 37180"/>
                  <a:gd name="connsiteX3" fmla="*/ 18867 w 37180"/>
                  <a:gd name="connsiteY3" fmla="*/ 184 h 37180"/>
                  <a:gd name="connsiteX4" fmla="*/ 3745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74"/>
                    </a:moveTo>
                    <a:cubicBezTo>
                      <a:pt x="37457" y="29041"/>
                      <a:pt x="29134" y="37365"/>
                      <a:pt x="18867" y="37365"/>
                    </a:cubicBezTo>
                    <a:cubicBezTo>
                      <a:pt x="8600" y="37365"/>
                      <a:pt x="277" y="29041"/>
                      <a:pt x="277" y="18774"/>
                    </a:cubicBezTo>
                    <a:cubicBezTo>
                      <a:pt x="277" y="8507"/>
                      <a:pt x="8600" y="184"/>
                      <a:pt x="18867" y="184"/>
                    </a:cubicBezTo>
                    <a:cubicBezTo>
                      <a:pt x="29134" y="184"/>
                      <a:pt x="37457" y="8507"/>
                      <a:pt x="37457" y="18774"/>
                    </a:cubicBezTo>
                    <a:close/>
                  </a:path>
                </a:pathLst>
              </a:custGeom>
              <a:solidFill>
                <a:srgbClr val="F7CFCF"/>
              </a:solidFill>
              <a:ln w="5753" cap="sq">
                <a:noFill/>
                <a:prstDash val="solid"/>
                <a:miter/>
              </a:ln>
            </p:spPr>
            <p:txBody>
              <a:bodyPr rtlCol="0" anchor="ctr"/>
              <a:lstStyle/>
              <a:p>
                <a:endParaRPr lang="en-US"/>
              </a:p>
            </p:txBody>
          </p:sp>
          <p:sp>
            <p:nvSpPr>
              <p:cNvPr id="2017" name="Freeform: Shape 2016">
                <a:extLst>
                  <a:ext uri="{FF2B5EF4-FFF2-40B4-BE49-F238E27FC236}">
                    <a16:creationId xmlns:a16="http://schemas.microsoft.com/office/drawing/2014/main" id="{8BF3EA74-0947-6C5F-FAA1-F3D080C50419}"/>
                  </a:ext>
                </a:extLst>
              </p:cNvPr>
              <p:cNvSpPr/>
              <p:nvPr/>
            </p:nvSpPr>
            <p:spPr>
              <a:xfrm>
                <a:off x="7787080" y="8059146"/>
                <a:ext cx="41981" cy="41981"/>
              </a:xfrm>
              <a:custGeom>
                <a:avLst/>
                <a:gdLst>
                  <a:gd name="connsiteX0" fmla="*/ 21267 w 41981"/>
                  <a:gd name="connsiteY0" fmla="*/ 4984 h 41981"/>
                  <a:gd name="connsiteX1" fmla="*/ 37457 w 41981"/>
                  <a:gd name="connsiteY1" fmla="*/ 21174 h 41981"/>
                  <a:gd name="connsiteX2" fmla="*/ 37457 w 41981"/>
                  <a:gd name="connsiteY2" fmla="*/ 21174 h 41981"/>
                  <a:gd name="connsiteX3" fmla="*/ 21267 w 41981"/>
                  <a:gd name="connsiteY3" fmla="*/ 37365 h 41981"/>
                  <a:gd name="connsiteX4" fmla="*/ 5077 w 41981"/>
                  <a:gd name="connsiteY4" fmla="*/ 21174 h 41981"/>
                  <a:gd name="connsiteX5" fmla="*/ 21267 w 41981"/>
                  <a:gd name="connsiteY5" fmla="*/ 4984 h 41981"/>
                  <a:gd name="connsiteX6" fmla="*/ 21267 w 41981"/>
                  <a:gd name="connsiteY6" fmla="*/ 184 h 41981"/>
                  <a:gd name="connsiteX7" fmla="*/ 277 w 41981"/>
                  <a:gd name="connsiteY7" fmla="*/ 21174 h 41981"/>
                  <a:gd name="connsiteX8" fmla="*/ 21267 w 41981"/>
                  <a:gd name="connsiteY8" fmla="*/ 42165 h 41981"/>
                  <a:gd name="connsiteX9" fmla="*/ 42258 w 41981"/>
                  <a:gd name="connsiteY9" fmla="*/ 21174 h 41981"/>
                  <a:gd name="connsiteX10" fmla="*/ 42258 w 41981"/>
                  <a:gd name="connsiteY10" fmla="*/ 21174 h 41981"/>
                  <a:gd name="connsiteX11" fmla="*/ 21267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84"/>
                    </a:moveTo>
                    <a:cubicBezTo>
                      <a:pt x="30209" y="4984"/>
                      <a:pt x="37457" y="12233"/>
                      <a:pt x="37457" y="21174"/>
                    </a:cubicBezTo>
                    <a:lnTo>
                      <a:pt x="37457" y="21174"/>
                    </a:lnTo>
                    <a:cubicBezTo>
                      <a:pt x="37457" y="30116"/>
                      <a:pt x="30209" y="37365"/>
                      <a:pt x="21267" y="37365"/>
                    </a:cubicBezTo>
                    <a:cubicBezTo>
                      <a:pt x="12325" y="37365"/>
                      <a:pt x="5077" y="30116"/>
                      <a:pt x="5077" y="21174"/>
                    </a:cubicBezTo>
                    <a:cubicBezTo>
                      <a:pt x="5077" y="12233"/>
                      <a:pt x="12325" y="4984"/>
                      <a:pt x="21267" y="4984"/>
                    </a:cubicBezTo>
                    <a:close/>
                    <a:moveTo>
                      <a:pt x="21267" y="184"/>
                    </a:moveTo>
                    <a:cubicBezTo>
                      <a:pt x="9675" y="184"/>
                      <a:pt x="277" y="9582"/>
                      <a:pt x="277" y="21174"/>
                    </a:cubicBezTo>
                    <a:cubicBezTo>
                      <a:pt x="277" y="32767"/>
                      <a:pt x="9675" y="42165"/>
                      <a:pt x="21267" y="42165"/>
                    </a:cubicBezTo>
                    <a:cubicBezTo>
                      <a:pt x="32860" y="42165"/>
                      <a:pt x="42258" y="32767"/>
                      <a:pt x="42258" y="21174"/>
                    </a:cubicBezTo>
                    <a:lnTo>
                      <a:pt x="42258" y="21174"/>
                    </a:lnTo>
                    <a:cubicBezTo>
                      <a:pt x="42258" y="9582"/>
                      <a:pt x="32860" y="184"/>
                      <a:pt x="21267" y="184"/>
                    </a:cubicBezTo>
                    <a:close/>
                  </a:path>
                </a:pathLst>
              </a:custGeom>
              <a:solidFill>
                <a:srgbClr val="000000"/>
              </a:solidFill>
              <a:ln w="4794" cap="sq">
                <a:noFill/>
                <a:prstDash val="solid"/>
                <a:round/>
              </a:ln>
            </p:spPr>
            <p:txBody>
              <a:bodyPr rtlCol="0" anchor="ctr"/>
              <a:lstStyle/>
              <a:p>
                <a:endParaRPr lang="en-US"/>
              </a:p>
            </p:txBody>
          </p:sp>
          <p:sp>
            <p:nvSpPr>
              <p:cNvPr id="2018" name="Freeform: Shape 2017">
                <a:extLst>
                  <a:ext uri="{FF2B5EF4-FFF2-40B4-BE49-F238E27FC236}">
                    <a16:creationId xmlns:a16="http://schemas.microsoft.com/office/drawing/2014/main" id="{DD1CECAB-EB50-BC65-96AC-E17E09AE05FC}"/>
                  </a:ext>
                </a:extLst>
              </p:cNvPr>
              <p:cNvSpPr/>
              <p:nvPr/>
            </p:nvSpPr>
            <p:spPr>
              <a:xfrm>
                <a:off x="7640521" y="8041167"/>
                <a:ext cx="37180" cy="37180"/>
              </a:xfrm>
              <a:custGeom>
                <a:avLst/>
                <a:gdLst>
                  <a:gd name="connsiteX0" fmla="*/ 37432 w 37180"/>
                  <a:gd name="connsiteY0" fmla="*/ 18771 h 37180"/>
                  <a:gd name="connsiteX1" fmla="*/ 18841 w 37180"/>
                  <a:gd name="connsiteY1" fmla="*/ 37361 h 37180"/>
                  <a:gd name="connsiteX2" fmla="*/ 251 w 37180"/>
                  <a:gd name="connsiteY2" fmla="*/ 18771 h 37180"/>
                  <a:gd name="connsiteX3" fmla="*/ 18841 w 37180"/>
                  <a:gd name="connsiteY3" fmla="*/ 180 h 37180"/>
                  <a:gd name="connsiteX4" fmla="*/ 37432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1"/>
                    </a:moveTo>
                    <a:cubicBezTo>
                      <a:pt x="37432" y="29038"/>
                      <a:pt x="29108" y="37361"/>
                      <a:pt x="18841" y="37361"/>
                    </a:cubicBezTo>
                    <a:cubicBezTo>
                      <a:pt x="8574" y="37361"/>
                      <a:pt x="251" y="29038"/>
                      <a:pt x="251" y="18771"/>
                    </a:cubicBezTo>
                    <a:cubicBezTo>
                      <a:pt x="251" y="8503"/>
                      <a:pt x="8574" y="180"/>
                      <a:pt x="18841" y="180"/>
                    </a:cubicBezTo>
                    <a:cubicBezTo>
                      <a:pt x="29108" y="180"/>
                      <a:pt x="37432" y="8503"/>
                      <a:pt x="37432" y="18771"/>
                    </a:cubicBezTo>
                    <a:close/>
                  </a:path>
                </a:pathLst>
              </a:custGeom>
              <a:solidFill>
                <a:srgbClr val="F7E0E0"/>
              </a:solidFill>
              <a:ln w="5753" cap="sq">
                <a:noFill/>
                <a:prstDash val="solid"/>
                <a:miter/>
              </a:ln>
            </p:spPr>
            <p:txBody>
              <a:bodyPr rtlCol="0" anchor="ctr"/>
              <a:lstStyle/>
              <a:p>
                <a:endParaRPr lang="en-US"/>
              </a:p>
            </p:txBody>
          </p:sp>
          <p:sp>
            <p:nvSpPr>
              <p:cNvPr id="2019" name="Freeform: Shape 2018">
                <a:extLst>
                  <a:ext uri="{FF2B5EF4-FFF2-40B4-BE49-F238E27FC236}">
                    <a16:creationId xmlns:a16="http://schemas.microsoft.com/office/drawing/2014/main" id="{A4041082-3B80-11DF-B95C-8DB5B0A5AF18}"/>
                  </a:ext>
                </a:extLst>
              </p:cNvPr>
              <p:cNvSpPr/>
              <p:nvPr/>
            </p:nvSpPr>
            <p:spPr>
              <a:xfrm>
                <a:off x="7638121" y="8038767"/>
                <a:ext cx="41981" cy="41981"/>
              </a:xfrm>
              <a:custGeom>
                <a:avLst/>
                <a:gdLst>
                  <a:gd name="connsiteX0" fmla="*/ 21241 w 41981"/>
                  <a:gd name="connsiteY0" fmla="*/ 4981 h 41981"/>
                  <a:gd name="connsiteX1" fmla="*/ 37432 w 41981"/>
                  <a:gd name="connsiteY1" fmla="*/ 21171 h 41981"/>
                  <a:gd name="connsiteX2" fmla="*/ 37432 w 41981"/>
                  <a:gd name="connsiteY2" fmla="*/ 21171 h 41981"/>
                  <a:gd name="connsiteX3" fmla="*/ 21241 w 41981"/>
                  <a:gd name="connsiteY3" fmla="*/ 37361 h 41981"/>
                  <a:gd name="connsiteX4" fmla="*/ 5051 w 41981"/>
                  <a:gd name="connsiteY4" fmla="*/ 21171 h 41981"/>
                  <a:gd name="connsiteX5" fmla="*/ 21241 w 41981"/>
                  <a:gd name="connsiteY5" fmla="*/ 4981 h 41981"/>
                  <a:gd name="connsiteX6" fmla="*/ 21241 w 41981"/>
                  <a:gd name="connsiteY6" fmla="*/ 180 h 41981"/>
                  <a:gd name="connsiteX7" fmla="*/ 251 w 41981"/>
                  <a:gd name="connsiteY7" fmla="*/ 21171 h 41981"/>
                  <a:gd name="connsiteX8" fmla="*/ 21241 w 41981"/>
                  <a:gd name="connsiteY8" fmla="*/ 42161 h 41981"/>
                  <a:gd name="connsiteX9" fmla="*/ 42232 w 41981"/>
                  <a:gd name="connsiteY9" fmla="*/ 21171 h 41981"/>
                  <a:gd name="connsiteX10" fmla="*/ 42232 w 41981"/>
                  <a:gd name="connsiteY10" fmla="*/ 21171 h 41981"/>
                  <a:gd name="connsiteX11" fmla="*/ 21241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1"/>
                    </a:moveTo>
                    <a:cubicBezTo>
                      <a:pt x="30183" y="4981"/>
                      <a:pt x="37432" y="12229"/>
                      <a:pt x="37432" y="21171"/>
                    </a:cubicBezTo>
                    <a:lnTo>
                      <a:pt x="37432" y="21171"/>
                    </a:lnTo>
                    <a:cubicBezTo>
                      <a:pt x="37432" y="30113"/>
                      <a:pt x="30183" y="37361"/>
                      <a:pt x="21241" y="37361"/>
                    </a:cubicBezTo>
                    <a:cubicBezTo>
                      <a:pt x="12300" y="37361"/>
                      <a:pt x="5051" y="30113"/>
                      <a:pt x="5051" y="21171"/>
                    </a:cubicBezTo>
                    <a:cubicBezTo>
                      <a:pt x="5051" y="12229"/>
                      <a:pt x="12300" y="4981"/>
                      <a:pt x="21241" y="4981"/>
                    </a:cubicBezTo>
                    <a:close/>
                    <a:moveTo>
                      <a:pt x="21241" y="180"/>
                    </a:moveTo>
                    <a:cubicBezTo>
                      <a:pt x="9649" y="180"/>
                      <a:pt x="251" y="9578"/>
                      <a:pt x="251" y="21171"/>
                    </a:cubicBezTo>
                    <a:cubicBezTo>
                      <a:pt x="251" y="32763"/>
                      <a:pt x="9649" y="42161"/>
                      <a:pt x="21241" y="42161"/>
                    </a:cubicBezTo>
                    <a:cubicBezTo>
                      <a:pt x="32834" y="42161"/>
                      <a:pt x="42232" y="32763"/>
                      <a:pt x="42232" y="21171"/>
                    </a:cubicBezTo>
                    <a:lnTo>
                      <a:pt x="42232" y="21171"/>
                    </a:lnTo>
                    <a:cubicBezTo>
                      <a:pt x="42232" y="9578"/>
                      <a:pt x="32834" y="180"/>
                      <a:pt x="21241" y="180"/>
                    </a:cubicBezTo>
                    <a:close/>
                  </a:path>
                </a:pathLst>
              </a:custGeom>
              <a:solidFill>
                <a:srgbClr val="000000"/>
              </a:solidFill>
              <a:ln w="4794" cap="sq">
                <a:noFill/>
                <a:prstDash val="solid"/>
                <a:round/>
              </a:ln>
            </p:spPr>
            <p:txBody>
              <a:bodyPr rtlCol="0" anchor="ctr"/>
              <a:lstStyle/>
              <a:p>
                <a:endParaRPr lang="en-US"/>
              </a:p>
            </p:txBody>
          </p:sp>
          <p:sp>
            <p:nvSpPr>
              <p:cNvPr id="2020" name="Freeform: Shape 2019">
                <a:extLst>
                  <a:ext uri="{FF2B5EF4-FFF2-40B4-BE49-F238E27FC236}">
                    <a16:creationId xmlns:a16="http://schemas.microsoft.com/office/drawing/2014/main" id="{3F399C76-C8B9-3169-1F86-357723188965}"/>
                  </a:ext>
                </a:extLst>
              </p:cNvPr>
              <p:cNvSpPr/>
              <p:nvPr/>
            </p:nvSpPr>
            <p:spPr>
              <a:xfrm>
                <a:off x="7786140" y="7982271"/>
                <a:ext cx="37180" cy="37180"/>
              </a:xfrm>
              <a:custGeom>
                <a:avLst/>
                <a:gdLst>
                  <a:gd name="connsiteX0" fmla="*/ 37457 w 37180"/>
                  <a:gd name="connsiteY0" fmla="*/ 18760 h 37180"/>
                  <a:gd name="connsiteX1" fmla="*/ 18866 w 37180"/>
                  <a:gd name="connsiteY1" fmla="*/ 37351 h 37180"/>
                  <a:gd name="connsiteX2" fmla="*/ 276 w 37180"/>
                  <a:gd name="connsiteY2" fmla="*/ 18760 h 37180"/>
                  <a:gd name="connsiteX3" fmla="*/ 18866 w 37180"/>
                  <a:gd name="connsiteY3" fmla="*/ 170 h 37180"/>
                  <a:gd name="connsiteX4" fmla="*/ 37457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60"/>
                    </a:moveTo>
                    <a:cubicBezTo>
                      <a:pt x="37457" y="29028"/>
                      <a:pt x="29134" y="37351"/>
                      <a:pt x="18866" y="37351"/>
                    </a:cubicBezTo>
                    <a:cubicBezTo>
                      <a:pt x="8599" y="37351"/>
                      <a:pt x="276" y="29028"/>
                      <a:pt x="276" y="18760"/>
                    </a:cubicBezTo>
                    <a:cubicBezTo>
                      <a:pt x="276" y="8493"/>
                      <a:pt x="8599" y="170"/>
                      <a:pt x="18866" y="170"/>
                    </a:cubicBezTo>
                    <a:cubicBezTo>
                      <a:pt x="29134" y="170"/>
                      <a:pt x="37457" y="8493"/>
                      <a:pt x="37457" y="18760"/>
                    </a:cubicBezTo>
                    <a:close/>
                  </a:path>
                </a:pathLst>
              </a:custGeom>
              <a:solidFill>
                <a:srgbClr val="F7A557"/>
              </a:solidFill>
              <a:ln w="5753" cap="sq">
                <a:noFill/>
                <a:prstDash val="solid"/>
                <a:miter/>
              </a:ln>
            </p:spPr>
            <p:txBody>
              <a:bodyPr rtlCol="0" anchor="ctr"/>
              <a:lstStyle/>
              <a:p>
                <a:endParaRPr lang="en-US"/>
              </a:p>
            </p:txBody>
          </p:sp>
          <p:sp>
            <p:nvSpPr>
              <p:cNvPr id="2021" name="Freeform: Shape 2020">
                <a:extLst>
                  <a:ext uri="{FF2B5EF4-FFF2-40B4-BE49-F238E27FC236}">
                    <a16:creationId xmlns:a16="http://schemas.microsoft.com/office/drawing/2014/main" id="{B19FF705-A9A7-595F-927A-E4BEEC96750C}"/>
                  </a:ext>
                </a:extLst>
              </p:cNvPr>
              <p:cNvSpPr/>
              <p:nvPr/>
            </p:nvSpPr>
            <p:spPr>
              <a:xfrm>
                <a:off x="7783740" y="7979871"/>
                <a:ext cx="41981" cy="41981"/>
              </a:xfrm>
              <a:custGeom>
                <a:avLst/>
                <a:gdLst>
                  <a:gd name="connsiteX0" fmla="*/ 21267 w 41981"/>
                  <a:gd name="connsiteY0" fmla="*/ 4970 h 41981"/>
                  <a:gd name="connsiteX1" fmla="*/ 37457 w 41981"/>
                  <a:gd name="connsiteY1" fmla="*/ 21161 h 41981"/>
                  <a:gd name="connsiteX2" fmla="*/ 37457 w 41981"/>
                  <a:gd name="connsiteY2" fmla="*/ 21161 h 41981"/>
                  <a:gd name="connsiteX3" fmla="*/ 21267 w 41981"/>
                  <a:gd name="connsiteY3" fmla="*/ 37351 h 41981"/>
                  <a:gd name="connsiteX4" fmla="*/ 5076 w 41981"/>
                  <a:gd name="connsiteY4" fmla="*/ 21161 h 41981"/>
                  <a:gd name="connsiteX5" fmla="*/ 21267 w 41981"/>
                  <a:gd name="connsiteY5" fmla="*/ 4970 h 41981"/>
                  <a:gd name="connsiteX6" fmla="*/ 21267 w 41981"/>
                  <a:gd name="connsiteY6" fmla="*/ 170 h 41981"/>
                  <a:gd name="connsiteX7" fmla="*/ 276 w 41981"/>
                  <a:gd name="connsiteY7" fmla="*/ 21161 h 41981"/>
                  <a:gd name="connsiteX8" fmla="*/ 21267 w 41981"/>
                  <a:gd name="connsiteY8" fmla="*/ 42151 h 41981"/>
                  <a:gd name="connsiteX9" fmla="*/ 42257 w 41981"/>
                  <a:gd name="connsiteY9" fmla="*/ 21161 h 41981"/>
                  <a:gd name="connsiteX10" fmla="*/ 42257 w 41981"/>
                  <a:gd name="connsiteY10" fmla="*/ 21161 h 41981"/>
                  <a:gd name="connsiteX11" fmla="*/ 21267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0"/>
                    </a:moveTo>
                    <a:cubicBezTo>
                      <a:pt x="30209" y="4970"/>
                      <a:pt x="37457" y="12219"/>
                      <a:pt x="37457" y="21161"/>
                    </a:cubicBezTo>
                    <a:lnTo>
                      <a:pt x="37457" y="21161"/>
                    </a:lnTo>
                    <a:cubicBezTo>
                      <a:pt x="37457" y="30102"/>
                      <a:pt x="30209" y="37351"/>
                      <a:pt x="21267" y="37351"/>
                    </a:cubicBezTo>
                    <a:cubicBezTo>
                      <a:pt x="12325" y="37351"/>
                      <a:pt x="5076" y="30102"/>
                      <a:pt x="5076" y="21161"/>
                    </a:cubicBezTo>
                    <a:cubicBezTo>
                      <a:pt x="5076" y="12219"/>
                      <a:pt x="12325" y="4970"/>
                      <a:pt x="21267" y="4970"/>
                    </a:cubicBezTo>
                    <a:close/>
                    <a:moveTo>
                      <a:pt x="21267" y="170"/>
                    </a:moveTo>
                    <a:cubicBezTo>
                      <a:pt x="9674" y="170"/>
                      <a:pt x="276" y="9568"/>
                      <a:pt x="276" y="21161"/>
                    </a:cubicBezTo>
                    <a:cubicBezTo>
                      <a:pt x="276" y="32753"/>
                      <a:pt x="9674" y="42151"/>
                      <a:pt x="21267" y="42151"/>
                    </a:cubicBezTo>
                    <a:cubicBezTo>
                      <a:pt x="32859" y="42151"/>
                      <a:pt x="42257" y="32753"/>
                      <a:pt x="42257" y="21161"/>
                    </a:cubicBezTo>
                    <a:lnTo>
                      <a:pt x="42257" y="21161"/>
                    </a:lnTo>
                    <a:cubicBezTo>
                      <a:pt x="42257" y="9568"/>
                      <a:pt x="32859" y="170"/>
                      <a:pt x="21267" y="170"/>
                    </a:cubicBezTo>
                    <a:close/>
                  </a:path>
                </a:pathLst>
              </a:custGeom>
              <a:solidFill>
                <a:srgbClr val="000000"/>
              </a:solidFill>
              <a:ln w="4794" cap="sq">
                <a:noFill/>
                <a:prstDash val="solid"/>
                <a:round/>
              </a:ln>
            </p:spPr>
            <p:txBody>
              <a:bodyPr rtlCol="0" anchor="ctr"/>
              <a:lstStyle/>
              <a:p>
                <a:endParaRPr lang="en-US"/>
              </a:p>
            </p:txBody>
          </p:sp>
          <p:sp>
            <p:nvSpPr>
              <p:cNvPr id="2022" name="Freeform: Shape 2021">
                <a:extLst>
                  <a:ext uri="{FF2B5EF4-FFF2-40B4-BE49-F238E27FC236}">
                    <a16:creationId xmlns:a16="http://schemas.microsoft.com/office/drawing/2014/main" id="{2F68F457-32F3-707C-595A-6DD1284949BF}"/>
                  </a:ext>
                </a:extLst>
              </p:cNvPr>
              <p:cNvSpPr/>
              <p:nvPr/>
            </p:nvSpPr>
            <p:spPr>
              <a:xfrm>
                <a:off x="7861129" y="8031588"/>
                <a:ext cx="37180" cy="37180"/>
              </a:xfrm>
              <a:custGeom>
                <a:avLst/>
                <a:gdLst>
                  <a:gd name="connsiteX0" fmla="*/ 37470 w 37180"/>
                  <a:gd name="connsiteY0" fmla="*/ 18769 h 37180"/>
                  <a:gd name="connsiteX1" fmla="*/ 18880 w 37180"/>
                  <a:gd name="connsiteY1" fmla="*/ 37359 h 37180"/>
                  <a:gd name="connsiteX2" fmla="*/ 289 w 37180"/>
                  <a:gd name="connsiteY2" fmla="*/ 18769 h 37180"/>
                  <a:gd name="connsiteX3" fmla="*/ 18880 w 37180"/>
                  <a:gd name="connsiteY3" fmla="*/ 179 h 37180"/>
                  <a:gd name="connsiteX4" fmla="*/ 3747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69"/>
                    </a:moveTo>
                    <a:cubicBezTo>
                      <a:pt x="37470" y="29036"/>
                      <a:pt x="29147" y="37359"/>
                      <a:pt x="18880" y="37359"/>
                    </a:cubicBezTo>
                    <a:cubicBezTo>
                      <a:pt x="8612" y="37359"/>
                      <a:pt x="289" y="29036"/>
                      <a:pt x="289" y="18769"/>
                    </a:cubicBezTo>
                    <a:cubicBezTo>
                      <a:pt x="289" y="8502"/>
                      <a:pt x="8612" y="179"/>
                      <a:pt x="18880" y="179"/>
                    </a:cubicBezTo>
                    <a:cubicBezTo>
                      <a:pt x="29147" y="179"/>
                      <a:pt x="37470" y="8502"/>
                      <a:pt x="37470" y="18769"/>
                    </a:cubicBezTo>
                    <a:close/>
                  </a:path>
                </a:pathLst>
              </a:custGeom>
              <a:solidFill>
                <a:srgbClr val="F4F7F4"/>
              </a:solidFill>
              <a:ln w="5753" cap="sq">
                <a:noFill/>
                <a:prstDash val="solid"/>
                <a:miter/>
              </a:ln>
            </p:spPr>
            <p:txBody>
              <a:bodyPr rtlCol="0" anchor="ctr"/>
              <a:lstStyle/>
              <a:p>
                <a:endParaRPr lang="en-US"/>
              </a:p>
            </p:txBody>
          </p:sp>
          <p:sp>
            <p:nvSpPr>
              <p:cNvPr id="2023" name="Freeform: Shape 2022">
                <a:extLst>
                  <a:ext uri="{FF2B5EF4-FFF2-40B4-BE49-F238E27FC236}">
                    <a16:creationId xmlns:a16="http://schemas.microsoft.com/office/drawing/2014/main" id="{D5BBE7DA-601C-DD59-D5EE-FFB3723F652E}"/>
                  </a:ext>
                </a:extLst>
              </p:cNvPr>
              <p:cNvSpPr/>
              <p:nvPr/>
            </p:nvSpPr>
            <p:spPr>
              <a:xfrm>
                <a:off x="7858729" y="8029188"/>
                <a:ext cx="41981" cy="41981"/>
              </a:xfrm>
              <a:custGeom>
                <a:avLst/>
                <a:gdLst>
                  <a:gd name="connsiteX0" fmla="*/ 21280 w 41981"/>
                  <a:gd name="connsiteY0" fmla="*/ 4979 h 41981"/>
                  <a:gd name="connsiteX1" fmla="*/ 37470 w 41981"/>
                  <a:gd name="connsiteY1" fmla="*/ 21169 h 41981"/>
                  <a:gd name="connsiteX2" fmla="*/ 37470 w 41981"/>
                  <a:gd name="connsiteY2" fmla="*/ 21169 h 41981"/>
                  <a:gd name="connsiteX3" fmla="*/ 21280 w 41981"/>
                  <a:gd name="connsiteY3" fmla="*/ 37359 h 41981"/>
                  <a:gd name="connsiteX4" fmla="*/ 5089 w 41981"/>
                  <a:gd name="connsiteY4" fmla="*/ 21169 h 41981"/>
                  <a:gd name="connsiteX5" fmla="*/ 21280 w 41981"/>
                  <a:gd name="connsiteY5" fmla="*/ 4979 h 41981"/>
                  <a:gd name="connsiteX6" fmla="*/ 21280 w 41981"/>
                  <a:gd name="connsiteY6" fmla="*/ 179 h 41981"/>
                  <a:gd name="connsiteX7" fmla="*/ 289 w 41981"/>
                  <a:gd name="connsiteY7" fmla="*/ 21169 h 41981"/>
                  <a:gd name="connsiteX8" fmla="*/ 21280 w 41981"/>
                  <a:gd name="connsiteY8" fmla="*/ 42160 h 41981"/>
                  <a:gd name="connsiteX9" fmla="*/ 42270 w 41981"/>
                  <a:gd name="connsiteY9" fmla="*/ 21169 h 41981"/>
                  <a:gd name="connsiteX10" fmla="*/ 42270 w 41981"/>
                  <a:gd name="connsiteY10" fmla="*/ 21169 h 41981"/>
                  <a:gd name="connsiteX11" fmla="*/ 21280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79"/>
                    </a:moveTo>
                    <a:cubicBezTo>
                      <a:pt x="30222" y="4979"/>
                      <a:pt x="37470" y="12227"/>
                      <a:pt x="37470" y="21169"/>
                    </a:cubicBezTo>
                    <a:lnTo>
                      <a:pt x="37470" y="21169"/>
                    </a:lnTo>
                    <a:cubicBezTo>
                      <a:pt x="37470" y="30111"/>
                      <a:pt x="30222" y="37359"/>
                      <a:pt x="21280" y="37359"/>
                    </a:cubicBezTo>
                    <a:cubicBezTo>
                      <a:pt x="12338" y="37359"/>
                      <a:pt x="5089" y="30111"/>
                      <a:pt x="5089" y="21169"/>
                    </a:cubicBezTo>
                    <a:cubicBezTo>
                      <a:pt x="5089" y="12227"/>
                      <a:pt x="12338" y="4979"/>
                      <a:pt x="21280" y="4979"/>
                    </a:cubicBezTo>
                    <a:close/>
                    <a:moveTo>
                      <a:pt x="21280" y="179"/>
                    </a:moveTo>
                    <a:cubicBezTo>
                      <a:pt x="9687" y="179"/>
                      <a:pt x="289" y="9577"/>
                      <a:pt x="289" y="21169"/>
                    </a:cubicBezTo>
                    <a:cubicBezTo>
                      <a:pt x="289" y="32762"/>
                      <a:pt x="9687" y="42160"/>
                      <a:pt x="21280" y="42160"/>
                    </a:cubicBezTo>
                    <a:cubicBezTo>
                      <a:pt x="32872" y="42160"/>
                      <a:pt x="42270" y="32762"/>
                      <a:pt x="42270" y="21169"/>
                    </a:cubicBezTo>
                    <a:lnTo>
                      <a:pt x="42270" y="21169"/>
                    </a:lnTo>
                    <a:cubicBezTo>
                      <a:pt x="42270" y="9577"/>
                      <a:pt x="32872" y="179"/>
                      <a:pt x="21280" y="179"/>
                    </a:cubicBezTo>
                    <a:close/>
                  </a:path>
                </a:pathLst>
              </a:custGeom>
              <a:solidFill>
                <a:srgbClr val="000000"/>
              </a:solidFill>
              <a:ln w="4794" cap="sq">
                <a:noFill/>
                <a:prstDash val="solid"/>
                <a:round/>
              </a:ln>
            </p:spPr>
            <p:txBody>
              <a:bodyPr rtlCol="0" anchor="ctr"/>
              <a:lstStyle/>
              <a:p>
                <a:endParaRPr lang="en-US"/>
              </a:p>
            </p:txBody>
          </p:sp>
          <p:sp>
            <p:nvSpPr>
              <p:cNvPr id="2024" name="Freeform: Shape 2023">
                <a:extLst>
                  <a:ext uri="{FF2B5EF4-FFF2-40B4-BE49-F238E27FC236}">
                    <a16:creationId xmlns:a16="http://schemas.microsoft.com/office/drawing/2014/main" id="{FAB2649D-47DB-471C-4171-A386A667E473}"/>
                  </a:ext>
                </a:extLst>
              </p:cNvPr>
              <p:cNvSpPr/>
              <p:nvPr/>
            </p:nvSpPr>
            <p:spPr>
              <a:xfrm>
                <a:off x="7657732" y="8019809"/>
                <a:ext cx="37180" cy="37180"/>
              </a:xfrm>
              <a:custGeom>
                <a:avLst/>
                <a:gdLst>
                  <a:gd name="connsiteX0" fmla="*/ 37435 w 37180"/>
                  <a:gd name="connsiteY0" fmla="*/ 18767 h 37180"/>
                  <a:gd name="connsiteX1" fmla="*/ 18844 w 37180"/>
                  <a:gd name="connsiteY1" fmla="*/ 37357 h 37180"/>
                  <a:gd name="connsiteX2" fmla="*/ 254 w 37180"/>
                  <a:gd name="connsiteY2" fmla="*/ 18767 h 37180"/>
                  <a:gd name="connsiteX3" fmla="*/ 18844 w 37180"/>
                  <a:gd name="connsiteY3" fmla="*/ 177 h 37180"/>
                  <a:gd name="connsiteX4" fmla="*/ 37435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7"/>
                    </a:moveTo>
                    <a:cubicBezTo>
                      <a:pt x="37435" y="29034"/>
                      <a:pt x="29111" y="37357"/>
                      <a:pt x="18844" y="37357"/>
                    </a:cubicBezTo>
                    <a:cubicBezTo>
                      <a:pt x="8577" y="37357"/>
                      <a:pt x="254" y="29034"/>
                      <a:pt x="254" y="18767"/>
                    </a:cubicBezTo>
                    <a:cubicBezTo>
                      <a:pt x="254" y="8500"/>
                      <a:pt x="8577" y="177"/>
                      <a:pt x="18844" y="177"/>
                    </a:cubicBezTo>
                    <a:cubicBezTo>
                      <a:pt x="29111" y="177"/>
                      <a:pt x="37435" y="8500"/>
                      <a:pt x="37435" y="18767"/>
                    </a:cubicBezTo>
                    <a:close/>
                  </a:path>
                </a:pathLst>
              </a:custGeom>
              <a:solidFill>
                <a:srgbClr val="EEF7EE"/>
              </a:solidFill>
              <a:ln w="5753" cap="sq">
                <a:noFill/>
                <a:prstDash val="solid"/>
                <a:miter/>
              </a:ln>
            </p:spPr>
            <p:txBody>
              <a:bodyPr rtlCol="0" anchor="ctr"/>
              <a:lstStyle/>
              <a:p>
                <a:endParaRPr lang="en-US"/>
              </a:p>
            </p:txBody>
          </p:sp>
          <p:sp>
            <p:nvSpPr>
              <p:cNvPr id="2025" name="Freeform: Shape 2024">
                <a:extLst>
                  <a:ext uri="{FF2B5EF4-FFF2-40B4-BE49-F238E27FC236}">
                    <a16:creationId xmlns:a16="http://schemas.microsoft.com/office/drawing/2014/main" id="{8618D6B2-CAD4-1FAD-A669-B84696B8270C}"/>
                  </a:ext>
                </a:extLst>
              </p:cNvPr>
              <p:cNvSpPr/>
              <p:nvPr/>
            </p:nvSpPr>
            <p:spPr>
              <a:xfrm>
                <a:off x="7655332" y="8017409"/>
                <a:ext cx="41981" cy="41981"/>
              </a:xfrm>
              <a:custGeom>
                <a:avLst/>
                <a:gdLst>
                  <a:gd name="connsiteX0" fmla="*/ 21244 w 41981"/>
                  <a:gd name="connsiteY0" fmla="*/ 4977 h 41981"/>
                  <a:gd name="connsiteX1" fmla="*/ 37435 w 41981"/>
                  <a:gd name="connsiteY1" fmla="*/ 21167 h 41981"/>
                  <a:gd name="connsiteX2" fmla="*/ 37435 w 41981"/>
                  <a:gd name="connsiteY2" fmla="*/ 21167 h 41981"/>
                  <a:gd name="connsiteX3" fmla="*/ 21244 w 41981"/>
                  <a:gd name="connsiteY3" fmla="*/ 37357 h 41981"/>
                  <a:gd name="connsiteX4" fmla="*/ 5054 w 41981"/>
                  <a:gd name="connsiteY4" fmla="*/ 21167 h 41981"/>
                  <a:gd name="connsiteX5" fmla="*/ 21244 w 41981"/>
                  <a:gd name="connsiteY5" fmla="*/ 4977 h 41981"/>
                  <a:gd name="connsiteX6" fmla="*/ 21244 w 41981"/>
                  <a:gd name="connsiteY6" fmla="*/ 177 h 41981"/>
                  <a:gd name="connsiteX7" fmla="*/ 254 w 41981"/>
                  <a:gd name="connsiteY7" fmla="*/ 21167 h 41981"/>
                  <a:gd name="connsiteX8" fmla="*/ 21244 w 41981"/>
                  <a:gd name="connsiteY8" fmla="*/ 42158 h 41981"/>
                  <a:gd name="connsiteX9" fmla="*/ 42235 w 41981"/>
                  <a:gd name="connsiteY9" fmla="*/ 21167 h 41981"/>
                  <a:gd name="connsiteX10" fmla="*/ 42235 w 41981"/>
                  <a:gd name="connsiteY10" fmla="*/ 21167 h 41981"/>
                  <a:gd name="connsiteX11" fmla="*/ 21244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7"/>
                    </a:moveTo>
                    <a:cubicBezTo>
                      <a:pt x="30186" y="4977"/>
                      <a:pt x="37435" y="12225"/>
                      <a:pt x="37435" y="21167"/>
                    </a:cubicBezTo>
                    <a:lnTo>
                      <a:pt x="37435" y="21167"/>
                    </a:lnTo>
                    <a:cubicBezTo>
                      <a:pt x="37435" y="30109"/>
                      <a:pt x="30186" y="37357"/>
                      <a:pt x="21244" y="37357"/>
                    </a:cubicBezTo>
                    <a:cubicBezTo>
                      <a:pt x="12303" y="37357"/>
                      <a:pt x="5054" y="30109"/>
                      <a:pt x="5054" y="21167"/>
                    </a:cubicBezTo>
                    <a:cubicBezTo>
                      <a:pt x="5054" y="12225"/>
                      <a:pt x="12303" y="4977"/>
                      <a:pt x="21244" y="4977"/>
                    </a:cubicBezTo>
                    <a:close/>
                    <a:moveTo>
                      <a:pt x="21244" y="177"/>
                    </a:moveTo>
                    <a:cubicBezTo>
                      <a:pt x="9652" y="177"/>
                      <a:pt x="254" y="9575"/>
                      <a:pt x="254" y="21167"/>
                    </a:cubicBezTo>
                    <a:cubicBezTo>
                      <a:pt x="254" y="32760"/>
                      <a:pt x="9652" y="42158"/>
                      <a:pt x="21244" y="42158"/>
                    </a:cubicBezTo>
                    <a:cubicBezTo>
                      <a:pt x="32837" y="42158"/>
                      <a:pt x="42235" y="32760"/>
                      <a:pt x="42235" y="21167"/>
                    </a:cubicBezTo>
                    <a:lnTo>
                      <a:pt x="42235" y="21167"/>
                    </a:lnTo>
                    <a:cubicBezTo>
                      <a:pt x="42235" y="9575"/>
                      <a:pt x="32837" y="177"/>
                      <a:pt x="21244" y="177"/>
                    </a:cubicBezTo>
                    <a:close/>
                  </a:path>
                </a:pathLst>
              </a:custGeom>
              <a:solidFill>
                <a:srgbClr val="000000"/>
              </a:solidFill>
              <a:ln w="4794" cap="sq">
                <a:noFill/>
                <a:prstDash val="solid"/>
                <a:round/>
              </a:ln>
            </p:spPr>
            <p:txBody>
              <a:bodyPr rtlCol="0" anchor="ctr"/>
              <a:lstStyle/>
              <a:p>
                <a:endParaRPr lang="en-US"/>
              </a:p>
            </p:txBody>
          </p:sp>
          <p:sp>
            <p:nvSpPr>
              <p:cNvPr id="2026" name="Freeform: Shape 2025">
                <a:extLst>
                  <a:ext uri="{FF2B5EF4-FFF2-40B4-BE49-F238E27FC236}">
                    <a16:creationId xmlns:a16="http://schemas.microsoft.com/office/drawing/2014/main" id="{3567235F-AB61-3116-E824-F2D1BD168776}"/>
                  </a:ext>
                </a:extLst>
              </p:cNvPr>
              <p:cNvSpPr/>
              <p:nvPr/>
            </p:nvSpPr>
            <p:spPr>
              <a:xfrm>
                <a:off x="7690581" y="8028127"/>
                <a:ext cx="37180" cy="37180"/>
              </a:xfrm>
              <a:custGeom>
                <a:avLst/>
                <a:gdLst>
                  <a:gd name="connsiteX0" fmla="*/ 37440 w 37180"/>
                  <a:gd name="connsiteY0" fmla="*/ 18768 h 37180"/>
                  <a:gd name="connsiteX1" fmla="*/ 18850 w 37180"/>
                  <a:gd name="connsiteY1" fmla="*/ 37359 h 37180"/>
                  <a:gd name="connsiteX2" fmla="*/ 259 w 37180"/>
                  <a:gd name="connsiteY2" fmla="*/ 18768 h 37180"/>
                  <a:gd name="connsiteX3" fmla="*/ 18850 w 37180"/>
                  <a:gd name="connsiteY3" fmla="*/ 178 h 37180"/>
                  <a:gd name="connsiteX4" fmla="*/ 3744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8"/>
                    </a:moveTo>
                    <a:cubicBezTo>
                      <a:pt x="37440" y="29036"/>
                      <a:pt x="29117" y="37359"/>
                      <a:pt x="18850" y="37359"/>
                    </a:cubicBezTo>
                    <a:cubicBezTo>
                      <a:pt x="8583" y="37359"/>
                      <a:pt x="259" y="29036"/>
                      <a:pt x="259" y="18768"/>
                    </a:cubicBezTo>
                    <a:cubicBezTo>
                      <a:pt x="259" y="8501"/>
                      <a:pt x="8583" y="178"/>
                      <a:pt x="18850" y="178"/>
                    </a:cubicBezTo>
                    <a:cubicBezTo>
                      <a:pt x="29117" y="178"/>
                      <a:pt x="37440" y="8501"/>
                      <a:pt x="37440" y="18768"/>
                    </a:cubicBezTo>
                    <a:close/>
                  </a:path>
                </a:pathLst>
              </a:custGeom>
              <a:solidFill>
                <a:srgbClr val="F2F7F2"/>
              </a:solidFill>
              <a:ln w="5753" cap="sq">
                <a:noFill/>
                <a:prstDash val="solid"/>
                <a:miter/>
              </a:ln>
            </p:spPr>
            <p:txBody>
              <a:bodyPr rtlCol="0" anchor="ctr"/>
              <a:lstStyle/>
              <a:p>
                <a:endParaRPr lang="en-US"/>
              </a:p>
            </p:txBody>
          </p:sp>
          <p:sp>
            <p:nvSpPr>
              <p:cNvPr id="2027" name="Freeform: Shape 2026">
                <a:extLst>
                  <a:ext uri="{FF2B5EF4-FFF2-40B4-BE49-F238E27FC236}">
                    <a16:creationId xmlns:a16="http://schemas.microsoft.com/office/drawing/2014/main" id="{BE4DB14A-EC45-DEDB-4E1B-0C06790B36FE}"/>
                  </a:ext>
                </a:extLst>
              </p:cNvPr>
              <p:cNvSpPr/>
              <p:nvPr/>
            </p:nvSpPr>
            <p:spPr>
              <a:xfrm>
                <a:off x="7688181" y="8025726"/>
                <a:ext cx="41981" cy="41981"/>
              </a:xfrm>
              <a:custGeom>
                <a:avLst/>
                <a:gdLst>
                  <a:gd name="connsiteX0" fmla="*/ 21250 w 41981"/>
                  <a:gd name="connsiteY0" fmla="*/ 4978 h 41981"/>
                  <a:gd name="connsiteX1" fmla="*/ 37440 w 41981"/>
                  <a:gd name="connsiteY1" fmla="*/ 21169 h 41981"/>
                  <a:gd name="connsiteX2" fmla="*/ 37440 w 41981"/>
                  <a:gd name="connsiteY2" fmla="*/ 21169 h 41981"/>
                  <a:gd name="connsiteX3" fmla="*/ 21250 w 41981"/>
                  <a:gd name="connsiteY3" fmla="*/ 37359 h 41981"/>
                  <a:gd name="connsiteX4" fmla="*/ 5060 w 41981"/>
                  <a:gd name="connsiteY4" fmla="*/ 21169 h 41981"/>
                  <a:gd name="connsiteX5" fmla="*/ 21250 w 41981"/>
                  <a:gd name="connsiteY5" fmla="*/ 4978 h 41981"/>
                  <a:gd name="connsiteX6" fmla="*/ 21250 w 41981"/>
                  <a:gd name="connsiteY6" fmla="*/ 178 h 41981"/>
                  <a:gd name="connsiteX7" fmla="*/ 259 w 41981"/>
                  <a:gd name="connsiteY7" fmla="*/ 21169 h 41981"/>
                  <a:gd name="connsiteX8" fmla="*/ 21250 w 41981"/>
                  <a:gd name="connsiteY8" fmla="*/ 42159 h 41981"/>
                  <a:gd name="connsiteX9" fmla="*/ 42241 w 41981"/>
                  <a:gd name="connsiteY9" fmla="*/ 21169 h 41981"/>
                  <a:gd name="connsiteX10" fmla="*/ 42241 w 41981"/>
                  <a:gd name="connsiteY10" fmla="*/ 21169 h 41981"/>
                  <a:gd name="connsiteX11" fmla="*/ 2125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8"/>
                    </a:moveTo>
                    <a:cubicBezTo>
                      <a:pt x="30192" y="4978"/>
                      <a:pt x="37440" y="12227"/>
                      <a:pt x="37440" y="21169"/>
                    </a:cubicBezTo>
                    <a:lnTo>
                      <a:pt x="37440" y="21169"/>
                    </a:lnTo>
                    <a:cubicBezTo>
                      <a:pt x="37440" y="30110"/>
                      <a:pt x="30192" y="37359"/>
                      <a:pt x="21250" y="37359"/>
                    </a:cubicBezTo>
                    <a:cubicBezTo>
                      <a:pt x="12308" y="37359"/>
                      <a:pt x="5060" y="30110"/>
                      <a:pt x="5060" y="21169"/>
                    </a:cubicBezTo>
                    <a:cubicBezTo>
                      <a:pt x="5060" y="12227"/>
                      <a:pt x="12308" y="4978"/>
                      <a:pt x="21250" y="4978"/>
                    </a:cubicBezTo>
                    <a:close/>
                    <a:moveTo>
                      <a:pt x="21250" y="178"/>
                    </a:moveTo>
                    <a:cubicBezTo>
                      <a:pt x="9658" y="178"/>
                      <a:pt x="259" y="9576"/>
                      <a:pt x="259" y="21169"/>
                    </a:cubicBezTo>
                    <a:cubicBezTo>
                      <a:pt x="259" y="32761"/>
                      <a:pt x="9658" y="42159"/>
                      <a:pt x="21250" y="42159"/>
                    </a:cubicBezTo>
                    <a:cubicBezTo>
                      <a:pt x="32843" y="42159"/>
                      <a:pt x="42241" y="32761"/>
                      <a:pt x="42241" y="21169"/>
                    </a:cubicBezTo>
                    <a:lnTo>
                      <a:pt x="42241" y="21169"/>
                    </a:lnTo>
                    <a:cubicBezTo>
                      <a:pt x="42241" y="9576"/>
                      <a:pt x="32843" y="178"/>
                      <a:pt x="21250" y="178"/>
                    </a:cubicBezTo>
                    <a:close/>
                  </a:path>
                </a:pathLst>
              </a:custGeom>
              <a:solidFill>
                <a:srgbClr val="000000"/>
              </a:solidFill>
              <a:ln w="4794" cap="sq">
                <a:noFill/>
                <a:prstDash val="solid"/>
                <a:round/>
              </a:ln>
            </p:spPr>
            <p:txBody>
              <a:bodyPr rtlCol="0" anchor="ctr"/>
              <a:lstStyle/>
              <a:p>
                <a:endParaRPr lang="en-US"/>
              </a:p>
            </p:txBody>
          </p:sp>
          <p:sp>
            <p:nvSpPr>
              <p:cNvPr id="2028" name="Freeform: Shape 2027">
                <a:extLst>
                  <a:ext uri="{FF2B5EF4-FFF2-40B4-BE49-F238E27FC236}">
                    <a16:creationId xmlns:a16="http://schemas.microsoft.com/office/drawing/2014/main" id="{49AC72F6-8FFB-2D20-0BE4-CEFFA6200AED}"/>
                  </a:ext>
                </a:extLst>
              </p:cNvPr>
              <p:cNvSpPr/>
              <p:nvPr/>
            </p:nvSpPr>
            <p:spPr>
              <a:xfrm>
                <a:off x="7953082" y="7992104"/>
                <a:ext cx="37180" cy="37180"/>
              </a:xfrm>
              <a:custGeom>
                <a:avLst/>
                <a:gdLst>
                  <a:gd name="connsiteX0" fmla="*/ 37486 w 37180"/>
                  <a:gd name="connsiteY0" fmla="*/ 18762 h 37180"/>
                  <a:gd name="connsiteX1" fmla="*/ 18895 w 37180"/>
                  <a:gd name="connsiteY1" fmla="*/ 37353 h 37180"/>
                  <a:gd name="connsiteX2" fmla="*/ 305 w 37180"/>
                  <a:gd name="connsiteY2" fmla="*/ 18762 h 37180"/>
                  <a:gd name="connsiteX3" fmla="*/ 18895 w 37180"/>
                  <a:gd name="connsiteY3" fmla="*/ 172 h 37180"/>
                  <a:gd name="connsiteX4" fmla="*/ 37486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6" y="18762"/>
                    </a:moveTo>
                    <a:cubicBezTo>
                      <a:pt x="37486" y="29029"/>
                      <a:pt x="29163" y="37353"/>
                      <a:pt x="18895" y="37353"/>
                    </a:cubicBezTo>
                    <a:cubicBezTo>
                      <a:pt x="8628" y="37353"/>
                      <a:pt x="305" y="29029"/>
                      <a:pt x="305" y="18762"/>
                    </a:cubicBezTo>
                    <a:cubicBezTo>
                      <a:pt x="305" y="8495"/>
                      <a:pt x="8628" y="172"/>
                      <a:pt x="18895" y="172"/>
                    </a:cubicBezTo>
                    <a:cubicBezTo>
                      <a:pt x="29163" y="172"/>
                      <a:pt x="37486" y="8495"/>
                      <a:pt x="37486" y="18762"/>
                    </a:cubicBezTo>
                    <a:close/>
                  </a:path>
                </a:pathLst>
              </a:custGeom>
              <a:solidFill>
                <a:srgbClr val="00F700"/>
              </a:solidFill>
              <a:ln w="5753" cap="sq">
                <a:noFill/>
                <a:prstDash val="solid"/>
                <a:miter/>
              </a:ln>
            </p:spPr>
            <p:txBody>
              <a:bodyPr rtlCol="0" anchor="ctr"/>
              <a:lstStyle/>
              <a:p>
                <a:endParaRPr lang="en-US"/>
              </a:p>
            </p:txBody>
          </p:sp>
          <p:sp>
            <p:nvSpPr>
              <p:cNvPr id="2029" name="Freeform: Shape 2028">
                <a:extLst>
                  <a:ext uri="{FF2B5EF4-FFF2-40B4-BE49-F238E27FC236}">
                    <a16:creationId xmlns:a16="http://schemas.microsoft.com/office/drawing/2014/main" id="{363A314F-FC5E-C094-3E61-77CF079C3BBF}"/>
                  </a:ext>
                </a:extLst>
              </p:cNvPr>
              <p:cNvSpPr/>
              <p:nvPr/>
            </p:nvSpPr>
            <p:spPr>
              <a:xfrm>
                <a:off x="7950682" y="7989703"/>
                <a:ext cx="41981" cy="41981"/>
              </a:xfrm>
              <a:custGeom>
                <a:avLst/>
                <a:gdLst>
                  <a:gd name="connsiteX0" fmla="*/ 21296 w 41981"/>
                  <a:gd name="connsiteY0" fmla="*/ 4972 h 41981"/>
                  <a:gd name="connsiteX1" fmla="*/ 37486 w 41981"/>
                  <a:gd name="connsiteY1" fmla="*/ 21162 h 41981"/>
                  <a:gd name="connsiteX2" fmla="*/ 37486 w 41981"/>
                  <a:gd name="connsiteY2" fmla="*/ 21162 h 41981"/>
                  <a:gd name="connsiteX3" fmla="*/ 21296 w 41981"/>
                  <a:gd name="connsiteY3" fmla="*/ 37353 h 41981"/>
                  <a:gd name="connsiteX4" fmla="*/ 5105 w 41981"/>
                  <a:gd name="connsiteY4" fmla="*/ 21162 h 41981"/>
                  <a:gd name="connsiteX5" fmla="*/ 21296 w 41981"/>
                  <a:gd name="connsiteY5" fmla="*/ 4972 h 41981"/>
                  <a:gd name="connsiteX6" fmla="*/ 21296 w 41981"/>
                  <a:gd name="connsiteY6" fmla="*/ 172 h 41981"/>
                  <a:gd name="connsiteX7" fmla="*/ 305 w 41981"/>
                  <a:gd name="connsiteY7" fmla="*/ 21162 h 41981"/>
                  <a:gd name="connsiteX8" fmla="*/ 21296 w 41981"/>
                  <a:gd name="connsiteY8" fmla="*/ 42153 h 41981"/>
                  <a:gd name="connsiteX9" fmla="*/ 42286 w 41981"/>
                  <a:gd name="connsiteY9" fmla="*/ 21162 h 41981"/>
                  <a:gd name="connsiteX10" fmla="*/ 42286 w 41981"/>
                  <a:gd name="connsiteY10" fmla="*/ 21162 h 41981"/>
                  <a:gd name="connsiteX11" fmla="*/ 21296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6" y="4972"/>
                    </a:moveTo>
                    <a:cubicBezTo>
                      <a:pt x="30237" y="4972"/>
                      <a:pt x="37486" y="12221"/>
                      <a:pt x="37486" y="21162"/>
                    </a:cubicBezTo>
                    <a:lnTo>
                      <a:pt x="37486" y="21162"/>
                    </a:lnTo>
                    <a:cubicBezTo>
                      <a:pt x="37486" y="30104"/>
                      <a:pt x="30237" y="37353"/>
                      <a:pt x="21296" y="37353"/>
                    </a:cubicBezTo>
                    <a:cubicBezTo>
                      <a:pt x="12354" y="37353"/>
                      <a:pt x="5105" y="30104"/>
                      <a:pt x="5105" y="21162"/>
                    </a:cubicBezTo>
                    <a:cubicBezTo>
                      <a:pt x="5105" y="12221"/>
                      <a:pt x="12354" y="4972"/>
                      <a:pt x="21296" y="4972"/>
                    </a:cubicBezTo>
                    <a:close/>
                    <a:moveTo>
                      <a:pt x="21296" y="172"/>
                    </a:moveTo>
                    <a:cubicBezTo>
                      <a:pt x="9703" y="172"/>
                      <a:pt x="305" y="9570"/>
                      <a:pt x="305" y="21162"/>
                    </a:cubicBezTo>
                    <a:cubicBezTo>
                      <a:pt x="305" y="32755"/>
                      <a:pt x="9703" y="42153"/>
                      <a:pt x="21296" y="42153"/>
                    </a:cubicBezTo>
                    <a:cubicBezTo>
                      <a:pt x="32888" y="42153"/>
                      <a:pt x="42286" y="32755"/>
                      <a:pt x="42286" y="21162"/>
                    </a:cubicBezTo>
                    <a:lnTo>
                      <a:pt x="42286" y="21162"/>
                    </a:lnTo>
                    <a:cubicBezTo>
                      <a:pt x="42286" y="9570"/>
                      <a:pt x="32888" y="172"/>
                      <a:pt x="21296" y="172"/>
                    </a:cubicBezTo>
                    <a:close/>
                  </a:path>
                </a:pathLst>
              </a:custGeom>
              <a:solidFill>
                <a:srgbClr val="000000"/>
              </a:solidFill>
              <a:ln w="4794" cap="sq">
                <a:noFill/>
                <a:prstDash val="solid"/>
                <a:round/>
              </a:ln>
            </p:spPr>
            <p:txBody>
              <a:bodyPr rtlCol="0" anchor="ctr"/>
              <a:lstStyle/>
              <a:p>
                <a:endParaRPr lang="en-US"/>
              </a:p>
            </p:txBody>
          </p:sp>
          <p:sp>
            <p:nvSpPr>
              <p:cNvPr id="2030" name="Freeform: Shape 2029">
                <a:extLst>
                  <a:ext uri="{FF2B5EF4-FFF2-40B4-BE49-F238E27FC236}">
                    <a16:creationId xmlns:a16="http://schemas.microsoft.com/office/drawing/2014/main" id="{D33FB6DB-0520-4591-5EF3-E484C48285A3}"/>
                  </a:ext>
                </a:extLst>
              </p:cNvPr>
              <p:cNvSpPr/>
              <p:nvPr/>
            </p:nvSpPr>
            <p:spPr>
              <a:xfrm>
                <a:off x="7629940" y="8047958"/>
                <a:ext cx="37180" cy="37180"/>
              </a:xfrm>
              <a:custGeom>
                <a:avLst/>
                <a:gdLst>
                  <a:gd name="connsiteX0" fmla="*/ 37430 w 37180"/>
                  <a:gd name="connsiteY0" fmla="*/ 18772 h 37180"/>
                  <a:gd name="connsiteX1" fmla="*/ 18839 w 37180"/>
                  <a:gd name="connsiteY1" fmla="*/ 37362 h 37180"/>
                  <a:gd name="connsiteX2" fmla="*/ 249 w 37180"/>
                  <a:gd name="connsiteY2" fmla="*/ 18772 h 37180"/>
                  <a:gd name="connsiteX3" fmla="*/ 18839 w 37180"/>
                  <a:gd name="connsiteY3" fmla="*/ 181 h 37180"/>
                  <a:gd name="connsiteX4" fmla="*/ 37430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2"/>
                    </a:moveTo>
                    <a:cubicBezTo>
                      <a:pt x="37430" y="29039"/>
                      <a:pt x="29107" y="37362"/>
                      <a:pt x="18839" y="37362"/>
                    </a:cubicBezTo>
                    <a:cubicBezTo>
                      <a:pt x="8572" y="37362"/>
                      <a:pt x="249" y="29039"/>
                      <a:pt x="249" y="18772"/>
                    </a:cubicBezTo>
                    <a:cubicBezTo>
                      <a:pt x="249" y="8505"/>
                      <a:pt x="8572" y="181"/>
                      <a:pt x="18839" y="181"/>
                    </a:cubicBezTo>
                    <a:cubicBezTo>
                      <a:pt x="29107" y="181"/>
                      <a:pt x="37430" y="8505"/>
                      <a:pt x="37430" y="18772"/>
                    </a:cubicBezTo>
                    <a:close/>
                  </a:path>
                </a:pathLst>
              </a:custGeom>
              <a:solidFill>
                <a:srgbClr val="F7EFEF"/>
              </a:solidFill>
              <a:ln w="5753" cap="sq">
                <a:noFill/>
                <a:prstDash val="solid"/>
                <a:miter/>
              </a:ln>
            </p:spPr>
            <p:txBody>
              <a:bodyPr rtlCol="0" anchor="ctr"/>
              <a:lstStyle/>
              <a:p>
                <a:endParaRPr lang="en-US"/>
              </a:p>
            </p:txBody>
          </p:sp>
          <p:sp>
            <p:nvSpPr>
              <p:cNvPr id="2031" name="Freeform: Shape 2030">
                <a:extLst>
                  <a:ext uri="{FF2B5EF4-FFF2-40B4-BE49-F238E27FC236}">
                    <a16:creationId xmlns:a16="http://schemas.microsoft.com/office/drawing/2014/main" id="{FCF416F1-72D5-B1B0-53E5-A1AE850C446D}"/>
                  </a:ext>
                </a:extLst>
              </p:cNvPr>
              <p:cNvSpPr/>
              <p:nvPr/>
            </p:nvSpPr>
            <p:spPr>
              <a:xfrm>
                <a:off x="7627540" y="8045558"/>
                <a:ext cx="41981" cy="41981"/>
              </a:xfrm>
              <a:custGeom>
                <a:avLst/>
                <a:gdLst>
                  <a:gd name="connsiteX0" fmla="*/ 21240 w 41981"/>
                  <a:gd name="connsiteY0" fmla="*/ 4982 h 41981"/>
                  <a:gd name="connsiteX1" fmla="*/ 37430 w 41981"/>
                  <a:gd name="connsiteY1" fmla="*/ 21172 h 41981"/>
                  <a:gd name="connsiteX2" fmla="*/ 37430 w 41981"/>
                  <a:gd name="connsiteY2" fmla="*/ 21172 h 41981"/>
                  <a:gd name="connsiteX3" fmla="*/ 21240 w 41981"/>
                  <a:gd name="connsiteY3" fmla="*/ 37362 h 41981"/>
                  <a:gd name="connsiteX4" fmla="*/ 5049 w 41981"/>
                  <a:gd name="connsiteY4" fmla="*/ 21172 h 41981"/>
                  <a:gd name="connsiteX5" fmla="*/ 21240 w 41981"/>
                  <a:gd name="connsiteY5" fmla="*/ 4982 h 41981"/>
                  <a:gd name="connsiteX6" fmla="*/ 21240 w 41981"/>
                  <a:gd name="connsiteY6" fmla="*/ 181 h 41981"/>
                  <a:gd name="connsiteX7" fmla="*/ 249 w 41981"/>
                  <a:gd name="connsiteY7" fmla="*/ 21172 h 41981"/>
                  <a:gd name="connsiteX8" fmla="*/ 21240 w 41981"/>
                  <a:gd name="connsiteY8" fmla="*/ 42163 h 41981"/>
                  <a:gd name="connsiteX9" fmla="*/ 42230 w 41981"/>
                  <a:gd name="connsiteY9" fmla="*/ 21172 h 41981"/>
                  <a:gd name="connsiteX10" fmla="*/ 42230 w 41981"/>
                  <a:gd name="connsiteY10" fmla="*/ 21172 h 41981"/>
                  <a:gd name="connsiteX11" fmla="*/ 21240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2"/>
                    </a:moveTo>
                    <a:cubicBezTo>
                      <a:pt x="30181" y="4982"/>
                      <a:pt x="37430" y="12230"/>
                      <a:pt x="37430" y="21172"/>
                    </a:cubicBezTo>
                    <a:lnTo>
                      <a:pt x="37430" y="21172"/>
                    </a:lnTo>
                    <a:cubicBezTo>
                      <a:pt x="37430" y="30114"/>
                      <a:pt x="30181" y="37362"/>
                      <a:pt x="21240" y="37362"/>
                    </a:cubicBezTo>
                    <a:cubicBezTo>
                      <a:pt x="12298" y="37362"/>
                      <a:pt x="5049" y="30114"/>
                      <a:pt x="5049" y="21172"/>
                    </a:cubicBezTo>
                    <a:cubicBezTo>
                      <a:pt x="5049" y="12230"/>
                      <a:pt x="12298" y="4982"/>
                      <a:pt x="21240" y="4982"/>
                    </a:cubicBezTo>
                    <a:close/>
                    <a:moveTo>
                      <a:pt x="21240" y="181"/>
                    </a:moveTo>
                    <a:cubicBezTo>
                      <a:pt x="9647" y="181"/>
                      <a:pt x="249" y="9579"/>
                      <a:pt x="249" y="21172"/>
                    </a:cubicBezTo>
                    <a:cubicBezTo>
                      <a:pt x="249" y="32765"/>
                      <a:pt x="9647" y="42163"/>
                      <a:pt x="21240" y="42163"/>
                    </a:cubicBezTo>
                    <a:cubicBezTo>
                      <a:pt x="32832" y="42163"/>
                      <a:pt x="42230" y="32765"/>
                      <a:pt x="42230" y="21172"/>
                    </a:cubicBezTo>
                    <a:lnTo>
                      <a:pt x="42230" y="21172"/>
                    </a:lnTo>
                    <a:cubicBezTo>
                      <a:pt x="42230" y="9579"/>
                      <a:pt x="32832" y="181"/>
                      <a:pt x="21240" y="181"/>
                    </a:cubicBezTo>
                    <a:close/>
                  </a:path>
                </a:pathLst>
              </a:custGeom>
              <a:solidFill>
                <a:srgbClr val="000000"/>
              </a:solidFill>
              <a:ln w="4794" cap="sq">
                <a:noFill/>
                <a:prstDash val="solid"/>
                <a:round/>
              </a:ln>
            </p:spPr>
            <p:txBody>
              <a:bodyPr rtlCol="0" anchor="ctr"/>
              <a:lstStyle/>
              <a:p>
                <a:endParaRPr lang="en-US"/>
              </a:p>
            </p:txBody>
          </p:sp>
          <p:sp>
            <p:nvSpPr>
              <p:cNvPr id="2032" name="Freeform: Shape 2031">
                <a:extLst>
                  <a:ext uri="{FF2B5EF4-FFF2-40B4-BE49-F238E27FC236}">
                    <a16:creationId xmlns:a16="http://schemas.microsoft.com/office/drawing/2014/main" id="{2A567198-B6C5-1521-E1A2-A37CCFAE6A76}"/>
                  </a:ext>
                </a:extLst>
              </p:cNvPr>
              <p:cNvSpPr/>
              <p:nvPr/>
            </p:nvSpPr>
            <p:spPr>
              <a:xfrm>
                <a:off x="7641656" y="8058401"/>
                <a:ext cx="37180" cy="37180"/>
              </a:xfrm>
              <a:custGeom>
                <a:avLst/>
                <a:gdLst>
                  <a:gd name="connsiteX0" fmla="*/ 37432 w 37180"/>
                  <a:gd name="connsiteY0" fmla="*/ 18774 h 37180"/>
                  <a:gd name="connsiteX1" fmla="*/ 18841 w 37180"/>
                  <a:gd name="connsiteY1" fmla="*/ 37364 h 37180"/>
                  <a:gd name="connsiteX2" fmla="*/ 251 w 37180"/>
                  <a:gd name="connsiteY2" fmla="*/ 18774 h 37180"/>
                  <a:gd name="connsiteX3" fmla="*/ 18841 w 37180"/>
                  <a:gd name="connsiteY3" fmla="*/ 183 h 37180"/>
                  <a:gd name="connsiteX4" fmla="*/ 37432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4"/>
                    </a:moveTo>
                    <a:cubicBezTo>
                      <a:pt x="37432" y="29041"/>
                      <a:pt x="29109" y="37364"/>
                      <a:pt x="18841" y="37364"/>
                    </a:cubicBezTo>
                    <a:cubicBezTo>
                      <a:pt x="8574" y="37364"/>
                      <a:pt x="251" y="29041"/>
                      <a:pt x="251" y="18774"/>
                    </a:cubicBezTo>
                    <a:cubicBezTo>
                      <a:pt x="251" y="8506"/>
                      <a:pt x="8574" y="183"/>
                      <a:pt x="18841" y="183"/>
                    </a:cubicBezTo>
                    <a:cubicBezTo>
                      <a:pt x="29109" y="183"/>
                      <a:pt x="37432" y="8506"/>
                      <a:pt x="37432" y="18774"/>
                    </a:cubicBezTo>
                    <a:close/>
                  </a:path>
                </a:pathLst>
              </a:custGeom>
              <a:solidFill>
                <a:srgbClr val="CBF7CB"/>
              </a:solidFill>
              <a:ln w="5753" cap="sq">
                <a:noFill/>
                <a:prstDash val="solid"/>
                <a:miter/>
              </a:ln>
            </p:spPr>
            <p:txBody>
              <a:bodyPr rtlCol="0" anchor="ctr"/>
              <a:lstStyle/>
              <a:p>
                <a:endParaRPr lang="en-US"/>
              </a:p>
            </p:txBody>
          </p:sp>
          <p:sp>
            <p:nvSpPr>
              <p:cNvPr id="2033" name="Freeform: Shape 2032">
                <a:extLst>
                  <a:ext uri="{FF2B5EF4-FFF2-40B4-BE49-F238E27FC236}">
                    <a16:creationId xmlns:a16="http://schemas.microsoft.com/office/drawing/2014/main" id="{75F87C92-74E3-714B-4FFE-EE60EDECA5EF}"/>
                  </a:ext>
                </a:extLst>
              </p:cNvPr>
              <p:cNvSpPr/>
              <p:nvPr/>
            </p:nvSpPr>
            <p:spPr>
              <a:xfrm>
                <a:off x="7639256" y="8056001"/>
                <a:ext cx="41981" cy="41981"/>
              </a:xfrm>
              <a:custGeom>
                <a:avLst/>
                <a:gdLst>
                  <a:gd name="connsiteX0" fmla="*/ 21242 w 41981"/>
                  <a:gd name="connsiteY0" fmla="*/ 4984 h 41981"/>
                  <a:gd name="connsiteX1" fmla="*/ 37432 w 41981"/>
                  <a:gd name="connsiteY1" fmla="*/ 21174 h 41981"/>
                  <a:gd name="connsiteX2" fmla="*/ 37432 w 41981"/>
                  <a:gd name="connsiteY2" fmla="*/ 21174 h 41981"/>
                  <a:gd name="connsiteX3" fmla="*/ 21242 w 41981"/>
                  <a:gd name="connsiteY3" fmla="*/ 37364 h 41981"/>
                  <a:gd name="connsiteX4" fmla="*/ 5051 w 41981"/>
                  <a:gd name="connsiteY4" fmla="*/ 21174 h 41981"/>
                  <a:gd name="connsiteX5" fmla="*/ 21242 w 41981"/>
                  <a:gd name="connsiteY5" fmla="*/ 4984 h 41981"/>
                  <a:gd name="connsiteX6" fmla="*/ 21242 w 41981"/>
                  <a:gd name="connsiteY6" fmla="*/ 183 h 41981"/>
                  <a:gd name="connsiteX7" fmla="*/ 251 w 41981"/>
                  <a:gd name="connsiteY7" fmla="*/ 21174 h 41981"/>
                  <a:gd name="connsiteX8" fmla="*/ 21242 w 41981"/>
                  <a:gd name="connsiteY8" fmla="*/ 42164 h 41981"/>
                  <a:gd name="connsiteX9" fmla="*/ 42232 w 41981"/>
                  <a:gd name="connsiteY9" fmla="*/ 21174 h 41981"/>
                  <a:gd name="connsiteX10" fmla="*/ 42232 w 41981"/>
                  <a:gd name="connsiteY10" fmla="*/ 21174 h 41981"/>
                  <a:gd name="connsiteX11" fmla="*/ 21242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4"/>
                    </a:moveTo>
                    <a:cubicBezTo>
                      <a:pt x="30183" y="4984"/>
                      <a:pt x="37432" y="12232"/>
                      <a:pt x="37432" y="21174"/>
                    </a:cubicBezTo>
                    <a:lnTo>
                      <a:pt x="37432" y="21174"/>
                    </a:lnTo>
                    <a:cubicBezTo>
                      <a:pt x="37432" y="30116"/>
                      <a:pt x="30183" y="37364"/>
                      <a:pt x="21242" y="37364"/>
                    </a:cubicBezTo>
                    <a:cubicBezTo>
                      <a:pt x="12300" y="37364"/>
                      <a:pt x="5051" y="30116"/>
                      <a:pt x="5051" y="21174"/>
                    </a:cubicBezTo>
                    <a:cubicBezTo>
                      <a:pt x="5051" y="12232"/>
                      <a:pt x="12300" y="4984"/>
                      <a:pt x="21242" y="4984"/>
                    </a:cubicBezTo>
                    <a:close/>
                    <a:moveTo>
                      <a:pt x="21242" y="183"/>
                    </a:moveTo>
                    <a:cubicBezTo>
                      <a:pt x="9649" y="183"/>
                      <a:pt x="251" y="9581"/>
                      <a:pt x="251" y="21174"/>
                    </a:cubicBezTo>
                    <a:cubicBezTo>
                      <a:pt x="251" y="32766"/>
                      <a:pt x="9649" y="42164"/>
                      <a:pt x="21242" y="42164"/>
                    </a:cubicBezTo>
                    <a:cubicBezTo>
                      <a:pt x="32834" y="42164"/>
                      <a:pt x="42232" y="32766"/>
                      <a:pt x="42232" y="21174"/>
                    </a:cubicBezTo>
                    <a:lnTo>
                      <a:pt x="42232" y="21174"/>
                    </a:lnTo>
                    <a:cubicBezTo>
                      <a:pt x="42232" y="9581"/>
                      <a:pt x="32834" y="183"/>
                      <a:pt x="21242" y="183"/>
                    </a:cubicBezTo>
                    <a:close/>
                  </a:path>
                </a:pathLst>
              </a:custGeom>
              <a:solidFill>
                <a:srgbClr val="000000"/>
              </a:solidFill>
              <a:ln w="4794" cap="sq">
                <a:noFill/>
                <a:prstDash val="solid"/>
                <a:round/>
              </a:ln>
            </p:spPr>
            <p:txBody>
              <a:bodyPr rtlCol="0" anchor="ctr"/>
              <a:lstStyle/>
              <a:p>
                <a:endParaRPr lang="en-US"/>
              </a:p>
            </p:txBody>
          </p:sp>
          <p:sp>
            <p:nvSpPr>
              <p:cNvPr id="2034" name="Freeform: Shape 2033">
                <a:extLst>
                  <a:ext uri="{FF2B5EF4-FFF2-40B4-BE49-F238E27FC236}">
                    <a16:creationId xmlns:a16="http://schemas.microsoft.com/office/drawing/2014/main" id="{3A0BB24B-8387-7FD6-DF54-3045383FD90A}"/>
                  </a:ext>
                </a:extLst>
              </p:cNvPr>
              <p:cNvSpPr/>
              <p:nvPr/>
            </p:nvSpPr>
            <p:spPr>
              <a:xfrm>
                <a:off x="7696848" y="8066240"/>
                <a:ext cx="37180" cy="37180"/>
              </a:xfrm>
              <a:custGeom>
                <a:avLst/>
                <a:gdLst>
                  <a:gd name="connsiteX0" fmla="*/ 37441 w 37180"/>
                  <a:gd name="connsiteY0" fmla="*/ 18775 h 37180"/>
                  <a:gd name="connsiteX1" fmla="*/ 18851 w 37180"/>
                  <a:gd name="connsiteY1" fmla="*/ 37365 h 37180"/>
                  <a:gd name="connsiteX2" fmla="*/ 261 w 37180"/>
                  <a:gd name="connsiteY2" fmla="*/ 18775 h 37180"/>
                  <a:gd name="connsiteX3" fmla="*/ 18851 w 37180"/>
                  <a:gd name="connsiteY3" fmla="*/ 185 h 37180"/>
                  <a:gd name="connsiteX4" fmla="*/ 37441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5"/>
                    </a:moveTo>
                    <a:cubicBezTo>
                      <a:pt x="37441" y="29042"/>
                      <a:pt x="29118" y="37365"/>
                      <a:pt x="18851" y="37365"/>
                    </a:cubicBezTo>
                    <a:cubicBezTo>
                      <a:pt x="8584" y="37365"/>
                      <a:pt x="261" y="29042"/>
                      <a:pt x="261" y="18775"/>
                    </a:cubicBezTo>
                    <a:cubicBezTo>
                      <a:pt x="261" y="8508"/>
                      <a:pt x="8584" y="185"/>
                      <a:pt x="18851" y="185"/>
                    </a:cubicBezTo>
                    <a:cubicBezTo>
                      <a:pt x="29118" y="185"/>
                      <a:pt x="37441" y="8508"/>
                      <a:pt x="37441" y="18775"/>
                    </a:cubicBezTo>
                    <a:close/>
                  </a:path>
                </a:pathLst>
              </a:custGeom>
              <a:solidFill>
                <a:srgbClr val="F7CECE"/>
              </a:solidFill>
              <a:ln w="5753" cap="sq">
                <a:noFill/>
                <a:prstDash val="solid"/>
                <a:miter/>
              </a:ln>
            </p:spPr>
            <p:txBody>
              <a:bodyPr rtlCol="0" anchor="ctr"/>
              <a:lstStyle/>
              <a:p>
                <a:endParaRPr lang="en-US"/>
              </a:p>
            </p:txBody>
          </p:sp>
          <p:sp>
            <p:nvSpPr>
              <p:cNvPr id="2035" name="Freeform: Shape 2034">
                <a:extLst>
                  <a:ext uri="{FF2B5EF4-FFF2-40B4-BE49-F238E27FC236}">
                    <a16:creationId xmlns:a16="http://schemas.microsoft.com/office/drawing/2014/main" id="{60134960-4EA3-4FA7-1AA5-F796E2E19240}"/>
                  </a:ext>
                </a:extLst>
              </p:cNvPr>
              <p:cNvSpPr/>
              <p:nvPr/>
            </p:nvSpPr>
            <p:spPr>
              <a:xfrm>
                <a:off x="7694448" y="8063840"/>
                <a:ext cx="41981" cy="41981"/>
              </a:xfrm>
              <a:custGeom>
                <a:avLst/>
                <a:gdLst>
                  <a:gd name="connsiteX0" fmla="*/ 21251 w 41981"/>
                  <a:gd name="connsiteY0" fmla="*/ 4985 h 41981"/>
                  <a:gd name="connsiteX1" fmla="*/ 37441 w 41981"/>
                  <a:gd name="connsiteY1" fmla="*/ 21175 h 41981"/>
                  <a:gd name="connsiteX2" fmla="*/ 37441 w 41981"/>
                  <a:gd name="connsiteY2" fmla="*/ 21175 h 41981"/>
                  <a:gd name="connsiteX3" fmla="*/ 21251 w 41981"/>
                  <a:gd name="connsiteY3" fmla="*/ 37365 h 41981"/>
                  <a:gd name="connsiteX4" fmla="*/ 5061 w 41981"/>
                  <a:gd name="connsiteY4" fmla="*/ 21175 h 41981"/>
                  <a:gd name="connsiteX5" fmla="*/ 21251 w 41981"/>
                  <a:gd name="connsiteY5" fmla="*/ 4985 h 41981"/>
                  <a:gd name="connsiteX6" fmla="*/ 21251 w 41981"/>
                  <a:gd name="connsiteY6" fmla="*/ 185 h 41981"/>
                  <a:gd name="connsiteX7" fmla="*/ 261 w 41981"/>
                  <a:gd name="connsiteY7" fmla="*/ 21175 h 41981"/>
                  <a:gd name="connsiteX8" fmla="*/ 21251 w 41981"/>
                  <a:gd name="connsiteY8" fmla="*/ 42166 h 41981"/>
                  <a:gd name="connsiteX9" fmla="*/ 42242 w 41981"/>
                  <a:gd name="connsiteY9" fmla="*/ 21175 h 41981"/>
                  <a:gd name="connsiteX10" fmla="*/ 42242 w 41981"/>
                  <a:gd name="connsiteY10" fmla="*/ 21175 h 41981"/>
                  <a:gd name="connsiteX11" fmla="*/ 21251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5"/>
                    </a:moveTo>
                    <a:cubicBezTo>
                      <a:pt x="30193" y="4985"/>
                      <a:pt x="37441" y="12233"/>
                      <a:pt x="37441" y="21175"/>
                    </a:cubicBezTo>
                    <a:lnTo>
                      <a:pt x="37441" y="21175"/>
                    </a:lnTo>
                    <a:cubicBezTo>
                      <a:pt x="37441" y="30117"/>
                      <a:pt x="30193" y="37365"/>
                      <a:pt x="21251" y="37365"/>
                    </a:cubicBezTo>
                    <a:cubicBezTo>
                      <a:pt x="12309" y="37365"/>
                      <a:pt x="5061" y="30117"/>
                      <a:pt x="5061" y="21175"/>
                    </a:cubicBezTo>
                    <a:cubicBezTo>
                      <a:pt x="5061" y="12233"/>
                      <a:pt x="12309" y="4985"/>
                      <a:pt x="21251" y="4985"/>
                    </a:cubicBezTo>
                    <a:close/>
                    <a:moveTo>
                      <a:pt x="21251" y="185"/>
                    </a:moveTo>
                    <a:cubicBezTo>
                      <a:pt x="9659" y="185"/>
                      <a:pt x="261" y="9583"/>
                      <a:pt x="261" y="21175"/>
                    </a:cubicBezTo>
                    <a:cubicBezTo>
                      <a:pt x="261" y="32768"/>
                      <a:pt x="9659" y="42166"/>
                      <a:pt x="21251" y="42166"/>
                    </a:cubicBezTo>
                    <a:cubicBezTo>
                      <a:pt x="32844" y="42166"/>
                      <a:pt x="42242" y="32768"/>
                      <a:pt x="42242" y="21175"/>
                    </a:cubicBezTo>
                    <a:lnTo>
                      <a:pt x="42242" y="21175"/>
                    </a:lnTo>
                    <a:cubicBezTo>
                      <a:pt x="42242" y="9583"/>
                      <a:pt x="32844" y="185"/>
                      <a:pt x="21251" y="185"/>
                    </a:cubicBezTo>
                    <a:close/>
                  </a:path>
                </a:pathLst>
              </a:custGeom>
              <a:solidFill>
                <a:srgbClr val="000000"/>
              </a:solidFill>
              <a:ln w="4794" cap="sq">
                <a:noFill/>
                <a:prstDash val="solid"/>
                <a:round/>
              </a:ln>
            </p:spPr>
            <p:txBody>
              <a:bodyPr rtlCol="0" anchor="ctr"/>
              <a:lstStyle/>
              <a:p>
                <a:endParaRPr lang="en-US"/>
              </a:p>
            </p:txBody>
          </p:sp>
          <p:sp>
            <p:nvSpPr>
              <p:cNvPr id="2036" name="Freeform: Shape 2035">
                <a:extLst>
                  <a:ext uri="{FF2B5EF4-FFF2-40B4-BE49-F238E27FC236}">
                    <a16:creationId xmlns:a16="http://schemas.microsoft.com/office/drawing/2014/main" id="{8A4E7EFD-4307-DE7F-4200-C60C7E7C1BDE}"/>
                  </a:ext>
                </a:extLst>
              </p:cNvPr>
              <p:cNvSpPr/>
              <p:nvPr/>
            </p:nvSpPr>
            <p:spPr>
              <a:xfrm>
                <a:off x="7723995" y="8039295"/>
                <a:ext cx="37180" cy="37180"/>
              </a:xfrm>
              <a:custGeom>
                <a:avLst/>
                <a:gdLst>
                  <a:gd name="connsiteX0" fmla="*/ 37446 w 37180"/>
                  <a:gd name="connsiteY0" fmla="*/ 18770 h 37180"/>
                  <a:gd name="connsiteX1" fmla="*/ 18856 w 37180"/>
                  <a:gd name="connsiteY1" fmla="*/ 37361 h 37180"/>
                  <a:gd name="connsiteX2" fmla="*/ 265 w 37180"/>
                  <a:gd name="connsiteY2" fmla="*/ 18770 h 37180"/>
                  <a:gd name="connsiteX3" fmla="*/ 18856 w 37180"/>
                  <a:gd name="connsiteY3" fmla="*/ 180 h 37180"/>
                  <a:gd name="connsiteX4" fmla="*/ 37446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0"/>
                    </a:moveTo>
                    <a:cubicBezTo>
                      <a:pt x="37446" y="29038"/>
                      <a:pt x="29123" y="37361"/>
                      <a:pt x="18856" y="37361"/>
                    </a:cubicBezTo>
                    <a:cubicBezTo>
                      <a:pt x="8589" y="37361"/>
                      <a:pt x="265" y="29038"/>
                      <a:pt x="265" y="18770"/>
                    </a:cubicBezTo>
                    <a:cubicBezTo>
                      <a:pt x="265" y="8503"/>
                      <a:pt x="8589" y="180"/>
                      <a:pt x="18856" y="180"/>
                    </a:cubicBezTo>
                    <a:cubicBezTo>
                      <a:pt x="29123" y="180"/>
                      <a:pt x="37446" y="8503"/>
                      <a:pt x="37446" y="18770"/>
                    </a:cubicBezTo>
                    <a:close/>
                  </a:path>
                </a:pathLst>
              </a:custGeom>
              <a:solidFill>
                <a:srgbClr val="EEF7EE"/>
              </a:solidFill>
              <a:ln w="5753" cap="sq">
                <a:noFill/>
                <a:prstDash val="solid"/>
                <a:miter/>
              </a:ln>
            </p:spPr>
            <p:txBody>
              <a:bodyPr rtlCol="0" anchor="ctr"/>
              <a:lstStyle/>
              <a:p>
                <a:endParaRPr lang="en-US"/>
              </a:p>
            </p:txBody>
          </p:sp>
          <p:sp>
            <p:nvSpPr>
              <p:cNvPr id="2037" name="Freeform: Shape 2036">
                <a:extLst>
                  <a:ext uri="{FF2B5EF4-FFF2-40B4-BE49-F238E27FC236}">
                    <a16:creationId xmlns:a16="http://schemas.microsoft.com/office/drawing/2014/main" id="{FD38279D-F972-838A-FCDA-EAE18A6ADA72}"/>
                  </a:ext>
                </a:extLst>
              </p:cNvPr>
              <p:cNvSpPr/>
              <p:nvPr/>
            </p:nvSpPr>
            <p:spPr>
              <a:xfrm>
                <a:off x="7721595" y="8036895"/>
                <a:ext cx="41981" cy="41981"/>
              </a:xfrm>
              <a:custGeom>
                <a:avLst/>
                <a:gdLst>
                  <a:gd name="connsiteX0" fmla="*/ 21256 w 41981"/>
                  <a:gd name="connsiteY0" fmla="*/ 4980 h 41981"/>
                  <a:gd name="connsiteX1" fmla="*/ 37446 w 41981"/>
                  <a:gd name="connsiteY1" fmla="*/ 21171 h 41981"/>
                  <a:gd name="connsiteX2" fmla="*/ 37446 w 41981"/>
                  <a:gd name="connsiteY2" fmla="*/ 21171 h 41981"/>
                  <a:gd name="connsiteX3" fmla="*/ 21256 w 41981"/>
                  <a:gd name="connsiteY3" fmla="*/ 37361 h 41981"/>
                  <a:gd name="connsiteX4" fmla="*/ 5066 w 41981"/>
                  <a:gd name="connsiteY4" fmla="*/ 21171 h 41981"/>
                  <a:gd name="connsiteX5" fmla="*/ 21256 w 41981"/>
                  <a:gd name="connsiteY5" fmla="*/ 4980 h 41981"/>
                  <a:gd name="connsiteX6" fmla="*/ 21256 w 41981"/>
                  <a:gd name="connsiteY6" fmla="*/ 180 h 41981"/>
                  <a:gd name="connsiteX7" fmla="*/ 265 w 41981"/>
                  <a:gd name="connsiteY7" fmla="*/ 21171 h 41981"/>
                  <a:gd name="connsiteX8" fmla="*/ 21256 w 41981"/>
                  <a:gd name="connsiteY8" fmla="*/ 42161 h 41981"/>
                  <a:gd name="connsiteX9" fmla="*/ 42246 w 41981"/>
                  <a:gd name="connsiteY9" fmla="*/ 21171 h 41981"/>
                  <a:gd name="connsiteX10" fmla="*/ 42246 w 41981"/>
                  <a:gd name="connsiteY10" fmla="*/ 21171 h 41981"/>
                  <a:gd name="connsiteX11" fmla="*/ 21256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0"/>
                    </a:moveTo>
                    <a:cubicBezTo>
                      <a:pt x="30198" y="4980"/>
                      <a:pt x="37446" y="12229"/>
                      <a:pt x="37446" y="21171"/>
                    </a:cubicBezTo>
                    <a:lnTo>
                      <a:pt x="37446" y="21171"/>
                    </a:lnTo>
                    <a:cubicBezTo>
                      <a:pt x="37446" y="30112"/>
                      <a:pt x="30198" y="37361"/>
                      <a:pt x="21256" y="37361"/>
                    </a:cubicBezTo>
                    <a:cubicBezTo>
                      <a:pt x="12314" y="37361"/>
                      <a:pt x="5066" y="30112"/>
                      <a:pt x="5066" y="21171"/>
                    </a:cubicBezTo>
                    <a:cubicBezTo>
                      <a:pt x="5066" y="12229"/>
                      <a:pt x="12314" y="4980"/>
                      <a:pt x="21256" y="4980"/>
                    </a:cubicBezTo>
                    <a:close/>
                    <a:moveTo>
                      <a:pt x="21256" y="180"/>
                    </a:moveTo>
                    <a:cubicBezTo>
                      <a:pt x="9663" y="180"/>
                      <a:pt x="265" y="9578"/>
                      <a:pt x="265" y="21171"/>
                    </a:cubicBezTo>
                    <a:cubicBezTo>
                      <a:pt x="265" y="32763"/>
                      <a:pt x="9663" y="42161"/>
                      <a:pt x="21256" y="42161"/>
                    </a:cubicBezTo>
                    <a:cubicBezTo>
                      <a:pt x="32848" y="42161"/>
                      <a:pt x="42246" y="32763"/>
                      <a:pt x="42246" y="21171"/>
                    </a:cubicBezTo>
                    <a:lnTo>
                      <a:pt x="42246" y="21171"/>
                    </a:lnTo>
                    <a:cubicBezTo>
                      <a:pt x="42246" y="9578"/>
                      <a:pt x="32848" y="180"/>
                      <a:pt x="21256" y="180"/>
                    </a:cubicBezTo>
                    <a:close/>
                  </a:path>
                </a:pathLst>
              </a:custGeom>
              <a:solidFill>
                <a:srgbClr val="000000"/>
              </a:solidFill>
              <a:ln w="4794" cap="sq">
                <a:noFill/>
                <a:prstDash val="solid"/>
                <a:round/>
              </a:ln>
            </p:spPr>
            <p:txBody>
              <a:bodyPr rtlCol="0" anchor="ctr"/>
              <a:lstStyle/>
              <a:p>
                <a:endParaRPr lang="en-US"/>
              </a:p>
            </p:txBody>
          </p:sp>
          <p:sp>
            <p:nvSpPr>
              <p:cNvPr id="2038" name="Freeform: Shape 2037">
                <a:extLst>
                  <a:ext uri="{FF2B5EF4-FFF2-40B4-BE49-F238E27FC236}">
                    <a16:creationId xmlns:a16="http://schemas.microsoft.com/office/drawing/2014/main" id="{5BCB9B48-B487-0007-599D-AC28F54378D4}"/>
                  </a:ext>
                </a:extLst>
              </p:cNvPr>
              <p:cNvSpPr/>
              <p:nvPr/>
            </p:nvSpPr>
            <p:spPr>
              <a:xfrm>
                <a:off x="7634675" y="8049646"/>
                <a:ext cx="37180" cy="37180"/>
              </a:xfrm>
              <a:custGeom>
                <a:avLst/>
                <a:gdLst>
                  <a:gd name="connsiteX0" fmla="*/ 37431 w 37180"/>
                  <a:gd name="connsiteY0" fmla="*/ 18772 h 37180"/>
                  <a:gd name="connsiteX1" fmla="*/ 18840 w 37180"/>
                  <a:gd name="connsiteY1" fmla="*/ 37363 h 37180"/>
                  <a:gd name="connsiteX2" fmla="*/ 250 w 37180"/>
                  <a:gd name="connsiteY2" fmla="*/ 18772 h 37180"/>
                  <a:gd name="connsiteX3" fmla="*/ 18840 w 37180"/>
                  <a:gd name="connsiteY3" fmla="*/ 182 h 37180"/>
                  <a:gd name="connsiteX4" fmla="*/ 37431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2"/>
                    </a:moveTo>
                    <a:cubicBezTo>
                      <a:pt x="37431" y="29039"/>
                      <a:pt x="29107" y="37363"/>
                      <a:pt x="18840" y="37363"/>
                    </a:cubicBezTo>
                    <a:cubicBezTo>
                      <a:pt x="8573" y="37363"/>
                      <a:pt x="250" y="29039"/>
                      <a:pt x="250" y="18772"/>
                    </a:cubicBezTo>
                    <a:cubicBezTo>
                      <a:pt x="250" y="8505"/>
                      <a:pt x="8573" y="182"/>
                      <a:pt x="18840" y="182"/>
                    </a:cubicBezTo>
                    <a:cubicBezTo>
                      <a:pt x="29107" y="182"/>
                      <a:pt x="37431" y="8505"/>
                      <a:pt x="37431" y="18772"/>
                    </a:cubicBezTo>
                    <a:close/>
                  </a:path>
                </a:pathLst>
              </a:custGeom>
              <a:solidFill>
                <a:srgbClr val="F7A594"/>
              </a:solidFill>
              <a:ln w="5753" cap="sq">
                <a:noFill/>
                <a:prstDash val="solid"/>
                <a:miter/>
              </a:ln>
            </p:spPr>
            <p:txBody>
              <a:bodyPr rtlCol="0" anchor="ctr"/>
              <a:lstStyle/>
              <a:p>
                <a:endParaRPr lang="en-US"/>
              </a:p>
            </p:txBody>
          </p:sp>
          <p:sp>
            <p:nvSpPr>
              <p:cNvPr id="2039" name="Freeform: Shape 2038">
                <a:extLst>
                  <a:ext uri="{FF2B5EF4-FFF2-40B4-BE49-F238E27FC236}">
                    <a16:creationId xmlns:a16="http://schemas.microsoft.com/office/drawing/2014/main" id="{D2A41C66-8DE9-E76E-B986-2A4FD5FB0039}"/>
                  </a:ext>
                </a:extLst>
              </p:cNvPr>
              <p:cNvSpPr/>
              <p:nvPr/>
            </p:nvSpPr>
            <p:spPr>
              <a:xfrm>
                <a:off x="7632275" y="8047246"/>
                <a:ext cx="41981" cy="41981"/>
              </a:xfrm>
              <a:custGeom>
                <a:avLst/>
                <a:gdLst>
                  <a:gd name="connsiteX0" fmla="*/ 21240 w 41981"/>
                  <a:gd name="connsiteY0" fmla="*/ 4982 h 41981"/>
                  <a:gd name="connsiteX1" fmla="*/ 37431 w 41981"/>
                  <a:gd name="connsiteY1" fmla="*/ 21172 h 41981"/>
                  <a:gd name="connsiteX2" fmla="*/ 37431 w 41981"/>
                  <a:gd name="connsiteY2" fmla="*/ 21172 h 41981"/>
                  <a:gd name="connsiteX3" fmla="*/ 21240 w 41981"/>
                  <a:gd name="connsiteY3" fmla="*/ 37363 h 41981"/>
                  <a:gd name="connsiteX4" fmla="*/ 5050 w 41981"/>
                  <a:gd name="connsiteY4" fmla="*/ 21172 h 41981"/>
                  <a:gd name="connsiteX5" fmla="*/ 21240 w 41981"/>
                  <a:gd name="connsiteY5" fmla="*/ 4982 h 41981"/>
                  <a:gd name="connsiteX6" fmla="*/ 21240 w 41981"/>
                  <a:gd name="connsiteY6" fmla="*/ 182 h 41981"/>
                  <a:gd name="connsiteX7" fmla="*/ 250 w 41981"/>
                  <a:gd name="connsiteY7" fmla="*/ 21172 h 41981"/>
                  <a:gd name="connsiteX8" fmla="*/ 21240 w 41981"/>
                  <a:gd name="connsiteY8" fmla="*/ 42163 h 41981"/>
                  <a:gd name="connsiteX9" fmla="*/ 42231 w 41981"/>
                  <a:gd name="connsiteY9" fmla="*/ 21172 h 41981"/>
                  <a:gd name="connsiteX10" fmla="*/ 42231 w 41981"/>
                  <a:gd name="connsiteY10" fmla="*/ 21172 h 41981"/>
                  <a:gd name="connsiteX11" fmla="*/ 21240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2"/>
                    </a:moveTo>
                    <a:cubicBezTo>
                      <a:pt x="30182" y="4982"/>
                      <a:pt x="37431" y="12231"/>
                      <a:pt x="37431" y="21172"/>
                    </a:cubicBezTo>
                    <a:lnTo>
                      <a:pt x="37431" y="21172"/>
                    </a:lnTo>
                    <a:cubicBezTo>
                      <a:pt x="37431" y="30114"/>
                      <a:pt x="30182" y="37363"/>
                      <a:pt x="21240" y="37363"/>
                    </a:cubicBezTo>
                    <a:cubicBezTo>
                      <a:pt x="12299" y="37363"/>
                      <a:pt x="5050" y="30114"/>
                      <a:pt x="5050" y="21172"/>
                    </a:cubicBezTo>
                    <a:cubicBezTo>
                      <a:pt x="5050" y="12231"/>
                      <a:pt x="12299" y="4982"/>
                      <a:pt x="21240" y="4982"/>
                    </a:cubicBezTo>
                    <a:close/>
                    <a:moveTo>
                      <a:pt x="21240" y="182"/>
                    </a:moveTo>
                    <a:cubicBezTo>
                      <a:pt x="9648" y="182"/>
                      <a:pt x="250" y="9580"/>
                      <a:pt x="250" y="21172"/>
                    </a:cubicBezTo>
                    <a:cubicBezTo>
                      <a:pt x="250" y="32765"/>
                      <a:pt x="9648" y="42163"/>
                      <a:pt x="21240" y="42163"/>
                    </a:cubicBezTo>
                    <a:cubicBezTo>
                      <a:pt x="32833" y="42163"/>
                      <a:pt x="42231" y="32765"/>
                      <a:pt x="42231" y="21172"/>
                    </a:cubicBezTo>
                    <a:lnTo>
                      <a:pt x="42231" y="21172"/>
                    </a:lnTo>
                    <a:cubicBezTo>
                      <a:pt x="42231" y="9580"/>
                      <a:pt x="32833" y="182"/>
                      <a:pt x="21240" y="182"/>
                    </a:cubicBezTo>
                    <a:close/>
                  </a:path>
                </a:pathLst>
              </a:custGeom>
              <a:solidFill>
                <a:srgbClr val="000000"/>
              </a:solidFill>
              <a:ln w="4794" cap="sq">
                <a:noFill/>
                <a:prstDash val="solid"/>
                <a:round/>
              </a:ln>
            </p:spPr>
            <p:txBody>
              <a:bodyPr rtlCol="0" anchor="ctr"/>
              <a:lstStyle/>
              <a:p>
                <a:endParaRPr lang="en-US"/>
              </a:p>
            </p:txBody>
          </p:sp>
          <p:sp>
            <p:nvSpPr>
              <p:cNvPr id="2040" name="Freeform: Shape 2039">
                <a:extLst>
                  <a:ext uri="{FF2B5EF4-FFF2-40B4-BE49-F238E27FC236}">
                    <a16:creationId xmlns:a16="http://schemas.microsoft.com/office/drawing/2014/main" id="{8F24F4CF-0D19-545C-9C77-143835B5F552}"/>
                  </a:ext>
                </a:extLst>
              </p:cNvPr>
              <p:cNvSpPr/>
              <p:nvPr/>
            </p:nvSpPr>
            <p:spPr>
              <a:xfrm>
                <a:off x="7713212" y="8032844"/>
                <a:ext cx="37180" cy="37180"/>
              </a:xfrm>
              <a:custGeom>
                <a:avLst/>
                <a:gdLst>
                  <a:gd name="connsiteX0" fmla="*/ 37444 w 37180"/>
                  <a:gd name="connsiteY0" fmla="*/ 18769 h 37180"/>
                  <a:gd name="connsiteX1" fmla="*/ 18854 w 37180"/>
                  <a:gd name="connsiteY1" fmla="*/ 37360 h 37180"/>
                  <a:gd name="connsiteX2" fmla="*/ 263 w 37180"/>
                  <a:gd name="connsiteY2" fmla="*/ 18769 h 37180"/>
                  <a:gd name="connsiteX3" fmla="*/ 18854 w 37180"/>
                  <a:gd name="connsiteY3" fmla="*/ 179 h 37180"/>
                  <a:gd name="connsiteX4" fmla="*/ 37444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9"/>
                    </a:moveTo>
                    <a:cubicBezTo>
                      <a:pt x="37444" y="29036"/>
                      <a:pt x="29121" y="37360"/>
                      <a:pt x="18854" y="37360"/>
                    </a:cubicBezTo>
                    <a:cubicBezTo>
                      <a:pt x="8587" y="37360"/>
                      <a:pt x="263" y="29036"/>
                      <a:pt x="263" y="18769"/>
                    </a:cubicBezTo>
                    <a:cubicBezTo>
                      <a:pt x="263" y="8502"/>
                      <a:pt x="8587" y="179"/>
                      <a:pt x="18854" y="179"/>
                    </a:cubicBezTo>
                    <a:cubicBezTo>
                      <a:pt x="29121" y="179"/>
                      <a:pt x="37444" y="8502"/>
                      <a:pt x="37444" y="18769"/>
                    </a:cubicBezTo>
                    <a:close/>
                  </a:path>
                </a:pathLst>
              </a:custGeom>
              <a:solidFill>
                <a:srgbClr val="E8F7E8"/>
              </a:solidFill>
              <a:ln w="5753" cap="sq">
                <a:noFill/>
                <a:prstDash val="solid"/>
                <a:miter/>
              </a:ln>
            </p:spPr>
            <p:txBody>
              <a:bodyPr rtlCol="0" anchor="ctr"/>
              <a:lstStyle/>
              <a:p>
                <a:endParaRPr lang="en-US"/>
              </a:p>
            </p:txBody>
          </p:sp>
          <p:sp>
            <p:nvSpPr>
              <p:cNvPr id="2041" name="Freeform: Shape 2040">
                <a:extLst>
                  <a:ext uri="{FF2B5EF4-FFF2-40B4-BE49-F238E27FC236}">
                    <a16:creationId xmlns:a16="http://schemas.microsoft.com/office/drawing/2014/main" id="{0C04C421-E8F7-593A-B0A5-EAFCC8E695D5}"/>
                  </a:ext>
                </a:extLst>
              </p:cNvPr>
              <p:cNvSpPr/>
              <p:nvPr/>
            </p:nvSpPr>
            <p:spPr>
              <a:xfrm>
                <a:off x="7710812" y="8030444"/>
                <a:ext cx="41981" cy="41981"/>
              </a:xfrm>
              <a:custGeom>
                <a:avLst/>
                <a:gdLst>
                  <a:gd name="connsiteX0" fmla="*/ 21254 w 41981"/>
                  <a:gd name="connsiteY0" fmla="*/ 4979 h 41981"/>
                  <a:gd name="connsiteX1" fmla="*/ 37444 w 41981"/>
                  <a:gd name="connsiteY1" fmla="*/ 21169 h 41981"/>
                  <a:gd name="connsiteX2" fmla="*/ 37444 w 41981"/>
                  <a:gd name="connsiteY2" fmla="*/ 21169 h 41981"/>
                  <a:gd name="connsiteX3" fmla="*/ 21254 w 41981"/>
                  <a:gd name="connsiteY3" fmla="*/ 37360 h 41981"/>
                  <a:gd name="connsiteX4" fmla="*/ 5064 w 41981"/>
                  <a:gd name="connsiteY4" fmla="*/ 21169 h 41981"/>
                  <a:gd name="connsiteX5" fmla="*/ 21254 w 41981"/>
                  <a:gd name="connsiteY5" fmla="*/ 4979 h 41981"/>
                  <a:gd name="connsiteX6" fmla="*/ 21254 w 41981"/>
                  <a:gd name="connsiteY6" fmla="*/ 179 h 41981"/>
                  <a:gd name="connsiteX7" fmla="*/ 263 w 41981"/>
                  <a:gd name="connsiteY7" fmla="*/ 21169 h 41981"/>
                  <a:gd name="connsiteX8" fmla="*/ 21254 w 41981"/>
                  <a:gd name="connsiteY8" fmla="*/ 42160 h 41981"/>
                  <a:gd name="connsiteX9" fmla="*/ 42245 w 41981"/>
                  <a:gd name="connsiteY9" fmla="*/ 21169 h 41981"/>
                  <a:gd name="connsiteX10" fmla="*/ 42245 w 41981"/>
                  <a:gd name="connsiteY10" fmla="*/ 21169 h 41981"/>
                  <a:gd name="connsiteX11" fmla="*/ 21254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9"/>
                    </a:moveTo>
                    <a:cubicBezTo>
                      <a:pt x="30196" y="4979"/>
                      <a:pt x="37444" y="12228"/>
                      <a:pt x="37444" y="21169"/>
                    </a:cubicBezTo>
                    <a:lnTo>
                      <a:pt x="37444" y="21169"/>
                    </a:lnTo>
                    <a:cubicBezTo>
                      <a:pt x="37444" y="30111"/>
                      <a:pt x="30196" y="37360"/>
                      <a:pt x="21254" y="37360"/>
                    </a:cubicBezTo>
                    <a:cubicBezTo>
                      <a:pt x="12312" y="37360"/>
                      <a:pt x="5064" y="30111"/>
                      <a:pt x="5064" y="21169"/>
                    </a:cubicBezTo>
                    <a:cubicBezTo>
                      <a:pt x="5064" y="12228"/>
                      <a:pt x="12312" y="4979"/>
                      <a:pt x="21254" y="4979"/>
                    </a:cubicBezTo>
                    <a:close/>
                    <a:moveTo>
                      <a:pt x="21254" y="179"/>
                    </a:moveTo>
                    <a:cubicBezTo>
                      <a:pt x="9661" y="179"/>
                      <a:pt x="263" y="9577"/>
                      <a:pt x="263" y="21169"/>
                    </a:cubicBezTo>
                    <a:cubicBezTo>
                      <a:pt x="263" y="32762"/>
                      <a:pt x="9661" y="42160"/>
                      <a:pt x="21254" y="42160"/>
                    </a:cubicBezTo>
                    <a:cubicBezTo>
                      <a:pt x="32847" y="42160"/>
                      <a:pt x="42245" y="32762"/>
                      <a:pt x="42245" y="21169"/>
                    </a:cubicBezTo>
                    <a:lnTo>
                      <a:pt x="42245" y="21169"/>
                    </a:lnTo>
                    <a:cubicBezTo>
                      <a:pt x="42245" y="9577"/>
                      <a:pt x="32847" y="179"/>
                      <a:pt x="21254" y="179"/>
                    </a:cubicBezTo>
                    <a:close/>
                  </a:path>
                </a:pathLst>
              </a:custGeom>
              <a:solidFill>
                <a:srgbClr val="000000"/>
              </a:solidFill>
              <a:ln w="4794" cap="sq">
                <a:noFill/>
                <a:prstDash val="solid"/>
                <a:round/>
              </a:ln>
            </p:spPr>
            <p:txBody>
              <a:bodyPr rtlCol="0" anchor="ctr"/>
              <a:lstStyle/>
              <a:p>
                <a:endParaRPr lang="en-US"/>
              </a:p>
            </p:txBody>
          </p:sp>
          <p:sp>
            <p:nvSpPr>
              <p:cNvPr id="2042" name="Freeform: Shape 2041">
                <a:extLst>
                  <a:ext uri="{FF2B5EF4-FFF2-40B4-BE49-F238E27FC236}">
                    <a16:creationId xmlns:a16="http://schemas.microsoft.com/office/drawing/2014/main" id="{E127CC40-C34B-A17B-7757-AB8A0DE8CA49}"/>
                  </a:ext>
                </a:extLst>
              </p:cNvPr>
              <p:cNvSpPr/>
              <p:nvPr/>
            </p:nvSpPr>
            <p:spPr>
              <a:xfrm>
                <a:off x="7676567" y="8038938"/>
                <a:ext cx="37180" cy="37180"/>
              </a:xfrm>
              <a:custGeom>
                <a:avLst/>
                <a:gdLst>
                  <a:gd name="connsiteX0" fmla="*/ 37438 w 37180"/>
                  <a:gd name="connsiteY0" fmla="*/ 18770 h 37180"/>
                  <a:gd name="connsiteX1" fmla="*/ 18847 w 37180"/>
                  <a:gd name="connsiteY1" fmla="*/ 37361 h 37180"/>
                  <a:gd name="connsiteX2" fmla="*/ 257 w 37180"/>
                  <a:gd name="connsiteY2" fmla="*/ 18770 h 37180"/>
                  <a:gd name="connsiteX3" fmla="*/ 18847 w 37180"/>
                  <a:gd name="connsiteY3" fmla="*/ 180 h 37180"/>
                  <a:gd name="connsiteX4" fmla="*/ 37438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0"/>
                    </a:moveTo>
                    <a:cubicBezTo>
                      <a:pt x="37438" y="29037"/>
                      <a:pt x="29115" y="37361"/>
                      <a:pt x="18847" y="37361"/>
                    </a:cubicBezTo>
                    <a:cubicBezTo>
                      <a:pt x="8580" y="37361"/>
                      <a:pt x="257" y="29037"/>
                      <a:pt x="257" y="18770"/>
                    </a:cubicBezTo>
                    <a:cubicBezTo>
                      <a:pt x="257" y="8503"/>
                      <a:pt x="8580" y="180"/>
                      <a:pt x="18847" y="180"/>
                    </a:cubicBezTo>
                    <a:cubicBezTo>
                      <a:pt x="29115" y="180"/>
                      <a:pt x="37438" y="8503"/>
                      <a:pt x="37438" y="18770"/>
                    </a:cubicBezTo>
                    <a:close/>
                  </a:path>
                </a:pathLst>
              </a:custGeom>
              <a:solidFill>
                <a:srgbClr val="EEF7EE"/>
              </a:solidFill>
              <a:ln w="5753" cap="sq">
                <a:noFill/>
                <a:prstDash val="solid"/>
                <a:miter/>
              </a:ln>
            </p:spPr>
            <p:txBody>
              <a:bodyPr rtlCol="0" anchor="ctr"/>
              <a:lstStyle/>
              <a:p>
                <a:endParaRPr lang="en-US"/>
              </a:p>
            </p:txBody>
          </p:sp>
          <p:sp>
            <p:nvSpPr>
              <p:cNvPr id="2043" name="Freeform: Shape 2042">
                <a:extLst>
                  <a:ext uri="{FF2B5EF4-FFF2-40B4-BE49-F238E27FC236}">
                    <a16:creationId xmlns:a16="http://schemas.microsoft.com/office/drawing/2014/main" id="{318940DE-3799-D045-332B-3E18F7DC8134}"/>
                  </a:ext>
                </a:extLst>
              </p:cNvPr>
              <p:cNvSpPr/>
              <p:nvPr/>
            </p:nvSpPr>
            <p:spPr>
              <a:xfrm>
                <a:off x="7674167" y="8036538"/>
                <a:ext cx="41981" cy="41981"/>
              </a:xfrm>
              <a:custGeom>
                <a:avLst/>
                <a:gdLst>
                  <a:gd name="connsiteX0" fmla="*/ 21248 w 41981"/>
                  <a:gd name="connsiteY0" fmla="*/ 4980 h 41981"/>
                  <a:gd name="connsiteX1" fmla="*/ 37438 w 41981"/>
                  <a:gd name="connsiteY1" fmla="*/ 21170 h 41981"/>
                  <a:gd name="connsiteX2" fmla="*/ 37438 w 41981"/>
                  <a:gd name="connsiteY2" fmla="*/ 21170 h 41981"/>
                  <a:gd name="connsiteX3" fmla="*/ 21248 w 41981"/>
                  <a:gd name="connsiteY3" fmla="*/ 37361 h 41981"/>
                  <a:gd name="connsiteX4" fmla="*/ 5057 w 41981"/>
                  <a:gd name="connsiteY4" fmla="*/ 21170 h 41981"/>
                  <a:gd name="connsiteX5" fmla="*/ 21248 w 41981"/>
                  <a:gd name="connsiteY5" fmla="*/ 4980 h 41981"/>
                  <a:gd name="connsiteX6" fmla="*/ 21248 w 41981"/>
                  <a:gd name="connsiteY6" fmla="*/ 180 h 41981"/>
                  <a:gd name="connsiteX7" fmla="*/ 257 w 41981"/>
                  <a:gd name="connsiteY7" fmla="*/ 21170 h 41981"/>
                  <a:gd name="connsiteX8" fmla="*/ 21248 w 41981"/>
                  <a:gd name="connsiteY8" fmla="*/ 42161 h 41981"/>
                  <a:gd name="connsiteX9" fmla="*/ 42238 w 41981"/>
                  <a:gd name="connsiteY9" fmla="*/ 21170 h 41981"/>
                  <a:gd name="connsiteX10" fmla="*/ 42238 w 41981"/>
                  <a:gd name="connsiteY10" fmla="*/ 21170 h 41981"/>
                  <a:gd name="connsiteX11" fmla="*/ 2124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0"/>
                    </a:moveTo>
                    <a:cubicBezTo>
                      <a:pt x="30189" y="4980"/>
                      <a:pt x="37438" y="12229"/>
                      <a:pt x="37438" y="21170"/>
                    </a:cubicBezTo>
                    <a:lnTo>
                      <a:pt x="37438" y="21170"/>
                    </a:lnTo>
                    <a:cubicBezTo>
                      <a:pt x="37438" y="30112"/>
                      <a:pt x="30189" y="37361"/>
                      <a:pt x="21248" y="37361"/>
                    </a:cubicBezTo>
                    <a:cubicBezTo>
                      <a:pt x="12306" y="37361"/>
                      <a:pt x="5057" y="30112"/>
                      <a:pt x="5057" y="21170"/>
                    </a:cubicBezTo>
                    <a:cubicBezTo>
                      <a:pt x="5057" y="12229"/>
                      <a:pt x="12306" y="4980"/>
                      <a:pt x="21248" y="4980"/>
                    </a:cubicBezTo>
                    <a:close/>
                    <a:moveTo>
                      <a:pt x="21248" y="180"/>
                    </a:moveTo>
                    <a:cubicBezTo>
                      <a:pt x="9655" y="180"/>
                      <a:pt x="257" y="9578"/>
                      <a:pt x="257" y="21170"/>
                    </a:cubicBezTo>
                    <a:cubicBezTo>
                      <a:pt x="257" y="32763"/>
                      <a:pt x="9655" y="42161"/>
                      <a:pt x="21248" y="42161"/>
                    </a:cubicBezTo>
                    <a:cubicBezTo>
                      <a:pt x="32840" y="42161"/>
                      <a:pt x="42238" y="32763"/>
                      <a:pt x="42238" y="21170"/>
                    </a:cubicBezTo>
                    <a:lnTo>
                      <a:pt x="42238" y="21170"/>
                    </a:lnTo>
                    <a:cubicBezTo>
                      <a:pt x="42238" y="9578"/>
                      <a:pt x="32840" y="180"/>
                      <a:pt x="21248" y="180"/>
                    </a:cubicBezTo>
                    <a:close/>
                  </a:path>
                </a:pathLst>
              </a:custGeom>
              <a:solidFill>
                <a:srgbClr val="000000"/>
              </a:solidFill>
              <a:ln w="4794" cap="sq">
                <a:noFill/>
                <a:prstDash val="solid"/>
                <a:round/>
              </a:ln>
            </p:spPr>
            <p:txBody>
              <a:bodyPr rtlCol="0" anchor="ctr"/>
              <a:lstStyle/>
              <a:p>
                <a:endParaRPr lang="en-US"/>
              </a:p>
            </p:txBody>
          </p:sp>
          <p:sp>
            <p:nvSpPr>
              <p:cNvPr id="2044" name="Freeform: Shape 2043">
                <a:extLst>
                  <a:ext uri="{FF2B5EF4-FFF2-40B4-BE49-F238E27FC236}">
                    <a16:creationId xmlns:a16="http://schemas.microsoft.com/office/drawing/2014/main" id="{8E1E410A-8F22-4B7B-8DC6-3B779B6DAF38}"/>
                  </a:ext>
                </a:extLst>
              </p:cNvPr>
              <p:cNvSpPr/>
              <p:nvPr/>
            </p:nvSpPr>
            <p:spPr>
              <a:xfrm>
                <a:off x="7791024" y="8047515"/>
                <a:ext cx="37180" cy="37180"/>
              </a:xfrm>
              <a:custGeom>
                <a:avLst/>
                <a:gdLst>
                  <a:gd name="connsiteX0" fmla="*/ 37458 w 37180"/>
                  <a:gd name="connsiteY0" fmla="*/ 18772 h 37180"/>
                  <a:gd name="connsiteX1" fmla="*/ 18867 w 37180"/>
                  <a:gd name="connsiteY1" fmla="*/ 37362 h 37180"/>
                  <a:gd name="connsiteX2" fmla="*/ 277 w 37180"/>
                  <a:gd name="connsiteY2" fmla="*/ 18772 h 37180"/>
                  <a:gd name="connsiteX3" fmla="*/ 18867 w 37180"/>
                  <a:gd name="connsiteY3" fmla="*/ 181 h 37180"/>
                  <a:gd name="connsiteX4" fmla="*/ 37458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72"/>
                    </a:moveTo>
                    <a:cubicBezTo>
                      <a:pt x="37458" y="29039"/>
                      <a:pt x="29135" y="37362"/>
                      <a:pt x="18867" y="37362"/>
                    </a:cubicBezTo>
                    <a:cubicBezTo>
                      <a:pt x="8600" y="37362"/>
                      <a:pt x="277" y="29039"/>
                      <a:pt x="277" y="18772"/>
                    </a:cubicBezTo>
                    <a:cubicBezTo>
                      <a:pt x="277" y="8505"/>
                      <a:pt x="8600" y="181"/>
                      <a:pt x="18867" y="181"/>
                    </a:cubicBezTo>
                    <a:cubicBezTo>
                      <a:pt x="29135" y="181"/>
                      <a:pt x="37458" y="8505"/>
                      <a:pt x="37458" y="18772"/>
                    </a:cubicBezTo>
                    <a:close/>
                  </a:path>
                </a:pathLst>
              </a:custGeom>
              <a:solidFill>
                <a:srgbClr val="F7A579"/>
              </a:solidFill>
              <a:ln w="5753" cap="sq">
                <a:noFill/>
                <a:prstDash val="solid"/>
                <a:miter/>
              </a:ln>
            </p:spPr>
            <p:txBody>
              <a:bodyPr rtlCol="0" anchor="ctr"/>
              <a:lstStyle/>
              <a:p>
                <a:endParaRPr lang="en-US"/>
              </a:p>
            </p:txBody>
          </p:sp>
          <p:sp>
            <p:nvSpPr>
              <p:cNvPr id="2045" name="Freeform: Shape 2044">
                <a:extLst>
                  <a:ext uri="{FF2B5EF4-FFF2-40B4-BE49-F238E27FC236}">
                    <a16:creationId xmlns:a16="http://schemas.microsoft.com/office/drawing/2014/main" id="{A59B920E-E5C1-3A35-1AB3-B1F9A98D5D32}"/>
                  </a:ext>
                </a:extLst>
              </p:cNvPr>
              <p:cNvSpPr/>
              <p:nvPr/>
            </p:nvSpPr>
            <p:spPr>
              <a:xfrm>
                <a:off x="7788624" y="8045115"/>
                <a:ext cx="41981" cy="41981"/>
              </a:xfrm>
              <a:custGeom>
                <a:avLst/>
                <a:gdLst>
                  <a:gd name="connsiteX0" fmla="*/ 21268 w 41981"/>
                  <a:gd name="connsiteY0" fmla="*/ 4982 h 41981"/>
                  <a:gd name="connsiteX1" fmla="*/ 37458 w 41981"/>
                  <a:gd name="connsiteY1" fmla="*/ 21172 h 41981"/>
                  <a:gd name="connsiteX2" fmla="*/ 37458 w 41981"/>
                  <a:gd name="connsiteY2" fmla="*/ 21172 h 41981"/>
                  <a:gd name="connsiteX3" fmla="*/ 21268 w 41981"/>
                  <a:gd name="connsiteY3" fmla="*/ 37362 h 41981"/>
                  <a:gd name="connsiteX4" fmla="*/ 5077 w 41981"/>
                  <a:gd name="connsiteY4" fmla="*/ 21172 h 41981"/>
                  <a:gd name="connsiteX5" fmla="*/ 21268 w 41981"/>
                  <a:gd name="connsiteY5" fmla="*/ 4982 h 41981"/>
                  <a:gd name="connsiteX6" fmla="*/ 21268 w 41981"/>
                  <a:gd name="connsiteY6" fmla="*/ 181 h 41981"/>
                  <a:gd name="connsiteX7" fmla="*/ 277 w 41981"/>
                  <a:gd name="connsiteY7" fmla="*/ 21172 h 41981"/>
                  <a:gd name="connsiteX8" fmla="*/ 21268 w 41981"/>
                  <a:gd name="connsiteY8" fmla="*/ 42163 h 41981"/>
                  <a:gd name="connsiteX9" fmla="*/ 42258 w 41981"/>
                  <a:gd name="connsiteY9" fmla="*/ 21172 h 41981"/>
                  <a:gd name="connsiteX10" fmla="*/ 42258 w 41981"/>
                  <a:gd name="connsiteY10" fmla="*/ 21172 h 41981"/>
                  <a:gd name="connsiteX11" fmla="*/ 2126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82"/>
                    </a:moveTo>
                    <a:cubicBezTo>
                      <a:pt x="30209" y="4982"/>
                      <a:pt x="37458" y="12230"/>
                      <a:pt x="37458" y="21172"/>
                    </a:cubicBezTo>
                    <a:lnTo>
                      <a:pt x="37458" y="21172"/>
                    </a:lnTo>
                    <a:cubicBezTo>
                      <a:pt x="37458" y="30114"/>
                      <a:pt x="30209" y="37362"/>
                      <a:pt x="21268" y="37362"/>
                    </a:cubicBezTo>
                    <a:cubicBezTo>
                      <a:pt x="12326" y="37362"/>
                      <a:pt x="5077" y="30114"/>
                      <a:pt x="5077" y="21172"/>
                    </a:cubicBezTo>
                    <a:cubicBezTo>
                      <a:pt x="5077" y="12230"/>
                      <a:pt x="12326" y="4982"/>
                      <a:pt x="21268" y="4982"/>
                    </a:cubicBezTo>
                    <a:close/>
                    <a:moveTo>
                      <a:pt x="21268" y="181"/>
                    </a:moveTo>
                    <a:cubicBezTo>
                      <a:pt x="9675" y="181"/>
                      <a:pt x="277" y="9579"/>
                      <a:pt x="277" y="21172"/>
                    </a:cubicBezTo>
                    <a:cubicBezTo>
                      <a:pt x="277" y="32765"/>
                      <a:pt x="9675" y="42163"/>
                      <a:pt x="21268" y="42163"/>
                    </a:cubicBezTo>
                    <a:cubicBezTo>
                      <a:pt x="32860" y="42163"/>
                      <a:pt x="42258" y="32765"/>
                      <a:pt x="42258" y="21172"/>
                    </a:cubicBezTo>
                    <a:lnTo>
                      <a:pt x="42258" y="21172"/>
                    </a:lnTo>
                    <a:cubicBezTo>
                      <a:pt x="42258" y="9579"/>
                      <a:pt x="32860" y="181"/>
                      <a:pt x="21268" y="181"/>
                    </a:cubicBezTo>
                    <a:close/>
                  </a:path>
                </a:pathLst>
              </a:custGeom>
              <a:solidFill>
                <a:srgbClr val="000000"/>
              </a:solidFill>
              <a:ln w="4794" cap="sq">
                <a:noFill/>
                <a:prstDash val="solid"/>
                <a:round/>
              </a:ln>
            </p:spPr>
            <p:txBody>
              <a:bodyPr rtlCol="0" anchor="ctr"/>
              <a:lstStyle/>
              <a:p>
                <a:endParaRPr lang="en-US"/>
              </a:p>
            </p:txBody>
          </p:sp>
          <p:sp>
            <p:nvSpPr>
              <p:cNvPr id="2046" name="Freeform: Shape 2045">
                <a:extLst>
                  <a:ext uri="{FF2B5EF4-FFF2-40B4-BE49-F238E27FC236}">
                    <a16:creationId xmlns:a16="http://schemas.microsoft.com/office/drawing/2014/main" id="{F1A4865C-2B5E-A5B6-0958-42094C7B3F66}"/>
                  </a:ext>
                </a:extLst>
              </p:cNvPr>
              <p:cNvSpPr/>
              <p:nvPr/>
            </p:nvSpPr>
            <p:spPr>
              <a:xfrm>
                <a:off x="7854724" y="8008433"/>
                <a:ext cx="37180" cy="37180"/>
              </a:xfrm>
              <a:custGeom>
                <a:avLst/>
                <a:gdLst>
                  <a:gd name="connsiteX0" fmla="*/ 37469 w 37180"/>
                  <a:gd name="connsiteY0" fmla="*/ 18765 h 37180"/>
                  <a:gd name="connsiteX1" fmla="*/ 18878 w 37180"/>
                  <a:gd name="connsiteY1" fmla="*/ 37355 h 37180"/>
                  <a:gd name="connsiteX2" fmla="*/ 288 w 37180"/>
                  <a:gd name="connsiteY2" fmla="*/ 18765 h 37180"/>
                  <a:gd name="connsiteX3" fmla="*/ 18878 w 37180"/>
                  <a:gd name="connsiteY3" fmla="*/ 175 h 37180"/>
                  <a:gd name="connsiteX4" fmla="*/ 37469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65"/>
                    </a:moveTo>
                    <a:cubicBezTo>
                      <a:pt x="37469" y="29032"/>
                      <a:pt x="29146" y="37355"/>
                      <a:pt x="18878" y="37355"/>
                    </a:cubicBezTo>
                    <a:cubicBezTo>
                      <a:pt x="8611" y="37355"/>
                      <a:pt x="288" y="29032"/>
                      <a:pt x="288" y="18765"/>
                    </a:cubicBezTo>
                    <a:cubicBezTo>
                      <a:pt x="288" y="8498"/>
                      <a:pt x="8611" y="175"/>
                      <a:pt x="18878" y="175"/>
                    </a:cubicBezTo>
                    <a:cubicBezTo>
                      <a:pt x="29146" y="175"/>
                      <a:pt x="37469" y="8498"/>
                      <a:pt x="37469" y="18765"/>
                    </a:cubicBezTo>
                    <a:close/>
                  </a:path>
                </a:pathLst>
              </a:custGeom>
              <a:solidFill>
                <a:srgbClr val="00F700"/>
              </a:solidFill>
              <a:ln w="5753" cap="sq">
                <a:noFill/>
                <a:prstDash val="solid"/>
                <a:miter/>
              </a:ln>
            </p:spPr>
            <p:txBody>
              <a:bodyPr rtlCol="0" anchor="ctr"/>
              <a:lstStyle/>
              <a:p>
                <a:endParaRPr lang="en-US"/>
              </a:p>
            </p:txBody>
          </p:sp>
          <p:sp>
            <p:nvSpPr>
              <p:cNvPr id="2047" name="Freeform: Shape 2046">
                <a:extLst>
                  <a:ext uri="{FF2B5EF4-FFF2-40B4-BE49-F238E27FC236}">
                    <a16:creationId xmlns:a16="http://schemas.microsoft.com/office/drawing/2014/main" id="{CABA0B04-6760-CC45-0BD7-C1E9F7969E8E}"/>
                  </a:ext>
                </a:extLst>
              </p:cNvPr>
              <p:cNvSpPr/>
              <p:nvPr/>
            </p:nvSpPr>
            <p:spPr>
              <a:xfrm>
                <a:off x="7852324" y="8006033"/>
                <a:ext cx="41981" cy="41981"/>
              </a:xfrm>
              <a:custGeom>
                <a:avLst/>
                <a:gdLst>
                  <a:gd name="connsiteX0" fmla="*/ 21279 w 41981"/>
                  <a:gd name="connsiteY0" fmla="*/ 4975 h 41981"/>
                  <a:gd name="connsiteX1" fmla="*/ 37469 w 41981"/>
                  <a:gd name="connsiteY1" fmla="*/ 21165 h 41981"/>
                  <a:gd name="connsiteX2" fmla="*/ 37469 w 41981"/>
                  <a:gd name="connsiteY2" fmla="*/ 21165 h 41981"/>
                  <a:gd name="connsiteX3" fmla="*/ 21279 w 41981"/>
                  <a:gd name="connsiteY3" fmla="*/ 37355 h 41981"/>
                  <a:gd name="connsiteX4" fmla="*/ 5088 w 41981"/>
                  <a:gd name="connsiteY4" fmla="*/ 21165 h 41981"/>
                  <a:gd name="connsiteX5" fmla="*/ 21279 w 41981"/>
                  <a:gd name="connsiteY5" fmla="*/ 4975 h 41981"/>
                  <a:gd name="connsiteX6" fmla="*/ 21279 w 41981"/>
                  <a:gd name="connsiteY6" fmla="*/ 175 h 41981"/>
                  <a:gd name="connsiteX7" fmla="*/ 288 w 41981"/>
                  <a:gd name="connsiteY7" fmla="*/ 21165 h 41981"/>
                  <a:gd name="connsiteX8" fmla="*/ 21279 w 41981"/>
                  <a:gd name="connsiteY8" fmla="*/ 42156 h 41981"/>
                  <a:gd name="connsiteX9" fmla="*/ 42269 w 41981"/>
                  <a:gd name="connsiteY9" fmla="*/ 21165 h 41981"/>
                  <a:gd name="connsiteX10" fmla="*/ 42269 w 41981"/>
                  <a:gd name="connsiteY10" fmla="*/ 21165 h 41981"/>
                  <a:gd name="connsiteX11" fmla="*/ 21279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75"/>
                    </a:moveTo>
                    <a:cubicBezTo>
                      <a:pt x="30220" y="4975"/>
                      <a:pt x="37469" y="12223"/>
                      <a:pt x="37469" y="21165"/>
                    </a:cubicBezTo>
                    <a:lnTo>
                      <a:pt x="37469" y="21165"/>
                    </a:lnTo>
                    <a:cubicBezTo>
                      <a:pt x="37469" y="30107"/>
                      <a:pt x="30220" y="37355"/>
                      <a:pt x="21279" y="37355"/>
                    </a:cubicBezTo>
                    <a:cubicBezTo>
                      <a:pt x="12337" y="37355"/>
                      <a:pt x="5088" y="30107"/>
                      <a:pt x="5088" y="21165"/>
                    </a:cubicBezTo>
                    <a:cubicBezTo>
                      <a:pt x="5088" y="12223"/>
                      <a:pt x="12337" y="4975"/>
                      <a:pt x="21279" y="4975"/>
                    </a:cubicBezTo>
                    <a:close/>
                    <a:moveTo>
                      <a:pt x="21279" y="175"/>
                    </a:moveTo>
                    <a:cubicBezTo>
                      <a:pt x="9686" y="175"/>
                      <a:pt x="288" y="9573"/>
                      <a:pt x="288" y="21165"/>
                    </a:cubicBezTo>
                    <a:cubicBezTo>
                      <a:pt x="288" y="32758"/>
                      <a:pt x="9686" y="42156"/>
                      <a:pt x="21279" y="42156"/>
                    </a:cubicBezTo>
                    <a:cubicBezTo>
                      <a:pt x="32871" y="42156"/>
                      <a:pt x="42269" y="32758"/>
                      <a:pt x="42269" y="21165"/>
                    </a:cubicBezTo>
                    <a:lnTo>
                      <a:pt x="42269" y="21165"/>
                    </a:lnTo>
                    <a:cubicBezTo>
                      <a:pt x="42269" y="9573"/>
                      <a:pt x="32871" y="175"/>
                      <a:pt x="21279" y="175"/>
                    </a:cubicBezTo>
                    <a:close/>
                  </a:path>
                </a:pathLst>
              </a:custGeom>
              <a:solidFill>
                <a:srgbClr val="000000"/>
              </a:solidFill>
              <a:ln w="4794" cap="sq">
                <a:noFill/>
                <a:prstDash val="solid"/>
                <a:round/>
              </a:ln>
            </p:spPr>
            <p:txBody>
              <a:bodyPr rtlCol="0" anchor="ctr"/>
              <a:lstStyle/>
              <a:p>
                <a:endParaRPr lang="en-US"/>
              </a:p>
            </p:txBody>
          </p:sp>
          <p:sp>
            <p:nvSpPr>
              <p:cNvPr id="2048" name="Freeform: Shape 2047">
                <a:extLst>
                  <a:ext uri="{FF2B5EF4-FFF2-40B4-BE49-F238E27FC236}">
                    <a16:creationId xmlns:a16="http://schemas.microsoft.com/office/drawing/2014/main" id="{AAD16FFB-2ECF-2047-3751-C397FF5F7336}"/>
                  </a:ext>
                </a:extLst>
              </p:cNvPr>
              <p:cNvSpPr/>
              <p:nvPr/>
            </p:nvSpPr>
            <p:spPr>
              <a:xfrm>
                <a:off x="7725648" y="8055245"/>
                <a:ext cx="37180" cy="37180"/>
              </a:xfrm>
              <a:custGeom>
                <a:avLst/>
                <a:gdLst>
                  <a:gd name="connsiteX0" fmla="*/ 37446 w 37180"/>
                  <a:gd name="connsiteY0" fmla="*/ 18773 h 37180"/>
                  <a:gd name="connsiteX1" fmla="*/ 18856 w 37180"/>
                  <a:gd name="connsiteY1" fmla="*/ 37364 h 37180"/>
                  <a:gd name="connsiteX2" fmla="*/ 266 w 37180"/>
                  <a:gd name="connsiteY2" fmla="*/ 18773 h 37180"/>
                  <a:gd name="connsiteX3" fmla="*/ 18856 w 37180"/>
                  <a:gd name="connsiteY3" fmla="*/ 183 h 37180"/>
                  <a:gd name="connsiteX4" fmla="*/ 3744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3"/>
                    </a:moveTo>
                    <a:cubicBezTo>
                      <a:pt x="37446" y="29040"/>
                      <a:pt x="29123" y="37364"/>
                      <a:pt x="18856" y="37364"/>
                    </a:cubicBezTo>
                    <a:cubicBezTo>
                      <a:pt x="8589" y="37364"/>
                      <a:pt x="266" y="29040"/>
                      <a:pt x="266" y="18773"/>
                    </a:cubicBezTo>
                    <a:cubicBezTo>
                      <a:pt x="266" y="8506"/>
                      <a:pt x="8589" y="183"/>
                      <a:pt x="18856" y="183"/>
                    </a:cubicBezTo>
                    <a:cubicBezTo>
                      <a:pt x="29123" y="183"/>
                      <a:pt x="37446" y="8506"/>
                      <a:pt x="37446" y="18773"/>
                    </a:cubicBezTo>
                    <a:close/>
                  </a:path>
                </a:pathLst>
              </a:custGeom>
              <a:solidFill>
                <a:srgbClr val="F7F6F6"/>
              </a:solidFill>
              <a:ln w="5753" cap="sq">
                <a:noFill/>
                <a:prstDash val="solid"/>
                <a:miter/>
              </a:ln>
            </p:spPr>
            <p:txBody>
              <a:bodyPr rtlCol="0" anchor="ctr"/>
              <a:lstStyle/>
              <a:p>
                <a:endParaRPr lang="en-US"/>
              </a:p>
            </p:txBody>
          </p:sp>
          <p:sp>
            <p:nvSpPr>
              <p:cNvPr id="2049" name="Freeform: Shape 2048">
                <a:extLst>
                  <a:ext uri="{FF2B5EF4-FFF2-40B4-BE49-F238E27FC236}">
                    <a16:creationId xmlns:a16="http://schemas.microsoft.com/office/drawing/2014/main" id="{2D2CFBC4-AB3B-CD7F-63C5-C49DFA2A4C89}"/>
                  </a:ext>
                </a:extLst>
              </p:cNvPr>
              <p:cNvSpPr/>
              <p:nvPr/>
            </p:nvSpPr>
            <p:spPr>
              <a:xfrm>
                <a:off x="7723248" y="8052844"/>
                <a:ext cx="41981" cy="41981"/>
              </a:xfrm>
              <a:custGeom>
                <a:avLst/>
                <a:gdLst>
                  <a:gd name="connsiteX0" fmla="*/ 21256 w 41981"/>
                  <a:gd name="connsiteY0" fmla="*/ 4983 h 41981"/>
                  <a:gd name="connsiteX1" fmla="*/ 37446 w 41981"/>
                  <a:gd name="connsiteY1" fmla="*/ 21173 h 41981"/>
                  <a:gd name="connsiteX2" fmla="*/ 37446 w 41981"/>
                  <a:gd name="connsiteY2" fmla="*/ 21173 h 41981"/>
                  <a:gd name="connsiteX3" fmla="*/ 21256 w 41981"/>
                  <a:gd name="connsiteY3" fmla="*/ 37364 h 41981"/>
                  <a:gd name="connsiteX4" fmla="*/ 5066 w 41981"/>
                  <a:gd name="connsiteY4" fmla="*/ 21173 h 41981"/>
                  <a:gd name="connsiteX5" fmla="*/ 21256 w 41981"/>
                  <a:gd name="connsiteY5" fmla="*/ 4983 h 41981"/>
                  <a:gd name="connsiteX6" fmla="*/ 21256 w 41981"/>
                  <a:gd name="connsiteY6" fmla="*/ 183 h 41981"/>
                  <a:gd name="connsiteX7" fmla="*/ 266 w 41981"/>
                  <a:gd name="connsiteY7" fmla="*/ 21173 h 41981"/>
                  <a:gd name="connsiteX8" fmla="*/ 21256 w 41981"/>
                  <a:gd name="connsiteY8" fmla="*/ 42164 h 41981"/>
                  <a:gd name="connsiteX9" fmla="*/ 42247 w 41981"/>
                  <a:gd name="connsiteY9" fmla="*/ 21173 h 41981"/>
                  <a:gd name="connsiteX10" fmla="*/ 42247 w 41981"/>
                  <a:gd name="connsiteY10" fmla="*/ 21173 h 41981"/>
                  <a:gd name="connsiteX11" fmla="*/ 21256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3"/>
                    </a:moveTo>
                    <a:cubicBezTo>
                      <a:pt x="30198" y="4983"/>
                      <a:pt x="37446" y="12231"/>
                      <a:pt x="37446" y="21173"/>
                    </a:cubicBezTo>
                    <a:lnTo>
                      <a:pt x="37446" y="21173"/>
                    </a:lnTo>
                    <a:cubicBezTo>
                      <a:pt x="37446" y="30115"/>
                      <a:pt x="30198" y="37364"/>
                      <a:pt x="21256" y="37364"/>
                    </a:cubicBezTo>
                    <a:cubicBezTo>
                      <a:pt x="12314" y="37364"/>
                      <a:pt x="5066" y="30115"/>
                      <a:pt x="5066" y="21173"/>
                    </a:cubicBezTo>
                    <a:cubicBezTo>
                      <a:pt x="5066" y="12231"/>
                      <a:pt x="12314" y="4983"/>
                      <a:pt x="21256" y="4983"/>
                    </a:cubicBezTo>
                    <a:close/>
                    <a:moveTo>
                      <a:pt x="21256" y="183"/>
                    </a:moveTo>
                    <a:cubicBezTo>
                      <a:pt x="9664" y="183"/>
                      <a:pt x="266" y="9581"/>
                      <a:pt x="266" y="21173"/>
                    </a:cubicBezTo>
                    <a:cubicBezTo>
                      <a:pt x="266" y="32766"/>
                      <a:pt x="9664" y="42164"/>
                      <a:pt x="21256" y="42164"/>
                    </a:cubicBezTo>
                    <a:cubicBezTo>
                      <a:pt x="32849" y="42164"/>
                      <a:pt x="42247" y="32766"/>
                      <a:pt x="42247" y="21173"/>
                    </a:cubicBezTo>
                    <a:lnTo>
                      <a:pt x="42247" y="21173"/>
                    </a:lnTo>
                    <a:cubicBezTo>
                      <a:pt x="42247" y="9581"/>
                      <a:pt x="32849" y="183"/>
                      <a:pt x="21256" y="183"/>
                    </a:cubicBezTo>
                    <a:close/>
                  </a:path>
                </a:pathLst>
              </a:custGeom>
              <a:solidFill>
                <a:srgbClr val="000000"/>
              </a:solidFill>
              <a:ln w="4794" cap="sq">
                <a:noFill/>
                <a:prstDash val="solid"/>
                <a:round/>
              </a:ln>
            </p:spPr>
            <p:txBody>
              <a:bodyPr rtlCol="0" anchor="ctr"/>
              <a:lstStyle/>
              <a:p>
                <a:endParaRPr lang="en-US"/>
              </a:p>
            </p:txBody>
          </p:sp>
          <p:sp>
            <p:nvSpPr>
              <p:cNvPr id="2050" name="Freeform: Shape 2049">
                <a:extLst>
                  <a:ext uri="{FF2B5EF4-FFF2-40B4-BE49-F238E27FC236}">
                    <a16:creationId xmlns:a16="http://schemas.microsoft.com/office/drawing/2014/main" id="{8F4BF51C-F3A2-FFE4-0C51-3B34F9517630}"/>
                  </a:ext>
                </a:extLst>
              </p:cNvPr>
              <p:cNvSpPr/>
              <p:nvPr/>
            </p:nvSpPr>
            <p:spPr>
              <a:xfrm>
                <a:off x="7667207" y="8067675"/>
                <a:ext cx="37180" cy="37180"/>
              </a:xfrm>
              <a:custGeom>
                <a:avLst/>
                <a:gdLst>
                  <a:gd name="connsiteX0" fmla="*/ 37436 w 37180"/>
                  <a:gd name="connsiteY0" fmla="*/ 18775 h 37180"/>
                  <a:gd name="connsiteX1" fmla="*/ 18846 w 37180"/>
                  <a:gd name="connsiteY1" fmla="*/ 37366 h 37180"/>
                  <a:gd name="connsiteX2" fmla="*/ 255 w 37180"/>
                  <a:gd name="connsiteY2" fmla="*/ 18775 h 37180"/>
                  <a:gd name="connsiteX3" fmla="*/ 18846 w 37180"/>
                  <a:gd name="connsiteY3" fmla="*/ 185 h 37180"/>
                  <a:gd name="connsiteX4" fmla="*/ 37436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5"/>
                    </a:moveTo>
                    <a:cubicBezTo>
                      <a:pt x="37436" y="29042"/>
                      <a:pt x="29113" y="37366"/>
                      <a:pt x="18846" y="37366"/>
                    </a:cubicBezTo>
                    <a:cubicBezTo>
                      <a:pt x="8579" y="37366"/>
                      <a:pt x="255" y="29042"/>
                      <a:pt x="255" y="18775"/>
                    </a:cubicBezTo>
                    <a:cubicBezTo>
                      <a:pt x="255" y="8508"/>
                      <a:pt x="8579" y="185"/>
                      <a:pt x="18846" y="185"/>
                    </a:cubicBezTo>
                    <a:cubicBezTo>
                      <a:pt x="29113" y="185"/>
                      <a:pt x="37436" y="8508"/>
                      <a:pt x="37436" y="18775"/>
                    </a:cubicBezTo>
                    <a:close/>
                  </a:path>
                </a:pathLst>
              </a:custGeom>
              <a:solidFill>
                <a:srgbClr val="F7A518"/>
              </a:solidFill>
              <a:ln w="5753" cap="sq">
                <a:noFill/>
                <a:prstDash val="solid"/>
                <a:miter/>
              </a:ln>
            </p:spPr>
            <p:txBody>
              <a:bodyPr rtlCol="0" anchor="ctr"/>
              <a:lstStyle/>
              <a:p>
                <a:endParaRPr lang="en-US"/>
              </a:p>
            </p:txBody>
          </p:sp>
          <p:sp>
            <p:nvSpPr>
              <p:cNvPr id="2051" name="Freeform: Shape 2050">
                <a:extLst>
                  <a:ext uri="{FF2B5EF4-FFF2-40B4-BE49-F238E27FC236}">
                    <a16:creationId xmlns:a16="http://schemas.microsoft.com/office/drawing/2014/main" id="{4DBAC8E7-21CD-A1A6-E2AB-BF607A7CE34A}"/>
                  </a:ext>
                </a:extLst>
              </p:cNvPr>
              <p:cNvSpPr/>
              <p:nvPr/>
            </p:nvSpPr>
            <p:spPr>
              <a:xfrm>
                <a:off x="7664807" y="8065275"/>
                <a:ext cx="41981" cy="41981"/>
              </a:xfrm>
              <a:custGeom>
                <a:avLst/>
                <a:gdLst>
                  <a:gd name="connsiteX0" fmla="*/ 21246 w 41981"/>
                  <a:gd name="connsiteY0" fmla="*/ 4985 h 41981"/>
                  <a:gd name="connsiteX1" fmla="*/ 37436 w 41981"/>
                  <a:gd name="connsiteY1" fmla="*/ 21175 h 41981"/>
                  <a:gd name="connsiteX2" fmla="*/ 37436 w 41981"/>
                  <a:gd name="connsiteY2" fmla="*/ 21175 h 41981"/>
                  <a:gd name="connsiteX3" fmla="*/ 21246 w 41981"/>
                  <a:gd name="connsiteY3" fmla="*/ 37366 h 41981"/>
                  <a:gd name="connsiteX4" fmla="*/ 5056 w 41981"/>
                  <a:gd name="connsiteY4" fmla="*/ 21175 h 41981"/>
                  <a:gd name="connsiteX5" fmla="*/ 21246 w 41981"/>
                  <a:gd name="connsiteY5" fmla="*/ 4985 h 41981"/>
                  <a:gd name="connsiteX6" fmla="*/ 21246 w 41981"/>
                  <a:gd name="connsiteY6" fmla="*/ 185 h 41981"/>
                  <a:gd name="connsiteX7" fmla="*/ 255 w 41981"/>
                  <a:gd name="connsiteY7" fmla="*/ 21175 h 41981"/>
                  <a:gd name="connsiteX8" fmla="*/ 21246 w 41981"/>
                  <a:gd name="connsiteY8" fmla="*/ 42166 h 41981"/>
                  <a:gd name="connsiteX9" fmla="*/ 42237 w 41981"/>
                  <a:gd name="connsiteY9" fmla="*/ 21175 h 41981"/>
                  <a:gd name="connsiteX10" fmla="*/ 42237 w 41981"/>
                  <a:gd name="connsiteY10" fmla="*/ 21175 h 41981"/>
                  <a:gd name="connsiteX11" fmla="*/ 21246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5"/>
                    </a:moveTo>
                    <a:cubicBezTo>
                      <a:pt x="30188" y="4985"/>
                      <a:pt x="37436" y="12234"/>
                      <a:pt x="37436" y="21175"/>
                    </a:cubicBezTo>
                    <a:lnTo>
                      <a:pt x="37436" y="21175"/>
                    </a:lnTo>
                    <a:cubicBezTo>
                      <a:pt x="37436" y="30117"/>
                      <a:pt x="30188" y="37366"/>
                      <a:pt x="21246" y="37366"/>
                    </a:cubicBezTo>
                    <a:cubicBezTo>
                      <a:pt x="12304" y="37366"/>
                      <a:pt x="5056" y="30117"/>
                      <a:pt x="5056" y="21175"/>
                    </a:cubicBezTo>
                    <a:cubicBezTo>
                      <a:pt x="5056" y="12234"/>
                      <a:pt x="12304" y="4985"/>
                      <a:pt x="21246" y="4985"/>
                    </a:cubicBezTo>
                    <a:close/>
                    <a:moveTo>
                      <a:pt x="21246" y="185"/>
                    </a:moveTo>
                    <a:cubicBezTo>
                      <a:pt x="9653" y="185"/>
                      <a:pt x="255" y="9583"/>
                      <a:pt x="255" y="21175"/>
                    </a:cubicBezTo>
                    <a:cubicBezTo>
                      <a:pt x="255" y="32768"/>
                      <a:pt x="9653" y="42166"/>
                      <a:pt x="21246" y="42166"/>
                    </a:cubicBezTo>
                    <a:cubicBezTo>
                      <a:pt x="32839" y="42166"/>
                      <a:pt x="42237" y="32768"/>
                      <a:pt x="42237" y="21175"/>
                    </a:cubicBezTo>
                    <a:lnTo>
                      <a:pt x="42237" y="21175"/>
                    </a:lnTo>
                    <a:cubicBezTo>
                      <a:pt x="42237" y="9583"/>
                      <a:pt x="32839" y="185"/>
                      <a:pt x="21246" y="185"/>
                    </a:cubicBezTo>
                    <a:close/>
                  </a:path>
                </a:pathLst>
              </a:custGeom>
              <a:solidFill>
                <a:srgbClr val="000000"/>
              </a:solidFill>
              <a:ln w="4794" cap="sq">
                <a:noFill/>
                <a:prstDash val="solid"/>
                <a:round/>
              </a:ln>
            </p:spPr>
            <p:txBody>
              <a:bodyPr rtlCol="0" anchor="ctr"/>
              <a:lstStyle/>
              <a:p>
                <a:endParaRPr lang="en-US"/>
              </a:p>
            </p:txBody>
          </p:sp>
          <p:sp>
            <p:nvSpPr>
              <p:cNvPr id="2052" name="Freeform: Shape 2051">
                <a:extLst>
                  <a:ext uri="{FF2B5EF4-FFF2-40B4-BE49-F238E27FC236}">
                    <a16:creationId xmlns:a16="http://schemas.microsoft.com/office/drawing/2014/main" id="{B66D1444-15B6-6F1F-9BFE-0AA9170D74F3}"/>
                  </a:ext>
                </a:extLst>
              </p:cNvPr>
              <p:cNvSpPr/>
              <p:nvPr/>
            </p:nvSpPr>
            <p:spPr>
              <a:xfrm>
                <a:off x="7774263" y="8039750"/>
                <a:ext cx="37180" cy="37180"/>
              </a:xfrm>
              <a:custGeom>
                <a:avLst/>
                <a:gdLst>
                  <a:gd name="connsiteX0" fmla="*/ 37455 w 37180"/>
                  <a:gd name="connsiteY0" fmla="*/ 18770 h 37180"/>
                  <a:gd name="connsiteX1" fmla="*/ 18864 w 37180"/>
                  <a:gd name="connsiteY1" fmla="*/ 37361 h 37180"/>
                  <a:gd name="connsiteX2" fmla="*/ 274 w 37180"/>
                  <a:gd name="connsiteY2" fmla="*/ 18770 h 37180"/>
                  <a:gd name="connsiteX3" fmla="*/ 18864 w 37180"/>
                  <a:gd name="connsiteY3" fmla="*/ 180 h 37180"/>
                  <a:gd name="connsiteX4" fmla="*/ 37455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70"/>
                    </a:moveTo>
                    <a:cubicBezTo>
                      <a:pt x="37455" y="29038"/>
                      <a:pt x="29132" y="37361"/>
                      <a:pt x="18864" y="37361"/>
                    </a:cubicBezTo>
                    <a:cubicBezTo>
                      <a:pt x="8597" y="37361"/>
                      <a:pt x="274" y="29038"/>
                      <a:pt x="274" y="18770"/>
                    </a:cubicBezTo>
                    <a:cubicBezTo>
                      <a:pt x="274" y="8503"/>
                      <a:pt x="8597" y="180"/>
                      <a:pt x="18864" y="180"/>
                    </a:cubicBezTo>
                    <a:cubicBezTo>
                      <a:pt x="29132" y="180"/>
                      <a:pt x="37455" y="8503"/>
                      <a:pt x="37455" y="18770"/>
                    </a:cubicBezTo>
                    <a:close/>
                  </a:path>
                </a:pathLst>
              </a:custGeom>
              <a:solidFill>
                <a:srgbClr val="F7A554"/>
              </a:solidFill>
              <a:ln w="5753" cap="sq">
                <a:noFill/>
                <a:prstDash val="solid"/>
                <a:miter/>
              </a:ln>
            </p:spPr>
            <p:txBody>
              <a:bodyPr rtlCol="0" anchor="ctr"/>
              <a:lstStyle/>
              <a:p>
                <a:endParaRPr lang="en-US"/>
              </a:p>
            </p:txBody>
          </p:sp>
          <p:sp>
            <p:nvSpPr>
              <p:cNvPr id="2053" name="Freeform: Shape 2052">
                <a:extLst>
                  <a:ext uri="{FF2B5EF4-FFF2-40B4-BE49-F238E27FC236}">
                    <a16:creationId xmlns:a16="http://schemas.microsoft.com/office/drawing/2014/main" id="{FCF22B4B-E1F9-1107-4C7B-0A89BE849732}"/>
                  </a:ext>
                </a:extLst>
              </p:cNvPr>
              <p:cNvSpPr/>
              <p:nvPr/>
            </p:nvSpPr>
            <p:spPr>
              <a:xfrm>
                <a:off x="7771862" y="8037350"/>
                <a:ext cx="41981" cy="41981"/>
              </a:xfrm>
              <a:custGeom>
                <a:avLst/>
                <a:gdLst>
                  <a:gd name="connsiteX0" fmla="*/ 21265 w 41981"/>
                  <a:gd name="connsiteY0" fmla="*/ 4980 h 41981"/>
                  <a:gd name="connsiteX1" fmla="*/ 37455 w 41981"/>
                  <a:gd name="connsiteY1" fmla="*/ 21171 h 41981"/>
                  <a:gd name="connsiteX2" fmla="*/ 37455 w 41981"/>
                  <a:gd name="connsiteY2" fmla="*/ 21171 h 41981"/>
                  <a:gd name="connsiteX3" fmla="*/ 21265 w 41981"/>
                  <a:gd name="connsiteY3" fmla="*/ 37361 h 41981"/>
                  <a:gd name="connsiteX4" fmla="*/ 5074 w 41981"/>
                  <a:gd name="connsiteY4" fmla="*/ 21171 h 41981"/>
                  <a:gd name="connsiteX5" fmla="*/ 21265 w 41981"/>
                  <a:gd name="connsiteY5" fmla="*/ 4980 h 41981"/>
                  <a:gd name="connsiteX6" fmla="*/ 21265 w 41981"/>
                  <a:gd name="connsiteY6" fmla="*/ 180 h 41981"/>
                  <a:gd name="connsiteX7" fmla="*/ 274 w 41981"/>
                  <a:gd name="connsiteY7" fmla="*/ 21171 h 41981"/>
                  <a:gd name="connsiteX8" fmla="*/ 21265 w 41981"/>
                  <a:gd name="connsiteY8" fmla="*/ 42161 h 41981"/>
                  <a:gd name="connsiteX9" fmla="*/ 42255 w 41981"/>
                  <a:gd name="connsiteY9" fmla="*/ 21171 h 41981"/>
                  <a:gd name="connsiteX10" fmla="*/ 42255 w 41981"/>
                  <a:gd name="connsiteY10" fmla="*/ 21171 h 41981"/>
                  <a:gd name="connsiteX11" fmla="*/ 21265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80"/>
                    </a:moveTo>
                    <a:cubicBezTo>
                      <a:pt x="30206" y="4980"/>
                      <a:pt x="37455" y="12229"/>
                      <a:pt x="37455" y="21171"/>
                    </a:cubicBezTo>
                    <a:lnTo>
                      <a:pt x="37455" y="21171"/>
                    </a:lnTo>
                    <a:cubicBezTo>
                      <a:pt x="37455" y="30112"/>
                      <a:pt x="30206" y="37361"/>
                      <a:pt x="21265" y="37361"/>
                    </a:cubicBezTo>
                    <a:cubicBezTo>
                      <a:pt x="12323" y="37361"/>
                      <a:pt x="5074" y="30112"/>
                      <a:pt x="5074" y="21171"/>
                    </a:cubicBezTo>
                    <a:cubicBezTo>
                      <a:pt x="5074" y="12229"/>
                      <a:pt x="12323" y="4980"/>
                      <a:pt x="21265" y="4980"/>
                    </a:cubicBezTo>
                    <a:close/>
                    <a:moveTo>
                      <a:pt x="21265" y="180"/>
                    </a:moveTo>
                    <a:cubicBezTo>
                      <a:pt x="9672" y="180"/>
                      <a:pt x="274" y="9578"/>
                      <a:pt x="274" y="21171"/>
                    </a:cubicBezTo>
                    <a:cubicBezTo>
                      <a:pt x="274" y="32763"/>
                      <a:pt x="9672" y="42161"/>
                      <a:pt x="21265" y="42161"/>
                    </a:cubicBezTo>
                    <a:cubicBezTo>
                      <a:pt x="32857" y="42161"/>
                      <a:pt x="42255" y="32763"/>
                      <a:pt x="42255" y="21171"/>
                    </a:cubicBezTo>
                    <a:lnTo>
                      <a:pt x="42255" y="21171"/>
                    </a:lnTo>
                    <a:cubicBezTo>
                      <a:pt x="42255" y="9578"/>
                      <a:pt x="32857" y="180"/>
                      <a:pt x="21265" y="180"/>
                    </a:cubicBezTo>
                    <a:close/>
                  </a:path>
                </a:pathLst>
              </a:custGeom>
              <a:solidFill>
                <a:srgbClr val="000000"/>
              </a:solidFill>
              <a:ln w="4794" cap="sq">
                <a:noFill/>
                <a:prstDash val="solid"/>
                <a:round/>
              </a:ln>
            </p:spPr>
            <p:txBody>
              <a:bodyPr rtlCol="0" anchor="ctr"/>
              <a:lstStyle/>
              <a:p>
                <a:endParaRPr lang="en-US"/>
              </a:p>
            </p:txBody>
          </p:sp>
          <p:sp>
            <p:nvSpPr>
              <p:cNvPr id="2054" name="Freeform: Shape 2053">
                <a:extLst>
                  <a:ext uri="{FF2B5EF4-FFF2-40B4-BE49-F238E27FC236}">
                    <a16:creationId xmlns:a16="http://schemas.microsoft.com/office/drawing/2014/main" id="{43A6ABF1-DF51-635E-5F0B-5B3ECEA2EAF4}"/>
                  </a:ext>
                </a:extLst>
              </p:cNvPr>
              <p:cNvSpPr/>
              <p:nvPr/>
            </p:nvSpPr>
            <p:spPr>
              <a:xfrm>
                <a:off x="7802020" y="8023133"/>
                <a:ext cx="37180" cy="37180"/>
              </a:xfrm>
              <a:custGeom>
                <a:avLst/>
                <a:gdLst>
                  <a:gd name="connsiteX0" fmla="*/ 37460 w 37180"/>
                  <a:gd name="connsiteY0" fmla="*/ 18768 h 37180"/>
                  <a:gd name="connsiteX1" fmla="*/ 18869 w 37180"/>
                  <a:gd name="connsiteY1" fmla="*/ 37358 h 37180"/>
                  <a:gd name="connsiteX2" fmla="*/ 279 w 37180"/>
                  <a:gd name="connsiteY2" fmla="*/ 18768 h 37180"/>
                  <a:gd name="connsiteX3" fmla="*/ 18869 w 37180"/>
                  <a:gd name="connsiteY3" fmla="*/ 177 h 37180"/>
                  <a:gd name="connsiteX4" fmla="*/ 3746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68"/>
                    </a:moveTo>
                    <a:cubicBezTo>
                      <a:pt x="37460" y="29035"/>
                      <a:pt x="29136" y="37358"/>
                      <a:pt x="18869" y="37358"/>
                    </a:cubicBezTo>
                    <a:cubicBezTo>
                      <a:pt x="8602" y="37358"/>
                      <a:pt x="279" y="29035"/>
                      <a:pt x="279" y="18768"/>
                    </a:cubicBezTo>
                    <a:cubicBezTo>
                      <a:pt x="279" y="8500"/>
                      <a:pt x="8602" y="177"/>
                      <a:pt x="18869" y="177"/>
                    </a:cubicBezTo>
                    <a:cubicBezTo>
                      <a:pt x="29136" y="177"/>
                      <a:pt x="37460" y="8500"/>
                      <a:pt x="37460" y="18768"/>
                    </a:cubicBezTo>
                    <a:close/>
                  </a:path>
                </a:pathLst>
              </a:custGeom>
              <a:solidFill>
                <a:srgbClr val="00F700"/>
              </a:solidFill>
              <a:ln w="5753" cap="sq">
                <a:noFill/>
                <a:prstDash val="solid"/>
                <a:miter/>
              </a:ln>
            </p:spPr>
            <p:txBody>
              <a:bodyPr rtlCol="0" anchor="ctr"/>
              <a:lstStyle/>
              <a:p>
                <a:endParaRPr lang="en-US"/>
              </a:p>
            </p:txBody>
          </p:sp>
          <p:sp>
            <p:nvSpPr>
              <p:cNvPr id="2055" name="Freeform: Shape 2054">
                <a:extLst>
                  <a:ext uri="{FF2B5EF4-FFF2-40B4-BE49-F238E27FC236}">
                    <a16:creationId xmlns:a16="http://schemas.microsoft.com/office/drawing/2014/main" id="{2C9113BC-5C2C-1C88-09D9-0050F18EFD43}"/>
                  </a:ext>
                </a:extLst>
              </p:cNvPr>
              <p:cNvSpPr/>
              <p:nvPr/>
            </p:nvSpPr>
            <p:spPr>
              <a:xfrm>
                <a:off x="7799620" y="8020732"/>
                <a:ext cx="41981" cy="41981"/>
              </a:xfrm>
              <a:custGeom>
                <a:avLst/>
                <a:gdLst>
                  <a:gd name="connsiteX0" fmla="*/ 21269 w 41981"/>
                  <a:gd name="connsiteY0" fmla="*/ 4978 h 41981"/>
                  <a:gd name="connsiteX1" fmla="*/ 37460 w 41981"/>
                  <a:gd name="connsiteY1" fmla="*/ 21168 h 41981"/>
                  <a:gd name="connsiteX2" fmla="*/ 37460 w 41981"/>
                  <a:gd name="connsiteY2" fmla="*/ 21168 h 41981"/>
                  <a:gd name="connsiteX3" fmla="*/ 21269 w 41981"/>
                  <a:gd name="connsiteY3" fmla="*/ 37358 h 41981"/>
                  <a:gd name="connsiteX4" fmla="*/ 5079 w 41981"/>
                  <a:gd name="connsiteY4" fmla="*/ 21168 h 41981"/>
                  <a:gd name="connsiteX5" fmla="*/ 21269 w 41981"/>
                  <a:gd name="connsiteY5" fmla="*/ 4978 h 41981"/>
                  <a:gd name="connsiteX6" fmla="*/ 21269 w 41981"/>
                  <a:gd name="connsiteY6" fmla="*/ 177 h 41981"/>
                  <a:gd name="connsiteX7" fmla="*/ 279 w 41981"/>
                  <a:gd name="connsiteY7" fmla="*/ 21168 h 41981"/>
                  <a:gd name="connsiteX8" fmla="*/ 21269 w 41981"/>
                  <a:gd name="connsiteY8" fmla="*/ 42158 h 41981"/>
                  <a:gd name="connsiteX9" fmla="*/ 42260 w 41981"/>
                  <a:gd name="connsiteY9" fmla="*/ 21168 h 41981"/>
                  <a:gd name="connsiteX10" fmla="*/ 42260 w 41981"/>
                  <a:gd name="connsiteY10" fmla="*/ 21168 h 41981"/>
                  <a:gd name="connsiteX11" fmla="*/ 21269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78"/>
                    </a:moveTo>
                    <a:cubicBezTo>
                      <a:pt x="30211" y="4978"/>
                      <a:pt x="37460" y="12226"/>
                      <a:pt x="37460" y="21168"/>
                    </a:cubicBezTo>
                    <a:lnTo>
                      <a:pt x="37460" y="21168"/>
                    </a:lnTo>
                    <a:cubicBezTo>
                      <a:pt x="37460" y="30110"/>
                      <a:pt x="30211" y="37358"/>
                      <a:pt x="21269" y="37358"/>
                    </a:cubicBezTo>
                    <a:cubicBezTo>
                      <a:pt x="12328" y="37358"/>
                      <a:pt x="5079" y="30110"/>
                      <a:pt x="5079" y="21168"/>
                    </a:cubicBezTo>
                    <a:cubicBezTo>
                      <a:pt x="5079" y="12226"/>
                      <a:pt x="12328" y="4978"/>
                      <a:pt x="21269" y="4978"/>
                    </a:cubicBezTo>
                    <a:close/>
                    <a:moveTo>
                      <a:pt x="21269" y="177"/>
                    </a:moveTo>
                    <a:cubicBezTo>
                      <a:pt x="9677" y="177"/>
                      <a:pt x="279" y="9575"/>
                      <a:pt x="279" y="21168"/>
                    </a:cubicBezTo>
                    <a:cubicBezTo>
                      <a:pt x="279" y="32760"/>
                      <a:pt x="9677" y="42158"/>
                      <a:pt x="21269" y="42158"/>
                    </a:cubicBezTo>
                    <a:cubicBezTo>
                      <a:pt x="32862" y="42158"/>
                      <a:pt x="42260" y="32760"/>
                      <a:pt x="42260" y="21168"/>
                    </a:cubicBezTo>
                    <a:lnTo>
                      <a:pt x="42260" y="21168"/>
                    </a:lnTo>
                    <a:cubicBezTo>
                      <a:pt x="42260" y="9575"/>
                      <a:pt x="32862" y="177"/>
                      <a:pt x="21269" y="177"/>
                    </a:cubicBezTo>
                    <a:close/>
                  </a:path>
                </a:pathLst>
              </a:custGeom>
              <a:solidFill>
                <a:srgbClr val="000000"/>
              </a:solidFill>
              <a:ln w="4794" cap="sq">
                <a:noFill/>
                <a:prstDash val="solid"/>
                <a:round/>
              </a:ln>
            </p:spPr>
            <p:txBody>
              <a:bodyPr rtlCol="0" anchor="ctr"/>
              <a:lstStyle/>
              <a:p>
                <a:endParaRPr lang="en-US"/>
              </a:p>
            </p:txBody>
          </p:sp>
          <p:sp>
            <p:nvSpPr>
              <p:cNvPr id="2056" name="Freeform: Shape 2055">
                <a:extLst>
                  <a:ext uri="{FF2B5EF4-FFF2-40B4-BE49-F238E27FC236}">
                    <a16:creationId xmlns:a16="http://schemas.microsoft.com/office/drawing/2014/main" id="{840DF021-14A1-932E-6C9D-11EAA72080BB}"/>
                  </a:ext>
                </a:extLst>
              </p:cNvPr>
              <p:cNvSpPr/>
              <p:nvPr/>
            </p:nvSpPr>
            <p:spPr>
              <a:xfrm>
                <a:off x="7689948" y="7912587"/>
                <a:ext cx="37180" cy="37180"/>
              </a:xfrm>
              <a:custGeom>
                <a:avLst/>
                <a:gdLst>
                  <a:gd name="connsiteX0" fmla="*/ 37440 w 37180"/>
                  <a:gd name="connsiteY0" fmla="*/ 18748 h 37180"/>
                  <a:gd name="connsiteX1" fmla="*/ 18850 w 37180"/>
                  <a:gd name="connsiteY1" fmla="*/ 37339 h 37180"/>
                  <a:gd name="connsiteX2" fmla="*/ 259 w 37180"/>
                  <a:gd name="connsiteY2" fmla="*/ 18748 h 37180"/>
                  <a:gd name="connsiteX3" fmla="*/ 18850 w 37180"/>
                  <a:gd name="connsiteY3" fmla="*/ 158 h 37180"/>
                  <a:gd name="connsiteX4" fmla="*/ 37440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48"/>
                    </a:moveTo>
                    <a:cubicBezTo>
                      <a:pt x="37440" y="29016"/>
                      <a:pt x="29117" y="37339"/>
                      <a:pt x="18850" y="37339"/>
                    </a:cubicBezTo>
                    <a:cubicBezTo>
                      <a:pt x="8583" y="37339"/>
                      <a:pt x="259" y="29016"/>
                      <a:pt x="259" y="18748"/>
                    </a:cubicBezTo>
                    <a:cubicBezTo>
                      <a:pt x="259" y="8481"/>
                      <a:pt x="8583" y="158"/>
                      <a:pt x="18850" y="158"/>
                    </a:cubicBezTo>
                    <a:cubicBezTo>
                      <a:pt x="29117" y="158"/>
                      <a:pt x="37440" y="8481"/>
                      <a:pt x="37440" y="18748"/>
                    </a:cubicBezTo>
                    <a:close/>
                  </a:path>
                </a:pathLst>
              </a:custGeom>
              <a:solidFill>
                <a:srgbClr val="F7F5F5"/>
              </a:solidFill>
              <a:ln w="5753" cap="sq">
                <a:noFill/>
                <a:prstDash val="solid"/>
                <a:miter/>
              </a:ln>
            </p:spPr>
            <p:txBody>
              <a:bodyPr rtlCol="0" anchor="ctr"/>
              <a:lstStyle/>
              <a:p>
                <a:endParaRPr lang="en-US"/>
              </a:p>
            </p:txBody>
          </p:sp>
          <p:sp>
            <p:nvSpPr>
              <p:cNvPr id="2057" name="Freeform: Shape 2056">
                <a:extLst>
                  <a:ext uri="{FF2B5EF4-FFF2-40B4-BE49-F238E27FC236}">
                    <a16:creationId xmlns:a16="http://schemas.microsoft.com/office/drawing/2014/main" id="{65591C84-1EAE-1196-CDB3-2152073B918F}"/>
                  </a:ext>
                </a:extLst>
              </p:cNvPr>
              <p:cNvSpPr/>
              <p:nvPr/>
            </p:nvSpPr>
            <p:spPr>
              <a:xfrm>
                <a:off x="7687548" y="7910187"/>
                <a:ext cx="41981" cy="41981"/>
              </a:xfrm>
              <a:custGeom>
                <a:avLst/>
                <a:gdLst>
                  <a:gd name="connsiteX0" fmla="*/ 21250 w 41981"/>
                  <a:gd name="connsiteY0" fmla="*/ 4958 h 41981"/>
                  <a:gd name="connsiteX1" fmla="*/ 37440 w 41981"/>
                  <a:gd name="connsiteY1" fmla="*/ 21149 h 41981"/>
                  <a:gd name="connsiteX2" fmla="*/ 37440 w 41981"/>
                  <a:gd name="connsiteY2" fmla="*/ 21149 h 41981"/>
                  <a:gd name="connsiteX3" fmla="*/ 21250 w 41981"/>
                  <a:gd name="connsiteY3" fmla="*/ 37339 h 41981"/>
                  <a:gd name="connsiteX4" fmla="*/ 5060 w 41981"/>
                  <a:gd name="connsiteY4" fmla="*/ 21149 h 41981"/>
                  <a:gd name="connsiteX5" fmla="*/ 21250 w 41981"/>
                  <a:gd name="connsiteY5" fmla="*/ 4958 h 41981"/>
                  <a:gd name="connsiteX6" fmla="*/ 21250 w 41981"/>
                  <a:gd name="connsiteY6" fmla="*/ 158 h 41981"/>
                  <a:gd name="connsiteX7" fmla="*/ 259 w 41981"/>
                  <a:gd name="connsiteY7" fmla="*/ 21149 h 41981"/>
                  <a:gd name="connsiteX8" fmla="*/ 21250 w 41981"/>
                  <a:gd name="connsiteY8" fmla="*/ 42139 h 41981"/>
                  <a:gd name="connsiteX9" fmla="*/ 42241 w 41981"/>
                  <a:gd name="connsiteY9" fmla="*/ 21149 h 41981"/>
                  <a:gd name="connsiteX10" fmla="*/ 42241 w 41981"/>
                  <a:gd name="connsiteY10" fmla="*/ 21149 h 41981"/>
                  <a:gd name="connsiteX11" fmla="*/ 21250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58"/>
                    </a:moveTo>
                    <a:cubicBezTo>
                      <a:pt x="30192" y="4958"/>
                      <a:pt x="37440" y="12207"/>
                      <a:pt x="37440" y="21149"/>
                    </a:cubicBezTo>
                    <a:lnTo>
                      <a:pt x="37440" y="21149"/>
                    </a:lnTo>
                    <a:cubicBezTo>
                      <a:pt x="37440" y="30090"/>
                      <a:pt x="30192" y="37339"/>
                      <a:pt x="21250" y="37339"/>
                    </a:cubicBezTo>
                    <a:cubicBezTo>
                      <a:pt x="12308" y="37339"/>
                      <a:pt x="5060" y="30090"/>
                      <a:pt x="5060" y="21149"/>
                    </a:cubicBezTo>
                    <a:cubicBezTo>
                      <a:pt x="5060" y="12207"/>
                      <a:pt x="12308" y="4958"/>
                      <a:pt x="21250" y="4958"/>
                    </a:cubicBezTo>
                    <a:close/>
                    <a:moveTo>
                      <a:pt x="21250" y="158"/>
                    </a:moveTo>
                    <a:cubicBezTo>
                      <a:pt x="9657" y="158"/>
                      <a:pt x="259" y="9556"/>
                      <a:pt x="259" y="21149"/>
                    </a:cubicBezTo>
                    <a:cubicBezTo>
                      <a:pt x="259" y="32741"/>
                      <a:pt x="9657" y="42139"/>
                      <a:pt x="21250" y="42139"/>
                    </a:cubicBezTo>
                    <a:cubicBezTo>
                      <a:pt x="32843" y="42139"/>
                      <a:pt x="42241" y="32741"/>
                      <a:pt x="42241" y="21149"/>
                    </a:cubicBezTo>
                    <a:lnTo>
                      <a:pt x="42241" y="21149"/>
                    </a:lnTo>
                    <a:cubicBezTo>
                      <a:pt x="42241" y="9556"/>
                      <a:pt x="32843" y="158"/>
                      <a:pt x="21250" y="158"/>
                    </a:cubicBezTo>
                    <a:close/>
                  </a:path>
                </a:pathLst>
              </a:custGeom>
              <a:solidFill>
                <a:srgbClr val="000000"/>
              </a:solidFill>
              <a:ln w="4794" cap="sq">
                <a:noFill/>
                <a:prstDash val="solid"/>
                <a:round/>
              </a:ln>
            </p:spPr>
            <p:txBody>
              <a:bodyPr rtlCol="0" anchor="ctr"/>
              <a:lstStyle/>
              <a:p>
                <a:endParaRPr lang="en-US"/>
              </a:p>
            </p:txBody>
          </p:sp>
          <p:sp>
            <p:nvSpPr>
              <p:cNvPr id="2058" name="Freeform: Shape 2057">
                <a:extLst>
                  <a:ext uri="{FF2B5EF4-FFF2-40B4-BE49-F238E27FC236}">
                    <a16:creationId xmlns:a16="http://schemas.microsoft.com/office/drawing/2014/main" id="{211D811A-2AEB-2B79-3EA9-F6F3CDAD95BE}"/>
                  </a:ext>
                </a:extLst>
              </p:cNvPr>
              <p:cNvSpPr/>
              <p:nvPr/>
            </p:nvSpPr>
            <p:spPr>
              <a:xfrm>
                <a:off x="7623823" y="8039209"/>
                <a:ext cx="37180" cy="37180"/>
              </a:xfrm>
              <a:custGeom>
                <a:avLst/>
                <a:gdLst>
                  <a:gd name="connsiteX0" fmla="*/ 37429 w 37180"/>
                  <a:gd name="connsiteY0" fmla="*/ 18770 h 37180"/>
                  <a:gd name="connsiteX1" fmla="*/ 18838 w 37180"/>
                  <a:gd name="connsiteY1" fmla="*/ 37361 h 37180"/>
                  <a:gd name="connsiteX2" fmla="*/ 248 w 37180"/>
                  <a:gd name="connsiteY2" fmla="*/ 18770 h 37180"/>
                  <a:gd name="connsiteX3" fmla="*/ 18838 w 37180"/>
                  <a:gd name="connsiteY3" fmla="*/ 180 h 37180"/>
                  <a:gd name="connsiteX4" fmla="*/ 3742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0"/>
                    </a:moveTo>
                    <a:cubicBezTo>
                      <a:pt x="37429" y="29038"/>
                      <a:pt x="29106" y="37361"/>
                      <a:pt x="18838" y="37361"/>
                    </a:cubicBezTo>
                    <a:cubicBezTo>
                      <a:pt x="8571" y="37361"/>
                      <a:pt x="248" y="29038"/>
                      <a:pt x="248" y="18770"/>
                    </a:cubicBezTo>
                    <a:cubicBezTo>
                      <a:pt x="248" y="8503"/>
                      <a:pt x="8571" y="180"/>
                      <a:pt x="18838" y="180"/>
                    </a:cubicBezTo>
                    <a:cubicBezTo>
                      <a:pt x="29106" y="180"/>
                      <a:pt x="37429" y="8503"/>
                      <a:pt x="37429" y="18770"/>
                    </a:cubicBezTo>
                    <a:close/>
                  </a:path>
                </a:pathLst>
              </a:custGeom>
              <a:solidFill>
                <a:srgbClr val="63F763"/>
              </a:solidFill>
              <a:ln w="5753" cap="sq">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E029A82D-1B9C-15C1-3AF8-C331A79D2ACB}"/>
                  </a:ext>
                </a:extLst>
              </p:cNvPr>
              <p:cNvSpPr/>
              <p:nvPr/>
            </p:nvSpPr>
            <p:spPr>
              <a:xfrm>
                <a:off x="7621423" y="8036809"/>
                <a:ext cx="41981" cy="41981"/>
              </a:xfrm>
              <a:custGeom>
                <a:avLst/>
                <a:gdLst>
                  <a:gd name="connsiteX0" fmla="*/ 21239 w 41981"/>
                  <a:gd name="connsiteY0" fmla="*/ 4980 h 41981"/>
                  <a:gd name="connsiteX1" fmla="*/ 37429 w 41981"/>
                  <a:gd name="connsiteY1" fmla="*/ 21171 h 41981"/>
                  <a:gd name="connsiteX2" fmla="*/ 37429 w 41981"/>
                  <a:gd name="connsiteY2" fmla="*/ 21171 h 41981"/>
                  <a:gd name="connsiteX3" fmla="*/ 21239 w 41981"/>
                  <a:gd name="connsiteY3" fmla="*/ 37361 h 41981"/>
                  <a:gd name="connsiteX4" fmla="*/ 5048 w 41981"/>
                  <a:gd name="connsiteY4" fmla="*/ 21171 h 41981"/>
                  <a:gd name="connsiteX5" fmla="*/ 21239 w 41981"/>
                  <a:gd name="connsiteY5" fmla="*/ 4980 h 41981"/>
                  <a:gd name="connsiteX6" fmla="*/ 21239 w 41981"/>
                  <a:gd name="connsiteY6" fmla="*/ 180 h 41981"/>
                  <a:gd name="connsiteX7" fmla="*/ 248 w 41981"/>
                  <a:gd name="connsiteY7" fmla="*/ 21171 h 41981"/>
                  <a:gd name="connsiteX8" fmla="*/ 21239 w 41981"/>
                  <a:gd name="connsiteY8" fmla="*/ 42161 h 41981"/>
                  <a:gd name="connsiteX9" fmla="*/ 42229 w 41981"/>
                  <a:gd name="connsiteY9" fmla="*/ 21171 h 41981"/>
                  <a:gd name="connsiteX10" fmla="*/ 42229 w 41981"/>
                  <a:gd name="connsiteY10" fmla="*/ 21171 h 41981"/>
                  <a:gd name="connsiteX11" fmla="*/ 2123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0"/>
                    </a:moveTo>
                    <a:cubicBezTo>
                      <a:pt x="30180" y="4980"/>
                      <a:pt x="37429" y="12229"/>
                      <a:pt x="37429" y="21171"/>
                    </a:cubicBezTo>
                    <a:lnTo>
                      <a:pt x="37429" y="21171"/>
                    </a:lnTo>
                    <a:cubicBezTo>
                      <a:pt x="37429" y="30112"/>
                      <a:pt x="30180" y="37361"/>
                      <a:pt x="21239" y="37361"/>
                    </a:cubicBezTo>
                    <a:cubicBezTo>
                      <a:pt x="12297" y="37361"/>
                      <a:pt x="5048" y="30112"/>
                      <a:pt x="5048" y="21171"/>
                    </a:cubicBezTo>
                    <a:cubicBezTo>
                      <a:pt x="5048" y="12229"/>
                      <a:pt x="12297" y="4980"/>
                      <a:pt x="21239" y="4980"/>
                    </a:cubicBezTo>
                    <a:close/>
                    <a:moveTo>
                      <a:pt x="21239" y="180"/>
                    </a:moveTo>
                    <a:cubicBezTo>
                      <a:pt x="9646" y="180"/>
                      <a:pt x="248" y="9578"/>
                      <a:pt x="248" y="21171"/>
                    </a:cubicBezTo>
                    <a:cubicBezTo>
                      <a:pt x="248" y="32763"/>
                      <a:pt x="9646" y="42161"/>
                      <a:pt x="21239" y="42161"/>
                    </a:cubicBezTo>
                    <a:cubicBezTo>
                      <a:pt x="32831" y="42161"/>
                      <a:pt x="42229" y="32763"/>
                      <a:pt x="42229" y="21171"/>
                    </a:cubicBezTo>
                    <a:lnTo>
                      <a:pt x="42229" y="21171"/>
                    </a:lnTo>
                    <a:cubicBezTo>
                      <a:pt x="42229" y="9578"/>
                      <a:pt x="32831" y="180"/>
                      <a:pt x="21239" y="180"/>
                    </a:cubicBezTo>
                    <a:close/>
                  </a:path>
                </a:pathLst>
              </a:custGeom>
              <a:solidFill>
                <a:srgbClr val="000000"/>
              </a:solidFill>
              <a:ln w="4794" cap="sq">
                <a:noFill/>
                <a:prstDash val="solid"/>
                <a:round/>
              </a:ln>
            </p:spPr>
            <p:txBody>
              <a:bodyPr rtlCol="0" anchor="ctr"/>
              <a:lstStyle/>
              <a:p>
                <a:endParaRPr lang="en-US"/>
              </a:p>
            </p:txBody>
          </p:sp>
          <p:sp>
            <p:nvSpPr>
              <p:cNvPr id="2060" name="Freeform: Shape 2059">
                <a:extLst>
                  <a:ext uri="{FF2B5EF4-FFF2-40B4-BE49-F238E27FC236}">
                    <a16:creationId xmlns:a16="http://schemas.microsoft.com/office/drawing/2014/main" id="{D653C805-3D93-89A1-896C-C913E390B7C1}"/>
                  </a:ext>
                </a:extLst>
              </p:cNvPr>
              <p:cNvSpPr/>
              <p:nvPr/>
            </p:nvSpPr>
            <p:spPr>
              <a:xfrm>
                <a:off x="7696497" y="8054720"/>
                <a:ext cx="37180" cy="37180"/>
              </a:xfrm>
              <a:custGeom>
                <a:avLst/>
                <a:gdLst>
                  <a:gd name="connsiteX0" fmla="*/ 37441 w 37180"/>
                  <a:gd name="connsiteY0" fmla="*/ 18773 h 37180"/>
                  <a:gd name="connsiteX1" fmla="*/ 18851 w 37180"/>
                  <a:gd name="connsiteY1" fmla="*/ 37363 h 37180"/>
                  <a:gd name="connsiteX2" fmla="*/ 261 w 37180"/>
                  <a:gd name="connsiteY2" fmla="*/ 18773 h 37180"/>
                  <a:gd name="connsiteX3" fmla="*/ 18851 w 37180"/>
                  <a:gd name="connsiteY3" fmla="*/ 183 h 37180"/>
                  <a:gd name="connsiteX4" fmla="*/ 3744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3"/>
                    </a:moveTo>
                    <a:cubicBezTo>
                      <a:pt x="37441" y="29040"/>
                      <a:pt x="29118" y="37363"/>
                      <a:pt x="18851" y="37363"/>
                    </a:cubicBezTo>
                    <a:cubicBezTo>
                      <a:pt x="8584" y="37363"/>
                      <a:pt x="261" y="29040"/>
                      <a:pt x="261" y="18773"/>
                    </a:cubicBezTo>
                    <a:cubicBezTo>
                      <a:pt x="261" y="8506"/>
                      <a:pt x="8584" y="183"/>
                      <a:pt x="18851" y="183"/>
                    </a:cubicBezTo>
                    <a:cubicBezTo>
                      <a:pt x="29118" y="183"/>
                      <a:pt x="37441" y="8506"/>
                      <a:pt x="37441" y="18773"/>
                    </a:cubicBezTo>
                    <a:close/>
                  </a:path>
                </a:pathLst>
              </a:custGeom>
              <a:solidFill>
                <a:srgbClr val="F7A500"/>
              </a:solidFill>
              <a:ln w="5753" cap="sq">
                <a:noFill/>
                <a:prstDash val="solid"/>
                <a:miter/>
              </a:ln>
            </p:spPr>
            <p:txBody>
              <a:bodyPr rtlCol="0" anchor="ctr"/>
              <a:lstStyle/>
              <a:p>
                <a:endParaRPr lang="en-US"/>
              </a:p>
            </p:txBody>
          </p:sp>
          <p:sp>
            <p:nvSpPr>
              <p:cNvPr id="2061" name="Freeform: Shape 2060">
                <a:extLst>
                  <a:ext uri="{FF2B5EF4-FFF2-40B4-BE49-F238E27FC236}">
                    <a16:creationId xmlns:a16="http://schemas.microsoft.com/office/drawing/2014/main" id="{2DF5B1F2-3E52-0560-1206-93E201444DCD}"/>
                  </a:ext>
                </a:extLst>
              </p:cNvPr>
              <p:cNvSpPr/>
              <p:nvPr/>
            </p:nvSpPr>
            <p:spPr>
              <a:xfrm>
                <a:off x="7694097" y="8052320"/>
                <a:ext cx="41981" cy="41981"/>
              </a:xfrm>
              <a:custGeom>
                <a:avLst/>
                <a:gdLst>
                  <a:gd name="connsiteX0" fmla="*/ 21251 w 41981"/>
                  <a:gd name="connsiteY0" fmla="*/ 4983 h 41981"/>
                  <a:gd name="connsiteX1" fmla="*/ 37441 w 41981"/>
                  <a:gd name="connsiteY1" fmla="*/ 21173 h 41981"/>
                  <a:gd name="connsiteX2" fmla="*/ 37441 w 41981"/>
                  <a:gd name="connsiteY2" fmla="*/ 21173 h 41981"/>
                  <a:gd name="connsiteX3" fmla="*/ 21251 w 41981"/>
                  <a:gd name="connsiteY3" fmla="*/ 37363 h 41981"/>
                  <a:gd name="connsiteX4" fmla="*/ 5061 w 41981"/>
                  <a:gd name="connsiteY4" fmla="*/ 21173 h 41981"/>
                  <a:gd name="connsiteX5" fmla="*/ 21251 w 41981"/>
                  <a:gd name="connsiteY5" fmla="*/ 4983 h 41981"/>
                  <a:gd name="connsiteX6" fmla="*/ 21251 w 41981"/>
                  <a:gd name="connsiteY6" fmla="*/ 183 h 41981"/>
                  <a:gd name="connsiteX7" fmla="*/ 261 w 41981"/>
                  <a:gd name="connsiteY7" fmla="*/ 21173 h 41981"/>
                  <a:gd name="connsiteX8" fmla="*/ 21251 w 41981"/>
                  <a:gd name="connsiteY8" fmla="*/ 42164 h 41981"/>
                  <a:gd name="connsiteX9" fmla="*/ 42242 w 41981"/>
                  <a:gd name="connsiteY9" fmla="*/ 21173 h 41981"/>
                  <a:gd name="connsiteX10" fmla="*/ 42242 w 41981"/>
                  <a:gd name="connsiteY10" fmla="*/ 21173 h 41981"/>
                  <a:gd name="connsiteX11" fmla="*/ 21251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3"/>
                    </a:moveTo>
                    <a:cubicBezTo>
                      <a:pt x="30193" y="4983"/>
                      <a:pt x="37441" y="12231"/>
                      <a:pt x="37441" y="21173"/>
                    </a:cubicBezTo>
                    <a:lnTo>
                      <a:pt x="37441" y="21173"/>
                    </a:lnTo>
                    <a:cubicBezTo>
                      <a:pt x="37441" y="30115"/>
                      <a:pt x="30193" y="37363"/>
                      <a:pt x="21251" y="37363"/>
                    </a:cubicBezTo>
                    <a:cubicBezTo>
                      <a:pt x="12309" y="37363"/>
                      <a:pt x="5061" y="30115"/>
                      <a:pt x="5061" y="21173"/>
                    </a:cubicBezTo>
                    <a:cubicBezTo>
                      <a:pt x="5061" y="12231"/>
                      <a:pt x="12309" y="4983"/>
                      <a:pt x="21251" y="4983"/>
                    </a:cubicBezTo>
                    <a:close/>
                    <a:moveTo>
                      <a:pt x="21251" y="183"/>
                    </a:moveTo>
                    <a:cubicBezTo>
                      <a:pt x="9659" y="183"/>
                      <a:pt x="261" y="9581"/>
                      <a:pt x="261" y="21173"/>
                    </a:cubicBezTo>
                    <a:cubicBezTo>
                      <a:pt x="261" y="32766"/>
                      <a:pt x="9659" y="42164"/>
                      <a:pt x="21251" y="42164"/>
                    </a:cubicBezTo>
                    <a:cubicBezTo>
                      <a:pt x="32844" y="42164"/>
                      <a:pt x="42242" y="32766"/>
                      <a:pt x="42242" y="21173"/>
                    </a:cubicBezTo>
                    <a:lnTo>
                      <a:pt x="42242" y="21173"/>
                    </a:lnTo>
                    <a:cubicBezTo>
                      <a:pt x="42242" y="9581"/>
                      <a:pt x="32844" y="183"/>
                      <a:pt x="21251" y="183"/>
                    </a:cubicBezTo>
                    <a:close/>
                  </a:path>
                </a:pathLst>
              </a:custGeom>
              <a:solidFill>
                <a:srgbClr val="000000"/>
              </a:solidFill>
              <a:ln w="4794" cap="sq">
                <a:noFill/>
                <a:prstDash val="solid"/>
                <a:round/>
              </a:ln>
            </p:spPr>
            <p:txBody>
              <a:bodyPr rtlCol="0" anchor="ctr"/>
              <a:lstStyle/>
              <a:p>
                <a:endParaRPr lang="en-US"/>
              </a:p>
            </p:txBody>
          </p:sp>
          <p:sp>
            <p:nvSpPr>
              <p:cNvPr id="2062" name="Freeform: Shape 2061">
                <a:extLst>
                  <a:ext uri="{FF2B5EF4-FFF2-40B4-BE49-F238E27FC236}">
                    <a16:creationId xmlns:a16="http://schemas.microsoft.com/office/drawing/2014/main" id="{D2AE9ECD-9F7A-9B2F-1007-C9FA93CEC335}"/>
                  </a:ext>
                </a:extLst>
              </p:cNvPr>
              <p:cNvSpPr/>
              <p:nvPr/>
            </p:nvSpPr>
            <p:spPr>
              <a:xfrm>
                <a:off x="7745129" y="8053378"/>
                <a:ext cx="37180" cy="37180"/>
              </a:xfrm>
              <a:custGeom>
                <a:avLst/>
                <a:gdLst>
                  <a:gd name="connsiteX0" fmla="*/ 37450 w 37180"/>
                  <a:gd name="connsiteY0" fmla="*/ 18773 h 37180"/>
                  <a:gd name="connsiteX1" fmla="*/ 18859 w 37180"/>
                  <a:gd name="connsiteY1" fmla="*/ 37363 h 37180"/>
                  <a:gd name="connsiteX2" fmla="*/ 269 w 37180"/>
                  <a:gd name="connsiteY2" fmla="*/ 18773 h 37180"/>
                  <a:gd name="connsiteX3" fmla="*/ 18859 w 37180"/>
                  <a:gd name="connsiteY3" fmla="*/ 182 h 37180"/>
                  <a:gd name="connsiteX4" fmla="*/ 37450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73"/>
                    </a:moveTo>
                    <a:cubicBezTo>
                      <a:pt x="37450" y="29040"/>
                      <a:pt x="29127" y="37363"/>
                      <a:pt x="18859" y="37363"/>
                    </a:cubicBezTo>
                    <a:cubicBezTo>
                      <a:pt x="8592" y="37363"/>
                      <a:pt x="269" y="29040"/>
                      <a:pt x="269" y="18773"/>
                    </a:cubicBezTo>
                    <a:cubicBezTo>
                      <a:pt x="269" y="8506"/>
                      <a:pt x="8592" y="182"/>
                      <a:pt x="18859" y="182"/>
                    </a:cubicBezTo>
                    <a:cubicBezTo>
                      <a:pt x="29127" y="182"/>
                      <a:pt x="37450" y="8506"/>
                      <a:pt x="37450" y="18773"/>
                    </a:cubicBezTo>
                    <a:close/>
                  </a:path>
                </a:pathLst>
              </a:custGeom>
              <a:solidFill>
                <a:srgbClr val="00F700"/>
              </a:solidFill>
              <a:ln w="5753" cap="sq">
                <a:noFill/>
                <a:prstDash val="solid"/>
                <a:miter/>
              </a:ln>
            </p:spPr>
            <p:txBody>
              <a:bodyPr rtlCol="0" anchor="ctr"/>
              <a:lstStyle/>
              <a:p>
                <a:endParaRPr lang="en-US"/>
              </a:p>
            </p:txBody>
          </p:sp>
          <p:sp>
            <p:nvSpPr>
              <p:cNvPr id="2063" name="Freeform: Shape 2062">
                <a:extLst>
                  <a:ext uri="{FF2B5EF4-FFF2-40B4-BE49-F238E27FC236}">
                    <a16:creationId xmlns:a16="http://schemas.microsoft.com/office/drawing/2014/main" id="{8A62E58D-09E7-2578-1A48-CF27AF8A2ED7}"/>
                  </a:ext>
                </a:extLst>
              </p:cNvPr>
              <p:cNvSpPr/>
              <p:nvPr/>
            </p:nvSpPr>
            <p:spPr>
              <a:xfrm>
                <a:off x="7742728" y="8050978"/>
                <a:ext cx="41981" cy="41981"/>
              </a:xfrm>
              <a:custGeom>
                <a:avLst/>
                <a:gdLst>
                  <a:gd name="connsiteX0" fmla="*/ 21260 w 41981"/>
                  <a:gd name="connsiteY0" fmla="*/ 4983 h 41981"/>
                  <a:gd name="connsiteX1" fmla="*/ 37450 w 41981"/>
                  <a:gd name="connsiteY1" fmla="*/ 21173 h 41981"/>
                  <a:gd name="connsiteX2" fmla="*/ 37450 w 41981"/>
                  <a:gd name="connsiteY2" fmla="*/ 21173 h 41981"/>
                  <a:gd name="connsiteX3" fmla="*/ 21260 w 41981"/>
                  <a:gd name="connsiteY3" fmla="*/ 37363 h 41981"/>
                  <a:gd name="connsiteX4" fmla="*/ 5069 w 41981"/>
                  <a:gd name="connsiteY4" fmla="*/ 21173 h 41981"/>
                  <a:gd name="connsiteX5" fmla="*/ 21260 w 41981"/>
                  <a:gd name="connsiteY5" fmla="*/ 4983 h 41981"/>
                  <a:gd name="connsiteX6" fmla="*/ 21260 w 41981"/>
                  <a:gd name="connsiteY6" fmla="*/ 182 h 41981"/>
                  <a:gd name="connsiteX7" fmla="*/ 269 w 41981"/>
                  <a:gd name="connsiteY7" fmla="*/ 21173 h 41981"/>
                  <a:gd name="connsiteX8" fmla="*/ 21260 w 41981"/>
                  <a:gd name="connsiteY8" fmla="*/ 42164 h 41981"/>
                  <a:gd name="connsiteX9" fmla="*/ 42250 w 41981"/>
                  <a:gd name="connsiteY9" fmla="*/ 21173 h 41981"/>
                  <a:gd name="connsiteX10" fmla="*/ 42250 w 41981"/>
                  <a:gd name="connsiteY10" fmla="*/ 21173 h 41981"/>
                  <a:gd name="connsiteX11" fmla="*/ 21260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83"/>
                    </a:moveTo>
                    <a:cubicBezTo>
                      <a:pt x="30201" y="4983"/>
                      <a:pt x="37450" y="12231"/>
                      <a:pt x="37450" y="21173"/>
                    </a:cubicBezTo>
                    <a:lnTo>
                      <a:pt x="37450" y="21173"/>
                    </a:lnTo>
                    <a:cubicBezTo>
                      <a:pt x="37450" y="30115"/>
                      <a:pt x="30201" y="37363"/>
                      <a:pt x="21260" y="37363"/>
                    </a:cubicBezTo>
                    <a:cubicBezTo>
                      <a:pt x="12318" y="37363"/>
                      <a:pt x="5069" y="30115"/>
                      <a:pt x="5069" y="21173"/>
                    </a:cubicBezTo>
                    <a:cubicBezTo>
                      <a:pt x="5069" y="12231"/>
                      <a:pt x="12318" y="4983"/>
                      <a:pt x="21260" y="4983"/>
                    </a:cubicBezTo>
                    <a:close/>
                    <a:moveTo>
                      <a:pt x="21260" y="182"/>
                    </a:moveTo>
                    <a:cubicBezTo>
                      <a:pt x="9667" y="182"/>
                      <a:pt x="269" y="9580"/>
                      <a:pt x="269" y="21173"/>
                    </a:cubicBezTo>
                    <a:cubicBezTo>
                      <a:pt x="269" y="32766"/>
                      <a:pt x="9667" y="42164"/>
                      <a:pt x="21260" y="42164"/>
                    </a:cubicBezTo>
                    <a:cubicBezTo>
                      <a:pt x="32852" y="42164"/>
                      <a:pt x="42250" y="32766"/>
                      <a:pt x="42250" y="21173"/>
                    </a:cubicBezTo>
                    <a:lnTo>
                      <a:pt x="42250" y="21173"/>
                    </a:lnTo>
                    <a:cubicBezTo>
                      <a:pt x="42250" y="9580"/>
                      <a:pt x="32852" y="182"/>
                      <a:pt x="21260" y="182"/>
                    </a:cubicBezTo>
                    <a:close/>
                  </a:path>
                </a:pathLst>
              </a:custGeom>
              <a:solidFill>
                <a:srgbClr val="000000"/>
              </a:solidFill>
              <a:ln w="4794" cap="sq">
                <a:noFill/>
                <a:prstDash val="solid"/>
                <a:round/>
              </a:ln>
            </p:spPr>
            <p:txBody>
              <a:bodyPr rtlCol="0" anchor="ctr"/>
              <a:lstStyle/>
              <a:p>
                <a:endParaRPr lang="en-US"/>
              </a:p>
            </p:txBody>
          </p:sp>
          <p:sp>
            <p:nvSpPr>
              <p:cNvPr id="2064" name="Freeform: Shape 2063">
                <a:extLst>
                  <a:ext uri="{FF2B5EF4-FFF2-40B4-BE49-F238E27FC236}">
                    <a16:creationId xmlns:a16="http://schemas.microsoft.com/office/drawing/2014/main" id="{54EA4DF4-25ED-6800-EAE0-E31E00568730}"/>
                  </a:ext>
                </a:extLst>
              </p:cNvPr>
              <p:cNvSpPr/>
              <p:nvPr/>
            </p:nvSpPr>
            <p:spPr>
              <a:xfrm>
                <a:off x="7648372" y="8042158"/>
                <a:ext cx="37180" cy="37180"/>
              </a:xfrm>
              <a:custGeom>
                <a:avLst/>
                <a:gdLst>
                  <a:gd name="connsiteX0" fmla="*/ 37433 w 37180"/>
                  <a:gd name="connsiteY0" fmla="*/ 18771 h 37180"/>
                  <a:gd name="connsiteX1" fmla="*/ 18843 w 37180"/>
                  <a:gd name="connsiteY1" fmla="*/ 37361 h 37180"/>
                  <a:gd name="connsiteX2" fmla="*/ 252 w 37180"/>
                  <a:gd name="connsiteY2" fmla="*/ 18771 h 37180"/>
                  <a:gd name="connsiteX3" fmla="*/ 18843 w 37180"/>
                  <a:gd name="connsiteY3" fmla="*/ 180 h 37180"/>
                  <a:gd name="connsiteX4" fmla="*/ 37433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1"/>
                    </a:moveTo>
                    <a:cubicBezTo>
                      <a:pt x="37433" y="29038"/>
                      <a:pt x="29110" y="37361"/>
                      <a:pt x="18843" y="37361"/>
                    </a:cubicBezTo>
                    <a:cubicBezTo>
                      <a:pt x="8575" y="37361"/>
                      <a:pt x="252" y="29038"/>
                      <a:pt x="252" y="18771"/>
                    </a:cubicBezTo>
                    <a:cubicBezTo>
                      <a:pt x="252" y="8504"/>
                      <a:pt x="8575" y="180"/>
                      <a:pt x="18843" y="180"/>
                    </a:cubicBezTo>
                    <a:cubicBezTo>
                      <a:pt x="29110" y="180"/>
                      <a:pt x="37433" y="8504"/>
                      <a:pt x="37433" y="18771"/>
                    </a:cubicBezTo>
                    <a:close/>
                  </a:path>
                </a:pathLst>
              </a:custGeom>
              <a:solidFill>
                <a:srgbClr val="F7BDBD"/>
              </a:solidFill>
              <a:ln w="5753" cap="sq">
                <a:noFill/>
                <a:prstDash val="solid"/>
                <a:miter/>
              </a:ln>
            </p:spPr>
            <p:txBody>
              <a:bodyPr rtlCol="0" anchor="ctr"/>
              <a:lstStyle/>
              <a:p>
                <a:endParaRPr lang="en-US"/>
              </a:p>
            </p:txBody>
          </p:sp>
          <p:sp>
            <p:nvSpPr>
              <p:cNvPr id="2065" name="Freeform: Shape 2064">
                <a:extLst>
                  <a:ext uri="{FF2B5EF4-FFF2-40B4-BE49-F238E27FC236}">
                    <a16:creationId xmlns:a16="http://schemas.microsoft.com/office/drawing/2014/main" id="{419EA266-2D16-6153-9373-F09421A10A6D}"/>
                  </a:ext>
                </a:extLst>
              </p:cNvPr>
              <p:cNvSpPr/>
              <p:nvPr/>
            </p:nvSpPr>
            <p:spPr>
              <a:xfrm>
                <a:off x="7645972" y="8039758"/>
                <a:ext cx="41981" cy="41981"/>
              </a:xfrm>
              <a:custGeom>
                <a:avLst/>
                <a:gdLst>
                  <a:gd name="connsiteX0" fmla="*/ 21243 w 41981"/>
                  <a:gd name="connsiteY0" fmla="*/ 4981 h 41981"/>
                  <a:gd name="connsiteX1" fmla="*/ 37433 w 41981"/>
                  <a:gd name="connsiteY1" fmla="*/ 21171 h 41981"/>
                  <a:gd name="connsiteX2" fmla="*/ 37433 w 41981"/>
                  <a:gd name="connsiteY2" fmla="*/ 21171 h 41981"/>
                  <a:gd name="connsiteX3" fmla="*/ 21243 w 41981"/>
                  <a:gd name="connsiteY3" fmla="*/ 37361 h 41981"/>
                  <a:gd name="connsiteX4" fmla="*/ 5053 w 41981"/>
                  <a:gd name="connsiteY4" fmla="*/ 21171 h 41981"/>
                  <a:gd name="connsiteX5" fmla="*/ 21243 w 41981"/>
                  <a:gd name="connsiteY5" fmla="*/ 4981 h 41981"/>
                  <a:gd name="connsiteX6" fmla="*/ 21243 w 41981"/>
                  <a:gd name="connsiteY6" fmla="*/ 180 h 41981"/>
                  <a:gd name="connsiteX7" fmla="*/ 252 w 41981"/>
                  <a:gd name="connsiteY7" fmla="*/ 21171 h 41981"/>
                  <a:gd name="connsiteX8" fmla="*/ 21243 w 41981"/>
                  <a:gd name="connsiteY8" fmla="*/ 42162 h 41981"/>
                  <a:gd name="connsiteX9" fmla="*/ 42233 w 41981"/>
                  <a:gd name="connsiteY9" fmla="*/ 21171 h 41981"/>
                  <a:gd name="connsiteX10" fmla="*/ 42233 w 41981"/>
                  <a:gd name="connsiteY10" fmla="*/ 21171 h 41981"/>
                  <a:gd name="connsiteX11" fmla="*/ 2124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1"/>
                    </a:moveTo>
                    <a:cubicBezTo>
                      <a:pt x="30185" y="4981"/>
                      <a:pt x="37433" y="12229"/>
                      <a:pt x="37433" y="21171"/>
                    </a:cubicBezTo>
                    <a:lnTo>
                      <a:pt x="37433" y="21171"/>
                    </a:lnTo>
                    <a:cubicBezTo>
                      <a:pt x="37433" y="30113"/>
                      <a:pt x="30185" y="37361"/>
                      <a:pt x="21243" y="37361"/>
                    </a:cubicBezTo>
                    <a:cubicBezTo>
                      <a:pt x="12301" y="37361"/>
                      <a:pt x="5053" y="30113"/>
                      <a:pt x="5053" y="21171"/>
                    </a:cubicBezTo>
                    <a:cubicBezTo>
                      <a:pt x="5053" y="12229"/>
                      <a:pt x="12301" y="4981"/>
                      <a:pt x="21243" y="4981"/>
                    </a:cubicBezTo>
                    <a:close/>
                    <a:moveTo>
                      <a:pt x="21243" y="180"/>
                    </a:moveTo>
                    <a:cubicBezTo>
                      <a:pt x="9650" y="180"/>
                      <a:pt x="252" y="9578"/>
                      <a:pt x="252" y="21171"/>
                    </a:cubicBezTo>
                    <a:cubicBezTo>
                      <a:pt x="252" y="32764"/>
                      <a:pt x="9650" y="42162"/>
                      <a:pt x="21243" y="42162"/>
                    </a:cubicBezTo>
                    <a:cubicBezTo>
                      <a:pt x="32835" y="42162"/>
                      <a:pt x="42233" y="32764"/>
                      <a:pt x="42233" y="21171"/>
                    </a:cubicBezTo>
                    <a:lnTo>
                      <a:pt x="42233" y="21171"/>
                    </a:lnTo>
                    <a:cubicBezTo>
                      <a:pt x="42233" y="9578"/>
                      <a:pt x="32835" y="180"/>
                      <a:pt x="21243" y="180"/>
                    </a:cubicBezTo>
                    <a:close/>
                  </a:path>
                </a:pathLst>
              </a:custGeom>
              <a:solidFill>
                <a:srgbClr val="000000"/>
              </a:solidFill>
              <a:ln w="4794" cap="sq">
                <a:noFill/>
                <a:prstDash val="solid"/>
                <a:round/>
              </a:ln>
            </p:spPr>
            <p:txBody>
              <a:bodyPr rtlCol="0" anchor="ctr"/>
              <a:lstStyle/>
              <a:p>
                <a:endParaRPr lang="en-US"/>
              </a:p>
            </p:txBody>
          </p:sp>
          <p:sp>
            <p:nvSpPr>
              <p:cNvPr id="2066" name="Freeform: Shape 2065">
                <a:extLst>
                  <a:ext uri="{FF2B5EF4-FFF2-40B4-BE49-F238E27FC236}">
                    <a16:creationId xmlns:a16="http://schemas.microsoft.com/office/drawing/2014/main" id="{B2ED8986-4195-798B-7830-1685EBCE13F6}"/>
                  </a:ext>
                </a:extLst>
              </p:cNvPr>
              <p:cNvSpPr/>
              <p:nvPr/>
            </p:nvSpPr>
            <p:spPr>
              <a:xfrm>
                <a:off x="7658003" y="8042365"/>
                <a:ext cx="37180" cy="37180"/>
              </a:xfrm>
              <a:custGeom>
                <a:avLst/>
                <a:gdLst>
                  <a:gd name="connsiteX0" fmla="*/ 37435 w 37180"/>
                  <a:gd name="connsiteY0" fmla="*/ 18771 h 37180"/>
                  <a:gd name="connsiteX1" fmla="*/ 18844 w 37180"/>
                  <a:gd name="connsiteY1" fmla="*/ 37361 h 37180"/>
                  <a:gd name="connsiteX2" fmla="*/ 254 w 37180"/>
                  <a:gd name="connsiteY2" fmla="*/ 18771 h 37180"/>
                  <a:gd name="connsiteX3" fmla="*/ 18844 w 37180"/>
                  <a:gd name="connsiteY3" fmla="*/ 180 h 37180"/>
                  <a:gd name="connsiteX4" fmla="*/ 37435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1"/>
                    </a:moveTo>
                    <a:cubicBezTo>
                      <a:pt x="37435" y="29038"/>
                      <a:pt x="29111" y="37361"/>
                      <a:pt x="18844" y="37361"/>
                    </a:cubicBezTo>
                    <a:cubicBezTo>
                      <a:pt x="8577" y="37361"/>
                      <a:pt x="254" y="29038"/>
                      <a:pt x="254" y="18771"/>
                    </a:cubicBezTo>
                    <a:cubicBezTo>
                      <a:pt x="254" y="8504"/>
                      <a:pt x="8577" y="180"/>
                      <a:pt x="18844" y="180"/>
                    </a:cubicBezTo>
                    <a:cubicBezTo>
                      <a:pt x="29111" y="180"/>
                      <a:pt x="37435" y="8504"/>
                      <a:pt x="37435" y="18771"/>
                    </a:cubicBezTo>
                    <a:close/>
                  </a:path>
                </a:pathLst>
              </a:custGeom>
              <a:solidFill>
                <a:srgbClr val="00F700"/>
              </a:solidFill>
              <a:ln w="5753" cap="sq">
                <a:noFill/>
                <a:prstDash val="solid"/>
                <a:miter/>
              </a:ln>
            </p:spPr>
            <p:txBody>
              <a:bodyPr rtlCol="0" anchor="ctr"/>
              <a:lstStyle/>
              <a:p>
                <a:endParaRPr lang="en-US"/>
              </a:p>
            </p:txBody>
          </p:sp>
          <p:sp>
            <p:nvSpPr>
              <p:cNvPr id="2067" name="Freeform: Shape 2066">
                <a:extLst>
                  <a:ext uri="{FF2B5EF4-FFF2-40B4-BE49-F238E27FC236}">
                    <a16:creationId xmlns:a16="http://schemas.microsoft.com/office/drawing/2014/main" id="{EA54B1AB-45FB-C666-51DA-C77BC4D486DD}"/>
                  </a:ext>
                </a:extLst>
              </p:cNvPr>
              <p:cNvSpPr/>
              <p:nvPr/>
            </p:nvSpPr>
            <p:spPr>
              <a:xfrm>
                <a:off x="7655603" y="8039965"/>
                <a:ext cx="41981" cy="41981"/>
              </a:xfrm>
              <a:custGeom>
                <a:avLst/>
                <a:gdLst>
                  <a:gd name="connsiteX0" fmla="*/ 21244 w 41981"/>
                  <a:gd name="connsiteY0" fmla="*/ 4981 h 41981"/>
                  <a:gd name="connsiteX1" fmla="*/ 37435 w 41981"/>
                  <a:gd name="connsiteY1" fmla="*/ 21171 h 41981"/>
                  <a:gd name="connsiteX2" fmla="*/ 37435 w 41981"/>
                  <a:gd name="connsiteY2" fmla="*/ 21171 h 41981"/>
                  <a:gd name="connsiteX3" fmla="*/ 21244 w 41981"/>
                  <a:gd name="connsiteY3" fmla="*/ 37361 h 41981"/>
                  <a:gd name="connsiteX4" fmla="*/ 5054 w 41981"/>
                  <a:gd name="connsiteY4" fmla="*/ 21171 h 41981"/>
                  <a:gd name="connsiteX5" fmla="*/ 21244 w 41981"/>
                  <a:gd name="connsiteY5" fmla="*/ 4981 h 41981"/>
                  <a:gd name="connsiteX6" fmla="*/ 21244 w 41981"/>
                  <a:gd name="connsiteY6" fmla="*/ 180 h 41981"/>
                  <a:gd name="connsiteX7" fmla="*/ 254 w 41981"/>
                  <a:gd name="connsiteY7" fmla="*/ 21171 h 41981"/>
                  <a:gd name="connsiteX8" fmla="*/ 21244 w 41981"/>
                  <a:gd name="connsiteY8" fmla="*/ 42162 h 41981"/>
                  <a:gd name="connsiteX9" fmla="*/ 42235 w 41981"/>
                  <a:gd name="connsiteY9" fmla="*/ 21171 h 41981"/>
                  <a:gd name="connsiteX10" fmla="*/ 42235 w 41981"/>
                  <a:gd name="connsiteY10" fmla="*/ 21171 h 41981"/>
                  <a:gd name="connsiteX11" fmla="*/ 21244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81"/>
                    </a:moveTo>
                    <a:cubicBezTo>
                      <a:pt x="30186" y="4981"/>
                      <a:pt x="37435" y="12229"/>
                      <a:pt x="37435" y="21171"/>
                    </a:cubicBezTo>
                    <a:lnTo>
                      <a:pt x="37435" y="21171"/>
                    </a:lnTo>
                    <a:cubicBezTo>
                      <a:pt x="37435" y="30113"/>
                      <a:pt x="30186" y="37361"/>
                      <a:pt x="21244" y="37361"/>
                    </a:cubicBezTo>
                    <a:cubicBezTo>
                      <a:pt x="12303" y="37361"/>
                      <a:pt x="5054" y="30113"/>
                      <a:pt x="5054" y="21171"/>
                    </a:cubicBezTo>
                    <a:cubicBezTo>
                      <a:pt x="5054" y="12229"/>
                      <a:pt x="12303" y="4981"/>
                      <a:pt x="21244" y="4981"/>
                    </a:cubicBezTo>
                    <a:close/>
                    <a:moveTo>
                      <a:pt x="21244" y="180"/>
                    </a:moveTo>
                    <a:cubicBezTo>
                      <a:pt x="9652" y="180"/>
                      <a:pt x="254" y="9579"/>
                      <a:pt x="254" y="21171"/>
                    </a:cubicBezTo>
                    <a:cubicBezTo>
                      <a:pt x="254" y="32764"/>
                      <a:pt x="9652" y="42162"/>
                      <a:pt x="21244" y="42162"/>
                    </a:cubicBezTo>
                    <a:cubicBezTo>
                      <a:pt x="32837" y="42162"/>
                      <a:pt x="42235" y="32764"/>
                      <a:pt x="42235" y="21171"/>
                    </a:cubicBezTo>
                    <a:lnTo>
                      <a:pt x="42235" y="21171"/>
                    </a:lnTo>
                    <a:cubicBezTo>
                      <a:pt x="42235" y="9579"/>
                      <a:pt x="32837" y="180"/>
                      <a:pt x="21244" y="180"/>
                    </a:cubicBezTo>
                    <a:close/>
                  </a:path>
                </a:pathLst>
              </a:custGeom>
              <a:solidFill>
                <a:srgbClr val="000000"/>
              </a:solidFill>
              <a:ln w="4794" cap="sq">
                <a:noFill/>
                <a:prstDash val="solid"/>
                <a:round/>
              </a:ln>
            </p:spPr>
            <p:txBody>
              <a:bodyPr rtlCol="0" anchor="ctr"/>
              <a:lstStyle/>
              <a:p>
                <a:endParaRPr lang="en-US"/>
              </a:p>
            </p:txBody>
          </p:sp>
          <p:sp>
            <p:nvSpPr>
              <p:cNvPr id="2068" name="Freeform: Shape 2067">
                <a:extLst>
                  <a:ext uri="{FF2B5EF4-FFF2-40B4-BE49-F238E27FC236}">
                    <a16:creationId xmlns:a16="http://schemas.microsoft.com/office/drawing/2014/main" id="{B6ED179B-1170-44EA-4B59-FCB8202024CD}"/>
                  </a:ext>
                </a:extLst>
              </p:cNvPr>
              <p:cNvSpPr/>
              <p:nvPr/>
            </p:nvSpPr>
            <p:spPr>
              <a:xfrm>
                <a:off x="8071127" y="8052589"/>
                <a:ext cx="37180" cy="37180"/>
              </a:xfrm>
              <a:custGeom>
                <a:avLst/>
                <a:gdLst>
                  <a:gd name="connsiteX0" fmla="*/ 37506 w 37180"/>
                  <a:gd name="connsiteY0" fmla="*/ 18773 h 37180"/>
                  <a:gd name="connsiteX1" fmla="*/ 18916 w 37180"/>
                  <a:gd name="connsiteY1" fmla="*/ 37363 h 37180"/>
                  <a:gd name="connsiteX2" fmla="*/ 326 w 37180"/>
                  <a:gd name="connsiteY2" fmla="*/ 18773 h 37180"/>
                  <a:gd name="connsiteX3" fmla="*/ 18916 w 37180"/>
                  <a:gd name="connsiteY3" fmla="*/ 182 h 37180"/>
                  <a:gd name="connsiteX4" fmla="*/ 37506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6" y="18773"/>
                    </a:moveTo>
                    <a:cubicBezTo>
                      <a:pt x="37506" y="29040"/>
                      <a:pt x="29183" y="37363"/>
                      <a:pt x="18916" y="37363"/>
                    </a:cubicBezTo>
                    <a:cubicBezTo>
                      <a:pt x="8649" y="37363"/>
                      <a:pt x="326" y="29040"/>
                      <a:pt x="326" y="18773"/>
                    </a:cubicBezTo>
                    <a:cubicBezTo>
                      <a:pt x="326" y="8505"/>
                      <a:pt x="8649" y="182"/>
                      <a:pt x="18916" y="182"/>
                    </a:cubicBezTo>
                    <a:cubicBezTo>
                      <a:pt x="29183" y="182"/>
                      <a:pt x="37506" y="8505"/>
                      <a:pt x="37506" y="18773"/>
                    </a:cubicBezTo>
                    <a:close/>
                  </a:path>
                </a:pathLst>
              </a:custGeom>
              <a:solidFill>
                <a:srgbClr val="5CF75C"/>
              </a:solidFill>
              <a:ln w="5753" cap="sq">
                <a:noFill/>
                <a:prstDash val="solid"/>
                <a:miter/>
              </a:ln>
            </p:spPr>
            <p:txBody>
              <a:bodyPr rtlCol="0" anchor="ctr"/>
              <a:lstStyle/>
              <a:p>
                <a:endParaRPr lang="en-US"/>
              </a:p>
            </p:txBody>
          </p:sp>
          <p:sp>
            <p:nvSpPr>
              <p:cNvPr id="2069" name="Freeform: Shape 2068">
                <a:extLst>
                  <a:ext uri="{FF2B5EF4-FFF2-40B4-BE49-F238E27FC236}">
                    <a16:creationId xmlns:a16="http://schemas.microsoft.com/office/drawing/2014/main" id="{21BCFD6F-D7BE-65DA-927E-29E7DEF8580B}"/>
                  </a:ext>
                </a:extLst>
              </p:cNvPr>
              <p:cNvSpPr/>
              <p:nvPr/>
            </p:nvSpPr>
            <p:spPr>
              <a:xfrm>
                <a:off x="8068727" y="8050189"/>
                <a:ext cx="41981" cy="41981"/>
              </a:xfrm>
              <a:custGeom>
                <a:avLst/>
                <a:gdLst>
                  <a:gd name="connsiteX0" fmla="*/ 21316 w 41981"/>
                  <a:gd name="connsiteY0" fmla="*/ 4983 h 41981"/>
                  <a:gd name="connsiteX1" fmla="*/ 37506 w 41981"/>
                  <a:gd name="connsiteY1" fmla="*/ 21173 h 41981"/>
                  <a:gd name="connsiteX2" fmla="*/ 37506 w 41981"/>
                  <a:gd name="connsiteY2" fmla="*/ 21173 h 41981"/>
                  <a:gd name="connsiteX3" fmla="*/ 21316 w 41981"/>
                  <a:gd name="connsiteY3" fmla="*/ 37363 h 41981"/>
                  <a:gd name="connsiteX4" fmla="*/ 5126 w 41981"/>
                  <a:gd name="connsiteY4" fmla="*/ 21173 h 41981"/>
                  <a:gd name="connsiteX5" fmla="*/ 21316 w 41981"/>
                  <a:gd name="connsiteY5" fmla="*/ 4983 h 41981"/>
                  <a:gd name="connsiteX6" fmla="*/ 21316 w 41981"/>
                  <a:gd name="connsiteY6" fmla="*/ 182 h 41981"/>
                  <a:gd name="connsiteX7" fmla="*/ 326 w 41981"/>
                  <a:gd name="connsiteY7" fmla="*/ 21173 h 41981"/>
                  <a:gd name="connsiteX8" fmla="*/ 21316 w 41981"/>
                  <a:gd name="connsiteY8" fmla="*/ 42163 h 41981"/>
                  <a:gd name="connsiteX9" fmla="*/ 42307 w 41981"/>
                  <a:gd name="connsiteY9" fmla="*/ 21173 h 41981"/>
                  <a:gd name="connsiteX10" fmla="*/ 42307 w 41981"/>
                  <a:gd name="connsiteY10" fmla="*/ 21173 h 41981"/>
                  <a:gd name="connsiteX11" fmla="*/ 2131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6" y="4983"/>
                    </a:moveTo>
                    <a:cubicBezTo>
                      <a:pt x="30258" y="4983"/>
                      <a:pt x="37506" y="12231"/>
                      <a:pt x="37506" y="21173"/>
                    </a:cubicBezTo>
                    <a:lnTo>
                      <a:pt x="37506" y="21173"/>
                    </a:lnTo>
                    <a:cubicBezTo>
                      <a:pt x="37506" y="30115"/>
                      <a:pt x="30258" y="37363"/>
                      <a:pt x="21316" y="37363"/>
                    </a:cubicBezTo>
                    <a:cubicBezTo>
                      <a:pt x="12374" y="37363"/>
                      <a:pt x="5126" y="30115"/>
                      <a:pt x="5126" y="21173"/>
                    </a:cubicBezTo>
                    <a:cubicBezTo>
                      <a:pt x="5126" y="12231"/>
                      <a:pt x="12374" y="4983"/>
                      <a:pt x="21316" y="4983"/>
                    </a:cubicBezTo>
                    <a:close/>
                    <a:moveTo>
                      <a:pt x="21316" y="182"/>
                    </a:moveTo>
                    <a:cubicBezTo>
                      <a:pt x="9724" y="182"/>
                      <a:pt x="326" y="9580"/>
                      <a:pt x="326" y="21173"/>
                    </a:cubicBezTo>
                    <a:cubicBezTo>
                      <a:pt x="326" y="32765"/>
                      <a:pt x="9724" y="42163"/>
                      <a:pt x="21316" y="42163"/>
                    </a:cubicBezTo>
                    <a:cubicBezTo>
                      <a:pt x="32909" y="42163"/>
                      <a:pt x="42307" y="32765"/>
                      <a:pt x="42307" y="21173"/>
                    </a:cubicBezTo>
                    <a:lnTo>
                      <a:pt x="42307" y="21173"/>
                    </a:lnTo>
                    <a:cubicBezTo>
                      <a:pt x="42307" y="9580"/>
                      <a:pt x="32909" y="182"/>
                      <a:pt x="21316" y="182"/>
                    </a:cubicBezTo>
                    <a:close/>
                  </a:path>
                </a:pathLst>
              </a:custGeom>
              <a:solidFill>
                <a:srgbClr val="000000"/>
              </a:solidFill>
              <a:ln w="4794" cap="sq">
                <a:noFill/>
                <a:prstDash val="solid"/>
                <a:round/>
              </a:ln>
            </p:spPr>
            <p:txBody>
              <a:bodyPr rtlCol="0" anchor="ctr"/>
              <a:lstStyle/>
              <a:p>
                <a:endParaRPr lang="en-US"/>
              </a:p>
            </p:txBody>
          </p:sp>
          <p:sp>
            <p:nvSpPr>
              <p:cNvPr id="2070" name="Freeform: Shape 2069">
                <a:extLst>
                  <a:ext uri="{FF2B5EF4-FFF2-40B4-BE49-F238E27FC236}">
                    <a16:creationId xmlns:a16="http://schemas.microsoft.com/office/drawing/2014/main" id="{A1857D56-02E7-E0CB-06E4-327AEFAB2283}"/>
                  </a:ext>
                </a:extLst>
              </p:cNvPr>
              <p:cNvSpPr/>
              <p:nvPr/>
            </p:nvSpPr>
            <p:spPr>
              <a:xfrm>
                <a:off x="7686906" y="8047169"/>
                <a:ext cx="37180" cy="37180"/>
              </a:xfrm>
              <a:custGeom>
                <a:avLst/>
                <a:gdLst>
                  <a:gd name="connsiteX0" fmla="*/ 37440 w 37180"/>
                  <a:gd name="connsiteY0" fmla="*/ 18772 h 37180"/>
                  <a:gd name="connsiteX1" fmla="*/ 18849 w 37180"/>
                  <a:gd name="connsiteY1" fmla="*/ 37362 h 37180"/>
                  <a:gd name="connsiteX2" fmla="*/ 259 w 37180"/>
                  <a:gd name="connsiteY2" fmla="*/ 18772 h 37180"/>
                  <a:gd name="connsiteX3" fmla="*/ 18849 w 37180"/>
                  <a:gd name="connsiteY3" fmla="*/ 181 h 37180"/>
                  <a:gd name="connsiteX4" fmla="*/ 37440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2"/>
                    </a:moveTo>
                    <a:cubicBezTo>
                      <a:pt x="37440" y="29039"/>
                      <a:pt x="29116" y="37362"/>
                      <a:pt x="18849" y="37362"/>
                    </a:cubicBezTo>
                    <a:cubicBezTo>
                      <a:pt x="8582" y="37362"/>
                      <a:pt x="259" y="29039"/>
                      <a:pt x="259" y="18772"/>
                    </a:cubicBezTo>
                    <a:cubicBezTo>
                      <a:pt x="259" y="8505"/>
                      <a:pt x="8582" y="181"/>
                      <a:pt x="18849" y="181"/>
                    </a:cubicBezTo>
                    <a:cubicBezTo>
                      <a:pt x="29116" y="181"/>
                      <a:pt x="37440" y="8505"/>
                      <a:pt x="37440" y="18772"/>
                    </a:cubicBezTo>
                    <a:close/>
                  </a:path>
                </a:pathLst>
              </a:custGeom>
              <a:solidFill>
                <a:srgbClr val="F7E3E3"/>
              </a:solidFill>
              <a:ln w="5753" cap="sq">
                <a:noFill/>
                <a:prstDash val="solid"/>
                <a:miter/>
              </a:ln>
            </p:spPr>
            <p:txBody>
              <a:bodyPr rtlCol="0" anchor="ctr"/>
              <a:lstStyle/>
              <a:p>
                <a:endParaRPr lang="en-US"/>
              </a:p>
            </p:txBody>
          </p:sp>
          <p:sp>
            <p:nvSpPr>
              <p:cNvPr id="2071" name="Freeform: Shape 2070">
                <a:extLst>
                  <a:ext uri="{FF2B5EF4-FFF2-40B4-BE49-F238E27FC236}">
                    <a16:creationId xmlns:a16="http://schemas.microsoft.com/office/drawing/2014/main" id="{A7F3E7CB-CA13-8C26-5D20-D0AA1FF077BD}"/>
                  </a:ext>
                </a:extLst>
              </p:cNvPr>
              <p:cNvSpPr/>
              <p:nvPr/>
            </p:nvSpPr>
            <p:spPr>
              <a:xfrm>
                <a:off x="7684506" y="8044769"/>
                <a:ext cx="41981" cy="41981"/>
              </a:xfrm>
              <a:custGeom>
                <a:avLst/>
                <a:gdLst>
                  <a:gd name="connsiteX0" fmla="*/ 21249 w 41981"/>
                  <a:gd name="connsiteY0" fmla="*/ 4982 h 41981"/>
                  <a:gd name="connsiteX1" fmla="*/ 37440 w 41981"/>
                  <a:gd name="connsiteY1" fmla="*/ 21172 h 41981"/>
                  <a:gd name="connsiteX2" fmla="*/ 37440 w 41981"/>
                  <a:gd name="connsiteY2" fmla="*/ 21172 h 41981"/>
                  <a:gd name="connsiteX3" fmla="*/ 21249 w 41981"/>
                  <a:gd name="connsiteY3" fmla="*/ 37362 h 41981"/>
                  <a:gd name="connsiteX4" fmla="*/ 5059 w 41981"/>
                  <a:gd name="connsiteY4" fmla="*/ 21172 h 41981"/>
                  <a:gd name="connsiteX5" fmla="*/ 21249 w 41981"/>
                  <a:gd name="connsiteY5" fmla="*/ 4982 h 41981"/>
                  <a:gd name="connsiteX6" fmla="*/ 21249 w 41981"/>
                  <a:gd name="connsiteY6" fmla="*/ 181 h 41981"/>
                  <a:gd name="connsiteX7" fmla="*/ 259 w 41981"/>
                  <a:gd name="connsiteY7" fmla="*/ 21172 h 41981"/>
                  <a:gd name="connsiteX8" fmla="*/ 21249 w 41981"/>
                  <a:gd name="connsiteY8" fmla="*/ 42163 h 41981"/>
                  <a:gd name="connsiteX9" fmla="*/ 42240 w 41981"/>
                  <a:gd name="connsiteY9" fmla="*/ 21172 h 41981"/>
                  <a:gd name="connsiteX10" fmla="*/ 42240 w 41981"/>
                  <a:gd name="connsiteY10" fmla="*/ 21172 h 41981"/>
                  <a:gd name="connsiteX11" fmla="*/ 2124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2"/>
                    </a:moveTo>
                    <a:cubicBezTo>
                      <a:pt x="30191" y="4982"/>
                      <a:pt x="37440" y="12230"/>
                      <a:pt x="37440" y="21172"/>
                    </a:cubicBezTo>
                    <a:lnTo>
                      <a:pt x="37440" y="21172"/>
                    </a:lnTo>
                    <a:cubicBezTo>
                      <a:pt x="37440" y="30114"/>
                      <a:pt x="30191" y="37362"/>
                      <a:pt x="21249" y="37362"/>
                    </a:cubicBezTo>
                    <a:cubicBezTo>
                      <a:pt x="12308" y="37362"/>
                      <a:pt x="5059" y="30114"/>
                      <a:pt x="5059" y="21172"/>
                    </a:cubicBezTo>
                    <a:cubicBezTo>
                      <a:pt x="5059" y="12230"/>
                      <a:pt x="12308" y="4982"/>
                      <a:pt x="21249" y="4982"/>
                    </a:cubicBezTo>
                    <a:close/>
                    <a:moveTo>
                      <a:pt x="21249" y="181"/>
                    </a:moveTo>
                    <a:cubicBezTo>
                      <a:pt x="9657" y="181"/>
                      <a:pt x="259" y="9579"/>
                      <a:pt x="259" y="21172"/>
                    </a:cubicBezTo>
                    <a:cubicBezTo>
                      <a:pt x="259" y="32764"/>
                      <a:pt x="9657" y="42163"/>
                      <a:pt x="21249" y="42163"/>
                    </a:cubicBezTo>
                    <a:cubicBezTo>
                      <a:pt x="32842" y="42163"/>
                      <a:pt x="42240" y="32764"/>
                      <a:pt x="42240" y="21172"/>
                    </a:cubicBezTo>
                    <a:lnTo>
                      <a:pt x="42240" y="21172"/>
                    </a:lnTo>
                    <a:cubicBezTo>
                      <a:pt x="42240" y="9579"/>
                      <a:pt x="32842" y="181"/>
                      <a:pt x="21249" y="181"/>
                    </a:cubicBezTo>
                    <a:close/>
                  </a:path>
                </a:pathLst>
              </a:custGeom>
              <a:solidFill>
                <a:srgbClr val="000000"/>
              </a:solidFill>
              <a:ln w="4794" cap="sq">
                <a:noFill/>
                <a:prstDash val="solid"/>
                <a:round/>
              </a:ln>
            </p:spPr>
            <p:txBody>
              <a:bodyPr rtlCol="0" anchor="ctr"/>
              <a:lstStyle/>
              <a:p>
                <a:endParaRPr lang="en-US"/>
              </a:p>
            </p:txBody>
          </p:sp>
          <p:sp>
            <p:nvSpPr>
              <p:cNvPr id="2072" name="Freeform: Shape 2071">
                <a:extLst>
                  <a:ext uri="{FF2B5EF4-FFF2-40B4-BE49-F238E27FC236}">
                    <a16:creationId xmlns:a16="http://schemas.microsoft.com/office/drawing/2014/main" id="{66DBCC81-5E92-2B41-63EB-56CC04A05431}"/>
                  </a:ext>
                </a:extLst>
              </p:cNvPr>
              <p:cNvSpPr/>
              <p:nvPr/>
            </p:nvSpPr>
            <p:spPr>
              <a:xfrm>
                <a:off x="7676181" y="8047348"/>
                <a:ext cx="37180" cy="37180"/>
              </a:xfrm>
              <a:custGeom>
                <a:avLst/>
                <a:gdLst>
                  <a:gd name="connsiteX0" fmla="*/ 37438 w 37180"/>
                  <a:gd name="connsiteY0" fmla="*/ 18772 h 37180"/>
                  <a:gd name="connsiteX1" fmla="*/ 18847 w 37180"/>
                  <a:gd name="connsiteY1" fmla="*/ 37362 h 37180"/>
                  <a:gd name="connsiteX2" fmla="*/ 257 w 37180"/>
                  <a:gd name="connsiteY2" fmla="*/ 18772 h 37180"/>
                  <a:gd name="connsiteX3" fmla="*/ 18847 w 37180"/>
                  <a:gd name="connsiteY3" fmla="*/ 181 h 37180"/>
                  <a:gd name="connsiteX4" fmla="*/ 37438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2"/>
                    </a:moveTo>
                    <a:cubicBezTo>
                      <a:pt x="37438" y="29039"/>
                      <a:pt x="29115" y="37362"/>
                      <a:pt x="18847" y="37362"/>
                    </a:cubicBezTo>
                    <a:cubicBezTo>
                      <a:pt x="8580" y="37362"/>
                      <a:pt x="257" y="29039"/>
                      <a:pt x="257" y="18772"/>
                    </a:cubicBezTo>
                    <a:cubicBezTo>
                      <a:pt x="257" y="8505"/>
                      <a:pt x="8580" y="181"/>
                      <a:pt x="18847" y="181"/>
                    </a:cubicBezTo>
                    <a:cubicBezTo>
                      <a:pt x="29115" y="181"/>
                      <a:pt x="37438" y="8505"/>
                      <a:pt x="37438" y="18772"/>
                    </a:cubicBezTo>
                    <a:close/>
                  </a:path>
                </a:pathLst>
              </a:custGeom>
              <a:solidFill>
                <a:srgbClr val="E4F7E4"/>
              </a:solidFill>
              <a:ln w="5753" cap="sq">
                <a:noFill/>
                <a:prstDash val="solid"/>
                <a:miter/>
              </a:ln>
            </p:spPr>
            <p:txBody>
              <a:bodyPr rtlCol="0" anchor="ctr"/>
              <a:lstStyle/>
              <a:p>
                <a:endParaRPr lang="en-US"/>
              </a:p>
            </p:txBody>
          </p:sp>
          <p:sp>
            <p:nvSpPr>
              <p:cNvPr id="2073" name="Freeform: Shape 2072">
                <a:extLst>
                  <a:ext uri="{FF2B5EF4-FFF2-40B4-BE49-F238E27FC236}">
                    <a16:creationId xmlns:a16="http://schemas.microsoft.com/office/drawing/2014/main" id="{C0C81E13-F300-58C6-91D1-29B6EB4C2855}"/>
                  </a:ext>
                </a:extLst>
              </p:cNvPr>
              <p:cNvSpPr/>
              <p:nvPr/>
            </p:nvSpPr>
            <p:spPr>
              <a:xfrm>
                <a:off x="7673781" y="8044947"/>
                <a:ext cx="41981" cy="41981"/>
              </a:xfrm>
              <a:custGeom>
                <a:avLst/>
                <a:gdLst>
                  <a:gd name="connsiteX0" fmla="*/ 21248 w 41981"/>
                  <a:gd name="connsiteY0" fmla="*/ 4982 h 41981"/>
                  <a:gd name="connsiteX1" fmla="*/ 37438 w 41981"/>
                  <a:gd name="connsiteY1" fmla="*/ 21172 h 41981"/>
                  <a:gd name="connsiteX2" fmla="*/ 37438 w 41981"/>
                  <a:gd name="connsiteY2" fmla="*/ 21172 h 41981"/>
                  <a:gd name="connsiteX3" fmla="*/ 21248 w 41981"/>
                  <a:gd name="connsiteY3" fmla="*/ 37362 h 41981"/>
                  <a:gd name="connsiteX4" fmla="*/ 5057 w 41981"/>
                  <a:gd name="connsiteY4" fmla="*/ 21172 h 41981"/>
                  <a:gd name="connsiteX5" fmla="*/ 21248 w 41981"/>
                  <a:gd name="connsiteY5" fmla="*/ 4982 h 41981"/>
                  <a:gd name="connsiteX6" fmla="*/ 21248 w 41981"/>
                  <a:gd name="connsiteY6" fmla="*/ 181 h 41981"/>
                  <a:gd name="connsiteX7" fmla="*/ 257 w 41981"/>
                  <a:gd name="connsiteY7" fmla="*/ 21172 h 41981"/>
                  <a:gd name="connsiteX8" fmla="*/ 21248 w 41981"/>
                  <a:gd name="connsiteY8" fmla="*/ 42163 h 41981"/>
                  <a:gd name="connsiteX9" fmla="*/ 42238 w 41981"/>
                  <a:gd name="connsiteY9" fmla="*/ 21172 h 41981"/>
                  <a:gd name="connsiteX10" fmla="*/ 42238 w 41981"/>
                  <a:gd name="connsiteY10" fmla="*/ 21172 h 41981"/>
                  <a:gd name="connsiteX11" fmla="*/ 2124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2"/>
                    </a:moveTo>
                    <a:cubicBezTo>
                      <a:pt x="30189" y="4982"/>
                      <a:pt x="37438" y="12230"/>
                      <a:pt x="37438" y="21172"/>
                    </a:cubicBezTo>
                    <a:lnTo>
                      <a:pt x="37438" y="21172"/>
                    </a:lnTo>
                    <a:cubicBezTo>
                      <a:pt x="37438" y="30114"/>
                      <a:pt x="30189" y="37362"/>
                      <a:pt x="21248" y="37362"/>
                    </a:cubicBezTo>
                    <a:cubicBezTo>
                      <a:pt x="12306" y="37362"/>
                      <a:pt x="5057" y="30114"/>
                      <a:pt x="5057" y="21172"/>
                    </a:cubicBezTo>
                    <a:cubicBezTo>
                      <a:pt x="5057" y="12230"/>
                      <a:pt x="12306" y="4982"/>
                      <a:pt x="21248" y="4982"/>
                    </a:cubicBezTo>
                    <a:close/>
                    <a:moveTo>
                      <a:pt x="21248" y="181"/>
                    </a:moveTo>
                    <a:cubicBezTo>
                      <a:pt x="9655" y="181"/>
                      <a:pt x="257" y="9579"/>
                      <a:pt x="257" y="21172"/>
                    </a:cubicBezTo>
                    <a:cubicBezTo>
                      <a:pt x="257" y="32765"/>
                      <a:pt x="9655" y="42163"/>
                      <a:pt x="21248" y="42163"/>
                    </a:cubicBezTo>
                    <a:cubicBezTo>
                      <a:pt x="32840" y="42163"/>
                      <a:pt x="42238" y="32765"/>
                      <a:pt x="42238" y="21172"/>
                    </a:cubicBezTo>
                    <a:lnTo>
                      <a:pt x="42238" y="21172"/>
                    </a:lnTo>
                    <a:cubicBezTo>
                      <a:pt x="42238" y="9579"/>
                      <a:pt x="32840" y="181"/>
                      <a:pt x="21248" y="181"/>
                    </a:cubicBezTo>
                    <a:close/>
                  </a:path>
                </a:pathLst>
              </a:custGeom>
              <a:solidFill>
                <a:srgbClr val="000000"/>
              </a:solidFill>
              <a:ln w="4794" cap="sq">
                <a:noFill/>
                <a:prstDash val="solid"/>
                <a:round/>
              </a:ln>
            </p:spPr>
            <p:txBody>
              <a:bodyPr rtlCol="0" anchor="ctr"/>
              <a:lstStyle/>
              <a:p>
                <a:endParaRPr lang="en-US"/>
              </a:p>
            </p:txBody>
          </p:sp>
          <p:sp>
            <p:nvSpPr>
              <p:cNvPr id="2074" name="Freeform: Shape 2073">
                <a:extLst>
                  <a:ext uri="{FF2B5EF4-FFF2-40B4-BE49-F238E27FC236}">
                    <a16:creationId xmlns:a16="http://schemas.microsoft.com/office/drawing/2014/main" id="{B7632868-1995-5BF2-3830-B88771D7F250}"/>
                  </a:ext>
                </a:extLst>
              </p:cNvPr>
              <p:cNvSpPr/>
              <p:nvPr/>
            </p:nvSpPr>
            <p:spPr>
              <a:xfrm>
                <a:off x="7710586" y="8044848"/>
                <a:ext cx="37180" cy="37180"/>
              </a:xfrm>
              <a:custGeom>
                <a:avLst/>
                <a:gdLst>
                  <a:gd name="connsiteX0" fmla="*/ 37444 w 37180"/>
                  <a:gd name="connsiteY0" fmla="*/ 18771 h 37180"/>
                  <a:gd name="connsiteX1" fmla="*/ 18853 w 37180"/>
                  <a:gd name="connsiteY1" fmla="*/ 37362 h 37180"/>
                  <a:gd name="connsiteX2" fmla="*/ 263 w 37180"/>
                  <a:gd name="connsiteY2" fmla="*/ 18771 h 37180"/>
                  <a:gd name="connsiteX3" fmla="*/ 18853 w 37180"/>
                  <a:gd name="connsiteY3" fmla="*/ 181 h 37180"/>
                  <a:gd name="connsiteX4" fmla="*/ 37444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1"/>
                    </a:moveTo>
                    <a:cubicBezTo>
                      <a:pt x="37444" y="29039"/>
                      <a:pt x="29121" y="37362"/>
                      <a:pt x="18853" y="37362"/>
                    </a:cubicBezTo>
                    <a:cubicBezTo>
                      <a:pt x="8586" y="37362"/>
                      <a:pt x="263" y="29039"/>
                      <a:pt x="263" y="18771"/>
                    </a:cubicBezTo>
                    <a:cubicBezTo>
                      <a:pt x="263" y="8504"/>
                      <a:pt x="8586" y="181"/>
                      <a:pt x="18853" y="181"/>
                    </a:cubicBezTo>
                    <a:cubicBezTo>
                      <a:pt x="29121" y="181"/>
                      <a:pt x="37444" y="8504"/>
                      <a:pt x="37444" y="18771"/>
                    </a:cubicBezTo>
                    <a:close/>
                  </a:path>
                </a:pathLst>
              </a:custGeom>
              <a:solidFill>
                <a:srgbClr val="ECF7EC"/>
              </a:solidFill>
              <a:ln w="5753" cap="sq">
                <a:noFill/>
                <a:prstDash val="solid"/>
                <a:miter/>
              </a:ln>
            </p:spPr>
            <p:txBody>
              <a:bodyPr rtlCol="0" anchor="ctr"/>
              <a:lstStyle/>
              <a:p>
                <a:endParaRPr lang="en-US"/>
              </a:p>
            </p:txBody>
          </p:sp>
          <p:sp>
            <p:nvSpPr>
              <p:cNvPr id="2075" name="Freeform: Shape 2074">
                <a:extLst>
                  <a:ext uri="{FF2B5EF4-FFF2-40B4-BE49-F238E27FC236}">
                    <a16:creationId xmlns:a16="http://schemas.microsoft.com/office/drawing/2014/main" id="{EEA2C8DC-8C41-75E1-851A-EBDA3A0ECE04}"/>
                  </a:ext>
                </a:extLst>
              </p:cNvPr>
              <p:cNvSpPr/>
              <p:nvPr/>
            </p:nvSpPr>
            <p:spPr>
              <a:xfrm>
                <a:off x="7708186" y="8042448"/>
                <a:ext cx="41981" cy="41981"/>
              </a:xfrm>
              <a:custGeom>
                <a:avLst/>
                <a:gdLst>
                  <a:gd name="connsiteX0" fmla="*/ 21254 w 41981"/>
                  <a:gd name="connsiteY0" fmla="*/ 4981 h 41981"/>
                  <a:gd name="connsiteX1" fmla="*/ 37444 w 41981"/>
                  <a:gd name="connsiteY1" fmla="*/ 21172 h 41981"/>
                  <a:gd name="connsiteX2" fmla="*/ 37444 w 41981"/>
                  <a:gd name="connsiteY2" fmla="*/ 21172 h 41981"/>
                  <a:gd name="connsiteX3" fmla="*/ 21254 w 41981"/>
                  <a:gd name="connsiteY3" fmla="*/ 37362 h 41981"/>
                  <a:gd name="connsiteX4" fmla="*/ 5063 w 41981"/>
                  <a:gd name="connsiteY4" fmla="*/ 21172 h 41981"/>
                  <a:gd name="connsiteX5" fmla="*/ 21254 w 41981"/>
                  <a:gd name="connsiteY5" fmla="*/ 4981 h 41981"/>
                  <a:gd name="connsiteX6" fmla="*/ 21254 w 41981"/>
                  <a:gd name="connsiteY6" fmla="*/ 181 h 41981"/>
                  <a:gd name="connsiteX7" fmla="*/ 263 w 41981"/>
                  <a:gd name="connsiteY7" fmla="*/ 21172 h 41981"/>
                  <a:gd name="connsiteX8" fmla="*/ 21254 w 41981"/>
                  <a:gd name="connsiteY8" fmla="*/ 42162 h 41981"/>
                  <a:gd name="connsiteX9" fmla="*/ 42244 w 41981"/>
                  <a:gd name="connsiteY9" fmla="*/ 21172 h 41981"/>
                  <a:gd name="connsiteX10" fmla="*/ 42244 w 41981"/>
                  <a:gd name="connsiteY10" fmla="*/ 21172 h 41981"/>
                  <a:gd name="connsiteX11" fmla="*/ 2125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1"/>
                    </a:moveTo>
                    <a:cubicBezTo>
                      <a:pt x="30195" y="4981"/>
                      <a:pt x="37444" y="12230"/>
                      <a:pt x="37444" y="21172"/>
                    </a:cubicBezTo>
                    <a:lnTo>
                      <a:pt x="37444" y="21172"/>
                    </a:lnTo>
                    <a:cubicBezTo>
                      <a:pt x="37444" y="30113"/>
                      <a:pt x="30195" y="37362"/>
                      <a:pt x="21254" y="37362"/>
                    </a:cubicBezTo>
                    <a:cubicBezTo>
                      <a:pt x="12312" y="37362"/>
                      <a:pt x="5063" y="30113"/>
                      <a:pt x="5063" y="21172"/>
                    </a:cubicBezTo>
                    <a:cubicBezTo>
                      <a:pt x="5063" y="12230"/>
                      <a:pt x="12312" y="4981"/>
                      <a:pt x="21254" y="4981"/>
                    </a:cubicBezTo>
                    <a:close/>
                    <a:moveTo>
                      <a:pt x="21254" y="181"/>
                    </a:moveTo>
                    <a:cubicBezTo>
                      <a:pt x="9661" y="181"/>
                      <a:pt x="263" y="9579"/>
                      <a:pt x="263" y="21172"/>
                    </a:cubicBezTo>
                    <a:cubicBezTo>
                      <a:pt x="263" y="32764"/>
                      <a:pt x="9661" y="42162"/>
                      <a:pt x="21254" y="42162"/>
                    </a:cubicBezTo>
                    <a:cubicBezTo>
                      <a:pt x="32846" y="42162"/>
                      <a:pt x="42244" y="32764"/>
                      <a:pt x="42244" y="21172"/>
                    </a:cubicBezTo>
                    <a:lnTo>
                      <a:pt x="42244" y="21172"/>
                    </a:lnTo>
                    <a:cubicBezTo>
                      <a:pt x="42244" y="9579"/>
                      <a:pt x="32846" y="181"/>
                      <a:pt x="21254" y="181"/>
                    </a:cubicBezTo>
                    <a:close/>
                  </a:path>
                </a:pathLst>
              </a:custGeom>
              <a:solidFill>
                <a:srgbClr val="000000"/>
              </a:solidFill>
              <a:ln w="4794" cap="sq">
                <a:noFill/>
                <a:prstDash val="solid"/>
                <a:round/>
              </a:ln>
            </p:spPr>
            <p:txBody>
              <a:bodyPr rtlCol="0" anchor="ctr"/>
              <a:lstStyle/>
              <a:p>
                <a:endParaRPr lang="en-US"/>
              </a:p>
            </p:txBody>
          </p:sp>
          <p:sp>
            <p:nvSpPr>
              <p:cNvPr id="2076" name="Freeform: Shape 2075">
                <a:extLst>
                  <a:ext uri="{FF2B5EF4-FFF2-40B4-BE49-F238E27FC236}">
                    <a16:creationId xmlns:a16="http://schemas.microsoft.com/office/drawing/2014/main" id="{842206BE-B82B-3DA4-B0A4-6AFE70323570}"/>
                  </a:ext>
                </a:extLst>
              </p:cNvPr>
              <p:cNvSpPr/>
              <p:nvPr/>
            </p:nvSpPr>
            <p:spPr>
              <a:xfrm>
                <a:off x="7711674" y="8025402"/>
                <a:ext cx="37180" cy="37180"/>
              </a:xfrm>
              <a:custGeom>
                <a:avLst/>
                <a:gdLst>
                  <a:gd name="connsiteX0" fmla="*/ 37444 w 37180"/>
                  <a:gd name="connsiteY0" fmla="*/ 18768 h 37180"/>
                  <a:gd name="connsiteX1" fmla="*/ 18854 w 37180"/>
                  <a:gd name="connsiteY1" fmla="*/ 37358 h 37180"/>
                  <a:gd name="connsiteX2" fmla="*/ 263 w 37180"/>
                  <a:gd name="connsiteY2" fmla="*/ 18768 h 37180"/>
                  <a:gd name="connsiteX3" fmla="*/ 18854 w 37180"/>
                  <a:gd name="connsiteY3" fmla="*/ 178 h 37180"/>
                  <a:gd name="connsiteX4" fmla="*/ 37444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8"/>
                    </a:moveTo>
                    <a:cubicBezTo>
                      <a:pt x="37444" y="29035"/>
                      <a:pt x="29121" y="37358"/>
                      <a:pt x="18854" y="37358"/>
                    </a:cubicBezTo>
                    <a:cubicBezTo>
                      <a:pt x="8586" y="37358"/>
                      <a:pt x="263" y="29035"/>
                      <a:pt x="263" y="18768"/>
                    </a:cubicBezTo>
                    <a:cubicBezTo>
                      <a:pt x="263" y="8501"/>
                      <a:pt x="8586" y="178"/>
                      <a:pt x="18854" y="178"/>
                    </a:cubicBezTo>
                    <a:cubicBezTo>
                      <a:pt x="29121" y="178"/>
                      <a:pt x="37444" y="8501"/>
                      <a:pt x="37444" y="18768"/>
                    </a:cubicBezTo>
                    <a:close/>
                  </a:path>
                </a:pathLst>
              </a:custGeom>
              <a:solidFill>
                <a:srgbClr val="D4F7D4"/>
              </a:solidFill>
              <a:ln w="5753" cap="sq">
                <a:noFill/>
                <a:prstDash val="solid"/>
                <a:miter/>
              </a:ln>
            </p:spPr>
            <p:txBody>
              <a:bodyPr rtlCol="0" anchor="ctr"/>
              <a:lstStyle/>
              <a:p>
                <a:endParaRPr lang="en-US"/>
              </a:p>
            </p:txBody>
          </p:sp>
          <p:sp>
            <p:nvSpPr>
              <p:cNvPr id="2077" name="Freeform: Shape 2076">
                <a:extLst>
                  <a:ext uri="{FF2B5EF4-FFF2-40B4-BE49-F238E27FC236}">
                    <a16:creationId xmlns:a16="http://schemas.microsoft.com/office/drawing/2014/main" id="{A5EE42DB-FD8F-8198-518D-613DC5A7B08C}"/>
                  </a:ext>
                </a:extLst>
              </p:cNvPr>
              <p:cNvSpPr/>
              <p:nvPr/>
            </p:nvSpPr>
            <p:spPr>
              <a:xfrm>
                <a:off x="7709274" y="8023002"/>
                <a:ext cx="41981" cy="41981"/>
              </a:xfrm>
              <a:custGeom>
                <a:avLst/>
                <a:gdLst>
                  <a:gd name="connsiteX0" fmla="*/ 21254 w 41981"/>
                  <a:gd name="connsiteY0" fmla="*/ 4978 h 41981"/>
                  <a:gd name="connsiteX1" fmla="*/ 37444 w 41981"/>
                  <a:gd name="connsiteY1" fmla="*/ 21168 h 41981"/>
                  <a:gd name="connsiteX2" fmla="*/ 37444 w 41981"/>
                  <a:gd name="connsiteY2" fmla="*/ 21168 h 41981"/>
                  <a:gd name="connsiteX3" fmla="*/ 21254 w 41981"/>
                  <a:gd name="connsiteY3" fmla="*/ 37358 h 41981"/>
                  <a:gd name="connsiteX4" fmla="*/ 5064 w 41981"/>
                  <a:gd name="connsiteY4" fmla="*/ 21168 h 41981"/>
                  <a:gd name="connsiteX5" fmla="*/ 21254 w 41981"/>
                  <a:gd name="connsiteY5" fmla="*/ 4978 h 41981"/>
                  <a:gd name="connsiteX6" fmla="*/ 21254 w 41981"/>
                  <a:gd name="connsiteY6" fmla="*/ 178 h 41981"/>
                  <a:gd name="connsiteX7" fmla="*/ 263 w 41981"/>
                  <a:gd name="connsiteY7" fmla="*/ 21168 h 41981"/>
                  <a:gd name="connsiteX8" fmla="*/ 21254 w 41981"/>
                  <a:gd name="connsiteY8" fmla="*/ 42159 h 41981"/>
                  <a:gd name="connsiteX9" fmla="*/ 42244 w 41981"/>
                  <a:gd name="connsiteY9" fmla="*/ 21168 h 41981"/>
                  <a:gd name="connsiteX10" fmla="*/ 42244 w 41981"/>
                  <a:gd name="connsiteY10" fmla="*/ 21168 h 41981"/>
                  <a:gd name="connsiteX11" fmla="*/ 21254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8"/>
                    </a:moveTo>
                    <a:cubicBezTo>
                      <a:pt x="30196" y="4978"/>
                      <a:pt x="37444" y="12226"/>
                      <a:pt x="37444" y="21168"/>
                    </a:cubicBezTo>
                    <a:lnTo>
                      <a:pt x="37444" y="21168"/>
                    </a:lnTo>
                    <a:cubicBezTo>
                      <a:pt x="37444" y="30110"/>
                      <a:pt x="30196" y="37358"/>
                      <a:pt x="21254" y="37358"/>
                    </a:cubicBezTo>
                    <a:cubicBezTo>
                      <a:pt x="12312" y="37358"/>
                      <a:pt x="5064" y="30110"/>
                      <a:pt x="5064" y="21168"/>
                    </a:cubicBezTo>
                    <a:cubicBezTo>
                      <a:pt x="5064" y="12226"/>
                      <a:pt x="12312" y="4978"/>
                      <a:pt x="21254" y="4978"/>
                    </a:cubicBezTo>
                    <a:close/>
                    <a:moveTo>
                      <a:pt x="21254" y="178"/>
                    </a:moveTo>
                    <a:cubicBezTo>
                      <a:pt x="9661" y="178"/>
                      <a:pt x="263" y="9576"/>
                      <a:pt x="263" y="21168"/>
                    </a:cubicBezTo>
                    <a:cubicBezTo>
                      <a:pt x="263" y="32761"/>
                      <a:pt x="9661" y="42159"/>
                      <a:pt x="21254" y="42159"/>
                    </a:cubicBezTo>
                    <a:cubicBezTo>
                      <a:pt x="32846" y="42159"/>
                      <a:pt x="42244" y="32761"/>
                      <a:pt x="42244" y="21168"/>
                    </a:cubicBezTo>
                    <a:lnTo>
                      <a:pt x="42244" y="21168"/>
                    </a:lnTo>
                    <a:cubicBezTo>
                      <a:pt x="42244" y="9576"/>
                      <a:pt x="32846" y="178"/>
                      <a:pt x="21254" y="178"/>
                    </a:cubicBezTo>
                    <a:close/>
                  </a:path>
                </a:pathLst>
              </a:custGeom>
              <a:solidFill>
                <a:srgbClr val="000000"/>
              </a:solidFill>
              <a:ln w="4794" cap="sq">
                <a:noFill/>
                <a:prstDash val="solid"/>
                <a:round/>
              </a:ln>
            </p:spPr>
            <p:txBody>
              <a:bodyPr rtlCol="0" anchor="ctr"/>
              <a:lstStyle/>
              <a:p>
                <a:endParaRPr lang="en-US"/>
              </a:p>
            </p:txBody>
          </p:sp>
          <p:sp>
            <p:nvSpPr>
              <p:cNvPr id="2078" name="Freeform: Shape 2077">
                <a:extLst>
                  <a:ext uri="{FF2B5EF4-FFF2-40B4-BE49-F238E27FC236}">
                    <a16:creationId xmlns:a16="http://schemas.microsoft.com/office/drawing/2014/main" id="{95FCA85B-B298-B84A-8840-29C1D2F19438}"/>
                  </a:ext>
                </a:extLst>
              </p:cNvPr>
              <p:cNvSpPr/>
              <p:nvPr/>
            </p:nvSpPr>
            <p:spPr>
              <a:xfrm>
                <a:off x="7622446" y="8053949"/>
                <a:ext cx="37180" cy="37180"/>
              </a:xfrm>
              <a:custGeom>
                <a:avLst/>
                <a:gdLst>
                  <a:gd name="connsiteX0" fmla="*/ 37428 w 37180"/>
                  <a:gd name="connsiteY0" fmla="*/ 18773 h 37180"/>
                  <a:gd name="connsiteX1" fmla="*/ 18838 w 37180"/>
                  <a:gd name="connsiteY1" fmla="*/ 37363 h 37180"/>
                  <a:gd name="connsiteX2" fmla="*/ 248 w 37180"/>
                  <a:gd name="connsiteY2" fmla="*/ 18773 h 37180"/>
                  <a:gd name="connsiteX3" fmla="*/ 18838 w 37180"/>
                  <a:gd name="connsiteY3" fmla="*/ 183 h 37180"/>
                  <a:gd name="connsiteX4" fmla="*/ 3742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73"/>
                    </a:moveTo>
                    <a:cubicBezTo>
                      <a:pt x="37428" y="29040"/>
                      <a:pt x="29105" y="37363"/>
                      <a:pt x="18838" y="37363"/>
                    </a:cubicBezTo>
                    <a:cubicBezTo>
                      <a:pt x="8571" y="37363"/>
                      <a:pt x="248" y="29040"/>
                      <a:pt x="248" y="18773"/>
                    </a:cubicBezTo>
                    <a:cubicBezTo>
                      <a:pt x="248" y="8506"/>
                      <a:pt x="8571" y="183"/>
                      <a:pt x="18838" y="183"/>
                    </a:cubicBezTo>
                    <a:cubicBezTo>
                      <a:pt x="29105" y="183"/>
                      <a:pt x="37428" y="8506"/>
                      <a:pt x="37428" y="18773"/>
                    </a:cubicBezTo>
                    <a:close/>
                  </a:path>
                </a:pathLst>
              </a:custGeom>
              <a:solidFill>
                <a:srgbClr val="DDF7DD"/>
              </a:solidFill>
              <a:ln w="5753" cap="sq">
                <a:noFill/>
                <a:prstDash val="solid"/>
                <a:miter/>
              </a:ln>
            </p:spPr>
            <p:txBody>
              <a:bodyPr rtlCol="0" anchor="ctr"/>
              <a:lstStyle/>
              <a:p>
                <a:endParaRPr lang="en-US"/>
              </a:p>
            </p:txBody>
          </p:sp>
          <p:sp>
            <p:nvSpPr>
              <p:cNvPr id="2079" name="Freeform: Shape 2078">
                <a:extLst>
                  <a:ext uri="{FF2B5EF4-FFF2-40B4-BE49-F238E27FC236}">
                    <a16:creationId xmlns:a16="http://schemas.microsoft.com/office/drawing/2014/main" id="{6920BBB9-1FC8-C46B-47BD-C280C00511E7}"/>
                  </a:ext>
                </a:extLst>
              </p:cNvPr>
              <p:cNvSpPr/>
              <p:nvPr/>
            </p:nvSpPr>
            <p:spPr>
              <a:xfrm>
                <a:off x="7620046" y="8051548"/>
                <a:ext cx="41981" cy="41981"/>
              </a:xfrm>
              <a:custGeom>
                <a:avLst/>
                <a:gdLst>
                  <a:gd name="connsiteX0" fmla="*/ 21238 w 41981"/>
                  <a:gd name="connsiteY0" fmla="*/ 4983 h 41981"/>
                  <a:gd name="connsiteX1" fmla="*/ 37428 w 41981"/>
                  <a:gd name="connsiteY1" fmla="*/ 21173 h 41981"/>
                  <a:gd name="connsiteX2" fmla="*/ 37428 w 41981"/>
                  <a:gd name="connsiteY2" fmla="*/ 21173 h 41981"/>
                  <a:gd name="connsiteX3" fmla="*/ 21238 w 41981"/>
                  <a:gd name="connsiteY3" fmla="*/ 37363 h 41981"/>
                  <a:gd name="connsiteX4" fmla="*/ 5048 w 41981"/>
                  <a:gd name="connsiteY4" fmla="*/ 21173 h 41981"/>
                  <a:gd name="connsiteX5" fmla="*/ 21238 w 41981"/>
                  <a:gd name="connsiteY5" fmla="*/ 4983 h 41981"/>
                  <a:gd name="connsiteX6" fmla="*/ 21238 w 41981"/>
                  <a:gd name="connsiteY6" fmla="*/ 183 h 41981"/>
                  <a:gd name="connsiteX7" fmla="*/ 248 w 41981"/>
                  <a:gd name="connsiteY7" fmla="*/ 21173 h 41981"/>
                  <a:gd name="connsiteX8" fmla="*/ 21238 w 41981"/>
                  <a:gd name="connsiteY8" fmla="*/ 42164 h 41981"/>
                  <a:gd name="connsiteX9" fmla="*/ 42229 w 41981"/>
                  <a:gd name="connsiteY9" fmla="*/ 21173 h 41981"/>
                  <a:gd name="connsiteX10" fmla="*/ 42229 w 41981"/>
                  <a:gd name="connsiteY10" fmla="*/ 21173 h 41981"/>
                  <a:gd name="connsiteX11" fmla="*/ 21238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83"/>
                    </a:moveTo>
                    <a:cubicBezTo>
                      <a:pt x="30180" y="4983"/>
                      <a:pt x="37428" y="12231"/>
                      <a:pt x="37428" y="21173"/>
                    </a:cubicBezTo>
                    <a:lnTo>
                      <a:pt x="37428" y="21173"/>
                    </a:lnTo>
                    <a:cubicBezTo>
                      <a:pt x="37428" y="30115"/>
                      <a:pt x="30180" y="37363"/>
                      <a:pt x="21238" y="37363"/>
                    </a:cubicBezTo>
                    <a:cubicBezTo>
                      <a:pt x="12296" y="37363"/>
                      <a:pt x="5048" y="30115"/>
                      <a:pt x="5048" y="21173"/>
                    </a:cubicBezTo>
                    <a:cubicBezTo>
                      <a:pt x="5048" y="12231"/>
                      <a:pt x="12296" y="4983"/>
                      <a:pt x="21238" y="4983"/>
                    </a:cubicBezTo>
                    <a:close/>
                    <a:moveTo>
                      <a:pt x="21238" y="183"/>
                    </a:moveTo>
                    <a:cubicBezTo>
                      <a:pt x="9646" y="183"/>
                      <a:pt x="248" y="9581"/>
                      <a:pt x="248" y="21173"/>
                    </a:cubicBezTo>
                    <a:cubicBezTo>
                      <a:pt x="248" y="32766"/>
                      <a:pt x="9646" y="42164"/>
                      <a:pt x="21238" y="42164"/>
                    </a:cubicBezTo>
                    <a:cubicBezTo>
                      <a:pt x="32831" y="42164"/>
                      <a:pt x="42229" y="32766"/>
                      <a:pt x="42229" y="21173"/>
                    </a:cubicBezTo>
                    <a:lnTo>
                      <a:pt x="42229" y="21173"/>
                    </a:lnTo>
                    <a:cubicBezTo>
                      <a:pt x="42229" y="9581"/>
                      <a:pt x="32831" y="183"/>
                      <a:pt x="21238" y="183"/>
                    </a:cubicBezTo>
                    <a:close/>
                  </a:path>
                </a:pathLst>
              </a:custGeom>
              <a:solidFill>
                <a:srgbClr val="000000"/>
              </a:solidFill>
              <a:ln w="4794" cap="sq">
                <a:noFill/>
                <a:prstDash val="solid"/>
                <a:round/>
              </a:ln>
            </p:spPr>
            <p:txBody>
              <a:bodyPr rtlCol="0" anchor="ctr"/>
              <a:lstStyle/>
              <a:p>
                <a:endParaRPr lang="en-US"/>
              </a:p>
            </p:txBody>
          </p:sp>
          <p:sp>
            <p:nvSpPr>
              <p:cNvPr id="2080" name="Freeform: Shape 2079">
                <a:extLst>
                  <a:ext uri="{FF2B5EF4-FFF2-40B4-BE49-F238E27FC236}">
                    <a16:creationId xmlns:a16="http://schemas.microsoft.com/office/drawing/2014/main" id="{445D05B7-462D-26EB-0B58-8981E706673F}"/>
                  </a:ext>
                </a:extLst>
              </p:cNvPr>
              <p:cNvSpPr/>
              <p:nvPr/>
            </p:nvSpPr>
            <p:spPr>
              <a:xfrm>
                <a:off x="7762011" y="8031122"/>
                <a:ext cx="37180" cy="37180"/>
              </a:xfrm>
              <a:custGeom>
                <a:avLst/>
                <a:gdLst>
                  <a:gd name="connsiteX0" fmla="*/ 37453 w 37180"/>
                  <a:gd name="connsiteY0" fmla="*/ 18769 h 37180"/>
                  <a:gd name="connsiteX1" fmla="*/ 18862 w 37180"/>
                  <a:gd name="connsiteY1" fmla="*/ 37359 h 37180"/>
                  <a:gd name="connsiteX2" fmla="*/ 272 w 37180"/>
                  <a:gd name="connsiteY2" fmla="*/ 18769 h 37180"/>
                  <a:gd name="connsiteX3" fmla="*/ 18862 w 37180"/>
                  <a:gd name="connsiteY3" fmla="*/ 179 h 37180"/>
                  <a:gd name="connsiteX4" fmla="*/ 37453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9"/>
                    </a:moveTo>
                    <a:cubicBezTo>
                      <a:pt x="37453" y="29036"/>
                      <a:pt x="29129" y="37359"/>
                      <a:pt x="18862" y="37359"/>
                    </a:cubicBezTo>
                    <a:cubicBezTo>
                      <a:pt x="8595" y="37359"/>
                      <a:pt x="272" y="29036"/>
                      <a:pt x="272" y="18769"/>
                    </a:cubicBezTo>
                    <a:cubicBezTo>
                      <a:pt x="272" y="8502"/>
                      <a:pt x="8595" y="179"/>
                      <a:pt x="18862" y="179"/>
                    </a:cubicBezTo>
                    <a:cubicBezTo>
                      <a:pt x="29129" y="179"/>
                      <a:pt x="37453" y="8502"/>
                      <a:pt x="37453" y="18769"/>
                    </a:cubicBezTo>
                    <a:close/>
                  </a:path>
                </a:pathLst>
              </a:custGeom>
              <a:solidFill>
                <a:srgbClr val="F7EDED"/>
              </a:solidFill>
              <a:ln w="5753" cap="sq">
                <a:noFill/>
                <a:prstDash val="solid"/>
                <a:miter/>
              </a:ln>
            </p:spPr>
            <p:txBody>
              <a:bodyPr rtlCol="0" anchor="ctr"/>
              <a:lstStyle/>
              <a:p>
                <a:endParaRPr lang="en-US"/>
              </a:p>
            </p:txBody>
          </p:sp>
          <p:sp>
            <p:nvSpPr>
              <p:cNvPr id="2081" name="Freeform: Shape 2080">
                <a:extLst>
                  <a:ext uri="{FF2B5EF4-FFF2-40B4-BE49-F238E27FC236}">
                    <a16:creationId xmlns:a16="http://schemas.microsoft.com/office/drawing/2014/main" id="{5CA6B3CB-5605-6A33-0FA0-C09496E4A3FC}"/>
                  </a:ext>
                </a:extLst>
              </p:cNvPr>
              <p:cNvSpPr/>
              <p:nvPr/>
            </p:nvSpPr>
            <p:spPr>
              <a:xfrm>
                <a:off x="7759611" y="8028722"/>
                <a:ext cx="41981" cy="41981"/>
              </a:xfrm>
              <a:custGeom>
                <a:avLst/>
                <a:gdLst>
                  <a:gd name="connsiteX0" fmla="*/ 21262 w 41981"/>
                  <a:gd name="connsiteY0" fmla="*/ 4979 h 41981"/>
                  <a:gd name="connsiteX1" fmla="*/ 37453 w 41981"/>
                  <a:gd name="connsiteY1" fmla="*/ 21169 h 41981"/>
                  <a:gd name="connsiteX2" fmla="*/ 37453 w 41981"/>
                  <a:gd name="connsiteY2" fmla="*/ 21169 h 41981"/>
                  <a:gd name="connsiteX3" fmla="*/ 21262 w 41981"/>
                  <a:gd name="connsiteY3" fmla="*/ 37359 h 41981"/>
                  <a:gd name="connsiteX4" fmla="*/ 5072 w 41981"/>
                  <a:gd name="connsiteY4" fmla="*/ 21169 h 41981"/>
                  <a:gd name="connsiteX5" fmla="*/ 21262 w 41981"/>
                  <a:gd name="connsiteY5" fmla="*/ 4979 h 41981"/>
                  <a:gd name="connsiteX6" fmla="*/ 21262 w 41981"/>
                  <a:gd name="connsiteY6" fmla="*/ 179 h 41981"/>
                  <a:gd name="connsiteX7" fmla="*/ 272 w 41981"/>
                  <a:gd name="connsiteY7" fmla="*/ 21169 h 41981"/>
                  <a:gd name="connsiteX8" fmla="*/ 21262 w 41981"/>
                  <a:gd name="connsiteY8" fmla="*/ 42160 h 41981"/>
                  <a:gd name="connsiteX9" fmla="*/ 42253 w 41981"/>
                  <a:gd name="connsiteY9" fmla="*/ 21169 h 41981"/>
                  <a:gd name="connsiteX10" fmla="*/ 42253 w 41981"/>
                  <a:gd name="connsiteY10" fmla="*/ 21169 h 41981"/>
                  <a:gd name="connsiteX11" fmla="*/ 21262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9"/>
                    </a:moveTo>
                    <a:cubicBezTo>
                      <a:pt x="30204" y="4979"/>
                      <a:pt x="37453" y="12227"/>
                      <a:pt x="37453" y="21169"/>
                    </a:cubicBezTo>
                    <a:lnTo>
                      <a:pt x="37453" y="21169"/>
                    </a:lnTo>
                    <a:cubicBezTo>
                      <a:pt x="37453" y="30111"/>
                      <a:pt x="30204" y="37359"/>
                      <a:pt x="21262" y="37359"/>
                    </a:cubicBezTo>
                    <a:cubicBezTo>
                      <a:pt x="12321" y="37359"/>
                      <a:pt x="5072" y="30111"/>
                      <a:pt x="5072" y="21169"/>
                    </a:cubicBezTo>
                    <a:cubicBezTo>
                      <a:pt x="5072" y="12227"/>
                      <a:pt x="12321" y="4979"/>
                      <a:pt x="21262" y="4979"/>
                    </a:cubicBezTo>
                    <a:close/>
                    <a:moveTo>
                      <a:pt x="21262" y="179"/>
                    </a:moveTo>
                    <a:cubicBezTo>
                      <a:pt x="9670" y="179"/>
                      <a:pt x="272" y="9577"/>
                      <a:pt x="272" y="21169"/>
                    </a:cubicBezTo>
                    <a:cubicBezTo>
                      <a:pt x="272" y="32762"/>
                      <a:pt x="9670" y="42160"/>
                      <a:pt x="21262" y="42160"/>
                    </a:cubicBezTo>
                    <a:cubicBezTo>
                      <a:pt x="32855" y="42160"/>
                      <a:pt x="42253" y="32762"/>
                      <a:pt x="42253" y="21169"/>
                    </a:cubicBezTo>
                    <a:lnTo>
                      <a:pt x="42253" y="21169"/>
                    </a:lnTo>
                    <a:cubicBezTo>
                      <a:pt x="42253" y="9577"/>
                      <a:pt x="32855" y="179"/>
                      <a:pt x="21262" y="179"/>
                    </a:cubicBezTo>
                    <a:close/>
                  </a:path>
                </a:pathLst>
              </a:custGeom>
              <a:solidFill>
                <a:srgbClr val="000000"/>
              </a:solidFill>
              <a:ln w="4794" cap="sq">
                <a:noFill/>
                <a:prstDash val="solid"/>
                <a:round/>
              </a:ln>
            </p:spPr>
            <p:txBody>
              <a:bodyPr rtlCol="0" anchor="ctr"/>
              <a:lstStyle/>
              <a:p>
                <a:endParaRPr lang="en-US"/>
              </a:p>
            </p:txBody>
          </p:sp>
          <p:sp>
            <p:nvSpPr>
              <p:cNvPr id="2082" name="Freeform: Shape 2081">
                <a:extLst>
                  <a:ext uri="{FF2B5EF4-FFF2-40B4-BE49-F238E27FC236}">
                    <a16:creationId xmlns:a16="http://schemas.microsoft.com/office/drawing/2014/main" id="{16434534-8354-1265-8813-017FA5B65F86}"/>
                  </a:ext>
                </a:extLst>
              </p:cNvPr>
              <p:cNvSpPr/>
              <p:nvPr/>
            </p:nvSpPr>
            <p:spPr>
              <a:xfrm>
                <a:off x="7638678" y="8029544"/>
                <a:ext cx="37180" cy="37180"/>
              </a:xfrm>
              <a:custGeom>
                <a:avLst/>
                <a:gdLst>
                  <a:gd name="connsiteX0" fmla="*/ 37431 w 37180"/>
                  <a:gd name="connsiteY0" fmla="*/ 18769 h 37180"/>
                  <a:gd name="connsiteX1" fmla="*/ 18841 w 37180"/>
                  <a:gd name="connsiteY1" fmla="*/ 37359 h 37180"/>
                  <a:gd name="connsiteX2" fmla="*/ 250 w 37180"/>
                  <a:gd name="connsiteY2" fmla="*/ 18769 h 37180"/>
                  <a:gd name="connsiteX3" fmla="*/ 18841 w 37180"/>
                  <a:gd name="connsiteY3" fmla="*/ 178 h 37180"/>
                  <a:gd name="connsiteX4" fmla="*/ 37431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9"/>
                    </a:moveTo>
                    <a:cubicBezTo>
                      <a:pt x="37431" y="29036"/>
                      <a:pt x="29108" y="37359"/>
                      <a:pt x="18841" y="37359"/>
                    </a:cubicBezTo>
                    <a:cubicBezTo>
                      <a:pt x="8574" y="37359"/>
                      <a:pt x="250" y="29036"/>
                      <a:pt x="250" y="18769"/>
                    </a:cubicBezTo>
                    <a:cubicBezTo>
                      <a:pt x="250" y="8501"/>
                      <a:pt x="8574" y="178"/>
                      <a:pt x="18841" y="178"/>
                    </a:cubicBezTo>
                    <a:cubicBezTo>
                      <a:pt x="29108" y="178"/>
                      <a:pt x="37431" y="8501"/>
                      <a:pt x="37431" y="18769"/>
                    </a:cubicBezTo>
                    <a:close/>
                  </a:path>
                </a:pathLst>
              </a:custGeom>
              <a:solidFill>
                <a:srgbClr val="D9F7D9"/>
              </a:solidFill>
              <a:ln w="5753" cap="sq">
                <a:noFill/>
                <a:prstDash val="solid"/>
                <a:miter/>
              </a:ln>
            </p:spPr>
            <p:txBody>
              <a:bodyPr rtlCol="0" anchor="ctr"/>
              <a:lstStyle/>
              <a:p>
                <a:endParaRPr lang="en-US"/>
              </a:p>
            </p:txBody>
          </p:sp>
          <p:sp>
            <p:nvSpPr>
              <p:cNvPr id="2083" name="Freeform: Shape 2082">
                <a:extLst>
                  <a:ext uri="{FF2B5EF4-FFF2-40B4-BE49-F238E27FC236}">
                    <a16:creationId xmlns:a16="http://schemas.microsoft.com/office/drawing/2014/main" id="{CBE735BA-78B7-BBAF-2C13-1A059C3A14F2}"/>
                  </a:ext>
                </a:extLst>
              </p:cNvPr>
              <p:cNvSpPr/>
              <p:nvPr/>
            </p:nvSpPr>
            <p:spPr>
              <a:xfrm>
                <a:off x="7636278" y="8027143"/>
                <a:ext cx="41981" cy="41981"/>
              </a:xfrm>
              <a:custGeom>
                <a:avLst/>
                <a:gdLst>
                  <a:gd name="connsiteX0" fmla="*/ 21241 w 41981"/>
                  <a:gd name="connsiteY0" fmla="*/ 4979 h 41981"/>
                  <a:gd name="connsiteX1" fmla="*/ 37431 w 41981"/>
                  <a:gd name="connsiteY1" fmla="*/ 21169 h 41981"/>
                  <a:gd name="connsiteX2" fmla="*/ 37431 w 41981"/>
                  <a:gd name="connsiteY2" fmla="*/ 21169 h 41981"/>
                  <a:gd name="connsiteX3" fmla="*/ 21241 w 41981"/>
                  <a:gd name="connsiteY3" fmla="*/ 37359 h 41981"/>
                  <a:gd name="connsiteX4" fmla="*/ 5051 w 41981"/>
                  <a:gd name="connsiteY4" fmla="*/ 21169 h 41981"/>
                  <a:gd name="connsiteX5" fmla="*/ 21241 w 41981"/>
                  <a:gd name="connsiteY5" fmla="*/ 4979 h 41981"/>
                  <a:gd name="connsiteX6" fmla="*/ 21241 w 41981"/>
                  <a:gd name="connsiteY6" fmla="*/ 178 h 41981"/>
                  <a:gd name="connsiteX7" fmla="*/ 250 w 41981"/>
                  <a:gd name="connsiteY7" fmla="*/ 21169 h 41981"/>
                  <a:gd name="connsiteX8" fmla="*/ 21241 w 41981"/>
                  <a:gd name="connsiteY8" fmla="*/ 42159 h 41981"/>
                  <a:gd name="connsiteX9" fmla="*/ 42232 w 41981"/>
                  <a:gd name="connsiteY9" fmla="*/ 21169 h 41981"/>
                  <a:gd name="connsiteX10" fmla="*/ 42232 w 41981"/>
                  <a:gd name="connsiteY10" fmla="*/ 21169 h 41981"/>
                  <a:gd name="connsiteX11" fmla="*/ 2124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9"/>
                    </a:moveTo>
                    <a:cubicBezTo>
                      <a:pt x="30183" y="4979"/>
                      <a:pt x="37431" y="12227"/>
                      <a:pt x="37431" y="21169"/>
                    </a:cubicBezTo>
                    <a:lnTo>
                      <a:pt x="37431" y="21169"/>
                    </a:lnTo>
                    <a:cubicBezTo>
                      <a:pt x="37431" y="30111"/>
                      <a:pt x="30183" y="37359"/>
                      <a:pt x="21241" y="37359"/>
                    </a:cubicBezTo>
                    <a:cubicBezTo>
                      <a:pt x="12299" y="37359"/>
                      <a:pt x="5051" y="30111"/>
                      <a:pt x="5051" y="21169"/>
                    </a:cubicBezTo>
                    <a:cubicBezTo>
                      <a:pt x="5051" y="12227"/>
                      <a:pt x="12299" y="4979"/>
                      <a:pt x="21241" y="4979"/>
                    </a:cubicBezTo>
                    <a:close/>
                    <a:moveTo>
                      <a:pt x="21241" y="178"/>
                    </a:moveTo>
                    <a:cubicBezTo>
                      <a:pt x="9649" y="178"/>
                      <a:pt x="250" y="9576"/>
                      <a:pt x="250" y="21169"/>
                    </a:cubicBezTo>
                    <a:cubicBezTo>
                      <a:pt x="250" y="32761"/>
                      <a:pt x="9649" y="42159"/>
                      <a:pt x="21241" y="42159"/>
                    </a:cubicBezTo>
                    <a:cubicBezTo>
                      <a:pt x="32834" y="42159"/>
                      <a:pt x="42232" y="32761"/>
                      <a:pt x="42232" y="21169"/>
                    </a:cubicBezTo>
                    <a:lnTo>
                      <a:pt x="42232" y="21169"/>
                    </a:lnTo>
                    <a:cubicBezTo>
                      <a:pt x="42232" y="9576"/>
                      <a:pt x="32834" y="178"/>
                      <a:pt x="21241" y="178"/>
                    </a:cubicBezTo>
                    <a:close/>
                  </a:path>
                </a:pathLst>
              </a:custGeom>
              <a:solidFill>
                <a:srgbClr val="000000"/>
              </a:solidFill>
              <a:ln w="4794" cap="sq">
                <a:noFill/>
                <a:prstDash val="solid"/>
                <a:round/>
              </a:ln>
            </p:spPr>
            <p:txBody>
              <a:bodyPr rtlCol="0" anchor="ctr"/>
              <a:lstStyle/>
              <a:p>
                <a:endParaRPr lang="en-US"/>
              </a:p>
            </p:txBody>
          </p:sp>
          <p:sp>
            <p:nvSpPr>
              <p:cNvPr id="2084" name="Freeform: Shape 2083">
                <a:extLst>
                  <a:ext uri="{FF2B5EF4-FFF2-40B4-BE49-F238E27FC236}">
                    <a16:creationId xmlns:a16="http://schemas.microsoft.com/office/drawing/2014/main" id="{FFC3FDCB-DC2D-BC7B-F1B2-3D5B8F7305A8}"/>
                  </a:ext>
                </a:extLst>
              </p:cNvPr>
              <p:cNvSpPr/>
              <p:nvPr/>
            </p:nvSpPr>
            <p:spPr>
              <a:xfrm>
                <a:off x="7705056" y="8037936"/>
                <a:ext cx="37180" cy="37180"/>
              </a:xfrm>
              <a:custGeom>
                <a:avLst/>
                <a:gdLst>
                  <a:gd name="connsiteX0" fmla="*/ 37443 w 37180"/>
                  <a:gd name="connsiteY0" fmla="*/ 18770 h 37180"/>
                  <a:gd name="connsiteX1" fmla="*/ 18852 w 37180"/>
                  <a:gd name="connsiteY1" fmla="*/ 37361 h 37180"/>
                  <a:gd name="connsiteX2" fmla="*/ 262 w 37180"/>
                  <a:gd name="connsiteY2" fmla="*/ 18770 h 37180"/>
                  <a:gd name="connsiteX3" fmla="*/ 18852 w 37180"/>
                  <a:gd name="connsiteY3" fmla="*/ 180 h 37180"/>
                  <a:gd name="connsiteX4" fmla="*/ 37443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0"/>
                    </a:moveTo>
                    <a:cubicBezTo>
                      <a:pt x="37443" y="29037"/>
                      <a:pt x="29120" y="37361"/>
                      <a:pt x="18852" y="37361"/>
                    </a:cubicBezTo>
                    <a:cubicBezTo>
                      <a:pt x="8585" y="37361"/>
                      <a:pt x="262" y="29037"/>
                      <a:pt x="262" y="18770"/>
                    </a:cubicBezTo>
                    <a:cubicBezTo>
                      <a:pt x="262" y="8503"/>
                      <a:pt x="8585" y="180"/>
                      <a:pt x="18852" y="180"/>
                    </a:cubicBezTo>
                    <a:cubicBezTo>
                      <a:pt x="29120" y="180"/>
                      <a:pt x="37443" y="8503"/>
                      <a:pt x="37443" y="18770"/>
                    </a:cubicBezTo>
                    <a:close/>
                  </a:path>
                </a:pathLst>
              </a:custGeom>
              <a:solidFill>
                <a:srgbClr val="C1F7C1"/>
              </a:solidFill>
              <a:ln w="5753" cap="sq">
                <a:noFill/>
                <a:prstDash val="solid"/>
                <a:miter/>
              </a:ln>
            </p:spPr>
            <p:txBody>
              <a:bodyPr rtlCol="0" anchor="ctr"/>
              <a:lstStyle/>
              <a:p>
                <a:endParaRPr lang="en-US"/>
              </a:p>
            </p:txBody>
          </p:sp>
          <p:sp>
            <p:nvSpPr>
              <p:cNvPr id="2085" name="Freeform: Shape 2084">
                <a:extLst>
                  <a:ext uri="{FF2B5EF4-FFF2-40B4-BE49-F238E27FC236}">
                    <a16:creationId xmlns:a16="http://schemas.microsoft.com/office/drawing/2014/main" id="{F3F69D13-4EDF-BA29-592C-6BB5A6E91785}"/>
                  </a:ext>
                </a:extLst>
              </p:cNvPr>
              <p:cNvSpPr/>
              <p:nvPr/>
            </p:nvSpPr>
            <p:spPr>
              <a:xfrm>
                <a:off x="7702656" y="8035536"/>
                <a:ext cx="41981" cy="41981"/>
              </a:xfrm>
              <a:custGeom>
                <a:avLst/>
                <a:gdLst>
                  <a:gd name="connsiteX0" fmla="*/ 21253 w 41981"/>
                  <a:gd name="connsiteY0" fmla="*/ 4980 h 41981"/>
                  <a:gd name="connsiteX1" fmla="*/ 37443 w 41981"/>
                  <a:gd name="connsiteY1" fmla="*/ 21170 h 41981"/>
                  <a:gd name="connsiteX2" fmla="*/ 37443 w 41981"/>
                  <a:gd name="connsiteY2" fmla="*/ 21170 h 41981"/>
                  <a:gd name="connsiteX3" fmla="*/ 21253 w 41981"/>
                  <a:gd name="connsiteY3" fmla="*/ 37361 h 41981"/>
                  <a:gd name="connsiteX4" fmla="*/ 5062 w 41981"/>
                  <a:gd name="connsiteY4" fmla="*/ 21170 h 41981"/>
                  <a:gd name="connsiteX5" fmla="*/ 21253 w 41981"/>
                  <a:gd name="connsiteY5" fmla="*/ 4980 h 41981"/>
                  <a:gd name="connsiteX6" fmla="*/ 21253 w 41981"/>
                  <a:gd name="connsiteY6" fmla="*/ 180 h 41981"/>
                  <a:gd name="connsiteX7" fmla="*/ 262 w 41981"/>
                  <a:gd name="connsiteY7" fmla="*/ 21170 h 41981"/>
                  <a:gd name="connsiteX8" fmla="*/ 21253 w 41981"/>
                  <a:gd name="connsiteY8" fmla="*/ 42161 h 41981"/>
                  <a:gd name="connsiteX9" fmla="*/ 42243 w 41981"/>
                  <a:gd name="connsiteY9" fmla="*/ 21170 h 41981"/>
                  <a:gd name="connsiteX10" fmla="*/ 42243 w 41981"/>
                  <a:gd name="connsiteY10" fmla="*/ 21170 h 41981"/>
                  <a:gd name="connsiteX11" fmla="*/ 2125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0"/>
                    </a:moveTo>
                    <a:cubicBezTo>
                      <a:pt x="30194" y="4980"/>
                      <a:pt x="37443" y="12228"/>
                      <a:pt x="37443" y="21170"/>
                    </a:cubicBezTo>
                    <a:lnTo>
                      <a:pt x="37443" y="21170"/>
                    </a:lnTo>
                    <a:cubicBezTo>
                      <a:pt x="37443" y="30112"/>
                      <a:pt x="30194" y="37361"/>
                      <a:pt x="21253" y="37361"/>
                    </a:cubicBezTo>
                    <a:cubicBezTo>
                      <a:pt x="12311" y="37361"/>
                      <a:pt x="5062" y="30112"/>
                      <a:pt x="5062" y="21170"/>
                    </a:cubicBezTo>
                    <a:cubicBezTo>
                      <a:pt x="5062" y="12228"/>
                      <a:pt x="12311" y="4980"/>
                      <a:pt x="21253" y="4980"/>
                    </a:cubicBezTo>
                    <a:close/>
                    <a:moveTo>
                      <a:pt x="21253" y="180"/>
                    </a:moveTo>
                    <a:cubicBezTo>
                      <a:pt x="9660" y="180"/>
                      <a:pt x="262" y="9578"/>
                      <a:pt x="262" y="21170"/>
                    </a:cubicBezTo>
                    <a:cubicBezTo>
                      <a:pt x="262" y="32763"/>
                      <a:pt x="9660" y="42161"/>
                      <a:pt x="21253" y="42161"/>
                    </a:cubicBezTo>
                    <a:cubicBezTo>
                      <a:pt x="32845" y="42161"/>
                      <a:pt x="42243" y="32763"/>
                      <a:pt x="42243" y="21170"/>
                    </a:cubicBezTo>
                    <a:lnTo>
                      <a:pt x="42243" y="21170"/>
                    </a:lnTo>
                    <a:cubicBezTo>
                      <a:pt x="42243" y="9578"/>
                      <a:pt x="32845" y="180"/>
                      <a:pt x="21253" y="180"/>
                    </a:cubicBezTo>
                    <a:close/>
                  </a:path>
                </a:pathLst>
              </a:custGeom>
              <a:solidFill>
                <a:srgbClr val="000000"/>
              </a:solidFill>
              <a:ln w="4794" cap="sq">
                <a:noFill/>
                <a:prstDash val="solid"/>
                <a:round/>
              </a:ln>
            </p:spPr>
            <p:txBody>
              <a:bodyPr rtlCol="0" anchor="ctr"/>
              <a:lstStyle/>
              <a:p>
                <a:endParaRPr lang="en-US"/>
              </a:p>
            </p:txBody>
          </p:sp>
          <p:sp>
            <p:nvSpPr>
              <p:cNvPr id="2086" name="Freeform: Shape 2085">
                <a:extLst>
                  <a:ext uri="{FF2B5EF4-FFF2-40B4-BE49-F238E27FC236}">
                    <a16:creationId xmlns:a16="http://schemas.microsoft.com/office/drawing/2014/main" id="{7445C68D-ED30-A129-BC4D-BF7EB6F88C34}"/>
                  </a:ext>
                </a:extLst>
              </p:cNvPr>
              <p:cNvSpPr/>
              <p:nvPr/>
            </p:nvSpPr>
            <p:spPr>
              <a:xfrm>
                <a:off x="7707366" y="8055239"/>
                <a:ext cx="37180" cy="37180"/>
              </a:xfrm>
              <a:custGeom>
                <a:avLst/>
                <a:gdLst>
                  <a:gd name="connsiteX0" fmla="*/ 37443 w 37180"/>
                  <a:gd name="connsiteY0" fmla="*/ 18773 h 37180"/>
                  <a:gd name="connsiteX1" fmla="*/ 18853 w 37180"/>
                  <a:gd name="connsiteY1" fmla="*/ 37364 h 37180"/>
                  <a:gd name="connsiteX2" fmla="*/ 262 w 37180"/>
                  <a:gd name="connsiteY2" fmla="*/ 18773 h 37180"/>
                  <a:gd name="connsiteX3" fmla="*/ 18853 w 37180"/>
                  <a:gd name="connsiteY3" fmla="*/ 183 h 37180"/>
                  <a:gd name="connsiteX4" fmla="*/ 37443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3"/>
                    </a:moveTo>
                    <a:cubicBezTo>
                      <a:pt x="37443" y="29040"/>
                      <a:pt x="29120" y="37364"/>
                      <a:pt x="18853" y="37364"/>
                    </a:cubicBezTo>
                    <a:cubicBezTo>
                      <a:pt x="8586" y="37364"/>
                      <a:pt x="262" y="29040"/>
                      <a:pt x="262" y="18773"/>
                    </a:cubicBezTo>
                    <a:cubicBezTo>
                      <a:pt x="262" y="8506"/>
                      <a:pt x="8586" y="183"/>
                      <a:pt x="18853" y="183"/>
                    </a:cubicBezTo>
                    <a:cubicBezTo>
                      <a:pt x="29120" y="183"/>
                      <a:pt x="37443" y="8506"/>
                      <a:pt x="37443" y="18773"/>
                    </a:cubicBezTo>
                    <a:close/>
                  </a:path>
                </a:pathLst>
              </a:custGeom>
              <a:solidFill>
                <a:srgbClr val="E4F7E4"/>
              </a:solidFill>
              <a:ln w="5753" cap="sq">
                <a:noFill/>
                <a:prstDash val="solid"/>
                <a:miter/>
              </a:ln>
            </p:spPr>
            <p:txBody>
              <a:bodyPr rtlCol="0" anchor="ctr"/>
              <a:lstStyle/>
              <a:p>
                <a:endParaRPr lang="en-US"/>
              </a:p>
            </p:txBody>
          </p:sp>
          <p:sp>
            <p:nvSpPr>
              <p:cNvPr id="2087" name="Freeform: Shape 2086">
                <a:extLst>
                  <a:ext uri="{FF2B5EF4-FFF2-40B4-BE49-F238E27FC236}">
                    <a16:creationId xmlns:a16="http://schemas.microsoft.com/office/drawing/2014/main" id="{98EB20C9-7BB1-50BE-69B1-6F976B9A3865}"/>
                  </a:ext>
                </a:extLst>
              </p:cNvPr>
              <p:cNvSpPr/>
              <p:nvPr/>
            </p:nvSpPr>
            <p:spPr>
              <a:xfrm>
                <a:off x="7704966" y="8052839"/>
                <a:ext cx="41981" cy="41981"/>
              </a:xfrm>
              <a:custGeom>
                <a:avLst/>
                <a:gdLst>
                  <a:gd name="connsiteX0" fmla="*/ 21253 w 41981"/>
                  <a:gd name="connsiteY0" fmla="*/ 4983 h 41981"/>
                  <a:gd name="connsiteX1" fmla="*/ 37443 w 41981"/>
                  <a:gd name="connsiteY1" fmla="*/ 21173 h 41981"/>
                  <a:gd name="connsiteX2" fmla="*/ 37443 w 41981"/>
                  <a:gd name="connsiteY2" fmla="*/ 21173 h 41981"/>
                  <a:gd name="connsiteX3" fmla="*/ 21253 w 41981"/>
                  <a:gd name="connsiteY3" fmla="*/ 37364 h 41981"/>
                  <a:gd name="connsiteX4" fmla="*/ 5063 w 41981"/>
                  <a:gd name="connsiteY4" fmla="*/ 21173 h 41981"/>
                  <a:gd name="connsiteX5" fmla="*/ 21253 w 41981"/>
                  <a:gd name="connsiteY5" fmla="*/ 4983 h 41981"/>
                  <a:gd name="connsiteX6" fmla="*/ 21253 w 41981"/>
                  <a:gd name="connsiteY6" fmla="*/ 183 h 41981"/>
                  <a:gd name="connsiteX7" fmla="*/ 262 w 41981"/>
                  <a:gd name="connsiteY7" fmla="*/ 21173 h 41981"/>
                  <a:gd name="connsiteX8" fmla="*/ 21253 w 41981"/>
                  <a:gd name="connsiteY8" fmla="*/ 42164 h 41981"/>
                  <a:gd name="connsiteX9" fmla="*/ 42244 w 41981"/>
                  <a:gd name="connsiteY9" fmla="*/ 21173 h 41981"/>
                  <a:gd name="connsiteX10" fmla="*/ 42244 w 41981"/>
                  <a:gd name="connsiteY10" fmla="*/ 21173 h 41981"/>
                  <a:gd name="connsiteX11" fmla="*/ 21253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3"/>
                    </a:moveTo>
                    <a:cubicBezTo>
                      <a:pt x="30195" y="4983"/>
                      <a:pt x="37443" y="12231"/>
                      <a:pt x="37443" y="21173"/>
                    </a:cubicBezTo>
                    <a:lnTo>
                      <a:pt x="37443" y="21173"/>
                    </a:lnTo>
                    <a:cubicBezTo>
                      <a:pt x="37443" y="30115"/>
                      <a:pt x="30195" y="37364"/>
                      <a:pt x="21253" y="37364"/>
                    </a:cubicBezTo>
                    <a:cubicBezTo>
                      <a:pt x="12311" y="37364"/>
                      <a:pt x="5063" y="30115"/>
                      <a:pt x="5063" y="21173"/>
                    </a:cubicBezTo>
                    <a:cubicBezTo>
                      <a:pt x="5063" y="12231"/>
                      <a:pt x="12311" y="4983"/>
                      <a:pt x="21253" y="4983"/>
                    </a:cubicBezTo>
                    <a:close/>
                    <a:moveTo>
                      <a:pt x="21253" y="183"/>
                    </a:moveTo>
                    <a:cubicBezTo>
                      <a:pt x="9660" y="183"/>
                      <a:pt x="262" y="9581"/>
                      <a:pt x="262" y="21173"/>
                    </a:cubicBezTo>
                    <a:cubicBezTo>
                      <a:pt x="262" y="32766"/>
                      <a:pt x="9660" y="42164"/>
                      <a:pt x="21253" y="42164"/>
                    </a:cubicBezTo>
                    <a:cubicBezTo>
                      <a:pt x="32846" y="42164"/>
                      <a:pt x="42244" y="32766"/>
                      <a:pt x="42244" y="21173"/>
                    </a:cubicBezTo>
                    <a:lnTo>
                      <a:pt x="42244" y="21173"/>
                    </a:lnTo>
                    <a:cubicBezTo>
                      <a:pt x="42244" y="9581"/>
                      <a:pt x="32846" y="183"/>
                      <a:pt x="21253" y="183"/>
                    </a:cubicBezTo>
                    <a:close/>
                  </a:path>
                </a:pathLst>
              </a:custGeom>
              <a:solidFill>
                <a:srgbClr val="000000"/>
              </a:solidFill>
              <a:ln w="4794" cap="sq">
                <a:noFill/>
                <a:prstDash val="solid"/>
                <a:round/>
              </a:ln>
            </p:spPr>
            <p:txBody>
              <a:bodyPr rtlCol="0" anchor="ctr"/>
              <a:lstStyle/>
              <a:p>
                <a:endParaRPr lang="en-US"/>
              </a:p>
            </p:txBody>
          </p:sp>
          <p:sp>
            <p:nvSpPr>
              <p:cNvPr id="2088" name="Freeform: Shape 2087">
                <a:extLst>
                  <a:ext uri="{FF2B5EF4-FFF2-40B4-BE49-F238E27FC236}">
                    <a16:creationId xmlns:a16="http://schemas.microsoft.com/office/drawing/2014/main" id="{9C3DDD3B-89D6-532E-40FA-D02ADCC281F0}"/>
                  </a:ext>
                </a:extLst>
              </p:cNvPr>
              <p:cNvSpPr/>
              <p:nvPr/>
            </p:nvSpPr>
            <p:spPr>
              <a:xfrm>
                <a:off x="7677973" y="8024705"/>
                <a:ext cx="37180" cy="37180"/>
              </a:xfrm>
              <a:custGeom>
                <a:avLst/>
                <a:gdLst>
                  <a:gd name="connsiteX0" fmla="*/ 37438 w 37180"/>
                  <a:gd name="connsiteY0" fmla="*/ 18768 h 37180"/>
                  <a:gd name="connsiteX1" fmla="*/ 18848 w 37180"/>
                  <a:gd name="connsiteY1" fmla="*/ 37358 h 37180"/>
                  <a:gd name="connsiteX2" fmla="*/ 257 w 37180"/>
                  <a:gd name="connsiteY2" fmla="*/ 18768 h 37180"/>
                  <a:gd name="connsiteX3" fmla="*/ 18848 w 37180"/>
                  <a:gd name="connsiteY3" fmla="*/ 177 h 37180"/>
                  <a:gd name="connsiteX4" fmla="*/ 3743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8"/>
                    </a:moveTo>
                    <a:cubicBezTo>
                      <a:pt x="37438" y="29035"/>
                      <a:pt x="29115" y="37358"/>
                      <a:pt x="18848" y="37358"/>
                    </a:cubicBezTo>
                    <a:cubicBezTo>
                      <a:pt x="8581" y="37358"/>
                      <a:pt x="257" y="29035"/>
                      <a:pt x="257" y="18768"/>
                    </a:cubicBezTo>
                    <a:cubicBezTo>
                      <a:pt x="257" y="8501"/>
                      <a:pt x="8581" y="177"/>
                      <a:pt x="18848" y="177"/>
                    </a:cubicBezTo>
                    <a:cubicBezTo>
                      <a:pt x="29115" y="177"/>
                      <a:pt x="37438" y="8501"/>
                      <a:pt x="37438" y="18768"/>
                    </a:cubicBezTo>
                    <a:close/>
                  </a:path>
                </a:pathLst>
              </a:custGeom>
              <a:solidFill>
                <a:srgbClr val="C1F7C1"/>
              </a:solidFill>
              <a:ln w="5753" cap="sq">
                <a:noFill/>
                <a:prstDash val="solid"/>
                <a:miter/>
              </a:ln>
            </p:spPr>
            <p:txBody>
              <a:bodyPr rtlCol="0" anchor="ctr"/>
              <a:lstStyle/>
              <a:p>
                <a:endParaRPr lang="en-US"/>
              </a:p>
            </p:txBody>
          </p:sp>
          <p:sp>
            <p:nvSpPr>
              <p:cNvPr id="2089" name="Freeform: Shape 2088">
                <a:extLst>
                  <a:ext uri="{FF2B5EF4-FFF2-40B4-BE49-F238E27FC236}">
                    <a16:creationId xmlns:a16="http://schemas.microsoft.com/office/drawing/2014/main" id="{AEDDE6FD-F6E2-C405-E5A0-57DA8E818A50}"/>
                  </a:ext>
                </a:extLst>
              </p:cNvPr>
              <p:cNvSpPr/>
              <p:nvPr/>
            </p:nvSpPr>
            <p:spPr>
              <a:xfrm>
                <a:off x="7675573" y="8022305"/>
                <a:ext cx="41981" cy="41981"/>
              </a:xfrm>
              <a:custGeom>
                <a:avLst/>
                <a:gdLst>
                  <a:gd name="connsiteX0" fmla="*/ 21248 w 41981"/>
                  <a:gd name="connsiteY0" fmla="*/ 4978 h 41981"/>
                  <a:gd name="connsiteX1" fmla="*/ 37438 w 41981"/>
                  <a:gd name="connsiteY1" fmla="*/ 21168 h 41981"/>
                  <a:gd name="connsiteX2" fmla="*/ 37438 w 41981"/>
                  <a:gd name="connsiteY2" fmla="*/ 21168 h 41981"/>
                  <a:gd name="connsiteX3" fmla="*/ 21248 w 41981"/>
                  <a:gd name="connsiteY3" fmla="*/ 37358 h 41981"/>
                  <a:gd name="connsiteX4" fmla="*/ 5058 w 41981"/>
                  <a:gd name="connsiteY4" fmla="*/ 21168 h 41981"/>
                  <a:gd name="connsiteX5" fmla="*/ 21248 w 41981"/>
                  <a:gd name="connsiteY5" fmla="*/ 4978 h 41981"/>
                  <a:gd name="connsiteX6" fmla="*/ 21248 w 41981"/>
                  <a:gd name="connsiteY6" fmla="*/ 177 h 41981"/>
                  <a:gd name="connsiteX7" fmla="*/ 257 w 41981"/>
                  <a:gd name="connsiteY7" fmla="*/ 21168 h 41981"/>
                  <a:gd name="connsiteX8" fmla="*/ 21248 w 41981"/>
                  <a:gd name="connsiteY8" fmla="*/ 42159 h 41981"/>
                  <a:gd name="connsiteX9" fmla="*/ 42238 w 41981"/>
                  <a:gd name="connsiteY9" fmla="*/ 21168 h 41981"/>
                  <a:gd name="connsiteX10" fmla="*/ 42238 w 41981"/>
                  <a:gd name="connsiteY10" fmla="*/ 21168 h 41981"/>
                  <a:gd name="connsiteX11" fmla="*/ 21248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8"/>
                    </a:moveTo>
                    <a:cubicBezTo>
                      <a:pt x="30190" y="4978"/>
                      <a:pt x="37438" y="12226"/>
                      <a:pt x="37438" y="21168"/>
                    </a:cubicBezTo>
                    <a:lnTo>
                      <a:pt x="37438" y="21168"/>
                    </a:lnTo>
                    <a:cubicBezTo>
                      <a:pt x="37438" y="30110"/>
                      <a:pt x="30190" y="37358"/>
                      <a:pt x="21248" y="37358"/>
                    </a:cubicBezTo>
                    <a:cubicBezTo>
                      <a:pt x="12306" y="37358"/>
                      <a:pt x="5058" y="30110"/>
                      <a:pt x="5058" y="21168"/>
                    </a:cubicBezTo>
                    <a:cubicBezTo>
                      <a:pt x="5058" y="12226"/>
                      <a:pt x="12306" y="4978"/>
                      <a:pt x="21248" y="4978"/>
                    </a:cubicBezTo>
                    <a:close/>
                    <a:moveTo>
                      <a:pt x="21248" y="177"/>
                    </a:moveTo>
                    <a:cubicBezTo>
                      <a:pt x="9655" y="177"/>
                      <a:pt x="257" y="9575"/>
                      <a:pt x="257" y="21168"/>
                    </a:cubicBezTo>
                    <a:cubicBezTo>
                      <a:pt x="257" y="32761"/>
                      <a:pt x="9655" y="42159"/>
                      <a:pt x="21248" y="42159"/>
                    </a:cubicBezTo>
                    <a:cubicBezTo>
                      <a:pt x="32840" y="42159"/>
                      <a:pt x="42238" y="32761"/>
                      <a:pt x="42238" y="21168"/>
                    </a:cubicBezTo>
                    <a:lnTo>
                      <a:pt x="42238" y="21168"/>
                    </a:lnTo>
                    <a:cubicBezTo>
                      <a:pt x="42238" y="9575"/>
                      <a:pt x="32840" y="177"/>
                      <a:pt x="21248" y="177"/>
                    </a:cubicBezTo>
                    <a:close/>
                  </a:path>
                </a:pathLst>
              </a:custGeom>
              <a:solidFill>
                <a:srgbClr val="000000"/>
              </a:solidFill>
              <a:ln w="4794" cap="sq">
                <a:noFill/>
                <a:prstDash val="solid"/>
                <a:round/>
              </a:ln>
            </p:spPr>
            <p:txBody>
              <a:bodyPr rtlCol="0" anchor="ctr"/>
              <a:lstStyle/>
              <a:p>
                <a:endParaRPr lang="en-US"/>
              </a:p>
            </p:txBody>
          </p:sp>
          <p:sp>
            <p:nvSpPr>
              <p:cNvPr id="2090" name="Freeform: Shape 2089">
                <a:extLst>
                  <a:ext uri="{FF2B5EF4-FFF2-40B4-BE49-F238E27FC236}">
                    <a16:creationId xmlns:a16="http://schemas.microsoft.com/office/drawing/2014/main" id="{C63CE3F5-FD90-BDB8-BAF3-06D9D0A2256B}"/>
                  </a:ext>
                </a:extLst>
              </p:cNvPr>
              <p:cNvSpPr/>
              <p:nvPr/>
            </p:nvSpPr>
            <p:spPr>
              <a:xfrm>
                <a:off x="7705598" y="8033673"/>
                <a:ext cx="37180" cy="37180"/>
              </a:xfrm>
              <a:custGeom>
                <a:avLst/>
                <a:gdLst>
                  <a:gd name="connsiteX0" fmla="*/ 37443 w 37180"/>
                  <a:gd name="connsiteY0" fmla="*/ 18769 h 37180"/>
                  <a:gd name="connsiteX1" fmla="*/ 18853 w 37180"/>
                  <a:gd name="connsiteY1" fmla="*/ 37360 h 37180"/>
                  <a:gd name="connsiteX2" fmla="*/ 262 w 37180"/>
                  <a:gd name="connsiteY2" fmla="*/ 18769 h 37180"/>
                  <a:gd name="connsiteX3" fmla="*/ 18853 w 37180"/>
                  <a:gd name="connsiteY3" fmla="*/ 179 h 37180"/>
                  <a:gd name="connsiteX4" fmla="*/ 37443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69"/>
                    </a:moveTo>
                    <a:cubicBezTo>
                      <a:pt x="37443" y="29037"/>
                      <a:pt x="29120" y="37360"/>
                      <a:pt x="18853" y="37360"/>
                    </a:cubicBezTo>
                    <a:cubicBezTo>
                      <a:pt x="8585" y="37360"/>
                      <a:pt x="262" y="29037"/>
                      <a:pt x="262" y="18769"/>
                    </a:cubicBezTo>
                    <a:cubicBezTo>
                      <a:pt x="262" y="8502"/>
                      <a:pt x="8585" y="179"/>
                      <a:pt x="18853" y="179"/>
                    </a:cubicBezTo>
                    <a:cubicBezTo>
                      <a:pt x="29120" y="179"/>
                      <a:pt x="37443" y="8502"/>
                      <a:pt x="37443" y="18769"/>
                    </a:cubicBezTo>
                    <a:close/>
                  </a:path>
                </a:pathLst>
              </a:custGeom>
              <a:solidFill>
                <a:srgbClr val="F5F7F5"/>
              </a:solidFill>
              <a:ln w="5753" cap="sq">
                <a:noFill/>
                <a:prstDash val="solid"/>
                <a:miter/>
              </a:ln>
            </p:spPr>
            <p:txBody>
              <a:bodyPr rtlCol="0" anchor="ctr"/>
              <a:lstStyle/>
              <a:p>
                <a:endParaRPr lang="en-US"/>
              </a:p>
            </p:txBody>
          </p:sp>
          <p:sp>
            <p:nvSpPr>
              <p:cNvPr id="2091" name="Freeform: Shape 2090">
                <a:extLst>
                  <a:ext uri="{FF2B5EF4-FFF2-40B4-BE49-F238E27FC236}">
                    <a16:creationId xmlns:a16="http://schemas.microsoft.com/office/drawing/2014/main" id="{38026EC7-A9B7-9B87-AA4D-37E6CA858E73}"/>
                  </a:ext>
                </a:extLst>
              </p:cNvPr>
              <p:cNvSpPr/>
              <p:nvPr/>
            </p:nvSpPr>
            <p:spPr>
              <a:xfrm>
                <a:off x="7703197" y="8031273"/>
                <a:ext cx="41981" cy="41981"/>
              </a:xfrm>
              <a:custGeom>
                <a:avLst/>
                <a:gdLst>
                  <a:gd name="connsiteX0" fmla="*/ 21253 w 41981"/>
                  <a:gd name="connsiteY0" fmla="*/ 4979 h 41981"/>
                  <a:gd name="connsiteX1" fmla="*/ 37443 w 41981"/>
                  <a:gd name="connsiteY1" fmla="*/ 21170 h 41981"/>
                  <a:gd name="connsiteX2" fmla="*/ 37443 w 41981"/>
                  <a:gd name="connsiteY2" fmla="*/ 21170 h 41981"/>
                  <a:gd name="connsiteX3" fmla="*/ 21253 w 41981"/>
                  <a:gd name="connsiteY3" fmla="*/ 37360 h 41981"/>
                  <a:gd name="connsiteX4" fmla="*/ 5062 w 41981"/>
                  <a:gd name="connsiteY4" fmla="*/ 21170 h 41981"/>
                  <a:gd name="connsiteX5" fmla="*/ 21253 w 41981"/>
                  <a:gd name="connsiteY5" fmla="*/ 4979 h 41981"/>
                  <a:gd name="connsiteX6" fmla="*/ 21253 w 41981"/>
                  <a:gd name="connsiteY6" fmla="*/ 179 h 41981"/>
                  <a:gd name="connsiteX7" fmla="*/ 262 w 41981"/>
                  <a:gd name="connsiteY7" fmla="*/ 21170 h 41981"/>
                  <a:gd name="connsiteX8" fmla="*/ 21253 w 41981"/>
                  <a:gd name="connsiteY8" fmla="*/ 42160 h 41981"/>
                  <a:gd name="connsiteX9" fmla="*/ 42243 w 41981"/>
                  <a:gd name="connsiteY9" fmla="*/ 21170 h 41981"/>
                  <a:gd name="connsiteX10" fmla="*/ 42243 w 41981"/>
                  <a:gd name="connsiteY10" fmla="*/ 21170 h 41981"/>
                  <a:gd name="connsiteX11" fmla="*/ 21253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9"/>
                    </a:moveTo>
                    <a:cubicBezTo>
                      <a:pt x="30195" y="4979"/>
                      <a:pt x="37443" y="12228"/>
                      <a:pt x="37443" y="21170"/>
                    </a:cubicBezTo>
                    <a:lnTo>
                      <a:pt x="37443" y="21170"/>
                    </a:lnTo>
                    <a:cubicBezTo>
                      <a:pt x="37443" y="30111"/>
                      <a:pt x="30195" y="37360"/>
                      <a:pt x="21253" y="37360"/>
                    </a:cubicBezTo>
                    <a:cubicBezTo>
                      <a:pt x="12311" y="37360"/>
                      <a:pt x="5062" y="30111"/>
                      <a:pt x="5062" y="21170"/>
                    </a:cubicBezTo>
                    <a:cubicBezTo>
                      <a:pt x="5062" y="12228"/>
                      <a:pt x="12311" y="4979"/>
                      <a:pt x="21253" y="4979"/>
                    </a:cubicBezTo>
                    <a:close/>
                    <a:moveTo>
                      <a:pt x="21253" y="179"/>
                    </a:moveTo>
                    <a:cubicBezTo>
                      <a:pt x="9660" y="179"/>
                      <a:pt x="262" y="9577"/>
                      <a:pt x="262" y="21170"/>
                    </a:cubicBezTo>
                    <a:cubicBezTo>
                      <a:pt x="262" y="32762"/>
                      <a:pt x="9660" y="42160"/>
                      <a:pt x="21253" y="42160"/>
                    </a:cubicBezTo>
                    <a:cubicBezTo>
                      <a:pt x="32845" y="42160"/>
                      <a:pt x="42243" y="32762"/>
                      <a:pt x="42243" y="21170"/>
                    </a:cubicBezTo>
                    <a:lnTo>
                      <a:pt x="42243" y="21170"/>
                    </a:lnTo>
                    <a:cubicBezTo>
                      <a:pt x="42243" y="9577"/>
                      <a:pt x="32845" y="179"/>
                      <a:pt x="21253" y="179"/>
                    </a:cubicBezTo>
                    <a:close/>
                  </a:path>
                </a:pathLst>
              </a:custGeom>
              <a:solidFill>
                <a:srgbClr val="000000"/>
              </a:solidFill>
              <a:ln w="4794" cap="sq">
                <a:noFill/>
                <a:prstDash val="solid"/>
                <a:round/>
              </a:ln>
            </p:spPr>
            <p:txBody>
              <a:bodyPr rtlCol="0" anchor="ctr"/>
              <a:lstStyle/>
              <a:p>
                <a:endParaRPr lang="en-US"/>
              </a:p>
            </p:txBody>
          </p:sp>
          <p:sp>
            <p:nvSpPr>
              <p:cNvPr id="2092" name="Freeform: Shape 2091">
                <a:extLst>
                  <a:ext uri="{FF2B5EF4-FFF2-40B4-BE49-F238E27FC236}">
                    <a16:creationId xmlns:a16="http://schemas.microsoft.com/office/drawing/2014/main" id="{571A551A-AD55-BABC-A56D-30BA7CD5C720}"/>
                  </a:ext>
                </a:extLst>
              </p:cNvPr>
              <p:cNvSpPr/>
              <p:nvPr/>
            </p:nvSpPr>
            <p:spPr>
              <a:xfrm>
                <a:off x="7668647" y="8045395"/>
                <a:ext cx="37180" cy="37180"/>
              </a:xfrm>
              <a:custGeom>
                <a:avLst/>
                <a:gdLst>
                  <a:gd name="connsiteX0" fmla="*/ 37436 w 37180"/>
                  <a:gd name="connsiteY0" fmla="*/ 18771 h 37180"/>
                  <a:gd name="connsiteX1" fmla="*/ 18846 w 37180"/>
                  <a:gd name="connsiteY1" fmla="*/ 37362 h 37180"/>
                  <a:gd name="connsiteX2" fmla="*/ 256 w 37180"/>
                  <a:gd name="connsiteY2" fmla="*/ 18771 h 37180"/>
                  <a:gd name="connsiteX3" fmla="*/ 18846 w 37180"/>
                  <a:gd name="connsiteY3" fmla="*/ 181 h 37180"/>
                  <a:gd name="connsiteX4" fmla="*/ 37436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1"/>
                    </a:moveTo>
                    <a:cubicBezTo>
                      <a:pt x="37436" y="29039"/>
                      <a:pt x="29113" y="37362"/>
                      <a:pt x="18846" y="37362"/>
                    </a:cubicBezTo>
                    <a:cubicBezTo>
                      <a:pt x="8579" y="37362"/>
                      <a:pt x="256" y="29039"/>
                      <a:pt x="256" y="18771"/>
                    </a:cubicBezTo>
                    <a:cubicBezTo>
                      <a:pt x="256" y="8504"/>
                      <a:pt x="8579" y="181"/>
                      <a:pt x="18846" y="181"/>
                    </a:cubicBezTo>
                    <a:cubicBezTo>
                      <a:pt x="29113" y="181"/>
                      <a:pt x="37436" y="8504"/>
                      <a:pt x="37436" y="18771"/>
                    </a:cubicBezTo>
                    <a:close/>
                  </a:path>
                </a:pathLst>
              </a:custGeom>
              <a:solidFill>
                <a:srgbClr val="DAF7DA"/>
              </a:solidFill>
              <a:ln w="5753" cap="sq">
                <a:noFill/>
                <a:prstDash val="solid"/>
                <a:miter/>
              </a:ln>
            </p:spPr>
            <p:txBody>
              <a:bodyPr rtlCol="0" anchor="ctr"/>
              <a:lstStyle/>
              <a:p>
                <a:endParaRPr lang="en-US"/>
              </a:p>
            </p:txBody>
          </p:sp>
          <p:sp>
            <p:nvSpPr>
              <p:cNvPr id="2093" name="Freeform: Shape 2092">
                <a:extLst>
                  <a:ext uri="{FF2B5EF4-FFF2-40B4-BE49-F238E27FC236}">
                    <a16:creationId xmlns:a16="http://schemas.microsoft.com/office/drawing/2014/main" id="{48E43913-7D41-D1AD-D7EB-F319BDE732CC}"/>
                  </a:ext>
                </a:extLst>
              </p:cNvPr>
              <p:cNvSpPr/>
              <p:nvPr/>
            </p:nvSpPr>
            <p:spPr>
              <a:xfrm>
                <a:off x="7666247" y="8042995"/>
                <a:ext cx="41981" cy="41981"/>
              </a:xfrm>
              <a:custGeom>
                <a:avLst/>
                <a:gdLst>
                  <a:gd name="connsiteX0" fmla="*/ 21246 w 41981"/>
                  <a:gd name="connsiteY0" fmla="*/ 4981 h 41981"/>
                  <a:gd name="connsiteX1" fmla="*/ 37436 w 41981"/>
                  <a:gd name="connsiteY1" fmla="*/ 21172 h 41981"/>
                  <a:gd name="connsiteX2" fmla="*/ 37436 w 41981"/>
                  <a:gd name="connsiteY2" fmla="*/ 21172 h 41981"/>
                  <a:gd name="connsiteX3" fmla="*/ 21246 w 41981"/>
                  <a:gd name="connsiteY3" fmla="*/ 37362 h 41981"/>
                  <a:gd name="connsiteX4" fmla="*/ 5056 w 41981"/>
                  <a:gd name="connsiteY4" fmla="*/ 21172 h 41981"/>
                  <a:gd name="connsiteX5" fmla="*/ 21246 w 41981"/>
                  <a:gd name="connsiteY5" fmla="*/ 4981 h 41981"/>
                  <a:gd name="connsiteX6" fmla="*/ 21246 w 41981"/>
                  <a:gd name="connsiteY6" fmla="*/ 181 h 41981"/>
                  <a:gd name="connsiteX7" fmla="*/ 256 w 41981"/>
                  <a:gd name="connsiteY7" fmla="*/ 21172 h 41981"/>
                  <a:gd name="connsiteX8" fmla="*/ 21246 w 41981"/>
                  <a:gd name="connsiteY8" fmla="*/ 42162 h 41981"/>
                  <a:gd name="connsiteX9" fmla="*/ 42237 w 41981"/>
                  <a:gd name="connsiteY9" fmla="*/ 21172 h 41981"/>
                  <a:gd name="connsiteX10" fmla="*/ 42237 w 41981"/>
                  <a:gd name="connsiteY10" fmla="*/ 21172 h 41981"/>
                  <a:gd name="connsiteX11" fmla="*/ 21246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1"/>
                    </a:moveTo>
                    <a:cubicBezTo>
                      <a:pt x="30188" y="4981"/>
                      <a:pt x="37436" y="12230"/>
                      <a:pt x="37436" y="21172"/>
                    </a:cubicBezTo>
                    <a:lnTo>
                      <a:pt x="37436" y="21172"/>
                    </a:lnTo>
                    <a:cubicBezTo>
                      <a:pt x="37436" y="30113"/>
                      <a:pt x="30188" y="37362"/>
                      <a:pt x="21246" y="37362"/>
                    </a:cubicBezTo>
                    <a:cubicBezTo>
                      <a:pt x="12304" y="37362"/>
                      <a:pt x="5056" y="30113"/>
                      <a:pt x="5056" y="21172"/>
                    </a:cubicBezTo>
                    <a:cubicBezTo>
                      <a:pt x="5056" y="12230"/>
                      <a:pt x="12304" y="4981"/>
                      <a:pt x="21246" y="4981"/>
                    </a:cubicBezTo>
                    <a:close/>
                    <a:moveTo>
                      <a:pt x="21246" y="181"/>
                    </a:moveTo>
                    <a:cubicBezTo>
                      <a:pt x="9654" y="181"/>
                      <a:pt x="256" y="9579"/>
                      <a:pt x="256" y="21172"/>
                    </a:cubicBezTo>
                    <a:cubicBezTo>
                      <a:pt x="256" y="32764"/>
                      <a:pt x="9654" y="42162"/>
                      <a:pt x="21246" y="42162"/>
                    </a:cubicBezTo>
                    <a:cubicBezTo>
                      <a:pt x="32839" y="42162"/>
                      <a:pt x="42237" y="32764"/>
                      <a:pt x="42237" y="21172"/>
                    </a:cubicBezTo>
                    <a:lnTo>
                      <a:pt x="42237" y="21172"/>
                    </a:lnTo>
                    <a:cubicBezTo>
                      <a:pt x="42237" y="9579"/>
                      <a:pt x="32839" y="181"/>
                      <a:pt x="21246" y="181"/>
                    </a:cubicBezTo>
                    <a:close/>
                  </a:path>
                </a:pathLst>
              </a:custGeom>
              <a:solidFill>
                <a:srgbClr val="000000"/>
              </a:solidFill>
              <a:ln w="4794" cap="sq">
                <a:noFill/>
                <a:prstDash val="solid"/>
                <a:round/>
              </a:ln>
            </p:spPr>
            <p:txBody>
              <a:bodyPr rtlCol="0" anchor="ctr"/>
              <a:lstStyle/>
              <a:p>
                <a:endParaRPr lang="en-US"/>
              </a:p>
            </p:txBody>
          </p:sp>
          <p:sp>
            <p:nvSpPr>
              <p:cNvPr id="2094" name="Freeform: Shape 2093">
                <a:extLst>
                  <a:ext uri="{FF2B5EF4-FFF2-40B4-BE49-F238E27FC236}">
                    <a16:creationId xmlns:a16="http://schemas.microsoft.com/office/drawing/2014/main" id="{DA2C9348-17A5-4D46-7286-1EA41D161F3D}"/>
                  </a:ext>
                </a:extLst>
              </p:cNvPr>
              <p:cNvSpPr/>
              <p:nvPr/>
            </p:nvSpPr>
            <p:spPr>
              <a:xfrm>
                <a:off x="7709895" y="8021860"/>
                <a:ext cx="37180" cy="37180"/>
              </a:xfrm>
              <a:custGeom>
                <a:avLst/>
                <a:gdLst>
                  <a:gd name="connsiteX0" fmla="*/ 37444 w 37180"/>
                  <a:gd name="connsiteY0" fmla="*/ 18767 h 37180"/>
                  <a:gd name="connsiteX1" fmla="*/ 18853 w 37180"/>
                  <a:gd name="connsiteY1" fmla="*/ 37358 h 37180"/>
                  <a:gd name="connsiteX2" fmla="*/ 263 w 37180"/>
                  <a:gd name="connsiteY2" fmla="*/ 18767 h 37180"/>
                  <a:gd name="connsiteX3" fmla="*/ 18853 w 37180"/>
                  <a:gd name="connsiteY3" fmla="*/ 177 h 37180"/>
                  <a:gd name="connsiteX4" fmla="*/ 3744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7"/>
                    </a:moveTo>
                    <a:cubicBezTo>
                      <a:pt x="37444" y="29035"/>
                      <a:pt x="29120" y="37358"/>
                      <a:pt x="18853" y="37358"/>
                    </a:cubicBezTo>
                    <a:cubicBezTo>
                      <a:pt x="8586" y="37358"/>
                      <a:pt x="263" y="29035"/>
                      <a:pt x="263" y="18767"/>
                    </a:cubicBezTo>
                    <a:cubicBezTo>
                      <a:pt x="263" y="8500"/>
                      <a:pt x="8586" y="177"/>
                      <a:pt x="18853" y="177"/>
                    </a:cubicBezTo>
                    <a:cubicBezTo>
                      <a:pt x="29120" y="177"/>
                      <a:pt x="37444" y="8500"/>
                      <a:pt x="37444" y="18767"/>
                    </a:cubicBezTo>
                    <a:close/>
                  </a:path>
                </a:pathLst>
              </a:custGeom>
              <a:solidFill>
                <a:srgbClr val="F7E1E1"/>
              </a:solidFill>
              <a:ln w="5753" cap="sq">
                <a:noFill/>
                <a:prstDash val="solid"/>
                <a:miter/>
              </a:ln>
            </p:spPr>
            <p:txBody>
              <a:bodyPr rtlCol="0" anchor="ctr"/>
              <a:lstStyle/>
              <a:p>
                <a:endParaRPr lang="en-US"/>
              </a:p>
            </p:txBody>
          </p:sp>
          <p:sp>
            <p:nvSpPr>
              <p:cNvPr id="2095" name="Freeform: Shape 2094">
                <a:extLst>
                  <a:ext uri="{FF2B5EF4-FFF2-40B4-BE49-F238E27FC236}">
                    <a16:creationId xmlns:a16="http://schemas.microsoft.com/office/drawing/2014/main" id="{04C0B892-F049-CB36-494F-0254F9C2D0B9}"/>
                  </a:ext>
                </a:extLst>
              </p:cNvPr>
              <p:cNvSpPr/>
              <p:nvPr/>
            </p:nvSpPr>
            <p:spPr>
              <a:xfrm>
                <a:off x="7707494" y="8019459"/>
                <a:ext cx="41981" cy="41981"/>
              </a:xfrm>
              <a:custGeom>
                <a:avLst/>
                <a:gdLst>
                  <a:gd name="connsiteX0" fmla="*/ 21253 w 41981"/>
                  <a:gd name="connsiteY0" fmla="*/ 4977 h 41981"/>
                  <a:gd name="connsiteX1" fmla="*/ 37444 w 41981"/>
                  <a:gd name="connsiteY1" fmla="*/ 21168 h 41981"/>
                  <a:gd name="connsiteX2" fmla="*/ 37444 w 41981"/>
                  <a:gd name="connsiteY2" fmla="*/ 21168 h 41981"/>
                  <a:gd name="connsiteX3" fmla="*/ 21253 w 41981"/>
                  <a:gd name="connsiteY3" fmla="*/ 37358 h 41981"/>
                  <a:gd name="connsiteX4" fmla="*/ 5063 w 41981"/>
                  <a:gd name="connsiteY4" fmla="*/ 21168 h 41981"/>
                  <a:gd name="connsiteX5" fmla="*/ 21253 w 41981"/>
                  <a:gd name="connsiteY5" fmla="*/ 4977 h 41981"/>
                  <a:gd name="connsiteX6" fmla="*/ 21253 w 41981"/>
                  <a:gd name="connsiteY6" fmla="*/ 177 h 41981"/>
                  <a:gd name="connsiteX7" fmla="*/ 263 w 41981"/>
                  <a:gd name="connsiteY7" fmla="*/ 21168 h 41981"/>
                  <a:gd name="connsiteX8" fmla="*/ 21253 w 41981"/>
                  <a:gd name="connsiteY8" fmla="*/ 42158 h 41981"/>
                  <a:gd name="connsiteX9" fmla="*/ 42244 w 41981"/>
                  <a:gd name="connsiteY9" fmla="*/ 21168 h 41981"/>
                  <a:gd name="connsiteX10" fmla="*/ 42244 w 41981"/>
                  <a:gd name="connsiteY10" fmla="*/ 21168 h 41981"/>
                  <a:gd name="connsiteX11" fmla="*/ 2125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77"/>
                    </a:moveTo>
                    <a:cubicBezTo>
                      <a:pt x="30195" y="4977"/>
                      <a:pt x="37444" y="12226"/>
                      <a:pt x="37444" y="21168"/>
                    </a:cubicBezTo>
                    <a:lnTo>
                      <a:pt x="37444" y="21168"/>
                    </a:lnTo>
                    <a:cubicBezTo>
                      <a:pt x="37444" y="30109"/>
                      <a:pt x="30195" y="37358"/>
                      <a:pt x="21253" y="37358"/>
                    </a:cubicBezTo>
                    <a:cubicBezTo>
                      <a:pt x="12312" y="37358"/>
                      <a:pt x="5063" y="30109"/>
                      <a:pt x="5063" y="21168"/>
                    </a:cubicBezTo>
                    <a:cubicBezTo>
                      <a:pt x="5063" y="12226"/>
                      <a:pt x="12312" y="4977"/>
                      <a:pt x="21253" y="4977"/>
                    </a:cubicBezTo>
                    <a:close/>
                    <a:moveTo>
                      <a:pt x="21253" y="177"/>
                    </a:moveTo>
                    <a:cubicBezTo>
                      <a:pt x="9661" y="177"/>
                      <a:pt x="263" y="9575"/>
                      <a:pt x="263" y="21168"/>
                    </a:cubicBezTo>
                    <a:cubicBezTo>
                      <a:pt x="263" y="32760"/>
                      <a:pt x="9661" y="42158"/>
                      <a:pt x="21253" y="42158"/>
                    </a:cubicBezTo>
                    <a:cubicBezTo>
                      <a:pt x="32846" y="42158"/>
                      <a:pt x="42244" y="32760"/>
                      <a:pt x="42244" y="21168"/>
                    </a:cubicBezTo>
                    <a:lnTo>
                      <a:pt x="42244" y="21168"/>
                    </a:lnTo>
                    <a:cubicBezTo>
                      <a:pt x="42244" y="9575"/>
                      <a:pt x="32846" y="177"/>
                      <a:pt x="21253" y="177"/>
                    </a:cubicBezTo>
                    <a:close/>
                  </a:path>
                </a:pathLst>
              </a:custGeom>
              <a:solidFill>
                <a:srgbClr val="000000"/>
              </a:solidFill>
              <a:ln w="4794" cap="sq">
                <a:noFill/>
                <a:prstDash val="solid"/>
                <a:round/>
              </a:ln>
            </p:spPr>
            <p:txBody>
              <a:bodyPr rtlCol="0" anchor="ctr"/>
              <a:lstStyle/>
              <a:p>
                <a:endParaRPr lang="en-US"/>
              </a:p>
            </p:txBody>
          </p:sp>
          <p:sp>
            <p:nvSpPr>
              <p:cNvPr id="2096" name="Freeform: Shape 2095">
                <a:extLst>
                  <a:ext uri="{FF2B5EF4-FFF2-40B4-BE49-F238E27FC236}">
                    <a16:creationId xmlns:a16="http://schemas.microsoft.com/office/drawing/2014/main" id="{E28607D4-CE73-205D-AFDE-2DADD2F8E2BA}"/>
                  </a:ext>
                </a:extLst>
              </p:cNvPr>
              <p:cNvSpPr/>
              <p:nvPr/>
            </p:nvSpPr>
            <p:spPr>
              <a:xfrm>
                <a:off x="7747196" y="8030154"/>
                <a:ext cx="37180" cy="37180"/>
              </a:xfrm>
              <a:custGeom>
                <a:avLst/>
                <a:gdLst>
                  <a:gd name="connsiteX0" fmla="*/ 37450 w 37180"/>
                  <a:gd name="connsiteY0" fmla="*/ 18769 h 37180"/>
                  <a:gd name="connsiteX1" fmla="*/ 18860 w 37180"/>
                  <a:gd name="connsiteY1" fmla="*/ 37359 h 37180"/>
                  <a:gd name="connsiteX2" fmla="*/ 269 w 37180"/>
                  <a:gd name="connsiteY2" fmla="*/ 18769 h 37180"/>
                  <a:gd name="connsiteX3" fmla="*/ 18860 w 37180"/>
                  <a:gd name="connsiteY3" fmla="*/ 178 h 37180"/>
                  <a:gd name="connsiteX4" fmla="*/ 3745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69"/>
                    </a:moveTo>
                    <a:cubicBezTo>
                      <a:pt x="37450" y="29036"/>
                      <a:pt x="29127" y="37359"/>
                      <a:pt x="18860" y="37359"/>
                    </a:cubicBezTo>
                    <a:cubicBezTo>
                      <a:pt x="8593" y="37359"/>
                      <a:pt x="269" y="29036"/>
                      <a:pt x="269" y="18769"/>
                    </a:cubicBezTo>
                    <a:cubicBezTo>
                      <a:pt x="269" y="8502"/>
                      <a:pt x="8593" y="178"/>
                      <a:pt x="18860" y="178"/>
                    </a:cubicBezTo>
                    <a:cubicBezTo>
                      <a:pt x="29127" y="178"/>
                      <a:pt x="37450" y="8502"/>
                      <a:pt x="37450" y="18769"/>
                    </a:cubicBezTo>
                    <a:close/>
                  </a:path>
                </a:pathLst>
              </a:custGeom>
              <a:solidFill>
                <a:srgbClr val="F7E5E5"/>
              </a:solidFill>
              <a:ln w="5753" cap="sq">
                <a:noFill/>
                <a:prstDash val="solid"/>
                <a:miter/>
              </a:ln>
            </p:spPr>
            <p:txBody>
              <a:bodyPr rtlCol="0" anchor="ctr"/>
              <a:lstStyle/>
              <a:p>
                <a:endParaRPr lang="en-US"/>
              </a:p>
            </p:txBody>
          </p:sp>
          <p:sp>
            <p:nvSpPr>
              <p:cNvPr id="2097" name="Freeform: Shape 2096">
                <a:extLst>
                  <a:ext uri="{FF2B5EF4-FFF2-40B4-BE49-F238E27FC236}">
                    <a16:creationId xmlns:a16="http://schemas.microsoft.com/office/drawing/2014/main" id="{B9D7E8D2-F082-E798-B7E8-66CEB84F4A0B}"/>
                  </a:ext>
                </a:extLst>
              </p:cNvPr>
              <p:cNvSpPr/>
              <p:nvPr/>
            </p:nvSpPr>
            <p:spPr>
              <a:xfrm>
                <a:off x="7744796" y="8027754"/>
                <a:ext cx="41981" cy="41981"/>
              </a:xfrm>
              <a:custGeom>
                <a:avLst/>
                <a:gdLst>
                  <a:gd name="connsiteX0" fmla="*/ 21260 w 41981"/>
                  <a:gd name="connsiteY0" fmla="*/ 4979 h 41981"/>
                  <a:gd name="connsiteX1" fmla="*/ 37450 w 41981"/>
                  <a:gd name="connsiteY1" fmla="*/ 21169 h 41981"/>
                  <a:gd name="connsiteX2" fmla="*/ 37450 w 41981"/>
                  <a:gd name="connsiteY2" fmla="*/ 21169 h 41981"/>
                  <a:gd name="connsiteX3" fmla="*/ 21260 w 41981"/>
                  <a:gd name="connsiteY3" fmla="*/ 37359 h 41981"/>
                  <a:gd name="connsiteX4" fmla="*/ 5070 w 41981"/>
                  <a:gd name="connsiteY4" fmla="*/ 21169 h 41981"/>
                  <a:gd name="connsiteX5" fmla="*/ 21260 w 41981"/>
                  <a:gd name="connsiteY5" fmla="*/ 4979 h 41981"/>
                  <a:gd name="connsiteX6" fmla="*/ 21260 w 41981"/>
                  <a:gd name="connsiteY6" fmla="*/ 178 h 41981"/>
                  <a:gd name="connsiteX7" fmla="*/ 269 w 41981"/>
                  <a:gd name="connsiteY7" fmla="*/ 21169 h 41981"/>
                  <a:gd name="connsiteX8" fmla="*/ 21260 w 41981"/>
                  <a:gd name="connsiteY8" fmla="*/ 42160 h 41981"/>
                  <a:gd name="connsiteX9" fmla="*/ 42251 w 41981"/>
                  <a:gd name="connsiteY9" fmla="*/ 21169 h 41981"/>
                  <a:gd name="connsiteX10" fmla="*/ 42251 w 41981"/>
                  <a:gd name="connsiteY10" fmla="*/ 21169 h 41981"/>
                  <a:gd name="connsiteX11" fmla="*/ 2126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9"/>
                    </a:moveTo>
                    <a:cubicBezTo>
                      <a:pt x="30202" y="4979"/>
                      <a:pt x="37450" y="12227"/>
                      <a:pt x="37450" y="21169"/>
                    </a:cubicBezTo>
                    <a:lnTo>
                      <a:pt x="37450" y="21169"/>
                    </a:lnTo>
                    <a:cubicBezTo>
                      <a:pt x="37450" y="30111"/>
                      <a:pt x="30202" y="37359"/>
                      <a:pt x="21260" y="37359"/>
                    </a:cubicBezTo>
                    <a:cubicBezTo>
                      <a:pt x="12318" y="37359"/>
                      <a:pt x="5070" y="30111"/>
                      <a:pt x="5070" y="21169"/>
                    </a:cubicBezTo>
                    <a:cubicBezTo>
                      <a:pt x="5070" y="12227"/>
                      <a:pt x="12318" y="4979"/>
                      <a:pt x="21260" y="4979"/>
                    </a:cubicBezTo>
                    <a:close/>
                    <a:moveTo>
                      <a:pt x="21260" y="178"/>
                    </a:moveTo>
                    <a:cubicBezTo>
                      <a:pt x="9667" y="178"/>
                      <a:pt x="269" y="9576"/>
                      <a:pt x="269" y="21169"/>
                    </a:cubicBezTo>
                    <a:cubicBezTo>
                      <a:pt x="269" y="32762"/>
                      <a:pt x="9667" y="42160"/>
                      <a:pt x="21260" y="42160"/>
                    </a:cubicBezTo>
                    <a:cubicBezTo>
                      <a:pt x="32852" y="42160"/>
                      <a:pt x="42251" y="32762"/>
                      <a:pt x="42251" y="21169"/>
                    </a:cubicBezTo>
                    <a:lnTo>
                      <a:pt x="42251" y="21169"/>
                    </a:lnTo>
                    <a:cubicBezTo>
                      <a:pt x="42251" y="9576"/>
                      <a:pt x="32852" y="178"/>
                      <a:pt x="21260" y="178"/>
                    </a:cubicBezTo>
                    <a:close/>
                  </a:path>
                </a:pathLst>
              </a:custGeom>
              <a:solidFill>
                <a:srgbClr val="000000"/>
              </a:solidFill>
              <a:ln w="4794" cap="sq">
                <a:noFill/>
                <a:prstDash val="solid"/>
                <a:round/>
              </a:ln>
            </p:spPr>
            <p:txBody>
              <a:bodyPr rtlCol="0" anchor="ctr"/>
              <a:lstStyle/>
              <a:p>
                <a:endParaRPr lang="en-US"/>
              </a:p>
            </p:txBody>
          </p:sp>
          <p:sp>
            <p:nvSpPr>
              <p:cNvPr id="2098" name="Freeform: Shape 2097">
                <a:extLst>
                  <a:ext uri="{FF2B5EF4-FFF2-40B4-BE49-F238E27FC236}">
                    <a16:creationId xmlns:a16="http://schemas.microsoft.com/office/drawing/2014/main" id="{AAD6EE11-7BE1-80DC-7B3A-F98B4BF0B70E}"/>
                  </a:ext>
                </a:extLst>
              </p:cNvPr>
              <p:cNvSpPr/>
              <p:nvPr/>
            </p:nvSpPr>
            <p:spPr>
              <a:xfrm>
                <a:off x="7750422" y="8006538"/>
                <a:ext cx="37180" cy="37180"/>
              </a:xfrm>
              <a:custGeom>
                <a:avLst/>
                <a:gdLst>
                  <a:gd name="connsiteX0" fmla="*/ 37451 w 37180"/>
                  <a:gd name="connsiteY0" fmla="*/ 18765 h 37180"/>
                  <a:gd name="connsiteX1" fmla="*/ 18860 w 37180"/>
                  <a:gd name="connsiteY1" fmla="*/ 37355 h 37180"/>
                  <a:gd name="connsiteX2" fmla="*/ 270 w 37180"/>
                  <a:gd name="connsiteY2" fmla="*/ 18765 h 37180"/>
                  <a:gd name="connsiteX3" fmla="*/ 18860 w 37180"/>
                  <a:gd name="connsiteY3" fmla="*/ 174 h 37180"/>
                  <a:gd name="connsiteX4" fmla="*/ 3745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5"/>
                    </a:moveTo>
                    <a:cubicBezTo>
                      <a:pt x="37451" y="29032"/>
                      <a:pt x="29127" y="37355"/>
                      <a:pt x="18860" y="37355"/>
                    </a:cubicBezTo>
                    <a:cubicBezTo>
                      <a:pt x="8593" y="37355"/>
                      <a:pt x="270" y="29032"/>
                      <a:pt x="270" y="18765"/>
                    </a:cubicBezTo>
                    <a:cubicBezTo>
                      <a:pt x="270" y="8497"/>
                      <a:pt x="8593" y="174"/>
                      <a:pt x="18860" y="174"/>
                    </a:cubicBezTo>
                    <a:cubicBezTo>
                      <a:pt x="29127" y="174"/>
                      <a:pt x="37451" y="8497"/>
                      <a:pt x="37451" y="18765"/>
                    </a:cubicBezTo>
                    <a:close/>
                  </a:path>
                </a:pathLst>
              </a:custGeom>
              <a:solidFill>
                <a:srgbClr val="C1F7C1"/>
              </a:solidFill>
              <a:ln w="5753" cap="sq">
                <a:noFill/>
                <a:prstDash val="solid"/>
                <a:miter/>
              </a:ln>
            </p:spPr>
            <p:txBody>
              <a:bodyPr rtlCol="0" anchor="ctr"/>
              <a:lstStyle/>
              <a:p>
                <a:endParaRPr lang="en-US"/>
              </a:p>
            </p:txBody>
          </p:sp>
          <p:sp>
            <p:nvSpPr>
              <p:cNvPr id="2099" name="Freeform: Shape 2098">
                <a:extLst>
                  <a:ext uri="{FF2B5EF4-FFF2-40B4-BE49-F238E27FC236}">
                    <a16:creationId xmlns:a16="http://schemas.microsoft.com/office/drawing/2014/main" id="{DFD0A555-812E-2F8D-BD8D-9AAA8A5D7BAC}"/>
                  </a:ext>
                </a:extLst>
              </p:cNvPr>
              <p:cNvSpPr/>
              <p:nvPr/>
            </p:nvSpPr>
            <p:spPr>
              <a:xfrm>
                <a:off x="7748022" y="8004138"/>
                <a:ext cx="41981" cy="41981"/>
              </a:xfrm>
              <a:custGeom>
                <a:avLst/>
                <a:gdLst>
                  <a:gd name="connsiteX0" fmla="*/ 21260 w 41981"/>
                  <a:gd name="connsiteY0" fmla="*/ 4975 h 41981"/>
                  <a:gd name="connsiteX1" fmla="*/ 37451 w 41981"/>
                  <a:gd name="connsiteY1" fmla="*/ 21165 h 41981"/>
                  <a:gd name="connsiteX2" fmla="*/ 37451 w 41981"/>
                  <a:gd name="connsiteY2" fmla="*/ 21165 h 41981"/>
                  <a:gd name="connsiteX3" fmla="*/ 21260 w 41981"/>
                  <a:gd name="connsiteY3" fmla="*/ 37355 h 41981"/>
                  <a:gd name="connsiteX4" fmla="*/ 5070 w 41981"/>
                  <a:gd name="connsiteY4" fmla="*/ 21165 h 41981"/>
                  <a:gd name="connsiteX5" fmla="*/ 21260 w 41981"/>
                  <a:gd name="connsiteY5" fmla="*/ 4975 h 41981"/>
                  <a:gd name="connsiteX6" fmla="*/ 21260 w 41981"/>
                  <a:gd name="connsiteY6" fmla="*/ 174 h 41981"/>
                  <a:gd name="connsiteX7" fmla="*/ 270 w 41981"/>
                  <a:gd name="connsiteY7" fmla="*/ 21165 h 41981"/>
                  <a:gd name="connsiteX8" fmla="*/ 21260 w 41981"/>
                  <a:gd name="connsiteY8" fmla="*/ 42155 h 41981"/>
                  <a:gd name="connsiteX9" fmla="*/ 42251 w 41981"/>
                  <a:gd name="connsiteY9" fmla="*/ 21165 h 41981"/>
                  <a:gd name="connsiteX10" fmla="*/ 42251 w 41981"/>
                  <a:gd name="connsiteY10" fmla="*/ 21165 h 41981"/>
                  <a:gd name="connsiteX11" fmla="*/ 21260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5"/>
                    </a:moveTo>
                    <a:cubicBezTo>
                      <a:pt x="30202" y="4975"/>
                      <a:pt x="37451" y="12223"/>
                      <a:pt x="37451" y="21165"/>
                    </a:cubicBezTo>
                    <a:lnTo>
                      <a:pt x="37451" y="21165"/>
                    </a:lnTo>
                    <a:cubicBezTo>
                      <a:pt x="37451" y="30107"/>
                      <a:pt x="30202" y="37355"/>
                      <a:pt x="21260" y="37355"/>
                    </a:cubicBezTo>
                    <a:cubicBezTo>
                      <a:pt x="12319" y="37355"/>
                      <a:pt x="5070" y="30107"/>
                      <a:pt x="5070" y="21165"/>
                    </a:cubicBezTo>
                    <a:cubicBezTo>
                      <a:pt x="5070" y="12223"/>
                      <a:pt x="12319" y="4975"/>
                      <a:pt x="21260" y="4975"/>
                    </a:cubicBezTo>
                    <a:close/>
                    <a:moveTo>
                      <a:pt x="21260" y="174"/>
                    </a:moveTo>
                    <a:cubicBezTo>
                      <a:pt x="9668" y="174"/>
                      <a:pt x="270" y="9572"/>
                      <a:pt x="270" y="21165"/>
                    </a:cubicBezTo>
                    <a:cubicBezTo>
                      <a:pt x="270" y="32757"/>
                      <a:pt x="9668" y="42155"/>
                      <a:pt x="21260" y="42155"/>
                    </a:cubicBezTo>
                    <a:cubicBezTo>
                      <a:pt x="32853" y="42155"/>
                      <a:pt x="42251" y="32757"/>
                      <a:pt x="42251" y="21165"/>
                    </a:cubicBezTo>
                    <a:lnTo>
                      <a:pt x="42251" y="21165"/>
                    </a:lnTo>
                    <a:cubicBezTo>
                      <a:pt x="42251" y="9572"/>
                      <a:pt x="32853" y="174"/>
                      <a:pt x="21260" y="174"/>
                    </a:cubicBezTo>
                    <a:close/>
                  </a:path>
                </a:pathLst>
              </a:custGeom>
              <a:solidFill>
                <a:srgbClr val="000000"/>
              </a:solidFill>
              <a:ln w="4794" cap="sq">
                <a:noFill/>
                <a:prstDash val="solid"/>
                <a:round/>
              </a:ln>
            </p:spPr>
            <p:txBody>
              <a:bodyPr rtlCol="0" anchor="ctr"/>
              <a:lstStyle/>
              <a:p>
                <a:endParaRPr lang="en-US"/>
              </a:p>
            </p:txBody>
          </p:sp>
          <p:sp>
            <p:nvSpPr>
              <p:cNvPr id="2100" name="Freeform: Shape 2099">
                <a:extLst>
                  <a:ext uri="{FF2B5EF4-FFF2-40B4-BE49-F238E27FC236}">
                    <a16:creationId xmlns:a16="http://schemas.microsoft.com/office/drawing/2014/main" id="{CB9EC3FD-DD94-8D64-E9AA-256A57A149E7}"/>
                  </a:ext>
                </a:extLst>
              </p:cNvPr>
              <p:cNvSpPr/>
              <p:nvPr/>
            </p:nvSpPr>
            <p:spPr>
              <a:xfrm>
                <a:off x="7615632" y="8017407"/>
                <a:ext cx="37180" cy="37180"/>
              </a:xfrm>
              <a:custGeom>
                <a:avLst/>
                <a:gdLst>
                  <a:gd name="connsiteX0" fmla="*/ 37427 w 37180"/>
                  <a:gd name="connsiteY0" fmla="*/ 18767 h 37180"/>
                  <a:gd name="connsiteX1" fmla="*/ 18837 w 37180"/>
                  <a:gd name="connsiteY1" fmla="*/ 37357 h 37180"/>
                  <a:gd name="connsiteX2" fmla="*/ 246 w 37180"/>
                  <a:gd name="connsiteY2" fmla="*/ 18767 h 37180"/>
                  <a:gd name="connsiteX3" fmla="*/ 18837 w 37180"/>
                  <a:gd name="connsiteY3" fmla="*/ 176 h 37180"/>
                  <a:gd name="connsiteX4" fmla="*/ 37427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7"/>
                    </a:moveTo>
                    <a:cubicBezTo>
                      <a:pt x="37427" y="29034"/>
                      <a:pt x="29104" y="37357"/>
                      <a:pt x="18837" y="37357"/>
                    </a:cubicBezTo>
                    <a:cubicBezTo>
                      <a:pt x="8570" y="37357"/>
                      <a:pt x="246" y="29034"/>
                      <a:pt x="246" y="18767"/>
                    </a:cubicBezTo>
                    <a:cubicBezTo>
                      <a:pt x="246" y="8499"/>
                      <a:pt x="8570" y="176"/>
                      <a:pt x="18837" y="176"/>
                    </a:cubicBezTo>
                    <a:cubicBezTo>
                      <a:pt x="29104" y="176"/>
                      <a:pt x="37427" y="8499"/>
                      <a:pt x="37427" y="18767"/>
                    </a:cubicBezTo>
                    <a:close/>
                  </a:path>
                </a:pathLst>
              </a:custGeom>
              <a:solidFill>
                <a:srgbClr val="F7D9D9"/>
              </a:solidFill>
              <a:ln w="5753" cap="sq">
                <a:noFill/>
                <a:prstDash val="solid"/>
                <a:miter/>
              </a:ln>
            </p:spPr>
            <p:txBody>
              <a:bodyPr rtlCol="0" anchor="ctr"/>
              <a:lstStyle/>
              <a:p>
                <a:endParaRPr lang="en-US"/>
              </a:p>
            </p:txBody>
          </p:sp>
          <p:sp>
            <p:nvSpPr>
              <p:cNvPr id="2101" name="Freeform: Shape 2100">
                <a:extLst>
                  <a:ext uri="{FF2B5EF4-FFF2-40B4-BE49-F238E27FC236}">
                    <a16:creationId xmlns:a16="http://schemas.microsoft.com/office/drawing/2014/main" id="{48D7A8AA-C113-5517-3FD4-B6E1B1292E63}"/>
                  </a:ext>
                </a:extLst>
              </p:cNvPr>
              <p:cNvSpPr/>
              <p:nvPr/>
            </p:nvSpPr>
            <p:spPr>
              <a:xfrm>
                <a:off x="7613232" y="8015007"/>
                <a:ext cx="41981" cy="41981"/>
              </a:xfrm>
              <a:custGeom>
                <a:avLst/>
                <a:gdLst>
                  <a:gd name="connsiteX0" fmla="*/ 21237 w 41981"/>
                  <a:gd name="connsiteY0" fmla="*/ 4977 h 41981"/>
                  <a:gd name="connsiteX1" fmla="*/ 37427 w 41981"/>
                  <a:gd name="connsiteY1" fmla="*/ 21167 h 41981"/>
                  <a:gd name="connsiteX2" fmla="*/ 37427 w 41981"/>
                  <a:gd name="connsiteY2" fmla="*/ 21167 h 41981"/>
                  <a:gd name="connsiteX3" fmla="*/ 21237 w 41981"/>
                  <a:gd name="connsiteY3" fmla="*/ 37357 h 41981"/>
                  <a:gd name="connsiteX4" fmla="*/ 5047 w 41981"/>
                  <a:gd name="connsiteY4" fmla="*/ 21167 h 41981"/>
                  <a:gd name="connsiteX5" fmla="*/ 21237 w 41981"/>
                  <a:gd name="connsiteY5" fmla="*/ 4977 h 41981"/>
                  <a:gd name="connsiteX6" fmla="*/ 21237 w 41981"/>
                  <a:gd name="connsiteY6" fmla="*/ 176 h 41981"/>
                  <a:gd name="connsiteX7" fmla="*/ 246 w 41981"/>
                  <a:gd name="connsiteY7" fmla="*/ 21167 h 41981"/>
                  <a:gd name="connsiteX8" fmla="*/ 21237 w 41981"/>
                  <a:gd name="connsiteY8" fmla="*/ 42157 h 41981"/>
                  <a:gd name="connsiteX9" fmla="*/ 42228 w 41981"/>
                  <a:gd name="connsiteY9" fmla="*/ 21167 h 41981"/>
                  <a:gd name="connsiteX10" fmla="*/ 42228 w 41981"/>
                  <a:gd name="connsiteY10" fmla="*/ 21167 h 41981"/>
                  <a:gd name="connsiteX11" fmla="*/ 2123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7"/>
                    </a:moveTo>
                    <a:cubicBezTo>
                      <a:pt x="30179" y="4977"/>
                      <a:pt x="37427" y="12225"/>
                      <a:pt x="37427" y="21167"/>
                    </a:cubicBezTo>
                    <a:lnTo>
                      <a:pt x="37427" y="21167"/>
                    </a:lnTo>
                    <a:cubicBezTo>
                      <a:pt x="37427" y="30109"/>
                      <a:pt x="30179" y="37357"/>
                      <a:pt x="21237" y="37357"/>
                    </a:cubicBezTo>
                    <a:cubicBezTo>
                      <a:pt x="12295" y="37357"/>
                      <a:pt x="5047" y="30109"/>
                      <a:pt x="5047" y="21167"/>
                    </a:cubicBezTo>
                    <a:cubicBezTo>
                      <a:pt x="5047" y="12225"/>
                      <a:pt x="12295" y="4977"/>
                      <a:pt x="21237" y="4977"/>
                    </a:cubicBezTo>
                    <a:close/>
                    <a:moveTo>
                      <a:pt x="21237" y="176"/>
                    </a:moveTo>
                    <a:cubicBezTo>
                      <a:pt x="9645" y="176"/>
                      <a:pt x="246" y="9574"/>
                      <a:pt x="246" y="21167"/>
                    </a:cubicBezTo>
                    <a:cubicBezTo>
                      <a:pt x="246" y="32759"/>
                      <a:pt x="9645" y="42157"/>
                      <a:pt x="21237" y="42157"/>
                    </a:cubicBezTo>
                    <a:cubicBezTo>
                      <a:pt x="32830" y="42157"/>
                      <a:pt x="42228" y="32759"/>
                      <a:pt x="42228" y="21167"/>
                    </a:cubicBezTo>
                    <a:lnTo>
                      <a:pt x="42228" y="21167"/>
                    </a:lnTo>
                    <a:cubicBezTo>
                      <a:pt x="42228" y="9574"/>
                      <a:pt x="32830" y="176"/>
                      <a:pt x="21237" y="176"/>
                    </a:cubicBezTo>
                    <a:close/>
                  </a:path>
                </a:pathLst>
              </a:custGeom>
              <a:solidFill>
                <a:srgbClr val="000000"/>
              </a:solidFill>
              <a:ln w="4794" cap="sq">
                <a:noFill/>
                <a:prstDash val="solid"/>
                <a:round/>
              </a:ln>
            </p:spPr>
            <p:txBody>
              <a:bodyPr rtlCol="0" anchor="ctr"/>
              <a:lstStyle/>
              <a:p>
                <a:endParaRPr lang="en-US"/>
              </a:p>
            </p:txBody>
          </p:sp>
          <p:sp>
            <p:nvSpPr>
              <p:cNvPr id="2102" name="Freeform: Shape 2101">
                <a:extLst>
                  <a:ext uri="{FF2B5EF4-FFF2-40B4-BE49-F238E27FC236}">
                    <a16:creationId xmlns:a16="http://schemas.microsoft.com/office/drawing/2014/main" id="{80E9B699-D4B0-A697-8588-27835A041BCF}"/>
                  </a:ext>
                </a:extLst>
              </p:cNvPr>
              <p:cNvSpPr/>
              <p:nvPr/>
            </p:nvSpPr>
            <p:spPr>
              <a:xfrm>
                <a:off x="7687626" y="8007304"/>
                <a:ext cx="37180" cy="37180"/>
              </a:xfrm>
              <a:custGeom>
                <a:avLst/>
                <a:gdLst>
                  <a:gd name="connsiteX0" fmla="*/ 37440 w 37180"/>
                  <a:gd name="connsiteY0" fmla="*/ 18765 h 37180"/>
                  <a:gd name="connsiteX1" fmla="*/ 18849 w 37180"/>
                  <a:gd name="connsiteY1" fmla="*/ 37355 h 37180"/>
                  <a:gd name="connsiteX2" fmla="*/ 259 w 37180"/>
                  <a:gd name="connsiteY2" fmla="*/ 18765 h 37180"/>
                  <a:gd name="connsiteX3" fmla="*/ 18849 w 37180"/>
                  <a:gd name="connsiteY3" fmla="*/ 174 h 37180"/>
                  <a:gd name="connsiteX4" fmla="*/ 37440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5"/>
                    </a:moveTo>
                    <a:cubicBezTo>
                      <a:pt x="37440" y="29032"/>
                      <a:pt x="29117" y="37355"/>
                      <a:pt x="18849" y="37355"/>
                    </a:cubicBezTo>
                    <a:cubicBezTo>
                      <a:pt x="8582" y="37355"/>
                      <a:pt x="259" y="29032"/>
                      <a:pt x="259" y="18765"/>
                    </a:cubicBezTo>
                    <a:cubicBezTo>
                      <a:pt x="259" y="8498"/>
                      <a:pt x="8582" y="174"/>
                      <a:pt x="18849" y="174"/>
                    </a:cubicBezTo>
                    <a:cubicBezTo>
                      <a:pt x="29117" y="174"/>
                      <a:pt x="37440" y="8498"/>
                      <a:pt x="37440" y="18765"/>
                    </a:cubicBezTo>
                    <a:close/>
                  </a:path>
                </a:pathLst>
              </a:custGeom>
              <a:solidFill>
                <a:srgbClr val="F7E9E9"/>
              </a:solidFill>
              <a:ln w="5753" cap="sq">
                <a:noFill/>
                <a:prstDash val="solid"/>
                <a:miter/>
              </a:ln>
            </p:spPr>
            <p:txBody>
              <a:bodyPr rtlCol="0" anchor="ctr"/>
              <a:lstStyle/>
              <a:p>
                <a:endParaRPr lang="en-US"/>
              </a:p>
            </p:txBody>
          </p:sp>
          <p:sp>
            <p:nvSpPr>
              <p:cNvPr id="2103" name="Freeform: Shape 2102">
                <a:extLst>
                  <a:ext uri="{FF2B5EF4-FFF2-40B4-BE49-F238E27FC236}">
                    <a16:creationId xmlns:a16="http://schemas.microsoft.com/office/drawing/2014/main" id="{EDB5E795-BC3D-B4ED-A64D-6E0DAEE207FC}"/>
                  </a:ext>
                </a:extLst>
              </p:cNvPr>
              <p:cNvSpPr/>
              <p:nvPr/>
            </p:nvSpPr>
            <p:spPr>
              <a:xfrm>
                <a:off x="7685226" y="8004904"/>
                <a:ext cx="41981" cy="41981"/>
              </a:xfrm>
              <a:custGeom>
                <a:avLst/>
                <a:gdLst>
                  <a:gd name="connsiteX0" fmla="*/ 21250 w 41981"/>
                  <a:gd name="connsiteY0" fmla="*/ 4975 h 41981"/>
                  <a:gd name="connsiteX1" fmla="*/ 37440 w 41981"/>
                  <a:gd name="connsiteY1" fmla="*/ 21165 h 41981"/>
                  <a:gd name="connsiteX2" fmla="*/ 37440 w 41981"/>
                  <a:gd name="connsiteY2" fmla="*/ 21165 h 41981"/>
                  <a:gd name="connsiteX3" fmla="*/ 21250 w 41981"/>
                  <a:gd name="connsiteY3" fmla="*/ 37355 h 41981"/>
                  <a:gd name="connsiteX4" fmla="*/ 5059 w 41981"/>
                  <a:gd name="connsiteY4" fmla="*/ 21165 h 41981"/>
                  <a:gd name="connsiteX5" fmla="*/ 21250 w 41981"/>
                  <a:gd name="connsiteY5" fmla="*/ 4975 h 41981"/>
                  <a:gd name="connsiteX6" fmla="*/ 21250 w 41981"/>
                  <a:gd name="connsiteY6" fmla="*/ 174 h 41981"/>
                  <a:gd name="connsiteX7" fmla="*/ 259 w 41981"/>
                  <a:gd name="connsiteY7" fmla="*/ 21165 h 41981"/>
                  <a:gd name="connsiteX8" fmla="*/ 21250 w 41981"/>
                  <a:gd name="connsiteY8" fmla="*/ 42156 h 41981"/>
                  <a:gd name="connsiteX9" fmla="*/ 42240 w 41981"/>
                  <a:gd name="connsiteY9" fmla="*/ 21165 h 41981"/>
                  <a:gd name="connsiteX10" fmla="*/ 42240 w 41981"/>
                  <a:gd name="connsiteY10" fmla="*/ 21165 h 41981"/>
                  <a:gd name="connsiteX11" fmla="*/ 21250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5"/>
                    </a:moveTo>
                    <a:cubicBezTo>
                      <a:pt x="30191" y="4975"/>
                      <a:pt x="37440" y="12223"/>
                      <a:pt x="37440" y="21165"/>
                    </a:cubicBezTo>
                    <a:lnTo>
                      <a:pt x="37440" y="21165"/>
                    </a:lnTo>
                    <a:cubicBezTo>
                      <a:pt x="37440" y="30107"/>
                      <a:pt x="30191" y="37355"/>
                      <a:pt x="21250" y="37355"/>
                    </a:cubicBezTo>
                    <a:cubicBezTo>
                      <a:pt x="12308" y="37355"/>
                      <a:pt x="5059" y="30107"/>
                      <a:pt x="5059" y="21165"/>
                    </a:cubicBezTo>
                    <a:cubicBezTo>
                      <a:pt x="5059" y="12223"/>
                      <a:pt x="12308" y="4975"/>
                      <a:pt x="21250" y="4975"/>
                    </a:cubicBezTo>
                    <a:close/>
                    <a:moveTo>
                      <a:pt x="21250" y="174"/>
                    </a:moveTo>
                    <a:cubicBezTo>
                      <a:pt x="9657" y="174"/>
                      <a:pt x="259" y="9572"/>
                      <a:pt x="259" y="21165"/>
                    </a:cubicBezTo>
                    <a:cubicBezTo>
                      <a:pt x="259" y="32758"/>
                      <a:pt x="9657" y="42156"/>
                      <a:pt x="21250" y="42156"/>
                    </a:cubicBezTo>
                    <a:cubicBezTo>
                      <a:pt x="32842" y="42156"/>
                      <a:pt x="42240" y="32758"/>
                      <a:pt x="42240" y="21165"/>
                    </a:cubicBezTo>
                    <a:lnTo>
                      <a:pt x="42240" y="21165"/>
                    </a:lnTo>
                    <a:cubicBezTo>
                      <a:pt x="42240" y="9572"/>
                      <a:pt x="32842" y="174"/>
                      <a:pt x="21250" y="174"/>
                    </a:cubicBezTo>
                    <a:close/>
                  </a:path>
                </a:pathLst>
              </a:custGeom>
              <a:solidFill>
                <a:srgbClr val="000000"/>
              </a:solidFill>
              <a:ln w="4794" cap="sq">
                <a:noFill/>
                <a:prstDash val="solid"/>
                <a:round/>
              </a:ln>
            </p:spPr>
            <p:txBody>
              <a:bodyPr rtlCol="0" anchor="ctr"/>
              <a:lstStyle/>
              <a:p>
                <a:endParaRPr lang="en-US"/>
              </a:p>
            </p:txBody>
          </p:sp>
          <p:sp>
            <p:nvSpPr>
              <p:cNvPr id="2104" name="Freeform: Shape 2103">
                <a:extLst>
                  <a:ext uri="{FF2B5EF4-FFF2-40B4-BE49-F238E27FC236}">
                    <a16:creationId xmlns:a16="http://schemas.microsoft.com/office/drawing/2014/main" id="{39C6FD4B-C66A-084F-DEE3-7F24136B361C}"/>
                  </a:ext>
                </a:extLst>
              </p:cNvPr>
              <p:cNvSpPr/>
              <p:nvPr/>
            </p:nvSpPr>
            <p:spPr>
              <a:xfrm>
                <a:off x="7599930" y="8047958"/>
                <a:ext cx="37180" cy="37180"/>
              </a:xfrm>
              <a:custGeom>
                <a:avLst/>
                <a:gdLst>
                  <a:gd name="connsiteX0" fmla="*/ 37425 w 37180"/>
                  <a:gd name="connsiteY0" fmla="*/ 18772 h 37180"/>
                  <a:gd name="connsiteX1" fmla="*/ 18834 w 37180"/>
                  <a:gd name="connsiteY1" fmla="*/ 37362 h 37180"/>
                  <a:gd name="connsiteX2" fmla="*/ 244 w 37180"/>
                  <a:gd name="connsiteY2" fmla="*/ 18772 h 37180"/>
                  <a:gd name="connsiteX3" fmla="*/ 18834 w 37180"/>
                  <a:gd name="connsiteY3" fmla="*/ 181 h 37180"/>
                  <a:gd name="connsiteX4" fmla="*/ 37425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72"/>
                    </a:moveTo>
                    <a:cubicBezTo>
                      <a:pt x="37425" y="29039"/>
                      <a:pt x="29101" y="37362"/>
                      <a:pt x="18834" y="37362"/>
                    </a:cubicBezTo>
                    <a:cubicBezTo>
                      <a:pt x="8567" y="37362"/>
                      <a:pt x="244" y="29039"/>
                      <a:pt x="244" y="18772"/>
                    </a:cubicBezTo>
                    <a:cubicBezTo>
                      <a:pt x="244" y="8505"/>
                      <a:pt x="8567" y="181"/>
                      <a:pt x="18834" y="181"/>
                    </a:cubicBezTo>
                    <a:cubicBezTo>
                      <a:pt x="29101" y="181"/>
                      <a:pt x="37425" y="8505"/>
                      <a:pt x="37425" y="18772"/>
                    </a:cubicBezTo>
                    <a:close/>
                  </a:path>
                </a:pathLst>
              </a:custGeom>
              <a:solidFill>
                <a:srgbClr val="F7D6D6"/>
              </a:solidFill>
              <a:ln w="5753" cap="sq">
                <a:noFill/>
                <a:prstDash val="solid"/>
                <a:miter/>
              </a:ln>
            </p:spPr>
            <p:txBody>
              <a:bodyPr rtlCol="0" anchor="ctr"/>
              <a:lstStyle/>
              <a:p>
                <a:endParaRPr lang="en-US"/>
              </a:p>
            </p:txBody>
          </p:sp>
          <p:sp>
            <p:nvSpPr>
              <p:cNvPr id="2105" name="Freeform: Shape 2104">
                <a:extLst>
                  <a:ext uri="{FF2B5EF4-FFF2-40B4-BE49-F238E27FC236}">
                    <a16:creationId xmlns:a16="http://schemas.microsoft.com/office/drawing/2014/main" id="{16B509E8-48D0-AC63-34C2-4ECBA8C225AB}"/>
                  </a:ext>
                </a:extLst>
              </p:cNvPr>
              <p:cNvSpPr/>
              <p:nvPr/>
            </p:nvSpPr>
            <p:spPr>
              <a:xfrm>
                <a:off x="7597530" y="8045558"/>
                <a:ext cx="41981" cy="41981"/>
              </a:xfrm>
              <a:custGeom>
                <a:avLst/>
                <a:gdLst>
                  <a:gd name="connsiteX0" fmla="*/ 21234 w 41981"/>
                  <a:gd name="connsiteY0" fmla="*/ 4982 h 41981"/>
                  <a:gd name="connsiteX1" fmla="*/ 37425 w 41981"/>
                  <a:gd name="connsiteY1" fmla="*/ 21172 h 41981"/>
                  <a:gd name="connsiteX2" fmla="*/ 37425 w 41981"/>
                  <a:gd name="connsiteY2" fmla="*/ 21172 h 41981"/>
                  <a:gd name="connsiteX3" fmla="*/ 21234 w 41981"/>
                  <a:gd name="connsiteY3" fmla="*/ 37362 h 41981"/>
                  <a:gd name="connsiteX4" fmla="*/ 5044 w 41981"/>
                  <a:gd name="connsiteY4" fmla="*/ 21172 h 41981"/>
                  <a:gd name="connsiteX5" fmla="*/ 21234 w 41981"/>
                  <a:gd name="connsiteY5" fmla="*/ 4982 h 41981"/>
                  <a:gd name="connsiteX6" fmla="*/ 21234 w 41981"/>
                  <a:gd name="connsiteY6" fmla="*/ 181 h 41981"/>
                  <a:gd name="connsiteX7" fmla="*/ 244 w 41981"/>
                  <a:gd name="connsiteY7" fmla="*/ 21172 h 41981"/>
                  <a:gd name="connsiteX8" fmla="*/ 21234 w 41981"/>
                  <a:gd name="connsiteY8" fmla="*/ 42163 h 41981"/>
                  <a:gd name="connsiteX9" fmla="*/ 42225 w 41981"/>
                  <a:gd name="connsiteY9" fmla="*/ 21172 h 41981"/>
                  <a:gd name="connsiteX10" fmla="*/ 42225 w 41981"/>
                  <a:gd name="connsiteY10" fmla="*/ 21172 h 41981"/>
                  <a:gd name="connsiteX11" fmla="*/ 21234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82"/>
                    </a:moveTo>
                    <a:cubicBezTo>
                      <a:pt x="30176" y="4982"/>
                      <a:pt x="37425" y="12230"/>
                      <a:pt x="37425" y="21172"/>
                    </a:cubicBezTo>
                    <a:lnTo>
                      <a:pt x="37425" y="21172"/>
                    </a:lnTo>
                    <a:cubicBezTo>
                      <a:pt x="37425" y="30114"/>
                      <a:pt x="30176" y="37362"/>
                      <a:pt x="21234" y="37362"/>
                    </a:cubicBezTo>
                    <a:cubicBezTo>
                      <a:pt x="12293" y="37362"/>
                      <a:pt x="5044" y="30114"/>
                      <a:pt x="5044" y="21172"/>
                    </a:cubicBezTo>
                    <a:cubicBezTo>
                      <a:pt x="5044" y="12230"/>
                      <a:pt x="12293" y="4982"/>
                      <a:pt x="21234" y="4982"/>
                    </a:cubicBezTo>
                    <a:close/>
                    <a:moveTo>
                      <a:pt x="21234" y="181"/>
                    </a:moveTo>
                    <a:cubicBezTo>
                      <a:pt x="9642" y="181"/>
                      <a:pt x="244" y="9579"/>
                      <a:pt x="244" y="21172"/>
                    </a:cubicBezTo>
                    <a:cubicBezTo>
                      <a:pt x="244" y="32765"/>
                      <a:pt x="9642" y="42163"/>
                      <a:pt x="21234" y="42163"/>
                    </a:cubicBezTo>
                    <a:cubicBezTo>
                      <a:pt x="32827" y="42163"/>
                      <a:pt x="42225" y="32765"/>
                      <a:pt x="42225" y="21172"/>
                    </a:cubicBezTo>
                    <a:lnTo>
                      <a:pt x="42225" y="21172"/>
                    </a:lnTo>
                    <a:cubicBezTo>
                      <a:pt x="42225" y="9579"/>
                      <a:pt x="32827" y="181"/>
                      <a:pt x="21234" y="181"/>
                    </a:cubicBezTo>
                    <a:close/>
                  </a:path>
                </a:pathLst>
              </a:custGeom>
              <a:solidFill>
                <a:srgbClr val="000000"/>
              </a:solidFill>
              <a:ln w="4794" cap="sq">
                <a:noFill/>
                <a:prstDash val="solid"/>
                <a:round/>
              </a:ln>
            </p:spPr>
            <p:txBody>
              <a:bodyPr rtlCol="0" anchor="ctr"/>
              <a:lstStyle/>
              <a:p>
                <a:endParaRPr lang="en-US"/>
              </a:p>
            </p:txBody>
          </p:sp>
          <p:sp>
            <p:nvSpPr>
              <p:cNvPr id="2106" name="Freeform: Shape 2105">
                <a:extLst>
                  <a:ext uri="{FF2B5EF4-FFF2-40B4-BE49-F238E27FC236}">
                    <a16:creationId xmlns:a16="http://schemas.microsoft.com/office/drawing/2014/main" id="{2FDDC268-4667-5B97-B393-09A06092C494}"/>
                  </a:ext>
                </a:extLst>
              </p:cNvPr>
              <p:cNvSpPr/>
              <p:nvPr/>
            </p:nvSpPr>
            <p:spPr>
              <a:xfrm>
                <a:off x="7672322" y="8036047"/>
                <a:ext cx="37180" cy="37180"/>
              </a:xfrm>
              <a:custGeom>
                <a:avLst/>
                <a:gdLst>
                  <a:gd name="connsiteX0" fmla="*/ 37437 w 37180"/>
                  <a:gd name="connsiteY0" fmla="*/ 18770 h 37180"/>
                  <a:gd name="connsiteX1" fmla="*/ 18847 w 37180"/>
                  <a:gd name="connsiteY1" fmla="*/ 37360 h 37180"/>
                  <a:gd name="connsiteX2" fmla="*/ 256 w 37180"/>
                  <a:gd name="connsiteY2" fmla="*/ 18770 h 37180"/>
                  <a:gd name="connsiteX3" fmla="*/ 18847 w 37180"/>
                  <a:gd name="connsiteY3" fmla="*/ 179 h 37180"/>
                  <a:gd name="connsiteX4" fmla="*/ 37437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0"/>
                    </a:moveTo>
                    <a:cubicBezTo>
                      <a:pt x="37437" y="29037"/>
                      <a:pt x="29114" y="37360"/>
                      <a:pt x="18847" y="37360"/>
                    </a:cubicBezTo>
                    <a:cubicBezTo>
                      <a:pt x="8580" y="37360"/>
                      <a:pt x="256" y="29037"/>
                      <a:pt x="256" y="18770"/>
                    </a:cubicBezTo>
                    <a:cubicBezTo>
                      <a:pt x="256" y="8503"/>
                      <a:pt x="8580" y="179"/>
                      <a:pt x="18847" y="179"/>
                    </a:cubicBezTo>
                    <a:cubicBezTo>
                      <a:pt x="29114" y="179"/>
                      <a:pt x="37437" y="8503"/>
                      <a:pt x="37437" y="18770"/>
                    </a:cubicBezTo>
                    <a:close/>
                  </a:path>
                </a:pathLst>
              </a:custGeom>
              <a:solidFill>
                <a:srgbClr val="AFF7AF"/>
              </a:solidFill>
              <a:ln w="5753" cap="sq">
                <a:noFill/>
                <a:prstDash val="solid"/>
                <a:miter/>
              </a:ln>
            </p:spPr>
            <p:txBody>
              <a:bodyPr rtlCol="0" anchor="ctr"/>
              <a:lstStyle/>
              <a:p>
                <a:endParaRPr lang="en-US"/>
              </a:p>
            </p:txBody>
          </p:sp>
          <p:sp>
            <p:nvSpPr>
              <p:cNvPr id="2107" name="Freeform: Shape 2106">
                <a:extLst>
                  <a:ext uri="{FF2B5EF4-FFF2-40B4-BE49-F238E27FC236}">
                    <a16:creationId xmlns:a16="http://schemas.microsoft.com/office/drawing/2014/main" id="{0EBAF073-D408-C55C-D72E-9CCDE025E314}"/>
                  </a:ext>
                </a:extLst>
              </p:cNvPr>
              <p:cNvSpPr/>
              <p:nvPr/>
            </p:nvSpPr>
            <p:spPr>
              <a:xfrm>
                <a:off x="7669922" y="8033646"/>
                <a:ext cx="41981" cy="41981"/>
              </a:xfrm>
              <a:custGeom>
                <a:avLst/>
                <a:gdLst>
                  <a:gd name="connsiteX0" fmla="*/ 21247 w 41981"/>
                  <a:gd name="connsiteY0" fmla="*/ 4980 h 41981"/>
                  <a:gd name="connsiteX1" fmla="*/ 37437 w 41981"/>
                  <a:gd name="connsiteY1" fmla="*/ 21170 h 41981"/>
                  <a:gd name="connsiteX2" fmla="*/ 37437 w 41981"/>
                  <a:gd name="connsiteY2" fmla="*/ 21170 h 41981"/>
                  <a:gd name="connsiteX3" fmla="*/ 21247 w 41981"/>
                  <a:gd name="connsiteY3" fmla="*/ 37360 h 41981"/>
                  <a:gd name="connsiteX4" fmla="*/ 5057 w 41981"/>
                  <a:gd name="connsiteY4" fmla="*/ 21170 h 41981"/>
                  <a:gd name="connsiteX5" fmla="*/ 21247 w 41981"/>
                  <a:gd name="connsiteY5" fmla="*/ 4980 h 41981"/>
                  <a:gd name="connsiteX6" fmla="*/ 21247 w 41981"/>
                  <a:gd name="connsiteY6" fmla="*/ 179 h 41981"/>
                  <a:gd name="connsiteX7" fmla="*/ 256 w 41981"/>
                  <a:gd name="connsiteY7" fmla="*/ 21170 h 41981"/>
                  <a:gd name="connsiteX8" fmla="*/ 21247 w 41981"/>
                  <a:gd name="connsiteY8" fmla="*/ 42161 h 41981"/>
                  <a:gd name="connsiteX9" fmla="*/ 42238 w 41981"/>
                  <a:gd name="connsiteY9" fmla="*/ 21170 h 41981"/>
                  <a:gd name="connsiteX10" fmla="*/ 42238 w 41981"/>
                  <a:gd name="connsiteY10" fmla="*/ 21170 h 41981"/>
                  <a:gd name="connsiteX11" fmla="*/ 21247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0"/>
                    </a:moveTo>
                    <a:cubicBezTo>
                      <a:pt x="30189" y="4980"/>
                      <a:pt x="37437" y="12228"/>
                      <a:pt x="37437" y="21170"/>
                    </a:cubicBezTo>
                    <a:lnTo>
                      <a:pt x="37437" y="21170"/>
                    </a:lnTo>
                    <a:cubicBezTo>
                      <a:pt x="37437" y="30112"/>
                      <a:pt x="30189" y="37360"/>
                      <a:pt x="21247" y="37360"/>
                    </a:cubicBezTo>
                    <a:cubicBezTo>
                      <a:pt x="12305" y="37360"/>
                      <a:pt x="5057" y="30112"/>
                      <a:pt x="5057" y="21170"/>
                    </a:cubicBezTo>
                    <a:cubicBezTo>
                      <a:pt x="5057" y="12228"/>
                      <a:pt x="12305" y="4980"/>
                      <a:pt x="21247" y="4980"/>
                    </a:cubicBezTo>
                    <a:close/>
                    <a:moveTo>
                      <a:pt x="21247" y="179"/>
                    </a:moveTo>
                    <a:cubicBezTo>
                      <a:pt x="9654" y="179"/>
                      <a:pt x="256" y="9577"/>
                      <a:pt x="256" y="21170"/>
                    </a:cubicBezTo>
                    <a:cubicBezTo>
                      <a:pt x="256" y="32763"/>
                      <a:pt x="9654" y="42161"/>
                      <a:pt x="21247" y="42161"/>
                    </a:cubicBezTo>
                    <a:cubicBezTo>
                      <a:pt x="32839" y="42161"/>
                      <a:pt x="42238" y="32763"/>
                      <a:pt x="42238" y="21170"/>
                    </a:cubicBezTo>
                    <a:lnTo>
                      <a:pt x="42238" y="21170"/>
                    </a:lnTo>
                    <a:cubicBezTo>
                      <a:pt x="42238" y="9577"/>
                      <a:pt x="32839" y="179"/>
                      <a:pt x="21247" y="179"/>
                    </a:cubicBezTo>
                    <a:close/>
                  </a:path>
                </a:pathLst>
              </a:custGeom>
              <a:solidFill>
                <a:srgbClr val="000000"/>
              </a:solidFill>
              <a:ln w="4794" cap="sq">
                <a:noFill/>
                <a:prstDash val="solid"/>
                <a:round/>
              </a:ln>
            </p:spPr>
            <p:txBody>
              <a:bodyPr rtlCol="0" anchor="ctr"/>
              <a:lstStyle/>
              <a:p>
                <a:endParaRPr lang="en-US"/>
              </a:p>
            </p:txBody>
          </p:sp>
          <p:sp>
            <p:nvSpPr>
              <p:cNvPr id="2108" name="Freeform: Shape 2107">
                <a:extLst>
                  <a:ext uri="{FF2B5EF4-FFF2-40B4-BE49-F238E27FC236}">
                    <a16:creationId xmlns:a16="http://schemas.microsoft.com/office/drawing/2014/main" id="{AD79C349-A933-E777-DC4A-AACBCDB279DA}"/>
                  </a:ext>
                </a:extLst>
              </p:cNvPr>
              <p:cNvSpPr/>
              <p:nvPr/>
            </p:nvSpPr>
            <p:spPr>
              <a:xfrm>
                <a:off x="7613299" y="8062047"/>
                <a:ext cx="37180" cy="37180"/>
              </a:xfrm>
              <a:custGeom>
                <a:avLst/>
                <a:gdLst>
                  <a:gd name="connsiteX0" fmla="*/ 37427 w 37180"/>
                  <a:gd name="connsiteY0" fmla="*/ 18774 h 37180"/>
                  <a:gd name="connsiteX1" fmla="*/ 18836 w 37180"/>
                  <a:gd name="connsiteY1" fmla="*/ 37365 h 37180"/>
                  <a:gd name="connsiteX2" fmla="*/ 246 w 37180"/>
                  <a:gd name="connsiteY2" fmla="*/ 18774 h 37180"/>
                  <a:gd name="connsiteX3" fmla="*/ 18836 w 37180"/>
                  <a:gd name="connsiteY3" fmla="*/ 184 h 37180"/>
                  <a:gd name="connsiteX4" fmla="*/ 3742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74"/>
                    </a:moveTo>
                    <a:cubicBezTo>
                      <a:pt x="37427" y="29042"/>
                      <a:pt x="29104" y="37365"/>
                      <a:pt x="18836" y="37365"/>
                    </a:cubicBezTo>
                    <a:cubicBezTo>
                      <a:pt x="8569" y="37365"/>
                      <a:pt x="246" y="29042"/>
                      <a:pt x="246" y="18774"/>
                    </a:cubicBezTo>
                    <a:cubicBezTo>
                      <a:pt x="246" y="8507"/>
                      <a:pt x="8569" y="184"/>
                      <a:pt x="18836" y="184"/>
                    </a:cubicBezTo>
                    <a:cubicBezTo>
                      <a:pt x="29104" y="184"/>
                      <a:pt x="37427" y="8507"/>
                      <a:pt x="37427" y="18774"/>
                    </a:cubicBezTo>
                    <a:close/>
                  </a:path>
                </a:pathLst>
              </a:custGeom>
              <a:solidFill>
                <a:srgbClr val="F7F5F5"/>
              </a:solidFill>
              <a:ln w="5753" cap="sq">
                <a:noFill/>
                <a:prstDash val="solid"/>
                <a:miter/>
              </a:ln>
            </p:spPr>
            <p:txBody>
              <a:bodyPr rtlCol="0" anchor="ctr"/>
              <a:lstStyle/>
              <a:p>
                <a:endParaRPr lang="en-US"/>
              </a:p>
            </p:txBody>
          </p:sp>
          <p:sp>
            <p:nvSpPr>
              <p:cNvPr id="2109" name="Freeform: Shape 2108">
                <a:extLst>
                  <a:ext uri="{FF2B5EF4-FFF2-40B4-BE49-F238E27FC236}">
                    <a16:creationId xmlns:a16="http://schemas.microsoft.com/office/drawing/2014/main" id="{3E1F30D3-9639-99F2-5E6E-7ED765B2F071}"/>
                  </a:ext>
                </a:extLst>
              </p:cNvPr>
              <p:cNvSpPr/>
              <p:nvPr/>
            </p:nvSpPr>
            <p:spPr>
              <a:xfrm>
                <a:off x="7610899" y="8059647"/>
                <a:ext cx="41981" cy="41981"/>
              </a:xfrm>
              <a:custGeom>
                <a:avLst/>
                <a:gdLst>
                  <a:gd name="connsiteX0" fmla="*/ 21237 w 41981"/>
                  <a:gd name="connsiteY0" fmla="*/ 4984 h 41981"/>
                  <a:gd name="connsiteX1" fmla="*/ 37427 w 41981"/>
                  <a:gd name="connsiteY1" fmla="*/ 21175 h 41981"/>
                  <a:gd name="connsiteX2" fmla="*/ 37427 w 41981"/>
                  <a:gd name="connsiteY2" fmla="*/ 21175 h 41981"/>
                  <a:gd name="connsiteX3" fmla="*/ 21237 w 41981"/>
                  <a:gd name="connsiteY3" fmla="*/ 37365 h 41981"/>
                  <a:gd name="connsiteX4" fmla="*/ 5046 w 41981"/>
                  <a:gd name="connsiteY4" fmla="*/ 21175 h 41981"/>
                  <a:gd name="connsiteX5" fmla="*/ 21237 w 41981"/>
                  <a:gd name="connsiteY5" fmla="*/ 4984 h 41981"/>
                  <a:gd name="connsiteX6" fmla="*/ 21237 w 41981"/>
                  <a:gd name="connsiteY6" fmla="*/ 184 h 41981"/>
                  <a:gd name="connsiteX7" fmla="*/ 246 w 41981"/>
                  <a:gd name="connsiteY7" fmla="*/ 21175 h 41981"/>
                  <a:gd name="connsiteX8" fmla="*/ 21237 w 41981"/>
                  <a:gd name="connsiteY8" fmla="*/ 42165 h 41981"/>
                  <a:gd name="connsiteX9" fmla="*/ 42227 w 41981"/>
                  <a:gd name="connsiteY9" fmla="*/ 21175 h 41981"/>
                  <a:gd name="connsiteX10" fmla="*/ 42227 w 41981"/>
                  <a:gd name="connsiteY10" fmla="*/ 21175 h 41981"/>
                  <a:gd name="connsiteX11" fmla="*/ 21237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84"/>
                    </a:moveTo>
                    <a:cubicBezTo>
                      <a:pt x="30178" y="4984"/>
                      <a:pt x="37427" y="12233"/>
                      <a:pt x="37427" y="21175"/>
                    </a:cubicBezTo>
                    <a:lnTo>
                      <a:pt x="37427" y="21175"/>
                    </a:lnTo>
                    <a:cubicBezTo>
                      <a:pt x="37427" y="30116"/>
                      <a:pt x="30178" y="37365"/>
                      <a:pt x="21237" y="37365"/>
                    </a:cubicBezTo>
                    <a:cubicBezTo>
                      <a:pt x="12295" y="37365"/>
                      <a:pt x="5046" y="30116"/>
                      <a:pt x="5046" y="21175"/>
                    </a:cubicBezTo>
                    <a:cubicBezTo>
                      <a:pt x="5046" y="12233"/>
                      <a:pt x="12295" y="4984"/>
                      <a:pt x="21237" y="4984"/>
                    </a:cubicBezTo>
                    <a:close/>
                    <a:moveTo>
                      <a:pt x="21237" y="184"/>
                    </a:moveTo>
                    <a:cubicBezTo>
                      <a:pt x="9644" y="184"/>
                      <a:pt x="246" y="9582"/>
                      <a:pt x="246" y="21175"/>
                    </a:cubicBezTo>
                    <a:cubicBezTo>
                      <a:pt x="246" y="32767"/>
                      <a:pt x="9644" y="42165"/>
                      <a:pt x="21237" y="42165"/>
                    </a:cubicBezTo>
                    <a:cubicBezTo>
                      <a:pt x="32829" y="42165"/>
                      <a:pt x="42227" y="32767"/>
                      <a:pt x="42227" y="21175"/>
                    </a:cubicBezTo>
                    <a:lnTo>
                      <a:pt x="42227" y="21175"/>
                    </a:lnTo>
                    <a:cubicBezTo>
                      <a:pt x="42227" y="9582"/>
                      <a:pt x="32829" y="184"/>
                      <a:pt x="21237" y="184"/>
                    </a:cubicBezTo>
                    <a:close/>
                  </a:path>
                </a:pathLst>
              </a:custGeom>
              <a:solidFill>
                <a:srgbClr val="000000"/>
              </a:solidFill>
              <a:ln w="4794" cap="sq">
                <a:noFill/>
                <a:prstDash val="solid"/>
                <a:round/>
              </a:ln>
            </p:spPr>
            <p:txBody>
              <a:bodyPr rtlCol="0" anchor="ctr"/>
              <a:lstStyle/>
              <a:p>
                <a:endParaRPr lang="en-US"/>
              </a:p>
            </p:txBody>
          </p:sp>
          <p:sp>
            <p:nvSpPr>
              <p:cNvPr id="2110" name="Freeform: Shape 2109">
                <a:extLst>
                  <a:ext uri="{FF2B5EF4-FFF2-40B4-BE49-F238E27FC236}">
                    <a16:creationId xmlns:a16="http://schemas.microsoft.com/office/drawing/2014/main" id="{4BE2D855-3E6D-8D4C-3236-DE53DDF26CBA}"/>
                  </a:ext>
                </a:extLst>
              </p:cNvPr>
              <p:cNvSpPr/>
              <p:nvPr/>
            </p:nvSpPr>
            <p:spPr>
              <a:xfrm>
                <a:off x="7681037" y="8042077"/>
                <a:ext cx="37180" cy="37180"/>
              </a:xfrm>
              <a:custGeom>
                <a:avLst/>
                <a:gdLst>
                  <a:gd name="connsiteX0" fmla="*/ 37439 w 37180"/>
                  <a:gd name="connsiteY0" fmla="*/ 18771 h 37180"/>
                  <a:gd name="connsiteX1" fmla="*/ 18848 w 37180"/>
                  <a:gd name="connsiteY1" fmla="*/ 37361 h 37180"/>
                  <a:gd name="connsiteX2" fmla="*/ 258 w 37180"/>
                  <a:gd name="connsiteY2" fmla="*/ 18771 h 37180"/>
                  <a:gd name="connsiteX3" fmla="*/ 18848 w 37180"/>
                  <a:gd name="connsiteY3" fmla="*/ 180 h 37180"/>
                  <a:gd name="connsiteX4" fmla="*/ 3743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1"/>
                    </a:moveTo>
                    <a:cubicBezTo>
                      <a:pt x="37439" y="29038"/>
                      <a:pt x="29115" y="37361"/>
                      <a:pt x="18848" y="37361"/>
                    </a:cubicBezTo>
                    <a:cubicBezTo>
                      <a:pt x="8581" y="37361"/>
                      <a:pt x="258" y="29038"/>
                      <a:pt x="258" y="18771"/>
                    </a:cubicBezTo>
                    <a:cubicBezTo>
                      <a:pt x="258" y="8504"/>
                      <a:pt x="8581" y="180"/>
                      <a:pt x="18848" y="180"/>
                    </a:cubicBezTo>
                    <a:cubicBezTo>
                      <a:pt x="29115" y="180"/>
                      <a:pt x="37439" y="8504"/>
                      <a:pt x="37439" y="18771"/>
                    </a:cubicBezTo>
                    <a:close/>
                  </a:path>
                </a:pathLst>
              </a:custGeom>
              <a:solidFill>
                <a:srgbClr val="F0F7F0"/>
              </a:solidFill>
              <a:ln w="5753" cap="sq">
                <a:noFill/>
                <a:prstDash val="solid"/>
                <a:miter/>
              </a:ln>
            </p:spPr>
            <p:txBody>
              <a:bodyPr rtlCol="0" anchor="ctr"/>
              <a:lstStyle/>
              <a:p>
                <a:endParaRPr lang="en-US"/>
              </a:p>
            </p:txBody>
          </p:sp>
          <p:sp>
            <p:nvSpPr>
              <p:cNvPr id="2111" name="Freeform: Shape 2110">
                <a:extLst>
                  <a:ext uri="{FF2B5EF4-FFF2-40B4-BE49-F238E27FC236}">
                    <a16:creationId xmlns:a16="http://schemas.microsoft.com/office/drawing/2014/main" id="{9A344463-5219-EF6A-B9F4-40D00EE89A62}"/>
                  </a:ext>
                </a:extLst>
              </p:cNvPr>
              <p:cNvSpPr/>
              <p:nvPr/>
            </p:nvSpPr>
            <p:spPr>
              <a:xfrm>
                <a:off x="7678637" y="8039677"/>
                <a:ext cx="41981" cy="41981"/>
              </a:xfrm>
              <a:custGeom>
                <a:avLst/>
                <a:gdLst>
                  <a:gd name="connsiteX0" fmla="*/ 21248 w 41981"/>
                  <a:gd name="connsiteY0" fmla="*/ 4981 h 41981"/>
                  <a:gd name="connsiteX1" fmla="*/ 37439 w 41981"/>
                  <a:gd name="connsiteY1" fmla="*/ 21171 h 41981"/>
                  <a:gd name="connsiteX2" fmla="*/ 37439 w 41981"/>
                  <a:gd name="connsiteY2" fmla="*/ 21171 h 41981"/>
                  <a:gd name="connsiteX3" fmla="*/ 21248 w 41981"/>
                  <a:gd name="connsiteY3" fmla="*/ 37361 h 41981"/>
                  <a:gd name="connsiteX4" fmla="*/ 5058 w 41981"/>
                  <a:gd name="connsiteY4" fmla="*/ 21171 h 41981"/>
                  <a:gd name="connsiteX5" fmla="*/ 21248 w 41981"/>
                  <a:gd name="connsiteY5" fmla="*/ 4981 h 41981"/>
                  <a:gd name="connsiteX6" fmla="*/ 21248 w 41981"/>
                  <a:gd name="connsiteY6" fmla="*/ 180 h 41981"/>
                  <a:gd name="connsiteX7" fmla="*/ 258 w 41981"/>
                  <a:gd name="connsiteY7" fmla="*/ 21171 h 41981"/>
                  <a:gd name="connsiteX8" fmla="*/ 21248 w 41981"/>
                  <a:gd name="connsiteY8" fmla="*/ 42162 h 41981"/>
                  <a:gd name="connsiteX9" fmla="*/ 42239 w 41981"/>
                  <a:gd name="connsiteY9" fmla="*/ 21171 h 41981"/>
                  <a:gd name="connsiteX10" fmla="*/ 42239 w 41981"/>
                  <a:gd name="connsiteY10" fmla="*/ 21171 h 41981"/>
                  <a:gd name="connsiteX11" fmla="*/ 21248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1"/>
                    </a:moveTo>
                    <a:cubicBezTo>
                      <a:pt x="30190" y="4981"/>
                      <a:pt x="37439" y="12229"/>
                      <a:pt x="37439" y="21171"/>
                    </a:cubicBezTo>
                    <a:lnTo>
                      <a:pt x="37439" y="21171"/>
                    </a:lnTo>
                    <a:cubicBezTo>
                      <a:pt x="37439" y="30113"/>
                      <a:pt x="30190" y="37361"/>
                      <a:pt x="21248" y="37361"/>
                    </a:cubicBezTo>
                    <a:cubicBezTo>
                      <a:pt x="12307" y="37361"/>
                      <a:pt x="5058" y="30113"/>
                      <a:pt x="5058" y="21171"/>
                    </a:cubicBezTo>
                    <a:cubicBezTo>
                      <a:pt x="5058" y="12229"/>
                      <a:pt x="12307" y="4981"/>
                      <a:pt x="21248" y="4981"/>
                    </a:cubicBezTo>
                    <a:close/>
                    <a:moveTo>
                      <a:pt x="21248" y="180"/>
                    </a:moveTo>
                    <a:cubicBezTo>
                      <a:pt x="9656" y="180"/>
                      <a:pt x="258" y="9578"/>
                      <a:pt x="258" y="21171"/>
                    </a:cubicBezTo>
                    <a:cubicBezTo>
                      <a:pt x="258" y="32764"/>
                      <a:pt x="9656" y="42162"/>
                      <a:pt x="21248" y="42162"/>
                    </a:cubicBezTo>
                    <a:cubicBezTo>
                      <a:pt x="32841" y="42162"/>
                      <a:pt x="42239" y="32764"/>
                      <a:pt x="42239" y="21171"/>
                    </a:cubicBezTo>
                    <a:lnTo>
                      <a:pt x="42239" y="21171"/>
                    </a:lnTo>
                    <a:cubicBezTo>
                      <a:pt x="42239" y="9578"/>
                      <a:pt x="32841" y="180"/>
                      <a:pt x="21248" y="180"/>
                    </a:cubicBezTo>
                    <a:close/>
                  </a:path>
                </a:pathLst>
              </a:custGeom>
              <a:solidFill>
                <a:srgbClr val="000000"/>
              </a:solidFill>
              <a:ln w="4794" cap="sq">
                <a:noFill/>
                <a:prstDash val="solid"/>
                <a:round/>
              </a:ln>
            </p:spPr>
            <p:txBody>
              <a:bodyPr rtlCol="0" anchor="ctr"/>
              <a:lstStyle/>
              <a:p>
                <a:endParaRPr lang="en-US"/>
              </a:p>
            </p:txBody>
          </p:sp>
          <p:sp>
            <p:nvSpPr>
              <p:cNvPr id="2112" name="Freeform: Shape 2111">
                <a:extLst>
                  <a:ext uri="{FF2B5EF4-FFF2-40B4-BE49-F238E27FC236}">
                    <a16:creationId xmlns:a16="http://schemas.microsoft.com/office/drawing/2014/main" id="{EB958599-A53C-2409-6E32-7B091DD1F9FB}"/>
                  </a:ext>
                </a:extLst>
              </p:cNvPr>
              <p:cNvSpPr/>
              <p:nvPr/>
            </p:nvSpPr>
            <p:spPr>
              <a:xfrm>
                <a:off x="7816253" y="7743848"/>
                <a:ext cx="37180" cy="37180"/>
              </a:xfrm>
              <a:custGeom>
                <a:avLst/>
                <a:gdLst>
                  <a:gd name="connsiteX0" fmla="*/ 37462 w 37180"/>
                  <a:gd name="connsiteY0" fmla="*/ 18719 h 37180"/>
                  <a:gd name="connsiteX1" fmla="*/ 18872 w 37180"/>
                  <a:gd name="connsiteY1" fmla="*/ 37309 h 37180"/>
                  <a:gd name="connsiteX2" fmla="*/ 281 w 37180"/>
                  <a:gd name="connsiteY2" fmla="*/ 18719 h 37180"/>
                  <a:gd name="connsiteX3" fmla="*/ 18872 w 37180"/>
                  <a:gd name="connsiteY3" fmla="*/ 129 h 37180"/>
                  <a:gd name="connsiteX4" fmla="*/ 37462 w 37180"/>
                  <a:gd name="connsiteY4" fmla="*/ 1871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19"/>
                    </a:moveTo>
                    <a:cubicBezTo>
                      <a:pt x="37462" y="28986"/>
                      <a:pt x="29139" y="37309"/>
                      <a:pt x="18872" y="37309"/>
                    </a:cubicBezTo>
                    <a:cubicBezTo>
                      <a:pt x="8605" y="37309"/>
                      <a:pt x="281" y="28986"/>
                      <a:pt x="281" y="18719"/>
                    </a:cubicBezTo>
                    <a:cubicBezTo>
                      <a:pt x="281" y="8452"/>
                      <a:pt x="8605" y="129"/>
                      <a:pt x="18872" y="129"/>
                    </a:cubicBezTo>
                    <a:cubicBezTo>
                      <a:pt x="29139" y="129"/>
                      <a:pt x="37462" y="8452"/>
                      <a:pt x="37462" y="18719"/>
                    </a:cubicBezTo>
                    <a:close/>
                  </a:path>
                </a:pathLst>
              </a:custGeom>
              <a:solidFill>
                <a:srgbClr val="BFF7BF"/>
              </a:solidFill>
              <a:ln w="5753" cap="sq">
                <a:noFill/>
                <a:prstDash val="solid"/>
                <a:miter/>
              </a:ln>
            </p:spPr>
            <p:txBody>
              <a:bodyPr rtlCol="0" anchor="ctr"/>
              <a:lstStyle/>
              <a:p>
                <a:endParaRPr lang="en-US"/>
              </a:p>
            </p:txBody>
          </p:sp>
          <p:sp>
            <p:nvSpPr>
              <p:cNvPr id="2113" name="Freeform: Shape 2112">
                <a:extLst>
                  <a:ext uri="{FF2B5EF4-FFF2-40B4-BE49-F238E27FC236}">
                    <a16:creationId xmlns:a16="http://schemas.microsoft.com/office/drawing/2014/main" id="{733B2CCE-8EC3-64CC-BC02-4F2754D702F7}"/>
                  </a:ext>
                </a:extLst>
              </p:cNvPr>
              <p:cNvSpPr/>
              <p:nvPr/>
            </p:nvSpPr>
            <p:spPr>
              <a:xfrm>
                <a:off x="7813853" y="7741447"/>
                <a:ext cx="41981" cy="41981"/>
              </a:xfrm>
              <a:custGeom>
                <a:avLst/>
                <a:gdLst>
                  <a:gd name="connsiteX0" fmla="*/ 21272 w 41981"/>
                  <a:gd name="connsiteY0" fmla="*/ 4929 h 41981"/>
                  <a:gd name="connsiteX1" fmla="*/ 37462 w 41981"/>
                  <a:gd name="connsiteY1" fmla="*/ 21119 h 41981"/>
                  <a:gd name="connsiteX2" fmla="*/ 37462 w 41981"/>
                  <a:gd name="connsiteY2" fmla="*/ 21119 h 41981"/>
                  <a:gd name="connsiteX3" fmla="*/ 21272 w 41981"/>
                  <a:gd name="connsiteY3" fmla="*/ 37309 h 41981"/>
                  <a:gd name="connsiteX4" fmla="*/ 5082 w 41981"/>
                  <a:gd name="connsiteY4" fmla="*/ 21119 h 41981"/>
                  <a:gd name="connsiteX5" fmla="*/ 21272 w 41981"/>
                  <a:gd name="connsiteY5" fmla="*/ 4929 h 41981"/>
                  <a:gd name="connsiteX6" fmla="*/ 21272 w 41981"/>
                  <a:gd name="connsiteY6" fmla="*/ 129 h 41981"/>
                  <a:gd name="connsiteX7" fmla="*/ 281 w 41981"/>
                  <a:gd name="connsiteY7" fmla="*/ 21119 h 41981"/>
                  <a:gd name="connsiteX8" fmla="*/ 21272 w 41981"/>
                  <a:gd name="connsiteY8" fmla="*/ 42110 h 41981"/>
                  <a:gd name="connsiteX9" fmla="*/ 42263 w 41981"/>
                  <a:gd name="connsiteY9" fmla="*/ 21119 h 41981"/>
                  <a:gd name="connsiteX10" fmla="*/ 42263 w 41981"/>
                  <a:gd name="connsiteY10" fmla="*/ 21119 h 41981"/>
                  <a:gd name="connsiteX11" fmla="*/ 21272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29"/>
                    </a:moveTo>
                    <a:cubicBezTo>
                      <a:pt x="30214" y="4929"/>
                      <a:pt x="37462" y="12177"/>
                      <a:pt x="37462" y="21119"/>
                    </a:cubicBezTo>
                    <a:lnTo>
                      <a:pt x="37462" y="21119"/>
                    </a:lnTo>
                    <a:cubicBezTo>
                      <a:pt x="37462" y="30061"/>
                      <a:pt x="30214" y="37309"/>
                      <a:pt x="21272" y="37309"/>
                    </a:cubicBezTo>
                    <a:cubicBezTo>
                      <a:pt x="12330" y="37309"/>
                      <a:pt x="5082" y="30061"/>
                      <a:pt x="5082" y="21119"/>
                    </a:cubicBezTo>
                    <a:cubicBezTo>
                      <a:pt x="5082" y="12177"/>
                      <a:pt x="12330" y="4929"/>
                      <a:pt x="21272" y="4929"/>
                    </a:cubicBezTo>
                    <a:close/>
                    <a:moveTo>
                      <a:pt x="21272" y="129"/>
                    </a:moveTo>
                    <a:cubicBezTo>
                      <a:pt x="9679" y="129"/>
                      <a:pt x="281" y="9527"/>
                      <a:pt x="281" y="21119"/>
                    </a:cubicBezTo>
                    <a:cubicBezTo>
                      <a:pt x="281" y="32712"/>
                      <a:pt x="9679" y="42110"/>
                      <a:pt x="21272" y="42110"/>
                    </a:cubicBezTo>
                    <a:cubicBezTo>
                      <a:pt x="32864" y="42110"/>
                      <a:pt x="42263" y="32712"/>
                      <a:pt x="42263" y="21119"/>
                    </a:cubicBezTo>
                    <a:lnTo>
                      <a:pt x="42263" y="21119"/>
                    </a:lnTo>
                    <a:cubicBezTo>
                      <a:pt x="42263" y="9527"/>
                      <a:pt x="32864" y="129"/>
                      <a:pt x="21272" y="129"/>
                    </a:cubicBezTo>
                    <a:close/>
                  </a:path>
                </a:pathLst>
              </a:custGeom>
              <a:solidFill>
                <a:srgbClr val="000000"/>
              </a:solidFill>
              <a:ln w="4794" cap="sq">
                <a:noFill/>
                <a:prstDash val="solid"/>
                <a:round/>
              </a:ln>
            </p:spPr>
            <p:txBody>
              <a:bodyPr rtlCol="0" anchor="ctr"/>
              <a:lstStyle/>
              <a:p>
                <a:endParaRPr lang="en-US"/>
              </a:p>
            </p:txBody>
          </p:sp>
          <p:sp>
            <p:nvSpPr>
              <p:cNvPr id="2114" name="Freeform: Shape 2113">
                <a:extLst>
                  <a:ext uri="{FF2B5EF4-FFF2-40B4-BE49-F238E27FC236}">
                    <a16:creationId xmlns:a16="http://schemas.microsoft.com/office/drawing/2014/main" id="{7AD4B3CA-6CF1-5DD1-7704-278F934C39A4}"/>
                  </a:ext>
                </a:extLst>
              </p:cNvPr>
              <p:cNvSpPr/>
              <p:nvPr/>
            </p:nvSpPr>
            <p:spPr>
              <a:xfrm>
                <a:off x="7609682" y="7826619"/>
                <a:ext cx="37180" cy="37180"/>
              </a:xfrm>
              <a:custGeom>
                <a:avLst/>
                <a:gdLst>
                  <a:gd name="connsiteX0" fmla="*/ 37426 w 37180"/>
                  <a:gd name="connsiteY0" fmla="*/ 18733 h 37180"/>
                  <a:gd name="connsiteX1" fmla="*/ 18836 w 37180"/>
                  <a:gd name="connsiteY1" fmla="*/ 37324 h 37180"/>
                  <a:gd name="connsiteX2" fmla="*/ 245 w 37180"/>
                  <a:gd name="connsiteY2" fmla="*/ 18733 h 37180"/>
                  <a:gd name="connsiteX3" fmla="*/ 18836 w 37180"/>
                  <a:gd name="connsiteY3" fmla="*/ 143 h 37180"/>
                  <a:gd name="connsiteX4" fmla="*/ 37426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33"/>
                    </a:moveTo>
                    <a:cubicBezTo>
                      <a:pt x="37426" y="29001"/>
                      <a:pt x="29103" y="37324"/>
                      <a:pt x="18836" y="37324"/>
                    </a:cubicBezTo>
                    <a:cubicBezTo>
                      <a:pt x="8569" y="37324"/>
                      <a:pt x="245" y="29001"/>
                      <a:pt x="245" y="18733"/>
                    </a:cubicBezTo>
                    <a:cubicBezTo>
                      <a:pt x="245" y="8466"/>
                      <a:pt x="8569" y="143"/>
                      <a:pt x="18836" y="143"/>
                    </a:cubicBezTo>
                    <a:cubicBezTo>
                      <a:pt x="29103" y="143"/>
                      <a:pt x="37426" y="8466"/>
                      <a:pt x="37426" y="18733"/>
                    </a:cubicBezTo>
                    <a:close/>
                  </a:path>
                </a:pathLst>
              </a:custGeom>
              <a:solidFill>
                <a:srgbClr val="F7EAEA"/>
              </a:solidFill>
              <a:ln w="5753" cap="sq">
                <a:noFill/>
                <a:prstDash val="solid"/>
                <a:miter/>
              </a:ln>
            </p:spPr>
            <p:txBody>
              <a:bodyPr rtlCol="0" anchor="ctr"/>
              <a:lstStyle/>
              <a:p>
                <a:endParaRPr lang="en-US"/>
              </a:p>
            </p:txBody>
          </p:sp>
          <p:sp>
            <p:nvSpPr>
              <p:cNvPr id="2115" name="Freeform: Shape 2114">
                <a:extLst>
                  <a:ext uri="{FF2B5EF4-FFF2-40B4-BE49-F238E27FC236}">
                    <a16:creationId xmlns:a16="http://schemas.microsoft.com/office/drawing/2014/main" id="{CC2192A9-AC77-E302-02C9-BB382832CCB8}"/>
                  </a:ext>
                </a:extLst>
              </p:cNvPr>
              <p:cNvSpPr/>
              <p:nvPr/>
            </p:nvSpPr>
            <p:spPr>
              <a:xfrm>
                <a:off x="7607282" y="7824219"/>
                <a:ext cx="41981" cy="41981"/>
              </a:xfrm>
              <a:custGeom>
                <a:avLst/>
                <a:gdLst>
                  <a:gd name="connsiteX0" fmla="*/ 21236 w 41981"/>
                  <a:gd name="connsiteY0" fmla="*/ 4943 h 41981"/>
                  <a:gd name="connsiteX1" fmla="*/ 37426 w 41981"/>
                  <a:gd name="connsiteY1" fmla="*/ 21134 h 41981"/>
                  <a:gd name="connsiteX2" fmla="*/ 37426 w 41981"/>
                  <a:gd name="connsiteY2" fmla="*/ 21134 h 41981"/>
                  <a:gd name="connsiteX3" fmla="*/ 21236 w 41981"/>
                  <a:gd name="connsiteY3" fmla="*/ 37324 h 41981"/>
                  <a:gd name="connsiteX4" fmla="*/ 5046 w 41981"/>
                  <a:gd name="connsiteY4" fmla="*/ 21134 h 41981"/>
                  <a:gd name="connsiteX5" fmla="*/ 21236 w 41981"/>
                  <a:gd name="connsiteY5" fmla="*/ 4943 h 41981"/>
                  <a:gd name="connsiteX6" fmla="*/ 21236 w 41981"/>
                  <a:gd name="connsiteY6" fmla="*/ 143 h 41981"/>
                  <a:gd name="connsiteX7" fmla="*/ 245 w 41981"/>
                  <a:gd name="connsiteY7" fmla="*/ 21134 h 41981"/>
                  <a:gd name="connsiteX8" fmla="*/ 21236 w 41981"/>
                  <a:gd name="connsiteY8" fmla="*/ 42124 h 41981"/>
                  <a:gd name="connsiteX9" fmla="*/ 42227 w 41981"/>
                  <a:gd name="connsiteY9" fmla="*/ 21134 h 41981"/>
                  <a:gd name="connsiteX10" fmla="*/ 42227 w 41981"/>
                  <a:gd name="connsiteY10" fmla="*/ 21134 h 41981"/>
                  <a:gd name="connsiteX11" fmla="*/ 21236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43"/>
                    </a:moveTo>
                    <a:cubicBezTo>
                      <a:pt x="30178" y="4943"/>
                      <a:pt x="37426" y="12192"/>
                      <a:pt x="37426" y="21134"/>
                    </a:cubicBezTo>
                    <a:lnTo>
                      <a:pt x="37426" y="21134"/>
                    </a:lnTo>
                    <a:cubicBezTo>
                      <a:pt x="37426" y="30075"/>
                      <a:pt x="30178" y="37324"/>
                      <a:pt x="21236" y="37324"/>
                    </a:cubicBezTo>
                    <a:cubicBezTo>
                      <a:pt x="12294" y="37324"/>
                      <a:pt x="5046" y="30075"/>
                      <a:pt x="5046" y="21134"/>
                    </a:cubicBezTo>
                    <a:cubicBezTo>
                      <a:pt x="5046" y="12192"/>
                      <a:pt x="12294" y="4943"/>
                      <a:pt x="21236" y="4943"/>
                    </a:cubicBezTo>
                    <a:close/>
                    <a:moveTo>
                      <a:pt x="21236" y="143"/>
                    </a:moveTo>
                    <a:cubicBezTo>
                      <a:pt x="9643" y="143"/>
                      <a:pt x="245" y="9541"/>
                      <a:pt x="245" y="21134"/>
                    </a:cubicBezTo>
                    <a:cubicBezTo>
                      <a:pt x="245" y="32726"/>
                      <a:pt x="9643" y="42124"/>
                      <a:pt x="21236" y="42124"/>
                    </a:cubicBezTo>
                    <a:cubicBezTo>
                      <a:pt x="32829" y="42124"/>
                      <a:pt x="42227" y="32726"/>
                      <a:pt x="42227" y="21134"/>
                    </a:cubicBezTo>
                    <a:lnTo>
                      <a:pt x="42227" y="21134"/>
                    </a:lnTo>
                    <a:cubicBezTo>
                      <a:pt x="42227" y="9541"/>
                      <a:pt x="32829" y="143"/>
                      <a:pt x="21236" y="143"/>
                    </a:cubicBezTo>
                    <a:close/>
                  </a:path>
                </a:pathLst>
              </a:custGeom>
              <a:solidFill>
                <a:srgbClr val="000000"/>
              </a:solidFill>
              <a:ln w="4794" cap="sq">
                <a:noFill/>
                <a:prstDash val="solid"/>
                <a:round/>
              </a:ln>
            </p:spPr>
            <p:txBody>
              <a:bodyPr rtlCol="0" anchor="ctr"/>
              <a:lstStyle/>
              <a:p>
                <a:endParaRPr lang="en-US"/>
              </a:p>
            </p:txBody>
          </p:sp>
          <p:sp>
            <p:nvSpPr>
              <p:cNvPr id="2116" name="Freeform: Shape 2115">
                <a:extLst>
                  <a:ext uri="{FF2B5EF4-FFF2-40B4-BE49-F238E27FC236}">
                    <a16:creationId xmlns:a16="http://schemas.microsoft.com/office/drawing/2014/main" id="{24A9B5CE-5C64-8626-9CB8-CCB35CDEC755}"/>
                  </a:ext>
                </a:extLst>
              </p:cNvPr>
              <p:cNvSpPr/>
              <p:nvPr/>
            </p:nvSpPr>
            <p:spPr>
              <a:xfrm>
                <a:off x="7658757" y="7959531"/>
                <a:ext cx="37180" cy="37180"/>
              </a:xfrm>
              <a:custGeom>
                <a:avLst/>
                <a:gdLst>
                  <a:gd name="connsiteX0" fmla="*/ 37435 w 37180"/>
                  <a:gd name="connsiteY0" fmla="*/ 18757 h 37180"/>
                  <a:gd name="connsiteX1" fmla="*/ 18844 w 37180"/>
                  <a:gd name="connsiteY1" fmla="*/ 37347 h 37180"/>
                  <a:gd name="connsiteX2" fmla="*/ 254 w 37180"/>
                  <a:gd name="connsiteY2" fmla="*/ 18757 h 37180"/>
                  <a:gd name="connsiteX3" fmla="*/ 18844 w 37180"/>
                  <a:gd name="connsiteY3" fmla="*/ 166 h 37180"/>
                  <a:gd name="connsiteX4" fmla="*/ 3743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7"/>
                    </a:moveTo>
                    <a:cubicBezTo>
                      <a:pt x="37435" y="29024"/>
                      <a:pt x="29112" y="37347"/>
                      <a:pt x="18844" y="37347"/>
                    </a:cubicBezTo>
                    <a:cubicBezTo>
                      <a:pt x="8577" y="37347"/>
                      <a:pt x="254" y="29024"/>
                      <a:pt x="254" y="18757"/>
                    </a:cubicBezTo>
                    <a:cubicBezTo>
                      <a:pt x="254" y="8489"/>
                      <a:pt x="8577" y="166"/>
                      <a:pt x="18844" y="166"/>
                    </a:cubicBezTo>
                    <a:cubicBezTo>
                      <a:pt x="29112" y="166"/>
                      <a:pt x="37435" y="8489"/>
                      <a:pt x="37435" y="18757"/>
                    </a:cubicBezTo>
                    <a:close/>
                  </a:path>
                </a:pathLst>
              </a:custGeom>
              <a:solidFill>
                <a:srgbClr val="F7F4F4"/>
              </a:solidFill>
              <a:ln w="5753" cap="sq">
                <a:noFill/>
                <a:prstDash val="solid"/>
                <a:miter/>
              </a:ln>
            </p:spPr>
            <p:txBody>
              <a:bodyPr rtlCol="0" anchor="ctr"/>
              <a:lstStyle/>
              <a:p>
                <a:endParaRPr lang="en-US"/>
              </a:p>
            </p:txBody>
          </p:sp>
          <p:sp>
            <p:nvSpPr>
              <p:cNvPr id="2117" name="Freeform: Shape 2116">
                <a:extLst>
                  <a:ext uri="{FF2B5EF4-FFF2-40B4-BE49-F238E27FC236}">
                    <a16:creationId xmlns:a16="http://schemas.microsoft.com/office/drawing/2014/main" id="{2EFA20CB-1D74-C658-C441-6A40B55CA0B4}"/>
                  </a:ext>
                </a:extLst>
              </p:cNvPr>
              <p:cNvSpPr/>
              <p:nvPr/>
            </p:nvSpPr>
            <p:spPr>
              <a:xfrm>
                <a:off x="7656357" y="7957131"/>
                <a:ext cx="41981" cy="41981"/>
              </a:xfrm>
              <a:custGeom>
                <a:avLst/>
                <a:gdLst>
                  <a:gd name="connsiteX0" fmla="*/ 21245 w 41981"/>
                  <a:gd name="connsiteY0" fmla="*/ 4966 h 41981"/>
                  <a:gd name="connsiteX1" fmla="*/ 37435 w 41981"/>
                  <a:gd name="connsiteY1" fmla="*/ 21157 h 41981"/>
                  <a:gd name="connsiteX2" fmla="*/ 37435 w 41981"/>
                  <a:gd name="connsiteY2" fmla="*/ 21157 h 41981"/>
                  <a:gd name="connsiteX3" fmla="*/ 21245 w 41981"/>
                  <a:gd name="connsiteY3" fmla="*/ 37347 h 41981"/>
                  <a:gd name="connsiteX4" fmla="*/ 5054 w 41981"/>
                  <a:gd name="connsiteY4" fmla="*/ 21157 h 41981"/>
                  <a:gd name="connsiteX5" fmla="*/ 21245 w 41981"/>
                  <a:gd name="connsiteY5" fmla="*/ 4966 h 41981"/>
                  <a:gd name="connsiteX6" fmla="*/ 21245 w 41981"/>
                  <a:gd name="connsiteY6" fmla="*/ 166 h 41981"/>
                  <a:gd name="connsiteX7" fmla="*/ 254 w 41981"/>
                  <a:gd name="connsiteY7" fmla="*/ 21157 h 41981"/>
                  <a:gd name="connsiteX8" fmla="*/ 21245 w 41981"/>
                  <a:gd name="connsiteY8" fmla="*/ 42147 h 41981"/>
                  <a:gd name="connsiteX9" fmla="*/ 42235 w 41981"/>
                  <a:gd name="connsiteY9" fmla="*/ 21157 h 41981"/>
                  <a:gd name="connsiteX10" fmla="*/ 42235 w 41981"/>
                  <a:gd name="connsiteY10" fmla="*/ 21157 h 41981"/>
                  <a:gd name="connsiteX11" fmla="*/ 21245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6"/>
                    </a:moveTo>
                    <a:cubicBezTo>
                      <a:pt x="30186" y="4966"/>
                      <a:pt x="37435" y="12215"/>
                      <a:pt x="37435" y="21157"/>
                    </a:cubicBezTo>
                    <a:lnTo>
                      <a:pt x="37435" y="21157"/>
                    </a:lnTo>
                    <a:cubicBezTo>
                      <a:pt x="37435" y="30099"/>
                      <a:pt x="30186" y="37347"/>
                      <a:pt x="21245" y="37347"/>
                    </a:cubicBezTo>
                    <a:cubicBezTo>
                      <a:pt x="12303" y="37347"/>
                      <a:pt x="5054" y="30099"/>
                      <a:pt x="5054" y="21157"/>
                    </a:cubicBezTo>
                    <a:cubicBezTo>
                      <a:pt x="5054" y="12215"/>
                      <a:pt x="12303" y="4966"/>
                      <a:pt x="21245" y="4966"/>
                    </a:cubicBezTo>
                    <a:close/>
                    <a:moveTo>
                      <a:pt x="21245" y="166"/>
                    </a:moveTo>
                    <a:cubicBezTo>
                      <a:pt x="9652" y="166"/>
                      <a:pt x="254" y="9564"/>
                      <a:pt x="254" y="21157"/>
                    </a:cubicBezTo>
                    <a:cubicBezTo>
                      <a:pt x="254" y="32749"/>
                      <a:pt x="9652" y="42147"/>
                      <a:pt x="21245" y="42147"/>
                    </a:cubicBezTo>
                    <a:cubicBezTo>
                      <a:pt x="32837" y="42147"/>
                      <a:pt x="42235" y="32749"/>
                      <a:pt x="42235" y="21157"/>
                    </a:cubicBezTo>
                    <a:lnTo>
                      <a:pt x="42235" y="21157"/>
                    </a:lnTo>
                    <a:cubicBezTo>
                      <a:pt x="42235" y="9564"/>
                      <a:pt x="32837" y="166"/>
                      <a:pt x="21245" y="166"/>
                    </a:cubicBezTo>
                    <a:close/>
                  </a:path>
                </a:pathLst>
              </a:custGeom>
              <a:solidFill>
                <a:srgbClr val="000000"/>
              </a:solidFill>
              <a:ln w="4794" cap="sq">
                <a:noFill/>
                <a:prstDash val="solid"/>
                <a:round/>
              </a:ln>
            </p:spPr>
            <p:txBody>
              <a:bodyPr rtlCol="0" anchor="ctr"/>
              <a:lstStyle/>
              <a:p>
                <a:endParaRPr lang="en-US"/>
              </a:p>
            </p:txBody>
          </p:sp>
          <p:sp>
            <p:nvSpPr>
              <p:cNvPr id="2118" name="Freeform: Shape 2117">
                <a:extLst>
                  <a:ext uri="{FF2B5EF4-FFF2-40B4-BE49-F238E27FC236}">
                    <a16:creationId xmlns:a16="http://schemas.microsoft.com/office/drawing/2014/main" id="{97794A3E-5270-3B45-4990-788811C3A3D3}"/>
                  </a:ext>
                </a:extLst>
              </p:cNvPr>
              <p:cNvSpPr/>
              <p:nvPr/>
            </p:nvSpPr>
            <p:spPr>
              <a:xfrm>
                <a:off x="7826512" y="8116059"/>
                <a:ext cx="37180" cy="37180"/>
              </a:xfrm>
              <a:custGeom>
                <a:avLst/>
                <a:gdLst>
                  <a:gd name="connsiteX0" fmla="*/ 37464 w 37180"/>
                  <a:gd name="connsiteY0" fmla="*/ 18784 h 37180"/>
                  <a:gd name="connsiteX1" fmla="*/ 18873 w 37180"/>
                  <a:gd name="connsiteY1" fmla="*/ 37374 h 37180"/>
                  <a:gd name="connsiteX2" fmla="*/ 283 w 37180"/>
                  <a:gd name="connsiteY2" fmla="*/ 18784 h 37180"/>
                  <a:gd name="connsiteX3" fmla="*/ 18873 w 37180"/>
                  <a:gd name="connsiteY3" fmla="*/ 193 h 37180"/>
                  <a:gd name="connsiteX4" fmla="*/ 37464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84"/>
                    </a:moveTo>
                    <a:cubicBezTo>
                      <a:pt x="37464" y="29051"/>
                      <a:pt x="29141" y="37374"/>
                      <a:pt x="18873" y="37374"/>
                    </a:cubicBezTo>
                    <a:cubicBezTo>
                      <a:pt x="8606" y="37374"/>
                      <a:pt x="283" y="29051"/>
                      <a:pt x="283" y="18784"/>
                    </a:cubicBezTo>
                    <a:cubicBezTo>
                      <a:pt x="283" y="8516"/>
                      <a:pt x="8606" y="193"/>
                      <a:pt x="18873" y="193"/>
                    </a:cubicBezTo>
                    <a:cubicBezTo>
                      <a:pt x="29141" y="193"/>
                      <a:pt x="37464" y="8516"/>
                      <a:pt x="37464" y="18784"/>
                    </a:cubicBezTo>
                    <a:close/>
                  </a:path>
                </a:pathLst>
              </a:custGeom>
              <a:solidFill>
                <a:srgbClr val="F7F3F3"/>
              </a:solidFill>
              <a:ln w="5753" cap="sq">
                <a:noFill/>
                <a:prstDash val="solid"/>
                <a:miter/>
              </a:ln>
            </p:spPr>
            <p:txBody>
              <a:bodyPr rtlCol="0" anchor="ctr"/>
              <a:lstStyle/>
              <a:p>
                <a:endParaRPr lang="en-US"/>
              </a:p>
            </p:txBody>
          </p:sp>
          <p:sp>
            <p:nvSpPr>
              <p:cNvPr id="2119" name="Freeform: Shape 2118">
                <a:extLst>
                  <a:ext uri="{FF2B5EF4-FFF2-40B4-BE49-F238E27FC236}">
                    <a16:creationId xmlns:a16="http://schemas.microsoft.com/office/drawing/2014/main" id="{31C94207-42A8-85C2-2956-57BC23B6BBC0}"/>
                  </a:ext>
                </a:extLst>
              </p:cNvPr>
              <p:cNvSpPr/>
              <p:nvPr/>
            </p:nvSpPr>
            <p:spPr>
              <a:xfrm>
                <a:off x="7824111" y="8113659"/>
                <a:ext cx="41981" cy="41981"/>
              </a:xfrm>
              <a:custGeom>
                <a:avLst/>
                <a:gdLst>
                  <a:gd name="connsiteX0" fmla="*/ 21274 w 41981"/>
                  <a:gd name="connsiteY0" fmla="*/ 4994 h 41981"/>
                  <a:gd name="connsiteX1" fmla="*/ 37464 w 41981"/>
                  <a:gd name="connsiteY1" fmla="*/ 21184 h 41981"/>
                  <a:gd name="connsiteX2" fmla="*/ 37464 w 41981"/>
                  <a:gd name="connsiteY2" fmla="*/ 21184 h 41981"/>
                  <a:gd name="connsiteX3" fmla="*/ 21274 w 41981"/>
                  <a:gd name="connsiteY3" fmla="*/ 37374 h 41981"/>
                  <a:gd name="connsiteX4" fmla="*/ 5083 w 41981"/>
                  <a:gd name="connsiteY4" fmla="*/ 21184 h 41981"/>
                  <a:gd name="connsiteX5" fmla="*/ 21274 w 41981"/>
                  <a:gd name="connsiteY5" fmla="*/ 4994 h 41981"/>
                  <a:gd name="connsiteX6" fmla="*/ 21274 w 41981"/>
                  <a:gd name="connsiteY6" fmla="*/ 193 h 41981"/>
                  <a:gd name="connsiteX7" fmla="*/ 283 w 41981"/>
                  <a:gd name="connsiteY7" fmla="*/ 21184 h 41981"/>
                  <a:gd name="connsiteX8" fmla="*/ 21274 w 41981"/>
                  <a:gd name="connsiteY8" fmla="*/ 42174 h 41981"/>
                  <a:gd name="connsiteX9" fmla="*/ 42264 w 41981"/>
                  <a:gd name="connsiteY9" fmla="*/ 21184 h 41981"/>
                  <a:gd name="connsiteX10" fmla="*/ 42264 w 41981"/>
                  <a:gd name="connsiteY10" fmla="*/ 21184 h 41981"/>
                  <a:gd name="connsiteX11" fmla="*/ 21274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94"/>
                    </a:moveTo>
                    <a:cubicBezTo>
                      <a:pt x="30216" y="4994"/>
                      <a:pt x="37464" y="12242"/>
                      <a:pt x="37464" y="21184"/>
                    </a:cubicBezTo>
                    <a:lnTo>
                      <a:pt x="37464" y="21184"/>
                    </a:lnTo>
                    <a:cubicBezTo>
                      <a:pt x="37464" y="30126"/>
                      <a:pt x="30216" y="37374"/>
                      <a:pt x="21274" y="37374"/>
                    </a:cubicBezTo>
                    <a:cubicBezTo>
                      <a:pt x="12332" y="37374"/>
                      <a:pt x="5083" y="30126"/>
                      <a:pt x="5083" y="21184"/>
                    </a:cubicBezTo>
                    <a:cubicBezTo>
                      <a:pt x="5083" y="12242"/>
                      <a:pt x="12332" y="4994"/>
                      <a:pt x="21274" y="4994"/>
                    </a:cubicBezTo>
                    <a:close/>
                    <a:moveTo>
                      <a:pt x="21274" y="193"/>
                    </a:moveTo>
                    <a:cubicBezTo>
                      <a:pt x="9681" y="193"/>
                      <a:pt x="283" y="9591"/>
                      <a:pt x="283" y="21184"/>
                    </a:cubicBezTo>
                    <a:cubicBezTo>
                      <a:pt x="283" y="32776"/>
                      <a:pt x="9681" y="42174"/>
                      <a:pt x="21274" y="42174"/>
                    </a:cubicBezTo>
                    <a:cubicBezTo>
                      <a:pt x="32866" y="42174"/>
                      <a:pt x="42264" y="32776"/>
                      <a:pt x="42264" y="21184"/>
                    </a:cubicBezTo>
                    <a:lnTo>
                      <a:pt x="42264" y="21184"/>
                    </a:lnTo>
                    <a:cubicBezTo>
                      <a:pt x="42264" y="9591"/>
                      <a:pt x="32866" y="193"/>
                      <a:pt x="21274" y="193"/>
                    </a:cubicBezTo>
                    <a:close/>
                  </a:path>
                </a:pathLst>
              </a:custGeom>
              <a:solidFill>
                <a:srgbClr val="000000"/>
              </a:solidFill>
              <a:ln w="4794" cap="sq">
                <a:noFill/>
                <a:prstDash val="solid"/>
                <a:round/>
              </a:ln>
            </p:spPr>
            <p:txBody>
              <a:bodyPr rtlCol="0" anchor="ctr"/>
              <a:lstStyle/>
              <a:p>
                <a:endParaRPr lang="en-US"/>
              </a:p>
            </p:txBody>
          </p:sp>
          <p:sp>
            <p:nvSpPr>
              <p:cNvPr id="2120" name="Freeform: Shape 2119">
                <a:extLst>
                  <a:ext uri="{FF2B5EF4-FFF2-40B4-BE49-F238E27FC236}">
                    <a16:creationId xmlns:a16="http://schemas.microsoft.com/office/drawing/2014/main" id="{E0C22CD0-0D30-CA68-F69B-543592D8F620}"/>
                  </a:ext>
                </a:extLst>
              </p:cNvPr>
              <p:cNvSpPr/>
              <p:nvPr/>
            </p:nvSpPr>
            <p:spPr>
              <a:xfrm>
                <a:off x="7656926" y="7935241"/>
                <a:ext cx="37180" cy="37180"/>
              </a:xfrm>
              <a:custGeom>
                <a:avLst/>
                <a:gdLst>
                  <a:gd name="connsiteX0" fmla="*/ 37434 w 37180"/>
                  <a:gd name="connsiteY0" fmla="*/ 18752 h 37180"/>
                  <a:gd name="connsiteX1" fmla="*/ 18844 w 37180"/>
                  <a:gd name="connsiteY1" fmla="*/ 37343 h 37180"/>
                  <a:gd name="connsiteX2" fmla="*/ 254 w 37180"/>
                  <a:gd name="connsiteY2" fmla="*/ 18752 h 37180"/>
                  <a:gd name="connsiteX3" fmla="*/ 18844 w 37180"/>
                  <a:gd name="connsiteY3" fmla="*/ 162 h 37180"/>
                  <a:gd name="connsiteX4" fmla="*/ 37434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2"/>
                    </a:moveTo>
                    <a:cubicBezTo>
                      <a:pt x="37434" y="29019"/>
                      <a:pt x="29111" y="37343"/>
                      <a:pt x="18844" y="37343"/>
                    </a:cubicBezTo>
                    <a:cubicBezTo>
                      <a:pt x="8577" y="37343"/>
                      <a:pt x="254" y="29019"/>
                      <a:pt x="254" y="18752"/>
                    </a:cubicBezTo>
                    <a:cubicBezTo>
                      <a:pt x="254" y="8485"/>
                      <a:pt x="8577" y="162"/>
                      <a:pt x="18844" y="162"/>
                    </a:cubicBezTo>
                    <a:cubicBezTo>
                      <a:pt x="29111" y="162"/>
                      <a:pt x="37434" y="8485"/>
                      <a:pt x="37434" y="18752"/>
                    </a:cubicBezTo>
                    <a:close/>
                  </a:path>
                </a:pathLst>
              </a:custGeom>
              <a:solidFill>
                <a:srgbClr val="D0F7D0"/>
              </a:solidFill>
              <a:ln w="5753" cap="sq">
                <a:noFill/>
                <a:prstDash val="solid"/>
                <a:miter/>
              </a:ln>
            </p:spPr>
            <p:txBody>
              <a:bodyPr rtlCol="0" anchor="ctr"/>
              <a:lstStyle/>
              <a:p>
                <a:endParaRPr lang="en-US"/>
              </a:p>
            </p:txBody>
          </p:sp>
          <p:sp>
            <p:nvSpPr>
              <p:cNvPr id="2121" name="Freeform: Shape 2120">
                <a:extLst>
                  <a:ext uri="{FF2B5EF4-FFF2-40B4-BE49-F238E27FC236}">
                    <a16:creationId xmlns:a16="http://schemas.microsoft.com/office/drawing/2014/main" id="{2AF967E7-FB00-5E73-1593-F87B20C28FF6}"/>
                  </a:ext>
                </a:extLst>
              </p:cNvPr>
              <p:cNvSpPr/>
              <p:nvPr/>
            </p:nvSpPr>
            <p:spPr>
              <a:xfrm>
                <a:off x="7654525" y="7932841"/>
                <a:ext cx="41981" cy="41981"/>
              </a:xfrm>
              <a:custGeom>
                <a:avLst/>
                <a:gdLst>
                  <a:gd name="connsiteX0" fmla="*/ 21244 w 41981"/>
                  <a:gd name="connsiteY0" fmla="*/ 4962 h 41981"/>
                  <a:gd name="connsiteX1" fmla="*/ 37434 w 41981"/>
                  <a:gd name="connsiteY1" fmla="*/ 21152 h 41981"/>
                  <a:gd name="connsiteX2" fmla="*/ 37434 w 41981"/>
                  <a:gd name="connsiteY2" fmla="*/ 21152 h 41981"/>
                  <a:gd name="connsiteX3" fmla="*/ 21244 w 41981"/>
                  <a:gd name="connsiteY3" fmla="*/ 37343 h 41981"/>
                  <a:gd name="connsiteX4" fmla="*/ 5054 w 41981"/>
                  <a:gd name="connsiteY4" fmla="*/ 21152 h 41981"/>
                  <a:gd name="connsiteX5" fmla="*/ 21244 w 41981"/>
                  <a:gd name="connsiteY5" fmla="*/ 4962 h 41981"/>
                  <a:gd name="connsiteX6" fmla="*/ 21244 w 41981"/>
                  <a:gd name="connsiteY6" fmla="*/ 162 h 41981"/>
                  <a:gd name="connsiteX7" fmla="*/ 254 w 41981"/>
                  <a:gd name="connsiteY7" fmla="*/ 21152 h 41981"/>
                  <a:gd name="connsiteX8" fmla="*/ 21244 w 41981"/>
                  <a:gd name="connsiteY8" fmla="*/ 42143 h 41981"/>
                  <a:gd name="connsiteX9" fmla="*/ 42235 w 41981"/>
                  <a:gd name="connsiteY9" fmla="*/ 21152 h 41981"/>
                  <a:gd name="connsiteX10" fmla="*/ 42235 w 41981"/>
                  <a:gd name="connsiteY10" fmla="*/ 21152 h 41981"/>
                  <a:gd name="connsiteX11" fmla="*/ 2124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2"/>
                    </a:moveTo>
                    <a:cubicBezTo>
                      <a:pt x="30186" y="4962"/>
                      <a:pt x="37434" y="12211"/>
                      <a:pt x="37434" y="21152"/>
                    </a:cubicBezTo>
                    <a:lnTo>
                      <a:pt x="37434" y="21152"/>
                    </a:lnTo>
                    <a:cubicBezTo>
                      <a:pt x="37434" y="30094"/>
                      <a:pt x="30186" y="37343"/>
                      <a:pt x="21244" y="37343"/>
                    </a:cubicBezTo>
                    <a:cubicBezTo>
                      <a:pt x="12302" y="37343"/>
                      <a:pt x="5054" y="30094"/>
                      <a:pt x="5054" y="21152"/>
                    </a:cubicBezTo>
                    <a:cubicBezTo>
                      <a:pt x="5054" y="12211"/>
                      <a:pt x="12302" y="4962"/>
                      <a:pt x="21244" y="4962"/>
                    </a:cubicBezTo>
                    <a:close/>
                    <a:moveTo>
                      <a:pt x="21244" y="162"/>
                    </a:moveTo>
                    <a:cubicBezTo>
                      <a:pt x="9652" y="162"/>
                      <a:pt x="254" y="9560"/>
                      <a:pt x="254" y="21152"/>
                    </a:cubicBezTo>
                    <a:cubicBezTo>
                      <a:pt x="254" y="32745"/>
                      <a:pt x="9652" y="42143"/>
                      <a:pt x="21244" y="42143"/>
                    </a:cubicBezTo>
                    <a:cubicBezTo>
                      <a:pt x="32837" y="42143"/>
                      <a:pt x="42235" y="32745"/>
                      <a:pt x="42235" y="21152"/>
                    </a:cubicBezTo>
                    <a:lnTo>
                      <a:pt x="42235" y="21152"/>
                    </a:lnTo>
                    <a:cubicBezTo>
                      <a:pt x="42235" y="9560"/>
                      <a:pt x="32837" y="162"/>
                      <a:pt x="21244" y="162"/>
                    </a:cubicBezTo>
                    <a:close/>
                  </a:path>
                </a:pathLst>
              </a:custGeom>
              <a:solidFill>
                <a:srgbClr val="000000"/>
              </a:solidFill>
              <a:ln w="4794" cap="sq">
                <a:noFill/>
                <a:prstDash val="solid"/>
                <a:round/>
              </a:ln>
            </p:spPr>
            <p:txBody>
              <a:bodyPr rtlCol="0" anchor="ctr"/>
              <a:lstStyle/>
              <a:p>
                <a:endParaRPr lang="en-US"/>
              </a:p>
            </p:txBody>
          </p:sp>
          <p:sp>
            <p:nvSpPr>
              <p:cNvPr id="2122" name="Freeform: Shape 2121">
                <a:extLst>
                  <a:ext uri="{FF2B5EF4-FFF2-40B4-BE49-F238E27FC236}">
                    <a16:creationId xmlns:a16="http://schemas.microsoft.com/office/drawing/2014/main" id="{B4E2E2AF-4310-3E28-1869-D5EADC08C60E}"/>
                  </a:ext>
                </a:extLst>
              </p:cNvPr>
              <p:cNvSpPr/>
              <p:nvPr/>
            </p:nvSpPr>
            <p:spPr>
              <a:xfrm>
                <a:off x="7724899" y="7754653"/>
                <a:ext cx="37180" cy="37180"/>
              </a:xfrm>
              <a:custGeom>
                <a:avLst/>
                <a:gdLst>
                  <a:gd name="connsiteX0" fmla="*/ 37446 w 37180"/>
                  <a:gd name="connsiteY0" fmla="*/ 18721 h 37180"/>
                  <a:gd name="connsiteX1" fmla="*/ 18856 w 37180"/>
                  <a:gd name="connsiteY1" fmla="*/ 37311 h 37180"/>
                  <a:gd name="connsiteX2" fmla="*/ 265 w 37180"/>
                  <a:gd name="connsiteY2" fmla="*/ 18721 h 37180"/>
                  <a:gd name="connsiteX3" fmla="*/ 18856 w 37180"/>
                  <a:gd name="connsiteY3" fmla="*/ 131 h 37180"/>
                  <a:gd name="connsiteX4" fmla="*/ 37446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21"/>
                    </a:moveTo>
                    <a:cubicBezTo>
                      <a:pt x="37446" y="28988"/>
                      <a:pt x="29123" y="37311"/>
                      <a:pt x="18856" y="37311"/>
                    </a:cubicBezTo>
                    <a:cubicBezTo>
                      <a:pt x="8589" y="37311"/>
                      <a:pt x="265" y="28988"/>
                      <a:pt x="265" y="18721"/>
                    </a:cubicBezTo>
                    <a:cubicBezTo>
                      <a:pt x="265" y="8454"/>
                      <a:pt x="8589" y="131"/>
                      <a:pt x="18856" y="131"/>
                    </a:cubicBezTo>
                    <a:cubicBezTo>
                      <a:pt x="29123" y="131"/>
                      <a:pt x="37446" y="8454"/>
                      <a:pt x="37446" y="18721"/>
                    </a:cubicBezTo>
                    <a:close/>
                  </a:path>
                </a:pathLst>
              </a:custGeom>
              <a:solidFill>
                <a:srgbClr val="F7ECEC"/>
              </a:solidFill>
              <a:ln w="5753" cap="sq">
                <a:noFill/>
                <a:prstDash val="solid"/>
                <a:miter/>
              </a:ln>
            </p:spPr>
            <p:txBody>
              <a:bodyPr rtlCol="0" anchor="ctr"/>
              <a:lstStyle/>
              <a:p>
                <a:endParaRPr lang="en-US"/>
              </a:p>
            </p:txBody>
          </p:sp>
          <p:sp>
            <p:nvSpPr>
              <p:cNvPr id="2123" name="Freeform: Shape 2122">
                <a:extLst>
                  <a:ext uri="{FF2B5EF4-FFF2-40B4-BE49-F238E27FC236}">
                    <a16:creationId xmlns:a16="http://schemas.microsoft.com/office/drawing/2014/main" id="{398B0927-D549-E408-2A46-49EDF7B79FCF}"/>
                  </a:ext>
                </a:extLst>
              </p:cNvPr>
              <p:cNvSpPr/>
              <p:nvPr/>
            </p:nvSpPr>
            <p:spPr>
              <a:xfrm>
                <a:off x="7722499" y="7752253"/>
                <a:ext cx="41981" cy="41981"/>
              </a:xfrm>
              <a:custGeom>
                <a:avLst/>
                <a:gdLst>
                  <a:gd name="connsiteX0" fmla="*/ 21256 w 41981"/>
                  <a:gd name="connsiteY0" fmla="*/ 4931 h 41981"/>
                  <a:gd name="connsiteX1" fmla="*/ 37446 w 41981"/>
                  <a:gd name="connsiteY1" fmla="*/ 21121 h 41981"/>
                  <a:gd name="connsiteX2" fmla="*/ 37446 w 41981"/>
                  <a:gd name="connsiteY2" fmla="*/ 21121 h 41981"/>
                  <a:gd name="connsiteX3" fmla="*/ 21256 w 41981"/>
                  <a:gd name="connsiteY3" fmla="*/ 37311 h 41981"/>
                  <a:gd name="connsiteX4" fmla="*/ 5066 w 41981"/>
                  <a:gd name="connsiteY4" fmla="*/ 21121 h 41981"/>
                  <a:gd name="connsiteX5" fmla="*/ 21256 w 41981"/>
                  <a:gd name="connsiteY5" fmla="*/ 4931 h 41981"/>
                  <a:gd name="connsiteX6" fmla="*/ 21256 w 41981"/>
                  <a:gd name="connsiteY6" fmla="*/ 131 h 41981"/>
                  <a:gd name="connsiteX7" fmla="*/ 265 w 41981"/>
                  <a:gd name="connsiteY7" fmla="*/ 21121 h 41981"/>
                  <a:gd name="connsiteX8" fmla="*/ 21256 w 41981"/>
                  <a:gd name="connsiteY8" fmla="*/ 42112 h 41981"/>
                  <a:gd name="connsiteX9" fmla="*/ 42247 w 41981"/>
                  <a:gd name="connsiteY9" fmla="*/ 21121 h 41981"/>
                  <a:gd name="connsiteX10" fmla="*/ 42247 w 41981"/>
                  <a:gd name="connsiteY10" fmla="*/ 21121 h 41981"/>
                  <a:gd name="connsiteX11" fmla="*/ 21256 w 41981"/>
                  <a:gd name="connsiteY11" fmla="*/ 13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31"/>
                    </a:moveTo>
                    <a:cubicBezTo>
                      <a:pt x="30198" y="4931"/>
                      <a:pt x="37446" y="12179"/>
                      <a:pt x="37446" y="21121"/>
                    </a:cubicBezTo>
                    <a:lnTo>
                      <a:pt x="37446" y="21121"/>
                    </a:lnTo>
                    <a:cubicBezTo>
                      <a:pt x="37446" y="30063"/>
                      <a:pt x="30198" y="37311"/>
                      <a:pt x="21256" y="37311"/>
                    </a:cubicBezTo>
                    <a:cubicBezTo>
                      <a:pt x="12314" y="37311"/>
                      <a:pt x="5066" y="30063"/>
                      <a:pt x="5066" y="21121"/>
                    </a:cubicBezTo>
                    <a:cubicBezTo>
                      <a:pt x="5066" y="12179"/>
                      <a:pt x="12314" y="4931"/>
                      <a:pt x="21256" y="4931"/>
                    </a:cubicBezTo>
                    <a:close/>
                    <a:moveTo>
                      <a:pt x="21256" y="131"/>
                    </a:moveTo>
                    <a:cubicBezTo>
                      <a:pt x="9663" y="131"/>
                      <a:pt x="265" y="9529"/>
                      <a:pt x="265" y="21121"/>
                    </a:cubicBezTo>
                    <a:cubicBezTo>
                      <a:pt x="265" y="32714"/>
                      <a:pt x="9663" y="42112"/>
                      <a:pt x="21256" y="42112"/>
                    </a:cubicBezTo>
                    <a:cubicBezTo>
                      <a:pt x="32849" y="42112"/>
                      <a:pt x="42247" y="32714"/>
                      <a:pt x="42247" y="21121"/>
                    </a:cubicBezTo>
                    <a:lnTo>
                      <a:pt x="42247" y="21121"/>
                    </a:lnTo>
                    <a:cubicBezTo>
                      <a:pt x="42247" y="9529"/>
                      <a:pt x="32849" y="131"/>
                      <a:pt x="21256" y="131"/>
                    </a:cubicBezTo>
                    <a:close/>
                  </a:path>
                </a:pathLst>
              </a:custGeom>
              <a:solidFill>
                <a:srgbClr val="000000"/>
              </a:solidFill>
              <a:ln w="4794" cap="sq">
                <a:noFill/>
                <a:prstDash val="solid"/>
                <a:round/>
              </a:ln>
            </p:spPr>
            <p:txBody>
              <a:bodyPr rtlCol="0" anchor="ctr"/>
              <a:lstStyle/>
              <a:p>
                <a:endParaRPr lang="en-US"/>
              </a:p>
            </p:txBody>
          </p:sp>
          <p:sp>
            <p:nvSpPr>
              <p:cNvPr id="2124" name="Freeform: Shape 2123">
                <a:extLst>
                  <a:ext uri="{FF2B5EF4-FFF2-40B4-BE49-F238E27FC236}">
                    <a16:creationId xmlns:a16="http://schemas.microsoft.com/office/drawing/2014/main" id="{C2788E73-C11D-91A0-52E8-716E798FDAB9}"/>
                  </a:ext>
                </a:extLst>
              </p:cNvPr>
              <p:cNvSpPr/>
              <p:nvPr/>
            </p:nvSpPr>
            <p:spPr>
              <a:xfrm>
                <a:off x="7617107" y="7873136"/>
                <a:ext cx="37180" cy="37180"/>
              </a:xfrm>
              <a:custGeom>
                <a:avLst/>
                <a:gdLst>
                  <a:gd name="connsiteX0" fmla="*/ 37428 w 37180"/>
                  <a:gd name="connsiteY0" fmla="*/ 18742 h 37180"/>
                  <a:gd name="connsiteX1" fmla="*/ 18837 w 37180"/>
                  <a:gd name="connsiteY1" fmla="*/ 37332 h 37180"/>
                  <a:gd name="connsiteX2" fmla="*/ 247 w 37180"/>
                  <a:gd name="connsiteY2" fmla="*/ 18742 h 37180"/>
                  <a:gd name="connsiteX3" fmla="*/ 18837 w 37180"/>
                  <a:gd name="connsiteY3" fmla="*/ 151 h 37180"/>
                  <a:gd name="connsiteX4" fmla="*/ 37428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42"/>
                    </a:moveTo>
                    <a:cubicBezTo>
                      <a:pt x="37428" y="29009"/>
                      <a:pt x="29104" y="37332"/>
                      <a:pt x="18837" y="37332"/>
                    </a:cubicBezTo>
                    <a:cubicBezTo>
                      <a:pt x="8570" y="37332"/>
                      <a:pt x="247" y="29009"/>
                      <a:pt x="247" y="18742"/>
                    </a:cubicBezTo>
                    <a:cubicBezTo>
                      <a:pt x="247" y="8474"/>
                      <a:pt x="8570" y="151"/>
                      <a:pt x="18837" y="151"/>
                    </a:cubicBezTo>
                    <a:cubicBezTo>
                      <a:pt x="29104" y="151"/>
                      <a:pt x="37428" y="8474"/>
                      <a:pt x="37428" y="18742"/>
                    </a:cubicBezTo>
                    <a:close/>
                  </a:path>
                </a:pathLst>
              </a:custGeom>
              <a:solidFill>
                <a:srgbClr val="F7CACA"/>
              </a:solidFill>
              <a:ln w="5753" cap="sq">
                <a:noFill/>
                <a:prstDash val="solid"/>
                <a:miter/>
              </a:ln>
            </p:spPr>
            <p:txBody>
              <a:bodyPr rtlCol="0" anchor="ctr"/>
              <a:lstStyle/>
              <a:p>
                <a:endParaRPr lang="en-US"/>
              </a:p>
            </p:txBody>
          </p:sp>
          <p:sp>
            <p:nvSpPr>
              <p:cNvPr id="2125" name="Freeform: Shape 2124">
                <a:extLst>
                  <a:ext uri="{FF2B5EF4-FFF2-40B4-BE49-F238E27FC236}">
                    <a16:creationId xmlns:a16="http://schemas.microsoft.com/office/drawing/2014/main" id="{F63127D2-1F5B-5D1E-1E0B-6F9AC1D117E1}"/>
                  </a:ext>
                </a:extLst>
              </p:cNvPr>
              <p:cNvSpPr/>
              <p:nvPr/>
            </p:nvSpPr>
            <p:spPr>
              <a:xfrm>
                <a:off x="7614707" y="7870736"/>
                <a:ext cx="41981" cy="41981"/>
              </a:xfrm>
              <a:custGeom>
                <a:avLst/>
                <a:gdLst>
                  <a:gd name="connsiteX0" fmla="*/ 21237 w 41981"/>
                  <a:gd name="connsiteY0" fmla="*/ 4951 h 41981"/>
                  <a:gd name="connsiteX1" fmla="*/ 37428 w 41981"/>
                  <a:gd name="connsiteY1" fmla="*/ 21142 h 41981"/>
                  <a:gd name="connsiteX2" fmla="*/ 37428 w 41981"/>
                  <a:gd name="connsiteY2" fmla="*/ 21142 h 41981"/>
                  <a:gd name="connsiteX3" fmla="*/ 21237 w 41981"/>
                  <a:gd name="connsiteY3" fmla="*/ 37332 h 41981"/>
                  <a:gd name="connsiteX4" fmla="*/ 5047 w 41981"/>
                  <a:gd name="connsiteY4" fmla="*/ 21142 h 41981"/>
                  <a:gd name="connsiteX5" fmla="*/ 21237 w 41981"/>
                  <a:gd name="connsiteY5" fmla="*/ 4951 h 41981"/>
                  <a:gd name="connsiteX6" fmla="*/ 21237 w 41981"/>
                  <a:gd name="connsiteY6" fmla="*/ 151 h 41981"/>
                  <a:gd name="connsiteX7" fmla="*/ 247 w 41981"/>
                  <a:gd name="connsiteY7" fmla="*/ 21142 h 41981"/>
                  <a:gd name="connsiteX8" fmla="*/ 21237 w 41981"/>
                  <a:gd name="connsiteY8" fmla="*/ 42132 h 41981"/>
                  <a:gd name="connsiteX9" fmla="*/ 42228 w 41981"/>
                  <a:gd name="connsiteY9" fmla="*/ 21142 h 41981"/>
                  <a:gd name="connsiteX10" fmla="*/ 42228 w 41981"/>
                  <a:gd name="connsiteY10" fmla="*/ 21142 h 41981"/>
                  <a:gd name="connsiteX11" fmla="*/ 21237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51"/>
                    </a:moveTo>
                    <a:cubicBezTo>
                      <a:pt x="30179" y="4951"/>
                      <a:pt x="37428" y="12200"/>
                      <a:pt x="37428" y="21142"/>
                    </a:cubicBezTo>
                    <a:lnTo>
                      <a:pt x="37428" y="21142"/>
                    </a:lnTo>
                    <a:cubicBezTo>
                      <a:pt x="37428" y="30084"/>
                      <a:pt x="30179" y="37332"/>
                      <a:pt x="21237" y="37332"/>
                    </a:cubicBezTo>
                    <a:cubicBezTo>
                      <a:pt x="12296" y="37332"/>
                      <a:pt x="5047" y="30084"/>
                      <a:pt x="5047" y="21142"/>
                    </a:cubicBezTo>
                    <a:cubicBezTo>
                      <a:pt x="5047" y="12200"/>
                      <a:pt x="12296" y="4951"/>
                      <a:pt x="21237" y="4951"/>
                    </a:cubicBezTo>
                    <a:close/>
                    <a:moveTo>
                      <a:pt x="21237" y="151"/>
                    </a:moveTo>
                    <a:cubicBezTo>
                      <a:pt x="9645" y="151"/>
                      <a:pt x="247" y="9549"/>
                      <a:pt x="247" y="21142"/>
                    </a:cubicBezTo>
                    <a:cubicBezTo>
                      <a:pt x="247" y="32734"/>
                      <a:pt x="9645" y="42132"/>
                      <a:pt x="21237" y="42132"/>
                    </a:cubicBezTo>
                    <a:cubicBezTo>
                      <a:pt x="32830" y="42132"/>
                      <a:pt x="42228" y="32734"/>
                      <a:pt x="42228" y="21142"/>
                    </a:cubicBezTo>
                    <a:lnTo>
                      <a:pt x="42228" y="21142"/>
                    </a:lnTo>
                    <a:cubicBezTo>
                      <a:pt x="42228" y="9549"/>
                      <a:pt x="32830" y="151"/>
                      <a:pt x="21237" y="151"/>
                    </a:cubicBezTo>
                    <a:close/>
                  </a:path>
                </a:pathLst>
              </a:custGeom>
              <a:solidFill>
                <a:srgbClr val="000000"/>
              </a:solidFill>
              <a:ln w="4794" cap="sq">
                <a:noFill/>
                <a:prstDash val="solid"/>
                <a:round/>
              </a:ln>
            </p:spPr>
            <p:txBody>
              <a:bodyPr rtlCol="0" anchor="ctr"/>
              <a:lstStyle/>
              <a:p>
                <a:endParaRPr lang="en-US"/>
              </a:p>
            </p:txBody>
          </p:sp>
          <p:sp>
            <p:nvSpPr>
              <p:cNvPr id="2126" name="Freeform: Shape 2125">
                <a:extLst>
                  <a:ext uri="{FF2B5EF4-FFF2-40B4-BE49-F238E27FC236}">
                    <a16:creationId xmlns:a16="http://schemas.microsoft.com/office/drawing/2014/main" id="{CC41181C-5835-4098-5A1F-1536D091F76E}"/>
                  </a:ext>
                </a:extLst>
              </p:cNvPr>
              <p:cNvSpPr/>
              <p:nvPr/>
            </p:nvSpPr>
            <p:spPr>
              <a:xfrm>
                <a:off x="7543742" y="8045522"/>
                <a:ext cx="37180" cy="37180"/>
              </a:xfrm>
              <a:custGeom>
                <a:avLst/>
                <a:gdLst>
                  <a:gd name="connsiteX0" fmla="*/ 37415 w 37180"/>
                  <a:gd name="connsiteY0" fmla="*/ 18771 h 37180"/>
                  <a:gd name="connsiteX1" fmla="*/ 18824 w 37180"/>
                  <a:gd name="connsiteY1" fmla="*/ 37362 h 37180"/>
                  <a:gd name="connsiteX2" fmla="*/ 234 w 37180"/>
                  <a:gd name="connsiteY2" fmla="*/ 18771 h 37180"/>
                  <a:gd name="connsiteX3" fmla="*/ 18824 w 37180"/>
                  <a:gd name="connsiteY3" fmla="*/ 181 h 37180"/>
                  <a:gd name="connsiteX4" fmla="*/ 37415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71"/>
                    </a:moveTo>
                    <a:cubicBezTo>
                      <a:pt x="37415" y="29039"/>
                      <a:pt x="29092" y="37362"/>
                      <a:pt x="18824" y="37362"/>
                    </a:cubicBezTo>
                    <a:cubicBezTo>
                      <a:pt x="8557" y="37362"/>
                      <a:pt x="234" y="29039"/>
                      <a:pt x="234" y="18771"/>
                    </a:cubicBezTo>
                    <a:cubicBezTo>
                      <a:pt x="234" y="8504"/>
                      <a:pt x="8557" y="181"/>
                      <a:pt x="18824" y="181"/>
                    </a:cubicBezTo>
                    <a:cubicBezTo>
                      <a:pt x="29092" y="181"/>
                      <a:pt x="37415" y="8504"/>
                      <a:pt x="37415" y="18771"/>
                    </a:cubicBezTo>
                    <a:close/>
                  </a:path>
                </a:pathLst>
              </a:custGeom>
              <a:solidFill>
                <a:srgbClr val="F7A54B"/>
              </a:solidFill>
              <a:ln w="5753" cap="sq">
                <a:noFill/>
                <a:prstDash val="solid"/>
                <a:miter/>
              </a:ln>
            </p:spPr>
            <p:txBody>
              <a:bodyPr rtlCol="0" anchor="ctr"/>
              <a:lstStyle/>
              <a:p>
                <a:endParaRPr lang="en-US"/>
              </a:p>
            </p:txBody>
          </p:sp>
          <p:sp>
            <p:nvSpPr>
              <p:cNvPr id="2127" name="Freeform: Shape 2126">
                <a:extLst>
                  <a:ext uri="{FF2B5EF4-FFF2-40B4-BE49-F238E27FC236}">
                    <a16:creationId xmlns:a16="http://schemas.microsoft.com/office/drawing/2014/main" id="{48F996BC-F9B2-EDFC-3EE5-C92F0C72A358}"/>
                  </a:ext>
                </a:extLst>
              </p:cNvPr>
              <p:cNvSpPr/>
              <p:nvPr/>
            </p:nvSpPr>
            <p:spPr>
              <a:xfrm>
                <a:off x="7541341" y="8043122"/>
                <a:ext cx="41981" cy="41981"/>
              </a:xfrm>
              <a:custGeom>
                <a:avLst/>
                <a:gdLst>
                  <a:gd name="connsiteX0" fmla="*/ 21225 w 41981"/>
                  <a:gd name="connsiteY0" fmla="*/ 4981 h 41981"/>
                  <a:gd name="connsiteX1" fmla="*/ 37415 w 41981"/>
                  <a:gd name="connsiteY1" fmla="*/ 21172 h 41981"/>
                  <a:gd name="connsiteX2" fmla="*/ 37415 w 41981"/>
                  <a:gd name="connsiteY2" fmla="*/ 21172 h 41981"/>
                  <a:gd name="connsiteX3" fmla="*/ 21225 w 41981"/>
                  <a:gd name="connsiteY3" fmla="*/ 37362 h 41981"/>
                  <a:gd name="connsiteX4" fmla="*/ 5034 w 41981"/>
                  <a:gd name="connsiteY4" fmla="*/ 21172 h 41981"/>
                  <a:gd name="connsiteX5" fmla="*/ 21225 w 41981"/>
                  <a:gd name="connsiteY5" fmla="*/ 4981 h 41981"/>
                  <a:gd name="connsiteX6" fmla="*/ 21225 w 41981"/>
                  <a:gd name="connsiteY6" fmla="*/ 181 h 41981"/>
                  <a:gd name="connsiteX7" fmla="*/ 234 w 41981"/>
                  <a:gd name="connsiteY7" fmla="*/ 21172 h 41981"/>
                  <a:gd name="connsiteX8" fmla="*/ 21225 w 41981"/>
                  <a:gd name="connsiteY8" fmla="*/ 42162 h 41981"/>
                  <a:gd name="connsiteX9" fmla="*/ 42215 w 41981"/>
                  <a:gd name="connsiteY9" fmla="*/ 21172 h 41981"/>
                  <a:gd name="connsiteX10" fmla="*/ 42215 w 41981"/>
                  <a:gd name="connsiteY10" fmla="*/ 21172 h 41981"/>
                  <a:gd name="connsiteX11" fmla="*/ 21225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81"/>
                    </a:moveTo>
                    <a:cubicBezTo>
                      <a:pt x="30166" y="4981"/>
                      <a:pt x="37415" y="12230"/>
                      <a:pt x="37415" y="21172"/>
                    </a:cubicBezTo>
                    <a:lnTo>
                      <a:pt x="37415" y="21172"/>
                    </a:lnTo>
                    <a:cubicBezTo>
                      <a:pt x="37415" y="30113"/>
                      <a:pt x="30166" y="37362"/>
                      <a:pt x="21225" y="37362"/>
                    </a:cubicBezTo>
                    <a:cubicBezTo>
                      <a:pt x="12283" y="37362"/>
                      <a:pt x="5034" y="30113"/>
                      <a:pt x="5034" y="21172"/>
                    </a:cubicBezTo>
                    <a:cubicBezTo>
                      <a:pt x="5034" y="12230"/>
                      <a:pt x="12283" y="4981"/>
                      <a:pt x="21225" y="4981"/>
                    </a:cubicBezTo>
                    <a:close/>
                    <a:moveTo>
                      <a:pt x="21225" y="181"/>
                    </a:moveTo>
                    <a:cubicBezTo>
                      <a:pt x="9632" y="181"/>
                      <a:pt x="234" y="9579"/>
                      <a:pt x="234" y="21172"/>
                    </a:cubicBezTo>
                    <a:cubicBezTo>
                      <a:pt x="234" y="32764"/>
                      <a:pt x="9632" y="42162"/>
                      <a:pt x="21225" y="42162"/>
                    </a:cubicBezTo>
                    <a:cubicBezTo>
                      <a:pt x="32817" y="42162"/>
                      <a:pt x="42215" y="32764"/>
                      <a:pt x="42215" y="21172"/>
                    </a:cubicBezTo>
                    <a:lnTo>
                      <a:pt x="42215" y="21172"/>
                    </a:lnTo>
                    <a:cubicBezTo>
                      <a:pt x="42215" y="9579"/>
                      <a:pt x="32817" y="181"/>
                      <a:pt x="21225" y="181"/>
                    </a:cubicBezTo>
                    <a:close/>
                  </a:path>
                </a:pathLst>
              </a:custGeom>
              <a:solidFill>
                <a:srgbClr val="000000"/>
              </a:solidFill>
              <a:ln w="4794" cap="sq">
                <a:noFill/>
                <a:prstDash val="solid"/>
                <a:round/>
              </a:ln>
            </p:spPr>
            <p:txBody>
              <a:bodyPr rtlCol="0" anchor="ctr"/>
              <a:lstStyle/>
              <a:p>
                <a:endParaRPr lang="en-US"/>
              </a:p>
            </p:txBody>
          </p:sp>
          <p:sp>
            <p:nvSpPr>
              <p:cNvPr id="2128" name="Freeform: Shape 2127">
                <a:extLst>
                  <a:ext uri="{FF2B5EF4-FFF2-40B4-BE49-F238E27FC236}">
                    <a16:creationId xmlns:a16="http://schemas.microsoft.com/office/drawing/2014/main" id="{D230676A-83ED-4E29-FF59-0FF762F0AFE1}"/>
                  </a:ext>
                </a:extLst>
              </p:cNvPr>
              <p:cNvSpPr/>
              <p:nvPr/>
            </p:nvSpPr>
            <p:spPr>
              <a:xfrm>
                <a:off x="7675640" y="8019112"/>
                <a:ext cx="37180" cy="37180"/>
              </a:xfrm>
              <a:custGeom>
                <a:avLst/>
                <a:gdLst>
                  <a:gd name="connsiteX0" fmla="*/ 37438 w 37180"/>
                  <a:gd name="connsiteY0" fmla="*/ 18767 h 37180"/>
                  <a:gd name="connsiteX1" fmla="*/ 18847 w 37180"/>
                  <a:gd name="connsiteY1" fmla="*/ 37357 h 37180"/>
                  <a:gd name="connsiteX2" fmla="*/ 257 w 37180"/>
                  <a:gd name="connsiteY2" fmla="*/ 18767 h 37180"/>
                  <a:gd name="connsiteX3" fmla="*/ 18847 w 37180"/>
                  <a:gd name="connsiteY3" fmla="*/ 176 h 37180"/>
                  <a:gd name="connsiteX4" fmla="*/ 37438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7"/>
                    </a:moveTo>
                    <a:cubicBezTo>
                      <a:pt x="37438" y="29034"/>
                      <a:pt x="29114" y="37357"/>
                      <a:pt x="18847" y="37357"/>
                    </a:cubicBezTo>
                    <a:cubicBezTo>
                      <a:pt x="8580" y="37357"/>
                      <a:pt x="257" y="29034"/>
                      <a:pt x="257" y="18767"/>
                    </a:cubicBezTo>
                    <a:cubicBezTo>
                      <a:pt x="257" y="8500"/>
                      <a:pt x="8580" y="176"/>
                      <a:pt x="18847" y="176"/>
                    </a:cubicBezTo>
                    <a:cubicBezTo>
                      <a:pt x="29115" y="176"/>
                      <a:pt x="37438" y="8500"/>
                      <a:pt x="37438" y="18767"/>
                    </a:cubicBezTo>
                    <a:close/>
                  </a:path>
                </a:pathLst>
              </a:custGeom>
              <a:solidFill>
                <a:srgbClr val="00F700"/>
              </a:solidFill>
              <a:ln w="5753" cap="sq">
                <a:noFill/>
                <a:prstDash val="solid"/>
                <a:miter/>
              </a:ln>
            </p:spPr>
            <p:txBody>
              <a:bodyPr rtlCol="0" anchor="ctr"/>
              <a:lstStyle/>
              <a:p>
                <a:endParaRPr lang="en-US"/>
              </a:p>
            </p:txBody>
          </p:sp>
          <p:sp>
            <p:nvSpPr>
              <p:cNvPr id="2129" name="Freeform: Shape 2128">
                <a:extLst>
                  <a:ext uri="{FF2B5EF4-FFF2-40B4-BE49-F238E27FC236}">
                    <a16:creationId xmlns:a16="http://schemas.microsoft.com/office/drawing/2014/main" id="{7698DEAF-1D0D-8375-7787-64BA0CB8FAD8}"/>
                  </a:ext>
                </a:extLst>
              </p:cNvPr>
              <p:cNvSpPr/>
              <p:nvPr/>
            </p:nvSpPr>
            <p:spPr>
              <a:xfrm>
                <a:off x="7673240" y="8016712"/>
                <a:ext cx="41981" cy="41981"/>
              </a:xfrm>
              <a:custGeom>
                <a:avLst/>
                <a:gdLst>
                  <a:gd name="connsiteX0" fmla="*/ 21247 w 41981"/>
                  <a:gd name="connsiteY0" fmla="*/ 4977 h 41981"/>
                  <a:gd name="connsiteX1" fmla="*/ 37438 w 41981"/>
                  <a:gd name="connsiteY1" fmla="*/ 21167 h 41981"/>
                  <a:gd name="connsiteX2" fmla="*/ 37438 w 41981"/>
                  <a:gd name="connsiteY2" fmla="*/ 21167 h 41981"/>
                  <a:gd name="connsiteX3" fmla="*/ 21247 w 41981"/>
                  <a:gd name="connsiteY3" fmla="*/ 37357 h 41981"/>
                  <a:gd name="connsiteX4" fmla="*/ 5057 w 41981"/>
                  <a:gd name="connsiteY4" fmla="*/ 21167 h 41981"/>
                  <a:gd name="connsiteX5" fmla="*/ 21247 w 41981"/>
                  <a:gd name="connsiteY5" fmla="*/ 4977 h 41981"/>
                  <a:gd name="connsiteX6" fmla="*/ 21247 w 41981"/>
                  <a:gd name="connsiteY6" fmla="*/ 176 h 41981"/>
                  <a:gd name="connsiteX7" fmla="*/ 257 w 41981"/>
                  <a:gd name="connsiteY7" fmla="*/ 21167 h 41981"/>
                  <a:gd name="connsiteX8" fmla="*/ 21247 w 41981"/>
                  <a:gd name="connsiteY8" fmla="*/ 42158 h 41981"/>
                  <a:gd name="connsiteX9" fmla="*/ 42238 w 41981"/>
                  <a:gd name="connsiteY9" fmla="*/ 21167 h 41981"/>
                  <a:gd name="connsiteX10" fmla="*/ 42238 w 41981"/>
                  <a:gd name="connsiteY10" fmla="*/ 21167 h 41981"/>
                  <a:gd name="connsiteX11" fmla="*/ 2124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7"/>
                    </a:moveTo>
                    <a:cubicBezTo>
                      <a:pt x="30189" y="4977"/>
                      <a:pt x="37438" y="12225"/>
                      <a:pt x="37438" y="21167"/>
                    </a:cubicBezTo>
                    <a:lnTo>
                      <a:pt x="37438" y="21167"/>
                    </a:lnTo>
                    <a:cubicBezTo>
                      <a:pt x="37438" y="30109"/>
                      <a:pt x="30189" y="37357"/>
                      <a:pt x="21247" y="37357"/>
                    </a:cubicBezTo>
                    <a:cubicBezTo>
                      <a:pt x="12306" y="37357"/>
                      <a:pt x="5057" y="30109"/>
                      <a:pt x="5057" y="21167"/>
                    </a:cubicBezTo>
                    <a:cubicBezTo>
                      <a:pt x="5057" y="12225"/>
                      <a:pt x="12306" y="4977"/>
                      <a:pt x="21247" y="4977"/>
                    </a:cubicBezTo>
                    <a:close/>
                    <a:moveTo>
                      <a:pt x="21247" y="176"/>
                    </a:moveTo>
                    <a:cubicBezTo>
                      <a:pt x="9655" y="176"/>
                      <a:pt x="257" y="9574"/>
                      <a:pt x="257" y="21167"/>
                    </a:cubicBezTo>
                    <a:cubicBezTo>
                      <a:pt x="257" y="32760"/>
                      <a:pt x="9655" y="42158"/>
                      <a:pt x="21247" y="42158"/>
                    </a:cubicBezTo>
                    <a:cubicBezTo>
                      <a:pt x="32840" y="42158"/>
                      <a:pt x="42238" y="32760"/>
                      <a:pt x="42238" y="21167"/>
                    </a:cubicBezTo>
                    <a:lnTo>
                      <a:pt x="42238" y="21167"/>
                    </a:lnTo>
                    <a:cubicBezTo>
                      <a:pt x="42238" y="9574"/>
                      <a:pt x="32840" y="176"/>
                      <a:pt x="21247" y="176"/>
                    </a:cubicBezTo>
                    <a:close/>
                  </a:path>
                </a:pathLst>
              </a:custGeom>
              <a:solidFill>
                <a:srgbClr val="000000"/>
              </a:solidFill>
              <a:ln w="4794" cap="sq">
                <a:noFill/>
                <a:prstDash val="solid"/>
                <a:round/>
              </a:ln>
            </p:spPr>
            <p:txBody>
              <a:bodyPr rtlCol="0" anchor="ctr"/>
              <a:lstStyle/>
              <a:p>
                <a:endParaRPr lang="en-US"/>
              </a:p>
            </p:txBody>
          </p:sp>
          <p:sp>
            <p:nvSpPr>
              <p:cNvPr id="2130" name="Freeform: Shape 2129">
                <a:extLst>
                  <a:ext uri="{FF2B5EF4-FFF2-40B4-BE49-F238E27FC236}">
                    <a16:creationId xmlns:a16="http://schemas.microsoft.com/office/drawing/2014/main" id="{4254C1FB-E0F4-63D7-44DF-D10E955FEDC4}"/>
                  </a:ext>
                </a:extLst>
              </p:cNvPr>
              <p:cNvSpPr/>
              <p:nvPr/>
            </p:nvSpPr>
            <p:spPr>
              <a:xfrm>
                <a:off x="7698507" y="7887116"/>
                <a:ext cx="37180" cy="37180"/>
              </a:xfrm>
              <a:custGeom>
                <a:avLst/>
                <a:gdLst>
                  <a:gd name="connsiteX0" fmla="*/ 37442 w 37180"/>
                  <a:gd name="connsiteY0" fmla="*/ 18744 h 37180"/>
                  <a:gd name="connsiteX1" fmla="*/ 18851 w 37180"/>
                  <a:gd name="connsiteY1" fmla="*/ 37334 h 37180"/>
                  <a:gd name="connsiteX2" fmla="*/ 261 w 37180"/>
                  <a:gd name="connsiteY2" fmla="*/ 18744 h 37180"/>
                  <a:gd name="connsiteX3" fmla="*/ 18851 w 37180"/>
                  <a:gd name="connsiteY3" fmla="*/ 154 h 37180"/>
                  <a:gd name="connsiteX4" fmla="*/ 37442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44"/>
                    </a:moveTo>
                    <a:cubicBezTo>
                      <a:pt x="37442" y="29011"/>
                      <a:pt x="29118" y="37334"/>
                      <a:pt x="18851" y="37334"/>
                    </a:cubicBezTo>
                    <a:cubicBezTo>
                      <a:pt x="8584" y="37334"/>
                      <a:pt x="261" y="29011"/>
                      <a:pt x="261" y="18744"/>
                    </a:cubicBezTo>
                    <a:cubicBezTo>
                      <a:pt x="261" y="8477"/>
                      <a:pt x="8584" y="154"/>
                      <a:pt x="18851" y="154"/>
                    </a:cubicBezTo>
                    <a:cubicBezTo>
                      <a:pt x="29118" y="154"/>
                      <a:pt x="37442" y="8477"/>
                      <a:pt x="37442" y="18744"/>
                    </a:cubicBezTo>
                    <a:close/>
                  </a:path>
                </a:pathLst>
              </a:custGeom>
              <a:solidFill>
                <a:srgbClr val="F7F0F0"/>
              </a:solidFill>
              <a:ln w="5753" cap="sq">
                <a:noFill/>
                <a:prstDash val="solid"/>
                <a:miter/>
              </a:ln>
            </p:spPr>
            <p:txBody>
              <a:bodyPr rtlCol="0" anchor="ctr"/>
              <a:lstStyle/>
              <a:p>
                <a:endParaRPr lang="en-US"/>
              </a:p>
            </p:txBody>
          </p:sp>
          <p:sp>
            <p:nvSpPr>
              <p:cNvPr id="2131" name="Freeform: Shape 2130">
                <a:extLst>
                  <a:ext uri="{FF2B5EF4-FFF2-40B4-BE49-F238E27FC236}">
                    <a16:creationId xmlns:a16="http://schemas.microsoft.com/office/drawing/2014/main" id="{A24C7575-1C43-A020-BBDE-FB0B04A3A82A}"/>
                  </a:ext>
                </a:extLst>
              </p:cNvPr>
              <p:cNvSpPr/>
              <p:nvPr/>
            </p:nvSpPr>
            <p:spPr>
              <a:xfrm>
                <a:off x="7696107" y="7884716"/>
                <a:ext cx="41981" cy="41981"/>
              </a:xfrm>
              <a:custGeom>
                <a:avLst/>
                <a:gdLst>
                  <a:gd name="connsiteX0" fmla="*/ 21251 w 41981"/>
                  <a:gd name="connsiteY0" fmla="*/ 4954 h 41981"/>
                  <a:gd name="connsiteX1" fmla="*/ 37442 w 41981"/>
                  <a:gd name="connsiteY1" fmla="*/ 21144 h 41981"/>
                  <a:gd name="connsiteX2" fmla="*/ 37442 w 41981"/>
                  <a:gd name="connsiteY2" fmla="*/ 21144 h 41981"/>
                  <a:gd name="connsiteX3" fmla="*/ 21251 w 41981"/>
                  <a:gd name="connsiteY3" fmla="*/ 37334 h 41981"/>
                  <a:gd name="connsiteX4" fmla="*/ 5061 w 41981"/>
                  <a:gd name="connsiteY4" fmla="*/ 21144 h 41981"/>
                  <a:gd name="connsiteX5" fmla="*/ 21251 w 41981"/>
                  <a:gd name="connsiteY5" fmla="*/ 4954 h 41981"/>
                  <a:gd name="connsiteX6" fmla="*/ 21251 w 41981"/>
                  <a:gd name="connsiteY6" fmla="*/ 154 h 41981"/>
                  <a:gd name="connsiteX7" fmla="*/ 261 w 41981"/>
                  <a:gd name="connsiteY7" fmla="*/ 21144 h 41981"/>
                  <a:gd name="connsiteX8" fmla="*/ 21251 w 41981"/>
                  <a:gd name="connsiteY8" fmla="*/ 42135 h 41981"/>
                  <a:gd name="connsiteX9" fmla="*/ 42242 w 41981"/>
                  <a:gd name="connsiteY9" fmla="*/ 21144 h 41981"/>
                  <a:gd name="connsiteX10" fmla="*/ 42242 w 41981"/>
                  <a:gd name="connsiteY10" fmla="*/ 21144 h 41981"/>
                  <a:gd name="connsiteX11" fmla="*/ 21251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54"/>
                    </a:moveTo>
                    <a:cubicBezTo>
                      <a:pt x="30193" y="4954"/>
                      <a:pt x="37442" y="12202"/>
                      <a:pt x="37442" y="21144"/>
                    </a:cubicBezTo>
                    <a:lnTo>
                      <a:pt x="37442" y="21144"/>
                    </a:lnTo>
                    <a:cubicBezTo>
                      <a:pt x="37442" y="30086"/>
                      <a:pt x="30193" y="37334"/>
                      <a:pt x="21251" y="37334"/>
                    </a:cubicBezTo>
                    <a:cubicBezTo>
                      <a:pt x="12310" y="37334"/>
                      <a:pt x="5061" y="30086"/>
                      <a:pt x="5061" y="21144"/>
                    </a:cubicBezTo>
                    <a:cubicBezTo>
                      <a:pt x="5061" y="12202"/>
                      <a:pt x="12310" y="4954"/>
                      <a:pt x="21251" y="4954"/>
                    </a:cubicBezTo>
                    <a:close/>
                    <a:moveTo>
                      <a:pt x="21251" y="154"/>
                    </a:moveTo>
                    <a:cubicBezTo>
                      <a:pt x="9659" y="154"/>
                      <a:pt x="261" y="9552"/>
                      <a:pt x="261" y="21144"/>
                    </a:cubicBezTo>
                    <a:cubicBezTo>
                      <a:pt x="261" y="32737"/>
                      <a:pt x="9659" y="42135"/>
                      <a:pt x="21251" y="42135"/>
                    </a:cubicBezTo>
                    <a:cubicBezTo>
                      <a:pt x="32844" y="42135"/>
                      <a:pt x="42242" y="32737"/>
                      <a:pt x="42242" y="21144"/>
                    </a:cubicBezTo>
                    <a:lnTo>
                      <a:pt x="42242" y="21144"/>
                    </a:lnTo>
                    <a:cubicBezTo>
                      <a:pt x="42242" y="9552"/>
                      <a:pt x="32844" y="154"/>
                      <a:pt x="21251" y="154"/>
                    </a:cubicBezTo>
                    <a:close/>
                  </a:path>
                </a:pathLst>
              </a:custGeom>
              <a:solidFill>
                <a:srgbClr val="000000"/>
              </a:solidFill>
              <a:ln w="4794" cap="sq">
                <a:noFill/>
                <a:prstDash val="solid"/>
                <a:round/>
              </a:ln>
            </p:spPr>
            <p:txBody>
              <a:bodyPr rtlCol="0" anchor="ctr"/>
              <a:lstStyle/>
              <a:p>
                <a:endParaRPr lang="en-US"/>
              </a:p>
            </p:txBody>
          </p:sp>
          <p:sp>
            <p:nvSpPr>
              <p:cNvPr id="2132" name="Freeform: Shape 2131">
                <a:extLst>
                  <a:ext uri="{FF2B5EF4-FFF2-40B4-BE49-F238E27FC236}">
                    <a16:creationId xmlns:a16="http://schemas.microsoft.com/office/drawing/2014/main" id="{72DE8BF4-8A0F-0406-D7CF-EEAB82DFAC9C}"/>
                  </a:ext>
                </a:extLst>
              </p:cNvPr>
              <p:cNvSpPr/>
              <p:nvPr/>
            </p:nvSpPr>
            <p:spPr>
              <a:xfrm>
                <a:off x="7648378" y="7900301"/>
                <a:ext cx="37180" cy="37180"/>
              </a:xfrm>
              <a:custGeom>
                <a:avLst/>
                <a:gdLst>
                  <a:gd name="connsiteX0" fmla="*/ 37433 w 37180"/>
                  <a:gd name="connsiteY0" fmla="*/ 18746 h 37180"/>
                  <a:gd name="connsiteX1" fmla="*/ 18843 w 37180"/>
                  <a:gd name="connsiteY1" fmla="*/ 37337 h 37180"/>
                  <a:gd name="connsiteX2" fmla="*/ 252 w 37180"/>
                  <a:gd name="connsiteY2" fmla="*/ 18746 h 37180"/>
                  <a:gd name="connsiteX3" fmla="*/ 18843 w 37180"/>
                  <a:gd name="connsiteY3" fmla="*/ 156 h 37180"/>
                  <a:gd name="connsiteX4" fmla="*/ 37433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46"/>
                    </a:moveTo>
                    <a:cubicBezTo>
                      <a:pt x="37433" y="29013"/>
                      <a:pt x="29110" y="37337"/>
                      <a:pt x="18843" y="37337"/>
                    </a:cubicBezTo>
                    <a:cubicBezTo>
                      <a:pt x="8575" y="37337"/>
                      <a:pt x="252" y="29013"/>
                      <a:pt x="252" y="18746"/>
                    </a:cubicBezTo>
                    <a:cubicBezTo>
                      <a:pt x="252" y="8479"/>
                      <a:pt x="8575" y="156"/>
                      <a:pt x="18843" y="156"/>
                    </a:cubicBezTo>
                    <a:cubicBezTo>
                      <a:pt x="29110" y="156"/>
                      <a:pt x="37433" y="8479"/>
                      <a:pt x="37433" y="18746"/>
                    </a:cubicBezTo>
                    <a:close/>
                  </a:path>
                </a:pathLst>
              </a:custGeom>
              <a:solidFill>
                <a:srgbClr val="92F792"/>
              </a:solidFill>
              <a:ln w="5753" cap="sq">
                <a:noFill/>
                <a:prstDash val="solid"/>
                <a:miter/>
              </a:ln>
            </p:spPr>
            <p:txBody>
              <a:bodyPr rtlCol="0" anchor="ctr"/>
              <a:lstStyle/>
              <a:p>
                <a:endParaRPr lang="en-US"/>
              </a:p>
            </p:txBody>
          </p:sp>
          <p:sp>
            <p:nvSpPr>
              <p:cNvPr id="2133" name="Freeform: Shape 2132">
                <a:extLst>
                  <a:ext uri="{FF2B5EF4-FFF2-40B4-BE49-F238E27FC236}">
                    <a16:creationId xmlns:a16="http://schemas.microsoft.com/office/drawing/2014/main" id="{17E5BB2F-20A1-5526-0E1C-7D2099367C84}"/>
                  </a:ext>
                </a:extLst>
              </p:cNvPr>
              <p:cNvSpPr/>
              <p:nvPr/>
            </p:nvSpPr>
            <p:spPr>
              <a:xfrm>
                <a:off x="7645978" y="7897900"/>
                <a:ext cx="41981" cy="41981"/>
              </a:xfrm>
              <a:custGeom>
                <a:avLst/>
                <a:gdLst>
                  <a:gd name="connsiteX0" fmla="*/ 21243 w 41981"/>
                  <a:gd name="connsiteY0" fmla="*/ 4956 h 41981"/>
                  <a:gd name="connsiteX1" fmla="*/ 37433 w 41981"/>
                  <a:gd name="connsiteY1" fmla="*/ 21146 h 41981"/>
                  <a:gd name="connsiteX2" fmla="*/ 37433 w 41981"/>
                  <a:gd name="connsiteY2" fmla="*/ 21146 h 41981"/>
                  <a:gd name="connsiteX3" fmla="*/ 21243 w 41981"/>
                  <a:gd name="connsiteY3" fmla="*/ 37337 h 41981"/>
                  <a:gd name="connsiteX4" fmla="*/ 5053 w 41981"/>
                  <a:gd name="connsiteY4" fmla="*/ 21146 h 41981"/>
                  <a:gd name="connsiteX5" fmla="*/ 21243 w 41981"/>
                  <a:gd name="connsiteY5" fmla="*/ 4956 h 41981"/>
                  <a:gd name="connsiteX6" fmla="*/ 21243 w 41981"/>
                  <a:gd name="connsiteY6" fmla="*/ 156 h 41981"/>
                  <a:gd name="connsiteX7" fmla="*/ 252 w 41981"/>
                  <a:gd name="connsiteY7" fmla="*/ 21146 h 41981"/>
                  <a:gd name="connsiteX8" fmla="*/ 21243 w 41981"/>
                  <a:gd name="connsiteY8" fmla="*/ 42137 h 41981"/>
                  <a:gd name="connsiteX9" fmla="*/ 42233 w 41981"/>
                  <a:gd name="connsiteY9" fmla="*/ 21146 h 41981"/>
                  <a:gd name="connsiteX10" fmla="*/ 42233 w 41981"/>
                  <a:gd name="connsiteY10" fmla="*/ 21146 h 41981"/>
                  <a:gd name="connsiteX11" fmla="*/ 21243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56"/>
                    </a:moveTo>
                    <a:cubicBezTo>
                      <a:pt x="30185" y="4956"/>
                      <a:pt x="37433" y="12205"/>
                      <a:pt x="37433" y="21146"/>
                    </a:cubicBezTo>
                    <a:lnTo>
                      <a:pt x="37433" y="21146"/>
                    </a:lnTo>
                    <a:cubicBezTo>
                      <a:pt x="37433" y="30088"/>
                      <a:pt x="30185" y="37337"/>
                      <a:pt x="21243" y="37337"/>
                    </a:cubicBezTo>
                    <a:cubicBezTo>
                      <a:pt x="12301" y="37337"/>
                      <a:pt x="5053" y="30088"/>
                      <a:pt x="5053" y="21146"/>
                    </a:cubicBezTo>
                    <a:cubicBezTo>
                      <a:pt x="5053" y="12205"/>
                      <a:pt x="12301" y="4956"/>
                      <a:pt x="21243" y="4956"/>
                    </a:cubicBezTo>
                    <a:close/>
                    <a:moveTo>
                      <a:pt x="21243" y="156"/>
                    </a:moveTo>
                    <a:cubicBezTo>
                      <a:pt x="9650" y="156"/>
                      <a:pt x="252" y="9554"/>
                      <a:pt x="252" y="21146"/>
                    </a:cubicBezTo>
                    <a:cubicBezTo>
                      <a:pt x="252" y="32739"/>
                      <a:pt x="9650" y="42137"/>
                      <a:pt x="21243" y="42137"/>
                    </a:cubicBezTo>
                    <a:cubicBezTo>
                      <a:pt x="32835" y="42137"/>
                      <a:pt x="42233" y="32739"/>
                      <a:pt x="42233" y="21146"/>
                    </a:cubicBezTo>
                    <a:lnTo>
                      <a:pt x="42233" y="21146"/>
                    </a:lnTo>
                    <a:cubicBezTo>
                      <a:pt x="42233" y="9554"/>
                      <a:pt x="32835" y="156"/>
                      <a:pt x="21243" y="156"/>
                    </a:cubicBezTo>
                    <a:close/>
                  </a:path>
                </a:pathLst>
              </a:custGeom>
              <a:solidFill>
                <a:srgbClr val="000000"/>
              </a:solidFill>
              <a:ln w="4794" cap="sq">
                <a:noFill/>
                <a:prstDash val="solid"/>
                <a:round/>
              </a:ln>
            </p:spPr>
            <p:txBody>
              <a:bodyPr rtlCol="0" anchor="ctr"/>
              <a:lstStyle/>
              <a:p>
                <a:endParaRPr lang="en-US"/>
              </a:p>
            </p:txBody>
          </p:sp>
          <p:sp>
            <p:nvSpPr>
              <p:cNvPr id="2134" name="Freeform: Shape 2133">
                <a:extLst>
                  <a:ext uri="{FF2B5EF4-FFF2-40B4-BE49-F238E27FC236}">
                    <a16:creationId xmlns:a16="http://schemas.microsoft.com/office/drawing/2014/main" id="{F3EBD5D9-D46F-F5E9-B167-98D8FF0DEE7B}"/>
                  </a:ext>
                </a:extLst>
              </p:cNvPr>
              <p:cNvSpPr/>
              <p:nvPr/>
            </p:nvSpPr>
            <p:spPr>
              <a:xfrm>
                <a:off x="7629007" y="7789380"/>
                <a:ext cx="37180" cy="37180"/>
              </a:xfrm>
              <a:custGeom>
                <a:avLst/>
                <a:gdLst>
                  <a:gd name="connsiteX0" fmla="*/ 37430 w 37180"/>
                  <a:gd name="connsiteY0" fmla="*/ 18727 h 37180"/>
                  <a:gd name="connsiteX1" fmla="*/ 18839 w 37180"/>
                  <a:gd name="connsiteY1" fmla="*/ 37317 h 37180"/>
                  <a:gd name="connsiteX2" fmla="*/ 249 w 37180"/>
                  <a:gd name="connsiteY2" fmla="*/ 18727 h 37180"/>
                  <a:gd name="connsiteX3" fmla="*/ 18839 w 37180"/>
                  <a:gd name="connsiteY3" fmla="*/ 137 h 37180"/>
                  <a:gd name="connsiteX4" fmla="*/ 37430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27"/>
                    </a:moveTo>
                    <a:cubicBezTo>
                      <a:pt x="37430" y="28994"/>
                      <a:pt x="29106" y="37317"/>
                      <a:pt x="18839" y="37317"/>
                    </a:cubicBezTo>
                    <a:cubicBezTo>
                      <a:pt x="8572" y="37317"/>
                      <a:pt x="249" y="28994"/>
                      <a:pt x="249" y="18727"/>
                    </a:cubicBezTo>
                    <a:cubicBezTo>
                      <a:pt x="249" y="8460"/>
                      <a:pt x="8572" y="137"/>
                      <a:pt x="18839" y="137"/>
                    </a:cubicBezTo>
                    <a:cubicBezTo>
                      <a:pt x="29106" y="137"/>
                      <a:pt x="37430" y="8460"/>
                      <a:pt x="37430" y="18727"/>
                    </a:cubicBezTo>
                    <a:close/>
                  </a:path>
                </a:pathLst>
              </a:custGeom>
              <a:solidFill>
                <a:srgbClr val="F7E8E8"/>
              </a:solidFill>
              <a:ln w="5753" cap="sq">
                <a:noFill/>
                <a:prstDash val="solid"/>
                <a:miter/>
              </a:ln>
            </p:spPr>
            <p:txBody>
              <a:bodyPr rtlCol="0" anchor="ctr"/>
              <a:lstStyle/>
              <a:p>
                <a:endParaRPr lang="en-US"/>
              </a:p>
            </p:txBody>
          </p:sp>
          <p:sp>
            <p:nvSpPr>
              <p:cNvPr id="2135" name="Freeform: Shape 2134">
                <a:extLst>
                  <a:ext uri="{FF2B5EF4-FFF2-40B4-BE49-F238E27FC236}">
                    <a16:creationId xmlns:a16="http://schemas.microsoft.com/office/drawing/2014/main" id="{8D1BEA44-A5AC-10E2-009D-5BC1007C19F1}"/>
                  </a:ext>
                </a:extLst>
              </p:cNvPr>
              <p:cNvSpPr/>
              <p:nvPr/>
            </p:nvSpPr>
            <p:spPr>
              <a:xfrm>
                <a:off x="7626607" y="7786980"/>
                <a:ext cx="41981" cy="41981"/>
              </a:xfrm>
              <a:custGeom>
                <a:avLst/>
                <a:gdLst>
                  <a:gd name="connsiteX0" fmla="*/ 21239 w 41981"/>
                  <a:gd name="connsiteY0" fmla="*/ 4937 h 41981"/>
                  <a:gd name="connsiteX1" fmla="*/ 37430 w 41981"/>
                  <a:gd name="connsiteY1" fmla="*/ 21127 h 41981"/>
                  <a:gd name="connsiteX2" fmla="*/ 37430 w 41981"/>
                  <a:gd name="connsiteY2" fmla="*/ 21127 h 41981"/>
                  <a:gd name="connsiteX3" fmla="*/ 21239 w 41981"/>
                  <a:gd name="connsiteY3" fmla="*/ 37317 h 41981"/>
                  <a:gd name="connsiteX4" fmla="*/ 5049 w 41981"/>
                  <a:gd name="connsiteY4" fmla="*/ 21127 h 41981"/>
                  <a:gd name="connsiteX5" fmla="*/ 21239 w 41981"/>
                  <a:gd name="connsiteY5" fmla="*/ 4937 h 41981"/>
                  <a:gd name="connsiteX6" fmla="*/ 21239 w 41981"/>
                  <a:gd name="connsiteY6" fmla="*/ 137 h 41981"/>
                  <a:gd name="connsiteX7" fmla="*/ 249 w 41981"/>
                  <a:gd name="connsiteY7" fmla="*/ 21127 h 41981"/>
                  <a:gd name="connsiteX8" fmla="*/ 21239 w 41981"/>
                  <a:gd name="connsiteY8" fmla="*/ 42118 h 41981"/>
                  <a:gd name="connsiteX9" fmla="*/ 42230 w 41981"/>
                  <a:gd name="connsiteY9" fmla="*/ 21127 h 41981"/>
                  <a:gd name="connsiteX10" fmla="*/ 42230 w 41981"/>
                  <a:gd name="connsiteY10" fmla="*/ 21127 h 41981"/>
                  <a:gd name="connsiteX11" fmla="*/ 21239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37"/>
                    </a:moveTo>
                    <a:cubicBezTo>
                      <a:pt x="30181" y="4937"/>
                      <a:pt x="37430" y="12185"/>
                      <a:pt x="37430" y="21127"/>
                    </a:cubicBezTo>
                    <a:lnTo>
                      <a:pt x="37430" y="21127"/>
                    </a:lnTo>
                    <a:cubicBezTo>
                      <a:pt x="37430" y="30069"/>
                      <a:pt x="30181" y="37317"/>
                      <a:pt x="21239" y="37317"/>
                    </a:cubicBezTo>
                    <a:cubicBezTo>
                      <a:pt x="12298" y="37317"/>
                      <a:pt x="5049" y="30069"/>
                      <a:pt x="5049" y="21127"/>
                    </a:cubicBezTo>
                    <a:cubicBezTo>
                      <a:pt x="5049" y="12185"/>
                      <a:pt x="12298" y="4937"/>
                      <a:pt x="21239" y="4937"/>
                    </a:cubicBezTo>
                    <a:close/>
                    <a:moveTo>
                      <a:pt x="21239" y="137"/>
                    </a:moveTo>
                    <a:cubicBezTo>
                      <a:pt x="9647" y="137"/>
                      <a:pt x="249" y="9535"/>
                      <a:pt x="249" y="21127"/>
                    </a:cubicBezTo>
                    <a:cubicBezTo>
                      <a:pt x="249" y="32720"/>
                      <a:pt x="9647" y="42118"/>
                      <a:pt x="21239" y="42118"/>
                    </a:cubicBezTo>
                    <a:cubicBezTo>
                      <a:pt x="32832" y="42118"/>
                      <a:pt x="42230" y="32720"/>
                      <a:pt x="42230" y="21127"/>
                    </a:cubicBezTo>
                    <a:lnTo>
                      <a:pt x="42230" y="21127"/>
                    </a:lnTo>
                    <a:cubicBezTo>
                      <a:pt x="42230" y="9535"/>
                      <a:pt x="32832" y="137"/>
                      <a:pt x="21239" y="137"/>
                    </a:cubicBezTo>
                    <a:close/>
                  </a:path>
                </a:pathLst>
              </a:custGeom>
              <a:solidFill>
                <a:srgbClr val="000000"/>
              </a:solidFill>
              <a:ln w="4794" cap="sq">
                <a:noFill/>
                <a:prstDash val="solid"/>
                <a:round/>
              </a:ln>
            </p:spPr>
            <p:txBody>
              <a:bodyPr rtlCol="0" anchor="ctr"/>
              <a:lstStyle/>
              <a:p>
                <a:endParaRPr lang="en-US"/>
              </a:p>
            </p:txBody>
          </p:sp>
          <p:sp>
            <p:nvSpPr>
              <p:cNvPr id="2136" name="Freeform: Shape 2135">
                <a:extLst>
                  <a:ext uri="{FF2B5EF4-FFF2-40B4-BE49-F238E27FC236}">
                    <a16:creationId xmlns:a16="http://schemas.microsoft.com/office/drawing/2014/main" id="{6322BAFF-B9E9-5074-639B-DC4701D244C6}"/>
                  </a:ext>
                </a:extLst>
              </p:cNvPr>
              <p:cNvSpPr/>
              <p:nvPr/>
            </p:nvSpPr>
            <p:spPr>
              <a:xfrm>
                <a:off x="7577564" y="7940747"/>
                <a:ext cx="37180" cy="37180"/>
              </a:xfrm>
              <a:custGeom>
                <a:avLst/>
                <a:gdLst>
                  <a:gd name="connsiteX0" fmla="*/ 37421 w 37180"/>
                  <a:gd name="connsiteY0" fmla="*/ 18753 h 37180"/>
                  <a:gd name="connsiteX1" fmla="*/ 18830 w 37180"/>
                  <a:gd name="connsiteY1" fmla="*/ 37344 h 37180"/>
                  <a:gd name="connsiteX2" fmla="*/ 240 w 37180"/>
                  <a:gd name="connsiteY2" fmla="*/ 18753 h 37180"/>
                  <a:gd name="connsiteX3" fmla="*/ 18830 w 37180"/>
                  <a:gd name="connsiteY3" fmla="*/ 163 h 37180"/>
                  <a:gd name="connsiteX4" fmla="*/ 37421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53"/>
                    </a:moveTo>
                    <a:cubicBezTo>
                      <a:pt x="37421" y="29020"/>
                      <a:pt x="29097" y="37344"/>
                      <a:pt x="18830" y="37344"/>
                    </a:cubicBezTo>
                    <a:cubicBezTo>
                      <a:pt x="8563" y="37344"/>
                      <a:pt x="240" y="29020"/>
                      <a:pt x="240" y="18753"/>
                    </a:cubicBezTo>
                    <a:cubicBezTo>
                      <a:pt x="240" y="8486"/>
                      <a:pt x="8563" y="163"/>
                      <a:pt x="18830" y="163"/>
                    </a:cubicBezTo>
                    <a:cubicBezTo>
                      <a:pt x="29097" y="163"/>
                      <a:pt x="37421" y="8486"/>
                      <a:pt x="37421" y="18753"/>
                    </a:cubicBezTo>
                    <a:close/>
                  </a:path>
                </a:pathLst>
              </a:custGeom>
              <a:solidFill>
                <a:srgbClr val="F5F7F5"/>
              </a:solidFill>
              <a:ln w="5753" cap="sq">
                <a:noFill/>
                <a:prstDash val="solid"/>
                <a:miter/>
              </a:ln>
            </p:spPr>
            <p:txBody>
              <a:bodyPr rtlCol="0" anchor="ctr"/>
              <a:lstStyle/>
              <a:p>
                <a:endParaRPr lang="en-US"/>
              </a:p>
            </p:txBody>
          </p:sp>
          <p:sp>
            <p:nvSpPr>
              <p:cNvPr id="2137" name="Freeform: Shape 2136">
                <a:extLst>
                  <a:ext uri="{FF2B5EF4-FFF2-40B4-BE49-F238E27FC236}">
                    <a16:creationId xmlns:a16="http://schemas.microsoft.com/office/drawing/2014/main" id="{B0B73F0A-F387-C4E2-9CFE-32AAF5F503F8}"/>
                  </a:ext>
                </a:extLst>
              </p:cNvPr>
              <p:cNvSpPr/>
              <p:nvPr/>
            </p:nvSpPr>
            <p:spPr>
              <a:xfrm>
                <a:off x="7575164" y="7938347"/>
                <a:ext cx="41981" cy="41981"/>
              </a:xfrm>
              <a:custGeom>
                <a:avLst/>
                <a:gdLst>
                  <a:gd name="connsiteX0" fmla="*/ 21230 w 41981"/>
                  <a:gd name="connsiteY0" fmla="*/ 4963 h 41981"/>
                  <a:gd name="connsiteX1" fmla="*/ 37421 w 41981"/>
                  <a:gd name="connsiteY1" fmla="*/ 21153 h 41981"/>
                  <a:gd name="connsiteX2" fmla="*/ 37421 w 41981"/>
                  <a:gd name="connsiteY2" fmla="*/ 21153 h 41981"/>
                  <a:gd name="connsiteX3" fmla="*/ 21230 w 41981"/>
                  <a:gd name="connsiteY3" fmla="*/ 37344 h 41981"/>
                  <a:gd name="connsiteX4" fmla="*/ 5040 w 41981"/>
                  <a:gd name="connsiteY4" fmla="*/ 21153 h 41981"/>
                  <a:gd name="connsiteX5" fmla="*/ 21230 w 41981"/>
                  <a:gd name="connsiteY5" fmla="*/ 4963 h 41981"/>
                  <a:gd name="connsiteX6" fmla="*/ 21230 w 41981"/>
                  <a:gd name="connsiteY6" fmla="*/ 163 h 41981"/>
                  <a:gd name="connsiteX7" fmla="*/ 240 w 41981"/>
                  <a:gd name="connsiteY7" fmla="*/ 21153 h 41981"/>
                  <a:gd name="connsiteX8" fmla="*/ 21230 w 41981"/>
                  <a:gd name="connsiteY8" fmla="*/ 42144 h 41981"/>
                  <a:gd name="connsiteX9" fmla="*/ 42221 w 41981"/>
                  <a:gd name="connsiteY9" fmla="*/ 21153 h 41981"/>
                  <a:gd name="connsiteX10" fmla="*/ 42221 w 41981"/>
                  <a:gd name="connsiteY10" fmla="*/ 21153 h 41981"/>
                  <a:gd name="connsiteX11" fmla="*/ 2123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63"/>
                    </a:moveTo>
                    <a:cubicBezTo>
                      <a:pt x="30172" y="4963"/>
                      <a:pt x="37421" y="12212"/>
                      <a:pt x="37421" y="21153"/>
                    </a:cubicBezTo>
                    <a:lnTo>
                      <a:pt x="37421" y="21153"/>
                    </a:lnTo>
                    <a:cubicBezTo>
                      <a:pt x="37421" y="30095"/>
                      <a:pt x="30172" y="37344"/>
                      <a:pt x="21230" y="37344"/>
                    </a:cubicBezTo>
                    <a:cubicBezTo>
                      <a:pt x="12289" y="37344"/>
                      <a:pt x="5040" y="30095"/>
                      <a:pt x="5040" y="21153"/>
                    </a:cubicBezTo>
                    <a:cubicBezTo>
                      <a:pt x="5040" y="12212"/>
                      <a:pt x="12289" y="4963"/>
                      <a:pt x="21230" y="4963"/>
                    </a:cubicBezTo>
                    <a:close/>
                    <a:moveTo>
                      <a:pt x="21230" y="163"/>
                    </a:moveTo>
                    <a:cubicBezTo>
                      <a:pt x="9638" y="163"/>
                      <a:pt x="240" y="9561"/>
                      <a:pt x="240" y="21153"/>
                    </a:cubicBezTo>
                    <a:cubicBezTo>
                      <a:pt x="240" y="32746"/>
                      <a:pt x="9638" y="42144"/>
                      <a:pt x="21230" y="42144"/>
                    </a:cubicBezTo>
                    <a:cubicBezTo>
                      <a:pt x="32823" y="42144"/>
                      <a:pt x="42221" y="32746"/>
                      <a:pt x="42221" y="21153"/>
                    </a:cubicBezTo>
                    <a:lnTo>
                      <a:pt x="42221" y="21153"/>
                    </a:lnTo>
                    <a:cubicBezTo>
                      <a:pt x="42221" y="9561"/>
                      <a:pt x="32823" y="163"/>
                      <a:pt x="21230" y="163"/>
                    </a:cubicBezTo>
                    <a:close/>
                  </a:path>
                </a:pathLst>
              </a:custGeom>
              <a:solidFill>
                <a:srgbClr val="000000"/>
              </a:solidFill>
              <a:ln w="4794" cap="sq">
                <a:noFill/>
                <a:prstDash val="solid"/>
                <a:round/>
              </a:ln>
            </p:spPr>
            <p:txBody>
              <a:bodyPr rtlCol="0" anchor="ctr"/>
              <a:lstStyle/>
              <a:p>
                <a:endParaRPr lang="en-US"/>
              </a:p>
            </p:txBody>
          </p:sp>
          <p:sp>
            <p:nvSpPr>
              <p:cNvPr id="2138" name="Freeform: Shape 2137">
                <a:extLst>
                  <a:ext uri="{FF2B5EF4-FFF2-40B4-BE49-F238E27FC236}">
                    <a16:creationId xmlns:a16="http://schemas.microsoft.com/office/drawing/2014/main" id="{AC2539D7-6F4F-D095-3656-8C595D2CC5F1}"/>
                  </a:ext>
                </a:extLst>
              </p:cNvPr>
              <p:cNvSpPr/>
              <p:nvPr/>
            </p:nvSpPr>
            <p:spPr>
              <a:xfrm>
                <a:off x="7678722" y="7987985"/>
                <a:ext cx="37180" cy="37180"/>
              </a:xfrm>
              <a:custGeom>
                <a:avLst/>
                <a:gdLst>
                  <a:gd name="connsiteX0" fmla="*/ 37438 w 37180"/>
                  <a:gd name="connsiteY0" fmla="*/ 18761 h 37180"/>
                  <a:gd name="connsiteX1" fmla="*/ 18848 w 37180"/>
                  <a:gd name="connsiteY1" fmla="*/ 37352 h 37180"/>
                  <a:gd name="connsiteX2" fmla="*/ 257 w 37180"/>
                  <a:gd name="connsiteY2" fmla="*/ 18761 h 37180"/>
                  <a:gd name="connsiteX3" fmla="*/ 18848 w 37180"/>
                  <a:gd name="connsiteY3" fmla="*/ 171 h 37180"/>
                  <a:gd name="connsiteX4" fmla="*/ 37438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1"/>
                    </a:moveTo>
                    <a:cubicBezTo>
                      <a:pt x="37438" y="29029"/>
                      <a:pt x="29115" y="37352"/>
                      <a:pt x="18848" y="37352"/>
                    </a:cubicBezTo>
                    <a:cubicBezTo>
                      <a:pt x="8581" y="37352"/>
                      <a:pt x="257" y="29029"/>
                      <a:pt x="257" y="18761"/>
                    </a:cubicBezTo>
                    <a:cubicBezTo>
                      <a:pt x="257" y="8494"/>
                      <a:pt x="8581" y="171"/>
                      <a:pt x="18848" y="171"/>
                    </a:cubicBezTo>
                    <a:cubicBezTo>
                      <a:pt x="29115" y="171"/>
                      <a:pt x="37438" y="8494"/>
                      <a:pt x="37438" y="18761"/>
                    </a:cubicBezTo>
                    <a:close/>
                  </a:path>
                </a:pathLst>
              </a:custGeom>
              <a:solidFill>
                <a:srgbClr val="F7E3E3"/>
              </a:solidFill>
              <a:ln w="5753" cap="sq">
                <a:noFill/>
                <a:prstDash val="solid"/>
                <a:miter/>
              </a:ln>
            </p:spPr>
            <p:txBody>
              <a:bodyPr rtlCol="0" anchor="ctr"/>
              <a:lstStyle/>
              <a:p>
                <a:endParaRPr lang="en-US"/>
              </a:p>
            </p:txBody>
          </p:sp>
          <p:sp>
            <p:nvSpPr>
              <p:cNvPr id="2139" name="Freeform: Shape 2138">
                <a:extLst>
                  <a:ext uri="{FF2B5EF4-FFF2-40B4-BE49-F238E27FC236}">
                    <a16:creationId xmlns:a16="http://schemas.microsoft.com/office/drawing/2014/main" id="{5521702A-9E18-3118-694B-F58830205793}"/>
                  </a:ext>
                </a:extLst>
              </p:cNvPr>
              <p:cNvSpPr/>
              <p:nvPr/>
            </p:nvSpPr>
            <p:spPr>
              <a:xfrm>
                <a:off x="7676321" y="7985585"/>
                <a:ext cx="41981" cy="41981"/>
              </a:xfrm>
              <a:custGeom>
                <a:avLst/>
                <a:gdLst>
                  <a:gd name="connsiteX0" fmla="*/ 21248 w 41981"/>
                  <a:gd name="connsiteY0" fmla="*/ 4971 h 41981"/>
                  <a:gd name="connsiteX1" fmla="*/ 37438 w 41981"/>
                  <a:gd name="connsiteY1" fmla="*/ 21162 h 41981"/>
                  <a:gd name="connsiteX2" fmla="*/ 37438 w 41981"/>
                  <a:gd name="connsiteY2" fmla="*/ 21162 h 41981"/>
                  <a:gd name="connsiteX3" fmla="*/ 21248 w 41981"/>
                  <a:gd name="connsiteY3" fmla="*/ 37352 h 41981"/>
                  <a:gd name="connsiteX4" fmla="*/ 5058 w 41981"/>
                  <a:gd name="connsiteY4" fmla="*/ 21162 h 41981"/>
                  <a:gd name="connsiteX5" fmla="*/ 21248 w 41981"/>
                  <a:gd name="connsiteY5" fmla="*/ 4971 h 41981"/>
                  <a:gd name="connsiteX6" fmla="*/ 21248 w 41981"/>
                  <a:gd name="connsiteY6" fmla="*/ 171 h 41981"/>
                  <a:gd name="connsiteX7" fmla="*/ 257 w 41981"/>
                  <a:gd name="connsiteY7" fmla="*/ 21162 h 41981"/>
                  <a:gd name="connsiteX8" fmla="*/ 21248 w 41981"/>
                  <a:gd name="connsiteY8" fmla="*/ 42152 h 41981"/>
                  <a:gd name="connsiteX9" fmla="*/ 42239 w 41981"/>
                  <a:gd name="connsiteY9" fmla="*/ 21162 h 41981"/>
                  <a:gd name="connsiteX10" fmla="*/ 42239 w 41981"/>
                  <a:gd name="connsiteY10" fmla="*/ 21162 h 41981"/>
                  <a:gd name="connsiteX11" fmla="*/ 21248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1"/>
                    </a:moveTo>
                    <a:cubicBezTo>
                      <a:pt x="30190" y="4971"/>
                      <a:pt x="37438" y="12220"/>
                      <a:pt x="37438" y="21162"/>
                    </a:cubicBezTo>
                    <a:lnTo>
                      <a:pt x="37438" y="21162"/>
                    </a:lnTo>
                    <a:cubicBezTo>
                      <a:pt x="37438" y="30103"/>
                      <a:pt x="30190" y="37352"/>
                      <a:pt x="21248" y="37352"/>
                    </a:cubicBezTo>
                    <a:cubicBezTo>
                      <a:pt x="12306" y="37352"/>
                      <a:pt x="5058" y="30103"/>
                      <a:pt x="5058" y="21162"/>
                    </a:cubicBezTo>
                    <a:cubicBezTo>
                      <a:pt x="5058" y="12220"/>
                      <a:pt x="12306" y="4971"/>
                      <a:pt x="21248" y="4971"/>
                    </a:cubicBezTo>
                    <a:close/>
                    <a:moveTo>
                      <a:pt x="21248" y="171"/>
                    </a:moveTo>
                    <a:cubicBezTo>
                      <a:pt x="9655" y="171"/>
                      <a:pt x="257" y="9569"/>
                      <a:pt x="257" y="21162"/>
                    </a:cubicBezTo>
                    <a:cubicBezTo>
                      <a:pt x="257" y="32754"/>
                      <a:pt x="9655" y="42152"/>
                      <a:pt x="21248" y="42152"/>
                    </a:cubicBezTo>
                    <a:cubicBezTo>
                      <a:pt x="32841" y="42152"/>
                      <a:pt x="42239" y="32754"/>
                      <a:pt x="42239" y="21162"/>
                    </a:cubicBezTo>
                    <a:lnTo>
                      <a:pt x="42239" y="21162"/>
                    </a:lnTo>
                    <a:cubicBezTo>
                      <a:pt x="42239" y="9569"/>
                      <a:pt x="32841" y="171"/>
                      <a:pt x="21248" y="171"/>
                    </a:cubicBezTo>
                    <a:close/>
                  </a:path>
                </a:pathLst>
              </a:custGeom>
              <a:solidFill>
                <a:srgbClr val="000000"/>
              </a:solidFill>
              <a:ln w="4794" cap="sq">
                <a:noFill/>
                <a:prstDash val="solid"/>
                <a:round/>
              </a:ln>
            </p:spPr>
            <p:txBody>
              <a:bodyPr rtlCol="0" anchor="ctr"/>
              <a:lstStyle/>
              <a:p>
                <a:endParaRPr lang="en-US"/>
              </a:p>
            </p:txBody>
          </p:sp>
          <p:sp>
            <p:nvSpPr>
              <p:cNvPr id="2140" name="Freeform: Shape 2139">
                <a:extLst>
                  <a:ext uri="{FF2B5EF4-FFF2-40B4-BE49-F238E27FC236}">
                    <a16:creationId xmlns:a16="http://schemas.microsoft.com/office/drawing/2014/main" id="{31A0114D-FAF0-F589-DFD6-1BE644A5CDE3}"/>
                  </a:ext>
                </a:extLst>
              </p:cNvPr>
              <p:cNvSpPr/>
              <p:nvPr/>
            </p:nvSpPr>
            <p:spPr>
              <a:xfrm>
                <a:off x="7617879" y="8068642"/>
                <a:ext cx="37180" cy="37180"/>
              </a:xfrm>
              <a:custGeom>
                <a:avLst/>
                <a:gdLst>
                  <a:gd name="connsiteX0" fmla="*/ 37428 w 37180"/>
                  <a:gd name="connsiteY0" fmla="*/ 18775 h 37180"/>
                  <a:gd name="connsiteX1" fmla="*/ 18837 w 37180"/>
                  <a:gd name="connsiteY1" fmla="*/ 37366 h 37180"/>
                  <a:gd name="connsiteX2" fmla="*/ 247 w 37180"/>
                  <a:gd name="connsiteY2" fmla="*/ 18775 h 37180"/>
                  <a:gd name="connsiteX3" fmla="*/ 18837 w 37180"/>
                  <a:gd name="connsiteY3" fmla="*/ 185 h 37180"/>
                  <a:gd name="connsiteX4" fmla="*/ 37428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75"/>
                    </a:moveTo>
                    <a:cubicBezTo>
                      <a:pt x="37428" y="29043"/>
                      <a:pt x="29104" y="37366"/>
                      <a:pt x="18837" y="37366"/>
                    </a:cubicBezTo>
                    <a:cubicBezTo>
                      <a:pt x="8570" y="37366"/>
                      <a:pt x="247" y="29043"/>
                      <a:pt x="247" y="18775"/>
                    </a:cubicBezTo>
                    <a:cubicBezTo>
                      <a:pt x="247" y="8508"/>
                      <a:pt x="8570" y="185"/>
                      <a:pt x="18837" y="185"/>
                    </a:cubicBezTo>
                    <a:cubicBezTo>
                      <a:pt x="29104" y="185"/>
                      <a:pt x="37428" y="8508"/>
                      <a:pt x="37428" y="18775"/>
                    </a:cubicBezTo>
                    <a:close/>
                  </a:path>
                </a:pathLst>
              </a:custGeom>
              <a:solidFill>
                <a:srgbClr val="F7EAEA"/>
              </a:solidFill>
              <a:ln w="5753" cap="sq">
                <a:noFill/>
                <a:prstDash val="solid"/>
                <a:miter/>
              </a:ln>
            </p:spPr>
            <p:txBody>
              <a:bodyPr rtlCol="0" anchor="ctr"/>
              <a:lstStyle/>
              <a:p>
                <a:endParaRPr lang="en-US"/>
              </a:p>
            </p:txBody>
          </p:sp>
          <p:sp>
            <p:nvSpPr>
              <p:cNvPr id="2141" name="Freeform: Shape 2140">
                <a:extLst>
                  <a:ext uri="{FF2B5EF4-FFF2-40B4-BE49-F238E27FC236}">
                    <a16:creationId xmlns:a16="http://schemas.microsoft.com/office/drawing/2014/main" id="{4CC77CE0-D7F4-5267-845C-5614889F0DBB}"/>
                  </a:ext>
                </a:extLst>
              </p:cNvPr>
              <p:cNvSpPr/>
              <p:nvPr/>
            </p:nvSpPr>
            <p:spPr>
              <a:xfrm>
                <a:off x="7615478" y="8066242"/>
                <a:ext cx="41981" cy="41981"/>
              </a:xfrm>
              <a:custGeom>
                <a:avLst/>
                <a:gdLst>
                  <a:gd name="connsiteX0" fmla="*/ 21237 w 41981"/>
                  <a:gd name="connsiteY0" fmla="*/ 4985 h 41981"/>
                  <a:gd name="connsiteX1" fmla="*/ 37428 w 41981"/>
                  <a:gd name="connsiteY1" fmla="*/ 21176 h 41981"/>
                  <a:gd name="connsiteX2" fmla="*/ 37428 w 41981"/>
                  <a:gd name="connsiteY2" fmla="*/ 21176 h 41981"/>
                  <a:gd name="connsiteX3" fmla="*/ 21237 w 41981"/>
                  <a:gd name="connsiteY3" fmla="*/ 37366 h 41981"/>
                  <a:gd name="connsiteX4" fmla="*/ 5047 w 41981"/>
                  <a:gd name="connsiteY4" fmla="*/ 21176 h 41981"/>
                  <a:gd name="connsiteX5" fmla="*/ 21237 w 41981"/>
                  <a:gd name="connsiteY5" fmla="*/ 4985 h 41981"/>
                  <a:gd name="connsiteX6" fmla="*/ 21237 w 41981"/>
                  <a:gd name="connsiteY6" fmla="*/ 185 h 41981"/>
                  <a:gd name="connsiteX7" fmla="*/ 247 w 41981"/>
                  <a:gd name="connsiteY7" fmla="*/ 21176 h 41981"/>
                  <a:gd name="connsiteX8" fmla="*/ 21237 w 41981"/>
                  <a:gd name="connsiteY8" fmla="*/ 42166 h 41981"/>
                  <a:gd name="connsiteX9" fmla="*/ 42228 w 41981"/>
                  <a:gd name="connsiteY9" fmla="*/ 21176 h 41981"/>
                  <a:gd name="connsiteX10" fmla="*/ 42228 w 41981"/>
                  <a:gd name="connsiteY10" fmla="*/ 21176 h 41981"/>
                  <a:gd name="connsiteX11" fmla="*/ 21237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85"/>
                    </a:moveTo>
                    <a:cubicBezTo>
                      <a:pt x="30179" y="4985"/>
                      <a:pt x="37428" y="12234"/>
                      <a:pt x="37428" y="21176"/>
                    </a:cubicBezTo>
                    <a:lnTo>
                      <a:pt x="37428" y="21176"/>
                    </a:lnTo>
                    <a:cubicBezTo>
                      <a:pt x="37428" y="30117"/>
                      <a:pt x="30179" y="37366"/>
                      <a:pt x="21237" y="37366"/>
                    </a:cubicBezTo>
                    <a:cubicBezTo>
                      <a:pt x="12296" y="37366"/>
                      <a:pt x="5047" y="30117"/>
                      <a:pt x="5047" y="21176"/>
                    </a:cubicBezTo>
                    <a:cubicBezTo>
                      <a:pt x="5047" y="12234"/>
                      <a:pt x="12296" y="4985"/>
                      <a:pt x="21237" y="4985"/>
                    </a:cubicBezTo>
                    <a:close/>
                    <a:moveTo>
                      <a:pt x="21237" y="185"/>
                    </a:moveTo>
                    <a:cubicBezTo>
                      <a:pt x="9645" y="185"/>
                      <a:pt x="247" y="9583"/>
                      <a:pt x="247" y="21176"/>
                    </a:cubicBezTo>
                    <a:cubicBezTo>
                      <a:pt x="247" y="32768"/>
                      <a:pt x="9645" y="42166"/>
                      <a:pt x="21237" y="42166"/>
                    </a:cubicBezTo>
                    <a:cubicBezTo>
                      <a:pt x="32830" y="42166"/>
                      <a:pt x="42228" y="32768"/>
                      <a:pt x="42228" y="21176"/>
                    </a:cubicBezTo>
                    <a:lnTo>
                      <a:pt x="42228" y="21176"/>
                    </a:lnTo>
                    <a:cubicBezTo>
                      <a:pt x="42228" y="9583"/>
                      <a:pt x="32830" y="185"/>
                      <a:pt x="21237" y="185"/>
                    </a:cubicBezTo>
                    <a:close/>
                  </a:path>
                </a:pathLst>
              </a:custGeom>
              <a:solidFill>
                <a:srgbClr val="000000"/>
              </a:solidFill>
              <a:ln w="4794" cap="sq">
                <a:noFill/>
                <a:prstDash val="solid"/>
                <a:round/>
              </a:ln>
            </p:spPr>
            <p:txBody>
              <a:bodyPr rtlCol="0" anchor="ctr"/>
              <a:lstStyle/>
              <a:p>
                <a:endParaRPr lang="en-US"/>
              </a:p>
            </p:txBody>
          </p:sp>
          <p:sp>
            <p:nvSpPr>
              <p:cNvPr id="2142" name="Freeform: Shape 2141">
                <a:extLst>
                  <a:ext uri="{FF2B5EF4-FFF2-40B4-BE49-F238E27FC236}">
                    <a16:creationId xmlns:a16="http://schemas.microsoft.com/office/drawing/2014/main" id="{44DB59C7-00F9-2A10-510C-165C9E91D080}"/>
                  </a:ext>
                </a:extLst>
              </p:cNvPr>
              <p:cNvSpPr/>
              <p:nvPr/>
            </p:nvSpPr>
            <p:spPr>
              <a:xfrm>
                <a:off x="7725441" y="8024889"/>
                <a:ext cx="37180" cy="37180"/>
              </a:xfrm>
              <a:custGeom>
                <a:avLst/>
                <a:gdLst>
                  <a:gd name="connsiteX0" fmla="*/ 37446 w 37180"/>
                  <a:gd name="connsiteY0" fmla="*/ 18768 h 37180"/>
                  <a:gd name="connsiteX1" fmla="*/ 18856 w 37180"/>
                  <a:gd name="connsiteY1" fmla="*/ 37358 h 37180"/>
                  <a:gd name="connsiteX2" fmla="*/ 266 w 37180"/>
                  <a:gd name="connsiteY2" fmla="*/ 18768 h 37180"/>
                  <a:gd name="connsiteX3" fmla="*/ 18856 w 37180"/>
                  <a:gd name="connsiteY3" fmla="*/ 177 h 37180"/>
                  <a:gd name="connsiteX4" fmla="*/ 37446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8"/>
                    </a:moveTo>
                    <a:cubicBezTo>
                      <a:pt x="37446" y="29035"/>
                      <a:pt x="29123" y="37358"/>
                      <a:pt x="18856" y="37358"/>
                    </a:cubicBezTo>
                    <a:cubicBezTo>
                      <a:pt x="8589" y="37358"/>
                      <a:pt x="266" y="29035"/>
                      <a:pt x="266" y="18768"/>
                    </a:cubicBezTo>
                    <a:cubicBezTo>
                      <a:pt x="266" y="8501"/>
                      <a:pt x="8589" y="177"/>
                      <a:pt x="18856" y="177"/>
                    </a:cubicBezTo>
                    <a:cubicBezTo>
                      <a:pt x="29123" y="177"/>
                      <a:pt x="37446" y="8501"/>
                      <a:pt x="37446" y="18768"/>
                    </a:cubicBezTo>
                    <a:close/>
                  </a:path>
                </a:pathLst>
              </a:custGeom>
              <a:solidFill>
                <a:srgbClr val="F7A541"/>
              </a:solidFill>
              <a:ln w="5753" cap="sq">
                <a:noFill/>
                <a:prstDash val="solid"/>
                <a:miter/>
              </a:ln>
            </p:spPr>
            <p:txBody>
              <a:bodyPr rtlCol="0" anchor="ctr"/>
              <a:lstStyle/>
              <a:p>
                <a:endParaRPr lang="en-US"/>
              </a:p>
            </p:txBody>
          </p:sp>
          <p:sp>
            <p:nvSpPr>
              <p:cNvPr id="2143" name="Freeform: Shape 2142">
                <a:extLst>
                  <a:ext uri="{FF2B5EF4-FFF2-40B4-BE49-F238E27FC236}">
                    <a16:creationId xmlns:a16="http://schemas.microsoft.com/office/drawing/2014/main" id="{57EBE61A-E5DB-6A22-E847-5C7094830E4E}"/>
                  </a:ext>
                </a:extLst>
              </p:cNvPr>
              <p:cNvSpPr/>
              <p:nvPr/>
            </p:nvSpPr>
            <p:spPr>
              <a:xfrm>
                <a:off x="7723041" y="8022489"/>
                <a:ext cx="41981" cy="41981"/>
              </a:xfrm>
              <a:custGeom>
                <a:avLst/>
                <a:gdLst>
                  <a:gd name="connsiteX0" fmla="*/ 21256 w 41981"/>
                  <a:gd name="connsiteY0" fmla="*/ 4978 h 41981"/>
                  <a:gd name="connsiteX1" fmla="*/ 37446 w 41981"/>
                  <a:gd name="connsiteY1" fmla="*/ 21168 h 41981"/>
                  <a:gd name="connsiteX2" fmla="*/ 37446 w 41981"/>
                  <a:gd name="connsiteY2" fmla="*/ 21168 h 41981"/>
                  <a:gd name="connsiteX3" fmla="*/ 21256 w 41981"/>
                  <a:gd name="connsiteY3" fmla="*/ 37358 h 41981"/>
                  <a:gd name="connsiteX4" fmla="*/ 5066 w 41981"/>
                  <a:gd name="connsiteY4" fmla="*/ 21168 h 41981"/>
                  <a:gd name="connsiteX5" fmla="*/ 21256 w 41981"/>
                  <a:gd name="connsiteY5" fmla="*/ 4978 h 41981"/>
                  <a:gd name="connsiteX6" fmla="*/ 21256 w 41981"/>
                  <a:gd name="connsiteY6" fmla="*/ 177 h 41981"/>
                  <a:gd name="connsiteX7" fmla="*/ 266 w 41981"/>
                  <a:gd name="connsiteY7" fmla="*/ 21168 h 41981"/>
                  <a:gd name="connsiteX8" fmla="*/ 21256 w 41981"/>
                  <a:gd name="connsiteY8" fmla="*/ 42159 h 41981"/>
                  <a:gd name="connsiteX9" fmla="*/ 42247 w 41981"/>
                  <a:gd name="connsiteY9" fmla="*/ 21168 h 41981"/>
                  <a:gd name="connsiteX10" fmla="*/ 42247 w 41981"/>
                  <a:gd name="connsiteY10" fmla="*/ 21168 h 41981"/>
                  <a:gd name="connsiteX11" fmla="*/ 21256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8"/>
                    </a:moveTo>
                    <a:cubicBezTo>
                      <a:pt x="30198" y="4978"/>
                      <a:pt x="37446" y="12226"/>
                      <a:pt x="37446" y="21168"/>
                    </a:cubicBezTo>
                    <a:lnTo>
                      <a:pt x="37446" y="21168"/>
                    </a:lnTo>
                    <a:cubicBezTo>
                      <a:pt x="37446" y="30110"/>
                      <a:pt x="30198" y="37358"/>
                      <a:pt x="21256" y="37358"/>
                    </a:cubicBezTo>
                    <a:cubicBezTo>
                      <a:pt x="12314" y="37358"/>
                      <a:pt x="5066" y="30110"/>
                      <a:pt x="5066" y="21168"/>
                    </a:cubicBezTo>
                    <a:cubicBezTo>
                      <a:pt x="5066" y="12226"/>
                      <a:pt x="12314" y="4978"/>
                      <a:pt x="21256" y="4978"/>
                    </a:cubicBezTo>
                    <a:close/>
                    <a:moveTo>
                      <a:pt x="21256" y="177"/>
                    </a:moveTo>
                    <a:cubicBezTo>
                      <a:pt x="9664" y="177"/>
                      <a:pt x="266" y="9575"/>
                      <a:pt x="266" y="21168"/>
                    </a:cubicBezTo>
                    <a:cubicBezTo>
                      <a:pt x="266" y="32761"/>
                      <a:pt x="9664" y="42159"/>
                      <a:pt x="21256" y="42159"/>
                    </a:cubicBezTo>
                    <a:cubicBezTo>
                      <a:pt x="32849" y="42159"/>
                      <a:pt x="42247" y="32761"/>
                      <a:pt x="42247" y="21168"/>
                    </a:cubicBezTo>
                    <a:lnTo>
                      <a:pt x="42247" y="21168"/>
                    </a:lnTo>
                    <a:cubicBezTo>
                      <a:pt x="42247" y="9575"/>
                      <a:pt x="32849" y="177"/>
                      <a:pt x="21256" y="177"/>
                    </a:cubicBezTo>
                    <a:close/>
                  </a:path>
                </a:pathLst>
              </a:custGeom>
              <a:solidFill>
                <a:srgbClr val="000000"/>
              </a:solidFill>
              <a:ln w="4794" cap="sq">
                <a:noFill/>
                <a:prstDash val="solid"/>
                <a:round/>
              </a:ln>
            </p:spPr>
            <p:txBody>
              <a:bodyPr rtlCol="0" anchor="ctr"/>
              <a:lstStyle/>
              <a:p>
                <a:endParaRPr lang="en-US"/>
              </a:p>
            </p:txBody>
          </p:sp>
          <p:sp>
            <p:nvSpPr>
              <p:cNvPr id="2144" name="Freeform: Shape 2143">
                <a:extLst>
                  <a:ext uri="{FF2B5EF4-FFF2-40B4-BE49-F238E27FC236}">
                    <a16:creationId xmlns:a16="http://schemas.microsoft.com/office/drawing/2014/main" id="{008692E4-9477-EF00-110E-3B884A50DD7E}"/>
                  </a:ext>
                </a:extLst>
              </p:cNvPr>
              <p:cNvSpPr/>
              <p:nvPr/>
            </p:nvSpPr>
            <p:spPr>
              <a:xfrm>
                <a:off x="7507569" y="8072905"/>
                <a:ext cx="37180" cy="37180"/>
              </a:xfrm>
              <a:custGeom>
                <a:avLst/>
                <a:gdLst>
                  <a:gd name="connsiteX0" fmla="*/ 37409 w 37180"/>
                  <a:gd name="connsiteY0" fmla="*/ 18776 h 37180"/>
                  <a:gd name="connsiteX1" fmla="*/ 18818 w 37180"/>
                  <a:gd name="connsiteY1" fmla="*/ 37367 h 37180"/>
                  <a:gd name="connsiteX2" fmla="*/ 228 w 37180"/>
                  <a:gd name="connsiteY2" fmla="*/ 18776 h 37180"/>
                  <a:gd name="connsiteX3" fmla="*/ 18818 w 37180"/>
                  <a:gd name="connsiteY3" fmla="*/ 186 h 37180"/>
                  <a:gd name="connsiteX4" fmla="*/ 37409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76"/>
                    </a:moveTo>
                    <a:cubicBezTo>
                      <a:pt x="37409" y="29043"/>
                      <a:pt x="29085" y="37367"/>
                      <a:pt x="18818" y="37367"/>
                    </a:cubicBezTo>
                    <a:cubicBezTo>
                      <a:pt x="8551" y="37367"/>
                      <a:pt x="228" y="29043"/>
                      <a:pt x="228" y="18776"/>
                    </a:cubicBezTo>
                    <a:cubicBezTo>
                      <a:pt x="228" y="8509"/>
                      <a:pt x="8551" y="186"/>
                      <a:pt x="18818" y="186"/>
                    </a:cubicBezTo>
                    <a:cubicBezTo>
                      <a:pt x="29085" y="186"/>
                      <a:pt x="37409" y="8509"/>
                      <a:pt x="37409" y="18776"/>
                    </a:cubicBezTo>
                    <a:close/>
                  </a:path>
                </a:pathLst>
              </a:custGeom>
              <a:solidFill>
                <a:srgbClr val="F7CFCF"/>
              </a:solidFill>
              <a:ln w="5753" cap="sq">
                <a:noFill/>
                <a:prstDash val="solid"/>
                <a:miter/>
              </a:ln>
            </p:spPr>
            <p:txBody>
              <a:bodyPr rtlCol="0" anchor="ctr"/>
              <a:lstStyle/>
              <a:p>
                <a:endParaRPr lang="en-US"/>
              </a:p>
            </p:txBody>
          </p:sp>
          <p:sp>
            <p:nvSpPr>
              <p:cNvPr id="2145" name="Freeform: Shape 2144">
                <a:extLst>
                  <a:ext uri="{FF2B5EF4-FFF2-40B4-BE49-F238E27FC236}">
                    <a16:creationId xmlns:a16="http://schemas.microsoft.com/office/drawing/2014/main" id="{42945D63-CBA1-6075-BD9D-B34608AAECC0}"/>
                  </a:ext>
                </a:extLst>
              </p:cNvPr>
              <p:cNvSpPr/>
              <p:nvPr/>
            </p:nvSpPr>
            <p:spPr>
              <a:xfrm>
                <a:off x="7505169" y="8070505"/>
                <a:ext cx="41981" cy="41981"/>
              </a:xfrm>
              <a:custGeom>
                <a:avLst/>
                <a:gdLst>
                  <a:gd name="connsiteX0" fmla="*/ 21218 w 41981"/>
                  <a:gd name="connsiteY0" fmla="*/ 4986 h 41981"/>
                  <a:gd name="connsiteX1" fmla="*/ 37409 w 41981"/>
                  <a:gd name="connsiteY1" fmla="*/ 21176 h 41981"/>
                  <a:gd name="connsiteX2" fmla="*/ 37409 w 41981"/>
                  <a:gd name="connsiteY2" fmla="*/ 21176 h 41981"/>
                  <a:gd name="connsiteX3" fmla="*/ 21218 w 41981"/>
                  <a:gd name="connsiteY3" fmla="*/ 37367 h 41981"/>
                  <a:gd name="connsiteX4" fmla="*/ 5028 w 41981"/>
                  <a:gd name="connsiteY4" fmla="*/ 21176 h 41981"/>
                  <a:gd name="connsiteX5" fmla="*/ 21218 w 41981"/>
                  <a:gd name="connsiteY5" fmla="*/ 4986 h 41981"/>
                  <a:gd name="connsiteX6" fmla="*/ 21218 w 41981"/>
                  <a:gd name="connsiteY6" fmla="*/ 186 h 41981"/>
                  <a:gd name="connsiteX7" fmla="*/ 228 w 41981"/>
                  <a:gd name="connsiteY7" fmla="*/ 21176 h 41981"/>
                  <a:gd name="connsiteX8" fmla="*/ 21218 w 41981"/>
                  <a:gd name="connsiteY8" fmla="*/ 42167 h 41981"/>
                  <a:gd name="connsiteX9" fmla="*/ 42209 w 41981"/>
                  <a:gd name="connsiteY9" fmla="*/ 21176 h 41981"/>
                  <a:gd name="connsiteX10" fmla="*/ 42209 w 41981"/>
                  <a:gd name="connsiteY10" fmla="*/ 21176 h 41981"/>
                  <a:gd name="connsiteX11" fmla="*/ 21218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86"/>
                    </a:moveTo>
                    <a:cubicBezTo>
                      <a:pt x="30160" y="4986"/>
                      <a:pt x="37409" y="12235"/>
                      <a:pt x="37409" y="21176"/>
                    </a:cubicBezTo>
                    <a:lnTo>
                      <a:pt x="37409" y="21176"/>
                    </a:lnTo>
                    <a:cubicBezTo>
                      <a:pt x="37409" y="30118"/>
                      <a:pt x="30160" y="37367"/>
                      <a:pt x="21218" y="37367"/>
                    </a:cubicBezTo>
                    <a:cubicBezTo>
                      <a:pt x="12276" y="37367"/>
                      <a:pt x="5028" y="30118"/>
                      <a:pt x="5028" y="21176"/>
                    </a:cubicBezTo>
                    <a:cubicBezTo>
                      <a:pt x="5028" y="12235"/>
                      <a:pt x="12276" y="4986"/>
                      <a:pt x="21218" y="4986"/>
                    </a:cubicBezTo>
                    <a:close/>
                    <a:moveTo>
                      <a:pt x="21218" y="186"/>
                    </a:moveTo>
                    <a:cubicBezTo>
                      <a:pt x="9626" y="186"/>
                      <a:pt x="228" y="9584"/>
                      <a:pt x="228" y="21176"/>
                    </a:cubicBezTo>
                    <a:cubicBezTo>
                      <a:pt x="228" y="32769"/>
                      <a:pt x="9626" y="42167"/>
                      <a:pt x="21218" y="42167"/>
                    </a:cubicBezTo>
                    <a:cubicBezTo>
                      <a:pt x="32811" y="42167"/>
                      <a:pt x="42209" y="32769"/>
                      <a:pt x="42209" y="21176"/>
                    </a:cubicBezTo>
                    <a:lnTo>
                      <a:pt x="42209" y="21176"/>
                    </a:lnTo>
                    <a:cubicBezTo>
                      <a:pt x="42209" y="9584"/>
                      <a:pt x="32811" y="186"/>
                      <a:pt x="21218" y="186"/>
                    </a:cubicBezTo>
                    <a:close/>
                  </a:path>
                </a:pathLst>
              </a:custGeom>
              <a:solidFill>
                <a:srgbClr val="000000"/>
              </a:solidFill>
              <a:ln w="4794" cap="sq">
                <a:noFill/>
                <a:prstDash val="solid"/>
                <a:round/>
              </a:ln>
            </p:spPr>
            <p:txBody>
              <a:bodyPr rtlCol="0" anchor="ctr"/>
              <a:lstStyle/>
              <a:p>
                <a:endParaRPr lang="en-US"/>
              </a:p>
            </p:txBody>
          </p:sp>
          <p:sp>
            <p:nvSpPr>
              <p:cNvPr id="2146" name="Freeform: Shape 2145">
                <a:extLst>
                  <a:ext uri="{FF2B5EF4-FFF2-40B4-BE49-F238E27FC236}">
                    <a16:creationId xmlns:a16="http://schemas.microsoft.com/office/drawing/2014/main" id="{A2236C43-6080-4DD3-081F-251A6F89F974}"/>
                  </a:ext>
                </a:extLst>
              </p:cNvPr>
              <p:cNvSpPr/>
              <p:nvPr/>
            </p:nvSpPr>
            <p:spPr>
              <a:xfrm>
                <a:off x="7480889" y="8005847"/>
                <a:ext cx="37180" cy="37180"/>
              </a:xfrm>
              <a:custGeom>
                <a:avLst/>
                <a:gdLst>
                  <a:gd name="connsiteX0" fmla="*/ 37404 w 37180"/>
                  <a:gd name="connsiteY0" fmla="*/ 18765 h 37180"/>
                  <a:gd name="connsiteX1" fmla="*/ 18813 w 37180"/>
                  <a:gd name="connsiteY1" fmla="*/ 37355 h 37180"/>
                  <a:gd name="connsiteX2" fmla="*/ 223 w 37180"/>
                  <a:gd name="connsiteY2" fmla="*/ 18765 h 37180"/>
                  <a:gd name="connsiteX3" fmla="*/ 18813 w 37180"/>
                  <a:gd name="connsiteY3" fmla="*/ 174 h 37180"/>
                  <a:gd name="connsiteX4" fmla="*/ 37404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65"/>
                    </a:moveTo>
                    <a:cubicBezTo>
                      <a:pt x="37404" y="29032"/>
                      <a:pt x="29081" y="37355"/>
                      <a:pt x="18813" y="37355"/>
                    </a:cubicBezTo>
                    <a:cubicBezTo>
                      <a:pt x="8546" y="37355"/>
                      <a:pt x="223" y="29032"/>
                      <a:pt x="223" y="18765"/>
                    </a:cubicBezTo>
                    <a:cubicBezTo>
                      <a:pt x="223" y="8497"/>
                      <a:pt x="8546" y="174"/>
                      <a:pt x="18813" y="174"/>
                    </a:cubicBezTo>
                    <a:cubicBezTo>
                      <a:pt x="29081" y="174"/>
                      <a:pt x="37404" y="8497"/>
                      <a:pt x="37404" y="18765"/>
                    </a:cubicBezTo>
                    <a:close/>
                  </a:path>
                </a:pathLst>
              </a:custGeom>
              <a:solidFill>
                <a:srgbClr val="F7F5F5"/>
              </a:solidFill>
              <a:ln w="5753" cap="sq">
                <a:noFill/>
                <a:prstDash val="solid"/>
                <a:miter/>
              </a:ln>
            </p:spPr>
            <p:txBody>
              <a:bodyPr rtlCol="0" anchor="ctr"/>
              <a:lstStyle/>
              <a:p>
                <a:endParaRPr lang="en-US"/>
              </a:p>
            </p:txBody>
          </p:sp>
          <p:sp>
            <p:nvSpPr>
              <p:cNvPr id="2147" name="Freeform: Shape 2146">
                <a:extLst>
                  <a:ext uri="{FF2B5EF4-FFF2-40B4-BE49-F238E27FC236}">
                    <a16:creationId xmlns:a16="http://schemas.microsoft.com/office/drawing/2014/main" id="{12901934-F994-3125-36F2-DA1B54B78467}"/>
                  </a:ext>
                </a:extLst>
              </p:cNvPr>
              <p:cNvSpPr/>
              <p:nvPr/>
            </p:nvSpPr>
            <p:spPr>
              <a:xfrm>
                <a:off x="7478488" y="8003447"/>
                <a:ext cx="41981" cy="41981"/>
              </a:xfrm>
              <a:custGeom>
                <a:avLst/>
                <a:gdLst>
                  <a:gd name="connsiteX0" fmla="*/ 21214 w 41981"/>
                  <a:gd name="connsiteY0" fmla="*/ 4975 h 41981"/>
                  <a:gd name="connsiteX1" fmla="*/ 37404 w 41981"/>
                  <a:gd name="connsiteY1" fmla="*/ 21165 h 41981"/>
                  <a:gd name="connsiteX2" fmla="*/ 37404 w 41981"/>
                  <a:gd name="connsiteY2" fmla="*/ 21165 h 41981"/>
                  <a:gd name="connsiteX3" fmla="*/ 21214 w 41981"/>
                  <a:gd name="connsiteY3" fmla="*/ 37355 h 41981"/>
                  <a:gd name="connsiteX4" fmla="*/ 5023 w 41981"/>
                  <a:gd name="connsiteY4" fmla="*/ 21165 h 41981"/>
                  <a:gd name="connsiteX5" fmla="*/ 21214 w 41981"/>
                  <a:gd name="connsiteY5" fmla="*/ 4975 h 41981"/>
                  <a:gd name="connsiteX6" fmla="*/ 21214 w 41981"/>
                  <a:gd name="connsiteY6" fmla="*/ 174 h 41981"/>
                  <a:gd name="connsiteX7" fmla="*/ 223 w 41981"/>
                  <a:gd name="connsiteY7" fmla="*/ 21165 h 41981"/>
                  <a:gd name="connsiteX8" fmla="*/ 21214 w 41981"/>
                  <a:gd name="connsiteY8" fmla="*/ 42155 h 41981"/>
                  <a:gd name="connsiteX9" fmla="*/ 42204 w 41981"/>
                  <a:gd name="connsiteY9" fmla="*/ 21165 h 41981"/>
                  <a:gd name="connsiteX10" fmla="*/ 42204 w 41981"/>
                  <a:gd name="connsiteY10" fmla="*/ 21165 h 41981"/>
                  <a:gd name="connsiteX11" fmla="*/ 21214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75"/>
                    </a:moveTo>
                    <a:cubicBezTo>
                      <a:pt x="30156" y="4975"/>
                      <a:pt x="37404" y="12223"/>
                      <a:pt x="37404" y="21165"/>
                    </a:cubicBezTo>
                    <a:lnTo>
                      <a:pt x="37404" y="21165"/>
                    </a:lnTo>
                    <a:cubicBezTo>
                      <a:pt x="37404" y="30107"/>
                      <a:pt x="30156" y="37355"/>
                      <a:pt x="21214" y="37355"/>
                    </a:cubicBezTo>
                    <a:cubicBezTo>
                      <a:pt x="12272" y="37355"/>
                      <a:pt x="5023" y="30107"/>
                      <a:pt x="5023" y="21165"/>
                    </a:cubicBezTo>
                    <a:cubicBezTo>
                      <a:pt x="5023" y="12223"/>
                      <a:pt x="12272" y="4975"/>
                      <a:pt x="21214" y="4975"/>
                    </a:cubicBezTo>
                    <a:close/>
                    <a:moveTo>
                      <a:pt x="21214" y="174"/>
                    </a:moveTo>
                    <a:cubicBezTo>
                      <a:pt x="9621" y="174"/>
                      <a:pt x="223" y="9572"/>
                      <a:pt x="223" y="21165"/>
                    </a:cubicBezTo>
                    <a:cubicBezTo>
                      <a:pt x="223" y="32757"/>
                      <a:pt x="9621" y="42155"/>
                      <a:pt x="21214" y="42155"/>
                    </a:cubicBezTo>
                    <a:cubicBezTo>
                      <a:pt x="32806" y="42155"/>
                      <a:pt x="42204" y="32757"/>
                      <a:pt x="42204" y="21165"/>
                    </a:cubicBezTo>
                    <a:lnTo>
                      <a:pt x="42204" y="21165"/>
                    </a:lnTo>
                    <a:cubicBezTo>
                      <a:pt x="42204" y="9572"/>
                      <a:pt x="32806" y="174"/>
                      <a:pt x="21214" y="174"/>
                    </a:cubicBezTo>
                    <a:close/>
                  </a:path>
                </a:pathLst>
              </a:custGeom>
              <a:solidFill>
                <a:srgbClr val="000000"/>
              </a:solidFill>
              <a:ln w="4794" cap="sq">
                <a:noFill/>
                <a:prstDash val="solid"/>
                <a:round/>
              </a:ln>
            </p:spPr>
            <p:txBody>
              <a:bodyPr rtlCol="0" anchor="ctr"/>
              <a:lstStyle/>
              <a:p>
                <a:endParaRPr lang="en-US"/>
              </a:p>
            </p:txBody>
          </p:sp>
          <p:sp>
            <p:nvSpPr>
              <p:cNvPr id="2148" name="Freeform: Shape 2147">
                <a:extLst>
                  <a:ext uri="{FF2B5EF4-FFF2-40B4-BE49-F238E27FC236}">
                    <a16:creationId xmlns:a16="http://schemas.microsoft.com/office/drawing/2014/main" id="{577FAF52-0C0B-3D49-001B-6A8006FF331C}"/>
                  </a:ext>
                </a:extLst>
              </p:cNvPr>
              <p:cNvSpPr/>
              <p:nvPr/>
            </p:nvSpPr>
            <p:spPr>
              <a:xfrm>
                <a:off x="7516428" y="8076361"/>
                <a:ext cx="37180" cy="37180"/>
              </a:xfrm>
              <a:custGeom>
                <a:avLst/>
                <a:gdLst>
                  <a:gd name="connsiteX0" fmla="*/ 37410 w 37180"/>
                  <a:gd name="connsiteY0" fmla="*/ 18777 h 37180"/>
                  <a:gd name="connsiteX1" fmla="*/ 18820 w 37180"/>
                  <a:gd name="connsiteY1" fmla="*/ 37367 h 37180"/>
                  <a:gd name="connsiteX2" fmla="*/ 229 w 37180"/>
                  <a:gd name="connsiteY2" fmla="*/ 18777 h 37180"/>
                  <a:gd name="connsiteX3" fmla="*/ 18820 w 37180"/>
                  <a:gd name="connsiteY3" fmla="*/ 186 h 37180"/>
                  <a:gd name="connsiteX4" fmla="*/ 3741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0" y="18777"/>
                    </a:moveTo>
                    <a:cubicBezTo>
                      <a:pt x="37410" y="29044"/>
                      <a:pt x="29087" y="37367"/>
                      <a:pt x="18820" y="37367"/>
                    </a:cubicBezTo>
                    <a:cubicBezTo>
                      <a:pt x="8552" y="37367"/>
                      <a:pt x="229" y="29044"/>
                      <a:pt x="229" y="18777"/>
                    </a:cubicBezTo>
                    <a:cubicBezTo>
                      <a:pt x="229" y="8510"/>
                      <a:pt x="8552" y="186"/>
                      <a:pt x="18820" y="186"/>
                    </a:cubicBezTo>
                    <a:cubicBezTo>
                      <a:pt x="29087" y="186"/>
                      <a:pt x="37410" y="8510"/>
                      <a:pt x="37410" y="18777"/>
                    </a:cubicBezTo>
                    <a:close/>
                  </a:path>
                </a:pathLst>
              </a:custGeom>
              <a:solidFill>
                <a:srgbClr val="F0F7F0"/>
              </a:solidFill>
              <a:ln w="5753" cap="sq">
                <a:noFill/>
                <a:prstDash val="solid"/>
                <a:miter/>
              </a:ln>
            </p:spPr>
            <p:txBody>
              <a:bodyPr rtlCol="0" anchor="ctr"/>
              <a:lstStyle/>
              <a:p>
                <a:endParaRPr lang="en-US"/>
              </a:p>
            </p:txBody>
          </p:sp>
          <p:sp>
            <p:nvSpPr>
              <p:cNvPr id="2149" name="Freeform: Shape 2148">
                <a:extLst>
                  <a:ext uri="{FF2B5EF4-FFF2-40B4-BE49-F238E27FC236}">
                    <a16:creationId xmlns:a16="http://schemas.microsoft.com/office/drawing/2014/main" id="{21F58158-9767-8ABD-AE4A-67BA9CF28615}"/>
                  </a:ext>
                </a:extLst>
              </p:cNvPr>
              <p:cNvSpPr/>
              <p:nvPr/>
            </p:nvSpPr>
            <p:spPr>
              <a:xfrm>
                <a:off x="7514028" y="8073961"/>
                <a:ext cx="41981" cy="41981"/>
              </a:xfrm>
              <a:custGeom>
                <a:avLst/>
                <a:gdLst>
                  <a:gd name="connsiteX0" fmla="*/ 21220 w 41981"/>
                  <a:gd name="connsiteY0" fmla="*/ 4987 h 41981"/>
                  <a:gd name="connsiteX1" fmla="*/ 37410 w 41981"/>
                  <a:gd name="connsiteY1" fmla="*/ 21177 h 41981"/>
                  <a:gd name="connsiteX2" fmla="*/ 37410 w 41981"/>
                  <a:gd name="connsiteY2" fmla="*/ 21177 h 41981"/>
                  <a:gd name="connsiteX3" fmla="*/ 21220 w 41981"/>
                  <a:gd name="connsiteY3" fmla="*/ 37367 h 41981"/>
                  <a:gd name="connsiteX4" fmla="*/ 5030 w 41981"/>
                  <a:gd name="connsiteY4" fmla="*/ 21177 h 41981"/>
                  <a:gd name="connsiteX5" fmla="*/ 21220 w 41981"/>
                  <a:gd name="connsiteY5" fmla="*/ 4987 h 41981"/>
                  <a:gd name="connsiteX6" fmla="*/ 21220 w 41981"/>
                  <a:gd name="connsiteY6" fmla="*/ 186 h 41981"/>
                  <a:gd name="connsiteX7" fmla="*/ 229 w 41981"/>
                  <a:gd name="connsiteY7" fmla="*/ 21177 h 41981"/>
                  <a:gd name="connsiteX8" fmla="*/ 21220 w 41981"/>
                  <a:gd name="connsiteY8" fmla="*/ 42168 h 41981"/>
                  <a:gd name="connsiteX9" fmla="*/ 42210 w 41981"/>
                  <a:gd name="connsiteY9" fmla="*/ 21177 h 41981"/>
                  <a:gd name="connsiteX10" fmla="*/ 42210 w 41981"/>
                  <a:gd name="connsiteY10" fmla="*/ 21177 h 41981"/>
                  <a:gd name="connsiteX11" fmla="*/ 21220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0" y="4987"/>
                    </a:moveTo>
                    <a:cubicBezTo>
                      <a:pt x="30162" y="4987"/>
                      <a:pt x="37410" y="12235"/>
                      <a:pt x="37410" y="21177"/>
                    </a:cubicBezTo>
                    <a:lnTo>
                      <a:pt x="37410" y="21177"/>
                    </a:lnTo>
                    <a:cubicBezTo>
                      <a:pt x="37410" y="30119"/>
                      <a:pt x="30162" y="37367"/>
                      <a:pt x="21220" y="37367"/>
                    </a:cubicBezTo>
                    <a:cubicBezTo>
                      <a:pt x="12278" y="37367"/>
                      <a:pt x="5030" y="30119"/>
                      <a:pt x="5030" y="21177"/>
                    </a:cubicBezTo>
                    <a:cubicBezTo>
                      <a:pt x="5030" y="12235"/>
                      <a:pt x="12278" y="4987"/>
                      <a:pt x="21220" y="4987"/>
                    </a:cubicBezTo>
                    <a:close/>
                    <a:moveTo>
                      <a:pt x="21220" y="186"/>
                    </a:moveTo>
                    <a:cubicBezTo>
                      <a:pt x="9627" y="186"/>
                      <a:pt x="229" y="9584"/>
                      <a:pt x="229" y="21177"/>
                    </a:cubicBezTo>
                    <a:cubicBezTo>
                      <a:pt x="229" y="32770"/>
                      <a:pt x="9627" y="42168"/>
                      <a:pt x="21220" y="42168"/>
                    </a:cubicBezTo>
                    <a:cubicBezTo>
                      <a:pt x="32812" y="42168"/>
                      <a:pt x="42210" y="32770"/>
                      <a:pt x="42210" y="21177"/>
                    </a:cubicBezTo>
                    <a:lnTo>
                      <a:pt x="42210" y="21177"/>
                    </a:lnTo>
                    <a:cubicBezTo>
                      <a:pt x="42210" y="9584"/>
                      <a:pt x="32812" y="186"/>
                      <a:pt x="21220" y="186"/>
                    </a:cubicBezTo>
                    <a:close/>
                  </a:path>
                </a:pathLst>
              </a:custGeom>
              <a:solidFill>
                <a:srgbClr val="000000"/>
              </a:solidFill>
              <a:ln w="4794" cap="sq">
                <a:noFill/>
                <a:prstDash val="solid"/>
                <a:round/>
              </a:ln>
            </p:spPr>
            <p:txBody>
              <a:bodyPr rtlCol="0" anchor="ctr"/>
              <a:lstStyle/>
              <a:p>
                <a:endParaRPr lang="en-US"/>
              </a:p>
            </p:txBody>
          </p:sp>
          <p:sp>
            <p:nvSpPr>
              <p:cNvPr id="2150" name="Freeform: Shape 2149">
                <a:extLst>
                  <a:ext uri="{FF2B5EF4-FFF2-40B4-BE49-F238E27FC236}">
                    <a16:creationId xmlns:a16="http://schemas.microsoft.com/office/drawing/2014/main" id="{877F4621-C848-5610-17E9-E89CF1FB1F19}"/>
                  </a:ext>
                </a:extLst>
              </p:cNvPr>
              <p:cNvSpPr/>
              <p:nvPr/>
            </p:nvSpPr>
            <p:spPr>
              <a:xfrm>
                <a:off x="7624935" y="7938651"/>
                <a:ext cx="37180" cy="37180"/>
              </a:xfrm>
              <a:custGeom>
                <a:avLst/>
                <a:gdLst>
                  <a:gd name="connsiteX0" fmla="*/ 37429 w 37180"/>
                  <a:gd name="connsiteY0" fmla="*/ 18753 h 37180"/>
                  <a:gd name="connsiteX1" fmla="*/ 18839 w 37180"/>
                  <a:gd name="connsiteY1" fmla="*/ 37343 h 37180"/>
                  <a:gd name="connsiteX2" fmla="*/ 248 w 37180"/>
                  <a:gd name="connsiteY2" fmla="*/ 18753 h 37180"/>
                  <a:gd name="connsiteX3" fmla="*/ 18839 w 37180"/>
                  <a:gd name="connsiteY3" fmla="*/ 162 h 37180"/>
                  <a:gd name="connsiteX4" fmla="*/ 37429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53"/>
                    </a:moveTo>
                    <a:cubicBezTo>
                      <a:pt x="37429" y="29020"/>
                      <a:pt x="29106" y="37343"/>
                      <a:pt x="18839" y="37343"/>
                    </a:cubicBezTo>
                    <a:cubicBezTo>
                      <a:pt x="8571" y="37343"/>
                      <a:pt x="248" y="29020"/>
                      <a:pt x="248" y="18753"/>
                    </a:cubicBezTo>
                    <a:cubicBezTo>
                      <a:pt x="248" y="8486"/>
                      <a:pt x="8571" y="162"/>
                      <a:pt x="18839" y="162"/>
                    </a:cubicBezTo>
                    <a:cubicBezTo>
                      <a:pt x="29106" y="162"/>
                      <a:pt x="37429" y="8486"/>
                      <a:pt x="37429" y="18753"/>
                    </a:cubicBezTo>
                    <a:close/>
                  </a:path>
                </a:pathLst>
              </a:custGeom>
              <a:solidFill>
                <a:srgbClr val="C1F7C1"/>
              </a:solidFill>
              <a:ln w="5753" cap="sq">
                <a:noFill/>
                <a:prstDash val="solid"/>
                <a:miter/>
              </a:ln>
            </p:spPr>
            <p:txBody>
              <a:bodyPr rtlCol="0" anchor="ctr"/>
              <a:lstStyle/>
              <a:p>
                <a:endParaRPr lang="en-US"/>
              </a:p>
            </p:txBody>
          </p:sp>
          <p:sp>
            <p:nvSpPr>
              <p:cNvPr id="2151" name="Freeform: Shape 2150">
                <a:extLst>
                  <a:ext uri="{FF2B5EF4-FFF2-40B4-BE49-F238E27FC236}">
                    <a16:creationId xmlns:a16="http://schemas.microsoft.com/office/drawing/2014/main" id="{99874FDE-1D42-97F5-3DE5-02F7B6BFB2B4}"/>
                  </a:ext>
                </a:extLst>
              </p:cNvPr>
              <p:cNvSpPr/>
              <p:nvPr/>
            </p:nvSpPr>
            <p:spPr>
              <a:xfrm>
                <a:off x="7622534" y="7936251"/>
                <a:ext cx="41981" cy="41981"/>
              </a:xfrm>
              <a:custGeom>
                <a:avLst/>
                <a:gdLst>
                  <a:gd name="connsiteX0" fmla="*/ 21239 w 41981"/>
                  <a:gd name="connsiteY0" fmla="*/ 4963 h 41981"/>
                  <a:gd name="connsiteX1" fmla="*/ 37429 w 41981"/>
                  <a:gd name="connsiteY1" fmla="*/ 21153 h 41981"/>
                  <a:gd name="connsiteX2" fmla="*/ 37429 w 41981"/>
                  <a:gd name="connsiteY2" fmla="*/ 21153 h 41981"/>
                  <a:gd name="connsiteX3" fmla="*/ 21239 w 41981"/>
                  <a:gd name="connsiteY3" fmla="*/ 37343 h 41981"/>
                  <a:gd name="connsiteX4" fmla="*/ 5048 w 41981"/>
                  <a:gd name="connsiteY4" fmla="*/ 21153 h 41981"/>
                  <a:gd name="connsiteX5" fmla="*/ 21239 w 41981"/>
                  <a:gd name="connsiteY5" fmla="*/ 4963 h 41981"/>
                  <a:gd name="connsiteX6" fmla="*/ 21239 w 41981"/>
                  <a:gd name="connsiteY6" fmla="*/ 162 h 41981"/>
                  <a:gd name="connsiteX7" fmla="*/ 248 w 41981"/>
                  <a:gd name="connsiteY7" fmla="*/ 21153 h 41981"/>
                  <a:gd name="connsiteX8" fmla="*/ 21239 w 41981"/>
                  <a:gd name="connsiteY8" fmla="*/ 42144 h 41981"/>
                  <a:gd name="connsiteX9" fmla="*/ 42229 w 41981"/>
                  <a:gd name="connsiteY9" fmla="*/ 21153 h 41981"/>
                  <a:gd name="connsiteX10" fmla="*/ 42229 w 41981"/>
                  <a:gd name="connsiteY10" fmla="*/ 21153 h 41981"/>
                  <a:gd name="connsiteX11" fmla="*/ 21239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63"/>
                    </a:moveTo>
                    <a:cubicBezTo>
                      <a:pt x="30181" y="4963"/>
                      <a:pt x="37429" y="12211"/>
                      <a:pt x="37429" y="21153"/>
                    </a:cubicBezTo>
                    <a:lnTo>
                      <a:pt x="37429" y="21153"/>
                    </a:lnTo>
                    <a:cubicBezTo>
                      <a:pt x="37429" y="30095"/>
                      <a:pt x="30181" y="37343"/>
                      <a:pt x="21239" y="37343"/>
                    </a:cubicBezTo>
                    <a:cubicBezTo>
                      <a:pt x="12297" y="37343"/>
                      <a:pt x="5048" y="30095"/>
                      <a:pt x="5048" y="21153"/>
                    </a:cubicBezTo>
                    <a:cubicBezTo>
                      <a:pt x="5048" y="12211"/>
                      <a:pt x="12297" y="4963"/>
                      <a:pt x="21239" y="4963"/>
                    </a:cubicBezTo>
                    <a:close/>
                    <a:moveTo>
                      <a:pt x="21239" y="162"/>
                    </a:moveTo>
                    <a:cubicBezTo>
                      <a:pt x="9646" y="162"/>
                      <a:pt x="248" y="9561"/>
                      <a:pt x="248" y="21153"/>
                    </a:cubicBezTo>
                    <a:cubicBezTo>
                      <a:pt x="248" y="32746"/>
                      <a:pt x="9646" y="42144"/>
                      <a:pt x="21239" y="42144"/>
                    </a:cubicBezTo>
                    <a:cubicBezTo>
                      <a:pt x="32831" y="42144"/>
                      <a:pt x="42229" y="32746"/>
                      <a:pt x="42229" y="21153"/>
                    </a:cubicBezTo>
                    <a:lnTo>
                      <a:pt x="42229" y="21153"/>
                    </a:lnTo>
                    <a:cubicBezTo>
                      <a:pt x="42229" y="9561"/>
                      <a:pt x="32831" y="162"/>
                      <a:pt x="21239" y="162"/>
                    </a:cubicBezTo>
                    <a:close/>
                  </a:path>
                </a:pathLst>
              </a:custGeom>
              <a:solidFill>
                <a:srgbClr val="000000"/>
              </a:solidFill>
              <a:ln w="4794" cap="sq">
                <a:noFill/>
                <a:prstDash val="solid"/>
                <a:round/>
              </a:ln>
            </p:spPr>
            <p:txBody>
              <a:bodyPr rtlCol="0" anchor="ctr"/>
              <a:lstStyle/>
              <a:p>
                <a:endParaRPr lang="en-US"/>
              </a:p>
            </p:txBody>
          </p:sp>
          <p:sp>
            <p:nvSpPr>
              <p:cNvPr id="2152" name="Freeform: Shape 2151">
                <a:extLst>
                  <a:ext uri="{FF2B5EF4-FFF2-40B4-BE49-F238E27FC236}">
                    <a16:creationId xmlns:a16="http://schemas.microsoft.com/office/drawing/2014/main" id="{3E60C581-AF61-21FB-0BED-0E1695741BD8}"/>
                  </a:ext>
                </a:extLst>
              </p:cNvPr>
              <p:cNvSpPr/>
              <p:nvPr/>
            </p:nvSpPr>
            <p:spPr>
              <a:xfrm>
                <a:off x="7673296" y="7665834"/>
                <a:ext cx="37180" cy="37180"/>
              </a:xfrm>
              <a:custGeom>
                <a:avLst/>
                <a:gdLst>
                  <a:gd name="connsiteX0" fmla="*/ 37437 w 37180"/>
                  <a:gd name="connsiteY0" fmla="*/ 18706 h 37180"/>
                  <a:gd name="connsiteX1" fmla="*/ 18847 w 37180"/>
                  <a:gd name="connsiteY1" fmla="*/ 37296 h 37180"/>
                  <a:gd name="connsiteX2" fmla="*/ 256 w 37180"/>
                  <a:gd name="connsiteY2" fmla="*/ 18706 h 37180"/>
                  <a:gd name="connsiteX3" fmla="*/ 18847 w 37180"/>
                  <a:gd name="connsiteY3" fmla="*/ 115 h 37180"/>
                  <a:gd name="connsiteX4" fmla="*/ 37437 w 37180"/>
                  <a:gd name="connsiteY4" fmla="*/ 1870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06"/>
                    </a:moveTo>
                    <a:cubicBezTo>
                      <a:pt x="37437" y="28973"/>
                      <a:pt x="29114" y="37296"/>
                      <a:pt x="18847" y="37296"/>
                    </a:cubicBezTo>
                    <a:cubicBezTo>
                      <a:pt x="8580" y="37296"/>
                      <a:pt x="256" y="28973"/>
                      <a:pt x="256" y="18706"/>
                    </a:cubicBezTo>
                    <a:cubicBezTo>
                      <a:pt x="256" y="8438"/>
                      <a:pt x="8580" y="115"/>
                      <a:pt x="18847" y="115"/>
                    </a:cubicBezTo>
                    <a:cubicBezTo>
                      <a:pt x="29114" y="115"/>
                      <a:pt x="37437" y="8438"/>
                      <a:pt x="37437" y="18706"/>
                    </a:cubicBezTo>
                    <a:close/>
                  </a:path>
                </a:pathLst>
              </a:custGeom>
              <a:solidFill>
                <a:srgbClr val="F7F4F4"/>
              </a:solidFill>
              <a:ln w="5753" cap="sq">
                <a:noFill/>
                <a:prstDash val="solid"/>
                <a:miter/>
              </a:ln>
            </p:spPr>
            <p:txBody>
              <a:bodyPr rtlCol="0" anchor="ctr"/>
              <a:lstStyle/>
              <a:p>
                <a:endParaRPr lang="en-US"/>
              </a:p>
            </p:txBody>
          </p:sp>
          <p:sp>
            <p:nvSpPr>
              <p:cNvPr id="2153" name="Freeform: Shape 2152">
                <a:extLst>
                  <a:ext uri="{FF2B5EF4-FFF2-40B4-BE49-F238E27FC236}">
                    <a16:creationId xmlns:a16="http://schemas.microsoft.com/office/drawing/2014/main" id="{E14515FC-4C12-9FE0-BAFD-A96C26C4E984}"/>
                  </a:ext>
                </a:extLst>
              </p:cNvPr>
              <p:cNvSpPr/>
              <p:nvPr/>
            </p:nvSpPr>
            <p:spPr>
              <a:xfrm>
                <a:off x="7670895" y="7663434"/>
                <a:ext cx="41981" cy="41981"/>
              </a:xfrm>
              <a:custGeom>
                <a:avLst/>
                <a:gdLst>
                  <a:gd name="connsiteX0" fmla="*/ 21247 w 41981"/>
                  <a:gd name="connsiteY0" fmla="*/ 4916 h 41981"/>
                  <a:gd name="connsiteX1" fmla="*/ 37437 w 41981"/>
                  <a:gd name="connsiteY1" fmla="*/ 21106 h 41981"/>
                  <a:gd name="connsiteX2" fmla="*/ 37437 w 41981"/>
                  <a:gd name="connsiteY2" fmla="*/ 21106 h 41981"/>
                  <a:gd name="connsiteX3" fmla="*/ 21247 w 41981"/>
                  <a:gd name="connsiteY3" fmla="*/ 37296 h 41981"/>
                  <a:gd name="connsiteX4" fmla="*/ 5057 w 41981"/>
                  <a:gd name="connsiteY4" fmla="*/ 21106 h 41981"/>
                  <a:gd name="connsiteX5" fmla="*/ 21247 w 41981"/>
                  <a:gd name="connsiteY5" fmla="*/ 4916 h 41981"/>
                  <a:gd name="connsiteX6" fmla="*/ 21247 w 41981"/>
                  <a:gd name="connsiteY6" fmla="*/ 115 h 41981"/>
                  <a:gd name="connsiteX7" fmla="*/ 256 w 41981"/>
                  <a:gd name="connsiteY7" fmla="*/ 21106 h 41981"/>
                  <a:gd name="connsiteX8" fmla="*/ 21247 w 41981"/>
                  <a:gd name="connsiteY8" fmla="*/ 42096 h 41981"/>
                  <a:gd name="connsiteX9" fmla="*/ 42238 w 41981"/>
                  <a:gd name="connsiteY9" fmla="*/ 21106 h 41981"/>
                  <a:gd name="connsiteX10" fmla="*/ 42238 w 41981"/>
                  <a:gd name="connsiteY10" fmla="*/ 21106 h 41981"/>
                  <a:gd name="connsiteX11" fmla="*/ 21247 w 41981"/>
                  <a:gd name="connsiteY11" fmla="*/ 11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16"/>
                    </a:moveTo>
                    <a:cubicBezTo>
                      <a:pt x="30189" y="4916"/>
                      <a:pt x="37437" y="12164"/>
                      <a:pt x="37437" y="21106"/>
                    </a:cubicBezTo>
                    <a:lnTo>
                      <a:pt x="37437" y="21106"/>
                    </a:lnTo>
                    <a:cubicBezTo>
                      <a:pt x="37437" y="30048"/>
                      <a:pt x="30189" y="37296"/>
                      <a:pt x="21247" y="37296"/>
                    </a:cubicBezTo>
                    <a:cubicBezTo>
                      <a:pt x="12305" y="37296"/>
                      <a:pt x="5057" y="30048"/>
                      <a:pt x="5057" y="21106"/>
                    </a:cubicBezTo>
                    <a:cubicBezTo>
                      <a:pt x="5057" y="12164"/>
                      <a:pt x="12305" y="4916"/>
                      <a:pt x="21247" y="4916"/>
                    </a:cubicBezTo>
                    <a:close/>
                    <a:moveTo>
                      <a:pt x="21247" y="115"/>
                    </a:moveTo>
                    <a:cubicBezTo>
                      <a:pt x="9655" y="115"/>
                      <a:pt x="256" y="9513"/>
                      <a:pt x="256" y="21106"/>
                    </a:cubicBezTo>
                    <a:cubicBezTo>
                      <a:pt x="256" y="32698"/>
                      <a:pt x="9655" y="42096"/>
                      <a:pt x="21247" y="42096"/>
                    </a:cubicBezTo>
                    <a:cubicBezTo>
                      <a:pt x="32840" y="42096"/>
                      <a:pt x="42238" y="32698"/>
                      <a:pt x="42238" y="21106"/>
                    </a:cubicBezTo>
                    <a:lnTo>
                      <a:pt x="42238" y="21106"/>
                    </a:lnTo>
                    <a:cubicBezTo>
                      <a:pt x="42238" y="9513"/>
                      <a:pt x="32840" y="115"/>
                      <a:pt x="21247" y="115"/>
                    </a:cubicBezTo>
                    <a:close/>
                  </a:path>
                </a:pathLst>
              </a:custGeom>
              <a:solidFill>
                <a:srgbClr val="000000"/>
              </a:solidFill>
              <a:ln w="4794" cap="sq">
                <a:noFill/>
                <a:prstDash val="solid"/>
                <a:round/>
              </a:ln>
            </p:spPr>
            <p:txBody>
              <a:bodyPr rtlCol="0" anchor="ctr"/>
              <a:lstStyle/>
              <a:p>
                <a:endParaRPr lang="en-US"/>
              </a:p>
            </p:txBody>
          </p:sp>
          <p:sp>
            <p:nvSpPr>
              <p:cNvPr id="2154" name="Freeform: Shape 2153">
                <a:extLst>
                  <a:ext uri="{FF2B5EF4-FFF2-40B4-BE49-F238E27FC236}">
                    <a16:creationId xmlns:a16="http://schemas.microsoft.com/office/drawing/2014/main" id="{81A60624-49F7-3BA8-ACEC-0009B1322177}"/>
                  </a:ext>
                </a:extLst>
              </p:cNvPr>
              <p:cNvSpPr/>
              <p:nvPr/>
            </p:nvSpPr>
            <p:spPr>
              <a:xfrm>
                <a:off x="7687223" y="7985399"/>
                <a:ext cx="37180" cy="37180"/>
              </a:xfrm>
              <a:custGeom>
                <a:avLst/>
                <a:gdLst>
                  <a:gd name="connsiteX0" fmla="*/ 37440 w 37180"/>
                  <a:gd name="connsiteY0" fmla="*/ 18761 h 37180"/>
                  <a:gd name="connsiteX1" fmla="*/ 18849 w 37180"/>
                  <a:gd name="connsiteY1" fmla="*/ 37351 h 37180"/>
                  <a:gd name="connsiteX2" fmla="*/ 259 w 37180"/>
                  <a:gd name="connsiteY2" fmla="*/ 18761 h 37180"/>
                  <a:gd name="connsiteX3" fmla="*/ 18849 w 37180"/>
                  <a:gd name="connsiteY3" fmla="*/ 171 h 37180"/>
                  <a:gd name="connsiteX4" fmla="*/ 37440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1"/>
                    </a:moveTo>
                    <a:cubicBezTo>
                      <a:pt x="37440" y="29028"/>
                      <a:pt x="29117" y="37351"/>
                      <a:pt x="18849" y="37351"/>
                    </a:cubicBezTo>
                    <a:cubicBezTo>
                      <a:pt x="8582" y="37351"/>
                      <a:pt x="259" y="29028"/>
                      <a:pt x="259" y="18761"/>
                    </a:cubicBezTo>
                    <a:cubicBezTo>
                      <a:pt x="259" y="8494"/>
                      <a:pt x="8582" y="171"/>
                      <a:pt x="18849" y="171"/>
                    </a:cubicBezTo>
                    <a:cubicBezTo>
                      <a:pt x="29117" y="171"/>
                      <a:pt x="37440" y="8494"/>
                      <a:pt x="37440" y="18761"/>
                    </a:cubicBezTo>
                    <a:close/>
                  </a:path>
                </a:pathLst>
              </a:custGeom>
              <a:solidFill>
                <a:srgbClr val="F7E5E5"/>
              </a:solidFill>
              <a:ln w="5753" cap="sq">
                <a:noFill/>
                <a:prstDash val="solid"/>
                <a:miter/>
              </a:ln>
            </p:spPr>
            <p:txBody>
              <a:bodyPr rtlCol="0" anchor="ctr"/>
              <a:lstStyle/>
              <a:p>
                <a:endParaRPr lang="en-US"/>
              </a:p>
            </p:txBody>
          </p:sp>
          <p:sp>
            <p:nvSpPr>
              <p:cNvPr id="2155" name="Freeform: Shape 2154">
                <a:extLst>
                  <a:ext uri="{FF2B5EF4-FFF2-40B4-BE49-F238E27FC236}">
                    <a16:creationId xmlns:a16="http://schemas.microsoft.com/office/drawing/2014/main" id="{11B254B3-03BE-0144-192E-CFBAFEE72F72}"/>
                  </a:ext>
                </a:extLst>
              </p:cNvPr>
              <p:cNvSpPr/>
              <p:nvPr/>
            </p:nvSpPr>
            <p:spPr>
              <a:xfrm>
                <a:off x="7684823" y="7982999"/>
                <a:ext cx="41981" cy="41981"/>
              </a:xfrm>
              <a:custGeom>
                <a:avLst/>
                <a:gdLst>
                  <a:gd name="connsiteX0" fmla="*/ 21250 w 41981"/>
                  <a:gd name="connsiteY0" fmla="*/ 4971 h 41981"/>
                  <a:gd name="connsiteX1" fmla="*/ 37440 w 41981"/>
                  <a:gd name="connsiteY1" fmla="*/ 21161 h 41981"/>
                  <a:gd name="connsiteX2" fmla="*/ 37440 w 41981"/>
                  <a:gd name="connsiteY2" fmla="*/ 21161 h 41981"/>
                  <a:gd name="connsiteX3" fmla="*/ 21250 w 41981"/>
                  <a:gd name="connsiteY3" fmla="*/ 37351 h 41981"/>
                  <a:gd name="connsiteX4" fmla="*/ 5059 w 41981"/>
                  <a:gd name="connsiteY4" fmla="*/ 21161 h 41981"/>
                  <a:gd name="connsiteX5" fmla="*/ 21250 w 41981"/>
                  <a:gd name="connsiteY5" fmla="*/ 4971 h 41981"/>
                  <a:gd name="connsiteX6" fmla="*/ 21250 w 41981"/>
                  <a:gd name="connsiteY6" fmla="*/ 171 h 41981"/>
                  <a:gd name="connsiteX7" fmla="*/ 259 w 41981"/>
                  <a:gd name="connsiteY7" fmla="*/ 21161 h 41981"/>
                  <a:gd name="connsiteX8" fmla="*/ 21250 w 41981"/>
                  <a:gd name="connsiteY8" fmla="*/ 42152 h 41981"/>
                  <a:gd name="connsiteX9" fmla="*/ 42240 w 41981"/>
                  <a:gd name="connsiteY9" fmla="*/ 21161 h 41981"/>
                  <a:gd name="connsiteX10" fmla="*/ 42240 w 41981"/>
                  <a:gd name="connsiteY10" fmla="*/ 21161 h 41981"/>
                  <a:gd name="connsiteX11" fmla="*/ 2125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1"/>
                    </a:moveTo>
                    <a:cubicBezTo>
                      <a:pt x="30191" y="4971"/>
                      <a:pt x="37440" y="12219"/>
                      <a:pt x="37440" y="21161"/>
                    </a:cubicBezTo>
                    <a:lnTo>
                      <a:pt x="37440" y="21161"/>
                    </a:lnTo>
                    <a:cubicBezTo>
                      <a:pt x="37440" y="30103"/>
                      <a:pt x="30191" y="37351"/>
                      <a:pt x="21250" y="37351"/>
                    </a:cubicBezTo>
                    <a:cubicBezTo>
                      <a:pt x="12308" y="37351"/>
                      <a:pt x="5059" y="30103"/>
                      <a:pt x="5059" y="21161"/>
                    </a:cubicBezTo>
                    <a:cubicBezTo>
                      <a:pt x="5059" y="12219"/>
                      <a:pt x="12308" y="4971"/>
                      <a:pt x="21250" y="4971"/>
                    </a:cubicBezTo>
                    <a:close/>
                    <a:moveTo>
                      <a:pt x="21250" y="171"/>
                    </a:moveTo>
                    <a:cubicBezTo>
                      <a:pt x="9657" y="171"/>
                      <a:pt x="259" y="9569"/>
                      <a:pt x="259" y="21161"/>
                    </a:cubicBezTo>
                    <a:cubicBezTo>
                      <a:pt x="259" y="32754"/>
                      <a:pt x="9657" y="42152"/>
                      <a:pt x="21250" y="42152"/>
                    </a:cubicBezTo>
                    <a:cubicBezTo>
                      <a:pt x="32842" y="42152"/>
                      <a:pt x="42240" y="32754"/>
                      <a:pt x="42240" y="21161"/>
                    </a:cubicBezTo>
                    <a:lnTo>
                      <a:pt x="42240" y="21161"/>
                    </a:lnTo>
                    <a:cubicBezTo>
                      <a:pt x="42240" y="9569"/>
                      <a:pt x="32842" y="171"/>
                      <a:pt x="21250" y="171"/>
                    </a:cubicBezTo>
                    <a:close/>
                  </a:path>
                </a:pathLst>
              </a:custGeom>
              <a:solidFill>
                <a:srgbClr val="000000"/>
              </a:solidFill>
              <a:ln w="4794" cap="sq">
                <a:noFill/>
                <a:prstDash val="solid"/>
                <a:round/>
              </a:ln>
            </p:spPr>
            <p:txBody>
              <a:bodyPr rtlCol="0" anchor="ctr"/>
              <a:lstStyle/>
              <a:p>
                <a:endParaRPr lang="en-US"/>
              </a:p>
            </p:txBody>
          </p:sp>
          <p:sp>
            <p:nvSpPr>
              <p:cNvPr id="2156" name="Freeform: Shape 2155">
                <a:extLst>
                  <a:ext uri="{FF2B5EF4-FFF2-40B4-BE49-F238E27FC236}">
                    <a16:creationId xmlns:a16="http://schemas.microsoft.com/office/drawing/2014/main" id="{B1BC477C-1A46-CB1A-E039-BD6E052AFADC}"/>
                  </a:ext>
                </a:extLst>
              </p:cNvPr>
              <p:cNvSpPr/>
              <p:nvPr/>
            </p:nvSpPr>
            <p:spPr>
              <a:xfrm>
                <a:off x="7616681" y="7935264"/>
                <a:ext cx="37180" cy="37180"/>
              </a:xfrm>
              <a:custGeom>
                <a:avLst/>
                <a:gdLst>
                  <a:gd name="connsiteX0" fmla="*/ 37427 w 37180"/>
                  <a:gd name="connsiteY0" fmla="*/ 18752 h 37180"/>
                  <a:gd name="connsiteX1" fmla="*/ 18837 w 37180"/>
                  <a:gd name="connsiteY1" fmla="*/ 37343 h 37180"/>
                  <a:gd name="connsiteX2" fmla="*/ 247 w 37180"/>
                  <a:gd name="connsiteY2" fmla="*/ 18752 h 37180"/>
                  <a:gd name="connsiteX3" fmla="*/ 18837 w 37180"/>
                  <a:gd name="connsiteY3" fmla="*/ 162 h 37180"/>
                  <a:gd name="connsiteX4" fmla="*/ 37427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52"/>
                    </a:moveTo>
                    <a:cubicBezTo>
                      <a:pt x="37427" y="29019"/>
                      <a:pt x="29104" y="37343"/>
                      <a:pt x="18837" y="37343"/>
                    </a:cubicBezTo>
                    <a:cubicBezTo>
                      <a:pt x="8570" y="37343"/>
                      <a:pt x="247" y="29019"/>
                      <a:pt x="247" y="18752"/>
                    </a:cubicBezTo>
                    <a:cubicBezTo>
                      <a:pt x="247" y="8485"/>
                      <a:pt x="8570" y="162"/>
                      <a:pt x="18837" y="162"/>
                    </a:cubicBezTo>
                    <a:cubicBezTo>
                      <a:pt x="29104" y="162"/>
                      <a:pt x="37427" y="8485"/>
                      <a:pt x="37427" y="18752"/>
                    </a:cubicBezTo>
                    <a:close/>
                  </a:path>
                </a:pathLst>
              </a:custGeom>
              <a:solidFill>
                <a:srgbClr val="F7D5D5"/>
              </a:solidFill>
              <a:ln w="5753" cap="sq">
                <a:noFill/>
                <a:prstDash val="solid"/>
                <a:miter/>
              </a:ln>
            </p:spPr>
            <p:txBody>
              <a:bodyPr rtlCol="0" anchor="ctr"/>
              <a:lstStyle/>
              <a:p>
                <a:endParaRPr lang="en-US"/>
              </a:p>
            </p:txBody>
          </p:sp>
          <p:sp>
            <p:nvSpPr>
              <p:cNvPr id="2157" name="Freeform: Shape 2156">
                <a:extLst>
                  <a:ext uri="{FF2B5EF4-FFF2-40B4-BE49-F238E27FC236}">
                    <a16:creationId xmlns:a16="http://schemas.microsoft.com/office/drawing/2014/main" id="{D6CDC2A4-E580-9D7B-3B47-B295D6FC3BCF}"/>
                  </a:ext>
                </a:extLst>
              </p:cNvPr>
              <p:cNvSpPr/>
              <p:nvPr/>
            </p:nvSpPr>
            <p:spPr>
              <a:xfrm>
                <a:off x="7614280" y="7932864"/>
                <a:ext cx="41981" cy="41981"/>
              </a:xfrm>
              <a:custGeom>
                <a:avLst/>
                <a:gdLst>
                  <a:gd name="connsiteX0" fmla="*/ 21237 w 41981"/>
                  <a:gd name="connsiteY0" fmla="*/ 4962 h 41981"/>
                  <a:gd name="connsiteX1" fmla="*/ 37427 w 41981"/>
                  <a:gd name="connsiteY1" fmla="*/ 21152 h 41981"/>
                  <a:gd name="connsiteX2" fmla="*/ 37427 w 41981"/>
                  <a:gd name="connsiteY2" fmla="*/ 21152 h 41981"/>
                  <a:gd name="connsiteX3" fmla="*/ 21237 w 41981"/>
                  <a:gd name="connsiteY3" fmla="*/ 37343 h 41981"/>
                  <a:gd name="connsiteX4" fmla="*/ 5047 w 41981"/>
                  <a:gd name="connsiteY4" fmla="*/ 21152 h 41981"/>
                  <a:gd name="connsiteX5" fmla="*/ 21237 w 41981"/>
                  <a:gd name="connsiteY5" fmla="*/ 4962 h 41981"/>
                  <a:gd name="connsiteX6" fmla="*/ 21237 w 41981"/>
                  <a:gd name="connsiteY6" fmla="*/ 162 h 41981"/>
                  <a:gd name="connsiteX7" fmla="*/ 247 w 41981"/>
                  <a:gd name="connsiteY7" fmla="*/ 21152 h 41981"/>
                  <a:gd name="connsiteX8" fmla="*/ 21237 w 41981"/>
                  <a:gd name="connsiteY8" fmla="*/ 42143 h 41981"/>
                  <a:gd name="connsiteX9" fmla="*/ 42228 w 41981"/>
                  <a:gd name="connsiteY9" fmla="*/ 21152 h 41981"/>
                  <a:gd name="connsiteX10" fmla="*/ 42228 w 41981"/>
                  <a:gd name="connsiteY10" fmla="*/ 21152 h 41981"/>
                  <a:gd name="connsiteX11" fmla="*/ 21237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62"/>
                    </a:moveTo>
                    <a:cubicBezTo>
                      <a:pt x="30179" y="4962"/>
                      <a:pt x="37427" y="12211"/>
                      <a:pt x="37427" y="21152"/>
                    </a:cubicBezTo>
                    <a:lnTo>
                      <a:pt x="37427" y="21152"/>
                    </a:lnTo>
                    <a:cubicBezTo>
                      <a:pt x="37427" y="30094"/>
                      <a:pt x="30179" y="37343"/>
                      <a:pt x="21237" y="37343"/>
                    </a:cubicBezTo>
                    <a:cubicBezTo>
                      <a:pt x="12295" y="37343"/>
                      <a:pt x="5047" y="30094"/>
                      <a:pt x="5047" y="21152"/>
                    </a:cubicBezTo>
                    <a:cubicBezTo>
                      <a:pt x="5047" y="12211"/>
                      <a:pt x="12295" y="4962"/>
                      <a:pt x="21237" y="4962"/>
                    </a:cubicBezTo>
                    <a:close/>
                    <a:moveTo>
                      <a:pt x="21237" y="162"/>
                    </a:moveTo>
                    <a:cubicBezTo>
                      <a:pt x="9645" y="162"/>
                      <a:pt x="247" y="9560"/>
                      <a:pt x="247" y="21152"/>
                    </a:cubicBezTo>
                    <a:cubicBezTo>
                      <a:pt x="247" y="32745"/>
                      <a:pt x="9645" y="42143"/>
                      <a:pt x="21237" y="42143"/>
                    </a:cubicBezTo>
                    <a:cubicBezTo>
                      <a:pt x="32830" y="42143"/>
                      <a:pt x="42228" y="32745"/>
                      <a:pt x="42228" y="21152"/>
                    </a:cubicBezTo>
                    <a:lnTo>
                      <a:pt x="42228" y="21152"/>
                    </a:lnTo>
                    <a:cubicBezTo>
                      <a:pt x="42228" y="9560"/>
                      <a:pt x="32830" y="162"/>
                      <a:pt x="21237" y="162"/>
                    </a:cubicBezTo>
                    <a:close/>
                  </a:path>
                </a:pathLst>
              </a:custGeom>
              <a:solidFill>
                <a:srgbClr val="000000"/>
              </a:solidFill>
              <a:ln w="4794" cap="sq">
                <a:noFill/>
                <a:prstDash val="solid"/>
                <a:round/>
              </a:ln>
            </p:spPr>
            <p:txBody>
              <a:bodyPr rtlCol="0" anchor="ctr"/>
              <a:lstStyle/>
              <a:p>
                <a:endParaRPr lang="en-US"/>
              </a:p>
            </p:txBody>
          </p:sp>
          <p:sp>
            <p:nvSpPr>
              <p:cNvPr id="2158" name="Freeform: Shape 2157">
                <a:extLst>
                  <a:ext uri="{FF2B5EF4-FFF2-40B4-BE49-F238E27FC236}">
                    <a16:creationId xmlns:a16="http://schemas.microsoft.com/office/drawing/2014/main" id="{1AE9F67E-ECA2-0574-4436-3311B86A787E}"/>
                  </a:ext>
                </a:extLst>
              </p:cNvPr>
              <p:cNvSpPr/>
              <p:nvPr/>
            </p:nvSpPr>
            <p:spPr>
              <a:xfrm>
                <a:off x="7593249" y="7970970"/>
                <a:ext cx="37180" cy="37180"/>
              </a:xfrm>
              <a:custGeom>
                <a:avLst/>
                <a:gdLst>
                  <a:gd name="connsiteX0" fmla="*/ 37423 w 37180"/>
                  <a:gd name="connsiteY0" fmla="*/ 18758 h 37180"/>
                  <a:gd name="connsiteX1" fmla="*/ 18833 w 37180"/>
                  <a:gd name="connsiteY1" fmla="*/ 37349 h 37180"/>
                  <a:gd name="connsiteX2" fmla="*/ 243 w 37180"/>
                  <a:gd name="connsiteY2" fmla="*/ 18758 h 37180"/>
                  <a:gd name="connsiteX3" fmla="*/ 18833 w 37180"/>
                  <a:gd name="connsiteY3" fmla="*/ 168 h 37180"/>
                  <a:gd name="connsiteX4" fmla="*/ 3742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58"/>
                    </a:moveTo>
                    <a:cubicBezTo>
                      <a:pt x="37423" y="29026"/>
                      <a:pt x="29100" y="37349"/>
                      <a:pt x="18833" y="37349"/>
                    </a:cubicBezTo>
                    <a:cubicBezTo>
                      <a:pt x="8566" y="37349"/>
                      <a:pt x="243" y="29026"/>
                      <a:pt x="243" y="18758"/>
                    </a:cubicBezTo>
                    <a:cubicBezTo>
                      <a:pt x="243" y="8491"/>
                      <a:pt x="8566" y="168"/>
                      <a:pt x="18833" y="168"/>
                    </a:cubicBezTo>
                    <a:cubicBezTo>
                      <a:pt x="29100" y="168"/>
                      <a:pt x="37423" y="8491"/>
                      <a:pt x="37423" y="18758"/>
                    </a:cubicBezTo>
                    <a:close/>
                  </a:path>
                </a:pathLst>
              </a:custGeom>
              <a:solidFill>
                <a:srgbClr val="F7F2F2"/>
              </a:solidFill>
              <a:ln w="5753" cap="sq">
                <a:noFill/>
                <a:prstDash val="solid"/>
                <a:miter/>
              </a:ln>
            </p:spPr>
            <p:txBody>
              <a:bodyPr rtlCol="0" anchor="ctr"/>
              <a:lstStyle/>
              <a:p>
                <a:endParaRPr lang="en-US"/>
              </a:p>
            </p:txBody>
          </p:sp>
          <p:sp>
            <p:nvSpPr>
              <p:cNvPr id="2159" name="Freeform: Shape 2158">
                <a:extLst>
                  <a:ext uri="{FF2B5EF4-FFF2-40B4-BE49-F238E27FC236}">
                    <a16:creationId xmlns:a16="http://schemas.microsoft.com/office/drawing/2014/main" id="{47616FCD-1348-9117-F9FB-6E9A75FE4F61}"/>
                  </a:ext>
                </a:extLst>
              </p:cNvPr>
              <p:cNvSpPr/>
              <p:nvPr/>
            </p:nvSpPr>
            <p:spPr>
              <a:xfrm>
                <a:off x="7590849" y="7968570"/>
                <a:ext cx="41981" cy="41981"/>
              </a:xfrm>
              <a:custGeom>
                <a:avLst/>
                <a:gdLst>
                  <a:gd name="connsiteX0" fmla="*/ 21233 w 41981"/>
                  <a:gd name="connsiteY0" fmla="*/ 4968 h 41981"/>
                  <a:gd name="connsiteX1" fmla="*/ 37423 w 41981"/>
                  <a:gd name="connsiteY1" fmla="*/ 21159 h 41981"/>
                  <a:gd name="connsiteX2" fmla="*/ 37423 w 41981"/>
                  <a:gd name="connsiteY2" fmla="*/ 21159 h 41981"/>
                  <a:gd name="connsiteX3" fmla="*/ 21233 w 41981"/>
                  <a:gd name="connsiteY3" fmla="*/ 37349 h 41981"/>
                  <a:gd name="connsiteX4" fmla="*/ 5043 w 41981"/>
                  <a:gd name="connsiteY4" fmla="*/ 21159 h 41981"/>
                  <a:gd name="connsiteX5" fmla="*/ 21233 w 41981"/>
                  <a:gd name="connsiteY5" fmla="*/ 4968 h 41981"/>
                  <a:gd name="connsiteX6" fmla="*/ 21233 w 41981"/>
                  <a:gd name="connsiteY6" fmla="*/ 168 h 41981"/>
                  <a:gd name="connsiteX7" fmla="*/ 243 w 41981"/>
                  <a:gd name="connsiteY7" fmla="*/ 21159 h 41981"/>
                  <a:gd name="connsiteX8" fmla="*/ 21233 w 41981"/>
                  <a:gd name="connsiteY8" fmla="*/ 42149 h 41981"/>
                  <a:gd name="connsiteX9" fmla="*/ 42224 w 41981"/>
                  <a:gd name="connsiteY9" fmla="*/ 21159 h 41981"/>
                  <a:gd name="connsiteX10" fmla="*/ 42224 w 41981"/>
                  <a:gd name="connsiteY10" fmla="*/ 21159 h 41981"/>
                  <a:gd name="connsiteX11" fmla="*/ 2123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68"/>
                    </a:moveTo>
                    <a:cubicBezTo>
                      <a:pt x="30175" y="4968"/>
                      <a:pt x="37423" y="12217"/>
                      <a:pt x="37423" y="21159"/>
                    </a:cubicBezTo>
                    <a:lnTo>
                      <a:pt x="37423" y="21159"/>
                    </a:lnTo>
                    <a:cubicBezTo>
                      <a:pt x="37423" y="30101"/>
                      <a:pt x="30175" y="37349"/>
                      <a:pt x="21233" y="37349"/>
                    </a:cubicBezTo>
                    <a:cubicBezTo>
                      <a:pt x="12291" y="37349"/>
                      <a:pt x="5043" y="30101"/>
                      <a:pt x="5043" y="21159"/>
                    </a:cubicBezTo>
                    <a:cubicBezTo>
                      <a:pt x="5043" y="12217"/>
                      <a:pt x="12291" y="4968"/>
                      <a:pt x="21233" y="4968"/>
                    </a:cubicBezTo>
                    <a:close/>
                    <a:moveTo>
                      <a:pt x="21233" y="168"/>
                    </a:moveTo>
                    <a:cubicBezTo>
                      <a:pt x="9641" y="168"/>
                      <a:pt x="243" y="9566"/>
                      <a:pt x="243" y="21159"/>
                    </a:cubicBezTo>
                    <a:cubicBezTo>
                      <a:pt x="243" y="32751"/>
                      <a:pt x="9641" y="42149"/>
                      <a:pt x="21233" y="42149"/>
                    </a:cubicBezTo>
                    <a:cubicBezTo>
                      <a:pt x="32826" y="42149"/>
                      <a:pt x="42224" y="32751"/>
                      <a:pt x="42224" y="21159"/>
                    </a:cubicBezTo>
                    <a:lnTo>
                      <a:pt x="42224" y="21159"/>
                    </a:lnTo>
                    <a:cubicBezTo>
                      <a:pt x="42224" y="9566"/>
                      <a:pt x="32826" y="168"/>
                      <a:pt x="21233" y="168"/>
                    </a:cubicBezTo>
                    <a:close/>
                  </a:path>
                </a:pathLst>
              </a:custGeom>
              <a:solidFill>
                <a:srgbClr val="000000"/>
              </a:solidFill>
              <a:ln w="4794" cap="sq">
                <a:noFill/>
                <a:prstDash val="solid"/>
                <a:round/>
              </a:ln>
            </p:spPr>
            <p:txBody>
              <a:bodyPr rtlCol="0" anchor="ctr"/>
              <a:lstStyle/>
              <a:p>
                <a:endParaRPr lang="en-US"/>
              </a:p>
            </p:txBody>
          </p:sp>
          <p:sp>
            <p:nvSpPr>
              <p:cNvPr id="2160" name="Freeform: Shape 2159">
                <a:extLst>
                  <a:ext uri="{FF2B5EF4-FFF2-40B4-BE49-F238E27FC236}">
                    <a16:creationId xmlns:a16="http://schemas.microsoft.com/office/drawing/2014/main" id="{225DF6EC-B98D-F4B2-8825-9398153A209C}"/>
                  </a:ext>
                </a:extLst>
              </p:cNvPr>
              <p:cNvSpPr/>
              <p:nvPr/>
            </p:nvSpPr>
            <p:spPr>
              <a:xfrm>
                <a:off x="7544053" y="7963044"/>
                <a:ext cx="37180" cy="37180"/>
              </a:xfrm>
              <a:custGeom>
                <a:avLst/>
                <a:gdLst>
                  <a:gd name="connsiteX0" fmla="*/ 37415 w 37180"/>
                  <a:gd name="connsiteY0" fmla="*/ 18757 h 37180"/>
                  <a:gd name="connsiteX1" fmla="*/ 18824 w 37180"/>
                  <a:gd name="connsiteY1" fmla="*/ 37348 h 37180"/>
                  <a:gd name="connsiteX2" fmla="*/ 234 w 37180"/>
                  <a:gd name="connsiteY2" fmla="*/ 18757 h 37180"/>
                  <a:gd name="connsiteX3" fmla="*/ 18824 w 37180"/>
                  <a:gd name="connsiteY3" fmla="*/ 167 h 37180"/>
                  <a:gd name="connsiteX4" fmla="*/ 3741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57"/>
                    </a:moveTo>
                    <a:cubicBezTo>
                      <a:pt x="37415" y="29024"/>
                      <a:pt x="29092" y="37348"/>
                      <a:pt x="18824" y="37348"/>
                    </a:cubicBezTo>
                    <a:cubicBezTo>
                      <a:pt x="8557" y="37348"/>
                      <a:pt x="234" y="29024"/>
                      <a:pt x="234" y="18757"/>
                    </a:cubicBezTo>
                    <a:cubicBezTo>
                      <a:pt x="234" y="8490"/>
                      <a:pt x="8557" y="167"/>
                      <a:pt x="18824" y="167"/>
                    </a:cubicBezTo>
                    <a:cubicBezTo>
                      <a:pt x="29092" y="167"/>
                      <a:pt x="37415" y="8490"/>
                      <a:pt x="37415" y="18757"/>
                    </a:cubicBezTo>
                    <a:close/>
                  </a:path>
                </a:pathLst>
              </a:custGeom>
              <a:solidFill>
                <a:srgbClr val="F7E4E4"/>
              </a:solidFill>
              <a:ln w="5753" cap="sq">
                <a:noFill/>
                <a:prstDash val="solid"/>
                <a:miter/>
              </a:ln>
            </p:spPr>
            <p:txBody>
              <a:bodyPr rtlCol="0" anchor="ctr"/>
              <a:lstStyle/>
              <a:p>
                <a:endParaRPr lang="en-US"/>
              </a:p>
            </p:txBody>
          </p:sp>
          <p:sp>
            <p:nvSpPr>
              <p:cNvPr id="2161" name="Freeform: Shape 2160">
                <a:extLst>
                  <a:ext uri="{FF2B5EF4-FFF2-40B4-BE49-F238E27FC236}">
                    <a16:creationId xmlns:a16="http://schemas.microsoft.com/office/drawing/2014/main" id="{120D95F4-569B-9757-145A-C0197E00D5EE}"/>
                  </a:ext>
                </a:extLst>
              </p:cNvPr>
              <p:cNvSpPr/>
              <p:nvPr/>
            </p:nvSpPr>
            <p:spPr>
              <a:xfrm>
                <a:off x="7541653" y="7960644"/>
                <a:ext cx="41981" cy="41981"/>
              </a:xfrm>
              <a:custGeom>
                <a:avLst/>
                <a:gdLst>
                  <a:gd name="connsiteX0" fmla="*/ 21225 w 41981"/>
                  <a:gd name="connsiteY0" fmla="*/ 4967 h 41981"/>
                  <a:gd name="connsiteX1" fmla="*/ 37415 w 41981"/>
                  <a:gd name="connsiteY1" fmla="*/ 21157 h 41981"/>
                  <a:gd name="connsiteX2" fmla="*/ 37415 w 41981"/>
                  <a:gd name="connsiteY2" fmla="*/ 21157 h 41981"/>
                  <a:gd name="connsiteX3" fmla="*/ 21225 w 41981"/>
                  <a:gd name="connsiteY3" fmla="*/ 37348 h 41981"/>
                  <a:gd name="connsiteX4" fmla="*/ 5034 w 41981"/>
                  <a:gd name="connsiteY4" fmla="*/ 21157 h 41981"/>
                  <a:gd name="connsiteX5" fmla="*/ 21225 w 41981"/>
                  <a:gd name="connsiteY5" fmla="*/ 4967 h 41981"/>
                  <a:gd name="connsiteX6" fmla="*/ 21225 w 41981"/>
                  <a:gd name="connsiteY6" fmla="*/ 167 h 41981"/>
                  <a:gd name="connsiteX7" fmla="*/ 234 w 41981"/>
                  <a:gd name="connsiteY7" fmla="*/ 21157 h 41981"/>
                  <a:gd name="connsiteX8" fmla="*/ 21225 w 41981"/>
                  <a:gd name="connsiteY8" fmla="*/ 42148 h 41981"/>
                  <a:gd name="connsiteX9" fmla="*/ 42215 w 41981"/>
                  <a:gd name="connsiteY9" fmla="*/ 21157 h 41981"/>
                  <a:gd name="connsiteX10" fmla="*/ 42215 w 41981"/>
                  <a:gd name="connsiteY10" fmla="*/ 21157 h 41981"/>
                  <a:gd name="connsiteX11" fmla="*/ 21225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67"/>
                    </a:moveTo>
                    <a:cubicBezTo>
                      <a:pt x="30166" y="4967"/>
                      <a:pt x="37415" y="12215"/>
                      <a:pt x="37415" y="21157"/>
                    </a:cubicBezTo>
                    <a:lnTo>
                      <a:pt x="37415" y="21157"/>
                    </a:lnTo>
                    <a:cubicBezTo>
                      <a:pt x="37415" y="30099"/>
                      <a:pt x="30166" y="37348"/>
                      <a:pt x="21225" y="37348"/>
                    </a:cubicBezTo>
                    <a:cubicBezTo>
                      <a:pt x="12283" y="37348"/>
                      <a:pt x="5034" y="30099"/>
                      <a:pt x="5034" y="21157"/>
                    </a:cubicBezTo>
                    <a:cubicBezTo>
                      <a:pt x="5034" y="12215"/>
                      <a:pt x="12283" y="4967"/>
                      <a:pt x="21225" y="4967"/>
                    </a:cubicBezTo>
                    <a:close/>
                    <a:moveTo>
                      <a:pt x="21225" y="167"/>
                    </a:moveTo>
                    <a:cubicBezTo>
                      <a:pt x="9632" y="167"/>
                      <a:pt x="234" y="9565"/>
                      <a:pt x="234" y="21157"/>
                    </a:cubicBezTo>
                    <a:cubicBezTo>
                      <a:pt x="234" y="32750"/>
                      <a:pt x="9632" y="42148"/>
                      <a:pt x="21225" y="42148"/>
                    </a:cubicBezTo>
                    <a:cubicBezTo>
                      <a:pt x="32817" y="42148"/>
                      <a:pt x="42215" y="32750"/>
                      <a:pt x="42215" y="21157"/>
                    </a:cubicBezTo>
                    <a:lnTo>
                      <a:pt x="42215" y="21157"/>
                    </a:lnTo>
                    <a:cubicBezTo>
                      <a:pt x="42215" y="9565"/>
                      <a:pt x="32817" y="167"/>
                      <a:pt x="21225" y="167"/>
                    </a:cubicBezTo>
                    <a:close/>
                  </a:path>
                </a:pathLst>
              </a:custGeom>
              <a:solidFill>
                <a:srgbClr val="000000"/>
              </a:solidFill>
              <a:ln w="4794" cap="sq">
                <a:noFill/>
                <a:prstDash val="solid"/>
                <a:round/>
              </a:ln>
            </p:spPr>
            <p:txBody>
              <a:bodyPr rtlCol="0" anchor="ctr"/>
              <a:lstStyle/>
              <a:p>
                <a:endParaRPr lang="en-US"/>
              </a:p>
            </p:txBody>
          </p:sp>
          <p:sp>
            <p:nvSpPr>
              <p:cNvPr id="2162" name="Freeform: Shape 2161">
                <a:extLst>
                  <a:ext uri="{FF2B5EF4-FFF2-40B4-BE49-F238E27FC236}">
                    <a16:creationId xmlns:a16="http://schemas.microsoft.com/office/drawing/2014/main" id="{C0C29B28-2465-733A-C1CC-4D27651BB319}"/>
                  </a:ext>
                </a:extLst>
              </p:cNvPr>
              <p:cNvSpPr/>
              <p:nvPr/>
            </p:nvSpPr>
            <p:spPr>
              <a:xfrm>
                <a:off x="7676176" y="7945649"/>
                <a:ext cx="37180" cy="37180"/>
              </a:xfrm>
              <a:custGeom>
                <a:avLst/>
                <a:gdLst>
                  <a:gd name="connsiteX0" fmla="*/ 37438 w 37180"/>
                  <a:gd name="connsiteY0" fmla="*/ 18754 h 37180"/>
                  <a:gd name="connsiteX1" fmla="*/ 18847 w 37180"/>
                  <a:gd name="connsiteY1" fmla="*/ 37345 h 37180"/>
                  <a:gd name="connsiteX2" fmla="*/ 257 w 37180"/>
                  <a:gd name="connsiteY2" fmla="*/ 18754 h 37180"/>
                  <a:gd name="connsiteX3" fmla="*/ 18847 w 37180"/>
                  <a:gd name="connsiteY3" fmla="*/ 164 h 37180"/>
                  <a:gd name="connsiteX4" fmla="*/ 37438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4"/>
                    </a:moveTo>
                    <a:cubicBezTo>
                      <a:pt x="37438" y="29021"/>
                      <a:pt x="29115" y="37345"/>
                      <a:pt x="18847" y="37345"/>
                    </a:cubicBezTo>
                    <a:cubicBezTo>
                      <a:pt x="8580" y="37345"/>
                      <a:pt x="257" y="29021"/>
                      <a:pt x="257" y="18754"/>
                    </a:cubicBezTo>
                    <a:cubicBezTo>
                      <a:pt x="257" y="8487"/>
                      <a:pt x="8580" y="164"/>
                      <a:pt x="18847" y="164"/>
                    </a:cubicBezTo>
                    <a:cubicBezTo>
                      <a:pt x="29115" y="164"/>
                      <a:pt x="37438" y="8487"/>
                      <a:pt x="37438" y="18754"/>
                    </a:cubicBezTo>
                    <a:close/>
                  </a:path>
                </a:pathLst>
              </a:custGeom>
              <a:solidFill>
                <a:srgbClr val="F7E1E1"/>
              </a:solidFill>
              <a:ln w="5753" cap="sq">
                <a:noFill/>
                <a:prstDash val="solid"/>
                <a:miter/>
              </a:ln>
            </p:spPr>
            <p:txBody>
              <a:bodyPr rtlCol="0" anchor="ctr"/>
              <a:lstStyle/>
              <a:p>
                <a:endParaRPr lang="en-US"/>
              </a:p>
            </p:txBody>
          </p:sp>
          <p:sp>
            <p:nvSpPr>
              <p:cNvPr id="2163" name="Freeform: Shape 2162">
                <a:extLst>
                  <a:ext uri="{FF2B5EF4-FFF2-40B4-BE49-F238E27FC236}">
                    <a16:creationId xmlns:a16="http://schemas.microsoft.com/office/drawing/2014/main" id="{3966FD90-698B-BAD1-92C0-D151FCBE069F}"/>
                  </a:ext>
                </a:extLst>
              </p:cNvPr>
              <p:cNvSpPr/>
              <p:nvPr/>
            </p:nvSpPr>
            <p:spPr>
              <a:xfrm>
                <a:off x="7673775" y="7943249"/>
                <a:ext cx="41981" cy="41981"/>
              </a:xfrm>
              <a:custGeom>
                <a:avLst/>
                <a:gdLst>
                  <a:gd name="connsiteX0" fmla="*/ 21248 w 41981"/>
                  <a:gd name="connsiteY0" fmla="*/ 4964 h 41981"/>
                  <a:gd name="connsiteX1" fmla="*/ 37438 w 41981"/>
                  <a:gd name="connsiteY1" fmla="*/ 21154 h 41981"/>
                  <a:gd name="connsiteX2" fmla="*/ 37438 w 41981"/>
                  <a:gd name="connsiteY2" fmla="*/ 21154 h 41981"/>
                  <a:gd name="connsiteX3" fmla="*/ 21248 w 41981"/>
                  <a:gd name="connsiteY3" fmla="*/ 37345 h 41981"/>
                  <a:gd name="connsiteX4" fmla="*/ 5057 w 41981"/>
                  <a:gd name="connsiteY4" fmla="*/ 21154 h 41981"/>
                  <a:gd name="connsiteX5" fmla="*/ 21248 w 41981"/>
                  <a:gd name="connsiteY5" fmla="*/ 4964 h 41981"/>
                  <a:gd name="connsiteX6" fmla="*/ 21248 w 41981"/>
                  <a:gd name="connsiteY6" fmla="*/ 164 h 41981"/>
                  <a:gd name="connsiteX7" fmla="*/ 257 w 41981"/>
                  <a:gd name="connsiteY7" fmla="*/ 21154 h 41981"/>
                  <a:gd name="connsiteX8" fmla="*/ 21248 w 41981"/>
                  <a:gd name="connsiteY8" fmla="*/ 42145 h 41981"/>
                  <a:gd name="connsiteX9" fmla="*/ 42238 w 41981"/>
                  <a:gd name="connsiteY9" fmla="*/ 21154 h 41981"/>
                  <a:gd name="connsiteX10" fmla="*/ 42238 w 41981"/>
                  <a:gd name="connsiteY10" fmla="*/ 21154 h 41981"/>
                  <a:gd name="connsiteX11" fmla="*/ 21248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4"/>
                    </a:moveTo>
                    <a:cubicBezTo>
                      <a:pt x="30189" y="4964"/>
                      <a:pt x="37438" y="12212"/>
                      <a:pt x="37438" y="21154"/>
                    </a:cubicBezTo>
                    <a:lnTo>
                      <a:pt x="37438" y="21154"/>
                    </a:lnTo>
                    <a:cubicBezTo>
                      <a:pt x="37438" y="30096"/>
                      <a:pt x="30189" y="37345"/>
                      <a:pt x="21248" y="37345"/>
                    </a:cubicBezTo>
                    <a:cubicBezTo>
                      <a:pt x="12306" y="37345"/>
                      <a:pt x="5057" y="30096"/>
                      <a:pt x="5057" y="21154"/>
                    </a:cubicBezTo>
                    <a:cubicBezTo>
                      <a:pt x="5057" y="12212"/>
                      <a:pt x="12306" y="4964"/>
                      <a:pt x="21248" y="4964"/>
                    </a:cubicBezTo>
                    <a:close/>
                    <a:moveTo>
                      <a:pt x="21248" y="164"/>
                    </a:moveTo>
                    <a:cubicBezTo>
                      <a:pt x="9655" y="164"/>
                      <a:pt x="257" y="9562"/>
                      <a:pt x="257" y="21154"/>
                    </a:cubicBezTo>
                    <a:cubicBezTo>
                      <a:pt x="257" y="32747"/>
                      <a:pt x="9655" y="42145"/>
                      <a:pt x="21248" y="42145"/>
                    </a:cubicBezTo>
                    <a:cubicBezTo>
                      <a:pt x="32840" y="42145"/>
                      <a:pt x="42238" y="32747"/>
                      <a:pt x="42238" y="21154"/>
                    </a:cubicBezTo>
                    <a:lnTo>
                      <a:pt x="42238" y="21154"/>
                    </a:lnTo>
                    <a:cubicBezTo>
                      <a:pt x="42238" y="9562"/>
                      <a:pt x="32840" y="164"/>
                      <a:pt x="21248" y="164"/>
                    </a:cubicBezTo>
                    <a:close/>
                  </a:path>
                </a:pathLst>
              </a:custGeom>
              <a:solidFill>
                <a:srgbClr val="000000"/>
              </a:solidFill>
              <a:ln w="4794" cap="sq">
                <a:noFill/>
                <a:prstDash val="solid"/>
                <a:round/>
              </a:ln>
            </p:spPr>
            <p:txBody>
              <a:bodyPr rtlCol="0" anchor="ctr"/>
              <a:lstStyle/>
              <a:p>
                <a:endParaRPr lang="en-US"/>
              </a:p>
            </p:txBody>
          </p:sp>
          <p:sp>
            <p:nvSpPr>
              <p:cNvPr id="2164" name="Freeform: Shape 2163">
                <a:extLst>
                  <a:ext uri="{FF2B5EF4-FFF2-40B4-BE49-F238E27FC236}">
                    <a16:creationId xmlns:a16="http://schemas.microsoft.com/office/drawing/2014/main" id="{006C40B3-122A-DA34-E16C-B63297989B93}"/>
                  </a:ext>
                </a:extLst>
              </p:cNvPr>
              <p:cNvSpPr/>
              <p:nvPr/>
            </p:nvSpPr>
            <p:spPr>
              <a:xfrm>
                <a:off x="7659063" y="8102949"/>
                <a:ext cx="37180" cy="37180"/>
              </a:xfrm>
              <a:custGeom>
                <a:avLst/>
                <a:gdLst>
                  <a:gd name="connsiteX0" fmla="*/ 37435 w 37180"/>
                  <a:gd name="connsiteY0" fmla="*/ 18781 h 37180"/>
                  <a:gd name="connsiteX1" fmla="*/ 18844 w 37180"/>
                  <a:gd name="connsiteY1" fmla="*/ 37372 h 37180"/>
                  <a:gd name="connsiteX2" fmla="*/ 254 w 37180"/>
                  <a:gd name="connsiteY2" fmla="*/ 18781 h 37180"/>
                  <a:gd name="connsiteX3" fmla="*/ 18844 w 37180"/>
                  <a:gd name="connsiteY3" fmla="*/ 191 h 37180"/>
                  <a:gd name="connsiteX4" fmla="*/ 37435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81"/>
                    </a:moveTo>
                    <a:cubicBezTo>
                      <a:pt x="37435" y="29049"/>
                      <a:pt x="29112" y="37372"/>
                      <a:pt x="18844" y="37372"/>
                    </a:cubicBezTo>
                    <a:cubicBezTo>
                      <a:pt x="8577" y="37372"/>
                      <a:pt x="254" y="29049"/>
                      <a:pt x="254" y="18781"/>
                    </a:cubicBezTo>
                    <a:cubicBezTo>
                      <a:pt x="254" y="8514"/>
                      <a:pt x="8577" y="191"/>
                      <a:pt x="18844" y="191"/>
                    </a:cubicBezTo>
                    <a:cubicBezTo>
                      <a:pt x="29112" y="191"/>
                      <a:pt x="37435" y="8514"/>
                      <a:pt x="37435" y="18781"/>
                    </a:cubicBezTo>
                    <a:close/>
                  </a:path>
                </a:pathLst>
              </a:custGeom>
              <a:solidFill>
                <a:srgbClr val="F7EAEA"/>
              </a:solidFill>
              <a:ln w="5753" cap="sq">
                <a:noFill/>
                <a:prstDash val="solid"/>
                <a:miter/>
              </a:ln>
            </p:spPr>
            <p:txBody>
              <a:bodyPr rtlCol="0" anchor="ctr"/>
              <a:lstStyle/>
              <a:p>
                <a:endParaRPr lang="en-US"/>
              </a:p>
            </p:txBody>
          </p:sp>
          <p:sp>
            <p:nvSpPr>
              <p:cNvPr id="2165" name="Freeform: Shape 2164">
                <a:extLst>
                  <a:ext uri="{FF2B5EF4-FFF2-40B4-BE49-F238E27FC236}">
                    <a16:creationId xmlns:a16="http://schemas.microsoft.com/office/drawing/2014/main" id="{39792F80-4915-4CC9-5B02-1F8DD4AC31B1}"/>
                  </a:ext>
                </a:extLst>
              </p:cNvPr>
              <p:cNvSpPr/>
              <p:nvPr/>
            </p:nvSpPr>
            <p:spPr>
              <a:xfrm>
                <a:off x="7656662" y="8100549"/>
                <a:ext cx="41981" cy="41981"/>
              </a:xfrm>
              <a:custGeom>
                <a:avLst/>
                <a:gdLst>
                  <a:gd name="connsiteX0" fmla="*/ 21245 w 41981"/>
                  <a:gd name="connsiteY0" fmla="*/ 4991 h 41981"/>
                  <a:gd name="connsiteX1" fmla="*/ 37435 w 41981"/>
                  <a:gd name="connsiteY1" fmla="*/ 21182 h 41981"/>
                  <a:gd name="connsiteX2" fmla="*/ 37435 w 41981"/>
                  <a:gd name="connsiteY2" fmla="*/ 21182 h 41981"/>
                  <a:gd name="connsiteX3" fmla="*/ 21245 w 41981"/>
                  <a:gd name="connsiteY3" fmla="*/ 37372 h 41981"/>
                  <a:gd name="connsiteX4" fmla="*/ 5054 w 41981"/>
                  <a:gd name="connsiteY4" fmla="*/ 21182 h 41981"/>
                  <a:gd name="connsiteX5" fmla="*/ 21245 w 41981"/>
                  <a:gd name="connsiteY5" fmla="*/ 4991 h 41981"/>
                  <a:gd name="connsiteX6" fmla="*/ 21245 w 41981"/>
                  <a:gd name="connsiteY6" fmla="*/ 191 h 41981"/>
                  <a:gd name="connsiteX7" fmla="*/ 254 w 41981"/>
                  <a:gd name="connsiteY7" fmla="*/ 21182 h 41981"/>
                  <a:gd name="connsiteX8" fmla="*/ 21245 w 41981"/>
                  <a:gd name="connsiteY8" fmla="*/ 42172 h 41981"/>
                  <a:gd name="connsiteX9" fmla="*/ 42235 w 41981"/>
                  <a:gd name="connsiteY9" fmla="*/ 21182 h 41981"/>
                  <a:gd name="connsiteX10" fmla="*/ 42235 w 41981"/>
                  <a:gd name="connsiteY10" fmla="*/ 21182 h 41981"/>
                  <a:gd name="connsiteX11" fmla="*/ 21245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91"/>
                    </a:moveTo>
                    <a:cubicBezTo>
                      <a:pt x="30186" y="4991"/>
                      <a:pt x="37435" y="12240"/>
                      <a:pt x="37435" y="21182"/>
                    </a:cubicBezTo>
                    <a:lnTo>
                      <a:pt x="37435" y="21182"/>
                    </a:lnTo>
                    <a:cubicBezTo>
                      <a:pt x="37435" y="30123"/>
                      <a:pt x="30186" y="37372"/>
                      <a:pt x="21245" y="37372"/>
                    </a:cubicBezTo>
                    <a:cubicBezTo>
                      <a:pt x="12303" y="37372"/>
                      <a:pt x="5054" y="30123"/>
                      <a:pt x="5054" y="21182"/>
                    </a:cubicBezTo>
                    <a:cubicBezTo>
                      <a:pt x="5054" y="12240"/>
                      <a:pt x="12303" y="4991"/>
                      <a:pt x="21245" y="4991"/>
                    </a:cubicBezTo>
                    <a:close/>
                    <a:moveTo>
                      <a:pt x="21245" y="191"/>
                    </a:moveTo>
                    <a:cubicBezTo>
                      <a:pt x="9652" y="191"/>
                      <a:pt x="254" y="9589"/>
                      <a:pt x="254" y="21182"/>
                    </a:cubicBezTo>
                    <a:cubicBezTo>
                      <a:pt x="254" y="32774"/>
                      <a:pt x="9652" y="42172"/>
                      <a:pt x="21245" y="42172"/>
                    </a:cubicBezTo>
                    <a:cubicBezTo>
                      <a:pt x="32837" y="42172"/>
                      <a:pt x="42235" y="32774"/>
                      <a:pt x="42235" y="21182"/>
                    </a:cubicBezTo>
                    <a:lnTo>
                      <a:pt x="42235" y="21182"/>
                    </a:lnTo>
                    <a:cubicBezTo>
                      <a:pt x="42235" y="9589"/>
                      <a:pt x="32837" y="191"/>
                      <a:pt x="21245" y="191"/>
                    </a:cubicBezTo>
                    <a:close/>
                  </a:path>
                </a:pathLst>
              </a:custGeom>
              <a:solidFill>
                <a:srgbClr val="000000"/>
              </a:solidFill>
              <a:ln w="4794" cap="sq">
                <a:noFill/>
                <a:prstDash val="solid"/>
                <a:round/>
              </a:ln>
            </p:spPr>
            <p:txBody>
              <a:bodyPr rtlCol="0" anchor="ctr"/>
              <a:lstStyle/>
              <a:p>
                <a:endParaRPr lang="en-US"/>
              </a:p>
            </p:txBody>
          </p:sp>
          <p:sp>
            <p:nvSpPr>
              <p:cNvPr id="2166" name="Freeform: Shape 2165">
                <a:extLst>
                  <a:ext uri="{FF2B5EF4-FFF2-40B4-BE49-F238E27FC236}">
                    <a16:creationId xmlns:a16="http://schemas.microsoft.com/office/drawing/2014/main" id="{A283A81C-41E8-4DC0-2D1F-D2F692CFB205}"/>
                  </a:ext>
                </a:extLst>
              </p:cNvPr>
              <p:cNvSpPr/>
              <p:nvPr/>
            </p:nvSpPr>
            <p:spPr>
              <a:xfrm>
                <a:off x="7696007" y="8060803"/>
                <a:ext cx="37180" cy="37180"/>
              </a:xfrm>
              <a:custGeom>
                <a:avLst/>
                <a:gdLst>
                  <a:gd name="connsiteX0" fmla="*/ 37441 w 37180"/>
                  <a:gd name="connsiteY0" fmla="*/ 18774 h 37180"/>
                  <a:gd name="connsiteX1" fmla="*/ 18851 w 37180"/>
                  <a:gd name="connsiteY1" fmla="*/ 37364 h 37180"/>
                  <a:gd name="connsiteX2" fmla="*/ 260 w 37180"/>
                  <a:gd name="connsiteY2" fmla="*/ 18774 h 37180"/>
                  <a:gd name="connsiteX3" fmla="*/ 18851 w 37180"/>
                  <a:gd name="connsiteY3" fmla="*/ 184 h 37180"/>
                  <a:gd name="connsiteX4" fmla="*/ 37441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74"/>
                    </a:moveTo>
                    <a:cubicBezTo>
                      <a:pt x="37441" y="29041"/>
                      <a:pt x="29118" y="37364"/>
                      <a:pt x="18851" y="37364"/>
                    </a:cubicBezTo>
                    <a:cubicBezTo>
                      <a:pt x="8584" y="37364"/>
                      <a:pt x="260" y="29041"/>
                      <a:pt x="260" y="18774"/>
                    </a:cubicBezTo>
                    <a:cubicBezTo>
                      <a:pt x="260" y="8507"/>
                      <a:pt x="8584" y="184"/>
                      <a:pt x="18851" y="184"/>
                    </a:cubicBezTo>
                    <a:cubicBezTo>
                      <a:pt x="29118" y="184"/>
                      <a:pt x="37441" y="8507"/>
                      <a:pt x="37441" y="18774"/>
                    </a:cubicBezTo>
                    <a:close/>
                  </a:path>
                </a:pathLst>
              </a:custGeom>
              <a:solidFill>
                <a:srgbClr val="F7F4F4"/>
              </a:solidFill>
              <a:ln w="5753" cap="sq">
                <a:noFill/>
                <a:prstDash val="solid"/>
                <a:miter/>
              </a:ln>
            </p:spPr>
            <p:txBody>
              <a:bodyPr rtlCol="0" anchor="ctr"/>
              <a:lstStyle/>
              <a:p>
                <a:endParaRPr lang="en-US"/>
              </a:p>
            </p:txBody>
          </p:sp>
          <p:sp>
            <p:nvSpPr>
              <p:cNvPr id="2167" name="Freeform: Shape 2166">
                <a:extLst>
                  <a:ext uri="{FF2B5EF4-FFF2-40B4-BE49-F238E27FC236}">
                    <a16:creationId xmlns:a16="http://schemas.microsoft.com/office/drawing/2014/main" id="{9A963030-C08F-0802-1D49-2651C26B5A4C}"/>
                  </a:ext>
                </a:extLst>
              </p:cNvPr>
              <p:cNvSpPr/>
              <p:nvPr/>
            </p:nvSpPr>
            <p:spPr>
              <a:xfrm>
                <a:off x="7693607" y="8058403"/>
                <a:ext cx="41981" cy="41981"/>
              </a:xfrm>
              <a:custGeom>
                <a:avLst/>
                <a:gdLst>
                  <a:gd name="connsiteX0" fmla="*/ 21251 w 41981"/>
                  <a:gd name="connsiteY0" fmla="*/ 4984 h 41981"/>
                  <a:gd name="connsiteX1" fmla="*/ 37441 w 41981"/>
                  <a:gd name="connsiteY1" fmla="*/ 21174 h 41981"/>
                  <a:gd name="connsiteX2" fmla="*/ 37441 w 41981"/>
                  <a:gd name="connsiteY2" fmla="*/ 21174 h 41981"/>
                  <a:gd name="connsiteX3" fmla="*/ 21251 w 41981"/>
                  <a:gd name="connsiteY3" fmla="*/ 37364 h 41981"/>
                  <a:gd name="connsiteX4" fmla="*/ 5061 w 41981"/>
                  <a:gd name="connsiteY4" fmla="*/ 21174 h 41981"/>
                  <a:gd name="connsiteX5" fmla="*/ 21251 w 41981"/>
                  <a:gd name="connsiteY5" fmla="*/ 4984 h 41981"/>
                  <a:gd name="connsiteX6" fmla="*/ 21251 w 41981"/>
                  <a:gd name="connsiteY6" fmla="*/ 184 h 41981"/>
                  <a:gd name="connsiteX7" fmla="*/ 260 w 41981"/>
                  <a:gd name="connsiteY7" fmla="*/ 21174 h 41981"/>
                  <a:gd name="connsiteX8" fmla="*/ 21251 w 41981"/>
                  <a:gd name="connsiteY8" fmla="*/ 42165 h 41981"/>
                  <a:gd name="connsiteX9" fmla="*/ 42242 w 41981"/>
                  <a:gd name="connsiteY9" fmla="*/ 21174 h 41981"/>
                  <a:gd name="connsiteX10" fmla="*/ 42242 w 41981"/>
                  <a:gd name="connsiteY10" fmla="*/ 21174 h 41981"/>
                  <a:gd name="connsiteX11" fmla="*/ 2125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4"/>
                    </a:moveTo>
                    <a:cubicBezTo>
                      <a:pt x="30193" y="4984"/>
                      <a:pt x="37441" y="12232"/>
                      <a:pt x="37441" y="21174"/>
                    </a:cubicBezTo>
                    <a:lnTo>
                      <a:pt x="37441" y="21174"/>
                    </a:lnTo>
                    <a:cubicBezTo>
                      <a:pt x="37441" y="30116"/>
                      <a:pt x="30193" y="37364"/>
                      <a:pt x="21251" y="37364"/>
                    </a:cubicBezTo>
                    <a:cubicBezTo>
                      <a:pt x="12309" y="37364"/>
                      <a:pt x="5061" y="30116"/>
                      <a:pt x="5061" y="21174"/>
                    </a:cubicBezTo>
                    <a:cubicBezTo>
                      <a:pt x="5061" y="12232"/>
                      <a:pt x="12309" y="4984"/>
                      <a:pt x="21251" y="4984"/>
                    </a:cubicBezTo>
                    <a:close/>
                    <a:moveTo>
                      <a:pt x="21251" y="184"/>
                    </a:moveTo>
                    <a:cubicBezTo>
                      <a:pt x="9658" y="184"/>
                      <a:pt x="260" y="9582"/>
                      <a:pt x="260" y="21174"/>
                    </a:cubicBezTo>
                    <a:cubicBezTo>
                      <a:pt x="260" y="32767"/>
                      <a:pt x="9658" y="42165"/>
                      <a:pt x="21251" y="42165"/>
                    </a:cubicBezTo>
                    <a:cubicBezTo>
                      <a:pt x="32844" y="42165"/>
                      <a:pt x="42242" y="32767"/>
                      <a:pt x="42242" y="21174"/>
                    </a:cubicBezTo>
                    <a:lnTo>
                      <a:pt x="42242" y="21174"/>
                    </a:lnTo>
                    <a:cubicBezTo>
                      <a:pt x="42242" y="9582"/>
                      <a:pt x="32844" y="184"/>
                      <a:pt x="21251" y="184"/>
                    </a:cubicBezTo>
                    <a:close/>
                  </a:path>
                </a:pathLst>
              </a:custGeom>
              <a:solidFill>
                <a:srgbClr val="000000"/>
              </a:solidFill>
              <a:ln w="4794" cap="sq">
                <a:noFill/>
                <a:prstDash val="solid"/>
                <a:round/>
              </a:ln>
            </p:spPr>
            <p:txBody>
              <a:bodyPr rtlCol="0" anchor="ctr"/>
              <a:lstStyle/>
              <a:p>
                <a:endParaRPr lang="en-US"/>
              </a:p>
            </p:txBody>
          </p:sp>
          <p:sp>
            <p:nvSpPr>
              <p:cNvPr id="2168" name="Freeform: Shape 2167">
                <a:extLst>
                  <a:ext uri="{FF2B5EF4-FFF2-40B4-BE49-F238E27FC236}">
                    <a16:creationId xmlns:a16="http://schemas.microsoft.com/office/drawing/2014/main" id="{6FE4F572-E82C-0F88-52BA-E7C717663A2C}"/>
                  </a:ext>
                </a:extLst>
              </p:cNvPr>
              <p:cNvSpPr/>
              <p:nvPr/>
            </p:nvSpPr>
            <p:spPr>
              <a:xfrm>
                <a:off x="7629612" y="7834717"/>
                <a:ext cx="37180" cy="37180"/>
              </a:xfrm>
              <a:custGeom>
                <a:avLst/>
                <a:gdLst>
                  <a:gd name="connsiteX0" fmla="*/ 37430 w 37180"/>
                  <a:gd name="connsiteY0" fmla="*/ 18735 h 37180"/>
                  <a:gd name="connsiteX1" fmla="*/ 18839 w 37180"/>
                  <a:gd name="connsiteY1" fmla="*/ 37325 h 37180"/>
                  <a:gd name="connsiteX2" fmla="*/ 249 w 37180"/>
                  <a:gd name="connsiteY2" fmla="*/ 18735 h 37180"/>
                  <a:gd name="connsiteX3" fmla="*/ 18839 w 37180"/>
                  <a:gd name="connsiteY3" fmla="*/ 144 h 37180"/>
                  <a:gd name="connsiteX4" fmla="*/ 37430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35"/>
                    </a:moveTo>
                    <a:cubicBezTo>
                      <a:pt x="37430" y="29002"/>
                      <a:pt x="29107" y="37325"/>
                      <a:pt x="18839" y="37325"/>
                    </a:cubicBezTo>
                    <a:cubicBezTo>
                      <a:pt x="8572" y="37325"/>
                      <a:pt x="249" y="29002"/>
                      <a:pt x="249" y="18735"/>
                    </a:cubicBezTo>
                    <a:cubicBezTo>
                      <a:pt x="249" y="8468"/>
                      <a:pt x="8572" y="144"/>
                      <a:pt x="18839" y="144"/>
                    </a:cubicBezTo>
                    <a:cubicBezTo>
                      <a:pt x="29107" y="144"/>
                      <a:pt x="37430" y="8468"/>
                      <a:pt x="37430" y="18735"/>
                    </a:cubicBezTo>
                    <a:close/>
                  </a:path>
                </a:pathLst>
              </a:custGeom>
              <a:solidFill>
                <a:srgbClr val="F7CDCD"/>
              </a:solidFill>
              <a:ln w="5753" cap="sq">
                <a:noFill/>
                <a:prstDash val="solid"/>
                <a:miter/>
              </a:ln>
            </p:spPr>
            <p:txBody>
              <a:bodyPr rtlCol="0" anchor="ctr"/>
              <a:lstStyle/>
              <a:p>
                <a:endParaRPr lang="en-US"/>
              </a:p>
            </p:txBody>
          </p:sp>
          <p:sp>
            <p:nvSpPr>
              <p:cNvPr id="2169" name="Freeform: Shape 2168">
                <a:extLst>
                  <a:ext uri="{FF2B5EF4-FFF2-40B4-BE49-F238E27FC236}">
                    <a16:creationId xmlns:a16="http://schemas.microsoft.com/office/drawing/2014/main" id="{9F28C8E0-E0B6-C0E1-2386-F62311BE4596}"/>
                  </a:ext>
                </a:extLst>
              </p:cNvPr>
              <p:cNvSpPr/>
              <p:nvPr/>
            </p:nvSpPr>
            <p:spPr>
              <a:xfrm>
                <a:off x="7627212" y="7832317"/>
                <a:ext cx="41981" cy="41981"/>
              </a:xfrm>
              <a:custGeom>
                <a:avLst/>
                <a:gdLst>
                  <a:gd name="connsiteX0" fmla="*/ 21240 w 41981"/>
                  <a:gd name="connsiteY0" fmla="*/ 4945 h 41981"/>
                  <a:gd name="connsiteX1" fmla="*/ 37430 w 41981"/>
                  <a:gd name="connsiteY1" fmla="*/ 21135 h 41981"/>
                  <a:gd name="connsiteX2" fmla="*/ 37430 w 41981"/>
                  <a:gd name="connsiteY2" fmla="*/ 21135 h 41981"/>
                  <a:gd name="connsiteX3" fmla="*/ 21240 w 41981"/>
                  <a:gd name="connsiteY3" fmla="*/ 37325 h 41981"/>
                  <a:gd name="connsiteX4" fmla="*/ 5049 w 41981"/>
                  <a:gd name="connsiteY4" fmla="*/ 21135 h 41981"/>
                  <a:gd name="connsiteX5" fmla="*/ 21240 w 41981"/>
                  <a:gd name="connsiteY5" fmla="*/ 4945 h 41981"/>
                  <a:gd name="connsiteX6" fmla="*/ 21240 w 41981"/>
                  <a:gd name="connsiteY6" fmla="*/ 144 h 41981"/>
                  <a:gd name="connsiteX7" fmla="*/ 249 w 41981"/>
                  <a:gd name="connsiteY7" fmla="*/ 21135 h 41981"/>
                  <a:gd name="connsiteX8" fmla="*/ 21240 w 41981"/>
                  <a:gd name="connsiteY8" fmla="*/ 42126 h 41981"/>
                  <a:gd name="connsiteX9" fmla="*/ 42230 w 41981"/>
                  <a:gd name="connsiteY9" fmla="*/ 21135 h 41981"/>
                  <a:gd name="connsiteX10" fmla="*/ 42230 w 41981"/>
                  <a:gd name="connsiteY10" fmla="*/ 21135 h 41981"/>
                  <a:gd name="connsiteX11" fmla="*/ 21240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45"/>
                    </a:moveTo>
                    <a:cubicBezTo>
                      <a:pt x="30181" y="4945"/>
                      <a:pt x="37430" y="12193"/>
                      <a:pt x="37430" y="21135"/>
                    </a:cubicBezTo>
                    <a:lnTo>
                      <a:pt x="37430" y="21135"/>
                    </a:lnTo>
                    <a:cubicBezTo>
                      <a:pt x="37430" y="30077"/>
                      <a:pt x="30181" y="37325"/>
                      <a:pt x="21240" y="37325"/>
                    </a:cubicBezTo>
                    <a:cubicBezTo>
                      <a:pt x="12298" y="37325"/>
                      <a:pt x="5049" y="30077"/>
                      <a:pt x="5049" y="21135"/>
                    </a:cubicBezTo>
                    <a:cubicBezTo>
                      <a:pt x="5049" y="12193"/>
                      <a:pt x="12298" y="4945"/>
                      <a:pt x="21240" y="4945"/>
                    </a:cubicBezTo>
                    <a:close/>
                    <a:moveTo>
                      <a:pt x="21240" y="144"/>
                    </a:moveTo>
                    <a:cubicBezTo>
                      <a:pt x="9647" y="144"/>
                      <a:pt x="249" y="9542"/>
                      <a:pt x="249" y="21135"/>
                    </a:cubicBezTo>
                    <a:cubicBezTo>
                      <a:pt x="249" y="32728"/>
                      <a:pt x="9647" y="42126"/>
                      <a:pt x="21240" y="42126"/>
                    </a:cubicBezTo>
                    <a:cubicBezTo>
                      <a:pt x="32832" y="42126"/>
                      <a:pt x="42230" y="32728"/>
                      <a:pt x="42230" y="21135"/>
                    </a:cubicBezTo>
                    <a:lnTo>
                      <a:pt x="42230" y="21135"/>
                    </a:lnTo>
                    <a:cubicBezTo>
                      <a:pt x="42230" y="9542"/>
                      <a:pt x="32832" y="144"/>
                      <a:pt x="21240" y="144"/>
                    </a:cubicBezTo>
                    <a:close/>
                  </a:path>
                </a:pathLst>
              </a:custGeom>
              <a:solidFill>
                <a:srgbClr val="000000"/>
              </a:solidFill>
              <a:ln w="4794" cap="sq">
                <a:noFill/>
                <a:prstDash val="solid"/>
                <a:round/>
              </a:ln>
            </p:spPr>
            <p:txBody>
              <a:bodyPr rtlCol="0" anchor="ctr"/>
              <a:lstStyle/>
              <a:p>
                <a:endParaRPr lang="en-US"/>
              </a:p>
            </p:txBody>
          </p:sp>
          <p:sp>
            <p:nvSpPr>
              <p:cNvPr id="2170" name="Freeform: Shape 2169">
                <a:extLst>
                  <a:ext uri="{FF2B5EF4-FFF2-40B4-BE49-F238E27FC236}">
                    <a16:creationId xmlns:a16="http://schemas.microsoft.com/office/drawing/2014/main" id="{DC2E550B-4626-3A58-D11D-89D05509D6D6}"/>
                  </a:ext>
                </a:extLst>
              </p:cNvPr>
              <p:cNvSpPr/>
              <p:nvPr/>
            </p:nvSpPr>
            <p:spPr>
              <a:xfrm>
                <a:off x="7559086" y="8022142"/>
                <a:ext cx="37180" cy="37180"/>
              </a:xfrm>
              <a:custGeom>
                <a:avLst/>
                <a:gdLst>
                  <a:gd name="connsiteX0" fmla="*/ 37417 w 37180"/>
                  <a:gd name="connsiteY0" fmla="*/ 18767 h 37180"/>
                  <a:gd name="connsiteX1" fmla="*/ 18827 w 37180"/>
                  <a:gd name="connsiteY1" fmla="*/ 37358 h 37180"/>
                  <a:gd name="connsiteX2" fmla="*/ 237 w 37180"/>
                  <a:gd name="connsiteY2" fmla="*/ 18767 h 37180"/>
                  <a:gd name="connsiteX3" fmla="*/ 18827 w 37180"/>
                  <a:gd name="connsiteY3" fmla="*/ 177 h 37180"/>
                  <a:gd name="connsiteX4" fmla="*/ 37417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67"/>
                    </a:moveTo>
                    <a:cubicBezTo>
                      <a:pt x="37417" y="29035"/>
                      <a:pt x="29094" y="37358"/>
                      <a:pt x="18827" y="37358"/>
                    </a:cubicBezTo>
                    <a:cubicBezTo>
                      <a:pt x="8560" y="37358"/>
                      <a:pt x="237" y="29035"/>
                      <a:pt x="237" y="18767"/>
                    </a:cubicBezTo>
                    <a:cubicBezTo>
                      <a:pt x="237" y="8500"/>
                      <a:pt x="8560" y="177"/>
                      <a:pt x="18827" y="177"/>
                    </a:cubicBezTo>
                    <a:cubicBezTo>
                      <a:pt x="29094" y="177"/>
                      <a:pt x="37417" y="8500"/>
                      <a:pt x="37417" y="18767"/>
                    </a:cubicBezTo>
                    <a:close/>
                  </a:path>
                </a:pathLst>
              </a:custGeom>
              <a:solidFill>
                <a:srgbClr val="F7F4F4"/>
              </a:solidFill>
              <a:ln w="5753" cap="sq">
                <a:noFill/>
                <a:prstDash val="solid"/>
                <a:miter/>
              </a:ln>
            </p:spPr>
            <p:txBody>
              <a:bodyPr rtlCol="0" anchor="ctr"/>
              <a:lstStyle/>
              <a:p>
                <a:endParaRPr lang="en-US"/>
              </a:p>
            </p:txBody>
          </p:sp>
          <p:sp>
            <p:nvSpPr>
              <p:cNvPr id="2171" name="Freeform: Shape 2170">
                <a:extLst>
                  <a:ext uri="{FF2B5EF4-FFF2-40B4-BE49-F238E27FC236}">
                    <a16:creationId xmlns:a16="http://schemas.microsoft.com/office/drawing/2014/main" id="{EE3628D2-9506-2EB6-0A7C-5CF0B3AA8E22}"/>
                  </a:ext>
                </a:extLst>
              </p:cNvPr>
              <p:cNvSpPr/>
              <p:nvPr/>
            </p:nvSpPr>
            <p:spPr>
              <a:xfrm>
                <a:off x="7556686" y="8019742"/>
                <a:ext cx="41981" cy="41981"/>
              </a:xfrm>
              <a:custGeom>
                <a:avLst/>
                <a:gdLst>
                  <a:gd name="connsiteX0" fmla="*/ 21227 w 41981"/>
                  <a:gd name="connsiteY0" fmla="*/ 4977 h 41981"/>
                  <a:gd name="connsiteX1" fmla="*/ 37417 w 41981"/>
                  <a:gd name="connsiteY1" fmla="*/ 21168 h 41981"/>
                  <a:gd name="connsiteX2" fmla="*/ 37417 w 41981"/>
                  <a:gd name="connsiteY2" fmla="*/ 21168 h 41981"/>
                  <a:gd name="connsiteX3" fmla="*/ 21227 w 41981"/>
                  <a:gd name="connsiteY3" fmla="*/ 37358 h 41981"/>
                  <a:gd name="connsiteX4" fmla="*/ 5037 w 41981"/>
                  <a:gd name="connsiteY4" fmla="*/ 21168 h 41981"/>
                  <a:gd name="connsiteX5" fmla="*/ 21227 w 41981"/>
                  <a:gd name="connsiteY5" fmla="*/ 4977 h 41981"/>
                  <a:gd name="connsiteX6" fmla="*/ 21227 w 41981"/>
                  <a:gd name="connsiteY6" fmla="*/ 177 h 41981"/>
                  <a:gd name="connsiteX7" fmla="*/ 237 w 41981"/>
                  <a:gd name="connsiteY7" fmla="*/ 21168 h 41981"/>
                  <a:gd name="connsiteX8" fmla="*/ 21227 w 41981"/>
                  <a:gd name="connsiteY8" fmla="*/ 42158 h 41981"/>
                  <a:gd name="connsiteX9" fmla="*/ 42218 w 41981"/>
                  <a:gd name="connsiteY9" fmla="*/ 21168 h 41981"/>
                  <a:gd name="connsiteX10" fmla="*/ 42218 w 41981"/>
                  <a:gd name="connsiteY10" fmla="*/ 21168 h 41981"/>
                  <a:gd name="connsiteX11" fmla="*/ 21227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77"/>
                    </a:moveTo>
                    <a:cubicBezTo>
                      <a:pt x="30169" y="4977"/>
                      <a:pt x="37417" y="12226"/>
                      <a:pt x="37417" y="21168"/>
                    </a:cubicBezTo>
                    <a:lnTo>
                      <a:pt x="37417" y="21168"/>
                    </a:lnTo>
                    <a:cubicBezTo>
                      <a:pt x="37417" y="30109"/>
                      <a:pt x="30169" y="37358"/>
                      <a:pt x="21227" y="37358"/>
                    </a:cubicBezTo>
                    <a:cubicBezTo>
                      <a:pt x="12285" y="37358"/>
                      <a:pt x="5037" y="30109"/>
                      <a:pt x="5037" y="21168"/>
                    </a:cubicBezTo>
                    <a:cubicBezTo>
                      <a:pt x="5037" y="12226"/>
                      <a:pt x="12285" y="4977"/>
                      <a:pt x="21227" y="4977"/>
                    </a:cubicBezTo>
                    <a:close/>
                    <a:moveTo>
                      <a:pt x="21227" y="177"/>
                    </a:moveTo>
                    <a:cubicBezTo>
                      <a:pt x="9635" y="177"/>
                      <a:pt x="237" y="9575"/>
                      <a:pt x="237" y="21168"/>
                    </a:cubicBezTo>
                    <a:cubicBezTo>
                      <a:pt x="237" y="32760"/>
                      <a:pt x="9635" y="42158"/>
                      <a:pt x="21227" y="42158"/>
                    </a:cubicBezTo>
                    <a:cubicBezTo>
                      <a:pt x="32820" y="42158"/>
                      <a:pt x="42218" y="32760"/>
                      <a:pt x="42218" y="21168"/>
                    </a:cubicBezTo>
                    <a:lnTo>
                      <a:pt x="42218" y="21168"/>
                    </a:lnTo>
                    <a:cubicBezTo>
                      <a:pt x="42218" y="9575"/>
                      <a:pt x="32820" y="177"/>
                      <a:pt x="21227" y="177"/>
                    </a:cubicBezTo>
                    <a:close/>
                  </a:path>
                </a:pathLst>
              </a:custGeom>
              <a:solidFill>
                <a:srgbClr val="000000"/>
              </a:solidFill>
              <a:ln w="4794" cap="sq">
                <a:noFill/>
                <a:prstDash val="solid"/>
                <a:round/>
              </a:ln>
            </p:spPr>
            <p:txBody>
              <a:bodyPr rtlCol="0" anchor="ctr"/>
              <a:lstStyle/>
              <a:p>
                <a:endParaRPr lang="en-US"/>
              </a:p>
            </p:txBody>
          </p:sp>
          <p:sp>
            <p:nvSpPr>
              <p:cNvPr id="2172" name="Freeform: Shape 2171">
                <a:extLst>
                  <a:ext uri="{FF2B5EF4-FFF2-40B4-BE49-F238E27FC236}">
                    <a16:creationId xmlns:a16="http://schemas.microsoft.com/office/drawing/2014/main" id="{125F67E7-2295-5B40-E99B-4D8EFE5937A5}"/>
                  </a:ext>
                </a:extLst>
              </p:cNvPr>
              <p:cNvSpPr/>
              <p:nvPr/>
            </p:nvSpPr>
            <p:spPr>
              <a:xfrm>
                <a:off x="7568481" y="7950827"/>
                <a:ext cx="37180" cy="37180"/>
              </a:xfrm>
              <a:custGeom>
                <a:avLst/>
                <a:gdLst>
                  <a:gd name="connsiteX0" fmla="*/ 37419 w 37180"/>
                  <a:gd name="connsiteY0" fmla="*/ 18755 h 37180"/>
                  <a:gd name="connsiteX1" fmla="*/ 18829 w 37180"/>
                  <a:gd name="connsiteY1" fmla="*/ 37345 h 37180"/>
                  <a:gd name="connsiteX2" fmla="*/ 238 w 37180"/>
                  <a:gd name="connsiteY2" fmla="*/ 18755 h 37180"/>
                  <a:gd name="connsiteX3" fmla="*/ 18829 w 37180"/>
                  <a:gd name="connsiteY3" fmla="*/ 165 h 37180"/>
                  <a:gd name="connsiteX4" fmla="*/ 37419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55"/>
                    </a:moveTo>
                    <a:cubicBezTo>
                      <a:pt x="37419" y="29022"/>
                      <a:pt x="29096" y="37345"/>
                      <a:pt x="18829" y="37345"/>
                    </a:cubicBezTo>
                    <a:cubicBezTo>
                      <a:pt x="8562" y="37345"/>
                      <a:pt x="238" y="29022"/>
                      <a:pt x="238" y="18755"/>
                    </a:cubicBezTo>
                    <a:cubicBezTo>
                      <a:pt x="238" y="8488"/>
                      <a:pt x="8562" y="165"/>
                      <a:pt x="18829" y="165"/>
                    </a:cubicBezTo>
                    <a:cubicBezTo>
                      <a:pt x="29096" y="165"/>
                      <a:pt x="37419" y="8488"/>
                      <a:pt x="37419" y="18755"/>
                    </a:cubicBezTo>
                    <a:close/>
                  </a:path>
                </a:pathLst>
              </a:custGeom>
              <a:solidFill>
                <a:srgbClr val="F7F1F1"/>
              </a:solidFill>
              <a:ln w="5753" cap="sq">
                <a:noFill/>
                <a:prstDash val="solid"/>
                <a:miter/>
              </a:ln>
            </p:spPr>
            <p:txBody>
              <a:bodyPr rtlCol="0" anchor="ctr"/>
              <a:lstStyle/>
              <a:p>
                <a:endParaRPr lang="en-US"/>
              </a:p>
            </p:txBody>
          </p:sp>
          <p:sp>
            <p:nvSpPr>
              <p:cNvPr id="2173" name="Freeform: Shape 2172">
                <a:extLst>
                  <a:ext uri="{FF2B5EF4-FFF2-40B4-BE49-F238E27FC236}">
                    <a16:creationId xmlns:a16="http://schemas.microsoft.com/office/drawing/2014/main" id="{7BC800EB-A775-574A-7616-1B7951446115}"/>
                  </a:ext>
                </a:extLst>
              </p:cNvPr>
              <p:cNvSpPr/>
              <p:nvPr/>
            </p:nvSpPr>
            <p:spPr>
              <a:xfrm>
                <a:off x="7566081" y="7948427"/>
                <a:ext cx="41981" cy="41981"/>
              </a:xfrm>
              <a:custGeom>
                <a:avLst/>
                <a:gdLst>
                  <a:gd name="connsiteX0" fmla="*/ 21229 w 41981"/>
                  <a:gd name="connsiteY0" fmla="*/ 4965 h 41981"/>
                  <a:gd name="connsiteX1" fmla="*/ 37419 w 41981"/>
                  <a:gd name="connsiteY1" fmla="*/ 21155 h 41981"/>
                  <a:gd name="connsiteX2" fmla="*/ 37419 w 41981"/>
                  <a:gd name="connsiteY2" fmla="*/ 21155 h 41981"/>
                  <a:gd name="connsiteX3" fmla="*/ 21229 w 41981"/>
                  <a:gd name="connsiteY3" fmla="*/ 37345 h 41981"/>
                  <a:gd name="connsiteX4" fmla="*/ 5039 w 41981"/>
                  <a:gd name="connsiteY4" fmla="*/ 21155 h 41981"/>
                  <a:gd name="connsiteX5" fmla="*/ 21229 w 41981"/>
                  <a:gd name="connsiteY5" fmla="*/ 4965 h 41981"/>
                  <a:gd name="connsiteX6" fmla="*/ 21229 w 41981"/>
                  <a:gd name="connsiteY6" fmla="*/ 165 h 41981"/>
                  <a:gd name="connsiteX7" fmla="*/ 238 w 41981"/>
                  <a:gd name="connsiteY7" fmla="*/ 21155 h 41981"/>
                  <a:gd name="connsiteX8" fmla="*/ 21229 w 41981"/>
                  <a:gd name="connsiteY8" fmla="*/ 42146 h 41981"/>
                  <a:gd name="connsiteX9" fmla="*/ 42219 w 41981"/>
                  <a:gd name="connsiteY9" fmla="*/ 21155 h 41981"/>
                  <a:gd name="connsiteX10" fmla="*/ 42219 w 41981"/>
                  <a:gd name="connsiteY10" fmla="*/ 21155 h 41981"/>
                  <a:gd name="connsiteX11" fmla="*/ 21229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65"/>
                    </a:moveTo>
                    <a:cubicBezTo>
                      <a:pt x="30171" y="4965"/>
                      <a:pt x="37419" y="12213"/>
                      <a:pt x="37419" y="21155"/>
                    </a:cubicBezTo>
                    <a:lnTo>
                      <a:pt x="37419" y="21155"/>
                    </a:lnTo>
                    <a:cubicBezTo>
                      <a:pt x="37419" y="30097"/>
                      <a:pt x="30171" y="37345"/>
                      <a:pt x="21229" y="37345"/>
                    </a:cubicBezTo>
                    <a:cubicBezTo>
                      <a:pt x="12287" y="37345"/>
                      <a:pt x="5039" y="30097"/>
                      <a:pt x="5039" y="21155"/>
                    </a:cubicBezTo>
                    <a:cubicBezTo>
                      <a:pt x="5039" y="12213"/>
                      <a:pt x="12287" y="4965"/>
                      <a:pt x="21229" y="4965"/>
                    </a:cubicBezTo>
                    <a:close/>
                    <a:moveTo>
                      <a:pt x="21229" y="165"/>
                    </a:moveTo>
                    <a:cubicBezTo>
                      <a:pt x="9636" y="165"/>
                      <a:pt x="238" y="9563"/>
                      <a:pt x="238" y="21155"/>
                    </a:cubicBezTo>
                    <a:cubicBezTo>
                      <a:pt x="238" y="32748"/>
                      <a:pt x="9636" y="42146"/>
                      <a:pt x="21229" y="42146"/>
                    </a:cubicBezTo>
                    <a:cubicBezTo>
                      <a:pt x="32821" y="42146"/>
                      <a:pt x="42219" y="32748"/>
                      <a:pt x="42219" y="21155"/>
                    </a:cubicBezTo>
                    <a:lnTo>
                      <a:pt x="42219" y="21155"/>
                    </a:lnTo>
                    <a:cubicBezTo>
                      <a:pt x="42219" y="9563"/>
                      <a:pt x="32821" y="165"/>
                      <a:pt x="21229" y="165"/>
                    </a:cubicBezTo>
                    <a:close/>
                  </a:path>
                </a:pathLst>
              </a:custGeom>
              <a:solidFill>
                <a:srgbClr val="000000"/>
              </a:solidFill>
              <a:ln w="4794" cap="sq">
                <a:noFill/>
                <a:prstDash val="solid"/>
                <a:round/>
              </a:ln>
            </p:spPr>
            <p:txBody>
              <a:bodyPr rtlCol="0" anchor="ctr"/>
              <a:lstStyle/>
              <a:p>
                <a:endParaRPr lang="en-US"/>
              </a:p>
            </p:txBody>
          </p:sp>
          <p:sp>
            <p:nvSpPr>
              <p:cNvPr id="2174" name="Freeform: Shape 2173">
                <a:extLst>
                  <a:ext uri="{FF2B5EF4-FFF2-40B4-BE49-F238E27FC236}">
                    <a16:creationId xmlns:a16="http://schemas.microsoft.com/office/drawing/2014/main" id="{FA46B6CD-7AAB-4C7C-7AA5-7B54C6883EF4}"/>
                  </a:ext>
                </a:extLst>
              </p:cNvPr>
              <p:cNvSpPr/>
              <p:nvPr/>
            </p:nvSpPr>
            <p:spPr>
              <a:xfrm>
                <a:off x="7712665" y="7961264"/>
                <a:ext cx="37180" cy="37180"/>
              </a:xfrm>
              <a:custGeom>
                <a:avLst/>
                <a:gdLst>
                  <a:gd name="connsiteX0" fmla="*/ 37444 w 37180"/>
                  <a:gd name="connsiteY0" fmla="*/ 18757 h 37180"/>
                  <a:gd name="connsiteX1" fmla="*/ 18854 w 37180"/>
                  <a:gd name="connsiteY1" fmla="*/ 37347 h 37180"/>
                  <a:gd name="connsiteX2" fmla="*/ 263 w 37180"/>
                  <a:gd name="connsiteY2" fmla="*/ 18757 h 37180"/>
                  <a:gd name="connsiteX3" fmla="*/ 18854 w 37180"/>
                  <a:gd name="connsiteY3" fmla="*/ 166 h 37180"/>
                  <a:gd name="connsiteX4" fmla="*/ 37444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7"/>
                    </a:moveTo>
                    <a:cubicBezTo>
                      <a:pt x="37444" y="29024"/>
                      <a:pt x="29121" y="37347"/>
                      <a:pt x="18854" y="37347"/>
                    </a:cubicBezTo>
                    <a:cubicBezTo>
                      <a:pt x="8587" y="37347"/>
                      <a:pt x="263" y="29024"/>
                      <a:pt x="263" y="18757"/>
                    </a:cubicBezTo>
                    <a:cubicBezTo>
                      <a:pt x="263" y="8490"/>
                      <a:pt x="8587" y="166"/>
                      <a:pt x="18854" y="166"/>
                    </a:cubicBezTo>
                    <a:cubicBezTo>
                      <a:pt x="29121" y="166"/>
                      <a:pt x="37444" y="8490"/>
                      <a:pt x="37444" y="18757"/>
                    </a:cubicBezTo>
                    <a:close/>
                  </a:path>
                </a:pathLst>
              </a:custGeom>
              <a:solidFill>
                <a:srgbClr val="F7E6E6"/>
              </a:solidFill>
              <a:ln w="5753" cap="sq">
                <a:noFill/>
                <a:prstDash val="solid"/>
                <a:miter/>
              </a:ln>
            </p:spPr>
            <p:txBody>
              <a:bodyPr rtlCol="0" anchor="ctr"/>
              <a:lstStyle/>
              <a:p>
                <a:endParaRPr lang="en-US"/>
              </a:p>
            </p:txBody>
          </p:sp>
          <p:sp>
            <p:nvSpPr>
              <p:cNvPr id="2175" name="Freeform: Shape 2174">
                <a:extLst>
                  <a:ext uri="{FF2B5EF4-FFF2-40B4-BE49-F238E27FC236}">
                    <a16:creationId xmlns:a16="http://schemas.microsoft.com/office/drawing/2014/main" id="{4712CBC4-31E5-B77F-AB78-51FA18311EDB}"/>
                  </a:ext>
                </a:extLst>
              </p:cNvPr>
              <p:cNvSpPr/>
              <p:nvPr/>
            </p:nvSpPr>
            <p:spPr>
              <a:xfrm>
                <a:off x="7710265" y="7958864"/>
                <a:ext cx="41981" cy="41981"/>
              </a:xfrm>
              <a:custGeom>
                <a:avLst/>
                <a:gdLst>
                  <a:gd name="connsiteX0" fmla="*/ 21254 w 41981"/>
                  <a:gd name="connsiteY0" fmla="*/ 4967 h 41981"/>
                  <a:gd name="connsiteX1" fmla="*/ 37444 w 41981"/>
                  <a:gd name="connsiteY1" fmla="*/ 21157 h 41981"/>
                  <a:gd name="connsiteX2" fmla="*/ 37444 w 41981"/>
                  <a:gd name="connsiteY2" fmla="*/ 21157 h 41981"/>
                  <a:gd name="connsiteX3" fmla="*/ 21254 w 41981"/>
                  <a:gd name="connsiteY3" fmla="*/ 37347 h 41981"/>
                  <a:gd name="connsiteX4" fmla="*/ 5064 w 41981"/>
                  <a:gd name="connsiteY4" fmla="*/ 21157 h 41981"/>
                  <a:gd name="connsiteX5" fmla="*/ 21254 w 41981"/>
                  <a:gd name="connsiteY5" fmla="*/ 4967 h 41981"/>
                  <a:gd name="connsiteX6" fmla="*/ 21254 w 41981"/>
                  <a:gd name="connsiteY6" fmla="*/ 166 h 41981"/>
                  <a:gd name="connsiteX7" fmla="*/ 263 w 41981"/>
                  <a:gd name="connsiteY7" fmla="*/ 21157 h 41981"/>
                  <a:gd name="connsiteX8" fmla="*/ 21254 w 41981"/>
                  <a:gd name="connsiteY8" fmla="*/ 42148 h 41981"/>
                  <a:gd name="connsiteX9" fmla="*/ 42245 w 41981"/>
                  <a:gd name="connsiteY9" fmla="*/ 21157 h 41981"/>
                  <a:gd name="connsiteX10" fmla="*/ 42245 w 41981"/>
                  <a:gd name="connsiteY10" fmla="*/ 21157 h 41981"/>
                  <a:gd name="connsiteX11" fmla="*/ 2125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7"/>
                    </a:moveTo>
                    <a:cubicBezTo>
                      <a:pt x="30196" y="4967"/>
                      <a:pt x="37444" y="12215"/>
                      <a:pt x="37444" y="21157"/>
                    </a:cubicBezTo>
                    <a:lnTo>
                      <a:pt x="37444" y="21157"/>
                    </a:lnTo>
                    <a:cubicBezTo>
                      <a:pt x="37444" y="30099"/>
                      <a:pt x="30196" y="37347"/>
                      <a:pt x="21254" y="37347"/>
                    </a:cubicBezTo>
                    <a:cubicBezTo>
                      <a:pt x="12312" y="37347"/>
                      <a:pt x="5064" y="30099"/>
                      <a:pt x="5064" y="21157"/>
                    </a:cubicBezTo>
                    <a:cubicBezTo>
                      <a:pt x="5064" y="12215"/>
                      <a:pt x="12312" y="4967"/>
                      <a:pt x="21254" y="4967"/>
                    </a:cubicBezTo>
                    <a:close/>
                    <a:moveTo>
                      <a:pt x="21254" y="166"/>
                    </a:moveTo>
                    <a:cubicBezTo>
                      <a:pt x="9661" y="166"/>
                      <a:pt x="263" y="9564"/>
                      <a:pt x="263" y="21157"/>
                    </a:cubicBezTo>
                    <a:cubicBezTo>
                      <a:pt x="263" y="32750"/>
                      <a:pt x="9661" y="42148"/>
                      <a:pt x="21254" y="42148"/>
                    </a:cubicBezTo>
                    <a:cubicBezTo>
                      <a:pt x="32847" y="42148"/>
                      <a:pt x="42245" y="32750"/>
                      <a:pt x="42245" y="21157"/>
                    </a:cubicBezTo>
                    <a:lnTo>
                      <a:pt x="42245" y="21157"/>
                    </a:lnTo>
                    <a:cubicBezTo>
                      <a:pt x="42245" y="9564"/>
                      <a:pt x="32847" y="166"/>
                      <a:pt x="21254" y="166"/>
                    </a:cubicBezTo>
                    <a:close/>
                  </a:path>
                </a:pathLst>
              </a:custGeom>
              <a:solidFill>
                <a:srgbClr val="000000"/>
              </a:solidFill>
              <a:ln w="4794" cap="sq">
                <a:noFill/>
                <a:prstDash val="solid"/>
                <a:round/>
              </a:ln>
            </p:spPr>
            <p:txBody>
              <a:bodyPr rtlCol="0" anchor="ctr"/>
              <a:lstStyle/>
              <a:p>
                <a:endParaRPr lang="en-US"/>
              </a:p>
            </p:txBody>
          </p:sp>
          <p:sp>
            <p:nvSpPr>
              <p:cNvPr id="2176" name="Freeform: Shape 2175">
                <a:extLst>
                  <a:ext uri="{FF2B5EF4-FFF2-40B4-BE49-F238E27FC236}">
                    <a16:creationId xmlns:a16="http://schemas.microsoft.com/office/drawing/2014/main" id="{DE0884AD-5002-FAC6-F6B6-EE626E6FF2D9}"/>
                  </a:ext>
                </a:extLst>
              </p:cNvPr>
              <p:cNvSpPr/>
              <p:nvPr/>
            </p:nvSpPr>
            <p:spPr>
              <a:xfrm>
                <a:off x="7697332" y="8004292"/>
                <a:ext cx="37180" cy="37180"/>
              </a:xfrm>
              <a:custGeom>
                <a:avLst/>
                <a:gdLst>
                  <a:gd name="connsiteX0" fmla="*/ 37441 w 37180"/>
                  <a:gd name="connsiteY0" fmla="*/ 18764 h 37180"/>
                  <a:gd name="connsiteX1" fmla="*/ 18851 w 37180"/>
                  <a:gd name="connsiteY1" fmla="*/ 37355 h 37180"/>
                  <a:gd name="connsiteX2" fmla="*/ 261 w 37180"/>
                  <a:gd name="connsiteY2" fmla="*/ 18764 h 37180"/>
                  <a:gd name="connsiteX3" fmla="*/ 18851 w 37180"/>
                  <a:gd name="connsiteY3" fmla="*/ 174 h 37180"/>
                  <a:gd name="connsiteX4" fmla="*/ 3744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4"/>
                    </a:moveTo>
                    <a:cubicBezTo>
                      <a:pt x="37441" y="29031"/>
                      <a:pt x="29118" y="37355"/>
                      <a:pt x="18851" y="37355"/>
                    </a:cubicBezTo>
                    <a:cubicBezTo>
                      <a:pt x="8584" y="37355"/>
                      <a:pt x="261" y="29031"/>
                      <a:pt x="261" y="18764"/>
                    </a:cubicBezTo>
                    <a:cubicBezTo>
                      <a:pt x="261" y="8497"/>
                      <a:pt x="8584" y="174"/>
                      <a:pt x="18851" y="174"/>
                    </a:cubicBezTo>
                    <a:cubicBezTo>
                      <a:pt x="29118" y="174"/>
                      <a:pt x="37441" y="8497"/>
                      <a:pt x="37441" y="18764"/>
                    </a:cubicBezTo>
                    <a:close/>
                  </a:path>
                </a:pathLst>
              </a:custGeom>
              <a:solidFill>
                <a:srgbClr val="F7E5E5"/>
              </a:solidFill>
              <a:ln w="5753" cap="sq">
                <a:noFill/>
                <a:prstDash val="solid"/>
                <a:miter/>
              </a:ln>
            </p:spPr>
            <p:txBody>
              <a:bodyPr rtlCol="0" anchor="ctr"/>
              <a:lstStyle/>
              <a:p>
                <a:endParaRPr lang="en-US"/>
              </a:p>
            </p:txBody>
          </p:sp>
          <p:sp>
            <p:nvSpPr>
              <p:cNvPr id="2177" name="Freeform: Shape 2176">
                <a:extLst>
                  <a:ext uri="{FF2B5EF4-FFF2-40B4-BE49-F238E27FC236}">
                    <a16:creationId xmlns:a16="http://schemas.microsoft.com/office/drawing/2014/main" id="{315C3581-ECE8-392A-DF97-45164AC0C7FF}"/>
                  </a:ext>
                </a:extLst>
              </p:cNvPr>
              <p:cNvSpPr/>
              <p:nvPr/>
            </p:nvSpPr>
            <p:spPr>
              <a:xfrm>
                <a:off x="7694932" y="8001891"/>
                <a:ext cx="41981" cy="41981"/>
              </a:xfrm>
              <a:custGeom>
                <a:avLst/>
                <a:gdLst>
                  <a:gd name="connsiteX0" fmla="*/ 21251 w 41981"/>
                  <a:gd name="connsiteY0" fmla="*/ 4974 h 41981"/>
                  <a:gd name="connsiteX1" fmla="*/ 37441 w 41981"/>
                  <a:gd name="connsiteY1" fmla="*/ 21164 h 41981"/>
                  <a:gd name="connsiteX2" fmla="*/ 37441 w 41981"/>
                  <a:gd name="connsiteY2" fmla="*/ 21164 h 41981"/>
                  <a:gd name="connsiteX3" fmla="*/ 21251 w 41981"/>
                  <a:gd name="connsiteY3" fmla="*/ 37355 h 41981"/>
                  <a:gd name="connsiteX4" fmla="*/ 5061 w 41981"/>
                  <a:gd name="connsiteY4" fmla="*/ 21164 h 41981"/>
                  <a:gd name="connsiteX5" fmla="*/ 21251 w 41981"/>
                  <a:gd name="connsiteY5" fmla="*/ 4974 h 41981"/>
                  <a:gd name="connsiteX6" fmla="*/ 21251 w 41981"/>
                  <a:gd name="connsiteY6" fmla="*/ 174 h 41981"/>
                  <a:gd name="connsiteX7" fmla="*/ 261 w 41981"/>
                  <a:gd name="connsiteY7" fmla="*/ 21164 h 41981"/>
                  <a:gd name="connsiteX8" fmla="*/ 21251 w 41981"/>
                  <a:gd name="connsiteY8" fmla="*/ 42155 h 41981"/>
                  <a:gd name="connsiteX9" fmla="*/ 42242 w 41981"/>
                  <a:gd name="connsiteY9" fmla="*/ 21164 h 41981"/>
                  <a:gd name="connsiteX10" fmla="*/ 42242 w 41981"/>
                  <a:gd name="connsiteY10" fmla="*/ 21164 h 41981"/>
                  <a:gd name="connsiteX11" fmla="*/ 2125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4"/>
                    </a:moveTo>
                    <a:cubicBezTo>
                      <a:pt x="30193" y="4974"/>
                      <a:pt x="37441" y="12223"/>
                      <a:pt x="37441" y="21164"/>
                    </a:cubicBezTo>
                    <a:lnTo>
                      <a:pt x="37441" y="21164"/>
                    </a:lnTo>
                    <a:cubicBezTo>
                      <a:pt x="37441" y="30106"/>
                      <a:pt x="30193" y="37355"/>
                      <a:pt x="21251" y="37355"/>
                    </a:cubicBezTo>
                    <a:cubicBezTo>
                      <a:pt x="12309" y="37355"/>
                      <a:pt x="5061" y="30106"/>
                      <a:pt x="5061" y="21164"/>
                    </a:cubicBezTo>
                    <a:cubicBezTo>
                      <a:pt x="5061" y="12223"/>
                      <a:pt x="12309" y="4974"/>
                      <a:pt x="21251" y="4974"/>
                    </a:cubicBezTo>
                    <a:close/>
                    <a:moveTo>
                      <a:pt x="21251" y="174"/>
                    </a:moveTo>
                    <a:cubicBezTo>
                      <a:pt x="9659" y="174"/>
                      <a:pt x="261" y="9572"/>
                      <a:pt x="261" y="21164"/>
                    </a:cubicBezTo>
                    <a:cubicBezTo>
                      <a:pt x="261" y="32757"/>
                      <a:pt x="9659" y="42155"/>
                      <a:pt x="21251" y="42155"/>
                    </a:cubicBezTo>
                    <a:cubicBezTo>
                      <a:pt x="32844" y="42155"/>
                      <a:pt x="42242" y="32757"/>
                      <a:pt x="42242" y="21164"/>
                    </a:cubicBezTo>
                    <a:lnTo>
                      <a:pt x="42242" y="21164"/>
                    </a:lnTo>
                    <a:cubicBezTo>
                      <a:pt x="42242" y="9572"/>
                      <a:pt x="32844" y="174"/>
                      <a:pt x="21251" y="174"/>
                    </a:cubicBezTo>
                    <a:close/>
                  </a:path>
                </a:pathLst>
              </a:custGeom>
              <a:solidFill>
                <a:srgbClr val="000000"/>
              </a:solidFill>
              <a:ln w="4794" cap="sq">
                <a:noFill/>
                <a:prstDash val="solid"/>
                <a:round/>
              </a:ln>
            </p:spPr>
            <p:txBody>
              <a:bodyPr rtlCol="0" anchor="ctr"/>
              <a:lstStyle/>
              <a:p>
                <a:endParaRPr lang="en-US"/>
              </a:p>
            </p:txBody>
          </p:sp>
          <p:sp>
            <p:nvSpPr>
              <p:cNvPr id="2178" name="Freeform: Shape 2177">
                <a:extLst>
                  <a:ext uri="{FF2B5EF4-FFF2-40B4-BE49-F238E27FC236}">
                    <a16:creationId xmlns:a16="http://schemas.microsoft.com/office/drawing/2014/main" id="{92F914B5-2365-50D1-E5EE-EF3C98BA4000}"/>
                  </a:ext>
                </a:extLst>
              </p:cNvPr>
              <p:cNvSpPr/>
              <p:nvPr/>
            </p:nvSpPr>
            <p:spPr>
              <a:xfrm>
                <a:off x="7643776" y="8076545"/>
                <a:ext cx="37180" cy="37180"/>
              </a:xfrm>
              <a:custGeom>
                <a:avLst/>
                <a:gdLst>
                  <a:gd name="connsiteX0" fmla="*/ 37432 w 37180"/>
                  <a:gd name="connsiteY0" fmla="*/ 18777 h 37180"/>
                  <a:gd name="connsiteX1" fmla="*/ 18842 w 37180"/>
                  <a:gd name="connsiteY1" fmla="*/ 37367 h 37180"/>
                  <a:gd name="connsiteX2" fmla="*/ 251 w 37180"/>
                  <a:gd name="connsiteY2" fmla="*/ 18777 h 37180"/>
                  <a:gd name="connsiteX3" fmla="*/ 18842 w 37180"/>
                  <a:gd name="connsiteY3" fmla="*/ 186 h 37180"/>
                  <a:gd name="connsiteX4" fmla="*/ 37432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7"/>
                    </a:moveTo>
                    <a:cubicBezTo>
                      <a:pt x="37432" y="29044"/>
                      <a:pt x="29109" y="37367"/>
                      <a:pt x="18842" y="37367"/>
                    </a:cubicBezTo>
                    <a:cubicBezTo>
                      <a:pt x="8575" y="37367"/>
                      <a:pt x="251" y="29044"/>
                      <a:pt x="251" y="18777"/>
                    </a:cubicBezTo>
                    <a:cubicBezTo>
                      <a:pt x="251" y="8510"/>
                      <a:pt x="8575" y="186"/>
                      <a:pt x="18842" y="186"/>
                    </a:cubicBezTo>
                    <a:cubicBezTo>
                      <a:pt x="29109" y="186"/>
                      <a:pt x="37432" y="8510"/>
                      <a:pt x="37432" y="18777"/>
                    </a:cubicBezTo>
                    <a:close/>
                  </a:path>
                </a:pathLst>
              </a:custGeom>
              <a:solidFill>
                <a:srgbClr val="F7F1F1"/>
              </a:solidFill>
              <a:ln w="5753" cap="sq">
                <a:noFill/>
                <a:prstDash val="solid"/>
                <a:miter/>
              </a:ln>
            </p:spPr>
            <p:txBody>
              <a:bodyPr rtlCol="0" anchor="ctr"/>
              <a:lstStyle/>
              <a:p>
                <a:endParaRPr lang="en-US"/>
              </a:p>
            </p:txBody>
          </p:sp>
          <p:sp>
            <p:nvSpPr>
              <p:cNvPr id="2179" name="Freeform: Shape 2178">
                <a:extLst>
                  <a:ext uri="{FF2B5EF4-FFF2-40B4-BE49-F238E27FC236}">
                    <a16:creationId xmlns:a16="http://schemas.microsoft.com/office/drawing/2014/main" id="{D1CBEF9F-65A0-917F-04A2-8DD8481C7FA8}"/>
                  </a:ext>
                </a:extLst>
              </p:cNvPr>
              <p:cNvSpPr/>
              <p:nvPr/>
            </p:nvSpPr>
            <p:spPr>
              <a:xfrm>
                <a:off x="7641375" y="8074145"/>
                <a:ext cx="41981" cy="41981"/>
              </a:xfrm>
              <a:custGeom>
                <a:avLst/>
                <a:gdLst>
                  <a:gd name="connsiteX0" fmla="*/ 21242 w 41981"/>
                  <a:gd name="connsiteY0" fmla="*/ 4987 h 41981"/>
                  <a:gd name="connsiteX1" fmla="*/ 37432 w 41981"/>
                  <a:gd name="connsiteY1" fmla="*/ 21177 h 41981"/>
                  <a:gd name="connsiteX2" fmla="*/ 37432 w 41981"/>
                  <a:gd name="connsiteY2" fmla="*/ 21177 h 41981"/>
                  <a:gd name="connsiteX3" fmla="*/ 21242 w 41981"/>
                  <a:gd name="connsiteY3" fmla="*/ 37367 h 41981"/>
                  <a:gd name="connsiteX4" fmla="*/ 5052 w 41981"/>
                  <a:gd name="connsiteY4" fmla="*/ 21177 h 41981"/>
                  <a:gd name="connsiteX5" fmla="*/ 21242 w 41981"/>
                  <a:gd name="connsiteY5" fmla="*/ 4987 h 41981"/>
                  <a:gd name="connsiteX6" fmla="*/ 21242 w 41981"/>
                  <a:gd name="connsiteY6" fmla="*/ 186 h 41981"/>
                  <a:gd name="connsiteX7" fmla="*/ 251 w 41981"/>
                  <a:gd name="connsiteY7" fmla="*/ 21177 h 41981"/>
                  <a:gd name="connsiteX8" fmla="*/ 21242 w 41981"/>
                  <a:gd name="connsiteY8" fmla="*/ 42168 h 41981"/>
                  <a:gd name="connsiteX9" fmla="*/ 42233 w 41981"/>
                  <a:gd name="connsiteY9" fmla="*/ 21177 h 41981"/>
                  <a:gd name="connsiteX10" fmla="*/ 42233 w 41981"/>
                  <a:gd name="connsiteY10" fmla="*/ 21177 h 41981"/>
                  <a:gd name="connsiteX11" fmla="*/ 21242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7"/>
                    </a:moveTo>
                    <a:cubicBezTo>
                      <a:pt x="30184" y="4987"/>
                      <a:pt x="37432" y="12235"/>
                      <a:pt x="37432" y="21177"/>
                    </a:cubicBezTo>
                    <a:lnTo>
                      <a:pt x="37432" y="21177"/>
                    </a:lnTo>
                    <a:cubicBezTo>
                      <a:pt x="37432" y="30119"/>
                      <a:pt x="30184" y="37367"/>
                      <a:pt x="21242" y="37367"/>
                    </a:cubicBezTo>
                    <a:cubicBezTo>
                      <a:pt x="12300" y="37367"/>
                      <a:pt x="5052" y="30119"/>
                      <a:pt x="5052" y="21177"/>
                    </a:cubicBezTo>
                    <a:cubicBezTo>
                      <a:pt x="5052" y="12235"/>
                      <a:pt x="12300" y="4987"/>
                      <a:pt x="21242" y="4987"/>
                    </a:cubicBezTo>
                    <a:close/>
                    <a:moveTo>
                      <a:pt x="21242" y="186"/>
                    </a:moveTo>
                    <a:cubicBezTo>
                      <a:pt x="9649" y="186"/>
                      <a:pt x="251" y="9584"/>
                      <a:pt x="251" y="21177"/>
                    </a:cubicBezTo>
                    <a:cubicBezTo>
                      <a:pt x="251" y="32770"/>
                      <a:pt x="9649" y="42168"/>
                      <a:pt x="21242" y="42168"/>
                    </a:cubicBezTo>
                    <a:cubicBezTo>
                      <a:pt x="32835" y="42168"/>
                      <a:pt x="42233" y="32770"/>
                      <a:pt x="42233" y="21177"/>
                    </a:cubicBezTo>
                    <a:lnTo>
                      <a:pt x="42233" y="21177"/>
                    </a:lnTo>
                    <a:cubicBezTo>
                      <a:pt x="42233" y="9584"/>
                      <a:pt x="32835" y="186"/>
                      <a:pt x="21242" y="186"/>
                    </a:cubicBezTo>
                    <a:close/>
                  </a:path>
                </a:pathLst>
              </a:custGeom>
              <a:solidFill>
                <a:srgbClr val="000000"/>
              </a:solidFill>
              <a:ln w="4794" cap="sq">
                <a:noFill/>
                <a:prstDash val="solid"/>
                <a:round/>
              </a:ln>
            </p:spPr>
            <p:txBody>
              <a:bodyPr rtlCol="0" anchor="ctr"/>
              <a:lstStyle/>
              <a:p>
                <a:endParaRPr lang="en-US"/>
              </a:p>
            </p:txBody>
          </p:sp>
          <p:sp>
            <p:nvSpPr>
              <p:cNvPr id="2180" name="Freeform: Shape 2179">
                <a:extLst>
                  <a:ext uri="{FF2B5EF4-FFF2-40B4-BE49-F238E27FC236}">
                    <a16:creationId xmlns:a16="http://schemas.microsoft.com/office/drawing/2014/main" id="{0B17E856-C9BB-952E-F3A3-446CFD5F65B7}"/>
                  </a:ext>
                </a:extLst>
              </p:cNvPr>
              <p:cNvSpPr/>
              <p:nvPr/>
            </p:nvSpPr>
            <p:spPr>
              <a:xfrm>
                <a:off x="7711594" y="7962002"/>
                <a:ext cx="37180" cy="37180"/>
              </a:xfrm>
              <a:custGeom>
                <a:avLst/>
                <a:gdLst>
                  <a:gd name="connsiteX0" fmla="*/ 37444 w 37180"/>
                  <a:gd name="connsiteY0" fmla="*/ 18757 h 37180"/>
                  <a:gd name="connsiteX1" fmla="*/ 18854 w 37180"/>
                  <a:gd name="connsiteY1" fmla="*/ 37347 h 37180"/>
                  <a:gd name="connsiteX2" fmla="*/ 263 w 37180"/>
                  <a:gd name="connsiteY2" fmla="*/ 18757 h 37180"/>
                  <a:gd name="connsiteX3" fmla="*/ 18854 w 37180"/>
                  <a:gd name="connsiteY3" fmla="*/ 167 h 37180"/>
                  <a:gd name="connsiteX4" fmla="*/ 37444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7"/>
                    </a:moveTo>
                    <a:cubicBezTo>
                      <a:pt x="37444" y="29024"/>
                      <a:pt x="29121" y="37347"/>
                      <a:pt x="18854" y="37347"/>
                    </a:cubicBezTo>
                    <a:cubicBezTo>
                      <a:pt x="8586" y="37347"/>
                      <a:pt x="263" y="29024"/>
                      <a:pt x="263" y="18757"/>
                    </a:cubicBezTo>
                    <a:cubicBezTo>
                      <a:pt x="263" y="8490"/>
                      <a:pt x="8586" y="167"/>
                      <a:pt x="18854" y="167"/>
                    </a:cubicBezTo>
                    <a:cubicBezTo>
                      <a:pt x="29121" y="167"/>
                      <a:pt x="37444" y="8490"/>
                      <a:pt x="37444" y="18757"/>
                    </a:cubicBezTo>
                    <a:close/>
                  </a:path>
                </a:pathLst>
              </a:custGeom>
              <a:solidFill>
                <a:srgbClr val="F7EDED"/>
              </a:solidFill>
              <a:ln w="5753" cap="sq">
                <a:noFill/>
                <a:prstDash val="solid"/>
                <a:miter/>
              </a:ln>
            </p:spPr>
            <p:txBody>
              <a:bodyPr rtlCol="0" anchor="ctr"/>
              <a:lstStyle/>
              <a:p>
                <a:endParaRPr lang="en-US"/>
              </a:p>
            </p:txBody>
          </p:sp>
          <p:sp>
            <p:nvSpPr>
              <p:cNvPr id="2181" name="Freeform: Shape 2180">
                <a:extLst>
                  <a:ext uri="{FF2B5EF4-FFF2-40B4-BE49-F238E27FC236}">
                    <a16:creationId xmlns:a16="http://schemas.microsoft.com/office/drawing/2014/main" id="{51BA9064-DEF8-1233-C13E-D1CD4A63EC12}"/>
                  </a:ext>
                </a:extLst>
              </p:cNvPr>
              <p:cNvSpPr/>
              <p:nvPr/>
            </p:nvSpPr>
            <p:spPr>
              <a:xfrm>
                <a:off x="7709194" y="7959602"/>
                <a:ext cx="41981" cy="41981"/>
              </a:xfrm>
              <a:custGeom>
                <a:avLst/>
                <a:gdLst>
                  <a:gd name="connsiteX0" fmla="*/ 21254 w 41981"/>
                  <a:gd name="connsiteY0" fmla="*/ 4967 h 41981"/>
                  <a:gd name="connsiteX1" fmla="*/ 37444 w 41981"/>
                  <a:gd name="connsiteY1" fmla="*/ 21157 h 41981"/>
                  <a:gd name="connsiteX2" fmla="*/ 37444 w 41981"/>
                  <a:gd name="connsiteY2" fmla="*/ 21157 h 41981"/>
                  <a:gd name="connsiteX3" fmla="*/ 21254 w 41981"/>
                  <a:gd name="connsiteY3" fmla="*/ 37347 h 41981"/>
                  <a:gd name="connsiteX4" fmla="*/ 5064 w 41981"/>
                  <a:gd name="connsiteY4" fmla="*/ 21157 h 41981"/>
                  <a:gd name="connsiteX5" fmla="*/ 21254 w 41981"/>
                  <a:gd name="connsiteY5" fmla="*/ 4967 h 41981"/>
                  <a:gd name="connsiteX6" fmla="*/ 21254 w 41981"/>
                  <a:gd name="connsiteY6" fmla="*/ 167 h 41981"/>
                  <a:gd name="connsiteX7" fmla="*/ 263 w 41981"/>
                  <a:gd name="connsiteY7" fmla="*/ 21157 h 41981"/>
                  <a:gd name="connsiteX8" fmla="*/ 21254 w 41981"/>
                  <a:gd name="connsiteY8" fmla="*/ 42148 h 41981"/>
                  <a:gd name="connsiteX9" fmla="*/ 42244 w 41981"/>
                  <a:gd name="connsiteY9" fmla="*/ 21157 h 41981"/>
                  <a:gd name="connsiteX10" fmla="*/ 42244 w 41981"/>
                  <a:gd name="connsiteY10" fmla="*/ 21157 h 41981"/>
                  <a:gd name="connsiteX11" fmla="*/ 2125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7"/>
                    </a:moveTo>
                    <a:cubicBezTo>
                      <a:pt x="30196" y="4967"/>
                      <a:pt x="37444" y="12215"/>
                      <a:pt x="37444" y="21157"/>
                    </a:cubicBezTo>
                    <a:lnTo>
                      <a:pt x="37444" y="21157"/>
                    </a:lnTo>
                    <a:cubicBezTo>
                      <a:pt x="37444" y="30099"/>
                      <a:pt x="30196" y="37347"/>
                      <a:pt x="21254" y="37347"/>
                    </a:cubicBezTo>
                    <a:cubicBezTo>
                      <a:pt x="12312" y="37347"/>
                      <a:pt x="5064" y="30099"/>
                      <a:pt x="5064" y="21157"/>
                    </a:cubicBezTo>
                    <a:cubicBezTo>
                      <a:pt x="5064" y="12215"/>
                      <a:pt x="12312" y="4967"/>
                      <a:pt x="21254" y="4967"/>
                    </a:cubicBezTo>
                    <a:close/>
                    <a:moveTo>
                      <a:pt x="21254" y="167"/>
                    </a:moveTo>
                    <a:cubicBezTo>
                      <a:pt x="9661" y="167"/>
                      <a:pt x="263" y="9565"/>
                      <a:pt x="263" y="21157"/>
                    </a:cubicBezTo>
                    <a:cubicBezTo>
                      <a:pt x="263" y="32750"/>
                      <a:pt x="9661" y="42148"/>
                      <a:pt x="21254" y="42148"/>
                    </a:cubicBezTo>
                    <a:cubicBezTo>
                      <a:pt x="32846" y="42148"/>
                      <a:pt x="42244" y="32750"/>
                      <a:pt x="42244" y="21157"/>
                    </a:cubicBezTo>
                    <a:lnTo>
                      <a:pt x="42244" y="21157"/>
                    </a:lnTo>
                    <a:cubicBezTo>
                      <a:pt x="42244" y="9565"/>
                      <a:pt x="32846" y="167"/>
                      <a:pt x="21254" y="167"/>
                    </a:cubicBezTo>
                    <a:close/>
                  </a:path>
                </a:pathLst>
              </a:custGeom>
              <a:solidFill>
                <a:srgbClr val="000000"/>
              </a:solidFill>
              <a:ln w="4794" cap="sq">
                <a:noFill/>
                <a:prstDash val="solid"/>
                <a:round/>
              </a:ln>
            </p:spPr>
            <p:txBody>
              <a:bodyPr rtlCol="0" anchor="ctr"/>
              <a:lstStyle/>
              <a:p>
                <a:endParaRPr lang="en-US"/>
              </a:p>
            </p:txBody>
          </p:sp>
          <p:sp>
            <p:nvSpPr>
              <p:cNvPr id="2182" name="Freeform: Shape 2181">
                <a:extLst>
                  <a:ext uri="{FF2B5EF4-FFF2-40B4-BE49-F238E27FC236}">
                    <a16:creationId xmlns:a16="http://schemas.microsoft.com/office/drawing/2014/main" id="{B9E6B59E-44A8-19BF-FAD2-8D6681A924CF}"/>
                  </a:ext>
                </a:extLst>
              </p:cNvPr>
              <p:cNvSpPr/>
              <p:nvPr/>
            </p:nvSpPr>
            <p:spPr>
              <a:xfrm>
                <a:off x="7675358" y="7990923"/>
                <a:ext cx="37180" cy="37180"/>
              </a:xfrm>
              <a:custGeom>
                <a:avLst/>
                <a:gdLst>
                  <a:gd name="connsiteX0" fmla="*/ 37438 w 37180"/>
                  <a:gd name="connsiteY0" fmla="*/ 18762 h 37180"/>
                  <a:gd name="connsiteX1" fmla="*/ 18847 w 37180"/>
                  <a:gd name="connsiteY1" fmla="*/ 37352 h 37180"/>
                  <a:gd name="connsiteX2" fmla="*/ 257 w 37180"/>
                  <a:gd name="connsiteY2" fmla="*/ 18762 h 37180"/>
                  <a:gd name="connsiteX3" fmla="*/ 18847 w 37180"/>
                  <a:gd name="connsiteY3" fmla="*/ 172 h 37180"/>
                  <a:gd name="connsiteX4" fmla="*/ 3743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2"/>
                    </a:moveTo>
                    <a:cubicBezTo>
                      <a:pt x="37438" y="29029"/>
                      <a:pt x="29114" y="37352"/>
                      <a:pt x="18847" y="37352"/>
                    </a:cubicBezTo>
                    <a:cubicBezTo>
                      <a:pt x="8580" y="37352"/>
                      <a:pt x="257" y="29029"/>
                      <a:pt x="257" y="18762"/>
                    </a:cubicBezTo>
                    <a:cubicBezTo>
                      <a:pt x="257" y="8495"/>
                      <a:pt x="8580" y="172"/>
                      <a:pt x="18847" y="172"/>
                    </a:cubicBezTo>
                    <a:cubicBezTo>
                      <a:pt x="29114" y="172"/>
                      <a:pt x="37438" y="8495"/>
                      <a:pt x="37438" y="18762"/>
                    </a:cubicBezTo>
                    <a:close/>
                  </a:path>
                </a:pathLst>
              </a:custGeom>
              <a:solidFill>
                <a:srgbClr val="E8F7E8"/>
              </a:solidFill>
              <a:ln w="5753" cap="sq">
                <a:noFill/>
                <a:prstDash val="solid"/>
                <a:miter/>
              </a:ln>
            </p:spPr>
            <p:txBody>
              <a:bodyPr rtlCol="0" anchor="ctr"/>
              <a:lstStyle/>
              <a:p>
                <a:endParaRPr lang="en-US"/>
              </a:p>
            </p:txBody>
          </p:sp>
          <p:sp>
            <p:nvSpPr>
              <p:cNvPr id="2183" name="Freeform: Shape 2182">
                <a:extLst>
                  <a:ext uri="{FF2B5EF4-FFF2-40B4-BE49-F238E27FC236}">
                    <a16:creationId xmlns:a16="http://schemas.microsoft.com/office/drawing/2014/main" id="{2EE9C877-EC42-9F85-1E63-D91A9442A590}"/>
                  </a:ext>
                </a:extLst>
              </p:cNvPr>
              <p:cNvSpPr/>
              <p:nvPr/>
            </p:nvSpPr>
            <p:spPr>
              <a:xfrm>
                <a:off x="7672957" y="7988523"/>
                <a:ext cx="41981" cy="41981"/>
              </a:xfrm>
              <a:custGeom>
                <a:avLst/>
                <a:gdLst>
                  <a:gd name="connsiteX0" fmla="*/ 21247 w 41981"/>
                  <a:gd name="connsiteY0" fmla="*/ 4972 h 41981"/>
                  <a:gd name="connsiteX1" fmla="*/ 37438 w 41981"/>
                  <a:gd name="connsiteY1" fmla="*/ 21162 h 41981"/>
                  <a:gd name="connsiteX2" fmla="*/ 37438 w 41981"/>
                  <a:gd name="connsiteY2" fmla="*/ 21162 h 41981"/>
                  <a:gd name="connsiteX3" fmla="*/ 21247 w 41981"/>
                  <a:gd name="connsiteY3" fmla="*/ 37352 h 41981"/>
                  <a:gd name="connsiteX4" fmla="*/ 5057 w 41981"/>
                  <a:gd name="connsiteY4" fmla="*/ 21162 h 41981"/>
                  <a:gd name="connsiteX5" fmla="*/ 21247 w 41981"/>
                  <a:gd name="connsiteY5" fmla="*/ 4972 h 41981"/>
                  <a:gd name="connsiteX6" fmla="*/ 21247 w 41981"/>
                  <a:gd name="connsiteY6" fmla="*/ 172 h 41981"/>
                  <a:gd name="connsiteX7" fmla="*/ 257 w 41981"/>
                  <a:gd name="connsiteY7" fmla="*/ 21162 h 41981"/>
                  <a:gd name="connsiteX8" fmla="*/ 21247 w 41981"/>
                  <a:gd name="connsiteY8" fmla="*/ 42153 h 41981"/>
                  <a:gd name="connsiteX9" fmla="*/ 42238 w 41981"/>
                  <a:gd name="connsiteY9" fmla="*/ 21162 h 41981"/>
                  <a:gd name="connsiteX10" fmla="*/ 42238 w 41981"/>
                  <a:gd name="connsiteY10" fmla="*/ 21162 h 41981"/>
                  <a:gd name="connsiteX11" fmla="*/ 21247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2"/>
                    </a:moveTo>
                    <a:cubicBezTo>
                      <a:pt x="30189" y="4972"/>
                      <a:pt x="37438" y="12220"/>
                      <a:pt x="37438" y="21162"/>
                    </a:cubicBezTo>
                    <a:lnTo>
                      <a:pt x="37438" y="21162"/>
                    </a:lnTo>
                    <a:cubicBezTo>
                      <a:pt x="37438" y="30104"/>
                      <a:pt x="30189" y="37352"/>
                      <a:pt x="21247" y="37352"/>
                    </a:cubicBezTo>
                    <a:cubicBezTo>
                      <a:pt x="12306" y="37352"/>
                      <a:pt x="5057" y="30104"/>
                      <a:pt x="5057" y="21162"/>
                    </a:cubicBezTo>
                    <a:cubicBezTo>
                      <a:pt x="5057" y="12220"/>
                      <a:pt x="12306" y="4972"/>
                      <a:pt x="21247" y="4972"/>
                    </a:cubicBezTo>
                    <a:close/>
                    <a:moveTo>
                      <a:pt x="21247" y="172"/>
                    </a:moveTo>
                    <a:cubicBezTo>
                      <a:pt x="9655" y="172"/>
                      <a:pt x="257" y="9570"/>
                      <a:pt x="257" y="21162"/>
                    </a:cubicBezTo>
                    <a:cubicBezTo>
                      <a:pt x="257" y="32755"/>
                      <a:pt x="9655" y="42153"/>
                      <a:pt x="21247" y="42153"/>
                    </a:cubicBezTo>
                    <a:cubicBezTo>
                      <a:pt x="32840" y="42153"/>
                      <a:pt x="42238" y="32755"/>
                      <a:pt x="42238" y="21162"/>
                    </a:cubicBezTo>
                    <a:lnTo>
                      <a:pt x="42238" y="21162"/>
                    </a:lnTo>
                    <a:cubicBezTo>
                      <a:pt x="42238" y="9570"/>
                      <a:pt x="32840" y="172"/>
                      <a:pt x="21247" y="172"/>
                    </a:cubicBezTo>
                    <a:close/>
                  </a:path>
                </a:pathLst>
              </a:custGeom>
              <a:solidFill>
                <a:srgbClr val="000000"/>
              </a:solidFill>
              <a:ln w="4794" cap="sq">
                <a:noFill/>
                <a:prstDash val="solid"/>
                <a:round/>
              </a:ln>
            </p:spPr>
            <p:txBody>
              <a:bodyPr rtlCol="0" anchor="ctr"/>
              <a:lstStyle/>
              <a:p>
                <a:endParaRPr lang="en-US"/>
              </a:p>
            </p:txBody>
          </p:sp>
          <p:sp>
            <p:nvSpPr>
              <p:cNvPr id="2184" name="Freeform: Shape 2183">
                <a:extLst>
                  <a:ext uri="{FF2B5EF4-FFF2-40B4-BE49-F238E27FC236}">
                    <a16:creationId xmlns:a16="http://schemas.microsoft.com/office/drawing/2014/main" id="{0EDA1E16-DC45-FA25-747E-085968A4E06C}"/>
                  </a:ext>
                </a:extLst>
              </p:cNvPr>
              <p:cNvSpPr/>
              <p:nvPr/>
            </p:nvSpPr>
            <p:spPr>
              <a:xfrm>
                <a:off x="7557992" y="8052134"/>
                <a:ext cx="37180" cy="37180"/>
              </a:xfrm>
              <a:custGeom>
                <a:avLst/>
                <a:gdLst>
                  <a:gd name="connsiteX0" fmla="*/ 37417 w 37180"/>
                  <a:gd name="connsiteY0" fmla="*/ 18773 h 37180"/>
                  <a:gd name="connsiteX1" fmla="*/ 18827 w 37180"/>
                  <a:gd name="connsiteY1" fmla="*/ 37363 h 37180"/>
                  <a:gd name="connsiteX2" fmla="*/ 236 w 37180"/>
                  <a:gd name="connsiteY2" fmla="*/ 18773 h 37180"/>
                  <a:gd name="connsiteX3" fmla="*/ 18827 w 37180"/>
                  <a:gd name="connsiteY3" fmla="*/ 182 h 37180"/>
                  <a:gd name="connsiteX4" fmla="*/ 37417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73"/>
                    </a:moveTo>
                    <a:cubicBezTo>
                      <a:pt x="37417" y="29040"/>
                      <a:pt x="29094" y="37363"/>
                      <a:pt x="18827" y="37363"/>
                    </a:cubicBezTo>
                    <a:cubicBezTo>
                      <a:pt x="8560" y="37363"/>
                      <a:pt x="236" y="29040"/>
                      <a:pt x="236" y="18773"/>
                    </a:cubicBezTo>
                    <a:cubicBezTo>
                      <a:pt x="236" y="8505"/>
                      <a:pt x="8560" y="182"/>
                      <a:pt x="18827" y="182"/>
                    </a:cubicBezTo>
                    <a:cubicBezTo>
                      <a:pt x="29094" y="182"/>
                      <a:pt x="37417" y="8505"/>
                      <a:pt x="37417" y="18773"/>
                    </a:cubicBezTo>
                    <a:close/>
                  </a:path>
                </a:pathLst>
              </a:custGeom>
              <a:solidFill>
                <a:srgbClr val="E7F7E7"/>
              </a:solidFill>
              <a:ln w="5753" cap="sq">
                <a:noFill/>
                <a:prstDash val="solid"/>
                <a:miter/>
              </a:ln>
            </p:spPr>
            <p:txBody>
              <a:bodyPr rtlCol="0" anchor="ctr"/>
              <a:lstStyle/>
              <a:p>
                <a:endParaRPr lang="en-US"/>
              </a:p>
            </p:txBody>
          </p:sp>
          <p:sp>
            <p:nvSpPr>
              <p:cNvPr id="2185" name="Freeform: Shape 2184">
                <a:extLst>
                  <a:ext uri="{FF2B5EF4-FFF2-40B4-BE49-F238E27FC236}">
                    <a16:creationId xmlns:a16="http://schemas.microsoft.com/office/drawing/2014/main" id="{6B17E103-689C-9B38-7B6B-D9FFF49DA109}"/>
                  </a:ext>
                </a:extLst>
              </p:cNvPr>
              <p:cNvSpPr/>
              <p:nvPr/>
            </p:nvSpPr>
            <p:spPr>
              <a:xfrm>
                <a:off x="7555592" y="8049734"/>
                <a:ext cx="41981" cy="41981"/>
              </a:xfrm>
              <a:custGeom>
                <a:avLst/>
                <a:gdLst>
                  <a:gd name="connsiteX0" fmla="*/ 21227 w 41981"/>
                  <a:gd name="connsiteY0" fmla="*/ 4983 h 41981"/>
                  <a:gd name="connsiteX1" fmla="*/ 37417 w 41981"/>
                  <a:gd name="connsiteY1" fmla="*/ 21173 h 41981"/>
                  <a:gd name="connsiteX2" fmla="*/ 37417 w 41981"/>
                  <a:gd name="connsiteY2" fmla="*/ 21173 h 41981"/>
                  <a:gd name="connsiteX3" fmla="*/ 21227 w 41981"/>
                  <a:gd name="connsiteY3" fmla="*/ 37363 h 41981"/>
                  <a:gd name="connsiteX4" fmla="*/ 5037 w 41981"/>
                  <a:gd name="connsiteY4" fmla="*/ 21173 h 41981"/>
                  <a:gd name="connsiteX5" fmla="*/ 21227 w 41981"/>
                  <a:gd name="connsiteY5" fmla="*/ 4983 h 41981"/>
                  <a:gd name="connsiteX6" fmla="*/ 21227 w 41981"/>
                  <a:gd name="connsiteY6" fmla="*/ 182 h 41981"/>
                  <a:gd name="connsiteX7" fmla="*/ 236 w 41981"/>
                  <a:gd name="connsiteY7" fmla="*/ 21173 h 41981"/>
                  <a:gd name="connsiteX8" fmla="*/ 21227 w 41981"/>
                  <a:gd name="connsiteY8" fmla="*/ 42163 h 41981"/>
                  <a:gd name="connsiteX9" fmla="*/ 42218 w 41981"/>
                  <a:gd name="connsiteY9" fmla="*/ 21173 h 41981"/>
                  <a:gd name="connsiteX10" fmla="*/ 42218 w 41981"/>
                  <a:gd name="connsiteY10" fmla="*/ 21173 h 41981"/>
                  <a:gd name="connsiteX11" fmla="*/ 21227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83"/>
                    </a:moveTo>
                    <a:cubicBezTo>
                      <a:pt x="30169" y="4983"/>
                      <a:pt x="37417" y="12231"/>
                      <a:pt x="37417" y="21173"/>
                    </a:cubicBezTo>
                    <a:lnTo>
                      <a:pt x="37417" y="21173"/>
                    </a:lnTo>
                    <a:cubicBezTo>
                      <a:pt x="37417" y="30115"/>
                      <a:pt x="30169" y="37363"/>
                      <a:pt x="21227" y="37363"/>
                    </a:cubicBezTo>
                    <a:cubicBezTo>
                      <a:pt x="12285" y="37363"/>
                      <a:pt x="5037" y="30115"/>
                      <a:pt x="5037" y="21173"/>
                    </a:cubicBezTo>
                    <a:cubicBezTo>
                      <a:pt x="5037" y="12231"/>
                      <a:pt x="12285" y="4983"/>
                      <a:pt x="21227" y="4983"/>
                    </a:cubicBezTo>
                    <a:close/>
                    <a:moveTo>
                      <a:pt x="21227" y="182"/>
                    </a:moveTo>
                    <a:cubicBezTo>
                      <a:pt x="9634" y="182"/>
                      <a:pt x="236" y="9580"/>
                      <a:pt x="236" y="21173"/>
                    </a:cubicBezTo>
                    <a:cubicBezTo>
                      <a:pt x="236" y="32765"/>
                      <a:pt x="9634" y="42163"/>
                      <a:pt x="21227" y="42163"/>
                    </a:cubicBezTo>
                    <a:cubicBezTo>
                      <a:pt x="32820" y="42163"/>
                      <a:pt x="42218" y="32765"/>
                      <a:pt x="42218" y="21173"/>
                    </a:cubicBezTo>
                    <a:lnTo>
                      <a:pt x="42218" y="21173"/>
                    </a:lnTo>
                    <a:cubicBezTo>
                      <a:pt x="42218" y="9580"/>
                      <a:pt x="32820" y="182"/>
                      <a:pt x="21227" y="182"/>
                    </a:cubicBezTo>
                    <a:close/>
                  </a:path>
                </a:pathLst>
              </a:custGeom>
              <a:solidFill>
                <a:srgbClr val="000000"/>
              </a:solidFill>
              <a:ln w="4794" cap="sq">
                <a:noFill/>
                <a:prstDash val="solid"/>
                <a:round/>
              </a:ln>
            </p:spPr>
            <p:txBody>
              <a:bodyPr rtlCol="0" anchor="ctr"/>
              <a:lstStyle/>
              <a:p>
                <a:endParaRPr lang="en-US"/>
              </a:p>
            </p:txBody>
          </p:sp>
          <p:sp>
            <p:nvSpPr>
              <p:cNvPr id="2186" name="Freeform: Shape 2185">
                <a:extLst>
                  <a:ext uri="{FF2B5EF4-FFF2-40B4-BE49-F238E27FC236}">
                    <a16:creationId xmlns:a16="http://schemas.microsoft.com/office/drawing/2014/main" id="{993E42F8-DA97-5269-FA12-085DFA2918FC}"/>
                  </a:ext>
                </a:extLst>
              </p:cNvPr>
              <p:cNvSpPr/>
              <p:nvPr/>
            </p:nvSpPr>
            <p:spPr>
              <a:xfrm>
                <a:off x="7722451" y="7768621"/>
                <a:ext cx="37180" cy="37180"/>
              </a:xfrm>
              <a:custGeom>
                <a:avLst/>
                <a:gdLst>
                  <a:gd name="connsiteX0" fmla="*/ 37446 w 37180"/>
                  <a:gd name="connsiteY0" fmla="*/ 18723 h 37180"/>
                  <a:gd name="connsiteX1" fmla="*/ 18855 w 37180"/>
                  <a:gd name="connsiteY1" fmla="*/ 37314 h 37180"/>
                  <a:gd name="connsiteX2" fmla="*/ 265 w 37180"/>
                  <a:gd name="connsiteY2" fmla="*/ 18723 h 37180"/>
                  <a:gd name="connsiteX3" fmla="*/ 18855 w 37180"/>
                  <a:gd name="connsiteY3" fmla="*/ 133 h 37180"/>
                  <a:gd name="connsiteX4" fmla="*/ 37446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23"/>
                    </a:moveTo>
                    <a:cubicBezTo>
                      <a:pt x="37446" y="28991"/>
                      <a:pt x="29123" y="37314"/>
                      <a:pt x="18855" y="37314"/>
                    </a:cubicBezTo>
                    <a:cubicBezTo>
                      <a:pt x="8588" y="37314"/>
                      <a:pt x="265" y="28991"/>
                      <a:pt x="265" y="18723"/>
                    </a:cubicBezTo>
                    <a:cubicBezTo>
                      <a:pt x="265" y="8456"/>
                      <a:pt x="8588" y="133"/>
                      <a:pt x="18855" y="133"/>
                    </a:cubicBezTo>
                    <a:cubicBezTo>
                      <a:pt x="29123" y="133"/>
                      <a:pt x="37446" y="8456"/>
                      <a:pt x="37446" y="18723"/>
                    </a:cubicBezTo>
                    <a:close/>
                  </a:path>
                </a:pathLst>
              </a:custGeom>
              <a:solidFill>
                <a:srgbClr val="E6F7E6"/>
              </a:solidFill>
              <a:ln w="5753" cap="sq">
                <a:noFill/>
                <a:prstDash val="solid"/>
                <a:miter/>
              </a:ln>
            </p:spPr>
            <p:txBody>
              <a:bodyPr rtlCol="0" anchor="ctr"/>
              <a:lstStyle/>
              <a:p>
                <a:endParaRPr lang="en-US"/>
              </a:p>
            </p:txBody>
          </p:sp>
          <p:sp>
            <p:nvSpPr>
              <p:cNvPr id="2187" name="Freeform: Shape 2186">
                <a:extLst>
                  <a:ext uri="{FF2B5EF4-FFF2-40B4-BE49-F238E27FC236}">
                    <a16:creationId xmlns:a16="http://schemas.microsoft.com/office/drawing/2014/main" id="{D8F51F57-AB53-205E-E691-743D4C2E7B22}"/>
                  </a:ext>
                </a:extLst>
              </p:cNvPr>
              <p:cNvSpPr/>
              <p:nvPr/>
            </p:nvSpPr>
            <p:spPr>
              <a:xfrm>
                <a:off x="7720051" y="7766221"/>
                <a:ext cx="41981" cy="41981"/>
              </a:xfrm>
              <a:custGeom>
                <a:avLst/>
                <a:gdLst>
                  <a:gd name="connsiteX0" fmla="*/ 21256 w 41981"/>
                  <a:gd name="connsiteY0" fmla="*/ 4933 h 41981"/>
                  <a:gd name="connsiteX1" fmla="*/ 37446 w 41981"/>
                  <a:gd name="connsiteY1" fmla="*/ 21124 h 41981"/>
                  <a:gd name="connsiteX2" fmla="*/ 37446 w 41981"/>
                  <a:gd name="connsiteY2" fmla="*/ 21124 h 41981"/>
                  <a:gd name="connsiteX3" fmla="*/ 21256 w 41981"/>
                  <a:gd name="connsiteY3" fmla="*/ 37314 h 41981"/>
                  <a:gd name="connsiteX4" fmla="*/ 5065 w 41981"/>
                  <a:gd name="connsiteY4" fmla="*/ 21124 h 41981"/>
                  <a:gd name="connsiteX5" fmla="*/ 21256 w 41981"/>
                  <a:gd name="connsiteY5" fmla="*/ 4933 h 41981"/>
                  <a:gd name="connsiteX6" fmla="*/ 21256 w 41981"/>
                  <a:gd name="connsiteY6" fmla="*/ 133 h 41981"/>
                  <a:gd name="connsiteX7" fmla="*/ 265 w 41981"/>
                  <a:gd name="connsiteY7" fmla="*/ 21124 h 41981"/>
                  <a:gd name="connsiteX8" fmla="*/ 21256 w 41981"/>
                  <a:gd name="connsiteY8" fmla="*/ 42114 h 41981"/>
                  <a:gd name="connsiteX9" fmla="*/ 42246 w 41981"/>
                  <a:gd name="connsiteY9" fmla="*/ 21124 h 41981"/>
                  <a:gd name="connsiteX10" fmla="*/ 42246 w 41981"/>
                  <a:gd name="connsiteY10" fmla="*/ 21124 h 41981"/>
                  <a:gd name="connsiteX11" fmla="*/ 21256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33"/>
                    </a:moveTo>
                    <a:cubicBezTo>
                      <a:pt x="30197" y="4933"/>
                      <a:pt x="37446" y="12182"/>
                      <a:pt x="37446" y="21124"/>
                    </a:cubicBezTo>
                    <a:lnTo>
                      <a:pt x="37446" y="21124"/>
                    </a:lnTo>
                    <a:cubicBezTo>
                      <a:pt x="37446" y="30065"/>
                      <a:pt x="30197" y="37314"/>
                      <a:pt x="21256" y="37314"/>
                    </a:cubicBezTo>
                    <a:cubicBezTo>
                      <a:pt x="12314" y="37314"/>
                      <a:pt x="5065" y="30065"/>
                      <a:pt x="5065" y="21124"/>
                    </a:cubicBezTo>
                    <a:cubicBezTo>
                      <a:pt x="5065" y="12182"/>
                      <a:pt x="12314" y="4933"/>
                      <a:pt x="21256" y="4933"/>
                    </a:cubicBezTo>
                    <a:close/>
                    <a:moveTo>
                      <a:pt x="21256" y="133"/>
                    </a:moveTo>
                    <a:cubicBezTo>
                      <a:pt x="9663" y="133"/>
                      <a:pt x="265" y="9531"/>
                      <a:pt x="265" y="21124"/>
                    </a:cubicBezTo>
                    <a:cubicBezTo>
                      <a:pt x="265" y="32716"/>
                      <a:pt x="9663" y="42114"/>
                      <a:pt x="21256" y="42114"/>
                    </a:cubicBezTo>
                    <a:cubicBezTo>
                      <a:pt x="32848" y="42114"/>
                      <a:pt x="42246" y="32716"/>
                      <a:pt x="42246" y="21124"/>
                    </a:cubicBezTo>
                    <a:lnTo>
                      <a:pt x="42246" y="21124"/>
                    </a:lnTo>
                    <a:cubicBezTo>
                      <a:pt x="42246" y="9531"/>
                      <a:pt x="32848" y="133"/>
                      <a:pt x="21256" y="133"/>
                    </a:cubicBezTo>
                    <a:close/>
                  </a:path>
                </a:pathLst>
              </a:custGeom>
              <a:solidFill>
                <a:srgbClr val="000000"/>
              </a:solidFill>
              <a:ln w="4794" cap="sq">
                <a:noFill/>
                <a:prstDash val="solid"/>
                <a:round/>
              </a:ln>
            </p:spPr>
            <p:txBody>
              <a:bodyPr rtlCol="0" anchor="ctr"/>
              <a:lstStyle/>
              <a:p>
                <a:endParaRPr lang="en-US"/>
              </a:p>
            </p:txBody>
          </p:sp>
          <p:sp>
            <p:nvSpPr>
              <p:cNvPr id="2188" name="Freeform: Shape 2187">
                <a:extLst>
                  <a:ext uri="{FF2B5EF4-FFF2-40B4-BE49-F238E27FC236}">
                    <a16:creationId xmlns:a16="http://schemas.microsoft.com/office/drawing/2014/main" id="{6627BB8B-7391-8724-7D47-72DE0EC89A0E}"/>
                  </a:ext>
                </a:extLst>
              </p:cNvPr>
              <p:cNvSpPr/>
              <p:nvPr/>
            </p:nvSpPr>
            <p:spPr>
              <a:xfrm>
                <a:off x="7658158" y="7963908"/>
                <a:ext cx="37180" cy="37180"/>
              </a:xfrm>
              <a:custGeom>
                <a:avLst/>
                <a:gdLst>
                  <a:gd name="connsiteX0" fmla="*/ 37435 w 37180"/>
                  <a:gd name="connsiteY0" fmla="*/ 18757 h 37180"/>
                  <a:gd name="connsiteX1" fmla="*/ 18844 w 37180"/>
                  <a:gd name="connsiteY1" fmla="*/ 37348 h 37180"/>
                  <a:gd name="connsiteX2" fmla="*/ 254 w 37180"/>
                  <a:gd name="connsiteY2" fmla="*/ 18757 h 37180"/>
                  <a:gd name="connsiteX3" fmla="*/ 18844 w 37180"/>
                  <a:gd name="connsiteY3" fmla="*/ 167 h 37180"/>
                  <a:gd name="connsiteX4" fmla="*/ 3743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7"/>
                    </a:moveTo>
                    <a:cubicBezTo>
                      <a:pt x="37435" y="29024"/>
                      <a:pt x="29111" y="37348"/>
                      <a:pt x="18844" y="37348"/>
                    </a:cubicBezTo>
                    <a:cubicBezTo>
                      <a:pt x="8577" y="37348"/>
                      <a:pt x="254" y="29024"/>
                      <a:pt x="254" y="18757"/>
                    </a:cubicBezTo>
                    <a:cubicBezTo>
                      <a:pt x="254" y="8490"/>
                      <a:pt x="8577" y="167"/>
                      <a:pt x="18844" y="167"/>
                    </a:cubicBezTo>
                    <a:cubicBezTo>
                      <a:pt x="29111" y="167"/>
                      <a:pt x="37435" y="8490"/>
                      <a:pt x="37435" y="18757"/>
                    </a:cubicBezTo>
                    <a:close/>
                  </a:path>
                </a:pathLst>
              </a:custGeom>
              <a:solidFill>
                <a:srgbClr val="E2F7E2"/>
              </a:solidFill>
              <a:ln w="5753" cap="sq">
                <a:noFill/>
                <a:prstDash val="solid"/>
                <a:miter/>
              </a:ln>
            </p:spPr>
            <p:txBody>
              <a:bodyPr rtlCol="0" anchor="ctr"/>
              <a:lstStyle/>
              <a:p>
                <a:endParaRPr lang="en-US"/>
              </a:p>
            </p:txBody>
          </p:sp>
          <p:sp>
            <p:nvSpPr>
              <p:cNvPr id="2189" name="Freeform: Shape 2188">
                <a:extLst>
                  <a:ext uri="{FF2B5EF4-FFF2-40B4-BE49-F238E27FC236}">
                    <a16:creationId xmlns:a16="http://schemas.microsoft.com/office/drawing/2014/main" id="{96B78D5F-1101-721C-0569-CAA353BB7D13}"/>
                  </a:ext>
                </a:extLst>
              </p:cNvPr>
              <p:cNvSpPr/>
              <p:nvPr/>
            </p:nvSpPr>
            <p:spPr>
              <a:xfrm>
                <a:off x="7655758" y="7961508"/>
                <a:ext cx="41981" cy="41981"/>
              </a:xfrm>
              <a:custGeom>
                <a:avLst/>
                <a:gdLst>
                  <a:gd name="connsiteX0" fmla="*/ 21244 w 41981"/>
                  <a:gd name="connsiteY0" fmla="*/ 4967 h 41981"/>
                  <a:gd name="connsiteX1" fmla="*/ 37435 w 41981"/>
                  <a:gd name="connsiteY1" fmla="*/ 21157 h 41981"/>
                  <a:gd name="connsiteX2" fmla="*/ 37435 w 41981"/>
                  <a:gd name="connsiteY2" fmla="*/ 21157 h 41981"/>
                  <a:gd name="connsiteX3" fmla="*/ 21244 w 41981"/>
                  <a:gd name="connsiteY3" fmla="*/ 37348 h 41981"/>
                  <a:gd name="connsiteX4" fmla="*/ 5054 w 41981"/>
                  <a:gd name="connsiteY4" fmla="*/ 21157 h 41981"/>
                  <a:gd name="connsiteX5" fmla="*/ 21244 w 41981"/>
                  <a:gd name="connsiteY5" fmla="*/ 4967 h 41981"/>
                  <a:gd name="connsiteX6" fmla="*/ 21244 w 41981"/>
                  <a:gd name="connsiteY6" fmla="*/ 167 h 41981"/>
                  <a:gd name="connsiteX7" fmla="*/ 254 w 41981"/>
                  <a:gd name="connsiteY7" fmla="*/ 21157 h 41981"/>
                  <a:gd name="connsiteX8" fmla="*/ 21244 w 41981"/>
                  <a:gd name="connsiteY8" fmla="*/ 42148 h 41981"/>
                  <a:gd name="connsiteX9" fmla="*/ 42235 w 41981"/>
                  <a:gd name="connsiteY9" fmla="*/ 21157 h 41981"/>
                  <a:gd name="connsiteX10" fmla="*/ 42235 w 41981"/>
                  <a:gd name="connsiteY10" fmla="*/ 21157 h 41981"/>
                  <a:gd name="connsiteX11" fmla="*/ 2124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7"/>
                    </a:moveTo>
                    <a:cubicBezTo>
                      <a:pt x="30186" y="4967"/>
                      <a:pt x="37435" y="12216"/>
                      <a:pt x="37435" y="21157"/>
                    </a:cubicBezTo>
                    <a:lnTo>
                      <a:pt x="37435" y="21157"/>
                    </a:lnTo>
                    <a:cubicBezTo>
                      <a:pt x="37435" y="30099"/>
                      <a:pt x="30186" y="37348"/>
                      <a:pt x="21244" y="37348"/>
                    </a:cubicBezTo>
                    <a:cubicBezTo>
                      <a:pt x="12303" y="37348"/>
                      <a:pt x="5054" y="30099"/>
                      <a:pt x="5054" y="21157"/>
                    </a:cubicBezTo>
                    <a:cubicBezTo>
                      <a:pt x="5054" y="12216"/>
                      <a:pt x="12303" y="4967"/>
                      <a:pt x="21244" y="4967"/>
                    </a:cubicBezTo>
                    <a:close/>
                    <a:moveTo>
                      <a:pt x="21244" y="167"/>
                    </a:moveTo>
                    <a:cubicBezTo>
                      <a:pt x="9652" y="167"/>
                      <a:pt x="254" y="9565"/>
                      <a:pt x="254" y="21157"/>
                    </a:cubicBezTo>
                    <a:cubicBezTo>
                      <a:pt x="254" y="32750"/>
                      <a:pt x="9652" y="42148"/>
                      <a:pt x="21244" y="42148"/>
                    </a:cubicBezTo>
                    <a:cubicBezTo>
                      <a:pt x="32837" y="42148"/>
                      <a:pt x="42235" y="32750"/>
                      <a:pt x="42235" y="21157"/>
                    </a:cubicBezTo>
                    <a:lnTo>
                      <a:pt x="42235" y="21157"/>
                    </a:lnTo>
                    <a:cubicBezTo>
                      <a:pt x="42235" y="9565"/>
                      <a:pt x="32837" y="167"/>
                      <a:pt x="21244" y="167"/>
                    </a:cubicBezTo>
                    <a:close/>
                  </a:path>
                </a:pathLst>
              </a:custGeom>
              <a:solidFill>
                <a:srgbClr val="000000"/>
              </a:solidFill>
              <a:ln w="4794" cap="sq">
                <a:noFill/>
                <a:prstDash val="solid"/>
                <a:round/>
              </a:ln>
            </p:spPr>
            <p:txBody>
              <a:bodyPr rtlCol="0" anchor="ctr"/>
              <a:lstStyle/>
              <a:p>
                <a:endParaRPr lang="en-US"/>
              </a:p>
            </p:txBody>
          </p:sp>
          <p:sp>
            <p:nvSpPr>
              <p:cNvPr id="2190" name="Freeform: Shape 2189">
                <a:extLst>
                  <a:ext uri="{FF2B5EF4-FFF2-40B4-BE49-F238E27FC236}">
                    <a16:creationId xmlns:a16="http://schemas.microsoft.com/office/drawing/2014/main" id="{0B959A42-69E9-8442-F3A6-B33597EB9A84}"/>
                  </a:ext>
                </a:extLst>
              </p:cNvPr>
              <p:cNvSpPr/>
              <p:nvPr/>
            </p:nvSpPr>
            <p:spPr>
              <a:xfrm>
                <a:off x="7692010" y="8101814"/>
                <a:ext cx="37180" cy="37180"/>
              </a:xfrm>
              <a:custGeom>
                <a:avLst/>
                <a:gdLst>
                  <a:gd name="connsiteX0" fmla="*/ 37441 w 37180"/>
                  <a:gd name="connsiteY0" fmla="*/ 18781 h 37180"/>
                  <a:gd name="connsiteX1" fmla="*/ 18850 w 37180"/>
                  <a:gd name="connsiteY1" fmla="*/ 37372 h 37180"/>
                  <a:gd name="connsiteX2" fmla="*/ 260 w 37180"/>
                  <a:gd name="connsiteY2" fmla="*/ 18781 h 37180"/>
                  <a:gd name="connsiteX3" fmla="*/ 18850 w 37180"/>
                  <a:gd name="connsiteY3" fmla="*/ 191 h 37180"/>
                  <a:gd name="connsiteX4" fmla="*/ 37441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81"/>
                    </a:moveTo>
                    <a:cubicBezTo>
                      <a:pt x="37441" y="29048"/>
                      <a:pt x="29117" y="37372"/>
                      <a:pt x="18850" y="37372"/>
                    </a:cubicBezTo>
                    <a:cubicBezTo>
                      <a:pt x="8583" y="37372"/>
                      <a:pt x="260" y="29048"/>
                      <a:pt x="260" y="18781"/>
                    </a:cubicBezTo>
                    <a:cubicBezTo>
                      <a:pt x="260" y="8514"/>
                      <a:pt x="8583" y="191"/>
                      <a:pt x="18850" y="191"/>
                    </a:cubicBezTo>
                    <a:cubicBezTo>
                      <a:pt x="29117" y="191"/>
                      <a:pt x="37441" y="8514"/>
                      <a:pt x="37441" y="18781"/>
                    </a:cubicBezTo>
                    <a:close/>
                  </a:path>
                </a:pathLst>
              </a:custGeom>
              <a:solidFill>
                <a:srgbClr val="08F708"/>
              </a:solidFill>
              <a:ln w="5753" cap="sq">
                <a:noFill/>
                <a:prstDash val="solid"/>
                <a:miter/>
              </a:ln>
            </p:spPr>
            <p:txBody>
              <a:bodyPr rtlCol="0" anchor="ctr"/>
              <a:lstStyle/>
              <a:p>
                <a:endParaRPr lang="en-US"/>
              </a:p>
            </p:txBody>
          </p:sp>
          <p:sp>
            <p:nvSpPr>
              <p:cNvPr id="2191" name="Freeform: Shape 2190">
                <a:extLst>
                  <a:ext uri="{FF2B5EF4-FFF2-40B4-BE49-F238E27FC236}">
                    <a16:creationId xmlns:a16="http://schemas.microsoft.com/office/drawing/2014/main" id="{94A52427-FA6A-C48B-E664-B280296EAEB5}"/>
                  </a:ext>
                </a:extLst>
              </p:cNvPr>
              <p:cNvSpPr/>
              <p:nvPr/>
            </p:nvSpPr>
            <p:spPr>
              <a:xfrm>
                <a:off x="7689610" y="8099414"/>
                <a:ext cx="41981" cy="41981"/>
              </a:xfrm>
              <a:custGeom>
                <a:avLst/>
                <a:gdLst>
                  <a:gd name="connsiteX0" fmla="*/ 21250 w 41981"/>
                  <a:gd name="connsiteY0" fmla="*/ 4991 h 41981"/>
                  <a:gd name="connsiteX1" fmla="*/ 37441 w 41981"/>
                  <a:gd name="connsiteY1" fmla="*/ 21181 h 41981"/>
                  <a:gd name="connsiteX2" fmla="*/ 37441 w 41981"/>
                  <a:gd name="connsiteY2" fmla="*/ 21181 h 41981"/>
                  <a:gd name="connsiteX3" fmla="*/ 21250 w 41981"/>
                  <a:gd name="connsiteY3" fmla="*/ 37372 h 41981"/>
                  <a:gd name="connsiteX4" fmla="*/ 5060 w 41981"/>
                  <a:gd name="connsiteY4" fmla="*/ 21181 h 41981"/>
                  <a:gd name="connsiteX5" fmla="*/ 21250 w 41981"/>
                  <a:gd name="connsiteY5" fmla="*/ 4991 h 41981"/>
                  <a:gd name="connsiteX6" fmla="*/ 21250 w 41981"/>
                  <a:gd name="connsiteY6" fmla="*/ 191 h 41981"/>
                  <a:gd name="connsiteX7" fmla="*/ 260 w 41981"/>
                  <a:gd name="connsiteY7" fmla="*/ 21181 h 41981"/>
                  <a:gd name="connsiteX8" fmla="*/ 21250 w 41981"/>
                  <a:gd name="connsiteY8" fmla="*/ 42172 h 41981"/>
                  <a:gd name="connsiteX9" fmla="*/ 42241 w 41981"/>
                  <a:gd name="connsiteY9" fmla="*/ 21181 h 41981"/>
                  <a:gd name="connsiteX10" fmla="*/ 42241 w 41981"/>
                  <a:gd name="connsiteY10" fmla="*/ 21181 h 41981"/>
                  <a:gd name="connsiteX11" fmla="*/ 21250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91"/>
                    </a:moveTo>
                    <a:cubicBezTo>
                      <a:pt x="30192" y="4991"/>
                      <a:pt x="37441" y="12240"/>
                      <a:pt x="37441" y="21181"/>
                    </a:cubicBezTo>
                    <a:lnTo>
                      <a:pt x="37441" y="21181"/>
                    </a:lnTo>
                    <a:cubicBezTo>
                      <a:pt x="37441" y="30123"/>
                      <a:pt x="30192" y="37372"/>
                      <a:pt x="21250" y="37372"/>
                    </a:cubicBezTo>
                    <a:cubicBezTo>
                      <a:pt x="12309" y="37372"/>
                      <a:pt x="5060" y="30123"/>
                      <a:pt x="5060" y="21181"/>
                    </a:cubicBezTo>
                    <a:cubicBezTo>
                      <a:pt x="5060" y="12240"/>
                      <a:pt x="12309" y="4991"/>
                      <a:pt x="21250" y="4991"/>
                    </a:cubicBezTo>
                    <a:close/>
                    <a:moveTo>
                      <a:pt x="21250" y="191"/>
                    </a:moveTo>
                    <a:cubicBezTo>
                      <a:pt x="9658" y="191"/>
                      <a:pt x="260" y="9589"/>
                      <a:pt x="260" y="21181"/>
                    </a:cubicBezTo>
                    <a:cubicBezTo>
                      <a:pt x="260" y="32774"/>
                      <a:pt x="9658" y="42172"/>
                      <a:pt x="21250" y="42172"/>
                    </a:cubicBezTo>
                    <a:cubicBezTo>
                      <a:pt x="32843" y="42172"/>
                      <a:pt x="42241" y="32774"/>
                      <a:pt x="42241" y="21181"/>
                    </a:cubicBezTo>
                    <a:lnTo>
                      <a:pt x="42241" y="21181"/>
                    </a:lnTo>
                    <a:cubicBezTo>
                      <a:pt x="42241" y="9589"/>
                      <a:pt x="32843" y="191"/>
                      <a:pt x="21250" y="191"/>
                    </a:cubicBezTo>
                    <a:close/>
                  </a:path>
                </a:pathLst>
              </a:custGeom>
              <a:solidFill>
                <a:srgbClr val="000000"/>
              </a:solidFill>
              <a:ln w="4794" cap="sq">
                <a:noFill/>
                <a:prstDash val="solid"/>
                <a:round/>
              </a:ln>
            </p:spPr>
            <p:txBody>
              <a:bodyPr rtlCol="0" anchor="ctr"/>
              <a:lstStyle/>
              <a:p>
                <a:endParaRPr lang="en-US"/>
              </a:p>
            </p:txBody>
          </p:sp>
          <p:sp>
            <p:nvSpPr>
              <p:cNvPr id="2192" name="Freeform: Shape 2191">
                <a:extLst>
                  <a:ext uri="{FF2B5EF4-FFF2-40B4-BE49-F238E27FC236}">
                    <a16:creationId xmlns:a16="http://schemas.microsoft.com/office/drawing/2014/main" id="{7F8C0DD9-DA0E-715B-90B7-4ECD60533594}"/>
                  </a:ext>
                </a:extLst>
              </p:cNvPr>
              <p:cNvSpPr/>
              <p:nvPr/>
            </p:nvSpPr>
            <p:spPr>
              <a:xfrm>
                <a:off x="7703472" y="7971909"/>
                <a:ext cx="37180" cy="37180"/>
              </a:xfrm>
              <a:custGeom>
                <a:avLst/>
                <a:gdLst>
                  <a:gd name="connsiteX0" fmla="*/ 37443 w 37180"/>
                  <a:gd name="connsiteY0" fmla="*/ 18759 h 37180"/>
                  <a:gd name="connsiteX1" fmla="*/ 18852 w 37180"/>
                  <a:gd name="connsiteY1" fmla="*/ 37349 h 37180"/>
                  <a:gd name="connsiteX2" fmla="*/ 262 w 37180"/>
                  <a:gd name="connsiteY2" fmla="*/ 18759 h 37180"/>
                  <a:gd name="connsiteX3" fmla="*/ 18852 w 37180"/>
                  <a:gd name="connsiteY3" fmla="*/ 168 h 37180"/>
                  <a:gd name="connsiteX4" fmla="*/ 3744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9"/>
                    </a:moveTo>
                    <a:cubicBezTo>
                      <a:pt x="37443" y="29026"/>
                      <a:pt x="29119" y="37349"/>
                      <a:pt x="18852" y="37349"/>
                    </a:cubicBezTo>
                    <a:cubicBezTo>
                      <a:pt x="8585" y="37349"/>
                      <a:pt x="262" y="29026"/>
                      <a:pt x="262" y="18759"/>
                    </a:cubicBezTo>
                    <a:cubicBezTo>
                      <a:pt x="262" y="8491"/>
                      <a:pt x="8585" y="168"/>
                      <a:pt x="18852" y="168"/>
                    </a:cubicBezTo>
                    <a:cubicBezTo>
                      <a:pt x="29119" y="168"/>
                      <a:pt x="37443" y="8491"/>
                      <a:pt x="37443" y="18759"/>
                    </a:cubicBezTo>
                    <a:close/>
                  </a:path>
                </a:pathLst>
              </a:custGeom>
              <a:solidFill>
                <a:srgbClr val="F7E4E4"/>
              </a:solidFill>
              <a:ln w="5753" cap="sq">
                <a:noFill/>
                <a:prstDash val="solid"/>
                <a:miter/>
              </a:ln>
            </p:spPr>
            <p:txBody>
              <a:bodyPr rtlCol="0" anchor="ctr"/>
              <a:lstStyle/>
              <a:p>
                <a:endParaRPr lang="en-US"/>
              </a:p>
            </p:txBody>
          </p:sp>
          <p:sp>
            <p:nvSpPr>
              <p:cNvPr id="2193" name="Freeform: Shape 2192">
                <a:extLst>
                  <a:ext uri="{FF2B5EF4-FFF2-40B4-BE49-F238E27FC236}">
                    <a16:creationId xmlns:a16="http://schemas.microsoft.com/office/drawing/2014/main" id="{FB613F67-3D77-6F3C-2EC6-E2754BB5A689}"/>
                  </a:ext>
                </a:extLst>
              </p:cNvPr>
              <p:cNvSpPr/>
              <p:nvPr/>
            </p:nvSpPr>
            <p:spPr>
              <a:xfrm>
                <a:off x="7701072" y="7969509"/>
                <a:ext cx="41981" cy="41981"/>
              </a:xfrm>
              <a:custGeom>
                <a:avLst/>
                <a:gdLst>
                  <a:gd name="connsiteX0" fmla="*/ 21252 w 41981"/>
                  <a:gd name="connsiteY0" fmla="*/ 4969 h 41981"/>
                  <a:gd name="connsiteX1" fmla="*/ 37443 w 41981"/>
                  <a:gd name="connsiteY1" fmla="*/ 21159 h 41981"/>
                  <a:gd name="connsiteX2" fmla="*/ 37443 w 41981"/>
                  <a:gd name="connsiteY2" fmla="*/ 21159 h 41981"/>
                  <a:gd name="connsiteX3" fmla="*/ 21252 w 41981"/>
                  <a:gd name="connsiteY3" fmla="*/ 37349 h 41981"/>
                  <a:gd name="connsiteX4" fmla="*/ 5062 w 41981"/>
                  <a:gd name="connsiteY4" fmla="*/ 21159 h 41981"/>
                  <a:gd name="connsiteX5" fmla="*/ 21252 w 41981"/>
                  <a:gd name="connsiteY5" fmla="*/ 4969 h 41981"/>
                  <a:gd name="connsiteX6" fmla="*/ 21252 w 41981"/>
                  <a:gd name="connsiteY6" fmla="*/ 168 h 41981"/>
                  <a:gd name="connsiteX7" fmla="*/ 262 w 41981"/>
                  <a:gd name="connsiteY7" fmla="*/ 21159 h 41981"/>
                  <a:gd name="connsiteX8" fmla="*/ 21252 w 41981"/>
                  <a:gd name="connsiteY8" fmla="*/ 42149 h 41981"/>
                  <a:gd name="connsiteX9" fmla="*/ 42243 w 41981"/>
                  <a:gd name="connsiteY9" fmla="*/ 21159 h 41981"/>
                  <a:gd name="connsiteX10" fmla="*/ 42243 w 41981"/>
                  <a:gd name="connsiteY10" fmla="*/ 21159 h 41981"/>
                  <a:gd name="connsiteX11" fmla="*/ 21252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9"/>
                    </a:moveTo>
                    <a:cubicBezTo>
                      <a:pt x="30194" y="4969"/>
                      <a:pt x="37443" y="12217"/>
                      <a:pt x="37443" y="21159"/>
                    </a:cubicBezTo>
                    <a:lnTo>
                      <a:pt x="37443" y="21159"/>
                    </a:lnTo>
                    <a:cubicBezTo>
                      <a:pt x="37443" y="30101"/>
                      <a:pt x="30194" y="37349"/>
                      <a:pt x="21252" y="37349"/>
                    </a:cubicBezTo>
                    <a:cubicBezTo>
                      <a:pt x="12311" y="37349"/>
                      <a:pt x="5062" y="30101"/>
                      <a:pt x="5062" y="21159"/>
                    </a:cubicBezTo>
                    <a:cubicBezTo>
                      <a:pt x="5062" y="12217"/>
                      <a:pt x="12311" y="4969"/>
                      <a:pt x="21252" y="4969"/>
                    </a:cubicBezTo>
                    <a:close/>
                    <a:moveTo>
                      <a:pt x="21252" y="168"/>
                    </a:moveTo>
                    <a:cubicBezTo>
                      <a:pt x="9660" y="168"/>
                      <a:pt x="262" y="9566"/>
                      <a:pt x="262" y="21159"/>
                    </a:cubicBezTo>
                    <a:cubicBezTo>
                      <a:pt x="262" y="32751"/>
                      <a:pt x="9660" y="42149"/>
                      <a:pt x="21252" y="42149"/>
                    </a:cubicBezTo>
                    <a:cubicBezTo>
                      <a:pt x="32845" y="42149"/>
                      <a:pt x="42243" y="32751"/>
                      <a:pt x="42243" y="21159"/>
                    </a:cubicBezTo>
                    <a:lnTo>
                      <a:pt x="42243" y="21159"/>
                    </a:lnTo>
                    <a:cubicBezTo>
                      <a:pt x="42243" y="9566"/>
                      <a:pt x="32845" y="168"/>
                      <a:pt x="21252" y="168"/>
                    </a:cubicBezTo>
                    <a:close/>
                  </a:path>
                </a:pathLst>
              </a:custGeom>
              <a:solidFill>
                <a:srgbClr val="000000"/>
              </a:solidFill>
              <a:ln w="4794" cap="sq">
                <a:noFill/>
                <a:prstDash val="solid"/>
                <a:round/>
              </a:ln>
            </p:spPr>
            <p:txBody>
              <a:bodyPr rtlCol="0" anchor="ctr"/>
              <a:lstStyle/>
              <a:p>
                <a:endParaRPr lang="en-US"/>
              </a:p>
            </p:txBody>
          </p:sp>
          <p:sp>
            <p:nvSpPr>
              <p:cNvPr id="2194" name="Freeform: Shape 2193">
                <a:extLst>
                  <a:ext uri="{FF2B5EF4-FFF2-40B4-BE49-F238E27FC236}">
                    <a16:creationId xmlns:a16="http://schemas.microsoft.com/office/drawing/2014/main" id="{510B9BFC-231F-60E6-123B-13FFB53DDA45}"/>
                  </a:ext>
                </a:extLst>
              </p:cNvPr>
              <p:cNvSpPr/>
              <p:nvPr/>
            </p:nvSpPr>
            <p:spPr>
              <a:xfrm>
                <a:off x="7735515" y="7810203"/>
                <a:ext cx="37180" cy="37180"/>
              </a:xfrm>
              <a:custGeom>
                <a:avLst/>
                <a:gdLst>
                  <a:gd name="connsiteX0" fmla="*/ 37448 w 37180"/>
                  <a:gd name="connsiteY0" fmla="*/ 18731 h 37180"/>
                  <a:gd name="connsiteX1" fmla="*/ 18858 w 37180"/>
                  <a:gd name="connsiteY1" fmla="*/ 37321 h 37180"/>
                  <a:gd name="connsiteX2" fmla="*/ 267 w 37180"/>
                  <a:gd name="connsiteY2" fmla="*/ 18731 h 37180"/>
                  <a:gd name="connsiteX3" fmla="*/ 18858 w 37180"/>
                  <a:gd name="connsiteY3" fmla="*/ 140 h 37180"/>
                  <a:gd name="connsiteX4" fmla="*/ 37448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31"/>
                    </a:moveTo>
                    <a:cubicBezTo>
                      <a:pt x="37448" y="28998"/>
                      <a:pt x="29125" y="37321"/>
                      <a:pt x="18858" y="37321"/>
                    </a:cubicBezTo>
                    <a:cubicBezTo>
                      <a:pt x="8591" y="37321"/>
                      <a:pt x="267" y="28998"/>
                      <a:pt x="267" y="18731"/>
                    </a:cubicBezTo>
                    <a:cubicBezTo>
                      <a:pt x="267" y="8463"/>
                      <a:pt x="8591" y="140"/>
                      <a:pt x="18858" y="140"/>
                    </a:cubicBezTo>
                    <a:cubicBezTo>
                      <a:pt x="29125" y="140"/>
                      <a:pt x="37448" y="8463"/>
                      <a:pt x="37448" y="18731"/>
                    </a:cubicBezTo>
                    <a:close/>
                  </a:path>
                </a:pathLst>
              </a:custGeom>
              <a:solidFill>
                <a:srgbClr val="EAF7EA"/>
              </a:solidFill>
              <a:ln w="5753" cap="sq">
                <a:noFill/>
                <a:prstDash val="solid"/>
                <a:miter/>
              </a:ln>
            </p:spPr>
            <p:txBody>
              <a:bodyPr rtlCol="0" anchor="ctr"/>
              <a:lstStyle/>
              <a:p>
                <a:endParaRPr lang="en-US"/>
              </a:p>
            </p:txBody>
          </p:sp>
          <p:sp>
            <p:nvSpPr>
              <p:cNvPr id="2195" name="Freeform: Shape 2194">
                <a:extLst>
                  <a:ext uri="{FF2B5EF4-FFF2-40B4-BE49-F238E27FC236}">
                    <a16:creationId xmlns:a16="http://schemas.microsoft.com/office/drawing/2014/main" id="{569EF25C-87B3-D3F4-852D-2961986EAD1A}"/>
                  </a:ext>
                </a:extLst>
              </p:cNvPr>
              <p:cNvSpPr/>
              <p:nvPr/>
            </p:nvSpPr>
            <p:spPr>
              <a:xfrm>
                <a:off x="7733115" y="7807803"/>
                <a:ext cx="41981" cy="41981"/>
              </a:xfrm>
              <a:custGeom>
                <a:avLst/>
                <a:gdLst>
                  <a:gd name="connsiteX0" fmla="*/ 21258 w 41981"/>
                  <a:gd name="connsiteY0" fmla="*/ 4941 h 41981"/>
                  <a:gd name="connsiteX1" fmla="*/ 37448 w 41981"/>
                  <a:gd name="connsiteY1" fmla="*/ 21131 h 41981"/>
                  <a:gd name="connsiteX2" fmla="*/ 37448 w 41981"/>
                  <a:gd name="connsiteY2" fmla="*/ 21131 h 41981"/>
                  <a:gd name="connsiteX3" fmla="*/ 21258 w 41981"/>
                  <a:gd name="connsiteY3" fmla="*/ 37321 h 41981"/>
                  <a:gd name="connsiteX4" fmla="*/ 5068 w 41981"/>
                  <a:gd name="connsiteY4" fmla="*/ 21131 h 41981"/>
                  <a:gd name="connsiteX5" fmla="*/ 21258 w 41981"/>
                  <a:gd name="connsiteY5" fmla="*/ 4941 h 41981"/>
                  <a:gd name="connsiteX6" fmla="*/ 21258 w 41981"/>
                  <a:gd name="connsiteY6" fmla="*/ 140 h 41981"/>
                  <a:gd name="connsiteX7" fmla="*/ 267 w 41981"/>
                  <a:gd name="connsiteY7" fmla="*/ 21131 h 41981"/>
                  <a:gd name="connsiteX8" fmla="*/ 21258 w 41981"/>
                  <a:gd name="connsiteY8" fmla="*/ 42121 h 41981"/>
                  <a:gd name="connsiteX9" fmla="*/ 42248 w 41981"/>
                  <a:gd name="connsiteY9" fmla="*/ 21131 h 41981"/>
                  <a:gd name="connsiteX10" fmla="*/ 42248 w 41981"/>
                  <a:gd name="connsiteY10" fmla="*/ 21131 h 41981"/>
                  <a:gd name="connsiteX11" fmla="*/ 21258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41"/>
                    </a:moveTo>
                    <a:cubicBezTo>
                      <a:pt x="30200" y="4941"/>
                      <a:pt x="37448" y="12189"/>
                      <a:pt x="37448" y="21131"/>
                    </a:cubicBezTo>
                    <a:lnTo>
                      <a:pt x="37448" y="21131"/>
                    </a:lnTo>
                    <a:cubicBezTo>
                      <a:pt x="37448" y="30073"/>
                      <a:pt x="30200" y="37321"/>
                      <a:pt x="21258" y="37321"/>
                    </a:cubicBezTo>
                    <a:cubicBezTo>
                      <a:pt x="12316" y="37321"/>
                      <a:pt x="5068" y="30073"/>
                      <a:pt x="5068" y="21131"/>
                    </a:cubicBezTo>
                    <a:cubicBezTo>
                      <a:pt x="5068" y="12189"/>
                      <a:pt x="12316" y="4941"/>
                      <a:pt x="21258" y="4941"/>
                    </a:cubicBezTo>
                    <a:close/>
                    <a:moveTo>
                      <a:pt x="21258" y="140"/>
                    </a:moveTo>
                    <a:cubicBezTo>
                      <a:pt x="9665" y="140"/>
                      <a:pt x="267" y="9538"/>
                      <a:pt x="267" y="21131"/>
                    </a:cubicBezTo>
                    <a:cubicBezTo>
                      <a:pt x="267" y="32723"/>
                      <a:pt x="9665" y="42121"/>
                      <a:pt x="21258" y="42121"/>
                    </a:cubicBezTo>
                    <a:cubicBezTo>
                      <a:pt x="32850" y="42121"/>
                      <a:pt x="42248" y="32723"/>
                      <a:pt x="42248" y="21131"/>
                    </a:cubicBezTo>
                    <a:lnTo>
                      <a:pt x="42248" y="21131"/>
                    </a:lnTo>
                    <a:cubicBezTo>
                      <a:pt x="42248" y="9538"/>
                      <a:pt x="32850" y="140"/>
                      <a:pt x="21258" y="140"/>
                    </a:cubicBezTo>
                    <a:close/>
                  </a:path>
                </a:pathLst>
              </a:custGeom>
              <a:solidFill>
                <a:srgbClr val="000000"/>
              </a:solidFill>
              <a:ln w="4794" cap="sq">
                <a:noFill/>
                <a:prstDash val="solid"/>
                <a:round/>
              </a:ln>
            </p:spPr>
            <p:txBody>
              <a:bodyPr rtlCol="0" anchor="ctr"/>
              <a:lstStyle/>
              <a:p>
                <a:endParaRPr lang="en-US"/>
              </a:p>
            </p:txBody>
          </p:sp>
          <p:sp>
            <p:nvSpPr>
              <p:cNvPr id="2196" name="Freeform: Shape 2195">
                <a:extLst>
                  <a:ext uri="{FF2B5EF4-FFF2-40B4-BE49-F238E27FC236}">
                    <a16:creationId xmlns:a16="http://schemas.microsoft.com/office/drawing/2014/main" id="{198A5DDB-4A39-5E04-27DF-8BC6C31917E4}"/>
                  </a:ext>
                </a:extLst>
              </p:cNvPr>
              <p:cNvSpPr/>
              <p:nvPr/>
            </p:nvSpPr>
            <p:spPr>
              <a:xfrm>
                <a:off x="7691509" y="8036006"/>
                <a:ext cx="37180" cy="37180"/>
              </a:xfrm>
              <a:custGeom>
                <a:avLst/>
                <a:gdLst>
                  <a:gd name="connsiteX0" fmla="*/ 37440 w 37180"/>
                  <a:gd name="connsiteY0" fmla="*/ 18770 h 37180"/>
                  <a:gd name="connsiteX1" fmla="*/ 18850 w 37180"/>
                  <a:gd name="connsiteY1" fmla="*/ 37360 h 37180"/>
                  <a:gd name="connsiteX2" fmla="*/ 260 w 37180"/>
                  <a:gd name="connsiteY2" fmla="*/ 18770 h 37180"/>
                  <a:gd name="connsiteX3" fmla="*/ 18850 w 37180"/>
                  <a:gd name="connsiteY3" fmla="*/ 179 h 37180"/>
                  <a:gd name="connsiteX4" fmla="*/ 37440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0"/>
                    </a:moveTo>
                    <a:cubicBezTo>
                      <a:pt x="37440" y="29037"/>
                      <a:pt x="29117" y="37360"/>
                      <a:pt x="18850" y="37360"/>
                    </a:cubicBezTo>
                    <a:cubicBezTo>
                      <a:pt x="8583" y="37360"/>
                      <a:pt x="260" y="29037"/>
                      <a:pt x="260" y="18770"/>
                    </a:cubicBezTo>
                    <a:cubicBezTo>
                      <a:pt x="260" y="8503"/>
                      <a:pt x="8583" y="179"/>
                      <a:pt x="18850" y="179"/>
                    </a:cubicBezTo>
                    <a:cubicBezTo>
                      <a:pt x="29117" y="179"/>
                      <a:pt x="37440" y="8503"/>
                      <a:pt x="37440" y="18770"/>
                    </a:cubicBezTo>
                    <a:close/>
                  </a:path>
                </a:pathLst>
              </a:custGeom>
              <a:solidFill>
                <a:srgbClr val="F7F1F1"/>
              </a:solidFill>
              <a:ln w="5753" cap="sq">
                <a:noFill/>
                <a:prstDash val="solid"/>
                <a:miter/>
              </a:ln>
            </p:spPr>
            <p:txBody>
              <a:bodyPr rtlCol="0" anchor="ctr"/>
              <a:lstStyle/>
              <a:p>
                <a:endParaRPr lang="en-US"/>
              </a:p>
            </p:txBody>
          </p:sp>
          <p:sp>
            <p:nvSpPr>
              <p:cNvPr id="2197" name="Freeform: Shape 2196">
                <a:extLst>
                  <a:ext uri="{FF2B5EF4-FFF2-40B4-BE49-F238E27FC236}">
                    <a16:creationId xmlns:a16="http://schemas.microsoft.com/office/drawing/2014/main" id="{5264920C-B71B-A234-0ECB-E1CBC2193EBA}"/>
                  </a:ext>
                </a:extLst>
              </p:cNvPr>
              <p:cNvSpPr/>
              <p:nvPr/>
            </p:nvSpPr>
            <p:spPr>
              <a:xfrm>
                <a:off x="7689109" y="8033606"/>
                <a:ext cx="41981" cy="41981"/>
              </a:xfrm>
              <a:custGeom>
                <a:avLst/>
                <a:gdLst>
                  <a:gd name="connsiteX0" fmla="*/ 21250 w 41981"/>
                  <a:gd name="connsiteY0" fmla="*/ 4980 h 41981"/>
                  <a:gd name="connsiteX1" fmla="*/ 37440 w 41981"/>
                  <a:gd name="connsiteY1" fmla="*/ 21170 h 41981"/>
                  <a:gd name="connsiteX2" fmla="*/ 37440 w 41981"/>
                  <a:gd name="connsiteY2" fmla="*/ 21170 h 41981"/>
                  <a:gd name="connsiteX3" fmla="*/ 21250 w 41981"/>
                  <a:gd name="connsiteY3" fmla="*/ 37360 h 41981"/>
                  <a:gd name="connsiteX4" fmla="*/ 5060 w 41981"/>
                  <a:gd name="connsiteY4" fmla="*/ 21170 h 41981"/>
                  <a:gd name="connsiteX5" fmla="*/ 21250 w 41981"/>
                  <a:gd name="connsiteY5" fmla="*/ 4980 h 41981"/>
                  <a:gd name="connsiteX6" fmla="*/ 21250 w 41981"/>
                  <a:gd name="connsiteY6" fmla="*/ 179 h 41981"/>
                  <a:gd name="connsiteX7" fmla="*/ 260 w 41981"/>
                  <a:gd name="connsiteY7" fmla="*/ 21170 h 41981"/>
                  <a:gd name="connsiteX8" fmla="*/ 21250 w 41981"/>
                  <a:gd name="connsiteY8" fmla="*/ 42161 h 41981"/>
                  <a:gd name="connsiteX9" fmla="*/ 42241 w 41981"/>
                  <a:gd name="connsiteY9" fmla="*/ 21170 h 41981"/>
                  <a:gd name="connsiteX10" fmla="*/ 42241 w 41981"/>
                  <a:gd name="connsiteY10" fmla="*/ 21170 h 41981"/>
                  <a:gd name="connsiteX11" fmla="*/ 21250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0"/>
                    </a:moveTo>
                    <a:cubicBezTo>
                      <a:pt x="30192" y="4980"/>
                      <a:pt x="37440" y="12228"/>
                      <a:pt x="37440" y="21170"/>
                    </a:cubicBezTo>
                    <a:lnTo>
                      <a:pt x="37440" y="21170"/>
                    </a:lnTo>
                    <a:cubicBezTo>
                      <a:pt x="37440" y="30112"/>
                      <a:pt x="30192" y="37360"/>
                      <a:pt x="21250" y="37360"/>
                    </a:cubicBezTo>
                    <a:cubicBezTo>
                      <a:pt x="12308" y="37360"/>
                      <a:pt x="5060" y="30112"/>
                      <a:pt x="5060" y="21170"/>
                    </a:cubicBezTo>
                    <a:cubicBezTo>
                      <a:pt x="5060" y="12228"/>
                      <a:pt x="12308" y="4980"/>
                      <a:pt x="21250" y="4980"/>
                    </a:cubicBezTo>
                    <a:close/>
                    <a:moveTo>
                      <a:pt x="21250" y="179"/>
                    </a:moveTo>
                    <a:cubicBezTo>
                      <a:pt x="9658" y="179"/>
                      <a:pt x="260" y="9577"/>
                      <a:pt x="260" y="21170"/>
                    </a:cubicBezTo>
                    <a:cubicBezTo>
                      <a:pt x="260" y="32763"/>
                      <a:pt x="9658" y="42161"/>
                      <a:pt x="21250" y="42161"/>
                    </a:cubicBezTo>
                    <a:cubicBezTo>
                      <a:pt x="32843" y="42161"/>
                      <a:pt x="42241" y="32763"/>
                      <a:pt x="42241" y="21170"/>
                    </a:cubicBezTo>
                    <a:lnTo>
                      <a:pt x="42241" y="21170"/>
                    </a:lnTo>
                    <a:cubicBezTo>
                      <a:pt x="42241" y="9577"/>
                      <a:pt x="32843" y="179"/>
                      <a:pt x="21250" y="179"/>
                    </a:cubicBezTo>
                    <a:close/>
                  </a:path>
                </a:pathLst>
              </a:custGeom>
              <a:solidFill>
                <a:srgbClr val="000000"/>
              </a:solidFill>
              <a:ln w="4794" cap="sq">
                <a:noFill/>
                <a:prstDash val="solid"/>
                <a:round/>
              </a:ln>
            </p:spPr>
            <p:txBody>
              <a:bodyPr rtlCol="0" anchor="ctr"/>
              <a:lstStyle/>
              <a:p>
                <a:endParaRPr lang="en-US"/>
              </a:p>
            </p:txBody>
          </p:sp>
          <p:sp>
            <p:nvSpPr>
              <p:cNvPr id="2198" name="Freeform: Shape 2197">
                <a:extLst>
                  <a:ext uri="{FF2B5EF4-FFF2-40B4-BE49-F238E27FC236}">
                    <a16:creationId xmlns:a16="http://schemas.microsoft.com/office/drawing/2014/main" id="{6D3B6C9D-4929-8E47-E97E-A95F85EAA6FC}"/>
                  </a:ext>
                </a:extLst>
              </p:cNvPr>
              <p:cNvSpPr/>
              <p:nvPr/>
            </p:nvSpPr>
            <p:spPr>
              <a:xfrm>
                <a:off x="7668803" y="7877474"/>
                <a:ext cx="37180" cy="37180"/>
              </a:xfrm>
              <a:custGeom>
                <a:avLst/>
                <a:gdLst>
                  <a:gd name="connsiteX0" fmla="*/ 37437 w 37180"/>
                  <a:gd name="connsiteY0" fmla="*/ 18742 h 37180"/>
                  <a:gd name="connsiteX1" fmla="*/ 18846 w 37180"/>
                  <a:gd name="connsiteY1" fmla="*/ 37333 h 37180"/>
                  <a:gd name="connsiteX2" fmla="*/ 256 w 37180"/>
                  <a:gd name="connsiteY2" fmla="*/ 18742 h 37180"/>
                  <a:gd name="connsiteX3" fmla="*/ 18846 w 37180"/>
                  <a:gd name="connsiteY3" fmla="*/ 152 h 37180"/>
                  <a:gd name="connsiteX4" fmla="*/ 37437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42"/>
                    </a:moveTo>
                    <a:cubicBezTo>
                      <a:pt x="37437" y="29009"/>
                      <a:pt x="29113" y="37333"/>
                      <a:pt x="18846" y="37333"/>
                    </a:cubicBezTo>
                    <a:cubicBezTo>
                      <a:pt x="8579" y="37333"/>
                      <a:pt x="256" y="29009"/>
                      <a:pt x="256" y="18742"/>
                    </a:cubicBezTo>
                    <a:cubicBezTo>
                      <a:pt x="256" y="8475"/>
                      <a:pt x="8579" y="152"/>
                      <a:pt x="18846" y="152"/>
                    </a:cubicBezTo>
                    <a:cubicBezTo>
                      <a:pt x="29113" y="152"/>
                      <a:pt x="37437" y="8475"/>
                      <a:pt x="37437" y="18742"/>
                    </a:cubicBezTo>
                    <a:close/>
                  </a:path>
                </a:pathLst>
              </a:custGeom>
              <a:solidFill>
                <a:srgbClr val="F7B7B7"/>
              </a:solidFill>
              <a:ln w="5753" cap="sq">
                <a:noFill/>
                <a:prstDash val="solid"/>
                <a:miter/>
              </a:ln>
            </p:spPr>
            <p:txBody>
              <a:bodyPr rtlCol="0" anchor="ctr"/>
              <a:lstStyle/>
              <a:p>
                <a:endParaRPr lang="en-US"/>
              </a:p>
            </p:txBody>
          </p:sp>
          <p:sp>
            <p:nvSpPr>
              <p:cNvPr id="2199" name="Freeform: Shape 2198">
                <a:extLst>
                  <a:ext uri="{FF2B5EF4-FFF2-40B4-BE49-F238E27FC236}">
                    <a16:creationId xmlns:a16="http://schemas.microsoft.com/office/drawing/2014/main" id="{8D07190C-E036-D8E6-EAFC-0BD6FCD7CE5B}"/>
                  </a:ext>
                </a:extLst>
              </p:cNvPr>
              <p:cNvSpPr/>
              <p:nvPr/>
            </p:nvSpPr>
            <p:spPr>
              <a:xfrm>
                <a:off x="7666403" y="7875074"/>
                <a:ext cx="41981" cy="41981"/>
              </a:xfrm>
              <a:custGeom>
                <a:avLst/>
                <a:gdLst>
                  <a:gd name="connsiteX0" fmla="*/ 21246 w 41981"/>
                  <a:gd name="connsiteY0" fmla="*/ 4952 h 41981"/>
                  <a:gd name="connsiteX1" fmla="*/ 37437 w 41981"/>
                  <a:gd name="connsiteY1" fmla="*/ 21142 h 41981"/>
                  <a:gd name="connsiteX2" fmla="*/ 37437 w 41981"/>
                  <a:gd name="connsiteY2" fmla="*/ 21142 h 41981"/>
                  <a:gd name="connsiteX3" fmla="*/ 21246 w 41981"/>
                  <a:gd name="connsiteY3" fmla="*/ 37333 h 41981"/>
                  <a:gd name="connsiteX4" fmla="*/ 5056 w 41981"/>
                  <a:gd name="connsiteY4" fmla="*/ 21142 h 41981"/>
                  <a:gd name="connsiteX5" fmla="*/ 21246 w 41981"/>
                  <a:gd name="connsiteY5" fmla="*/ 4952 h 41981"/>
                  <a:gd name="connsiteX6" fmla="*/ 21246 w 41981"/>
                  <a:gd name="connsiteY6" fmla="*/ 152 h 41981"/>
                  <a:gd name="connsiteX7" fmla="*/ 256 w 41981"/>
                  <a:gd name="connsiteY7" fmla="*/ 21142 h 41981"/>
                  <a:gd name="connsiteX8" fmla="*/ 21246 w 41981"/>
                  <a:gd name="connsiteY8" fmla="*/ 42133 h 41981"/>
                  <a:gd name="connsiteX9" fmla="*/ 42237 w 41981"/>
                  <a:gd name="connsiteY9" fmla="*/ 21142 h 41981"/>
                  <a:gd name="connsiteX10" fmla="*/ 42237 w 41981"/>
                  <a:gd name="connsiteY10" fmla="*/ 21142 h 41981"/>
                  <a:gd name="connsiteX11" fmla="*/ 21246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52"/>
                    </a:moveTo>
                    <a:cubicBezTo>
                      <a:pt x="30188" y="4952"/>
                      <a:pt x="37437" y="12201"/>
                      <a:pt x="37437" y="21142"/>
                    </a:cubicBezTo>
                    <a:lnTo>
                      <a:pt x="37437" y="21142"/>
                    </a:lnTo>
                    <a:cubicBezTo>
                      <a:pt x="37437" y="30084"/>
                      <a:pt x="30188" y="37333"/>
                      <a:pt x="21246" y="37333"/>
                    </a:cubicBezTo>
                    <a:cubicBezTo>
                      <a:pt x="12304" y="37333"/>
                      <a:pt x="5056" y="30084"/>
                      <a:pt x="5056" y="21142"/>
                    </a:cubicBezTo>
                    <a:cubicBezTo>
                      <a:pt x="5056" y="12201"/>
                      <a:pt x="12304" y="4952"/>
                      <a:pt x="21246" y="4952"/>
                    </a:cubicBezTo>
                    <a:close/>
                    <a:moveTo>
                      <a:pt x="21246" y="152"/>
                    </a:moveTo>
                    <a:cubicBezTo>
                      <a:pt x="9654" y="152"/>
                      <a:pt x="256" y="9550"/>
                      <a:pt x="256" y="21142"/>
                    </a:cubicBezTo>
                    <a:cubicBezTo>
                      <a:pt x="256" y="32735"/>
                      <a:pt x="9654" y="42133"/>
                      <a:pt x="21246" y="42133"/>
                    </a:cubicBezTo>
                    <a:cubicBezTo>
                      <a:pt x="32839" y="42133"/>
                      <a:pt x="42237" y="32735"/>
                      <a:pt x="42237" y="21142"/>
                    </a:cubicBezTo>
                    <a:lnTo>
                      <a:pt x="42237" y="21142"/>
                    </a:lnTo>
                    <a:cubicBezTo>
                      <a:pt x="42237" y="9550"/>
                      <a:pt x="32839" y="152"/>
                      <a:pt x="21246" y="152"/>
                    </a:cubicBezTo>
                    <a:close/>
                  </a:path>
                </a:pathLst>
              </a:custGeom>
              <a:solidFill>
                <a:srgbClr val="000000"/>
              </a:solidFill>
              <a:ln w="4794" cap="sq">
                <a:noFill/>
                <a:prstDash val="solid"/>
                <a:round/>
              </a:ln>
            </p:spPr>
            <p:txBody>
              <a:bodyPr rtlCol="0" anchor="ctr"/>
              <a:lstStyle/>
              <a:p>
                <a:endParaRPr lang="en-US"/>
              </a:p>
            </p:txBody>
          </p:sp>
          <p:sp>
            <p:nvSpPr>
              <p:cNvPr id="2200" name="Freeform: Shape 2199">
                <a:extLst>
                  <a:ext uri="{FF2B5EF4-FFF2-40B4-BE49-F238E27FC236}">
                    <a16:creationId xmlns:a16="http://schemas.microsoft.com/office/drawing/2014/main" id="{846AE55D-FABB-C3FB-EF5E-CCDFAF892BB3}"/>
                  </a:ext>
                </a:extLst>
              </p:cNvPr>
              <p:cNvSpPr/>
              <p:nvPr/>
            </p:nvSpPr>
            <p:spPr>
              <a:xfrm>
                <a:off x="7544640" y="7987887"/>
                <a:ext cx="37180" cy="37180"/>
              </a:xfrm>
              <a:custGeom>
                <a:avLst/>
                <a:gdLst>
                  <a:gd name="connsiteX0" fmla="*/ 37415 w 37180"/>
                  <a:gd name="connsiteY0" fmla="*/ 18761 h 37180"/>
                  <a:gd name="connsiteX1" fmla="*/ 18825 w 37180"/>
                  <a:gd name="connsiteY1" fmla="*/ 37352 h 37180"/>
                  <a:gd name="connsiteX2" fmla="*/ 234 w 37180"/>
                  <a:gd name="connsiteY2" fmla="*/ 18761 h 37180"/>
                  <a:gd name="connsiteX3" fmla="*/ 18825 w 37180"/>
                  <a:gd name="connsiteY3" fmla="*/ 171 h 37180"/>
                  <a:gd name="connsiteX4" fmla="*/ 37415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61"/>
                    </a:moveTo>
                    <a:cubicBezTo>
                      <a:pt x="37415" y="29029"/>
                      <a:pt x="29092" y="37352"/>
                      <a:pt x="18825" y="37352"/>
                    </a:cubicBezTo>
                    <a:cubicBezTo>
                      <a:pt x="8557" y="37352"/>
                      <a:pt x="234" y="29029"/>
                      <a:pt x="234" y="18761"/>
                    </a:cubicBezTo>
                    <a:cubicBezTo>
                      <a:pt x="234" y="8494"/>
                      <a:pt x="8557" y="171"/>
                      <a:pt x="18825" y="171"/>
                    </a:cubicBezTo>
                    <a:cubicBezTo>
                      <a:pt x="29092" y="171"/>
                      <a:pt x="37415" y="8494"/>
                      <a:pt x="37415" y="18761"/>
                    </a:cubicBezTo>
                    <a:close/>
                  </a:path>
                </a:pathLst>
              </a:custGeom>
              <a:solidFill>
                <a:srgbClr val="F7D0D0"/>
              </a:solidFill>
              <a:ln w="5753" cap="sq">
                <a:noFill/>
                <a:prstDash val="solid"/>
                <a:miter/>
              </a:ln>
            </p:spPr>
            <p:txBody>
              <a:bodyPr rtlCol="0" anchor="ctr"/>
              <a:lstStyle/>
              <a:p>
                <a:endParaRPr lang="en-US"/>
              </a:p>
            </p:txBody>
          </p:sp>
          <p:sp>
            <p:nvSpPr>
              <p:cNvPr id="2201" name="Freeform: Shape 2200">
                <a:extLst>
                  <a:ext uri="{FF2B5EF4-FFF2-40B4-BE49-F238E27FC236}">
                    <a16:creationId xmlns:a16="http://schemas.microsoft.com/office/drawing/2014/main" id="{2F0C0992-789D-1E0E-7F80-328DBF437A0A}"/>
                  </a:ext>
                </a:extLst>
              </p:cNvPr>
              <p:cNvSpPr/>
              <p:nvPr/>
            </p:nvSpPr>
            <p:spPr>
              <a:xfrm>
                <a:off x="7542240" y="7985487"/>
                <a:ext cx="41981" cy="41981"/>
              </a:xfrm>
              <a:custGeom>
                <a:avLst/>
                <a:gdLst>
                  <a:gd name="connsiteX0" fmla="*/ 21225 w 41981"/>
                  <a:gd name="connsiteY0" fmla="*/ 4971 h 41981"/>
                  <a:gd name="connsiteX1" fmla="*/ 37415 w 41981"/>
                  <a:gd name="connsiteY1" fmla="*/ 21162 h 41981"/>
                  <a:gd name="connsiteX2" fmla="*/ 37415 w 41981"/>
                  <a:gd name="connsiteY2" fmla="*/ 21162 h 41981"/>
                  <a:gd name="connsiteX3" fmla="*/ 21225 w 41981"/>
                  <a:gd name="connsiteY3" fmla="*/ 37352 h 41981"/>
                  <a:gd name="connsiteX4" fmla="*/ 5035 w 41981"/>
                  <a:gd name="connsiteY4" fmla="*/ 21162 h 41981"/>
                  <a:gd name="connsiteX5" fmla="*/ 21225 w 41981"/>
                  <a:gd name="connsiteY5" fmla="*/ 4971 h 41981"/>
                  <a:gd name="connsiteX6" fmla="*/ 21225 w 41981"/>
                  <a:gd name="connsiteY6" fmla="*/ 171 h 41981"/>
                  <a:gd name="connsiteX7" fmla="*/ 234 w 41981"/>
                  <a:gd name="connsiteY7" fmla="*/ 21162 h 41981"/>
                  <a:gd name="connsiteX8" fmla="*/ 21225 w 41981"/>
                  <a:gd name="connsiteY8" fmla="*/ 42152 h 41981"/>
                  <a:gd name="connsiteX9" fmla="*/ 42215 w 41981"/>
                  <a:gd name="connsiteY9" fmla="*/ 21162 h 41981"/>
                  <a:gd name="connsiteX10" fmla="*/ 42215 w 41981"/>
                  <a:gd name="connsiteY10" fmla="*/ 21162 h 41981"/>
                  <a:gd name="connsiteX11" fmla="*/ 21225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71"/>
                    </a:moveTo>
                    <a:cubicBezTo>
                      <a:pt x="30167" y="4971"/>
                      <a:pt x="37415" y="12220"/>
                      <a:pt x="37415" y="21162"/>
                    </a:cubicBezTo>
                    <a:lnTo>
                      <a:pt x="37415" y="21162"/>
                    </a:lnTo>
                    <a:cubicBezTo>
                      <a:pt x="37415" y="30103"/>
                      <a:pt x="30167" y="37352"/>
                      <a:pt x="21225" y="37352"/>
                    </a:cubicBezTo>
                    <a:cubicBezTo>
                      <a:pt x="12283" y="37352"/>
                      <a:pt x="5035" y="30103"/>
                      <a:pt x="5035" y="21162"/>
                    </a:cubicBezTo>
                    <a:cubicBezTo>
                      <a:pt x="5035" y="12220"/>
                      <a:pt x="12283" y="4971"/>
                      <a:pt x="21225" y="4971"/>
                    </a:cubicBezTo>
                    <a:close/>
                    <a:moveTo>
                      <a:pt x="21225" y="171"/>
                    </a:moveTo>
                    <a:cubicBezTo>
                      <a:pt x="9632" y="171"/>
                      <a:pt x="234" y="9569"/>
                      <a:pt x="234" y="21162"/>
                    </a:cubicBezTo>
                    <a:cubicBezTo>
                      <a:pt x="234" y="32754"/>
                      <a:pt x="9632" y="42152"/>
                      <a:pt x="21225" y="42152"/>
                    </a:cubicBezTo>
                    <a:cubicBezTo>
                      <a:pt x="32817" y="42152"/>
                      <a:pt x="42215" y="32754"/>
                      <a:pt x="42215" y="21162"/>
                    </a:cubicBezTo>
                    <a:lnTo>
                      <a:pt x="42215" y="21162"/>
                    </a:lnTo>
                    <a:cubicBezTo>
                      <a:pt x="42215" y="9569"/>
                      <a:pt x="32817" y="171"/>
                      <a:pt x="21225" y="171"/>
                    </a:cubicBezTo>
                    <a:close/>
                  </a:path>
                </a:pathLst>
              </a:custGeom>
              <a:solidFill>
                <a:srgbClr val="000000"/>
              </a:solidFill>
              <a:ln w="4794" cap="sq">
                <a:noFill/>
                <a:prstDash val="solid"/>
                <a:round/>
              </a:ln>
            </p:spPr>
            <p:txBody>
              <a:bodyPr rtlCol="0" anchor="ctr"/>
              <a:lstStyle/>
              <a:p>
                <a:endParaRPr lang="en-US"/>
              </a:p>
            </p:txBody>
          </p:sp>
          <p:sp>
            <p:nvSpPr>
              <p:cNvPr id="2202" name="Freeform: Shape 2201">
                <a:extLst>
                  <a:ext uri="{FF2B5EF4-FFF2-40B4-BE49-F238E27FC236}">
                    <a16:creationId xmlns:a16="http://schemas.microsoft.com/office/drawing/2014/main" id="{35C612E1-3ACE-6FEA-068E-10D29EB1AFA3}"/>
                  </a:ext>
                </a:extLst>
              </p:cNvPr>
              <p:cNvSpPr/>
              <p:nvPr/>
            </p:nvSpPr>
            <p:spPr>
              <a:xfrm>
                <a:off x="7609746" y="7983608"/>
                <a:ext cx="37180" cy="37180"/>
              </a:xfrm>
              <a:custGeom>
                <a:avLst/>
                <a:gdLst>
                  <a:gd name="connsiteX0" fmla="*/ 37426 w 37180"/>
                  <a:gd name="connsiteY0" fmla="*/ 18761 h 37180"/>
                  <a:gd name="connsiteX1" fmla="*/ 18836 w 37180"/>
                  <a:gd name="connsiteY1" fmla="*/ 37351 h 37180"/>
                  <a:gd name="connsiteX2" fmla="*/ 245 w 37180"/>
                  <a:gd name="connsiteY2" fmla="*/ 18761 h 37180"/>
                  <a:gd name="connsiteX3" fmla="*/ 18836 w 37180"/>
                  <a:gd name="connsiteY3" fmla="*/ 170 h 37180"/>
                  <a:gd name="connsiteX4" fmla="*/ 37426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61"/>
                    </a:moveTo>
                    <a:cubicBezTo>
                      <a:pt x="37426" y="29028"/>
                      <a:pt x="29103" y="37351"/>
                      <a:pt x="18836" y="37351"/>
                    </a:cubicBezTo>
                    <a:cubicBezTo>
                      <a:pt x="8569" y="37351"/>
                      <a:pt x="245" y="29028"/>
                      <a:pt x="245" y="18761"/>
                    </a:cubicBezTo>
                    <a:cubicBezTo>
                      <a:pt x="245" y="8493"/>
                      <a:pt x="8569" y="170"/>
                      <a:pt x="18836" y="170"/>
                    </a:cubicBezTo>
                    <a:cubicBezTo>
                      <a:pt x="29103" y="170"/>
                      <a:pt x="37426" y="8493"/>
                      <a:pt x="37426" y="18761"/>
                    </a:cubicBezTo>
                    <a:close/>
                  </a:path>
                </a:pathLst>
              </a:custGeom>
              <a:solidFill>
                <a:srgbClr val="B3F7B3"/>
              </a:solidFill>
              <a:ln w="5753" cap="sq">
                <a:noFill/>
                <a:prstDash val="solid"/>
                <a:miter/>
              </a:ln>
            </p:spPr>
            <p:txBody>
              <a:bodyPr rtlCol="0" anchor="ctr"/>
              <a:lstStyle/>
              <a:p>
                <a:endParaRPr lang="en-US"/>
              </a:p>
            </p:txBody>
          </p:sp>
          <p:sp>
            <p:nvSpPr>
              <p:cNvPr id="2203" name="Freeform: Shape 2202">
                <a:extLst>
                  <a:ext uri="{FF2B5EF4-FFF2-40B4-BE49-F238E27FC236}">
                    <a16:creationId xmlns:a16="http://schemas.microsoft.com/office/drawing/2014/main" id="{B909BE76-5D41-47F5-CA07-A09C2E3DB3CB}"/>
                  </a:ext>
                </a:extLst>
              </p:cNvPr>
              <p:cNvSpPr/>
              <p:nvPr/>
            </p:nvSpPr>
            <p:spPr>
              <a:xfrm>
                <a:off x="7607345" y="7981207"/>
                <a:ext cx="41981" cy="41981"/>
              </a:xfrm>
              <a:custGeom>
                <a:avLst/>
                <a:gdLst>
                  <a:gd name="connsiteX0" fmla="*/ 21236 w 41981"/>
                  <a:gd name="connsiteY0" fmla="*/ 4971 h 41981"/>
                  <a:gd name="connsiteX1" fmla="*/ 37426 w 41981"/>
                  <a:gd name="connsiteY1" fmla="*/ 21161 h 41981"/>
                  <a:gd name="connsiteX2" fmla="*/ 37426 w 41981"/>
                  <a:gd name="connsiteY2" fmla="*/ 21161 h 41981"/>
                  <a:gd name="connsiteX3" fmla="*/ 21236 w 41981"/>
                  <a:gd name="connsiteY3" fmla="*/ 37351 h 41981"/>
                  <a:gd name="connsiteX4" fmla="*/ 5046 w 41981"/>
                  <a:gd name="connsiteY4" fmla="*/ 21161 h 41981"/>
                  <a:gd name="connsiteX5" fmla="*/ 21236 w 41981"/>
                  <a:gd name="connsiteY5" fmla="*/ 4971 h 41981"/>
                  <a:gd name="connsiteX6" fmla="*/ 21236 w 41981"/>
                  <a:gd name="connsiteY6" fmla="*/ 170 h 41981"/>
                  <a:gd name="connsiteX7" fmla="*/ 245 w 41981"/>
                  <a:gd name="connsiteY7" fmla="*/ 21161 h 41981"/>
                  <a:gd name="connsiteX8" fmla="*/ 21236 w 41981"/>
                  <a:gd name="connsiteY8" fmla="*/ 42151 h 41981"/>
                  <a:gd name="connsiteX9" fmla="*/ 42227 w 41981"/>
                  <a:gd name="connsiteY9" fmla="*/ 21161 h 41981"/>
                  <a:gd name="connsiteX10" fmla="*/ 42227 w 41981"/>
                  <a:gd name="connsiteY10" fmla="*/ 21161 h 41981"/>
                  <a:gd name="connsiteX11" fmla="*/ 21236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1"/>
                    </a:moveTo>
                    <a:cubicBezTo>
                      <a:pt x="30178" y="4971"/>
                      <a:pt x="37426" y="12219"/>
                      <a:pt x="37426" y="21161"/>
                    </a:cubicBezTo>
                    <a:lnTo>
                      <a:pt x="37426" y="21161"/>
                    </a:lnTo>
                    <a:cubicBezTo>
                      <a:pt x="37426" y="30103"/>
                      <a:pt x="30178" y="37351"/>
                      <a:pt x="21236" y="37351"/>
                    </a:cubicBezTo>
                    <a:cubicBezTo>
                      <a:pt x="12294" y="37351"/>
                      <a:pt x="5046" y="30103"/>
                      <a:pt x="5046" y="21161"/>
                    </a:cubicBezTo>
                    <a:cubicBezTo>
                      <a:pt x="5046" y="12219"/>
                      <a:pt x="12294" y="4971"/>
                      <a:pt x="21236" y="4971"/>
                    </a:cubicBezTo>
                    <a:close/>
                    <a:moveTo>
                      <a:pt x="21236" y="170"/>
                    </a:moveTo>
                    <a:cubicBezTo>
                      <a:pt x="9643" y="170"/>
                      <a:pt x="245" y="9568"/>
                      <a:pt x="245" y="21161"/>
                    </a:cubicBezTo>
                    <a:cubicBezTo>
                      <a:pt x="245" y="32753"/>
                      <a:pt x="9643" y="42151"/>
                      <a:pt x="21236" y="42151"/>
                    </a:cubicBezTo>
                    <a:cubicBezTo>
                      <a:pt x="32829" y="42151"/>
                      <a:pt x="42227" y="32753"/>
                      <a:pt x="42227" y="21161"/>
                    </a:cubicBezTo>
                    <a:lnTo>
                      <a:pt x="42227" y="21161"/>
                    </a:lnTo>
                    <a:cubicBezTo>
                      <a:pt x="42227" y="9568"/>
                      <a:pt x="32829" y="170"/>
                      <a:pt x="21236" y="170"/>
                    </a:cubicBezTo>
                    <a:close/>
                  </a:path>
                </a:pathLst>
              </a:custGeom>
              <a:solidFill>
                <a:srgbClr val="000000"/>
              </a:solidFill>
              <a:ln w="4794" cap="sq">
                <a:noFill/>
                <a:prstDash val="solid"/>
                <a:round/>
              </a:ln>
            </p:spPr>
            <p:txBody>
              <a:bodyPr rtlCol="0" anchor="ctr"/>
              <a:lstStyle/>
              <a:p>
                <a:endParaRPr lang="en-US"/>
              </a:p>
            </p:txBody>
          </p:sp>
          <p:sp>
            <p:nvSpPr>
              <p:cNvPr id="2204" name="Freeform: Shape 2203">
                <a:extLst>
                  <a:ext uri="{FF2B5EF4-FFF2-40B4-BE49-F238E27FC236}">
                    <a16:creationId xmlns:a16="http://schemas.microsoft.com/office/drawing/2014/main" id="{F041DA10-49DB-AB44-2659-25D6415FFA91}"/>
                  </a:ext>
                </a:extLst>
              </p:cNvPr>
              <p:cNvSpPr/>
              <p:nvPr/>
            </p:nvSpPr>
            <p:spPr>
              <a:xfrm>
                <a:off x="7932726" y="8365398"/>
                <a:ext cx="37180" cy="37180"/>
              </a:xfrm>
              <a:custGeom>
                <a:avLst/>
                <a:gdLst>
                  <a:gd name="connsiteX0" fmla="*/ 37482 w 37180"/>
                  <a:gd name="connsiteY0" fmla="*/ 18827 h 37180"/>
                  <a:gd name="connsiteX1" fmla="*/ 18892 w 37180"/>
                  <a:gd name="connsiteY1" fmla="*/ 37417 h 37180"/>
                  <a:gd name="connsiteX2" fmla="*/ 302 w 37180"/>
                  <a:gd name="connsiteY2" fmla="*/ 18827 h 37180"/>
                  <a:gd name="connsiteX3" fmla="*/ 18892 w 37180"/>
                  <a:gd name="connsiteY3" fmla="*/ 237 h 37180"/>
                  <a:gd name="connsiteX4" fmla="*/ 37482 w 37180"/>
                  <a:gd name="connsiteY4" fmla="*/ 188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827"/>
                    </a:moveTo>
                    <a:cubicBezTo>
                      <a:pt x="37482" y="29094"/>
                      <a:pt x="29159" y="37417"/>
                      <a:pt x="18892" y="37417"/>
                    </a:cubicBezTo>
                    <a:cubicBezTo>
                      <a:pt x="8625" y="37417"/>
                      <a:pt x="302" y="29094"/>
                      <a:pt x="302" y="18827"/>
                    </a:cubicBezTo>
                    <a:cubicBezTo>
                      <a:pt x="302" y="8560"/>
                      <a:pt x="8625" y="237"/>
                      <a:pt x="18892" y="237"/>
                    </a:cubicBezTo>
                    <a:cubicBezTo>
                      <a:pt x="29159" y="237"/>
                      <a:pt x="37482" y="8560"/>
                      <a:pt x="37482" y="18827"/>
                    </a:cubicBezTo>
                    <a:close/>
                  </a:path>
                </a:pathLst>
              </a:custGeom>
              <a:solidFill>
                <a:srgbClr val="F7E1E1"/>
              </a:solidFill>
              <a:ln w="5753" cap="sq">
                <a:noFill/>
                <a:prstDash val="solid"/>
                <a:miter/>
              </a:ln>
            </p:spPr>
            <p:txBody>
              <a:bodyPr rtlCol="0" anchor="ctr"/>
              <a:lstStyle/>
              <a:p>
                <a:endParaRPr lang="en-US"/>
              </a:p>
            </p:txBody>
          </p:sp>
          <p:sp>
            <p:nvSpPr>
              <p:cNvPr id="2205" name="Freeform: Shape 2204">
                <a:extLst>
                  <a:ext uri="{FF2B5EF4-FFF2-40B4-BE49-F238E27FC236}">
                    <a16:creationId xmlns:a16="http://schemas.microsoft.com/office/drawing/2014/main" id="{F4FACA31-CF78-1829-082F-51BF46A8A0A6}"/>
                  </a:ext>
                </a:extLst>
              </p:cNvPr>
              <p:cNvSpPr/>
              <p:nvPr/>
            </p:nvSpPr>
            <p:spPr>
              <a:xfrm>
                <a:off x="7930326" y="8362997"/>
                <a:ext cx="41981" cy="41981"/>
              </a:xfrm>
              <a:custGeom>
                <a:avLst/>
                <a:gdLst>
                  <a:gd name="connsiteX0" fmla="*/ 21292 w 41981"/>
                  <a:gd name="connsiteY0" fmla="*/ 5037 h 41981"/>
                  <a:gd name="connsiteX1" fmla="*/ 37482 w 41981"/>
                  <a:gd name="connsiteY1" fmla="*/ 21227 h 41981"/>
                  <a:gd name="connsiteX2" fmla="*/ 37482 w 41981"/>
                  <a:gd name="connsiteY2" fmla="*/ 21227 h 41981"/>
                  <a:gd name="connsiteX3" fmla="*/ 21292 w 41981"/>
                  <a:gd name="connsiteY3" fmla="*/ 37417 h 41981"/>
                  <a:gd name="connsiteX4" fmla="*/ 5102 w 41981"/>
                  <a:gd name="connsiteY4" fmla="*/ 21227 h 41981"/>
                  <a:gd name="connsiteX5" fmla="*/ 21292 w 41981"/>
                  <a:gd name="connsiteY5" fmla="*/ 5037 h 41981"/>
                  <a:gd name="connsiteX6" fmla="*/ 21292 w 41981"/>
                  <a:gd name="connsiteY6" fmla="*/ 237 h 41981"/>
                  <a:gd name="connsiteX7" fmla="*/ 302 w 41981"/>
                  <a:gd name="connsiteY7" fmla="*/ 21227 h 41981"/>
                  <a:gd name="connsiteX8" fmla="*/ 21292 w 41981"/>
                  <a:gd name="connsiteY8" fmla="*/ 42218 h 41981"/>
                  <a:gd name="connsiteX9" fmla="*/ 42283 w 41981"/>
                  <a:gd name="connsiteY9" fmla="*/ 21227 h 41981"/>
                  <a:gd name="connsiteX10" fmla="*/ 42283 w 41981"/>
                  <a:gd name="connsiteY10" fmla="*/ 21227 h 41981"/>
                  <a:gd name="connsiteX11" fmla="*/ 21292 w 41981"/>
                  <a:gd name="connsiteY11" fmla="*/ 2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2" y="5037"/>
                    </a:moveTo>
                    <a:cubicBezTo>
                      <a:pt x="30234" y="5037"/>
                      <a:pt x="37482" y="12285"/>
                      <a:pt x="37482" y="21227"/>
                    </a:cubicBezTo>
                    <a:lnTo>
                      <a:pt x="37482" y="21227"/>
                    </a:lnTo>
                    <a:cubicBezTo>
                      <a:pt x="37482" y="30169"/>
                      <a:pt x="30234" y="37417"/>
                      <a:pt x="21292" y="37417"/>
                    </a:cubicBezTo>
                    <a:cubicBezTo>
                      <a:pt x="12350" y="37417"/>
                      <a:pt x="5102" y="30169"/>
                      <a:pt x="5102" y="21227"/>
                    </a:cubicBezTo>
                    <a:cubicBezTo>
                      <a:pt x="5102" y="12285"/>
                      <a:pt x="12350" y="5037"/>
                      <a:pt x="21292" y="5037"/>
                    </a:cubicBezTo>
                    <a:close/>
                    <a:moveTo>
                      <a:pt x="21292" y="237"/>
                    </a:moveTo>
                    <a:cubicBezTo>
                      <a:pt x="9700" y="237"/>
                      <a:pt x="302" y="9635"/>
                      <a:pt x="302" y="21227"/>
                    </a:cubicBezTo>
                    <a:cubicBezTo>
                      <a:pt x="302" y="32820"/>
                      <a:pt x="9700" y="42218"/>
                      <a:pt x="21292" y="42218"/>
                    </a:cubicBezTo>
                    <a:cubicBezTo>
                      <a:pt x="32885" y="42218"/>
                      <a:pt x="42283" y="32820"/>
                      <a:pt x="42283" y="21227"/>
                    </a:cubicBezTo>
                    <a:lnTo>
                      <a:pt x="42283" y="21227"/>
                    </a:lnTo>
                    <a:cubicBezTo>
                      <a:pt x="42283" y="9635"/>
                      <a:pt x="32885" y="237"/>
                      <a:pt x="21292" y="237"/>
                    </a:cubicBezTo>
                    <a:close/>
                  </a:path>
                </a:pathLst>
              </a:custGeom>
              <a:solidFill>
                <a:srgbClr val="000000"/>
              </a:solidFill>
              <a:ln w="4794" cap="sq">
                <a:noFill/>
                <a:prstDash val="solid"/>
                <a:round/>
              </a:ln>
            </p:spPr>
            <p:txBody>
              <a:bodyPr rtlCol="0" anchor="ctr"/>
              <a:lstStyle/>
              <a:p>
                <a:endParaRPr lang="en-US"/>
              </a:p>
            </p:txBody>
          </p:sp>
          <p:sp>
            <p:nvSpPr>
              <p:cNvPr id="2206" name="Freeform: Shape 2205">
                <a:extLst>
                  <a:ext uri="{FF2B5EF4-FFF2-40B4-BE49-F238E27FC236}">
                    <a16:creationId xmlns:a16="http://schemas.microsoft.com/office/drawing/2014/main" id="{8697C479-D3D8-09B4-2C67-4A6A8BAFBB57}"/>
                  </a:ext>
                </a:extLst>
              </p:cNvPr>
              <p:cNvSpPr/>
              <p:nvPr/>
            </p:nvSpPr>
            <p:spPr>
              <a:xfrm>
                <a:off x="7612729" y="7959565"/>
                <a:ext cx="37180" cy="37180"/>
              </a:xfrm>
              <a:custGeom>
                <a:avLst/>
                <a:gdLst>
                  <a:gd name="connsiteX0" fmla="*/ 37427 w 37180"/>
                  <a:gd name="connsiteY0" fmla="*/ 18757 h 37180"/>
                  <a:gd name="connsiteX1" fmla="*/ 18836 w 37180"/>
                  <a:gd name="connsiteY1" fmla="*/ 37347 h 37180"/>
                  <a:gd name="connsiteX2" fmla="*/ 246 w 37180"/>
                  <a:gd name="connsiteY2" fmla="*/ 18757 h 37180"/>
                  <a:gd name="connsiteX3" fmla="*/ 18836 w 37180"/>
                  <a:gd name="connsiteY3" fmla="*/ 166 h 37180"/>
                  <a:gd name="connsiteX4" fmla="*/ 37427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57"/>
                    </a:moveTo>
                    <a:cubicBezTo>
                      <a:pt x="37427" y="29024"/>
                      <a:pt x="29104" y="37347"/>
                      <a:pt x="18836" y="37347"/>
                    </a:cubicBezTo>
                    <a:cubicBezTo>
                      <a:pt x="8569" y="37347"/>
                      <a:pt x="246" y="29024"/>
                      <a:pt x="246" y="18757"/>
                    </a:cubicBezTo>
                    <a:cubicBezTo>
                      <a:pt x="246" y="8489"/>
                      <a:pt x="8569" y="166"/>
                      <a:pt x="18836" y="166"/>
                    </a:cubicBezTo>
                    <a:cubicBezTo>
                      <a:pt x="29104" y="166"/>
                      <a:pt x="37427" y="8489"/>
                      <a:pt x="37427" y="18757"/>
                    </a:cubicBezTo>
                    <a:close/>
                  </a:path>
                </a:pathLst>
              </a:custGeom>
              <a:solidFill>
                <a:srgbClr val="F7EAEA"/>
              </a:solidFill>
              <a:ln w="5753" cap="sq">
                <a:noFill/>
                <a:prstDash val="solid"/>
                <a:miter/>
              </a:ln>
            </p:spPr>
            <p:txBody>
              <a:bodyPr rtlCol="0" anchor="ctr"/>
              <a:lstStyle/>
              <a:p>
                <a:endParaRPr lang="en-US"/>
              </a:p>
            </p:txBody>
          </p:sp>
          <p:sp>
            <p:nvSpPr>
              <p:cNvPr id="2207" name="Freeform: Shape 2206">
                <a:extLst>
                  <a:ext uri="{FF2B5EF4-FFF2-40B4-BE49-F238E27FC236}">
                    <a16:creationId xmlns:a16="http://schemas.microsoft.com/office/drawing/2014/main" id="{F593D42E-7F9C-B1A6-14C2-3DB40A65122E}"/>
                  </a:ext>
                </a:extLst>
              </p:cNvPr>
              <p:cNvSpPr/>
              <p:nvPr/>
            </p:nvSpPr>
            <p:spPr>
              <a:xfrm>
                <a:off x="7610329" y="7957165"/>
                <a:ext cx="41981" cy="41981"/>
              </a:xfrm>
              <a:custGeom>
                <a:avLst/>
                <a:gdLst>
                  <a:gd name="connsiteX0" fmla="*/ 21237 w 41981"/>
                  <a:gd name="connsiteY0" fmla="*/ 4967 h 41981"/>
                  <a:gd name="connsiteX1" fmla="*/ 37427 w 41981"/>
                  <a:gd name="connsiteY1" fmla="*/ 21157 h 41981"/>
                  <a:gd name="connsiteX2" fmla="*/ 37427 w 41981"/>
                  <a:gd name="connsiteY2" fmla="*/ 21157 h 41981"/>
                  <a:gd name="connsiteX3" fmla="*/ 21237 w 41981"/>
                  <a:gd name="connsiteY3" fmla="*/ 37347 h 41981"/>
                  <a:gd name="connsiteX4" fmla="*/ 5046 w 41981"/>
                  <a:gd name="connsiteY4" fmla="*/ 21157 h 41981"/>
                  <a:gd name="connsiteX5" fmla="*/ 21237 w 41981"/>
                  <a:gd name="connsiteY5" fmla="*/ 4967 h 41981"/>
                  <a:gd name="connsiteX6" fmla="*/ 21237 w 41981"/>
                  <a:gd name="connsiteY6" fmla="*/ 166 h 41981"/>
                  <a:gd name="connsiteX7" fmla="*/ 246 w 41981"/>
                  <a:gd name="connsiteY7" fmla="*/ 21157 h 41981"/>
                  <a:gd name="connsiteX8" fmla="*/ 21237 w 41981"/>
                  <a:gd name="connsiteY8" fmla="*/ 42147 h 41981"/>
                  <a:gd name="connsiteX9" fmla="*/ 42227 w 41981"/>
                  <a:gd name="connsiteY9" fmla="*/ 21157 h 41981"/>
                  <a:gd name="connsiteX10" fmla="*/ 42227 w 41981"/>
                  <a:gd name="connsiteY10" fmla="*/ 21157 h 41981"/>
                  <a:gd name="connsiteX11" fmla="*/ 21237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67"/>
                    </a:moveTo>
                    <a:cubicBezTo>
                      <a:pt x="30178" y="4967"/>
                      <a:pt x="37427" y="12215"/>
                      <a:pt x="37427" y="21157"/>
                    </a:cubicBezTo>
                    <a:lnTo>
                      <a:pt x="37427" y="21157"/>
                    </a:lnTo>
                    <a:cubicBezTo>
                      <a:pt x="37427" y="30099"/>
                      <a:pt x="30178" y="37347"/>
                      <a:pt x="21237" y="37347"/>
                    </a:cubicBezTo>
                    <a:cubicBezTo>
                      <a:pt x="12295" y="37347"/>
                      <a:pt x="5046" y="30099"/>
                      <a:pt x="5046" y="21157"/>
                    </a:cubicBezTo>
                    <a:cubicBezTo>
                      <a:pt x="5046" y="12215"/>
                      <a:pt x="12295" y="4967"/>
                      <a:pt x="21237" y="4967"/>
                    </a:cubicBezTo>
                    <a:close/>
                    <a:moveTo>
                      <a:pt x="21237" y="166"/>
                    </a:moveTo>
                    <a:cubicBezTo>
                      <a:pt x="9644" y="166"/>
                      <a:pt x="246" y="9564"/>
                      <a:pt x="246" y="21157"/>
                    </a:cubicBezTo>
                    <a:cubicBezTo>
                      <a:pt x="246" y="32749"/>
                      <a:pt x="9644" y="42147"/>
                      <a:pt x="21237" y="42147"/>
                    </a:cubicBezTo>
                    <a:cubicBezTo>
                      <a:pt x="32829" y="42147"/>
                      <a:pt x="42227" y="32749"/>
                      <a:pt x="42227" y="21157"/>
                    </a:cubicBezTo>
                    <a:lnTo>
                      <a:pt x="42227" y="21157"/>
                    </a:lnTo>
                    <a:cubicBezTo>
                      <a:pt x="42227" y="9564"/>
                      <a:pt x="32829" y="166"/>
                      <a:pt x="21237" y="166"/>
                    </a:cubicBezTo>
                    <a:close/>
                  </a:path>
                </a:pathLst>
              </a:custGeom>
              <a:solidFill>
                <a:srgbClr val="000000"/>
              </a:solidFill>
              <a:ln w="4794" cap="sq">
                <a:noFill/>
                <a:prstDash val="solid"/>
                <a:round/>
              </a:ln>
            </p:spPr>
            <p:txBody>
              <a:bodyPr rtlCol="0" anchor="ctr"/>
              <a:lstStyle/>
              <a:p>
                <a:endParaRPr lang="en-US"/>
              </a:p>
            </p:txBody>
          </p:sp>
          <p:sp>
            <p:nvSpPr>
              <p:cNvPr id="2208" name="Freeform: Shape 2207">
                <a:extLst>
                  <a:ext uri="{FF2B5EF4-FFF2-40B4-BE49-F238E27FC236}">
                    <a16:creationId xmlns:a16="http://schemas.microsoft.com/office/drawing/2014/main" id="{77F20075-B7E4-EF73-CE24-FD523F85F062}"/>
                  </a:ext>
                </a:extLst>
              </p:cNvPr>
              <p:cNvSpPr/>
              <p:nvPr/>
            </p:nvSpPr>
            <p:spPr>
              <a:xfrm>
                <a:off x="7552105" y="7775528"/>
                <a:ext cx="37180" cy="37180"/>
              </a:xfrm>
              <a:custGeom>
                <a:avLst/>
                <a:gdLst>
                  <a:gd name="connsiteX0" fmla="*/ 37416 w 37180"/>
                  <a:gd name="connsiteY0" fmla="*/ 18725 h 37180"/>
                  <a:gd name="connsiteX1" fmla="*/ 18826 w 37180"/>
                  <a:gd name="connsiteY1" fmla="*/ 37315 h 37180"/>
                  <a:gd name="connsiteX2" fmla="*/ 235 w 37180"/>
                  <a:gd name="connsiteY2" fmla="*/ 18725 h 37180"/>
                  <a:gd name="connsiteX3" fmla="*/ 18826 w 37180"/>
                  <a:gd name="connsiteY3" fmla="*/ 134 h 37180"/>
                  <a:gd name="connsiteX4" fmla="*/ 37416 w 37180"/>
                  <a:gd name="connsiteY4" fmla="*/ 1872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25"/>
                    </a:moveTo>
                    <a:cubicBezTo>
                      <a:pt x="37416" y="28992"/>
                      <a:pt x="29093" y="37315"/>
                      <a:pt x="18826" y="37315"/>
                    </a:cubicBezTo>
                    <a:cubicBezTo>
                      <a:pt x="8559" y="37315"/>
                      <a:pt x="235" y="28992"/>
                      <a:pt x="235" y="18725"/>
                    </a:cubicBezTo>
                    <a:cubicBezTo>
                      <a:pt x="235" y="8457"/>
                      <a:pt x="8559" y="134"/>
                      <a:pt x="18826" y="134"/>
                    </a:cubicBezTo>
                    <a:cubicBezTo>
                      <a:pt x="29093" y="134"/>
                      <a:pt x="37416" y="8457"/>
                      <a:pt x="37416" y="18725"/>
                    </a:cubicBezTo>
                    <a:close/>
                  </a:path>
                </a:pathLst>
              </a:custGeom>
              <a:solidFill>
                <a:srgbClr val="F7C3C3"/>
              </a:solidFill>
              <a:ln w="5753" cap="sq">
                <a:noFill/>
                <a:prstDash val="solid"/>
                <a:miter/>
              </a:ln>
            </p:spPr>
            <p:txBody>
              <a:bodyPr rtlCol="0" anchor="ctr"/>
              <a:lstStyle/>
              <a:p>
                <a:endParaRPr lang="en-US"/>
              </a:p>
            </p:txBody>
          </p:sp>
          <p:sp>
            <p:nvSpPr>
              <p:cNvPr id="2209" name="Freeform: Shape 2208">
                <a:extLst>
                  <a:ext uri="{FF2B5EF4-FFF2-40B4-BE49-F238E27FC236}">
                    <a16:creationId xmlns:a16="http://schemas.microsoft.com/office/drawing/2014/main" id="{80DFA291-D2A2-4864-2E3D-7E294C960FFD}"/>
                  </a:ext>
                </a:extLst>
              </p:cNvPr>
              <p:cNvSpPr/>
              <p:nvPr/>
            </p:nvSpPr>
            <p:spPr>
              <a:xfrm>
                <a:off x="7549705" y="7773127"/>
                <a:ext cx="41981" cy="41981"/>
              </a:xfrm>
              <a:custGeom>
                <a:avLst/>
                <a:gdLst>
                  <a:gd name="connsiteX0" fmla="*/ 21226 w 41981"/>
                  <a:gd name="connsiteY0" fmla="*/ 4935 h 41981"/>
                  <a:gd name="connsiteX1" fmla="*/ 37416 w 41981"/>
                  <a:gd name="connsiteY1" fmla="*/ 21125 h 41981"/>
                  <a:gd name="connsiteX2" fmla="*/ 37416 w 41981"/>
                  <a:gd name="connsiteY2" fmla="*/ 21125 h 41981"/>
                  <a:gd name="connsiteX3" fmla="*/ 21226 w 41981"/>
                  <a:gd name="connsiteY3" fmla="*/ 37315 h 41981"/>
                  <a:gd name="connsiteX4" fmla="*/ 5036 w 41981"/>
                  <a:gd name="connsiteY4" fmla="*/ 21125 h 41981"/>
                  <a:gd name="connsiteX5" fmla="*/ 21226 w 41981"/>
                  <a:gd name="connsiteY5" fmla="*/ 4935 h 41981"/>
                  <a:gd name="connsiteX6" fmla="*/ 21226 w 41981"/>
                  <a:gd name="connsiteY6" fmla="*/ 134 h 41981"/>
                  <a:gd name="connsiteX7" fmla="*/ 235 w 41981"/>
                  <a:gd name="connsiteY7" fmla="*/ 21125 h 41981"/>
                  <a:gd name="connsiteX8" fmla="*/ 21226 w 41981"/>
                  <a:gd name="connsiteY8" fmla="*/ 42115 h 41981"/>
                  <a:gd name="connsiteX9" fmla="*/ 42217 w 41981"/>
                  <a:gd name="connsiteY9" fmla="*/ 21125 h 41981"/>
                  <a:gd name="connsiteX10" fmla="*/ 42217 w 41981"/>
                  <a:gd name="connsiteY10" fmla="*/ 21125 h 41981"/>
                  <a:gd name="connsiteX11" fmla="*/ 21226 w 41981"/>
                  <a:gd name="connsiteY11" fmla="*/ 13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35"/>
                    </a:moveTo>
                    <a:cubicBezTo>
                      <a:pt x="30168" y="4935"/>
                      <a:pt x="37416" y="12183"/>
                      <a:pt x="37416" y="21125"/>
                    </a:cubicBezTo>
                    <a:lnTo>
                      <a:pt x="37416" y="21125"/>
                    </a:lnTo>
                    <a:cubicBezTo>
                      <a:pt x="37416" y="30067"/>
                      <a:pt x="30168" y="37315"/>
                      <a:pt x="21226" y="37315"/>
                    </a:cubicBezTo>
                    <a:cubicBezTo>
                      <a:pt x="12284" y="37315"/>
                      <a:pt x="5036" y="30067"/>
                      <a:pt x="5036" y="21125"/>
                    </a:cubicBezTo>
                    <a:cubicBezTo>
                      <a:pt x="5036" y="12183"/>
                      <a:pt x="12284" y="4935"/>
                      <a:pt x="21226" y="4935"/>
                    </a:cubicBezTo>
                    <a:close/>
                    <a:moveTo>
                      <a:pt x="21226" y="134"/>
                    </a:moveTo>
                    <a:cubicBezTo>
                      <a:pt x="9633" y="134"/>
                      <a:pt x="235" y="9532"/>
                      <a:pt x="235" y="21125"/>
                    </a:cubicBezTo>
                    <a:cubicBezTo>
                      <a:pt x="235" y="32717"/>
                      <a:pt x="9633" y="42115"/>
                      <a:pt x="21226" y="42115"/>
                    </a:cubicBezTo>
                    <a:cubicBezTo>
                      <a:pt x="32819" y="42115"/>
                      <a:pt x="42217" y="32717"/>
                      <a:pt x="42217" y="21125"/>
                    </a:cubicBezTo>
                    <a:lnTo>
                      <a:pt x="42217" y="21125"/>
                    </a:lnTo>
                    <a:cubicBezTo>
                      <a:pt x="42217" y="9532"/>
                      <a:pt x="32819" y="134"/>
                      <a:pt x="21226" y="134"/>
                    </a:cubicBezTo>
                    <a:close/>
                  </a:path>
                </a:pathLst>
              </a:custGeom>
              <a:solidFill>
                <a:srgbClr val="000000"/>
              </a:solidFill>
              <a:ln w="4794" cap="sq">
                <a:noFill/>
                <a:prstDash val="solid"/>
                <a:round/>
              </a:ln>
            </p:spPr>
            <p:txBody>
              <a:bodyPr rtlCol="0" anchor="ctr"/>
              <a:lstStyle/>
              <a:p>
                <a:endParaRPr lang="en-US"/>
              </a:p>
            </p:txBody>
          </p:sp>
          <p:sp>
            <p:nvSpPr>
              <p:cNvPr id="2210" name="Freeform: Shape 2209">
                <a:extLst>
                  <a:ext uri="{FF2B5EF4-FFF2-40B4-BE49-F238E27FC236}">
                    <a16:creationId xmlns:a16="http://schemas.microsoft.com/office/drawing/2014/main" id="{A14C4173-8836-1653-C479-69ABFC0A264C}"/>
                  </a:ext>
                </a:extLst>
              </p:cNvPr>
              <p:cNvSpPr/>
              <p:nvPr/>
            </p:nvSpPr>
            <p:spPr>
              <a:xfrm>
                <a:off x="7633200" y="7939970"/>
                <a:ext cx="37180" cy="37180"/>
              </a:xfrm>
              <a:custGeom>
                <a:avLst/>
                <a:gdLst>
                  <a:gd name="connsiteX0" fmla="*/ 37430 w 37180"/>
                  <a:gd name="connsiteY0" fmla="*/ 18753 h 37180"/>
                  <a:gd name="connsiteX1" fmla="*/ 18840 w 37180"/>
                  <a:gd name="connsiteY1" fmla="*/ 37344 h 37180"/>
                  <a:gd name="connsiteX2" fmla="*/ 250 w 37180"/>
                  <a:gd name="connsiteY2" fmla="*/ 18753 h 37180"/>
                  <a:gd name="connsiteX3" fmla="*/ 18840 w 37180"/>
                  <a:gd name="connsiteY3" fmla="*/ 163 h 37180"/>
                  <a:gd name="connsiteX4" fmla="*/ 37430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53"/>
                    </a:moveTo>
                    <a:cubicBezTo>
                      <a:pt x="37430" y="29020"/>
                      <a:pt x="29107" y="37344"/>
                      <a:pt x="18840" y="37344"/>
                    </a:cubicBezTo>
                    <a:cubicBezTo>
                      <a:pt x="8573" y="37344"/>
                      <a:pt x="250" y="29020"/>
                      <a:pt x="250" y="18753"/>
                    </a:cubicBezTo>
                    <a:cubicBezTo>
                      <a:pt x="250" y="8486"/>
                      <a:pt x="8573" y="163"/>
                      <a:pt x="18840" y="163"/>
                    </a:cubicBezTo>
                    <a:cubicBezTo>
                      <a:pt x="29107" y="163"/>
                      <a:pt x="37430" y="8486"/>
                      <a:pt x="37430" y="18753"/>
                    </a:cubicBezTo>
                    <a:close/>
                  </a:path>
                </a:pathLst>
              </a:custGeom>
              <a:solidFill>
                <a:srgbClr val="C2F7C2"/>
              </a:solidFill>
              <a:ln w="5753" cap="sq">
                <a:noFill/>
                <a:prstDash val="solid"/>
                <a:miter/>
              </a:ln>
            </p:spPr>
            <p:txBody>
              <a:bodyPr rtlCol="0" anchor="ctr"/>
              <a:lstStyle/>
              <a:p>
                <a:endParaRPr lang="en-US"/>
              </a:p>
            </p:txBody>
          </p:sp>
          <p:sp>
            <p:nvSpPr>
              <p:cNvPr id="2211" name="Freeform: Shape 2210">
                <a:extLst>
                  <a:ext uri="{FF2B5EF4-FFF2-40B4-BE49-F238E27FC236}">
                    <a16:creationId xmlns:a16="http://schemas.microsoft.com/office/drawing/2014/main" id="{AAEA4B35-4A76-3B42-D453-6CA82D51D56E}"/>
                  </a:ext>
                </a:extLst>
              </p:cNvPr>
              <p:cNvSpPr/>
              <p:nvPr/>
            </p:nvSpPr>
            <p:spPr>
              <a:xfrm>
                <a:off x="7630800" y="7937570"/>
                <a:ext cx="41981" cy="41981"/>
              </a:xfrm>
              <a:custGeom>
                <a:avLst/>
                <a:gdLst>
                  <a:gd name="connsiteX0" fmla="*/ 21240 w 41981"/>
                  <a:gd name="connsiteY0" fmla="*/ 4963 h 41981"/>
                  <a:gd name="connsiteX1" fmla="*/ 37430 w 41981"/>
                  <a:gd name="connsiteY1" fmla="*/ 21153 h 41981"/>
                  <a:gd name="connsiteX2" fmla="*/ 37430 w 41981"/>
                  <a:gd name="connsiteY2" fmla="*/ 21153 h 41981"/>
                  <a:gd name="connsiteX3" fmla="*/ 21240 w 41981"/>
                  <a:gd name="connsiteY3" fmla="*/ 37344 h 41981"/>
                  <a:gd name="connsiteX4" fmla="*/ 5050 w 41981"/>
                  <a:gd name="connsiteY4" fmla="*/ 21153 h 41981"/>
                  <a:gd name="connsiteX5" fmla="*/ 21240 w 41981"/>
                  <a:gd name="connsiteY5" fmla="*/ 4963 h 41981"/>
                  <a:gd name="connsiteX6" fmla="*/ 21240 w 41981"/>
                  <a:gd name="connsiteY6" fmla="*/ 163 h 41981"/>
                  <a:gd name="connsiteX7" fmla="*/ 250 w 41981"/>
                  <a:gd name="connsiteY7" fmla="*/ 21153 h 41981"/>
                  <a:gd name="connsiteX8" fmla="*/ 21240 w 41981"/>
                  <a:gd name="connsiteY8" fmla="*/ 42144 h 41981"/>
                  <a:gd name="connsiteX9" fmla="*/ 42231 w 41981"/>
                  <a:gd name="connsiteY9" fmla="*/ 21153 h 41981"/>
                  <a:gd name="connsiteX10" fmla="*/ 42231 w 41981"/>
                  <a:gd name="connsiteY10" fmla="*/ 21153 h 41981"/>
                  <a:gd name="connsiteX11" fmla="*/ 2124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63"/>
                    </a:moveTo>
                    <a:cubicBezTo>
                      <a:pt x="30182" y="4963"/>
                      <a:pt x="37430" y="12211"/>
                      <a:pt x="37430" y="21153"/>
                    </a:cubicBezTo>
                    <a:lnTo>
                      <a:pt x="37430" y="21153"/>
                    </a:lnTo>
                    <a:cubicBezTo>
                      <a:pt x="37430" y="30095"/>
                      <a:pt x="30182" y="37344"/>
                      <a:pt x="21240" y="37344"/>
                    </a:cubicBezTo>
                    <a:cubicBezTo>
                      <a:pt x="12298" y="37344"/>
                      <a:pt x="5050" y="30095"/>
                      <a:pt x="5050" y="21153"/>
                    </a:cubicBezTo>
                    <a:cubicBezTo>
                      <a:pt x="5050" y="12211"/>
                      <a:pt x="12298" y="4963"/>
                      <a:pt x="21240" y="4963"/>
                    </a:cubicBezTo>
                    <a:close/>
                    <a:moveTo>
                      <a:pt x="21240" y="163"/>
                    </a:moveTo>
                    <a:cubicBezTo>
                      <a:pt x="9648" y="163"/>
                      <a:pt x="250" y="9561"/>
                      <a:pt x="250" y="21153"/>
                    </a:cubicBezTo>
                    <a:cubicBezTo>
                      <a:pt x="250" y="32746"/>
                      <a:pt x="9648" y="42144"/>
                      <a:pt x="21240" y="42144"/>
                    </a:cubicBezTo>
                    <a:cubicBezTo>
                      <a:pt x="32833" y="42144"/>
                      <a:pt x="42231" y="32746"/>
                      <a:pt x="42231" y="21153"/>
                    </a:cubicBezTo>
                    <a:lnTo>
                      <a:pt x="42231" y="21153"/>
                    </a:lnTo>
                    <a:cubicBezTo>
                      <a:pt x="42231" y="9561"/>
                      <a:pt x="32833" y="163"/>
                      <a:pt x="21240" y="163"/>
                    </a:cubicBezTo>
                    <a:close/>
                  </a:path>
                </a:pathLst>
              </a:custGeom>
              <a:solidFill>
                <a:srgbClr val="000000"/>
              </a:solidFill>
              <a:ln w="4794" cap="sq">
                <a:noFill/>
                <a:prstDash val="solid"/>
                <a:round/>
              </a:ln>
            </p:spPr>
            <p:txBody>
              <a:bodyPr rtlCol="0" anchor="ctr"/>
              <a:lstStyle/>
              <a:p>
                <a:endParaRPr lang="en-US"/>
              </a:p>
            </p:txBody>
          </p:sp>
          <p:sp>
            <p:nvSpPr>
              <p:cNvPr id="2212" name="Freeform: Shape 2211">
                <a:extLst>
                  <a:ext uri="{FF2B5EF4-FFF2-40B4-BE49-F238E27FC236}">
                    <a16:creationId xmlns:a16="http://schemas.microsoft.com/office/drawing/2014/main" id="{4AA7C3DE-B97D-9A41-BA39-5C5A7A668E69}"/>
                  </a:ext>
                </a:extLst>
              </p:cNvPr>
              <p:cNvSpPr/>
              <p:nvPr/>
            </p:nvSpPr>
            <p:spPr>
              <a:xfrm>
                <a:off x="7812618" y="8130401"/>
                <a:ext cx="37180" cy="37180"/>
              </a:xfrm>
              <a:custGeom>
                <a:avLst/>
                <a:gdLst>
                  <a:gd name="connsiteX0" fmla="*/ 37461 w 37180"/>
                  <a:gd name="connsiteY0" fmla="*/ 18786 h 37180"/>
                  <a:gd name="connsiteX1" fmla="*/ 18871 w 37180"/>
                  <a:gd name="connsiteY1" fmla="*/ 37377 h 37180"/>
                  <a:gd name="connsiteX2" fmla="*/ 281 w 37180"/>
                  <a:gd name="connsiteY2" fmla="*/ 18786 h 37180"/>
                  <a:gd name="connsiteX3" fmla="*/ 18871 w 37180"/>
                  <a:gd name="connsiteY3" fmla="*/ 196 h 37180"/>
                  <a:gd name="connsiteX4" fmla="*/ 37461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86"/>
                    </a:moveTo>
                    <a:cubicBezTo>
                      <a:pt x="37461" y="29053"/>
                      <a:pt x="29138" y="37377"/>
                      <a:pt x="18871" y="37377"/>
                    </a:cubicBezTo>
                    <a:cubicBezTo>
                      <a:pt x="8604" y="37377"/>
                      <a:pt x="281" y="29053"/>
                      <a:pt x="281" y="18786"/>
                    </a:cubicBezTo>
                    <a:cubicBezTo>
                      <a:pt x="281" y="8519"/>
                      <a:pt x="8604" y="196"/>
                      <a:pt x="18871" y="196"/>
                    </a:cubicBezTo>
                    <a:cubicBezTo>
                      <a:pt x="29138" y="196"/>
                      <a:pt x="37461" y="8519"/>
                      <a:pt x="37461" y="18786"/>
                    </a:cubicBezTo>
                    <a:close/>
                  </a:path>
                </a:pathLst>
              </a:custGeom>
              <a:solidFill>
                <a:srgbClr val="F5F7F5"/>
              </a:solidFill>
              <a:ln w="5753" cap="sq">
                <a:noFill/>
                <a:prstDash val="solid"/>
                <a:miter/>
              </a:ln>
            </p:spPr>
            <p:txBody>
              <a:bodyPr rtlCol="0" anchor="ctr"/>
              <a:lstStyle/>
              <a:p>
                <a:endParaRPr lang="en-US"/>
              </a:p>
            </p:txBody>
          </p:sp>
          <p:sp>
            <p:nvSpPr>
              <p:cNvPr id="2213" name="Freeform: Shape 2212">
                <a:extLst>
                  <a:ext uri="{FF2B5EF4-FFF2-40B4-BE49-F238E27FC236}">
                    <a16:creationId xmlns:a16="http://schemas.microsoft.com/office/drawing/2014/main" id="{89E8F56F-631B-5FFF-335A-69CA4672A4A3}"/>
                  </a:ext>
                </a:extLst>
              </p:cNvPr>
              <p:cNvSpPr/>
              <p:nvPr/>
            </p:nvSpPr>
            <p:spPr>
              <a:xfrm>
                <a:off x="7810218" y="8128001"/>
                <a:ext cx="41981" cy="41981"/>
              </a:xfrm>
              <a:custGeom>
                <a:avLst/>
                <a:gdLst>
                  <a:gd name="connsiteX0" fmla="*/ 21271 w 41981"/>
                  <a:gd name="connsiteY0" fmla="*/ 4996 h 41981"/>
                  <a:gd name="connsiteX1" fmla="*/ 37461 w 41981"/>
                  <a:gd name="connsiteY1" fmla="*/ 21186 h 41981"/>
                  <a:gd name="connsiteX2" fmla="*/ 37461 w 41981"/>
                  <a:gd name="connsiteY2" fmla="*/ 21186 h 41981"/>
                  <a:gd name="connsiteX3" fmla="*/ 21271 w 41981"/>
                  <a:gd name="connsiteY3" fmla="*/ 37377 h 41981"/>
                  <a:gd name="connsiteX4" fmla="*/ 5081 w 41981"/>
                  <a:gd name="connsiteY4" fmla="*/ 21186 h 41981"/>
                  <a:gd name="connsiteX5" fmla="*/ 21271 w 41981"/>
                  <a:gd name="connsiteY5" fmla="*/ 4996 h 41981"/>
                  <a:gd name="connsiteX6" fmla="*/ 21271 w 41981"/>
                  <a:gd name="connsiteY6" fmla="*/ 196 h 41981"/>
                  <a:gd name="connsiteX7" fmla="*/ 281 w 41981"/>
                  <a:gd name="connsiteY7" fmla="*/ 21186 h 41981"/>
                  <a:gd name="connsiteX8" fmla="*/ 21271 w 41981"/>
                  <a:gd name="connsiteY8" fmla="*/ 42177 h 41981"/>
                  <a:gd name="connsiteX9" fmla="*/ 42262 w 41981"/>
                  <a:gd name="connsiteY9" fmla="*/ 21186 h 41981"/>
                  <a:gd name="connsiteX10" fmla="*/ 42262 w 41981"/>
                  <a:gd name="connsiteY10" fmla="*/ 21186 h 41981"/>
                  <a:gd name="connsiteX11" fmla="*/ 21271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96"/>
                    </a:moveTo>
                    <a:cubicBezTo>
                      <a:pt x="30213" y="4996"/>
                      <a:pt x="37461" y="12245"/>
                      <a:pt x="37461" y="21186"/>
                    </a:cubicBezTo>
                    <a:lnTo>
                      <a:pt x="37461" y="21186"/>
                    </a:lnTo>
                    <a:cubicBezTo>
                      <a:pt x="37461" y="30128"/>
                      <a:pt x="30213" y="37377"/>
                      <a:pt x="21271" y="37377"/>
                    </a:cubicBezTo>
                    <a:cubicBezTo>
                      <a:pt x="12329" y="37377"/>
                      <a:pt x="5081" y="30128"/>
                      <a:pt x="5081" y="21186"/>
                    </a:cubicBezTo>
                    <a:cubicBezTo>
                      <a:pt x="5081" y="12245"/>
                      <a:pt x="12329" y="4996"/>
                      <a:pt x="21271" y="4996"/>
                    </a:cubicBezTo>
                    <a:close/>
                    <a:moveTo>
                      <a:pt x="21271" y="196"/>
                    </a:moveTo>
                    <a:cubicBezTo>
                      <a:pt x="9679" y="196"/>
                      <a:pt x="281" y="9594"/>
                      <a:pt x="281" y="21186"/>
                    </a:cubicBezTo>
                    <a:cubicBezTo>
                      <a:pt x="281" y="32779"/>
                      <a:pt x="9679" y="42177"/>
                      <a:pt x="21271" y="42177"/>
                    </a:cubicBezTo>
                    <a:cubicBezTo>
                      <a:pt x="32864" y="42177"/>
                      <a:pt x="42262" y="32779"/>
                      <a:pt x="42262" y="21186"/>
                    </a:cubicBezTo>
                    <a:lnTo>
                      <a:pt x="42262" y="21186"/>
                    </a:lnTo>
                    <a:cubicBezTo>
                      <a:pt x="42262" y="9594"/>
                      <a:pt x="32864" y="196"/>
                      <a:pt x="21271" y="196"/>
                    </a:cubicBezTo>
                    <a:close/>
                  </a:path>
                </a:pathLst>
              </a:custGeom>
              <a:solidFill>
                <a:srgbClr val="000000"/>
              </a:solidFill>
              <a:ln w="4794" cap="sq">
                <a:noFill/>
                <a:prstDash val="solid"/>
                <a:round/>
              </a:ln>
            </p:spPr>
            <p:txBody>
              <a:bodyPr rtlCol="0" anchor="ctr"/>
              <a:lstStyle/>
              <a:p>
                <a:endParaRPr lang="en-US"/>
              </a:p>
            </p:txBody>
          </p:sp>
          <p:sp>
            <p:nvSpPr>
              <p:cNvPr id="2214" name="Freeform: Shape 2213">
                <a:extLst>
                  <a:ext uri="{FF2B5EF4-FFF2-40B4-BE49-F238E27FC236}">
                    <a16:creationId xmlns:a16="http://schemas.microsoft.com/office/drawing/2014/main" id="{8B5FD2D2-FCF7-81A7-03B0-EB949A002555}"/>
                  </a:ext>
                </a:extLst>
              </p:cNvPr>
              <p:cNvSpPr/>
              <p:nvPr/>
            </p:nvSpPr>
            <p:spPr>
              <a:xfrm>
                <a:off x="7753964" y="7705699"/>
                <a:ext cx="37180" cy="37180"/>
              </a:xfrm>
              <a:custGeom>
                <a:avLst/>
                <a:gdLst>
                  <a:gd name="connsiteX0" fmla="*/ 37451 w 37180"/>
                  <a:gd name="connsiteY0" fmla="*/ 18712 h 37180"/>
                  <a:gd name="connsiteX1" fmla="*/ 18861 w 37180"/>
                  <a:gd name="connsiteY1" fmla="*/ 37303 h 37180"/>
                  <a:gd name="connsiteX2" fmla="*/ 271 w 37180"/>
                  <a:gd name="connsiteY2" fmla="*/ 18712 h 37180"/>
                  <a:gd name="connsiteX3" fmla="*/ 18861 w 37180"/>
                  <a:gd name="connsiteY3" fmla="*/ 122 h 37180"/>
                  <a:gd name="connsiteX4" fmla="*/ 37451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12"/>
                    </a:moveTo>
                    <a:cubicBezTo>
                      <a:pt x="37451" y="28980"/>
                      <a:pt x="29128" y="37303"/>
                      <a:pt x="18861" y="37303"/>
                    </a:cubicBezTo>
                    <a:cubicBezTo>
                      <a:pt x="8594" y="37303"/>
                      <a:pt x="271" y="28980"/>
                      <a:pt x="271" y="18712"/>
                    </a:cubicBezTo>
                    <a:cubicBezTo>
                      <a:pt x="271" y="8445"/>
                      <a:pt x="8594" y="122"/>
                      <a:pt x="18861" y="122"/>
                    </a:cubicBezTo>
                    <a:cubicBezTo>
                      <a:pt x="29128" y="122"/>
                      <a:pt x="37451" y="8445"/>
                      <a:pt x="37451" y="18712"/>
                    </a:cubicBezTo>
                    <a:close/>
                  </a:path>
                </a:pathLst>
              </a:custGeom>
              <a:solidFill>
                <a:srgbClr val="DCF7DC"/>
              </a:solidFill>
              <a:ln w="5753" cap="sq">
                <a:noFill/>
                <a:prstDash val="solid"/>
                <a:miter/>
              </a:ln>
            </p:spPr>
            <p:txBody>
              <a:bodyPr rtlCol="0" anchor="ctr"/>
              <a:lstStyle/>
              <a:p>
                <a:endParaRPr lang="en-US"/>
              </a:p>
            </p:txBody>
          </p:sp>
          <p:sp>
            <p:nvSpPr>
              <p:cNvPr id="2215" name="Freeform: Shape 2214">
                <a:extLst>
                  <a:ext uri="{FF2B5EF4-FFF2-40B4-BE49-F238E27FC236}">
                    <a16:creationId xmlns:a16="http://schemas.microsoft.com/office/drawing/2014/main" id="{DB266454-8799-E6F2-0751-8C7AC919AE0B}"/>
                  </a:ext>
                </a:extLst>
              </p:cNvPr>
              <p:cNvSpPr/>
              <p:nvPr/>
            </p:nvSpPr>
            <p:spPr>
              <a:xfrm>
                <a:off x="7751564" y="7703299"/>
                <a:ext cx="41981" cy="41981"/>
              </a:xfrm>
              <a:custGeom>
                <a:avLst/>
                <a:gdLst>
                  <a:gd name="connsiteX0" fmla="*/ 21261 w 41981"/>
                  <a:gd name="connsiteY0" fmla="*/ 4922 h 41981"/>
                  <a:gd name="connsiteX1" fmla="*/ 37451 w 41981"/>
                  <a:gd name="connsiteY1" fmla="*/ 21113 h 41981"/>
                  <a:gd name="connsiteX2" fmla="*/ 37451 w 41981"/>
                  <a:gd name="connsiteY2" fmla="*/ 21113 h 41981"/>
                  <a:gd name="connsiteX3" fmla="*/ 21261 w 41981"/>
                  <a:gd name="connsiteY3" fmla="*/ 37303 h 41981"/>
                  <a:gd name="connsiteX4" fmla="*/ 5071 w 41981"/>
                  <a:gd name="connsiteY4" fmla="*/ 21113 h 41981"/>
                  <a:gd name="connsiteX5" fmla="*/ 21261 w 41981"/>
                  <a:gd name="connsiteY5" fmla="*/ 4922 h 41981"/>
                  <a:gd name="connsiteX6" fmla="*/ 21261 w 41981"/>
                  <a:gd name="connsiteY6" fmla="*/ 122 h 41981"/>
                  <a:gd name="connsiteX7" fmla="*/ 271 w 41981"/>
                  <a:gd name="connsiteY7" fmla="*/ 21113 h 41981"/>
                  <a:gd name="connsiteX8" fmla="*/ 21261 w 41981"/>
                  <a:gd name="connsiteY8" fmla="*/ 42103 h 41981"/>
                  <a:gd name="connsiteX9" fmla="*/ 42252 w 41981"/>
                  <a:gd name="connsiteY9" fmla="*/ 21113 h 41981"/>
                  <a:gd name="connsiteX10" fmla="*/ 42252 w 41981"/>
                  <a:gd name="connsiteY10" fmla="*/ 21113 h 41981"/>
                  <a:gd name="connsiteX11" fmla="*/ 21261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22"/>
                    </a:moveTo>
                    <a:cubicBezTo>
                      <a:pt x="30203" y="4922"/>
                      <a:pt x="37451" y="12171"/>
                      <a:pt x="37451" y="21113"/>
                    </a:cubicBezTo>
                    <a:lnTo>
                      <a:pt x="37451" y="21113"/>
                    </a:lnTo>
                    <a:cubicBezTo>
                      <a:pt x="37451" y="30054"/>
                      <a:pt x="30203" y="37303"/>
                      <a:pt x="21261" y="37303"/>
                    </a:cubicBezTo>
                    <a:cubicBezTo>
                      <a:pt x="12319" y="37303"/>
                      <a:pt x="5071" y="30054"/>
                      <a:pt x="5071" y="21113"/>
                    </a:cubicBezTo>
                    <a:cubicBezTo>
                      <a:pt x="5071" y="12171"/>
                      <a:pt x="12319" y="4922"/>
                      <a:pt x="21261" y="4922"/>
                    </a:cubicBezTo>
                    <a:close/>
                    <a:moveTo>
                      <a:pt x="21261" y="122"/>
                    </a:moveTo>
                    <a:cubicBezTo>
                      <a:pt x="9669" y="122"/>
                      <a:pt x="271" y="9520"/>
                      <a:pt x="271" y="21113"/>
                    </a:cubicBezTo>
                    <a:cubicBezTo>
                      <a:pt x="271" y="32705"/>
                      <a:pt x="9669" y="42103"/>
                      <a:pt x="21261" y="42103"/>
                    </a:cubicBezTo>
                    <a:cubicBezTo>
                      <a:pt x="32854" y="42103"/>
                      <a:pt x="42252" y="32705"/>
                      <a:pt x="42252" y="21113"/>
                    </a:cubicBezTo>
                    <a:lnTo>
                      <a:pt x="42252" y="21113"/>
                    </a:lnTo>
                    <a:cubicBezTo>
                      <a:pt x="42252" y="9520"/>
                      <a:pt x="32854" y="122"/>
                      <a:pt x="21261" y="122"/>
                    </a:cubicBezTo>
                    <a:close/>
                  </a:path>
                </a:pathLst>
              </a:custGeom>
              <a:solidFill>
                <a:srgbClr val="000000"/>
              </a:solidFill>
              <a:ln w="4794" cap="sq">
                <a:noFill/>
                <a:prstDash val="solid"/>
                <a:round/>
              </a:ln>
            </p:spPr>
            <p:txBody>
              <a:bodyPr rtlCol="0" anchor="ctr"/>
              <a:lstStyle/>
              <a:p>
                <a:endParaRPr lang="en-US"/>
              </a:p>
            </p:txBody>
          </p:sp>
          <p:sp>
            <p:nvSpPr>
              <p:cNvPr id="2216" name="Freeform: Shape 2215">
                <a:extLst>
                  <a:ext uri="{FF2B5EF4-FFF2-40B4-BE49-F238E27FC236}">
                    <a16:creationId xmlns:a16="http://schemas.microsoft.com/office/drawing/2014/main" id="{EDDA40BE-46A0-BF11-67B4-19B9DAAB1A9C}"/>
                  </a:ext>
                </a:extLst>
              </p:cNvPr>
              <p:cNvSpPr/>
              <p:nvPr/>
            </p:nvSpPr>
            <p:spPr>
              <a:xfrm>
                <a:off x="7770455" y="7841117"/>
                <a:ext cx="37180" cy="37180"/>
              </a:xfrm>
              <a:custGeom>
                <a:avLst/>
                <a:gdLst>
                  <a:gd name="connsiteX0" fmla="*/ 37454 w 37180"/>
                  <a:gd name="connsiteY0" fmla="*/ 18736 h 37180"/>
                  <a:gd name="connsiteX1" fmla="*/ 18864 w 37180"/>
                  <a:gd name="connsiteY1" fmla="*/ 37326 h 37180"/>
                  <a:gd name="connsiteX2" fmla="*/ 273 w 37180"/>
                  <a:gd name="connsiteY2" fmla="*/ 18736 h 37180"/>
                  <a:gd name="connsiteX3" fmla="*/ 18864 w 37180"/>
                  <a:gd name="connsiteY3" fmla="*/ 146 h 37180"/>
                  <a:gd name="connsiteX4" fmla="*/ 37454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36"/>
                    </a:moveTo>
                    <a:cubicBezTo>
                      <a:pt x="37454" y="29003"/>
                      <a:pt x="29131" y="37326"/>
                      <a:pt x="18864" y="37326"/>
                    </a:cubicBezTo>
                    <a:cubicBezTo>
                      <a:pt x="8597" y="37326"/>
                      <a:pt x="273" y="29003"/>
                      <a:pt x="273" y="18736"/>
                    </a:cubicBezTo>
                    <a:cubicBezTo>
                      <a:pt x="273" y="8469"/>
                      <a:pt x="8597" y="146"/>
                      <a:pt x="18864" y="146"/>
                    </a:cubicBezTo>
                    <a:cubicBezTo>
                      <a:pt x="29131" y="146"/>
                      <a:pt x="37454" y="8469"/>
                      <a:pt x="37454" y="18736"/>
                    </a:cubicBezTo>
                    <a:close/>
                  </a:path>
                </a:pathLst>
              </a:custGeom>
              <a:solidFill>
                <a:srgbClr val="E3F7E3"/>
              </a:solidFill>
              <a:ln w="5753" cap="sq">
                <a:noFill/>
                <a:prstDash val="solid"/>
                <a:miter/>
              </a:ln>
            </p:spPr>
            <p:txBody>
              <a:bodyPr rtlCol="0" anchor="ctr"/>
              <a:lstStyle/>
              <a:p>
                <a:endParaRPr lang="en-US"/>
              </a:p>
            </p:txBody>
          </p:sp>
          <p:sp>
            <p:nvSpPr>
              <p:cNvPr id="2217" name="Freeform: Shape 2216">
                <a:extLst>
                  <a:ext uri="{FF2B5EF4-FFF2-40B4-BE49-F238E27FC236}">
                    <a16:creationId xmlns:a16="http://schemas.microsoft.com/office/drawing/2014/main" id="{E552BD1B-1379-745F-4F0A-5D8CC46E5FE1}"/>
                  </a:ext>
                </a:extLst>
              </p:cNvPr>
              <p:cNvSpPr/>
              <p:nvPr/>
            </p:nvSpPr>
            <p:spPr>
              <a:xfrm>
                <a:off x="7768055" y="7838716"/>
                <a:ext cx="41981" cy="41981"/>
              </a:xfrm>
              <a:custGeom>
                <a:avLst/>
                <a:gdLst>
                  <a:gd name="connsiteX0" fmla="*/ 21264 w 41981"/>
                  <a:gd name="connsiteY0" fmla="*/ 4946 h 41981"/>
                  <a:gd name="connsiteX1" fmla="*/ 37454 w 41981"/>
                  <a:gd name="connsiteY1" fmla="*/ 21136 h 41981"/>
                  <a:gd name="connsiteX2" fmla="*/ 37454 w 41981"/>
                  <a:gd name="connsiteY2" fmla="*/ 21136 h 41981"/>
                  <a:gd name="connsiteX3" fmla="*/ 21264 w 41981"/>
                  <a:gd name="connsiteY3" fmla="*/ 37326 h 41981"/>
                  <a:gd name="connsiteX4" fmla="*/ 5074 w 41981"/>
                  <a:gd name="connsiteY4" fmla="*/ 21136 h 41981"/>
                  <a:gd name="connsiteX5" fmla="*/ 21264 w 41981"/>
                  <a:gd name="connsiteY5" fmla="*/ 4946 h 41981"/>
                  <a:gd name="connsiteX6" fmla="*/ 21264 w 41981"/>
                  <a:gd name="connsiteY6" fmla="*/ 146 h 41981"/>
                  <a:gd name="connsiteX7" fmla="*/ 273 w 41981"/>
                  <a:gd name="connsiteY7" fmla="*/ 21136 h 41981"/>
                  <a:gd name="connsiteX8" fmla="*/ 21264 w 41981"/>
                  <a:gd name="connsiteY8" fmla="*/ 42127 h 41981"/>
                  <a:gd name="connsiteX9" fmla="*/ 42255 w 41981"/>
                  <a:gd name="connsiteY9" fmla="*/ 21136 h 41981"/>
                  <a:gd name="connsiteX10" fmla="*/ 42255 w 41981"/>
                  <a:gd name="connsiteY10" fmla="*/ 21136 h 41981"/>
                  <a:gd name="connsiteX11" fmla="*/ 21264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46"/>
                    </a:moveTo>
                    <a:cubicBezTo>
                      <a:pt x="30206" y="4946"/>
                      <a:pt x="37454" y="12194"/>
                      <a:pt x="37454" y="21136"/>
                    </a:cubicBezTo>
                    <a:lnTo>
                      <a:pt x="37454" y="21136"/>
                    </a:lnTo>
                    <a:cubicBezTo>
                      <a:pt x="37454" y="30078"/>
                      <a:pt x="30206" y="37326"/>
                      <a:pt x="21264" y="37326"/>
                    </a:cubicBezTo>
                    <a:cubicBezTo>
                      <a:pt x="12322" y="37326"/>
                      <a:pt x="5074" y="30078"/>
                      <a:pt x="5074" y="21136"/>
                    </a:cubicBezTo>
                    <a:cubicBezTo>
                      <a:pt x="5074" y="12194"/>
                      <a:pt x="12322" y="4946"/>
                      <a:pt x="21264" y="4946"/>
                    </a:cubicBezTo>
                    <a:close/>
                    <a:moveTo>
                      <a:pt x="21264" y="146"/>
                    </a:moveTo>
                    <a:cubicBezTo>
                      <a:pt x="9671" y="146"/>
                      <a:pt x="273" y="9544"/>
                      <a:pt x="273" y="21136"/>
                    </a:cubicBezTo>
                    <a:cubicBezTo>
                      <a:pt x="273" y="32729"/>
                      <a:pt x="9671" y="42127"/>
                      <a:pt x="21264" y="42127"/>
                    </a:cubicBezTo>
                    <a:cubicBezTo>
                      <a:pt x="32857" y="42127"/>
                      <a:pt x="42255" y="32729"/>
                      <a:pt x="42255" y="21136"/>
                    </a:cubicBezTo>
                    <a:lnTo>
                      <a:pt x="42255" y="21136"/>
                    </a:lnTo>
                    <a:cubicBezTo>
                      <a:pt x="42255" y="9544"/>
                      <a:pt x="32857" y="146"/>
                      <a:pt x="21264" y="146"/>
                    </a:cubicBezTo>
                    <a:close/>
                  </a:path>
                </a:pathLst>
              </a:custGeom>
              <a:solidFill>
                <a:srgbClr val="000000"/>
              </a:solidFill>
              <a:ln w="4794" cap="sq">
                <a:noFill/>
                <a:prstDash val="solid"/>
                <a:round/>
              </a:ln>
            </p:spPr>
            <p:txBody>
              <a:bodyPr rtlCol="0" anchor="ctr"/>
              <a:lstStyle/>
              <a:p>
                <a:endParaRPr lang="en-US"/>
              </a:p>
            </p:txBody>
          </p:sp>
          <p:sp>
            <p:nvSpPr>
              <p:cNvPr id="2218" name="Freeform: Shape 2217">
                <a:extLst>
                  <a:ext uri="{FF2B5EF4-FFF2-40B4-BE49-F238E27FC236}">
                    <a16:creationId xmlns:a16="http://schemas.microsoft.com/office/drawing/2014/main" id="{E8823908-9D24-9DFC-2D34-FF56BFDDCE1F}"/>
                  </a:ext>
                </a:extLst>
              </p:cNvPr>
              <p:cNvSpPr/>
              <p:nvPr/>
            </p:nvSpPr>
            <p:spPr>
              <a:xfrm>
                <a:off x="7653193" y="7942498"/>
                <a:ext cx="37180" cy="37180"/>
              </a:xfrm>
              <a:custGeom>
                <a:avLst/>
                <a:gdLst>
                  <a:gd name="connsiteX0" fmla="*/ 37434 w 37180"/>
                  <a:gd name="connsiteY0" fmla="*/ 18754 h 37180"/>
                  <a:gd name="connsiteX1" fmla="*/ 18843 w 37180"/>
                  <a:gd name="connsiteY1" fmla="*/ 37344 h 37180"/>
                  <a:gd name="connsiteX2" fmla="*/ 253 w 37180"/>
                  <a:gd name="connsiteY2" fmla="*/ 18754 h 37180"/>
                  <a:gd name="connsiteX3" fmla="*/ 18843 w 37180"/>
                  <a:gd name="connsiteY3" fmla="*/ 163 h 37180"/>
                  <a:gd name="connsiteX4" fmla="*/ 37434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4"/>
                    </a:moveTo>
                    <a:cubicBezTo>
                      <a:pt x="37434" y="29021"/>
                      <a:pt x="29111" y="37344"/>
                      <a:pt x="18843" y="37344"/>
                    </a:cubicBezTo>
                    <a:cubicBezTo>
                      <a:pt x="8576" y="37344"/>
                      <a:pt x="253" y="29021"/>
                      <a:pt x="253" y="18754"/>
                    </a:cubicBezTo>
                    <a:cubicBezTo>
                      <a:pt x="253" y="8486"/>
                      <a:pt x="8576" y="163"/>
                      <a:pt x="18843" y="163"/>
                    </a:cubicBezTo>
                    <a:cubicBezTo>
                      <a:pt x="29111" y="163"/>
                      <a:pt x="37434" y="8486"/>
                      <a:pt x="37434" y="18754"/>
                    </a:cubicBezTo>
                    <a:close/>
                  </a:path>
                </a:pathLst>
              </a:custGeom>
              <a:solidFill>
                <a:srgbClr val="F7CBCB"/>
              </a:solidFill>
              <a:ln w="5753" cap="sq">
                <a:noFill/>
                <a:prstDash val="solid"/>
                <a:miter/>
              </a:ln>
            </p:spPr>
            <p:txBody>
              <a:bodyPr rtlCol="0" anchor="ctr"/>
              <a:lstStyle/>
              <a:p>
                <a:endParaRPr lang="en-US"/>
              </a:p>
            </p:txBody>
          </p:sp>
          <p:sp>
            <p:nvSpPr>
              <p:cNvPr id="2219" name="Freeform: Shape 2218">
                <a:extLst>
                  <a:ext uri="{FF2B5EF4-FFF2-40B4-BE49-F238E27FC236}">
                    <a16:creationId xmlns:a16="http://schemas.microsoft.com/office/drawing/2014/main" id="{52B3925A-F815-BD1B-0C93-7F315528F5BF}"/>
                  </a:ext>
                </a:extLst>
              </p:cNvPr>
              <p:cNvSpPr/>
              <p:nvPr/>
            </p:nvSpPr>
            <p:spPr>
              <a:xfrm>
                <a:off x="7650793" y="7940098"/>
                <a:ext cx="41981" cy="41981"/>
              </a:xfrm>
              <a:custGeom>
                <a:avLst/>
                <a:gdLst>
                  <a:gd name="connsiteX0" fmla="*/ 21244 w 41981"/>
                  <a:gd name="connsiteY0" fmla="*/ 4964 h 41981"/>
                  <a:gd name="connsiteX1" fmla="*/ 37434 w 41981"/>
                  <a:gd name="connsiteY1" fmla="*/ 21154 h 41981"/>
                  <a:gd name="connsiteX2" fmla="*/ 37434 w 41981"/>
                  <a:gd name="connsiteY2" fmla="*/ 21154 h 41981"/>
                  <a:gd name="connsiteX3" fmla="*/ 21244 w 41981"/>
                  <a:gd name="connsiteY3" fmla="*/ 37344 h 41981"/>
                  <a:gd name="connsiteX4" fmla="*/ 5053 w 41981"/>
                  <a:gd name="connsiteY4" fmla="*/ 21154 h 41981"/>
                  <a:gd name="connsiteX5" fmla="*/ 21244 w 41981"/>
                  <a:gd name="connsiteY5" fmla="*/ 4964 h 41981"/>
                  <a:gd name="connsiteX6" fmla="*/ 21244 w 41981"/>
                  <a:gd name="connsiteY6" fmla="*/ 163 h 41981"/>
                  <a:gd name="connsiteX7" fmla="*/ 253 w 41981"/>
                  <a:gd name="connsiteY7" fmla="*/ 21154 h 41981"/>
                  <a:gd name="connsiteX8" fmla="*/ 21244 w 41981"/>
                  <a:gd name="connsiteY8" fmla="*/ 42144 h 41981"/>
                  <a:gd name="connsiteX9" fmla="*/ 42234 w 41981"/>
                  <a:gd name="connsiteY9" fmla="*/ 21154 h 41981"/>
                  <a:gd name="connsiteX10" fmla="*/ 42234 w 41981"/>
                  <a:gd name="connsiteY10" fmla="*/ 21154 h 41981"/>
                  <a:gd name="connsiteX11" fmla="*/ 21244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4"/>
                    </a:moveTo>
                    <a:cubicBezTo>
                      <a:pt x="30185" y="4964"/>
                      <a:pt x="37434" y="12212"/>
                      <a:pt x="37434" y="21154"/>
                    </a:cubicBezTo>
                    <a:lnTo>
                      <a:pt x="37434" y="21154"/>
                    </a:lnTo>
                    <a:cubicBezTo>
                      <a:pt x="37434" y="30096"/>
                      <a:pt x="30185" y="37344"/>
                      <a:pt x="21244" y="37344"/>
                    </a:cubicBezTo>
                    <a:cubicBezTo>
                      <a:pt x="12302" y="37344"/>
                      <a:pt x="5053" y="30096"/>
                      <a:pt x="5053" y="21154"/>
                    </a:cubicBezTo>
                    <a:cubicBezTo>
                      <a:pt x="5053" y="12212"/>
                      <a:pt x="12302" y="4964"/>
                      <a:pt x="21244" y="4964"/>
                    </a:cubicBezTo>
                    <a:close/>
                    <a:moveTo>
                      <a:pt x="21244" y="163"/>
                    </a:moveTo>
                    <a:cubicBezTo>
                      <a:pt x="9651" y="163"/>
                      <a:pt x="253" y="9561"/>
                      <a:pt x="253" y="21154"/>
                    </a:cubicBezTo>
                    <a:cubicBezTo>
                      <a:pt x="253" y="32746"/>
                      <a:pt x="9651" y="42144"/>
                      <a:pt x="21244" y="42144"/>
                    </a:cubicBezTo>
                    <a:cubicBezTo>
                      <a:pt x="32836" y="42144"/>
                      <a:pt x="42234" y="32746"/>
                      <a:pt x="42234" y="21154"/>
                    </a:cubicBezTo>
                    <a:lnTo>
                      <a:pt x="42234" y="21154"/>
                    </a:lnTo>
                    <a:cubicBezTo>
                      <a:pt x="42234" y="9561"/>
                      <a:pt x="32836" y="163"/>
                      <a:pt x="21244" y="163"/>
                    </a:cubicBezTo>
                    <a:close/>
                  </a:path>
                </a:pathLst>
              </a:custGeom>
              <a:solidFill>
                <a:srgbClr val="000000"/>
              </a:solidFill>
              <a:ln w="4794" cap="sq">
                <a:noFill/>
                <a:prstDash val="solid"/>
                <a:round/>
              </a:ln>
            </p:spPr>
            <p:txBody>
              <a:bodyPr rtlCol="0" anchor="ctr"/>
              <a:lstStyle/>
              <a:p>
                <a:endParaRPr lang="en-US"/>
              </a:p>
            </p:txBody>
          </p:sp>
          <p:sp>
            <p:nvSpPr>
              <p:cNvPr id="2220" name="Freeform: Shape 2219">
                <a:extLst>
                  <a:ext uri="{FF2B5EF4-FFF2-40B4-BE49-F238E27FC236}">
                    <a16:creationId xmlns:a16="http://schemas.microsoft.com/office/drawing/2014/main" id="{5BE51846-9660-CB98-33DA-AD8D295A9D04}"/>
                  </a:ext>
                </a:extLst>
              </p:cNvPr>
              <p:cNvSpPr/>
              <p:nvPr/>
            </p:nvSpPr>
            <p:spPr>
              <a:xfrm>
                <a:off x="7598986" y="7746416"/>
                <a:ext cx="37180" cy="37180"/>
              </a:xfrm>
              <a:custGeom>
                <a:avLst/>
                <a:gdLst>
                  <a:gd name="connsiteX0" fmla="*/ 37424 w 37180"/>
                  <a:gd name="connsiteY0" fmla="*/ 18720 h 37180"/>
                  <a:gd name="connsiteX1" fmla="*/ 18834 w 37180"/>
                  <a:gd name="connsiteY1" fmla="*/ 37310 h 37180"/>
                  <a:gd name="connsiteX2" fmla="*/ 244 w 37180"/>
                  <a:gd name="connsiteY2" fmla="*/ 18720 h 37180"/>
                  <a:gd name="connsiteX3" fmla="*/ 18834 w 37180"/>
                  <a:gd name="connsiteY3" fmla="*/ 129 h 37180"/>
                  <a:gd name="connsiteX4" fmla="*/ 37424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20"/>
                    </a:moveTo>
                    <a:cubicBezTo>
                      <a:pt x="37424" y="28987"/>
                      <a:pt x="29101" y="37310"/>
                      <a:pt x="18834" y="37310"/>
                    </a:cubicBezTo>
                    <a:cubicBezTo>
                      <a:pt x="8567" y="37310"/>
                      <a:pt x="244" y="28987"/>
                      <a:pt x="244" y="18720"/>
                    </a:cubicBezTo>
                    <a:cubicBezTo>
                      <a:pt x="244" y="8452"/>
                      <a:pt x="8567" y="129"/>
                      <a:pt x="18834" y="129"/>
                    </a:cubicBezTo>
                    <a:cubicBezTo>
                      <a:pt x="29101" y="129"/>
                      <a:pt x="37424" y="8452"/>
                      <a:pt x="37424" y="18720"/>
                    </a:cubicBezTo>
                    <a:close/>
                  </a:path>
                </a:pathLst>
              </a:custGeom>
              <a:solidFill>
                <a:srgbClr val="F7E8E8"/>
              </a:solidFill>
              <a:ln w="5753" cap="sq">
                <a:noFill/>
                <a:prstDash val="solid"/>
                <a:miter/>
              </a:ln>
            </p:spPr>
            <p:txBody>
              <a:bodyPr rtlCol="0" anchor="ctr"/>
              <a:lstStyle/>
              <a:p>
                <a:endParaRPr lang="en-US"/>
              </a:p>
            </p:txBody>
          </p:sp>
          <p:sp>
            <p:nvSpPr>
              <p:cNvPr id="2221" name="Freeform: Shape 2220">
                <a:extLst>
                  <a:ext uri="{FF2B5EF4-FFF2-40B4-BE49-F238E27FC236}">
                    <a16:creationId xmlns:a16="http://schemas.microsoft.com/office/drawing/2014/main" id="{CDC72A17-0E2D-E0B5-57CB-A32C1E02C71D}"/>
                  </a:ext>
                </a:extLst>
              </p:cNvPr>
              <p:cNvSpPr/>
              <p:nvPr/>
            </p:nvSpPr>
            <p:spPr>
              <a:xfrm>
                <a:off x="7596586" y="7744016"/>
                <a:ext cx="41981" cy="41981"/>
              </a:xfrm>
              <a:custGeom>
                <a:avLst/>
                <a:gdLst>
                  <a:gd name="connsiteX0" fmla="*/ 21234 w 41981"/>
                  <a:gd name="connsiteY0" fmla="*/ 4929 h 41981"/>
                  <a:gd name="connsiteX1" fmla="*/ 37424 w 41981"/>
                  <a:gd name="connsiteY1" fmla="*/ 21120 h 41981"/>
                  <a:gd name="connsiteX2" fmla="*/ 37424 w 41981"/>
                  <a:gd name="connsiteY2" fmla="*/ 21120 h 41981"/>
                  <a:gd name="connsiteX3" fmla="*/ 21234 w 41981"/>
                  <a:gd name="connsiteY3" fmla="*/ 37310 h 41981"/>
                  <a:gd name="connsiteX4" fmla="*/ 5044 w 41981"/>
                  <a:gd name="connsiteY4" fmla="*/ 21120 h 41981"/>
                  <a:gd name="connsiteX5" fmla="*/ 21234 w 41981"/>
                  <a:gd name="connsiteY5" fmla="*/ 4929 h 41981"/>
                  <a:gd name="connsiteX6" fmla="*/ 21234 w 41981"/>
                  <a:gd name="connsiteY6" fmla="*/ 129 h 41981"/>
                  <a:gd name="connsiteX7" fmla="*/ 244 w 41981"/>
                  <a:gd name="connsiteY7" fmla="*/ 21120 h 41981"/>
                  <a:gd name="connsiteX8" fmla="*/ 21234 w 41981"/>
                  <a:gd name="connsiteY8" fmla="*/ 42110 h 41981"/>
                  <a:gd name="connsiteX9" fmla="*/ 42225 w 41981"/>
                  <a:gd name="connsiteY9" fmla="*/ 21120 h 41981"/>
                  <a:gd name="connsiteX10" fmla="*/ 42225 w 41981"/>
                  <a:gd name="connsiteY10" fmla="*/ 21120 h 41981"/>
                  <a:gd name="connsiteX11" fmla="*/ 21234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29"/>
                    </a:moveTo>
                    <a:cubicBezTo>
                      <a:pt x="30176" y="4929"/>
                      <a:pt x="37424" y="12178"/>
                      <a:pt x="37424" y="21120"/>
                    </a:cubicBezTo>
                    <a:lnTo>
                      <a:pt x="37424" y="21120"/>
                    </a:lnTo>
                    <a:cubicBezTo>
                      <a:pt x="37424" y="30062"/>
                      <a:pt x="30176" y="37310"/>
                      <a:pt x="21234" y="37310"/>
                    </a:cubicBezTo>
                    <a:cubicBezTo>
                      <a:pt x="12292" y="37310"/>
                      <a:pt x="5044" y="30062"/>
                      <a:pt x="5044" y="21120"/>
                    </a:cubicBezTo>
                    <a:cubicBezTo>
                      <a:pt x="5044" y="12178"/>
                      <a:pt x="12292" y="4929"/>
                      <a:pt x="21234" y="4929"/>
                    </a:cubicBezTo>
                    <a:close/>
                    <a:moveTo>
                      <a:pt x="21234" y="129"/>
                    </a:moveTo>
                    <a:cubicBezTo>
                      <a:pt x="9642" y="129"/>
                      <a:pt x="244" y="9527"/>
                      <a:pt x="244" y="21120"/>
                    </a:cubicBezTo>
                    <a:cubicBezTo>
                      <a:pt x="244" y="32712"/>
                      <a:pt x="9642" y="42110"/>
                      <a:pt x="21234" y="42110"/>
                    </a:cubicBezTo>
                    <a:cubicBezTo>
                      <a:pt x="32827" y="42110"/>
                      <a:pt x="42225" y="32712"/>
                      <a:pt x="42225" y="21120"/>
                    </a:cubicBezTo>
                    <a:lnTo>
                      <a:pt x="42225" y="21120"/>
                    </a:lnTo>
                    <a:cubicBezTo>
                      <a:pt x="42225" y="9527"/>
                      <a:pt x="32827" y="129"/>
                      <a:pt x="21234" y="129"/>
                    </a:cubicBezTo>
                    <a:close/>
                  </a:path>
                </a:pathLst>
              </a:custGeom>
              <a:solidFill>
                <a:srgbClr val="000000"/>
              </a:solidFill>
              <a:ln w="4794" cap="sq">
                <a:noFill/>
                <a:prstDash val="solid"/>
                <a:round/>
              </a:ln>
            </p:spPr>
            <p:txBody>
              <a:bodyPr rtlCol="0" anchor="ctr"/>
              <a:lstStyle/>
              <a:p>
                <a:endParaRPr lang="en-US"/>
              </a:p>
            </p:txBody>
          </p:sp>
          <p:sp>
            <p:nvSpPr>
              <p:cNvPr id="2222" name="Freeform: Shape 2221">
                <a:extLst>
                  <a:ext uri="{FF2B5EF4-FFF2-40B4-BE49-F238E27FC236}">
                    <a16:creationId xmlns:a16="http://schemas.microsoft.com/office/drawing/2014/main" id="{A75CB9F7-82E0-2FF8-CB9A-E06C502BE939}"/>
                  </a:ext>
                </a:extLst>
              </p:cNvPr>
              <p:cNvSpPr/>
              <p:nvPr/>
            </p:nvSpPr>
            <p:spPr>
              <a:xfrm>
                <a:off x="7686855" y="8058776"/>
                <a:ext cx="37180" cy="37180"/>
              </a:xfrm>
              <a:custGeom>
                <a:avLst/>
                <a:gdLst>
                  <a:gd name="connsiteX0" fmla="*/ 37440 w 37180"/>
                  <a:gd name="connsiteY0" fmla="*/ 18774 h 37180"/>
                  <a:gd name="connsiteX1" fmla="*/ 18849 w 37180"/>
                  <a:gd name="connsiteY1" fmla="*/ 37364 h 37180"/>
                  <a:gd name="connsiteX2" fmla="*/ 259 w 37180"/>
                  <a:gd name="connsiteY2" fmla="*/ 18774 h 37180"/>
                  <a:gd name="connsiteX3" fmla="*/ 18849 w 37180"/>
                  <a:gd name="connsiteY3" fmla="*/ 183 h 37180"/>
                  <a:gd name="connsiteX4" fmla="*/ 37440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4"/>
                    </a:moveTo>
                    <a:cubicBezTo>
                      <a:pt x="37440" y="29041"/>
                      <a:pt x="29116" y="37364"/>
                      <a:pt x="18849" y="37364"/>
                    </a:cubicBezTo>
                    <a:cubicBezTo>
                      <a:pt x="8582" y="37364"/>
                      <a:pt x="259" y="29041"/>
                      <a:pt x="259" y="18774"/>
                    </a:cubicBezTo>
                    <a:cubicBezTo>
                      <a:pt x="259" y="8507"/>
                      <a:pt x="8582" y="183"/>
                      <a:pt x="18849" y="183"/>
                    </a:cubicBezTo>
                    <a:cubicBezTo>
                      <a:pt x="29116" y="183"/>
                      <a:pt x="37440" y="8507"/>
                      <a:pt x="37440" y="18774"/>
                    </a:cubicBezTo>
                    <a:close/>
                  </a:path>
                </a:pathLst>
              </a:custGeom>
              <a:solidFill>
                <a:srgbClr val="CCF7CC"/>
              </a:solidFill>
              <a:ln w="5753" cap="sq">
                <a:noFill/>
                <a:prstDash val="solid"/>
                <a:miter/>
              </a:ln>
            </p:spPr>
            <p:txBody>
              <a:bodyPr rtlCol="0" anchor="ctr"/>
              <a:lstStyle/>
              <a:p>
                <a:endParaRPr lang="en-US"/>
              </a:p>
            </p:txBody>
          </p:sp>
          <p:sp>
            <p:nvSpPr>
              <p:cNvPr id="2223" name="Freeform: Shape 2222">
                <a:extLst>
                  <a:ext uri="{FF2B5EF4-FFF2-40B4-BE49-F238E27FC236}">
                    <a16:creationId xmlns:a16="http://schemas.microsoft.com/office/drawing/2014/main" id="{C6DE854E-F446-FEB9-0D8E-58AED9DF9408}"/>
                  </a:ext>
                </a:extLst>
              </p:cNvPr>
              <p:cNvSpPr/>
              <p:nvPr/>
            </p:nvSpPr>
            <p:spPr>
              <a:xfrm>
                <a:off x="7684454" y="8056375"/>
                <a:ext cx="41981" cy="41981"/>
              </a:xfrm>
              <a:custGeom>
                <a:avLst/>
                <a:gdLst>
                  <a:gd name="connsiteX0" fmla="*/ 21249 w 41981"/>
                  <a:gd name="connsiteY0" fmla="*/ 4984 h 41981"/>
                  <a:gd name="connsiteX1" fmla="*/ 37440 w 41981"/>
                  <a:gd name="connsiteY1" fmla="*/ 21174 h 41981"/>
                  <a:gd name="connsiteX2" fmla="*/ 37440 w 41981"/>
                  <a:gd name="connsiteY2" fmla="*/ 21174 h 41981"/>
                  <a:gd name="connsiteX3" fmla="*/ 21249 w 41981"/>
                  <a:gd name="connsiteY3" fmla="*/ 37364 h 41981"/>
                  <a:gd name="connsiteX4" fmla="*/ 5059 w 41981"/>
                  <a:gd name="connsiteY4" fmla="*/ 21174 h 41981"/>
                  <a:gd name="connsiteX5" fmla="*/ 21249 w 41981"/>
                  <a:gd name="connsiteY5" fmla="*/ 4984 h 41981"/>
                  <a:gd name="connsiteX6" fmla="*/ 21249 w 41981"/>
                  <a:gd name="connsiteY6" fmla="*/ 183 h 41981"/>
                  <a:gd name="connsiteX7" fmla="*/ 259 w 41981"/>
                  <a:gd name="connsiteY7" fmla="*/ 21174 h 41981"/>
                  <a:gd name="connsiteX8" fmla="*/ 21249 w 41981"/>
                  <a:gd name="connsiteY8" fmla="*/ 42165 h 41981"/>
                  <a:gd name="connsiteX9" fmla="*/ 42240 w 41981"/>
                  <a:gd name="connsiteY9" fmla="*/ 21174 h 41981"/>
                  <a:gd name="connsiteX10" fmla="*/ 42240 w 41981"/>
                  <a:gd name="connsiteY10" fmla="*/ 21174 h 41981"/>
                  <a:gd name="connsiteX11" fmla="*/ 21249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4"/>
                    </a:moveTo>
                    <a:cubicBezTo>
                      <a:pt x="30191" y="4984"/>
                      <a:pt x="37440" y="12232"/>
                      <a:pt x="37440" y="21174"/>
                    </a:cubicBezTo>
                    <a:lnTo>
                      <a:pt x="37440" y="21174"/>
                    </a:lnTo>
                    <a:cubicBezTo>
                      <a:pt x="37440" y="30116"/>
                      <a:pt x="30191" y="37364"/>
                      <a:pt x="21249" y="37364"/>
                    </a:cubicBezTo>
                    <a:cubicBezTo>
                      <a:pt x="12308" y="37364"/>
                      <a:pt x="5059" y="30116"/>
                      <a:pt x="5059" y="21174"/>
                    </a:cubicBezTo>
                    <a:cubicBezTo>
                      <a:pt x="5059" y="12232"/>
                      <a:pt x="12308" y="4984"/>
                      <a:pt x="21249" y="4984"/>
                    </a:cubicBezTo>
                    <a:close/>
                    <a:moveTo>
                      <a:pt x="21249" y="183"/>
                    </a:moveTo>
                    <a:cubicBezTo>
                      <a:pt x="9657" y="183"/>
                      <a:pt x="259" y="9581"/>
                      <a:pt x="259" y="21174"/>
                    </a:cubicBezTo>
                    <a:cubicBezTo>
                      <a:pt x="259" y="32767"/>
                      <a:pt x="9657" y="42165"/>
                      <a:pt x="21249" y="42165"/>
                    </a:cubicBezTo>
                    <a:cubicBezTo>
                      <a:pt x="32842" y="42165"/>
                      <a:pt x="42240" y="32767"/>
                      <a:pt x="42240" y="21174"/>
                    </a:cubicBezTo>
                    <a:lnTo>
                      <a:pt x="42240" y="21174"/>
                    </a:lnTo>
                    <a:cubicBezTo>
                      <a:pt x="42240" y="9581"/>
                      <a:pt x="32842" y="183"/>
                      <a:pt x="21249" y="183"/>
                    </a:cubicBezTo>
                    <a:close/>
                  </a:path>
                </a:pathLst>
              </a:custGeom>
              <a:solidFill>
                <a:srgbClr val="000000"/>
              </a:solidFill>
              <a:ln w="4794" cap="sq">
                <a:noFill/>
                <a:prstDash val="solid"/>
                <a:round/>
              </a:ln>
            </p:spPr>
            <p:txBody>
              <a:bodyPr rtlCol="0" anchor="ctr"/>
              <a:lstStyle/>
              <a:p>
                <a:endParaRPr lang="en-US"/>
              </a:p>
            </p:txBody>
          </p:sp>
          <p:sp>
            <p:nvSpPr>
              <p:cNvPr id="2224" name="Freeform: Shape 2223">
                <a:extLst>
                  <a:ext uri="{FF2B5EF4-FFF2-40B4-BE49-F238E27FC236}">
                    <a16:creationId xmlns:a16="http://schemas.microsoft.com/office/drawing/2014/main" id="{5D9D9EF9-9296-74A6-1835-2C1D265DC084}"/>
                  </a:ext>
                </a:extLst>
              </p:cNvPr>
              <p:cNvSpPr/>
              <p:nvPr/>
            </p:nvSpPr>
            <p:spPr>
              <a:xfrm>
                <a:off x="7897026" y="7650224"/>
                <a:ext cx="37180" cy="37180"/>
              </a:xfrm>
              <a:custGeom>
                <a:avLst/>
                <a:gdLst>
                  <a:gd name="connsiteX0" fmla="*/ 37476 w 37180"/>
                  <a:gd name="connsiteY0" fmla="*/ 18703 h 37180"/>
                  <a:gd name="connsiteX1" fmla="*/ 18886 w 37180"/>
                  <a:gd name="connsiteY1" fmla="*/ 37293 h 37180"/>
                  <a:gd name="connsiteX2" fmla="*/ 295 w 37180"/>
                  <a:gd name="connsiteY2" fmla="*/ 18703 h 37180"/>
                  <a:gd name="connsiteX3" fmla="*/ 18886 w 37180"/>
                  <a:gd name="connsiteY3" fmla="*/ 112 h 37180"/>
                  <a:gd name="connsiteX4" fmla="*/ 37476 w 37180"/>
                  <a:gd name="connsiteY4" fmla="*/ 187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03"/>
                    </a:moveTo>
                    <a:cubicBezTo>
                      <a:pt x="37476" y="28970"/>
                      <a:pt x="29153" y="37293"/>
                      <a:pt x="18886" y="37293"/>
                    </a:cubicBezTo>
                    <a:cubicBezTo>
                      <a:pt x="8619" y="37293"/>
                      <a:pt x="295" y="28970"/>
                      <a:pt x="295" y="18703"/>
                    </a:cubicBezTo>
                    <a:cubicBezTo>
                      <a:pt x="295" y="8436"/>
                      <a:pt x="8619" y="112"/>
                      <a:pt x="18886" y="112"/>
                    </a:cubicBezTo>
                    <a:cubicBezTo>
                      <a:pt x="29153" y="112"/>
                      <a:pt x="37476" y="8436"/>
                      <a:pt x="37476" y="18703"/>
                    </a:cubicBezTo>
                    <a:close/>
                  </a:path>
                </a:pathLst>
              </a:custGeom>
              <a:solidFill>
                <a:srgbClr val="7BF77B"/>
              </a:solidFill>
              <a:ln w="5753" cap="sq">
                <a:noFill/>
                <a:prstDash val="solid"/>
                <a:miter/>
              </a:ln>
            </p:spPr>
            <p:txBody>
              <a:bodyPr rtlCol="0" anchor="ctr"/>
              <a:lstStyle/>
              <a:p>
                <a:endParaRPr lang="en-US"/>
              </a:p>
            </p:txBody>
          </p:sp>
          <p:sp>
            <p:nvSpPr>
              <p:cNvPr id="2225" name="Freeform: Shape 2224">
                <a:extLst>
                  <a:ext uri="{FF2B5EF4-FFF2-40B4-BE49-F238E27FC236}">
                    <a16:creationId xmlns:a16="http://schemas.microsoft.com/office/drawing/2014/main" id="{92742AC6-9137-55BF-4B49-60F747E2563F}"/>
                  </a:ext>
                </a:extLst>
              </p:cNvPr>
              <p:cNvSpPr/>
              <p:nvPr/>
            </p:nvSpPr>
            <p:spPr>
              <a:xfrm>
                <a:off x="7894625" y="7647824"/>
                <a:ext cx="41981" cy="41981"/>
              </a:xfrm>
              <a:custGeom>
                <a:avLst/>
                <a:gdLst>
                  <a:gd name="connsiteX0" fmla="*/ 21286 w 41981"/>
                  <a:gd name="connsiteY0" fmla="*/ 4913 h 41981"/>
                  <a:gd name="connsiteX1" fmla="*/ 37476 w 41981"/>
                  <a:gd name="connsiteY1" fmla="*/ 21103 h 41981"/>
                  <a:gd name="connsiteX2" fmla="*/ 37476 w 41981"/>
                  <a:gd name="connsiteY2" fmla="*/ 21103 h 41981"/>
                  <a:gd name="connsiteX3" fmla="*/ 21286 w 41981"/>
                  <a:gd name="connsiteY3" fmla="*/ 37293 h 41981"/>
                  <a:gd name="connsiteX4" fmla="*/ 5096 w 41981"/>
                  <a:gd name="connsiteY4" fmla="*/ 21103 h 41981"/>
                  <a:gd name="connsiteX5" fmla="*/ 21286 w 41981"/>
                  <a:gd name="connsiteY5" fmla="*/ 4913 h 41981"/>
                  <a:gd name="connsiteX6" fmla="*/ 21286 w 41981"/>
                  <a:gd name="connsiteY6" fmla="*/ 112 h 41981"/>
                  <a:gd name="connsiteX7" fmla="*/ 295 w 41981"/>
                  <a:gd name="connsiteY7" fmla="*/ 21103 h 41981"/>
                  <a:gd name="connsiteX8" fmla="*/ 21286 w 41981"/>
                  <a:gd name="connsiteY8" fmla="*/ 42094 h 41981"/>
                  <a:gd name="connsiteX9" fmla="*/ 42277 w 41981"/>
                  <a:gd name="connsiteY9" fmla="*/ 21103 h 41981"/>
                  <a:gd name="connsiteX10" fmla="*/ 42277 w 41981"/>
                  <a:gd name="connsiteY10" fmla="*/ 21103 h 41981"/>
                  <a:gd name="connsiteX11" fmla="*/ 21286 w 41981"/>
                  <a:gd name="connsiteY11" fmla="*/ 1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13"/>
                    </a:moveTo>
                    <a:cubicBezTo>
                      <a:pt x="30228" y="4913"/>
                      <a:pt x="37476" y="12161"/>
                      <a:pt x="37476" y="21103"/>
                    </a:cubicBezTo>
                    <a:lnTo>
                      <a:pt x="37476" y="21103"/>
                    </a:lnTo>
                    <a:cubicBezTo>
                      <a:pt x="37476" y="30045"/>
                      <a:pt x="30228" y="37293"/>
                      <a:pt x="21286" y="37293"/>
                    </a:cubicBezTo>
                    <a:cubicBezTo>
                      <a:pt x="12344" y="37293"/>
                      <a:pt x="5096" y="30045"/>
                      <a:pt x="5096" y="21103"/>
                    </a:cubicBezTo>
                    <a:cubicBezTo>
                      <a:pt x="5096" y="12161"/>
                      <a:pt x="12344" y="4913"/>
                      <a:pt x="21286" y="4913"/>
                    </a:cubicBezTo>
                    <a:close/>
                    <a:moveTo>
                      <a:pt x="21286" y="112"/>
                    </a:moveTo>
                    <a:cubicBezTo>
                      <a:pt x="9693" y="112"/>
                      <a:pt x="295" y="9510"/>
                      <a:pt x="295" y="21103"/>
                    </a:cubicBezTo>
                    <a:cubicBezTo>
                      <a:pt x="295" y="32696"/>
                      <a:pt x="9693" y="42094"/>
                      <a:pt x="21286" y="42094"/>
                    </a:cubicBezTo>
                    <a:cubicBezTo>
                      <a:pt x="32879" y="42094"/>
                      <a:pt x="42277" y="32696"/>
                      <a:pt x="42277" y="21103"/>
                    </a:cubicBezTo>
                    <a:lnTo>
                      <a:pt x="42277" y="21103"/>
                    </a:lnTo>
                    <a:cubicBezTo>
                      <a:pt x="42277" y="9510"/>
                      <a:pt x="32879" y="112"/>
                      <a:pt x="21286" y="112"/>
                    </a:cubicBezTo>
                    <a:close/>
                  </a:path>
                </a:pathLst>
              </a:custGeom>
              <a:solidFill>
                <a:srgbClr val="000000"/>
              </a:solidFill>
              <a:ln w="4794" cap="sq">
                <a:noFill/>
                <a:prstDash val="solid"/>
                <a:round/>
              </a:ln>
            </p:spPr>
            <p:txBody>
              <a:bodyPr rtlCol="0" anchor="ctr"/>
              <a:lstStyle/>
              <a:p>
                <a:endParaRPr lang="en-US"/>
              </a:p>
            </p:txBody>
          </p:sp>
          <p:sp>
            <p:nvSpPr>
              <p:cNvPr id="2226" name="Freeform: Shape 2225">
                <a:extLst>
                  <a:ext uri="{FF2B5EF4-FFF2-40B4-BE49-F238E27FC236}">
                    <a16:creationId xmlns:a16="http://schemas.microsoft.com/office/drawing/2014/main" id="{0741D41C-2F95-E87E-0B1C-DF54AE797353}"/>
                  </a:ext>
                </a:extLst>
              </p:cNvPr>
              <p:cNvSpPr/>
              <p:nvPr/>
            </p:nvSpPr>
            <p:spPr>
              <a:xfrm>
                <a:off x="7506498" y="7800019"/>
                <a:ext cx="37180" cy="37180"/>
              </a:xfrm>
              <a:custGeom>
                <a:avLst/>
                <a:gdLst>
                  <a:gd name="connsiteX0" fmla="*/ 37408 w 37180"/>
                  <a:gd name="connsiteY0" fmla="*/ 18729 h 37180"/>
                  <a:gd name="connsiteX1" fmla="*/ 18818 w 37180"/>
                  <a:gd name="connsiteY1" fmla="*/ 37319 h 37180"/>
                  <a:gd name="connsiteX2" fmla="*/ 228 w 37180"/>
                  <a:gd name="connsiteY2" fmla="*/ 18729 h 37180"/>
                  <a:gd name="connsiteX3" fmla="*/ 18818 w 37180"/>
                  <a:gd name="connsiteY3" fmla="*/ 138 h 37180"/>
                  <a:gd name="connsiteX4" fmla="*/ 37408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729"/>
                    </a:moveTo>
                    <a:cubicBezTo>
                      <a:pt x="37408" y="28996"/>
                      <a:pt x="29085" y="37319"/>
                      <a:pt x="18818" y="37319"/>
                    </a:cubicBezTo>
                    <a:cubicBezTo>
                      <a:pt x="8551" y="37319"/>
                      <a:pt x="228" y="28996"/>
                      <a:pt x="228" y="18729"/>
                    </a:cubicBezTo>
                    <a:cubicBezTo>
                      <a:pt x="228" y="8462"/>
                      <a:pt x="8551" y="138"/>
                      <a:pt x="18818" y="138"/>
                    </a:cubicBezTo>
                    <a:cubicBezTo>
                      <a:pt x="29085" y="138"/>
                      <a:pt x="37408" y="8462"/>
                      <a:pt x="37408" y="18729"/>
                    </a:cubicBezTo>
                    <a:close/>
                  </a:path>
                </a:pathLst>
              </a:custGeom>
              <a:solidFill>
                <a:srgbClr val="F7A9A9"/>
              </a:solidFill>
              <a:ln w="5753" cap="sq">
                <a:noFill/>
                <a:prstDash val="solid"/>
                <a:miter/>
              </a:ln>
            </p:spPr>
            <p:txBody>
              <a:bodyPr rtlCol="0" anchor="ctr"/>
              <a:lstStyle/>
              <a:p>
                <a:endParaRPr lang="en-US"/>
              </a:p>
            </p:txBody>
          </p:sp>
          <p:sp>
            <p:nvSpPr>
              <p:cNvPr id="2227" name="Freeform: Shape 2226">
                <a:extLst>
                  <a:ext uri="{FF2B5EF4-FFF2-40B4-BE49-F238E27FC236}">
                    <a16:creationId xmlns:a16="http://schemas.microsoft.com/office/drawing/2014/main" id="{79CD7F89-021C-5D96-0E29-314D464659D8}"/>
                  </a:ext>
                </a:extLst>
              </p:cNvPr>
              <p:cNvSpPr/>
              <p:nvPr/>
            </p:nvSpPr>
            <p:spPr>
              <a:xfrm>
                <a:off x="7504097" y="7797619"/>
                <a:ext cx="41981" cy="41981"/>
              </a:xfrm>
              <a:custGeom>
                <a:avLst/>
                <a:gdLst>
                  <a:gd name="connsiteX0" fmla="*/ 21218 w 41981"/>
                  <a:gd name="connsiteY0" fmla="*/ 4939 h 41981"/>
                  <a:gd name="connsiteX1" fmla="*/ 37408 w 41981"/>
                  <a:gd name="connsiteY1" fmla="*/ 21129 h 41981"/>
                  <a:gd name="connsiteX2" fmla="*/ 37408 w 41981"/>
                  <a:gd name="connsiteY2" fmla="*/ 21129 h 41981"/>
                  <a:gd name="connsiteX3" fmla="*/ 21218 w 41981"/>
                  <a:gd name="connsiteY3" fmla="*/ 37319 h 41981"/>
                  <a:gd name="connsiteX4" fmla="*/ 5028 w 41981"/>
                  <a:gd name="connsiteY4" fmla="*/ 21129 h 41981"/>
                  <a:gd name="connsiteX5" fmla="*/ 21218 w 41981"/>
                  <a:gd name="connsiteY5" fmla="*/ 4939 h 41981"/>
                  <a:gd name="connsiteX6" fmla="*/ 21218 w 41981"/>
                  <a:gd name="connsiteY6" fmla="*/ 138 h 41981"/>
                  <a:gd name="connsiteX7" fmla="*/ 228 w 41981"/>
                  <a:gd name="connsiteY7" fmla="*/ 21129 h 41981"/>
                  <a:gd name="connsiteX8" fmla="*/ 21218 w 41981"/>
                  <a:gd name="connsiteY8" fmla="*/ 42120 h 41981"/>
                  <a:gd name="connsiteX9" fmla="*/ 42209 w 41981"/>
                  <a:gd name="connsiteY9" fmla="*/ 21129 h 41981"/>
                  <a:gd name="connsiteX10" fmla="*/ 42209 w 41981"/>
                  <a:gd name="connsiteY10" fmla="*/ 21129 h 41981"/>
                  <a:gd name="connsiteX11" fmla="*/ 21218 w 41981"/>
                  <a:gd name="connsiteY11" fmla="*/ 13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39"/>
                    </a:moveTo>
                    <a:cubicBezTo>
                      <a:pt x="30160" y="4939"/>
                      <a:pt x="37408" y="12187"/>
                      <a:pt x="37408" y="21129"/>
                    </a:cubicBezTo>
                    <a:lnTo>
                      <a:pt x="37408" y="21129"/>
                    </a:lnTo>
                    <a:cubicBezTo>
                      <a:pt x="37408" y="30071"/>
                      <a:pt x="30160" y="37319"/>
                      <a:pt x="21218" y="37319"/>
                    </a:cubicBezTo>
                    <a:cubicBezTo>
                      <a:pt x="12276" y="37319"/>
                      <a:pt x="5028" y="30071"/>
                      <a:pt x="5028" y="21129"/>
                    </a:cubicBezTo>
                    <a:cubicBezTo>
                      <a:pt x="5028" y="12187"/>
                      <a:pt x="12276" y="4939"/>
                      <a:pt x="21218" y="4939"/>
                    </a:cubicBezTo>
                    <a:close/>
                    <a:moveTo>
                      <a:pt x="21218" y="138"/>
                    </a:moveTo>
                    <a:cubicBezTo>
                      <a:pt x="9626" y="138"/>
                      <a:pt x="228" y="9536"/>
                      <a:pt x="228" y="21129"/>
                    </a:cubicBezTo>
                    <a:cubicBezTo>
                      <a:pt x="228" y="32722"/>
                      <a:pt x="9626" y="42120"/>
                      <a:pt x="21218" y="42120"/>
                    </a:cubicBezTo>
                    <a:cubicBezTo>
                      <a:pt x="32811" y="42120"/>
                      <a:pt x="42209" y="32722"/>
                      <a:pt x="42209" y="21129"/>
                    </a:cubicBezTo>
                    <a:lnTo>
                      <a:pt x="42209" y="21129"/>
                    </a:lnTo>
                    <a:cubicBezTo>
                      <a:pt x="42209" y="9536"/>
                      <a:pt x="32811" y="138"/>
                      <a:pt x="21218" y="138"/>
                    </a:cubicBezTo>
                    <a:close/>
                  </a:path>
                </a:pathLst>
              </a:custGeom>
              <a:solidFill>
                <a:srgbClr val="000000"/>
              </a:solidFill>
              <a:ln w="4794" cap="sq">
                <a:noFill/>
                <a:prstDash val="solid"/>
                <a:round/>
              </a:ln>
            </p:spPr>
            <p:txBody>
              <a:bodyPr rtlCol="0" anchor="ctr"/>
              <a:lstStyle/>
              <a:p>
                <a:endParaRPr lang="en-US"/>
              </a:p>
            </p:txBody>
          </p:sp>
          <p:sp>
            <p:nvSpPr>
              <p:cNvPr id="2228" name="Freeform: Shape 2227">
                <a:extLst>
                  <a:ext uri="{FF2B5EF4-FFF2-40B4-BE49-F238E27FC236}">
                    <a16:creationId xmlns:a16="http://schemas.microsoft.com/office/drawing/2014/main" id="{28D91D60-000A-D4A4-9B02-98A4D9C515BB}"/>
                  </a:ext>
                </a:extLst>
              </p:cNvPr>
              <p:cNvSpPr/>
              <p:nvPr/>
            </p:nvSpPr>
            <p:spPr>
              <a:xfrm>
                <a:off x="7478596" y="7914591"/>
                <a:ext cx="37180" cy="37180"/>
              </a:xfrm>
              <a:custGeom>
                <a:avLst/>
                <a:gdLst>
                  <a:gd name="connsiteX0" fmla="*/ 37403 w 37180"/>
                  <a:gd name="connsiteY0" fmla="*/ 18749 h 37180"/>
                  <a:gd name="connsiteX1" fmla="*/ 18813 w 37180"/>
                  <a:gd name="connsiteY1" fmla="*/ 37339 h 37180"/>
                  <a:gd name="connsiteX2" fmla="*/ 223 w 37180"/>
                  <a:gd name="connsiteY2" fmla="*/ 18749 h 37180"/>
                  <a:gd name="connsiteX3" fmla="*/ 18813 w 37180"/>
                  <a:gd name="connsiteY3" fmla="*/ 158 h 37180"/>
                  <a:gd name="connsiteX4" fmla="*/ 37403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49"/>
                    </a:moveTo>
                    <a:cubicBezTo>
                      <a:pt x="37403" y="29016"/>
                      <a:pt x="29080" y="37339"/>
                      <a:pt x="18813" y="37339"/>
                    </a:cubicBezTo>
                    <a:cubicBezTo>
                      <a:pt x="8546" y="37339"/>
                      <a:pt x="223" y="29016"/>
                      <a:pt x="223" y="18749"/>
                    </a:cubicBezTo>
                    <a:cubicBezTo>
                      <a:pt x="223" y="8482"/>
                      <a:pt x="8546" y="158"/>
                      <a:pt x="18813" y="158"/>
                    </a:cubicBezTo>
                    <a:cubicBezTo>
                      <a:pt x="29080" y="158"/>
                      <a:pt x="37403" y="8482"/>
                      <a:pt x="37403" y="18749"/>
                    </a:cubicBezTo>
                    <a:close/>
                  </a:path>
                </a:pathLst>
              </a:custGeom>
              <a:solidFill>
                <a:srgbClr val="F7A513"/>
              </a:solidFill>
              <a:ln w="5753" cap="sq">
                <a:noFill/>
                <a:prstDash val="solid"/>
                <a:miter/>
              </a:ln>
            </p:spPr>
            <p:txBody>
              <a:bodyPr rtlCol="0" anchor="ctr"/>
              <a:lstStyle/>
              <a:p>
                <a:endParaRPr lang="en-US"/>
              </a:p>
            </p:txBody>
          </p:sp>
          <p:sp>
            <p:nvSpPr>
              <p:cNvPr id="2229" name="Freeform: Shape 2228">
                <a:extLst>
                  <a:ext uri="{FF2B5EF4-FFF2-40B4-BE49-F238E27FC236}">
                    <a16:creationId xmlns:a16="http://schemas.microsoft.com/office/drawing/2014/main" id="{D38291D4-F154-4F0F-3167-6B3092E03482}"/>
                  </a:ext>
                </a:extLst>
              </p:cNvPr>
              <p:cNvSpPr/>
              <p:nvPr/>
            </p:nvSpPr>
            <p:spPr>
              <a:xfrm>
                <a:off x="7476196" y="7912191"/>
                <a:ext cx="41981" cy="41981"/>
              </a:xfrm>
              <a:custGeom>
                <a:avLst/>
                <a:gdLst>
                  <a:gd name="connsiteX0" fmla="*/ 21213 w 41981"/>
                  <a:gd name="connsiteY0" fmla="*/ 4959 h 41981"/>
                  <a:gd name="connsiteX1" fmla="*/ 37403 w 41981"/>
                  <a:gd name="connsiteY1" fmla="*/ 21149 h 41981"/>
                  <a:gd name="connsiteX2" fmla="*/ 37403 w 41981"/>
                  <a:gd name="connsiteY2" fmla="*/ 21149 h 41981"/>
                  <a:gd name="connsiteX3" fmla="*/ 21213 w 41981"/>
                  <a:gd name="connsiteY3" fmla="*/ 37339 h 41981"/>
                  <a:gd name="connsiteX4" fmla="*/ 5023 w 41981"/>
                  <a:gd name="connsiteY4" fmla="*/ 21149 h 41981"/>
                  <a:gd name="connsiteX5" fmla="*/ 21213 w 41981"/>
                  <a:gd name="connsiteY5" fmla="*/ 4959 h 41981"/>
                  <a:gd name="connsiteX6" fmla="*/ 21213 w 41981"/>
                  <a:gd name="connsiteY6" fmla="*/ 158 h 41981"/>
                  <a:gd name="connsiteX7" fmla="*/ 223 w 41981"/>
                  <a:gd name="connsiteY7" fmla="*/ 21149 h 41981"/>
                  <a:gd name="connsiteX8" fmla="*/ 21213 w 41981"/>
                  <a:gd name="connsiteY8" fmla="*/ 42139 h 41981"/>
                  <a:gd name="connsiteX9" fmla="*/ 42204 w 41981"/>
                  <a:gd name="connsiteY9" fmla="*/ 21149 h 41981"/>
                  <a:gd name="connsiteX10" fmla="*/ 42204 w 41981"/>
                  <a:gd name="connsiteY10" fmla="*/ 21149 h 41981"/>
                  <a:gd name="connsiteX11" fmla="*/ 21213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4959"/>
                    </a:moveTo>
                    <a:cubicBezTo>
                      <a:pt x="30155" y="4959"/>
                      <a:pt x="37403" y="12207"/>
                      <a:pt x="37403" y="21149"/>
                    </a:cubicBezTo>
                    <a:lnTo>
                      <a:pt x="37403" y="21149"/>
                    </a:lnTo>
                    <a:cubicBezTo>
                      <a:pt x="37403" y="30091"/>
                      <a:pt x="30155" y="37339"/>
                      <a:pt x="21213" y="37339"/>
                    </a:cubicBezTo>
                    <a:cubicBezTo>
                      <a:pt x="12271" y="37339"/>
                      <a:pt x="5023" y="30091"/>
                      <a:pt x="5023" y="21149"/>
                    </a:cubicBezTo>
                    <a:cubicBezTo>
                      <a:pt x="5023" y="12207"/>
                      <a:pt x="12271" y="4959"/>
                      <a:pt x="21213" y="4959"/>
                    </a:cubicBezTo>
                    <a:close/>
                    <a:moveTo>
                      <a:pt x="21213" y="158"/>
                    </a:moveTo>
                    <a:cubicBezTo>
                      <a:pt x="9621" y="158"/>
                      <a:pt x="223" y="9556"/>
                      <a:pt x="223" y="21149"/>
                    </a:cubicBezTo>
                    <a:cubicBezTo>
                      <a:pt x="223" y="32741"/>
                      <a:pt x="9621" y="42139"/>
                      <a:pt x="21213" y="42139"/>
                    </a:cubicBezTo>
                    <a:cubicBezTo>
                      <a:pt x="32806" y="42139"/>
                      <a:pt x="42204" y="32741"/>
                      <a:pt x="42204" y="21149"/>
                    </a:cubicBezTo>
                    <a:lnTo>
                      <a:pt x="42204" y="21149"/>
                    </a:lnTo>
                    <a:cubicBezTo>
                      <a:pt x="42204" y="9556"/>
                      <a:pt x="32806" y="158"/>
                      <a:pt x="21213" y="158"/>
                    </a:cubicBezTo>
                    <a:close/>
                  </a:path>
                </a:pathLst>
              </a:custGeom>
              <a:solidFill>
                <a:srgbClr val="000000"/>
              </a:solidFill>
              <a:ln w="4794" cap="sq">
                <a:noFill/>
                <a:prstDash val="solid"/>
                <a:round/>
              </a:ln>
            </p:spPr>
            <p:txBody>
              <a:bodyPr rtlCol="0" anchor="ctr"/>
              <a:lstStyle/>
              <a:p>
                <a:endParaRPr lang="en-US"/>
              </a:p>
            </p:txBody>
          </p:sp>
          <p:sp>
            <p:nvSpPr>
              <p:cNvPr id="2230" name="Freeform: Shape 2229">
                <a:extLst>
                  <a:ext uri="{FF2B5EF4-FFF2-40B4-BE49-F238E27FC236}">
                    <a16:creationId xmlns:a16="http://schemas.microsoft.com/office/drawing/2014/main" id="{B294C599-C383-09B2-5B11-5A86B063104E}"/>
                  </a:ext>
                </a:extLst>
              </p:cNvPr>
              <p:cNvSpPr/>
              <p:nvPr/>
            </p:nvSpPr>
            <p:spPr>
              <a:xfrm>
                <a:off x="7676164" y="8063130"/>
                <a:ext cx="37180" cy="37180"/>
              </a:xfrm>
              <a:custGeom>
                <a:avLst/>
                <a:gdLst>
                  <a:gd name="connsiteX0" fmla="*/ 37438 w 37180"/>
                  <a:gd name="connsiteY0" fmla="*/ 18774 h 37180"/>
                  <a:gd name="connsiteX1" fmla="*/ 18847 w 37180"/>
                  <a:gd name="connsiteY1" fmla="*/ 37365 h 37180"/>
                  <a:gd name="connsiteX2" fmla="*/ 257 w 37180"/>
                  <a:gd name="connsiteY2" fmla="*/ 18774 h 37180"/>
                  <a:gd name="connsiteX3" fmla="*/ 18847 w 37180"/>
                  <a:gd name="connsiteY3" fmla="*/ 184 h 37180"/>
                  <a:gd name="connsiteX4" fmla="*/ 37438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74"/>
                    </a:moveTo>
                    <a:cubicBezTo>
                      <a:pt x="37438" y="29042"/>
                      <a:pt x="29115" y="37365"/>
                      <a:pt x="18847" y="37365"/>
                    </a:cubicBezTo>
                    <a:cubicBezTo>
                      <a:pt x="8580" y="37365"/>
                      <a:pt x="257" y="29042"/>
                      <a:pt x="257" y="18774"/>
                    </a:cubicBezTo>
                    <a:cubicBezTo>
                      <a:pt x="257" y="8507"/>
                      <a:pt x="8580" y="184"/>
                      <a:pt x="18847" y="184"/>
                    </a:cubicBezTo>
                    <a:cubicBezTo>
                      <a:pt x="29115" y="184"/>
                      <a:pt x="37438" y="8507"/>
                      <a:pt x="37438" y="18774"/>
                    </a:cubicBezTo>
                    <a:close/>
                  </a:path>
                </a:pathLst>
              </a:custGeom>
              <a:solidFill>
                <a:srgbClr val="F7ECEC"/>
              </a:solidFill>
              <a:ln w="5753" cap="sq">
                <a:noFill/>
                <a:prstDash val="solid"/>
                <a:miter/>
              </a:ln>
            </p:spPr>
            <p:txBody>
              <a:bodyPr rtlCol="0" anchor="ctr"/>
              <a:lstStyle/>
              <a:p>
                <a:endParaRPr lang="en-US"/>
              </a:p>
            </p:txBody>
          </p:sp>
          <p:sp>
            <p:nvSpPr>
              <p:cNvPr id="2231" name="Freeform: Shape 2230">
                <a:extLst>
                  <a:ext uri="{FF2B5EF4-FFF2-40B4-BE49-F238E27FC236}">
                    <a16:creationId xmlns:a16="http://schemas.microsoft.com/office/drawing/2014/main" id="{FC209124-B45A-75A8-7740-CFF18F6B09A6}"/>
                  </a:ext>
                </a:extLst>
              </p:cNvPr>
              <p:cNvSpPr/>
              <p:nvPr/>
            </p:nvSpPr>
            <p:spPr>
              <a:xfrm>
                <a:off x="7673764" y="8060730"/>
                <a:ext cx="41981" cy="41981"/>
              </a:xfrm>
              <a:custGeom>
                <a:avLst/>
                <a:gdLst>
                  <a:gd name="connsiteX0" fmla="*/ 21248 w 41981"/>
                  <a:gd name="connsiteY0" fmla="*/ 4984 h 41981"/>
                  <a:gd name="connsiteX1" fmla="*/ 37438 w 41981"/>
                  <a:gd name="connsiteY1" fmla="*/ 21175 h 41981"/>
                  <a:gd name="connsiteX2" fmla="*/ 37438 w 41981"/>
                  <a:gd name="connsiteY2" fmla="*/ 21175 h 41981"/>
                  <a:gd name="connsiteX3" fmla="*/ 21248 w 41981"/>
                  <a:gd name="connsiteY3" fmla="*/ 37365 h 41981"/>
                  <a:gd name="connsiteX4" fmla="*/ 5057 w 41981"/>
                  <a:gd name="connsiteY4" fmla="*/ 21175 h 41981"/>
                  <a:gd name="connsiteX5" fmla="*/ 21248 w 41981"/>
                  <a:gd name="connsiteY5" fmla="*/ 4984 h 41981"/>
                  <a:gd name="connsiteX6" fmla="*/ 21248 w 41981"/>
                  <a:gd name="connsiteY6" fmla="*/ 184 h 41981"/>
                  <a:gd name="connsiteX7" fmla="*/ 257 w 41981"/>
                  <a:gd name="connsiteY7" fmla="*/ 21175 h 41981"/>
                  <a:gd name="connsiteX8" fmla="*/ 21248 w 41981"/>
                  <a:gd name="connsiteY8" fmla="*/ 42165 h 41981"/>
                  <a:gd name="connsiteX9" fmla="*/ 42238 w 41981"/>
                  <a:gd name="connsiteY9" fmla="*/ 21175 h 41981"/>
                  <a:gd name="connsiteX10" fmla="*/ 42238 w 41981"/>
                  <a:gd name="connsiteY10" fmla="*/ 21175 h 41981"/>
                  <a:gd name="connsiteX11" fmla="*/ 21248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84"/>
                    </a:moveTo>
                    <a:cubicBezTo>
                      <a:pt x="30189" y="4984"/>
                      <a:pt x="37438" y="12233"/>
                      <a:pt x="37438" y="21175"/>
                    </a:cubicBezTo>
                    <a:lnTo>
                      <a:pt x="37438" y="21175"/>
                    </a:lnTo>
                    <a:cubicBezTo>
                      <a:pt x="37438" y="30117"/>
                      <a:pt x="30189" y="37365"/>
                      <a:pt x="21248" y="37365"/>
                    </a:cubicBezTo>
                    <a:cubicBezTo>
                      <a:pt x="12306" y="37365"/>
                      <a:pt x="5057" y="30117"/>
                      <a:pt x="5057" y="21175"/>
                    </a:cubicBezTo>
                    <a:cubicBezTo>
                      <a:pt x="5057" y="12233"/>
                      <a:pt x="12306" y="4984"/>
                      <a:pt x="21248" y="4984"/>
                    </a:cubicBezTo>
                    <a:close/>
                    <a:moveTo>
                      <a:pt x="21248" y="184"/>
                    </a:moveTo>
                    <a:cubicBezTo>
                      <a:pt x="9655" y="184"/>
                      <a:pt x="257" y="9582"/>
                      <a:pt x="257" y="21175"/>
                    </a:cubicBezTo>
                    <a:cubicBezTo>
                      <a:pt x="257" y="32767"/>
                      <a:pt x="9655" y="42165"/>
                      <a:pt x="21248" y="42165"/>
                    </a:cubicBezTo>
                    <a:cubicBezTo>
                      <a:pt x="32840" y="42165"/>
                      <a:pt x="42238" y="32767"/>
                      <a:pt x="42238" y="21175"/>
                    </a:cubicBezTo>
                    <a:lnTo>
                      <a:pt x="42238" y="21175"/>
                    </a:lnTo>
                    <a:cubicBezTo>
                      <a:pt x="42238" y="9582"/>
                      <a:pt x="32840" y="184"/>
                      <a:pt x="21248" y="184"/>
                    </a:cubicBezTo>
                    <a:close/>
                  </a:path>
                </a:pathLst>
              </a:custGeom>
              <a:solidFill>
                <a:srgbClr val="000000"/>
              </a:solidFill>
              <a:ln w="4794" cap="sq">
                <a:noFill/>
                <a:prstDash val="solid"/>
                <a:round/>
              </a:ln>
            </p:spPr>
            <p:txBody>
              <a:bodyPr rtlCol="0" anchor="ctr"/>
              <a:lstStyle/>
              <a:p>
                <a:endParaRPr lang="en-US"/>
              </a:p>
            </p:txBody>
          </p:sp>
          <p:sp>
            <p:nvSpPr>
              <p:cNvPr id="2232" name="Freeform: Shape 2231">
                <a:extLst>
                  <a:ext uri="{FF2B5EF4-FFF2-40B4-BE49-F238E27FC236}">
                    <a16:creationId xmlns:a16="http://schemas.microsoft.com/office/drawing/2014/main" id="{75842F18-7E29-0231-9C42-BCFEBC51BF71}"/>
                  </a:ext>
                </a:extLst>
              </p:cNvPr>
              <p:cNvSpPr/>
              <p:nvPr/>
            </p:nvSpPr>
            <p:spPr>
              <a:xfrm>
                <a:off x="7663947" y="8003543"/>
                <a:ext cx="37180" cy="37180"/>
              </a:xfrm>
              <a:custGeom>
                <a:avLst/>
                <a:gdLst>
                  <a:gd name="connsiteX0" fmla="*/ 37436 w 37180"/>
                  <a:gd name="connsiteY0" fmla="*/ 18764 h 37180"/>
                  <a:gd name="connsiteX1" fmla="*/ 18845 w 37180"/>
                  <a:gd name="connsiteY1" fmla="*/ 37355 h 37180"/>
                  <a:gd name="connsiteX2" fmla="*/ 255 w 37180"/>
                  <a:gd name="connsiteY2" fmla="*/ 18764 h 37180"/>
                  <a:gd name="connsiteX3" fmla="*/ 18845 w 37180"/>
                  <a:gd name="connsiteY3" fmla="*/ 174 h 37180"/>
                  <a:gd name="connsiteX4" fmla="*/ 37436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4"/>
                    </a:moveTo>
                    <a:cubicBezTo>
                      <a:pt x="37436" y="29031"/>
                      <a:pt x="29112" y="37355"/>
                      <a:pt x="18845" y="37355"/>
                    </a:cubicBezTo>
                    <a:cubicBezTo>
                      <a:pt x="8578" y="37355"/>
                      <a:pt x="255" y="29031"/>
                      <a:pt x="255" y="18764"/>
                    </a:cubicBezTo>
                    <a:cubicBezTo>
                      <a:pt x="255" y="8497"/>
                      <a:pt x="8578" y="174"/>
                      <a:pt x="18845" y="174"/>
                    </a:cubicBezTo>
                    <a:cubicBezTo>
                      <a:pt x="29112" y="174"/>
                      <a:pt x="37436" y="8497"/>
                      <a:pt x="37436" y="18764"/>
                    </a:cubicBezTo>
                    <a:close/>
                  </a:path>
                </a:pathLst>
              </a:custGeom>
              <a:solidFill>
                <a:srgbClr val="E3F7E3"/>
              </a:solidFill>
              <a:ln w="5753" cap="sq">
                <a:noFill/>
                <a:prstDash val="solid"/>
                <a:miter/>
              </a:ln>
            </p:spPr>
            <p:txBody>
              <a:bodyPr rtlCol="0" anchor="ctr"/>
              <a:lstStyle/>
              <a:p>
                <a:endParaRPr lang="en-US"/>
              </a:p>
            </p:txBody>
          </p:sp>
          <p:sp>
            <p:nvSpPr>
              <p:cNvPr id="2233" name="Freeform: Shape 2232">
                <a:extLst>
                  <a:ext uri="{FF2B5EF4-FFF2-40B4-BE49-F238E27FC236}">
                    <a16:creationId xmlns:a16="http://schemas.microsoft.com/office/drawing/2014/main" id="{370A1E0F-6EAF-5DDC-2663-3B02C673FC56}"/>
                  </a:ext>
                </a:extLst>
              </p:cNvPr>
              <p:cNvSpPr/>
              <p:nvPr/>
            </p:nvSpPr>
            <p:spPr>
              <a:xfrm>
                <a:off x="7661547" y="8001143"/>
                <a:ext cx="41981" cy="41981"/>
              </a:xfrm>
              <a:custGeom>
                <a:avLst/>
                <a:gdLst>
                  <a:gd name="connsiteX0" fmla="*/ 21245 w 41981"/>
                  <a:gd name="connsiteY0" fmla="*/ 4974 h 41981"/>
                  <a:gd name="connsiteX1" fmla="*/ 37436 w 41981"/>
                  <a:gd name="connsiteY1" fmla="*/ 21164 h 41981"/>
                  <a:gd name="connsiteX2" fmla="*/ 37436 w 41981"/>
                  <a:gd name="connsiteY2" fmla="*/ 21164 h 41981"/>
                  <a:gd name="connsiteX3" fmla="*/ 21245 w 41981"/>
                  <a:gd name="connsiteY3" fmla="*/ 37355 h 41981"/>
                  <a:gd name="connsiteX4" fmla="*/ 5055 w 41981"/>
                  <a:gd name="connsiteY4" fmla="*/ 21164 h 41981"/>
                  <a:gd name="connsiteX5" fmla="*/ 21245 w 41981"/>
                  <a:gd name="connsiteY5" fmla="*/ 4974 h 41981"/>
                  <a:gd name="connsiteX6" fmla="*/ 21245 w 41981"/>
                  <a:gd name="connsiteY6" fmla="*/ 174 h 41981"/>
                  <a:gd name="connsiteX7" fmla="*/ 255 w 41981"/>
                  <a:gd name="connsiteY7" fmla="*/ 21164 h 41981"/>
                  <a:gd name="connsiteX8" fmla="*/ 21245 w 41981"/>
                  <a:gd name="connsiteY8" fmla="*/ 42155 h 41981"/>
                  <a:gd name="connsiteX9" fmla="*/ 42236 w 41981"/>
                  <a:gd name="connsiteY9" fmla="*/ 21164 h 41981"/>
                  <a:gd name="connsiteX10" fmla="*/ 42236 w 41981"/>
                  <a:gd name="connsiteY10" fmla="*/ 21164 h 41981"/>
                  <a:gd name="connsiteX11" fmla="*/ 21245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4"/>
                    </a:moveTo>
                    <a:cubicBezTo>
                      <a:pt x="30187" y="4974"/>
                      <a:pt x="37436" y="12223"/>
                      <a:pt x="37436" y="21164"/>
                    </a:cubicBezTo>
                    <a:lnTo>
                      <a:pt x="37436" y="21164"/>
                    </a:lnTo>
                    <a:cubicBezTo>
                      <a:pt x="37436" y="30106"/>
                      <a:pt x="30187" y="37355"/>
                      <a:pt x="21245" y="37355"/>
                    </a:cubicBezTo>
                    <a:cubicBezTo>
                      <a:pt x="12304" y="37355"/>
                      <a:pt x="5055" y="30106"/>
                      <a:pt x="5055" y="21164"/>
                    </a:cubicBezTo>
                    <a:cubicBezTo>
                      <a:pt x="5055" y="12223"/>
                      <a:pt x="12304" y="4974"/>
                      <a:pt x="21245" y="4974"/>
                    </a:cubicBezTo>
                    <a:close/>
                    <a:moveTo>
                      <a:pt x="21245" y="174"/>
                    </a:moveTo>
                    <a:cubicBezTo>
                      <a:pt x="9653" y="174"/>
                      <a:pt x="255" y="9572"/>
                      <a:pt x="255" y="21164"/>
                    </a:cubicBezTo>
                    <a:cubicBezTo>
                      <a:pt x="255" y="32757"/>
                      <a:pt x="9653" y="42155"/>
                      <a:pt x="21245" y="42155"/>
                    </a:cubicBezTo>
                    <a:cubicBezTo>
                      <a:pt x="32838" y="42155"/>
                      <a:pt x="42236" y="32757"/>
                      <a:pt x="42236" y="21164"/>
                    </a:cubicBezTo>
                    <a:lnTo>
                      <a:pt x="42236" y="21164"/>
                    </a:lnTo>
                    <a:cubicBezTo>
                      <a:pt x="42236" y="9572"/>
                      <a:pt x="32838" y="174"/>
                      <a:pt x="21245" y="174"/>
                    </a:cubicBezTo>
                    <a:close/>
                  </a:path>
                </a:pathLst>
              </a:custGeom>
              <a:solidFill>
                <a:srgbClr val="000000"/>
              </a:solidFill>
              <a:ln w="4794" cap="sq">
                <a:noFill/>
                <a:prstDash val="solid"/>
                <a:round/>
              </a:ln>
            </p:spPr>
            <p:txBody>
              <a:bodyPr rtlCol="0" anchor="ctr"/>
              <a:lstStyle/>
              <a:p>
                <a:endParaRPr lang="en-US"/>
              </a:p>
            </p:txBody>
          </p:sp>
          <p:sp>
            <p:nvSpPr>
              <p:cNvPr id="2234" name="Freeform: Shape 2233">
                <a:extLst>
                  <a:ext uri="{FF2B5EF4-FFF2-40B4-BE49-F238E27FC236}">
                    <a16:creationId xmlns:a16="http://schemas.microsoft.com/office/drawing/2014/main" id="{828EAE89-C26F-2C6C-E5DD-D72BE0FDF44C}"/>
                  </a:ext>
                </a:extLst>
              </p:cNvPr>
              <p:cNvSpPr/>
              <p:nvPr/>
            </p:nvSpPr>
            <p:spPr>
              <a:xfrm>
                <a:off x="7698190" y="7821371"/>
                <a:ext cx="37180" cy="37180"/>
              </a:xfrm>
              <a:custGeom>
                <a:avLst/>
                <a:gdLst>
                  <a:gd name="connsiteX0" fmla="*/ 37442 w 37180"/>
                  <a:gd name="connsiteY0" fmla="*/ 18733 h 37180"/>
                  <a:gd name="connsiteX1" fmla="*/ 18851 w 37180"/>
                  <a:gd name="connsiteY1" fmla="*/ 37323 h 37180"/>
                  <a:gd name="connsiteX2" fmla="*/ 261 w 37180"/>
                  <a:gd name="connsiteY2" fmla="*/ 18733 h 37180"/>
                  <a:gd name="connsiteX3" fmla="*/ 18851 w 37180"/>
                  <a:gd name="connsiteY3" fmla="*/ 142 h 37180"/>
                  <a:gd name="connsiteX4" fmla="*/ 37442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33"/>
                    </a:moveTo>
                    <a:cubicBezTo>
                      <a:pt x="37442" y="29000"/>
                      <a:pt x="29118" y="37323"/>
                      <a:pt x="18851" y="37323"/>
                    </a:cubicBezTo>
                    <a:cubicBezTo>
                      <a:pt x="8584" y="37323"/>
                      <a:pt x="261" y="29000"/>
                      <a:pt x="261" y="18733"/>
                    </a:cubicBezTo>
                    <a:cubicBezTo>
                      <a:pt x="261" y="8465"/>
                      <a:pt x="8584" y="142"/>
                      <a:pt x="18851" y="142"/>
                    </a:cubicBezTo>
                    <a:cubicBezTo>
                      <a:pt x="29118" y="142"/>
                      <a:pt x="37442" y="8465"/>
                      <a:pt x="37442" y="18733"/>
                    </a:cubicBezTo>
                    <a:close/>
                  </a:path>
                </a:pathLst>
              </a:custGeom>
              <a:solidFill>
                <a:srgbClr val="56F756"/>
              </a:solidFill>
              <a:ln w="5753" cap="sq">
                <a:noFill/>
                <a:prstDash val="solid"/>
                <a:miter/>
              </a:ln>
            </p:spPr>
            <p:txBody>
              <a:bodyPr rtlCol="0" anchor="ctr"/>
              <a:lstStyle/>
              <a:p>
                <a:endParaRPr lang="en-US"/>
              </a:p>
            </p:txBody>
          </p:sp>
          <p:sp>
            <p:nvSpPr>
              <p:cNvPr id="2235" name="Freeform: Shape 2234">
                <a:extLst>
                  <a:ext uri="{FF2B5EF4-FFF2-40B4-BE49-F238E27FC236}">
                    <a16:creationId xmlns:a16="http://schemas.microsoft.com/office/drawing/2014/main" id="{B343F625-2CFD-7396-3D1D-E32883A5C10C}"/>
                  </a:ext>
                </a:extLst>
              </p:cNvPr>
              <p:cNvSpPr/>
              <p:nvPr/>
            </p:nvSpPr>
            <p:spPr>
              <a:xfrm>
                <a:off x="7695790" y="7818971"/>
                <a:ext cx="41981" cy="41981"/>
              </a:xfrm>
              <a:custGeom>
                <a:avLst/>
                <a:gdLst>
                  <a:gd name="connsiteX0" fmla="*/ 21251 w 41981"/>
                  <a:gd name="connsiteY0" fmla="*/ 4943 h 41981"/>
                  <a:gd name="connsiteX1" fmla="*/ 37442 w 41981"/>
                  <a:gd name="connsiteY1" fmla="*/ 21133 h 41981"/>
                  <a:gd name="connsiteX2" fmla="*/ 37442 w 41981"/>
                  <a:gd name="connsiteY2" fmla="*/ 21133 h 41981"/>
                  <a:gd name="connsiteX3" fmla="*/ 21251 w 41981"/>
                  <a:gd name="connsiteY3" fmla="*/ 37323 h 41981"/>
                  <a:gd name="connsiteX4" fmla="*/ 5061 w 41981"/>
                  <a:gd name="connsiteY4" fmla="*/ 21133 h 41981"/>
                  <a:gd name="connsiteX5" fmla="*/ 21251 w 41981"/>
                  <a:gd name="connsiteY5" fmla="*/ 4943 h 41981"/>
                  <a:gd name="connsiteX6" fmla="*/ 21251 w 41981"/>
                  <a:gd name="connsiteY6" fmla="*/ 142 h 41981"/>
                  <a:gd name="connsiteX7" fmla="*/ 261 w 41981"/>
                  <a:gd name="connsiteY7" fmla="*/ 21133 h 41981"/>
                  <a:gd name="connsiteX8" fmla="*/ 21251 w 41981"/>
                  <a:gd name="connsiteY8" fmla="*/ 42123 h 41981"/>
                  <a:gd name="connsiteX9" fmla="*/ 42242 w 41981"/>
                  <a:gd name="connsiteY9" fmla="*/ 21133 h 41981"/>
                  <a:gd name="connsiteX10" fmla="*/ 42242 w 41981"/>
                  <a:gd name="connsiteY10" fmla="*/ 21133 h 41981"/>
                  <a:gd name="connsiteX11" fmla="*/ 21251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43"/>
                    </a:moveTo>
                    <a:cubicBezTo>
                      <a:pt x="30193" y="4943"/>
                      <a:pt x="37442" y="12191"/>
                      <a:pt x="37442" y="21133"/>
                    </a:cubicBezTo>
                    <a:lnTo>
                      <a:pt x="37442" y="21133"/>
                    </a:lnTo>
                    <a:cubicBezTo>
                      <a:pt x="37442" y="30075"/>
                      <a:pt x="30193" y="37323"/>
                      <a:pt x="21251" y="37323"/>
                    </a:cubicBezTo>
                    <a:cubicBezTo>
                      <a:pt x="12310" y="37323"/>
                      <a:pt x="5061" y="30075"/>
                      <a:pt x="5061" y="21133"/>
                    </a:cubicBezTo>
                    <a:cubicBezTo>
                      <a:pt x="5061" y="12191"/>
                      <a:pt x="12310" y="4943"/>
                      <a:pt x="21251" y="4943"/>
                    </a:cubicBezTo>
                    <a:close/>
                    <a:moveTo>
                      <a:pt x="21251" y="142"/>
                    </a:moveTo>
                    <a:cubicBezTo>
                      <a:pt x="9659" y="142"/>
                      <a:pt x="261" y="9540"/>
                      <a:pt x="261" y="21133"/>
                    </a:cubicBezTo>
                    <a:cubicBezTo>
                      <a:pt x="261" y="32725"/>
                      <a:pt x="9659" y="42123"/>
                      <a:pt x="21251" y="42123"/>
                    </a:cubicBezTo>
                    <a:cubicBezTo>
                      <a:pt x="32844" y="42123"/>
                      <a:pt x="42242" y="32725"/>
                      <a:pt x="42242" y="21133"/>
                    </a:cubicBezTo>
                    <a:lnTo>
                      <a:pt x="42242" y="21133"/>
                    </a:lnTo>
                    <a:cubicBezTo>
                      <a:pt x="42242" y="9540"/>
                      <a:pt x="32844" y="142"/>
                      <a:pt x="21251" y="142"/>
                    </a:cubicBezTo>
                    <a:close/>
                  </a:path>
                </a:pathLst>
              </a:custGeom>
              <a:solidFill>
                <a:srgbClr val="000000"/>
              </a:solidFill>
              <a:ln w="4794" cap="sq">
                <a:noFill/>
                <a:prstDash val="solid"/>
                <a:round/>
              </a:ln>
            </p:spPr>
            <p:txBody>
              <a:bodyPr rtlCol="0" anchor="ctr"/>
              <a:lstStyle/>
              <a:p>
                <a:endParaRPr lang="en-US"/>
              </a:p>
            </p:txBody>
          </p:sp>
          <p:sp>
            <p:nvSpPr>
              <p:cNvPr id="2236" name="Freeform: Shape 2235">
                <a:extLst>
                  <a:ext uri="{FF2B5EF4-FFF2-40B4-BE49-F238E27FC236}">
                    <a16:creationId xmlns:a16="http://schemas.microsoft.com/office/drawing/2014/main" id="{63E4FDB4-C95C-A035-E779-3F21996E3624}"/>
                  </a:ext>
                </a:extLst>
              </p:cNvPr>
              <p:cNvSpPr/>
              <p:nvPr/>
            </p:nvSpPr>
            <p:spPr>
              <a:xfrm>
                <a:off x="7812100" y="8264114"/>
                <a:ext cx="37180" cy="37180"/>
              </a:xfrm>
              <a:custGeom>
                <a:avLst/>
                <a:gdLst>
                  <a:gd name="connsiteX0" fmla="*/ 37461 w 37180"/>
                  <a:gd name="connsiteY0" fmla="*/ 18809 h 37180"/>
                  <a:gd name="connsiteX1" fmla="*/ 18871 w 37180"/>
                  <a:gd name="connsiteY1" fmla="*/ 37400 h 37180"/>
                  <a:gd name="connsiteX2" fmla="*/ 281 w 37180"/>
                  <a:gd name="connsiteY2" fmla="*/ 18809 h 37180"/>
                  <a:gd name="connsiteX3" fmla="*/ 18871 w 37180"/>
                  <a:gd name="connsiteY3" fmla="*/ 219 h 37180"/>
                  <a:gd name="connsiteX4" fmla="*/ 37461 w 37180"/>
                  <a:gd name="connsiteY4" fmla="*/ 1880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809"/>
                    </a:moveTo>
                    <a:cubicBezTo>
                      <a:pt x="37461" y="29077"/>
                      <a:pt x="29138" y="37400"/>
                      <a:pt x="18871" y="37400"/>
                    </a:cubicBezTo>
                    <a:cubicBezTo>
                      <a:pt x="8604" y="37400"/>
                      <a:pt x="281" y="29077"/>
                      <a:pt x="281" y="18809"/>
                    </a:cubicBezTo>
                    <a:cubicBezTo>
                      <a:pt x="281" y="8542"/>
                      <a:pt x="8604" y="219"/>
                      <a:pt x="18871" y="219"/>
                    </a:cubicBezTo>
                    <a:cubicBezTo>
                      <a:pt x="29138" y="219"/>
                      <a:pt x="37461" y="8542"/>
                      <a:pt x="37461" y="18809"/>
                    </a:cubicBezTo>
                    <a:close/>
                  </a:path>
                </a:pathLst>
              </a:custGeom>
              <a:solidFill>
                <a:srgbClr val="F7F6F6"/>
              </a:solidFill>
              <a:ln w="5753" cap="sq">
                <a:noFill/>
                <a:prstDash val="solid"/>
                <a:miter/>
              </a:ln>
            </p:spPr>
            <p:txBody>
              <a:bodyPr rtlCol="0" anchor="ctr"/>
              <a:lstStyle/>
              <a:p>
                <a:endParaRPr lang="en-US"/>
              </a:p>
            </p:txBody>
          </p:sp>
          <p:sp>
            <p:nvSpPr>
              <p:cNvPr id="2237" name="Freeform: Shape 2236">
                <a:extLst>
                  <a:ext uri="{FF2B5EF4-FFF2-40B4-BE49-F238E27FC236}">
                    <a16:creationId xmlns:a16="http://schemas.microsoft.com/office/drawing/2014/main" id="{FD3F16BC-00AD-AC04-B469-7B6840247CE4}"/>
                  </a:ext>
                </a:extLst>
              </p:cNvPr>
              <p:cNvSpPr/>
              <p:nvPr/>
            </p:nvSpPr>
            <p:spPr>
              <a:xfrm>
                <a:off x="7809700" y="8261714"/>
                <a:ext cx="41981" cy="41981"/>
              </a:xfrm>
              <a:custGeom>
                <a:avLst/>
                <a:gdLst>
                  <a:gd name="connsiteX0" fmla="*/ 21271 w 41981"/>
                  <a:gd name="connsiteY0" fmla="*/ 5019 h 41981"/>
                  <a:gd name="connsiteX1" fmla="*/ 37461 w 41981"/>
                  <a:gd name="connsiteY1" fmla="*/ 21210 h 41981"/>
                  <a:gd name="connsiteX2" fmla="*/ 37461 w 41981"/>
                  <a:gd name="connsiteY2" fmla="*/ 21210 h 41981"/>
                  <a:gd name="connsiteX3" fmla="*/ 21271 w 41981"/>
                  <a:gd name="connsiteY3" fmla="*/ 37400 h 41981"/>
                  <a:gd name="connsiteX4" fmla="*/ 5081 w 41981"/>
                  <a:gd name="connsiteY4" fmla="*/ 21210 h 41981"/>
                  <a:gd name="connsiteX5" fmla="*/ 21271 w 41981"/>
                  <a:gd name="connsiteY5" fmla="*/ 5019 h 41981"/>
                  <a:gd name="connsiteX6" fmla="*/ 21271 w 41981"/>
                  <a:gd name="connsiteY6" fmla="*/ 219 h 41981"/>
                  <a:gd name="connsiteX7" fmla="*/ 281 w 41981"/>
                  <a:gd name="connsiteY7" fmla="*/ 21210 h 41981"/>
                  <a:gd name="connsiteX8" fmla="*/ 21271 w 41981"/>
                  <a:gd name="connsiteY8" fmla="*/ 42200 h 41981"/>
                  <a:gd name="connsiteX9" fmla="*/ 42262 w 41981"/>
                  <a:gd name="connsiteY9" fmla="*/ 21210 h 41981"/>
                  <a:gd name="connsiteX10" fmla="*/ 42262 w 41981"/>
                  <a:gd name="connsiteY10" fmla="*/ 21210 h 41981"/>
                  <a:gd name="connsiteX11" fmla="*/ 21271 w 41981"/>
                  <a:gd name="connsiteY11" fmla="*/ 21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5019"/>
                    </a:moveTo>
                    <a:cubicBezTo>
                      <a:pt x="30213" y="5019"/>
                      <a:pt x="37461" y="12268"/>
                      <a:pt x="37461" y="21210"/>
                    </a:cubicBezTo>
                    <a:lnTo>
                      <a:pt x="37461" y="21210"/>
                    </a:lnTo>
                    <a:cubicBezTo>
                      <a:pt x="37461" y="30151"/>
                      <a:pt x="30213" y="37400"/>
                      <a:pt x="21271" y="37400"/>
                    </a:cubicBezTo>
                    <a:cubicBezTo>
                      <a:pt x="12329" y="37400"/>
                      <a:pt x="5081" y="30151"/>
                      <a:pt x="5081" y="21210"/>
                    </a:cubicBezTo>
                    <a:cubicBezTo>
                      <a:pt x="5081" y="12268"/>
                      <a:pt x="12329" y="5019"/>
                      <a:pt x="21271" y="5019"/>
                    </a:cubicBezTo>
                    <a:close/>
                    <a:moveTo>
                      <a:pt x="21271" y="219"/>
                    </a:moveTo>
                    <a:cubicBezTo>
                      <a:pt x="9679" y="219"/>
                      <a:pt x="281" y="9617"/>
                      <a:pt x="281" y="21210"/>
                    </a:cubicBezTo>
                    <a:cubicBezTo>
                      <a:pt x="281" y="32802"/>
                      <a:pt x="9679" y="42200"/>
                      <a:pt x="21271" y="42200"/>
                    </a:cubicBezTo>
                    <a:cubicBezTo>
                      <a:pt x="32864" y="42200"/>
                      <a:pt x="42262" y="32802"/>
                      <a:pt x="42262" y="21210"/>
                    </a:cubicBezTo>
                    <a:lnTo>
                      <a:pt x="42262" y="21210"/>
                    </a:lnTo>
                    <a:cubicBezTo>
                      <a:pt x="42262" y="9617"/>
                      <a:pt x="32864" y="219"/>
                      <a:pt x="21271" y="219"/>
                    </a:cubicBezTo>
                    <a:close/>
                  </a:path>
                </a:pathLst>
              </a:custGeom>
              <a:solidFill>
                <a:srgbClr val="000000"/>
              </a:solidFill>
              <a:ln w="4794" cap="sq">
                <a:noFill/>
                <a:prstDash val="solid"/>
                <a:round/>
              </a:ln>
            </p:spPr>
            <p:txBody>
              <a:bodyPr rtlCol="0" anchor="ctr"/>
              <a:lstStyle/>
              <a:p>
                <a:endParaRPr lang="en-US"/>
              </a:p>
            </p:txBody>
          </p:sp>
          <p:sp>
            <p:nvSpPr>
              <p:cNvPr id="2238" name="Freeform: Shape 2237">
                <a:extLst>
                  <a:ext uri="{FF2B5EF4-FFF2-40B4-BE49-F238E27FC236}">
                    <a16:creationId xmlns:a16="http://schemas.microsoft.com/office/drawing/2014/main" id="{43506F0F-1104-69D8-9CC3-88827EF0F445}"/>
                  </a:ext>
                </a:extLst>
              </p:cNvPr>
              <p:cNvSpPr/>
              <p:nvPr/>
            </p:nvSpPr>
            <p:spPr>
              <a:xfrm>
                <a:off x="7610863" y="8092126"/>
                <a:ext cx="37180" cy="37180"/>
              </a:xfrm>
              <a:custGeom>
                <a:avLst/>
                <a:gdLst>
                  <a:gd name="connsiteX0" fmla="*/ 37426 w 37180"/>
                  <a:gd name="connsiteY0" fmla="*/ 18780 h 37180"/>
                  <a:gd name="connsiteX1" fmla="*/ 18836 w 37180"/>
                  <a:gd name="connsiteY1" fmla="*/ 37370 h 37180"/>
                  <a:gd name="connsiteX2" fmla="*/ 246 w 37180"/>
                  <a:gd name="connsiteY2" fmla="*/ 18780 h 37180"/>
                  <a:gd name="connsiteX3" fmla="*/ 18836 w 37180"/>
                  <a:gd name="connsiteY3" fmla="*/ 189 h 37180"/>
                  <a:gd name="connsiteX4" fmla="*/ 37426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80"/>
                    </a:moveTo>
                    <a:cubicBezTo>
                      <a:pt x="37426" y="29047"/>
                      <a:pt x="29103" y="37370"/>
                      <a:pt x="18836" y="37370"/>
                    </a:cubicBezTo>
                    <a:cubicBezTo>
                      <a:pt x="8569" y="37370"/>
                      <a:pt x="246" y="29047"/>
                      <a:pt x="246" y="18780"/>
                    </a:cubicBezTo>
                    <a:cubicBezTo>
                      <a:pt x="246" y="8512"/>
                      <a:pt x="8569" y="189"/>
                      <a:pt x="18836" y="189"/>
                    </a:cubicBezTo>
                    <a:cubicBezTo>
                      <a:pt x="29103" y="189"/>
                      <a:pt x="37426" y="8512"/>
                      <a:pt x="37426" y="18780"/>
                    </a:cubicBezTo>
                    <a:close/>
                  </a:path>
                </a:pathLst>
              </a:custGeom>
              <a:solidFill>
                <a:srgbClr val="78F778"/>
              </a:solidFill>
              <a:ln w="5753" cap="sq">
                <a:noFill/>
                <a:prstDash val="solid"/>
                <a:miter/>
              </a:ln>
            </p:spPr>
            <p:txBody>
              <a:bodyPr rtlCol="0" anchor="ctr"/>
              <a:lstStyle/>
              <a:p>
                <a:endParaRPr lang="en-US"/>
              </a:p>
            </p:txBody>
          </p:sp>
          <p:sp>
            <p:nvSpPr>
              <p:cNvPr id="2239" name="Freeform: Shape 2238">
                <a:extLst>
                  <a:ext uri="{FF2B5EF4-FFF2-40B4-BE49-F238E27FC236}">
                    <a16:creationId xmlns:a16="http://schemas.microsoft.com/office/drawing/2014/main" id="{BAE1EB3D-FF05-90B0-84C5-3311E43D1B00}"/>
                  </a:ext>
                </a:extLst>
              </p:cNvPr>
              <p:cNvSpPr/>
              <p:nvPr/>
            </p:nvSpPr>
            <p:spPr>
              <a:xfrm>
                <a:off x="7608463" y="8089726"/>
                <a:ext cx="41981" cy="41981"/>
              </a:xfrm>
              <a:custGeom>
                <a:avLst/>
                <a:gdLst>
                  <a:gd name="connsiteX0" fmla="*/ 21236 w 41981"/>
                  <a:gd name="connsiteY0" fmla="*/ 4990 h 41981"/>
                  <a:gd name="connsiteX1" fmla="*/ 37426 w 41981"/>
                  <a:gd name="connsiteY1" fmla="*/ 21180 h 41981"/>
                  <a:gd name="connsiteX2" fmla="*/ 37426 w 41981"/>
                  <a:gd name="connsiteY2" fmla="*/ 21180 h 41981"/>
                  <a:gd name="connsiteX3" fmla="*/ 21236 w 41981"/>
                  <a:gd name="connsiteY3" fmla="*/ 37370 h 41981"/>
                  <a:gd name="connsiteX4" fmla="*/ 5046 w 41981"/>
                  <a:gd name="connsiteY4" fmla="*/ 21180 h 41981"/>
                  <a:gd name="connsiteX5" fmla="*/ 21236 w 41981"/>
                  <a:gd name="connsiteY5" fmla="*/ 4990 h 41981"/>
                  <a:gd name="connsiteX6" fmla="*/ 21236 w 41981"/>
                  <a:gd name="connsiteY6" fmla="*/ 189 h 41981"/>
                  <a:gd name="connsiteX7" fmla="*/ 246 w 41981"/>
                  <a:gd name="connsiteY7" fmla="*/ 21180 h 41981"/>
                  <a:gd name="connsiteX8" fmla="*/ 21236 w 41981"/>
                  <a:gd name="connsiteY8" fmla="*/ 42170 h 41981"/>
                  <a:gd name="connsiteX9" fmla="*/ 42227 w 41981"/>
                  <a:gd name="connsiteY9" fmla="*/ 21180 h 41981"/>
                  <a:gd name="connsiteX10" fmla="*/ 42227 w 41981"/>
                  <a:gd name="connsiteY10" fmla="*/ 21180 h 41981"/>
                  <a:gd name="connsiteX11" fmla="*/ 21236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90"/>
                    </a:moveTo>
                    <a:cubicBezTo>
                      <a:pt x="30178" y="4990"/>
                      <a:pt x="37426" y="12238"/>
                      <a:pt x="37426" y="21180"/>
                    </a:cubicBezTo>
                    <a:lnTo>
                      <a:pt x="37426" y="21180"/>
                    </a:lnTo>
                    <a:cubicBezTo>
                      <a:pt x="37426" y="30122"/>
                      <a:pt x="30178" y="37370"/>
                      <a:pt x="21236" y="37370"/>
                    </a:cubicBezTo>
                    <a:cubicBezTo>
                      <a:pt x="12294" y="37370"/>
                      <a:pt x="5046" y="30122"/>
                      <a:pt x="5046" y="21180"/>
                    </a:cubicBezTo>
                    <a:cubicBezTo>
                      <a:pt x="5046" y="12238"/>
                      <a:pt x="12294" y="4990"/>
                      <a:pt x="21236" y="4990"/>
                    </a:cubicBezTo>
                    <a:close/>
                    <a:moveTo>
                      <a:pt x="21236" y="189"/>
                    </a:moveTo>
                    <a:cubicBezTo>
                      <a:pt x="9644" y="189"/>
                      <a:pt x="246" y="9587"/>
                      <a:pt x="246" y="21180"/>
                    </a:cubicBezTo>
                    <a:cubicBezTo>
                      <a:pt x="246" y="32772"/>
                      <a:pt x="9644" y="42170"/>
                      <a:pt x="21236" y="42170"/>
                    </a:cubicBezTo>
                    <a:cubicBezTo>
                      <a:pt x="32829" y="42170"/>
                      <a:pt x="42227" y="32772"/>
                      <a:pt x="42227" y="21180"/>
                    </a:cubicBezTo>
                    <a:lnTo>
                      <a:pt x="42227" y="21180"/>
                    </a:lnTo>
                    <a:cubicBezTo>
                      <a:pt x="42227" y="9587"/>
                      <a:pt x="32829" y="189"/>
                      <a:pt x="21236" y="189"/>
                    </a:cubicBezTo>
                    <a:close/>
                  </a:path>
                </a:pathLst>
              </a:custGeom>
              <a:solidFill>
                <a:srgbClr val="000000"/>
              </a:solidFill>
              <a:ln w="4794" cap="sq">
                <a:noFill/>
                <a:prstDash val="solid"/>
                <a:round/>
              </a:ln>
            </p:spPr>
            <p:txBody>
              <a:bodyPr rtlCol="0" anchor="ctr"/>
              <a:lstStyle/>
              <a:p>
                <a:endParaRPr lang="en-US"/>
              </a:p>
            </p:txBody>
          </p:sp>
          <p:sp>
            <p:nvSpPr>
              <p:cNvPr id="2240" name="Freeform: Shape 2239">
                <a:extLst>
                  <a:ext uri="{FF2B5EF4-FFF2-40B4-BE49-F238E27FC236}">
                    <a16:creationId xmlns:a16="http://schemas.microsoft.com/office/drawing/2014/main" id="{8AAF24E1-2AEC-2513-81F6-91256CAAFD50}"/>
                  </a:ext>
                </a:extLst>
              </p:cNvPr>
              <p:cNvSpPr/>
              <p:nvPr/>
            </p:nvSpPr>
            <p:spPr>
              <a:xfrm>
                <a:off x="7670220" y="7588374"/>
                <a:ext cx="37180" cy="37180"/>
              </a:xfrm>
              <a:custGeom>
                <a:avLst/>
                <a:gdLst>
                  <a:gd name="connsiteX0" fmla="*/ 37437 w 37180"/>
                  <a:gd name="connsiteY0" fmla="*/ 18692 h 37180"/>
                  <a:gd name="connsiteX1" fmla="*/ 18846 w 37180"/>
                  <a:gd name="connsiteY1" fmla="*/ 37282 h 37180"/>
                  <a:gd name="connsiteX2" fmla="*/ 256 w 37180"/>
                  <a:gd name="connsiteY2" fmla="*/ 18692 h 37180"/>
                  <a:gd name="connsiteX3" fmla="*/ 18846 w 37180"/>
                  <a:gd name="connsiteY3" fmla="*/ 102 h 37180"/>
                  <a:gd name="connsiteX4" fmla="*/ 37437 w 37180"/>
                  <a:gd name="connsiteY4" fmla="*/ 1869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692"/>
                    </a:moveTo>
                    <a:cubicBezTo>
                      <a:pt x="37437" y="28959"/>
                      <a:pt x="29114" y="37282"/>
                      <a:pt x="18846" y="37282"/>
                    </a:cubicBezTo>
                    <a:cubicBezTo>
                      <a:pt x="8579" y="37282"/>
                      <a:pt x="256" y="28959"/>
                      <a:pt x="256" y="18692"/>
                    </a:cubicBezTo>
                    <a:cubicBezTo>
                      <a:pt x="256" y="8425"/>
                      <a:pt x="8579" y="102"/>
                      <a:pt x="18846" y="102"/>
                    </a:cubicBezTo>
                    <a:cubicBezTo>
                      <a:pt x="29114" y="102"/>
                      <a:pt x="37437" y="8425"/>
                      <a:pt x="37437" y="18692"/>
                    </a:cubicBezTo>
                    <a:close/>
                  </a:path>
                </a:pathLst>
              </a:custGeom>
              <a:solidFill>
                <a:srgbClr val="F7A59F"/>
              </a:solidFill>
              <a:ln w="5753" cap="sq">
                <a:noFill/>
                <a:prstDash val="solid"/>
                <a:miter/>
              </a:ln>
            </p:spPr>
            <p:txBody>
              <a:bodyPr rtlCol="0" anchor="ctr"/>
              <a:lstStyle/>
              <a:p>
                <a:endParaRPr lang="en-US"/>
              </a:p>
            </p:txBody>
          </p:sp>
          <p:sp>
            <p:nvSpPr>
              <p:cNvPr id="2241" name="Freeform: Shape 2240">
                <a:extLst>
                  <a:ext uri="{FF2B5EF4-FFF2-40B4-BE49-F238E27FC236}">
                    <a16:creationId xmlns:a16="http://schemas.microsoft.com/office/drawing/2014/main" id="{747156D4-3402-3758-D613-1982CDF3F00E}"/>
                  </a:ext>
                </a:extLst>
              </p:cNvPr>
              <p:cNvSpPr/>
              <p:nvPr/>
            </p:nvSpPr>
            <p:spPr>
              <a:xfrm>
                <a:off x="7667820" y="7585973"/>
                <a:ext cx="41981" cy="41981"/>
              </a:xfrm>
              <a:custGeom>
                <a:avLst/>
                <a:gdLst>
                  <a:gd name="connsiteX0" fmla="*/ 21247 w 41981"/>
                  <a:gd name="connsiteY0" fmla="*/ 4902 h 41981"/>
                  <a:gd name="connsiteX1" fmla="*/ 37437 w 41981"/>
                  <a:gd name="connsiteY1" fmla="*/ 21092 h 41981"/>
                  <a:gd name="connsiteX2" fmla="*/ 37437 w 41981"/>
                  <a:gd name="connsiteY2" fmla="*/ 21092 h 41981"/>
                  <a:gd name="connsiteX3" fmla="*/ 21247 w 41981"/>
                  <a:gd name="connsiteY3" fmla="*/ 37282 h 41981"/>
                  <a:gd name="connsiteX4" fmla="*/ 5056 w 41981"/>
                  <a:gd name="connsiteY4" fmla="*/ 21092 h 41981"/>
                  <a:gd name="connsiteX5" fmla="*/ 21247 w 41981"/>
                  <a:gd name="connsiteY5" fmla="*/ 4902 h 41981"/>
                  <a:gd name="connsiteX6" fmla="*/ 21247 w 41981"/>
                  <a:gd name="connsiteY6" fmla="*/ 102 h 41981"/>
                  <a:gd name="connsiteX7" fmla="*/ 256 w 41981"/>
                  <a:gd name="connsiteY7" fmla="*/ 21092 h 41981"/>
                  <a:gd name="connsiteX8" fmla="*/ 21247 w 41981"/>
                  <a:gd name="connsiteY8" fmla="*/ 42083 h 41981"/>
                  <a:gd name="connsiteX9" fmla="*/ 42237 w 41981"/>
                  <a:gd name="connsiteY9" fmla="*/ 21092 h 41981"/>
                  <a:gd name="connsiteX10" fmla="*/ 42237 w 41981"/>
                  <a:gd name="connsiteY10" fmla="*/ 21092 h 41981"/>
                  <a:gd name="connsiteX11" fmla="*/ 21247 w 41981"/>
                  <a:gd name="connsiteY11" fmla="*/ 10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02"/>
                    </a:moveTo>
                    <a:cubicBezTo>
                      <a:pt x="30188" y="4902"/>
                      <a:pt x="37437" y="12150"/>
                      <a:pt x="37437" y="21092"/>
                    </a:cubicBezTo>
                    <a:lnTo>
                      <a:pt x="37437" y="21092"/>
                    </a:lnTo>
                    <a:cubicBezTo>
                      <a:pt x="37437" y="30034"/>
                      <a:pt x="30188" y="37282"/>
                      <a:pt x="21247" y="37282"/>
                    </a:cubicBezTo>
                    <a:cubicBezTo>
                      <a:pt x="12305" y="37282"/>
                      <a:pt x="5056" y="30034"/>
                      <a:pt x="5056" y="21092"/>
                    </a:cubicBezTo>
                    <a:cubicBezTo>
                      <a:pt x="5056" y="12150"/>
                      <a:pt x="12305" y="4902"/>
                      <a:pt x="21247" y="4902"/>
                    </a:cubicBezTo>
                    <a:close/>
                    <a:moveTo>
                      <a:pt x="21247" y="102"/>
                    </a:moveTo>
                    <a:cubicBezTo>
                      <a:pt x="9654" y="102"/>
                      <a:pt x="256" y="9500"/>
                      <a:pt x="256" y="21092"/>
                    </a:cubicBezTo>
                    <a:cubicBezTo>
                      <a:pt x="256" y="32685"/>
                      <a:pt x="9654" y="42083"/>
                      <a:pt x="21247" y="42083"/>
                    </a:cubicBezTo>
                    <a:cubicBezTo>
                      <a:pt x="32839" y="42083"/>
                      <a:pt x="42237" y="32685"/>
                      <a:pt x="42237" y="21092"/>
                    </a:cubicBezTo>
                    <a:lnTo>
                      <a:pt x="42237" y="21092"/>
                    </a:lnTo>
                    <a:cubicBezTo>
                      <a:pt x="42237" y="9500"/>
                      <a:pt x="32839" y="102"/>
                      <a:pt x="21247" y="102"/>
                    </a:cubicBezTo>
                    <a:close/>
                  </a:path>
                </a:pathLst>
              </a:custGeom>
              <a:solidFill>
                <a:srgbClr val="000000"/>
              </a:solidFill>
              <a:ln w="4794" cap="sq">
                <a:noFill/>
                <a:prstDash val="solid"/>
                <a:round/>
              </a:ln>
            </p:spPr>
            <p:txBody>
              <a:bodyPr rtlCol="0" anchor="ctr"/>
              <a:lstStyle/>
              <a:p>
                <a:endParaRPr lang="en-US"/>
              </a:p>
            </p:txBody>
          </p:sp>
          <p:sp>
            <p:nvSpPr>
              <p:cNvPr id="2242" name="Freeform: Shape 2241">
                <a:extLst>
                  <a:ext uri="{FF2B5EF4-FFF2-40B4-BE49-F238E27FC236}">
                    <a16:creationId xmlns:a16="http://schemas.microsoft.com/office/drawing/2014/main" id="{98944B42-914F-F40D-0102-5E3EDC7A1C28}"/>
                  </a:ext>
                </a:extLst>
              </p:cNvPr>
              <p:cNvSpPr/>
              <p:nvPr/>
            </p:nvSpPr>
            <p:spPr>
              <a:xfrm>
                <a:off x="7740457" y="7767515"/>
                <a:ext cx="37180" cy="37180"/>
              </a:xfrm>
              <a:custGeom>
                <a:avLst/>
                <a:gdLst>
                  <a:gd name="connsiteX0" fmla="*/ 37449 w 37180"/>
                  <a:gd name="connsiteY0" fmla="*/ 18723 h 37180"/>
                  <a:gd name="connsiteX1" fmla="*/ 18859 w 37180"/>
                  <a:gd name="connsiteY1" fmla="*/ 37314 h 37180"/>
                  <a:gd name="connsiteX2" fmla="*/ 268 w 37180"/>
                  <a:gd name="connsiteY2" fmla="*/ 18723 h 37180"/>
                  <a:gd name="connsiteX3" fmla="*/ 18859 w 37180"/>
                  <a:gd name="connsiteY3" fmla="*/ 133 h 37180"/>
                  <a:gd name="connsiteX4" fmla="*/ 37449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23"/>
                    </a:moveTo>
                    <a:cubicBezTo>
                      <a:pt x="37449" y="28990"/>
                      <a:pt x="29126" y="37314"/>
                      <a:pt x="18859" y="37314"/>
                    </a:cubicBezTo>
                    <a:cubicBezTo>
                      <a:pt x="8591" y="37314"/>
                      <a:pt x="268" y="28990"/>
                      <a:pt x="268" y="18723"/>
                    </a:cubicBezTo>
                    <a:cubicBezTo>
                      <a:pt x="268" y="8456"/>
                      <a:pt x="8591" y="133"/>
                      <a:pt x="18859" y="133"/>
                    </a:cubicBezTo>
                    <a:cubicBezTo>
                      <a:pt x="29126" y="133"/>
                      <a:pt x="37449" y="8456"/>
                      <a:pt x="37449" y="18723"/>
                    </a:cubicBezTo>
                    <a:close/>
                  </a:path>
                </a:pathLst>
              </a:custGeom>
              <a:solidFill>
                <a:srgbClr val="00F700"/>
              </a:solidFill>
              <a:ln w="5753" cap="sq">
                <a:noFill/>
                <a:prstDash val="solid"/>
                <a:miter/>
              </a:ln>
            </p:spPr>
            <p:txBody>
              <a:bodyPr rtlCol="0" anchor="ctr"/>
              <a:lstStyle/>
              <a:p>
                <a:endParaRPr lang="en-US"/>
              </a:p>
            </p:txBody>
          </p:sp>
          <p:sp>
            <p:nvSpPr>
              <p:cNvPr id="2243" name="Freeform: Shape 2242">
                <a:extLst>
                  <a:ext uri="{FF2B5EF4-FFF2-40B4-BE49-F238E27FC236}">
                    <a16:creationId xmlns:a16="http://schemas.microsoft.com/office/drawing/2014/main" id="{8E4E152B-4935-E90C-8556-8D44C6E457FC}"/>
                  </a:ext>
                </a:extLst>
              </p:cNvPr>
              <p:cNvSpPr/>
              <p:nvPr/>
            </p:nvSpPr>
            <p:spPr>
              <a:xfrm>
                <a:off x="7738057" y="7765115"/>
                <a:ext cx="41981" cy="41981"/>
              </a:xfrm>
              <a:custGeom>
                <a:avLst/>
                <a:gdLst>
                  <a:gd name="connsiteX0" fmla="*/ 21259 w 41981"/>
                  <a:gd name="connsiteY0" fmla="*/ 4933 h 41981"/>
                  <a:gd name="connsiteX1" fmla="*/ 37449 w 41981"/>
                  <a:gd name="connsiteY1" fmla="*/ 21123 h 41981"/>
                  <a:gd name="connsiteX2" fmla="*/ 37449 w 41981"/>
                  <a:gd name="connsiteY2" fmla="*/ 21123 h 41981"/>
                  <a:gd name="connsiteX3" fmla="*/ 21259 w 41981"/>
                  <a:gd name="connsiteY3" fmla="*/ 37314 h 41981"/>
                  <a:gd name="connsiteX4" fmla="*/ 5069 w 41981"/>
                  <a:gd name="connsiteY4" fmla="*/ 21123 h 41981"/>
                  <a:gd name="connsiteX5" fmla="*/ 21259 w 41981"/>
                  <a:gd name="connsiteY5" fmla="*/ 4933 h 41981"/>
                  <a:gd name="connsiteX6" fmla="*/ 21259 w 41981"/>
                  <a:gd name="connsiteY6" fmla="*/ 133 h 41981"/>
                  <a:gd name="connsiteX7" fmla="*/ 268 w 41981"/>
                  <a:gd name="connsiteY7" fmla="*/ 21123 h 41981"/>
                  <a:gd name="connsiteX8" fmla="*/ 21259 w 41981"/>
                  <a:gd name="connsiteY8" fmla="*/ 42114 h 41981"/>
                  <a:gd name="connsiteX9" fmla="*/ 42249 w 41981"/>
                  <a:gd name="connsiteY9" fmla="*/ 21123 h 41981"/>
                  <a:gd name="connsiteX10" fmla="*/ 42249 w 41981"/>
                  <a:gd name="connsiteY10" fmla="*/ 21123 h 41981"/>
                  <a:gd name="connsiteX11" fmla="*/ 21259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33"/>
                    </a:moveTo>
                    <a:cubicBezTo>
                      <a:pt x="30201" y="4933"/>
                      <a:pt x="37449" y="12182"/>
                      <a:pt x="37449" y="21123"/>
                    </a:cubicBezTo>
                    <a:lnTo>
                      <a:pt x="37449" y="21123"/>
                    </a:lnTo>
                    <a:cubicBezTo>
                      <a:pt x="37449" y="30065"/>
                      <a:pt x="30201" y="37314"/>
                      <a:pt x="21259" y="37314"/>
                    </a:cubicBezTo>
                    <a:cubicBezTo>
                      <a:pt x="12317" y="37314"/>
                      <a:pt x="5069" y="30065"/>
                      <a:pt x="5069" y="21123"/>
                    </a:cubicBezTo>
                    <a:cubicBezTo>
                      <a:pt x="5069" y="12182"/>
                      <a:pt x="12317" y="4933"/>
                      <a:pt x="21259" y="4933"/>
                    </a:cubicBezTo>
                    <a:close/>
                    <a:moveTo>
                      <a:pt x="21259" y="133"/>
                    </a:moveTo>
                    <a:cubicBezTo>
                      <a:pt x="9666" y="133"/>
                      <a:pt x="268" y="9531"/>
                      <a:pt x="268" y="21123"/>
                    </a:cubicBezTo>
                    <a:cubicBezTo>
                      <a:pt x="268" y="32716"/>
                      <a:pt x="9666" y="42114"/>
                      <a:pt x="21259" y="42114"/>
                    </a:cubicBezTo>
                    <a:cubicBezTo>
                      <a:pt x="32851" y="42114"/>
                      <a:pt x="42249" y="32716"/>
                      <a:pt x="42249" y="21123"/>
                    </a:cubicBezTo>
                    <a:lnTo>
                      <a:pt x="42249" y="21123"/>
                    </a:lnTo>
                    <a:cubicBezTo>
                      <a:pt x="42249" y="9531"/>
                      <a:pt x="32851" y="133"/>
                      <a:pt x="21259" y="133"/>
                    </a:cubicBezTo>
                    <a:close/>
                  </a:path>
                </a:pathLst>
              </a:custGeom>
              <a:solidFill>
                <a:srgbClr val="000000"/>
              </a:solidFill>
              <a:ln w="4794" cap="sq">
                <a:noFill/>
                <a:prstDash val="solid"/>
                <a:round/>
              </a:ln>
            </p:spPr>
            <p:txBody>
              <a:bodyPr rtlCol="0" anchor="ctr"/>
              <a:lstStyle/>
              <a:p>
                <a:endParaRPr lang="en-US"/>
              </a:p>
            </p:txBody>
          </p:sp>
          <p:sp>
            <p:nvSpPr>
              <p:cNvPr id="2244" name="Freeform: Shape 2243">
                <a:extLst>
                  <a:ext uri="{FF2B5EF4-FFF2-40B4-BE49-F238E27FC236}">
                    <a16:creationId xmlns:a16="http://schemas.microsoft.com/office/drawing/2014/main" id="{12901672-8101-BD51-AF3A-032175BC684F}"/>
                  </a:ext>
                </a:extLst>
              </p:cNvPr>
              <p:cNvSpPr/>
              <p:nvPr/>
            </p:nvSpPr>
            <p:spPr>
              <a:xfrm>
                <a:off x="7635354" y="7891551"/>
                <a:ext cx="37180" cy="37180"/>
              </a:xfrm>
              <a:custGeom>
                <a:avLst/>
                <a:gdLst>
                  <a:gd name="connsiteX0" fmla="*/ 37431 w 37180"/>
                  <a:gd name="connsiteY0" fmla="*/ 18745 h 37180"/>
                  <a:gd name="connsiteX1" fmla="*/ 18840 w 37180"/>
                  <a:gd name="connsiteY1" fmla="*/ 37335 h 37180"/>
                  <a:gd name="connsiteX2" fmla="*/ 250 w 37180"/>
                  <a:gd name="connsiteY2" fmla="*/ 18745 h 37180"/>
                  <a:gd name="connsiteX3" fmla="*/ 18840 w 37180"/>
                  <a:gd name="connsiteY3" fmla="*/ 154 h 37180"/>
                  <a:gd name="connsiteX4" fmla="*/ 37431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45"/>
                    </a:moveTo>
                    <a:cubicBezTo>
                      <a:pt x="37431" y="29012"/>
                      <a:pt x="29108" y="37335"/>
                      <a:pt x="18840" y="37335"/>
                    </a:cubicBezTo>
                    <a:cubicBezTo>
                      <a:pt x="8573" y="37335"/>
                      <a:pt x="250" y="29012"/>
                      <a:pt x="250" y="18745"/>
                    </a:cubicBezTo>
                    <a:cubicBezTo>
                      <a:pt x="250" y="8478"/>
                      <a:pt x="8573" y="154"/>
                      <a:pt x="18840" y="154"/>
                    </a:cubicBezTo>
                    <a:cubicBezTo>
                      <a:pt x="29108" y="154"/>
                      <a:pt x="37431" y="8478"/>
                      <a:pt x="37431" y="18745"/>
                    </a:cubicBezTo>
                    <a:close/>
                  </a:path>
                </a:pathLst>
              </a:custGeom>
              <a:solidFill>
                <a:srgbClr val="F7A582"/>
              </a:solidFill>
              <a:ln w="5753" cap="sq">
                <a:noFill/>
                <a:prstDash val="solid"/>
                <a:miter/>
              </a:ln>
            </p:spPr>
            <p:txBody>
              <a:bodyPr rtlCol="0" anchor="ctr"/>
              <a:lstStyle/>
              <a:p>
                <a:endParaRPr lang="en-US"/>
              </a:p>
            </p:txBody>
          </p:sp>
          <p:sp>
            <p:nvSpPr>
              <p:cNvPr id="2245" name="Freeform: Shape 2244">
                <a:extLst>
                  <a:ext uri="{FF2B5EF4-FFF2-40B4-BE49-F238E27FC236}">
                    <a16:creationId xmlns:a16="http://schemas.microsoft.com/office/drawing/2014/main" id="{EC3C6BB3-419F-9704-50D5-8828C570F108}"/>
                  </a:ext>
                </a:extLst>
              </p:cNvPr>
              <p:cNvSpPr/>
              <p:nvPr/>
            </p:nvSpPr>
            <p:spPr>
              <a:xfrm>
                <a:off x="7632954" y="7889151"/>
                <a:ext cx="41981" cy="41981"/>
              </a:xfrm>
              <a:custGeom>
                <a:avLst/>
                <a:gdLst>
                  <a:gd name="connsiteX0" fmla="*/ 21241 w 41981"/>
                  <a:gd name="connsiteY0" fmla="*/ 4955 h 41981"/>
                  <a:gd name="connsiteX1" fmla="*/ 37431 w 41981"/>
                  <a:gd name="connsiteY1" fmla="*/ 21145 h 41981"/>
                  <a:gd name="connsiteX2" fmla="*/ 37431 w 41981"/>
                  <a:gd name="connsiteY2" fmla="*/ 21145 h 41981"/>
                  <a:gd name="connsiteX3" fmla="*/ 21241 w 41981"/>
                  <a:gd name="connsiteY3" fmla="*/ 37335 h 41981"/>
                  <a:gd name="connsiteX4" fmla="*/ 5050 w 41981"/>
                  <a:gd name="connsiteY4" fmla="*/ 21145 h 41981"/>
                  <a:gd name="connsiteX5" fmla="*/ 21241 w 41981"/>
                  <a:gd name="connsiteY5" fmla="*/ 4955 h 41981"/>
                  <a:gd name="connsiteX6" fmla="*/ 21241 w 41981"/>
                  <a:gd name="connsiteY6" fmla="*/ 154 h 41981"/>
                  <a:gd name="connsiteX7" fmla="*/ 250 w 41981"/>
                  <a:gd name="connsiteY7" fmla="*/ 21145 h 41981"/>
                  <a:gd name="connsiteX8" fmla="*/ 21241 w 41981"/>
                  <a:gd name="connsiteY8" fmla="*/ 42135 h 41981"/>
                  <a:gd name="connsiteX9" fmla="*/ 42231 w 41981"/>
                  <a:gd name="connsiteY9" fmla="*/ 21145 h 41981"/>
                  <a:gd name="connsiteX10" fmla="*/ 42231 w 41981"/>
                  <a:gd name="connsiteY10" fmla="*/ 21145 h 41981"/>
                  <a:gd name="connsiteX11" fmla="*/ 21241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55"/>
                    </a:moveTo>
                    <a:cubicBezTo>
                      <a:pt x="30182" y="4955"/>
                      <a:pt x="37431" y="12203"/>
                      <a:pt x="37431" y="21145"/>
                    </a:cubicBezTo>
                    <a:lnTo>
                      <a:pt x="37431" y="21145"/>
                    </a:lnTo>
                    <a:cubicBezTo>
                      <a:pt x="37431" y="30087"/>
                      <a:pt x="30182" y="37335"/>
                      <a:pt x="21241" y="37335"/>
                    </a:cubicBezTo>
                    <a:cubicBezTo>
                      <a:pt x="12299" y="37335"/>
                      <a:pt x="5050" y="30087"/>
                      <a:pt x="5050" y="21145"/>
                    </a:cubicBezTo>
                    <a:cubicBezTo>
                      <a:pt x="5050" y="12203"/>
                      <a:pt x="12299" y="4955"/>
                      <a:pt x="21241" y="4955"/>
                    </a:cubicBezTo>
                    <a:close/>
                    <a:moveTo>
                      <a:pt x="21241" y="154"/>
                    </a:moveTo>
                    <a:cubicBezTo>
                      <a:pt x="9648" y="154"/>
                      <a:pt x="250" y="9552"/>
                      <a:pt x="250" y="21145"/>
                    </a:cubicBezTo>
                    <a:cubicBezTo>
                      <a:pt x="250" y="32737"/>
                      <a:pt x="9648" y="42135"/>
                      <a:pt x="21241" y="42135"/>
                    </a:cubicBezTo>
                    <a:cubicBezTo>
                      <a:pt x="32833" y="42135"/>
                      <a:pt x="42231" y="32737"/>
                      <a:pt x="42231" y="21145"/>
                    </a:cubicBezTo>
                    <a:lnTo>
                      <a:pt x="42231" y="21145"/>
                    </a:lnTo>
                    <a:cubicBezTo>
                      <a:pt x="42231" y="9552"/>
                      <a:pt x="32833" y="154"/>
                      <a:pt x="21241" y="154"/>
                    </a:cubicBezTo>
                    <a:close/>
                  </a:path>
                </a:pathLst>
              </a:custGeom>
              <a:solidFill>
                <a:srgbClr val="000000"/>
              </a:solidFill>
              <a:ln w="4794" cap="sq">
                <a:noFill/>
                <a:prstDash val="solid"/>
                <a:round/>
              </a:ln>
            </p:spPr>
            <p:txBody>
              <a:bodyPr rtlCol="0" anchor="ctr"/>
              <a:lstStyle/>
              <a:p>
                <a:endParaRPr lang="en-US"/>
              </a:p>
            </p:txBody>
          </p:sp>
          <p:sp>
            <p:nvSpPr>
              <p:cNvPr id="2246" name="Freeform: Shape 2245">
                <a:extLst>
                  <a:ext uri="{FF2B5EF4-FFF2-40B4-BE49-F238E27FC236}">
                    <a16:creationId xmlns:a16="http://schemas.microsoft.com/office/drawing/2014/main" id="{77BB5F46-0DC7-F4A6-C3A0-7F561795E556}"/>
                  </a:ext>
                </a:extLst>
              </p:cNvPr>
              <p:cNvSpPr/>
              <p:nvPr/>
            </p:nvSpPr>
            <p:spPr>
              <a:xfrm>
                <a:off x="7725395" y="8160290"/>
                <a:ext cx="37180" cy="37180"/>
              </a:xfrm>
              <a:custGeom>
                <a:avLst/>
                <a:gdLst>
                  <a:gd name="connsiteX0" fmla="*/ 37446 w 37180"/>
                  <a:gd name="connsiteY0" fmla="*/ 18791 h 37180"/>
                  <a:gd name="connsiteX1" fmla="*/ 18856 w 37180"/>
                  <a:gd name="connsiteY1" fmla="*/ 37382 h 37180"/>
                  <a:gd name="connsiteX2" fmla="*/ 266 w 37180"/>
                  <a:gd name="connsiteY2" fmla="*/ 18791 h 37180"/>
                  <a:gd name="connsiteX3" fmla="*/ 18856 w 37180"/>
                  <a:gd name="connsiteY3" fmla="*/ 201 h 37180"/>
                  <a:gd name="connsiteX4" fmla="*/ 37446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91"/>
                    </a:moveTo>
                    <a:cubicBezTo>
                      <a:pt x="37446" y="29059"/>
                      <a:pt x="29123" y="37382"/>
                      <a:pt x="18856" y="37382"/>
                    </a:cubicBezTo>
                    <a:cubicBezTo>
                      <a:pt x="8589" y="37382"/>
                      <a:pt x="266" y="29059"/>
                      <a:pt x="266" y="18791"/>
                    </a:cubicBezTo>
                    <a:cubicBezTo>
                      <a:pt x="266" y="8524"/>
                      <a:pt x="8589" y="201"/>
                      <a:pt x="18856" y="201"/>
                    </a:cubicBezTo>
                    <a:cubicBezTo>
                      <a:pt x="29123" y="201"/>
                      <a:pt x="37446" y="8524"/>
                      <a:pt x="37446" y="18791"/>
                    </a:cubicBezTo>
                    <a:close/>
                  </a:path>
                </a:pathLst>
              </a:custGeom>
              <a:solidFill>
                <a:srgbClr val="F7DFDF"/>
              </a:solidFill>
              <a:ln w="5753" cap="sq">
                <a:noFill/>
                <a:prstDash val="solid"/>
                <a:miter/>
              </a:ln>
            </p:spPr>
            <p:txBody>
              <a:bodyPr rtlCol="0" anchor="ctr"/>
              <a:lstStyle/>
              <a:p>
                <a:endParaRPr lang="en-US"/>
              </a:p>
            </p:txBody>
          </p:sp>
          <p:sp>
            <p:nvSpPr>
              <p:cNvPr id="2247" name="Freeform: Shape 2246">
                <a:extLst>
                  <a:ext uri="{FF2B5EF4-FFF2-40B4-BE49-F238E27FC236}">
                    <a16:creationId xmlns:a16="http://schemas.microsoft.com/office/drawing/2014/main" id="{52553E2C-6214-A64A-DC9D-1AAA8FB1B748}"/>
                  </a:ext>
                </a:extLst>
              </p:cNvPr>
              <p:cNvSpPr/>
              <p:nvPr/>
            </p:nvSpPr>
            <p:spPr>
              <a:xfrm>
                <a:off x="7722995" y="8157890"/>
                <a:ext cx="41981" cy="41981"/>
              </a:xfrm>
              <a:custGeom>
                <a:avLst/>
                <a:gdLst>
                  <a:gd name="connsiteX0" fmla="*/ 21256 w 41981"/>
                  <a:gd name="connsiteY0" fmla="*/ 5001 h 41981"/>
                  <a:gd name="connsiteX1" fmla="*/ 37446 w 41981"/>
                  <a:gd name="connsiteY1" fmla="*/ 21192 h 41981"/>
                  <a:gd name="connsiteX2" fmla="*/ 37446 w 41981"/>
                  <a:gd name="connsiteY2" fmla="*/ 21192 h 41981"/>
                  <a:gd name="connsiteX3" fmla="*/ 21256 w 41981"/>
                  <a:gd name="connsiteY3" fmla="*/ 37382 h 41981"/>
                  <a:gd name="connsiteX4" fmla="*/ 5066 w 41981"/>
                  <a:gd name="connsiteY4" fmla="*/ 21192 h 41981"/>
                  <a:gd name="connsiteX5" fmla="*/ 21256 w 41981"/>
                  <a:gd name="connsiteY5" fmla="*/ 5001 h 41981"/>
                  <a:gd name="connsiteX6" fmla="*/ 21256 w 41981"/>
                  <a:gd name="connsiteY6" fmla="*/ 201 h 41981"/>
                  <a:gd name="connsiteX7" fmla="*/ 266 w 41981"/>
                  <a:gd name="connsiteY7" fmla="*/ 21192 h 41981"/>
                  <a:gd name="connsiteX8" fmla="*/ 21256 w 41981"/>
                  <a:gd name="connsiteY8" fmla="*/ 42182 h 41981"/>
                  <a:gd name="connsiteX9" fmla="*/ 42247 w 41981"/>
                  <a:gd name="connsiteY9" fmla="*/ 21192 h 41981"/>
                  <a:gd name="connsiteX10" fmla="*/ 42247 w 41981"/>
                  <a:gd name="connsiteY10" fmla="*/ 21192 h 41981"/>
                  <a:gd name="connsiteX11" fmla="*/ 21256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5001"/>
                    </a:moveTo>
                    <a:cubicBezTo>
                      <a:pt x="30198" y="5001"/>
                      <a:pt x="37446" y="12250"/>
                      <a:pt x="37446" y="21192"/>
                    </a:cubicBezTo>
                    <a:lnTo>
                      <a:pt x="37446" y="21192"/>
                    </a:lnTo>
                    <a:cubicBezTo>
                      <a:pt x="37446" y="30133"/>
                      <a:pt x="30198" y="37382"/>
                      <a:pt x="21256" y="37382"/>
                    </a:cubicBezTo>
                    <a:cubicBezTo>
                      <a:pt x="12314" y="37382"/>
                      <a:pt x="5066" y="30133"/>
                      <a:pt x="5066" y="21192"/>
                    </a:cubicBezTo>
                    <a:cubicBezTo>
                      <a:pt x="5066" y="12250"/>
                      <a:pt x="12314" y="5001"/>
                      <a:pt x="21256" y="5001"/>
                    </a:cubicBezTo>
                    <a:close/>
                    <a:moveTo>
                      <a:pt x="21256" y="201"/>
                    </a:moveTo>
                    <a:cubicBezTo>
                      <a:pt x="9664" y="201"/>
                      <a:pt x="266" y="9599"/>
                      <a:pt x="266" y="21192"/>
                    </a:cubicBezTo>
                    <a:cubicBezTo>
                      <a:pt x="266" y="32784"/>
                      <a:pt x="9664" y="42182"/>
                      <a:pt x="21256" y="42182"/>
                    </a:cubicBezTo>
                    <a:cubicBezTo>
                      <a:pt x="32849" y="42182"/>
                      <a:pt x="42247" y="32784"/>
                      <a:pt x="42247" y="21192"/>
                    </a:cubicBezTo>
                    <a:lnTo>
                      <a:pt x="42247" y="21192"/>
                    </a:lnTo>
                    <a:cubicBezTo>
                      <a:pt x="42247" y="9599"/>
                      <a:pt x="32849" y="201"/>
                      <a:pt x="21256" y="201"/>
                    </a:cubicBezTo>
                    <a:close/>
                  </a:path>
                </a:pathLst>
              </a:custGeom>
              <a:solidFill>
                <a:srgbClr val="000000"/>
              </a:solidFill>
              <a:ln w="4794" cap="sq">
                <a:noFill/>
                <a:prstDash val="solid"/>
                <a:round/>
              </a:ln>
            </p:spPr>
            <p:txBody>
              <a:bodyPr rtlCol="0" anchor="ctr"/>
              <a:lstStyle/>
              <a:p>
                <a:endParaRPr lang="en-US"/>
              </a:p>
            </p:txBody>
          </p:sp>
          <p:sp>
            <p:nvSpPr>
              <p:cNvPr id="2248" name="Freeform: Shape 2247">
                <a:extLst>
                  <a:ext uri="{FF2B5EF4-FFF2-40B4-BE49-F238E27FC236}">
                    <a16:creationId xmlns:a16="http://schemas.microsoft.com/office/drawing/2014/main" id="{1521C026-ACF0-DB8D-5C75-18FF63078DA4}"/>
                  </a:ext>
                </a:extLst>
              </p:cNvPr>
              <p:cNvSpPr/>
              <p:nvPr/>
            </p:nvSpPr>
            <p:spPr>
              <a:xfrm>
                <a:off x="7779308" y="7895606"/>
                <a:ext cx="37180" cy="37180"/>
              </a:xfrm>
              <a:custGeom>
                <a:avLst/>
                <a:gdLst>
                  <a:gd name="connsiteX0" fmla="*/ 37456 w 37180"/>
                  <a:gd name="connsiteY0" fmla="*/ 18745 h 37180"/>
                  <a:gd name="connsiteX1" fmla="*/ 18865 w 37180"/>
                  <a:gd name="connsiteY1" fmla="*/ 37336 h 37180"/>
                  <a:gd name="connsiteX2" fmla="*/ 275 w 37180"/>
                  <a:gd name="connsiteY2" fmla="*/ 18745 h 37180"/>
                  <a:gd name="connsiteX3" fmla="*/ 18865 w 37180"/>
                  <a:gd name="connsiteY3" fmla="*/ 155 h 37180"/>
                  <a:gd name="connsiteX4" fmla="*/ 37456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45"/>
                    </a:moveTo>
                    <a:cubicBezTo>
                      <a:pt x="37456" y="29013"/>
                      <a:pt x="29132" y="37336"/>
                      <a:pt x="18865" y="37336"/>
                    </a:cubicBezTo>
                    <a:cubicBezTo>
                      <a:pt x="8598" y="37336"/>
                      <a:pt x="275" y="29013"/>
                      <a:pt x="275" y="18745"/>
                    </a:cubicBezTo>
                    <a:cubicBezTo>
                      <a:pt x="275" y="8478"/>
                      <a:pt x="8598" y="155"/>
                      <a:pt x="18865" y="155"/>
                    </a:cubicBezTo>
                    <a:cubicBezTo>
                      <a:pt x="29132" y="155"/>
                      <a:pt x="37456" y="8478"/>
                      <a:pt x="37456" y="18745"/>
                    </a:cubicBezTo>
                    <a:close/>
                  </a:path>
                </a:pathLst>
              </a:custGeom>
              <a:solidFill>
                <a:srgbClr val="EFF7EF"/>
              </a:solidFill>
              <a:ln w="5753" cap="sq">
                <a:noFill/>
                <a:prstDash val="solid"/>
                <a:miter/>
              </a:ln>
            </p:spPr>
            <p:txBody>
              <a:bodyPr rtlCol="0" anchor="ctr"/>
              <a:lstStyle/>
              <a:p>
                <a:endParaRPr lang="en-US"/>
              </a:p>
            </p:txBody>
          </p:sp>
          <p:sp>
            <p:nvSpPr>
              <p:cNvPr id="2249" name="Freeform: Shape 2248">
                <a:extLst>
                  <a:ext uri="{FF2B5EF4-FFF2-40B4-BE49-F238E27FC236}">
                    <a16:creationId xmlns:a16="http://schemas.microsoft.com/office/drawing/2014/main" id="{43AE5849-EBB1-01A1-F7C0-64C6ECBD1F2A}"/>
                  </a:ext>
                </a:extLst>
              </p:cNvPr>
              <p:cNvSpPr/>
              <p:nvPr/>
            </p:nvSpPr>
            <p:spPr>
              <a:xfrm>
                <a:off x="7776908" y="7893206"/>
                <a:ext cx="41981" cy="41981"/>
              </a:xfrm>
              <a:custGeom>
                <a:avLst/>
                <a:gdLst>
                  <a:gd name="connsiteX0" fmla="*/ 21265 w 41981"/>
                  <a:gd name="connsiteY0" fmla="*/ 4955 h 41981"/>
                  <a:gd name="connsiteX1" fmla="*/ 37456 w 41981"/>
                  <a:gd name="connsiteY1" fmla="*/ 21146 h 41981"/>
                  <a:gd name="connsiteX2" fmla="*/ 37456 w 41981"/>
                  <a:gd name="connsiteY2" fmla="*/ 21146 h 41981"/>
                  <a:gd name="connsiteX3" fmla="*/ 21265 w 41981"/>
                  <a:gd name="connsiteY3" fmla="*/ 37336 h 41981"/>
                  <a:gd name="connsiteX4" fmla="*/ 5075 w 41981"/>
                  <a:gd name="connsiteY4" fmla="*/ 21146 h 41981"/>
                  <a:gd name="connsiteX5" fmla="*/ 21265 w 41981"/>
                  <a:gd name="connsiteY5" fmla="*/ 4955 h 41981"/>
                  <a:gd name="connsiteX6" fmla="*/ 21265 w 41981"/>
                  <a:gd name="connsiteY6" fmla="*/ 155 h 41981"/>
                  <a:gd name="connsiteX7" fmla="*/ 275 w 41981"/>
                  <a:gd name="connsiteY7" fmla="*/ 21146 h 41981"/>
                  <a:gd name="connsiteX8" fmla="*/ 21265 w 41981"/>
                  <a:gd name="connsiteY8" fmla="*/ 42136 h 41981"/>
                  <a:gd name="connsiteX9" fmla="*/ 42256 w 41981"/>
                  <a:gd name="connsiteY9" fmla="*/ 21146 h 41981"/>
                  <a:gd name="connsiteX10" fmla="*/ 42256 w 41981"/>
                  <a:gd name="connsiteY10" fmla="*/ 21146 h 41981"/>
                  <a:gd name="connsiteX11" fmla="*/ 21265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55"/>
                    </a:moveTo>
                    <a:cubicBezTo>
                      <a:pt x="30207" y="4955"/>
                      <a:pt x="37456" y="12204"/>
                      <a:pt x="37456" y="21146"/>
                    </a:cubicBezTo>
                    <a:lnTo>
                      <a:pt x="37456" y="21146"/>
                    </a:lnTo>
                    <a:cubicBezTo>
                      <a:pt x="37456" y="30087"/>
                      <a:pt x="30207" y="37336"/>
                      <a:pt x="21265" y="37336"/>
                    </a:cubicBezTo>
                    <a:cubicBezTo>
                      <a:pt x="12324" y="37336"/>
                      <a:pt x="5075" y="30087"/>
                      <a:pt x="5075" y="21146"/>
                    </a:cubicBezTo>
                    <a:cubicBezTo>
                      <a:pt x="5075" y="12204"/>
                      <a:pt x="12324" y="4955"/>
                      <a:pt x="21265" y="4955"/>
                    </a:cubicBezTo>
                    <a:close/>
                    <a:moveTo>
                      <a:pt x="21265" y="155"/>
                    </a:moveTo>
                    <a:cubicBezTo>
                      <a:pt x="9673" y="155"/>
                      <a:pt x="275" y="9553"/>
                      <a:pt x="275" y="21146"/>
                    </a:cubicBezTo>
                    <a:cubicBezTo>
                      <a:pt x="275" y="32738"/>
                      <a:pt x="9673" y="42136"/>
                      <a:pt x="21265" y="42136"/>
                    </a:cubicBezTo>
                    <a:cubicBezTo>
                      <a:pt x="32858" y="42136"/>
                      <a:pt x="42256" y="32738"/>
                      <a:pt x="42256" y="21146"/>
                    </a:cubicBezTo>
                    <a:lnTo>
                      <a:pt x="42256" y="21146"/>
                    </a:lnTo>
                    <a:cubicBezTo>
                      <a:pt x="42256" y="9553"/>
                      <a:pt x="32858" y="155"/>
                      <a:pt x="21265" y="155"/>
                    </a:cubicBezTo>
                    <a:close/>
                  </a:path>
                </a:pathLst>
              </a:custGeom>
              <a:solidFill>
                <a:srgbClr val="000000"/>
              </a:solidFill>
              <a:ln w="4794" cap="sq">
                <a:noFill/>
                <a:prstDash val="solid"/>
                <a:round/>
              </a:ln>
            </p:spPr>
            <p:txBody>
              <a:bodyPr rtlCol="0" anchor="ctr"/>
              <a:lstStyle/>
              <a:p>
                <a:endParaRPr lang="en-US"/>
              </a:p>
            </p:txBody>
          </p:sp>
          <p:sp>
            <p:nvSpPr>
              <p:cNvPr id="2250" name="Freeform: Shape 2249">
                <a:extLst>
                  <a:ext uri="{FF2B5EF4-FFF2-40B4-BE49-F238E27FC236}">
                    <a16:creationId xmlns:a16="http://schemas.microsoft.com/office/drawing/2014/main" id="{BE30E9DD-A227-A51C-5BE9-29EE654AECC8}"/>
                  </a:ext>
                </a:extLst>
              </p:cNvPr>
              <p:cNvSpPr/>
              <p:nvPr/>
            </p:nvSpPr>
            <p:spPr>
              <a:xfrm>
                <a:off x="7697994" y="8209244"/>
                <a:ext cx="37180" cy="37180"/>
              </a:xfrm>
              <a:custGeom>
                <a:avLst/>
                <a:gdLst>
                  <a:gd name="connsiteX0" fmla="*/ 37442 w 37180"/>
                  <a:gd name="connsiteY0" fmla="*/ 18800 h 37180"/>
                  <a:gd name="connsiteX1" fmla="*/ 18851 w 37180"/>
                  <a:gd name="connsiteY1" fmla="*/ 37390 h 37180"/>
                  <a:gd name="connsiteX2" fmla="*/ 261 w 37180"/>
                  <a:gd name="connsiteY2" fmla="*/ 18800 h 37180"/>
                  <a:gd name="connsiteX3" fmla="*/ 18851 w 37180"/>
                  <a:gd name="connsiteY3" fmla="*/ 209 h 37180"/>
                  <a:gd name="connsiteX4" fmla="*/ 37442 w 37180"/>
                  <a:gd name="connsiteY4" fmla="*/ 1880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800"/>
                    </a:moveTo>
                    <a:cubicBezTo>
                      <a:pt x="37442" y="29067"/>
                      <a:pt x="29118" y="37390"/>
                      <a:pt x="18851" y="37390"/>
                    </a:cubicBezTo>
                    <a:cubicBezTo>
                      <a:pt x="8584" y="37390"/>
                      <a:pt x="261" y="29067"/>
                      <a:pt x="261" y="18800"/>
                    </a:cubicBezTo>
                    <a:cubicBezTo>
                      <a:pt x="261" y="8533"/>
                      <a:pt x="8584" y="209"/>
                      <a:pt x="18851" y="209"/>
                    </a:cubicBezTo>
                    <a:cubicBezTo>
                      <a:pt x="29118" y="209"/>
                      <a:pt x="37442" y="8533"/>
                      <a:pt x="37442" y="18800"/>
                    </a:cubicBezTo>
                    <a:close/>
                  </a:path>
                </a:pathLst>
              </a:custGeom>
              <a:solidFill>
                <a:srgbClr val="DAF7DA"/>
              </a:solidFill>
              <a:ln w="5753" cap="sq">
                <a:noFill/>
                <a:prstDash val="solid"/>
                <a:miter/>
              </a:ln>
            </p:spPr>
            <p:txBody>
              <a:bodyPr rtlCol="0" anchor="ctr"/>
              <a:lstStyle/>
              <a:p>
                <a:endParaRPr lang="en-US"/>
              </a:p>
            </p:txBody>
          </p:sp>
          <p:sp>
            <p:nvSpPr>
              <p:cNvPr id="2251" name="Freeform: Shape 2250">
                <a:extLst>
                  <a:ext uri="{FF2B5EF4-FFF2-40B4-BE49-F238E27FC236}">
                    <a16:creationId xmlns:a16="http://schemas.microsoft.com/office/drawing/2014/main" id="{2C414EFA-8A54-768B-A8DF-EA42984C6433}"/>
                  </a:ext>
                </a:extLst>
              </p:cNvPr>
              <p:cNvSpPr/>
              <p:nvPr/>
            </p:nvSpPr>
            <p:spPr>
              <a:xfrm>
                <a:off x="7695594" y="8206844"/>
                <a:ext cx="41981" cy="41981"/>
              </a:xfrm>
              <a:custGeom>
                <a:avLst/>
                <a:gdLst>
                  <a:gd name="connsiteX0" fmla="*/ 21251 w 41981"/>
                  <a:gd name="connsiteY0" fmla="*/ 5010 h 41981"/>
                  <a:gd name="connsiteX1" fmla="*/ 37442 w 41981"/>
                  <a:gd name="connsiteY1" fmla="*/ 21200 h 41981"/>
                  <a:gd name="connsiteX2" fmla="*/ 37442 w 41981"/>
                  <a:gd name="connsiteY2" fmla="*/ 21200 h 41981"/>
                  <a:gd name="connsiteX3" fmla="*/ 21251 w 41981"/>
                  <a:gd name="connsiteY3" fmla="*/ 37390 h 41981"/>
                  <a:gd name="connsiteX4" fmla="*/ 5061 w 41981"/>
                  <a:gd name="connsiteY4" fmla="*/ 21200 h 41981"/>
                  <a:gd name="connsiteX5" fmla="*/ 21251 w 41981"/>
                  <a:gd name="connsiteY5" fmla="*/ 5010 h 41981"/>
                  <a:gd name="connsiteX6" fmla="*/ 21251 w 41981"/>
                  <a:gd name="connsiteY6" fmla="*/ 209 h 41981"/>
                  <a:gd name="connsiteX7" fmla="*/ 261 w 41981"/>
                  <a:gd name="connsiteY7" fmla="*/ 21200 h 41981"/>
                  <a:gd name="connsiteX8" fmla="*/ 21251 w 41981"/>
                  <a:gd name="connsiteY8" fmla="*/ 42191 h 41981"/>
                  <a:gd name="connsiteX9" fmla="*/ 42242 w 41981"/>
                  <a:gd name="connsiteY9" fmla="*/ 21200 h 41981"/>
                  <a:gd name="connsiteX10" fmla="*/ 42242 w 41981"/>
                  <a:gd name="connsiteY10" fmla="*/ 21200 h 41981"/>
                  <a:gd name="connsiteX11" fmla="*/ 21251 w 41981"/>
                  <a:gd name="connsiteY11" fmla="*/ 2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5010"/>
                    </a:moveTo>
                    <a:cubicBezTo>
                      <a:pt x="30193" y="5010"/>
                      <a:pt x="37442" y="12258"/>
                      <a:pt x="37442" y="21200"/>
                    </a:cubicBezTo>
                    <a:lnTo>
                      <a:pt x="37442" y="21200"/>
                    </a:lnTo>
                    <a:cubicBezTo>
                      <a:pt x="37442" y="30142"/>
                      <a:pt x="30193" y="37390"/>
                      <a:pt x="21251" y="37390"/>
                    </a:cubicBezTo>
                    <a:cubicBezTo>
                      <a:pt x="12310" y="37390"/>
                      <a:pt x="5061" y="30142"/>
                      <a:pt x="5061" y="21200"/>
                    </a:cubicBezTo>
                    <a:cubicBezTo>
                      <a:pt x="5061" y="12258"/>
                      <a:pt x="12310" y="5010"/>
                      <a:pt x="21251" y="5010"/>
                    </a:cubicBezTo>
                    <a:close/>
                    <a:moveTo>
                      <a:pt x="21251" y="209"/>
                    </a:moveTo>
                    <a:cubicBezTo>
                      <a:pt x="9659" y="209"/>
                      <a:pt x="261" y="9607"/>
                      <a:pt x="261" y="21200"/>
                    </a:cubicBezTo>
                    <a:cubicBezTo>
                      <a:pt x="261" y="32793"/>
                      <a:pt x="9659" y="42191"/>
                      <a:pt x="21251" y="42191"/>
                    </a:cubicBezTo>
                    <a:cubicBezTo>
                      <a:pt x="32844" y="42191"/>
                      <a:pt x="42242" y="32793"/>
                      <a:pt x="42242" y="21200"/>
                    </a:cubicBezTo>
                    <a:lnTo>
                      <a:pt x="42242" y="21200"/>
                    </a:lnTo>
                    <a:cubicBezTo>
                      <a:pt x="42242" y="9607"/>
                      <a:pt x="32844" y="209"/>
                      <a:pt x="21251" y="209"/>
                    </a:cubicBezTo>
                    <a:close/>
                  </a:path>
                </a:pathLst>
              </a:custGeom>
              <a:solidFill>
                <a:srgbClr val="000000"/>
              </a:solidFill>
              <a:ln w="4794" cap="sq">
                <a:noFill/>
                <a:prstDash val="solid"/>
                <a:round/>
              </a:ln>
            </p:spPr>
            <p:txBody>
              <a:bodyPr rtlCol="0" anchor="ctr"/>
              <a:lstStyle/>
              <a:p>
                <a:endParaRPr lang="en-US"/>
              </a:p>
            </p:txBody>
          </p:sp>
          <p:sp>
            <p:nvSpPr>
              <p:cNvPr id="2252" name="Freeform: Shape 2251">
                <a:extLst>
                  <a:ext uri="{FF2B5EF4-FFF2-40B4-BE49-F238E27FC236}">
                    <a16:creationId xmlns:a16="http://schemas.microsoft.com/office/drawing/2014/main" id="{8CA82908-2B58-339A-58FE-15F7342BE8D2}"/>
                  </a:ext>
                </a:extLst>
              </p:cNvPr>
              <p:cNvSpPr/>
              <p:nvPr/>
            </p:nvSpPr>
            <p:spPr>
              <a:xfrm>
                <a:off x="7639058" y="7922511"/>
                <a:ext cx="37180" cy="37180"/>
              </a:xfrm>
              <a:custGeom>
                <a:avLst/>
                <a:gdLst>
                  <a:gd name="connsiteX0" fmla="*/ 37431 w 37180"/>
                  <a:gd name="connsiteY0" fmla="*/ 18750 h 37180"/>
                  <a:gd name="connsiteX1" fmla="*/ 18841 w 37180"/>
                  <a:gd name="connsiteY1" fmla="*/ 37340 h 37180"/>
                  <a:gd name="connsiteX2" fmla="*/ 251 w 37180"/>
                  <a:gd name="connsiteY2" fmla="*/ 18750 h 37180"/>
                  <a:gd name="connsiteX3" fmla="*/ 18841 w 37180"/>
                  <a:gd name="connsiteY3" fmla="*/ 160 h 37180"/>
                  <a:gd name="connsiteX4" fmla="*/ 37431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50"/>
                    </a:moveTo>
                    <a:cubicBezTo>
                      <a:pt x="37431" y="29017"/>
                      <a:pt x="29108" y="37340"/>
                      <a:pt x="18841" y="37340"/>
                    </a:cubicBezTo>
                    <a:cubicBezTo>
                      <a:pt x="8574" y="37340"/>
                      <a:pt x="251" y="29017"/>
                      <a:pt x="251" y="18750"/>
                    </a:cubicBezTo>
                    <a:cubicBezTo>
                      <a:pt x="251" y="8483"/>
                      <a:pt x="8574" y="160"/>
                      <a:pt x="18841" y="160"/>
                    </a:cubicBezTo>
                    <a:cubicBezTo>
                      <a:pt x="29108" y="160"/>
                      <a:pt x="37431" y="8483"/>
                      <a:pt x="37431" y="18750"/>
                    </a:cubicBezTo>
                    <a:close/>
                  </a:path>
                </a:pathLst>
              </a:custGeom>
              <a:solidFill>
                <a:srgbClr val="F7DFDF"/>
              </a:solidFill>
              <a:ln w="5753" cap="sq">
                <a:noFill/>
                <a:prstDash val="solid"/>
                <a:miter/>
              </a:ln>
            </p:spPr>
            <p:txBody>
              <a:bodyPr rtlCol="0" anchor="ctr"/>
              <a:lstStyle/>
              <a:p>
                <a:endParaRPr lang="en-US"/>
              </a:p>
            </p:txBody>
          </p:sp>
          <p:sp>
            <p:nvSpPr>
              <p:cNvPr id="2253" name="Freeform: Shape 2252">
                <a:extLst>
                  <a:ext uri="{FF2B5EF4-FFF2-40B4-BE49-F238E27FC236}">
                    <a16:creationId xmlns:a16="http://schemas.microsoft.com/office/drawing/2014/main" id="{01EF2195-6862-E98F-DDDE-B4E4E5B7F492}"/>
                  </a:ext>
                </a:extLst>
              </p:cNvPr>
              <p:cNvSpPr/>
              <p:nvPr/>
            </p:nvSpPr>
            <p:spPr>
              <a:xfrm>
                <a:off x="7636658" y="7920111"/>
                <a:ext cx="41981" cy="41981"/>
              </a:xfrm>
              <a:custGeom>
                <a:avLst/>
                <a:gdLst>
                  <a:gd name="connsiteX0" fmla="*/ 21241 w 41981"/>
                  <a:gd name="connsiteY0" fmla="*/ 4960 h 41981"/>
                  <a:gd name="connsiteX1" fmla="*/ 37431 w 41981"/>
                  <a:gd name="connsiteY1" fmla="*/ 21150 h 41981"/>
                  <a:gd name="connsiteX2" fmla="*/ 37431 w 41981"/>
                  <a:gd name="connsiteY2" fmla="*/ 21150 h 41981"/>
                  <a:gd name="connsiteX3" fmla="*/ 21241 w 41981"/>
                  <a:gd name="connsiteY3" fmla="*/ 37340 h 41981"/>
                  <a:gd name="connsiteX4" fmla="*/ 5051 w 41981"/>
                  <a:gd name="connsiteY4" fmla="*/ 21150 h 41981"/>
                  <a:gd name="connsiteX5" fmla="*/ 21241 w 41981"/>
                  <a:gd name="connsiteY5" fmla="*/ 4960 h 41981"/>
                  <a:gd name="connsiteX6" fmla="*/ 21241 w 41981"/>
                  <a:gd name="connsiteY6" fmla="*/ 160 h 41981"/>
                  <a:gd name="connsiteX7" fmla="*/ 251 w 41981"/>
                  <a:gd name="connsiteY7" fmla="*/ 21150 h 41981"/>
                  <a:gd name="connsiteX8" fmla="*/ 21241 w 41981"/>
                  <a:gd name="connsiteY8" fmla="*/ 42141 h 41981"/>
                  <a:gd name="connsiteX9" fmla="*/ 42232 w 41981"/>
                  <a:gd name="connsiteY9" fmla="*/ 21150 h 41981"/>
                  <a:gd name="connsiteX10" fmla="*/ 42232 w 41981"/>
                  <a:gd name="connsiteY10" fmla="*/ 21150 h 41981"/>
                  <a:gd name="connsiteX11" fmla="*/ 21241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60"/>
                    </a:moveTo>
                    <a:cubicBezTo>
                      <a:pt x="30183" y="4960"/>
                      <a:pt x="37431" y="12208"/>
                      <a:pt x="37431" y="21150"/>
                    </a:cubicBezTo>
                    <a:lnTo>
                      <a:pt x="37431" y="21150"/>
                    </a:lnTo>
                    <a:cubicBezTo>
                      <a:pt x="37431" y="30092"/>
                      <a:pt x="30183" y="37340"/>
                      <a:pt x="21241" y="37340"/>
                    </a:cubicBezTo>
                    <a:cubicBezTo>
                      <a:pt x="12299" y="37340"/>
                      <a:pt x="5051" y="30092"/>
                      <a:pt x="5051" y="21150"/>
                    </a:cubicBezTo>
                    <a:cubicBezTo>
                      <a:pt x="5051" y="12208"/>
                      <a:pt x="12299" y="4960"/>
                      <a:pt x="21241" y="4960"/>
                    </a:cubicBezTo>
                    <a:close/>
                    <a:moveTo>
                      <a:pt x="21241" y="160"/>
                    </a:moveTo>
                    <a:cubicBezTo>
                      <a:pt x="9649" y="160"/>
                      <a:pt x="251" y="9558"/>
                      <a:pt x="251" y="21150"/>
                    </a:cubicBezTo>
                    <a:cubicBezTo>
                      <a:pt x="251" y="32743"/>
                      <a:pt x="9649" y="42141"/>
                      <a:pt x="21241" y="42141"/>
                    </a:cubicBezTo>
                    <a:cubicBezTo>
                      <a:pt x="32834" y="42141"/>
                      <a:pt x="42232" y="32743"/>
                      <a:pt x="42232" y="21150"/>
                    </a:cubicBezTo>
                    <a:lnTo>
                      <a:pt x="42232" y="21150"/>
                    </a:lnTo>
                    <a:cubicBezTo>
                      <a:pt x="42232" y="9558"/>
                      <a:pt x="32834" y="160"/>
                      <a:pt x="21241" y="160"/>
                    </a:cubicBezTo>
                    <a:close/>
                  </a:path>
                </a:pathLst>
              </a:custGeom>
              <a:solidFill>
                <a:srgbClr val="000000"/>
              </a:solidFill>
              <a:ln w="4794" cap="sq">
                <a:noFill/>
                <a:prstDash val="solid"/>
                <a:round/>
              </a:ln>
            </p:spPr>
            <p:txBody>
              <a:bodyPr rtlCol="0" anchor="ctr"/>
              <a:lstStyle/>
              <a:p>
                <a:endParaRPr lang="en-US"/>
              </a:p>
            </p:txBody>
          </p:sp>
          <p:sp>
            <p:nvSpPr>
              <p:cNvPr id="2254" name="Freeform: Shape 2253">
                <a:extLst>
                  <a:ext uri="{FF2B5EF4-FFF2-40B4-BE49-F238E27FC236}">
                    <a16:creationId xmlns:a16="http://schemas.microsoft.com/office/drawing/2014/main" id="{EE53ED08-3DA8-104C-BAD5-790090B47C8A}"/>
                  </a:ext>
                </a:extLst>
              </p:cNvPr>
              <p:cNvSpPr/>
              <p:nvPr/>
            </p:nvSpPr>
            <p:spPr>
              <a:xfrm>
                <a:off x="7640262" y="7716706"/>
                <a:ext cx="37180" cy="37180"/>
              </a:xfrm>
              <a:custGeom>
                <a:avLst/>
                <a:gdLst>
                  <a:gd name="connsiteX0" fmla="*/ 37432 w 37180"/>
                  <a:gd name="connsiteY0" fmla="*/ 18714 h 37180"/>
                  <a:gd name="connsiteX1" fmla="*/ 18841 w 37180"/>
                  <a:gd name="connsiteY1" fmla="*/ 37305 h 37180"/>
                  <a:gd name="connsiteX2" fmla="*/ 251 w 37180"/>
                  <a:gd name="connsiteY2" fmla="*/ 18714 h 37180"/>
                  <a:gd name="connsiteX3" fmla="*/ 18841 w 37180"/>
                  <a:gd name="connsiteY3" fmla="*/ 124 h 37180"/>
                  <a:gd name="connsiteX4" fmla="*/ 37432 w 37180"/>
                  <a:gd name="connsiteY4" fmla="*/ 1871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14"/>
                    </a:moveTo>
                    <a:cubicBezTo>
                      <a:pt x="37432" y="28982"/>
                      <a:pt x="29108" y="37305"/>
                      <a:pt x="18841" y="37305"/>
                    </a:cubicBezTo>
                    <a:cubicBezTo>
                      <a:pt x="8574" y="37305"/>
                      <a:pt x="251" y="28982"/>
                      <a:pt x="251" y="18714"/>
                    </a:cubicBezTo>
                    <a:cubicBezTo>
                      <a:pt x="251" y="8447"/>
                      <a:pt x="8574" y="124"/>
                      <a:pt x="18841" y="124"/>
                    </a:cubicBezTo>
                    <a:cubicBezTo>
                      <a:pt x="29108" y="124"/>
                      <a:pt x="37432" y="8447"/>
                      <a:pt x="37432" y="18714"/>
                    </a:cubicBezTo>
                    <a:close/>
                  </a:path>
                </a:pathLst>
              </a:custGeom>
              <a:solidFill>
                <a:srgbClr val="F7A500"/>
              </a:solidFill>
              <a:ln w="5753" cap="sq">
                <a:noFill/>
                <a:prstDash val="solid"/>
                <a:miter/>
              </a:ln>
            </p:spPr>
            <p:txBody>
              <a:bodyPr rtlCol="0" anchor="ctr"/>
              <a:lstStyle/>
              <a:p>
                <a:endParaRPr lang="en-US"/>
              </a:p>
            </p:txBody>
          </p:sp>
          <p:sp>
            <p:nvSpPr>
              <p:cNvPr id="2255" name="Freeform: Shape 2254">
                <a:extLst>
                  <a:ext uri="{FF2B5EF4-FFF2-40B4-BE49-F238E27FC236}">
                    <a16:creationId xmlns:a16="http://schemas.microsoft.com/office/drawing/2014/main" id="{CB002E0A-0C1B-3012-F024-E1E1A8444076}"/>
                  </a:ext>
                </a:extLst>
              </p:cNvPr>
              <p:cNvSpPr/>
              <p:nvPr/>
            </p:nvSpPr>
            <p:spPr>
              <a:xfrm>
                <a:off x="7637862" y="7714306"/>
                <a:ext cx="41981" cy="41981"/>
              </a:xfrm>
              <a:custGeom>
                <a:avLst/>
                <a:gdLst>
                  <a:gd name="connsiteX0" fmla="*/ 21241 w 41981"/>
                  <a:gd name="connsiteY0" fmla="*/ 4924 h 41981"/>
                  <a:gd name="connsiteX1" fmla="*/ 37432 w 41981"/>
                  <a:gd name="connsiteY1" fmla="*/ 21115 h 41981"/>
                  <a:gd name="connsiteX2" fmla="*/ 37432 w 41981"/>
                  <a:gd name="connsiteY2" fmla="*/ 21115 h 41981"/>
                  <a:gd name="connsiteX3" fmla="*/ 21241 w 41981"/>
                  <a:gd name="connsiteY3" fmla="*/ 37305 h 41981"/>
                  <a:gd name="connsiteX4" fmla="*/ 5051 w 41981"/>
                  <a:gd name="connsiteY4" fmla="*/ 21115 h 41981"/>
                  <a:gd name="connsiteX5" fmla="*/ 21241 w 41981"/>
                  <a:gd name="connsiteY5" fmla="*/ 4924 h 41981"/>
                  <a:gd name="connsiteX6" fmla="*/ 21241 w 41981"/>
                  <a:gd name="connsiteY6" fmla="*/ 124 h 41981"/>
                  <a:gd name="connsiteX7" fmla="*/ 251 w 41981"/>
                  <a:gd name="connsiteY7" fmla="*/ 21115 h 41981"/>
                  <a:gd name="connsiteX8" fmla="*/ 21241 w 41981"/>
                  <a:gd name="connsiteY8" fmla="*/ 42105 h 41981"/>
                  <a:gd name="connsiteX9" fmla="*/ 42232 w 41981"/>
                  <a:gd name="connsiteY9" fmla="*/ 21115 h 41981"/>
                  <a:gd name="connsiteX10" fmla="*/ 42232 w 41981"/>
                  <a:gd name="connsiteY10" fmla="*/ 21115 h 41981"/>
                  <a:gd name="connsiteX11" fmla="*/ 21241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24"/>
                    </a:moveTo>
                    <a:cubicBezTo>
                      <a:pt x="30183" y="4924"/>
                      <a:pt x="37432" y="12173"/>
                      <a:pt x="37432" y="21115"/>
                    </a:cubicBezTo>
                    <a:lnTo>
                      <a:pt x="37432" y="21115"/>
                    </a:lnTo>
                    <a:cubicBezTo>
                      <a:pt x="37432" y="30056"/>
                      <a:pt x="30183" y="37305"/>
                      <a:pt x="21241" y="37305"/>
                    </a:cubicBezTo>
                    <a:cubicBezTo>
                      <a:pt x="12300" y="37305"/>
                      <a:pt x="5051" y="30056"/>
                      <a:pt x="5051" y="21115"/>
                    </a:cubicBezTo>
                    <a:cubicBezTo>
                      <a:pt x="5051" y="12173"/>
                      <a:pt x="12300" y="4924"/>
                      <a:pt x="21241" y="4924"/>
                    </a:cubicBezTo>
                    <a:close/>
                    <a:moveTo>
                      <a:pt x="21241" y="124"/>
                    </a:moveTo>
                    <a:cubicBezTo>
                      <a:pt x="9649" y="124"/>
                      <a:pt x="251" y="9522"/>
                      <a:pt x="251" y="21115"/>
                    </a:cubicBezTo>
                    <a:cubicBezTo>
                      <a:pt x="251" y="32707"/>
                      <a:pt x="9649" y="42105"/>
                      <a:pt x="21241" y="42105"/>
                    </a:cubicBezTo>
                    <a:cubicBezTo>
                      <a:pt x="32834" y="42105"/>
                      <a:pt x="42232" y="32707"/>
                      <a:pt x="42232" y="21115"/>
                    </a:cubicBezTo>
                    <a:lnTo>
                      <a:pt x="42232" y="21115"/>
                    </a:lnTo>
                    <a:cubicBezTo>
                      <a:pt x="42232" y="9522"/>
                      <a:pt x="32834" y="124"/>
                      <a:pt x="21241" y="124"/>
                    </a:cubicBezTo>
                    <a:close/>
                  </a:path>
                </a:pathLst>
              </a:custGeom>
              <a:solidFill>
                <a:srgbClr val="000000"/>
              </a:solidFill>
              <a:ln w="4794" cap="sq">
                <a:noFill/>
                <a:prstDash val="solid"/>
                <a:round/>
              </a:ln>
            </p:spPr>
            <p:txBody>
              <a:bodyPr rtlCol="0" anchor="ctr"/>
              <a:lstStyle/>
              <a:p>
                <a:endParaRPr lang="en-US"/>
              </a:p>
            </p:txBody>
          </p:sp>
          <p:sp>
            <p:nvSpPr>
              <p:cNvPr id="2256" name="Freeform: Shape 2255">
                <a:extLst>
                  <a:ext uri="{FF2B5EF4-FFF2-40B4-BE49-F238E27FC236}">
                    <a16:creationId xmlns:a16="http://schemas.microsoft.com/office/drawing/2014/main" id="{A4289D70-749A-B405-C770-9141433D489B}"/>
                  </a:ext>
                </a:extLst>
              </p:cNvPr>
              <p:cNvSpPr/>
              <p:nvPr/>
            </p:nvSpPr>
            <p:spPr>
              <a:xfrm>
                <a:off x="7633125" y="7888026"/>
                <a:ext cx="37180" cy="37180"/>
              </a:xfrm>
              <a:custGeom>
                <a:avLst/>
                <a:gdLst>
                  <a:gd name="connsiteX0" fmla="*/ 37430 w 37180"/>
                  <a:gd name="connsiteY0" fmla="*/ 18744 h 37180"/>
                  <a:gd name="connsiteX1" fmla="*/ 18840 w 37180"/>
                  <a:gd name="connsiteY1" fmla="*/ 37334 h 37180"/>
                  <a:gd name="connsiteX2" fmla="*/ 250 w 37180"/>
                  <a:gd name="connsiteY2" fmla="*/ 18744 h 37180"/>
                  <a:gd name="connsiteX3" fmla="*/ 18840 w 37180"/>
                  <a:gd name="connsiteY3" fmla="*/ 154 h 37180"/>
                  <a:gd name="connsiteX4" fmla="*/ 37430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44"/>
                    </a:moveTo>
                    <a:cubicBezTo>
                      <a:pt x="37430" y="29011"/>
                      <a:pt x="29107" y="37334"/>
                      <a:pt x="18840" y="37334"/>
                    </a:cubicBezTo>
                    <a:cubicBezTo>
                      <a:pt x="8573" y="37334"/>
                      <a:pt x="250" y="29011"/>
                      <a:pt x="250" y="18744"/>
                    </a:cubicBezTo>
                    <a:cubicBezTo>
                      <a:pt x="250" y="8477"/>
                      <a:pt x="8573" y="154"/>
                      <a:pt x="18840" y="154"/>
                    </a:cubicBezTo>
                    <a:cubicBezTo>
                      <a:pt x="29107" y="154"/>
                      <a:pt x="37430" y="8477"/>
                      <a:pt x="37430" y="18744"/>
                    </a:cubicBezTo>
                    <a:close/>
                  </a:path>
                </a:pathLst>
              </a:custGeom>
              <a:solidFill>
                <a:srgbClr val="B6F7B6"/>
              </a:solidFill>
              <a:ln w="5753" cap="sq">
                <a:noFill/>
                <a:prstDash val="solid"/>
                <a:miter/>
              </a:ln>
            </p:spPr>
            <p:txBody>
              <a:bodyPr rtlCol="0" anchor="ctr"/>
              <a:lstStyle/>
              <a:p>
                <a:endParaRPr lang="en-US"/>
              </a:p>
            </p:txBody>
          </p:sp>
          <p:sp>
            <p:nvSpPr>
              <p:cNvPr id="2257" name="Freeform: Shape 2256">
                <a:extLst>
                  <a:ext uri="{FF2B5EF4-FFF2-40B4-BE49-F238E27FC236}">
                    <a16:creationId xmlns:a16="http://schemas.microsoft.com/office/drawing/2014/main" id="{CE8B868E-F99D-4104-4390-3994C6D199B1}"/>
                  </a:ext>
                </a:extLst>
              </p:cNvPr>
              <p:cNvSpPr/>
              <p:nvPr/>
            </p:nvSpPr>
            <p:spPr>
              <a:xfrm>
                <a:off x="7630725" y="7885626"/>
                <a:ext cx="41981" cy="41981"/>
              </a:xfrm>
              <a:custGeom>
                <a:avLst/>
                <a:gdLst>
                  <a:gd name="connsiteX0" fmla="*/ 21240 w 41981"/>
                  <a:gd name="connsiteY0" fmla="*/ 4954 h 41981"/>
                  <a:gd name="connsiteX1" fmla="*/ 37430 w 41981"/>
                  <a:gd name="connsiteY1" fmla="*/ 21144 h 41981"/>
                  <a:gd name="connsiteX2" fmla="*/ 37430 w 41981"/>
                  <a:gd name="connsiteY2" fmla="*/ 21144 h 41981"/>
                  <a:gd name="connsiteX3" fmla="*/ 21240 w 41981"/>
                  <a:gd name="connsiteY3" fmla="*/ 37334 h 41981"/>
                  <a:gd name="connsiteX4" fmla="*/ 5050 w 41981"/>
                  <a:gd name="connsiteY4" fmla="*/ 21144 h 41981"/>
                  <a:gd name="connsiteX5" fmla="*/ 21240 w 41981"/>
                  <a:gd name="connsiteY5" fmla="*/ 4954 h 41981"/>
                  <a:gd name="connsiteX6" fmla="*/ 21240 w 41981"/>
                  <a:gd name="connsiteY6" fmla="*/ 154 h 41981"/>
                  <a:gd name="connsiteX7" fmla="*/ 250 w 41981"/>
                  <a:gd name="connsiteY7" fmla="*/ 21144 h 41981"/>
                  <a:gd name="connsiteX8" fmla="*/ 21240 w 41981"/>
                  <a:gd name="connsiteY8" fmla="*/ 42135 h 41981"/>
                  <a:gd name="connsiteX9" fmla="*/ 42231 w 41981"/>
                  <a:gd name="connsiteY9" fmla="*/ 21144 h 41981"/>
                  <a:gd name="connsiteX10" fmla="*/ 42231 w 41981"/>
                  <a:gd name="connsiteY10" fmla="*/ 21144 h 41981"/>
                  <a:gd name="connsiteX11" fmla="*/ 21240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54"/>
                    </a:moveTo>
                    <a:cubicBezTo>
                      <a:pt x="30182" y="4954"/>
                      <a:pt x="37430" y="12202"/>
                      <a:pt x="37430" y="21144"/>
                    </a:cubicBezTo>
                    <a:lnTo>
                      <a:pt x="37430" y="21144"/>
                    </a:lnTo>
                    <a:cubicBezTo>
                      <a:pt x="37430" y="30086"/>
                      <a:pt x="30182" y="37334"/>
                      <a:pt x="21240" y="37334"/>
                    </a:cubicBezTo>
                    <a:cubicBezTo>
                      <a:pt x="12298" y="37334"/>
                      <a:pt x="5050" y="30086"/>
                      <a:pt x="5050" y="21144"/>
                    </a:cubicBezTo>
                    <a:cubicBezTo>
                      <a:pt x="5050" y="12202"/>
                      <a:pt x="12298" y="4954"/>
                      <a:pt x="21240" y="4954"/>
                    </a:cubicBezTo>
                    <a:close/>
                    <a:moveTo>
                      <a:pt x="21240" y="154"/>
                    </a:moveTo>
                    <a:cubicBezTo>
                      <a:pt x="9648" y="154"/>
                      <a:pt x="250" y="9552"/>
                      <a:pt x="250" y="21144"/>
                    </a:cubicBezTo>
                    <a:cubicBezTo>
                      <a:pt x="250" y="32737"/>
                      <a:pt x="9648" y="42135"/>
                      <a:pt x="21240" y="42135"/>
                    </a:cubicBezTo>
                    <a:cubicBezTo>
                      <a:pt x="32833" y="42135"/>
                      <a:pt x="42231" y="32737"/>
                      <a:pt x="42231" y="21144"/>
                    </a:cubicBezTo>
                    <a:lnTo>
                      <a:pt x="42231" y="21144"/>
                    </a:lnTo>
                    <a:cubicBezTo>
                      <a:pt x="42231" y="9552"/>
                      <a:pt x="32833" y="154"/>
                      <a:pt x="21240" y="154"/>
                    </a:cubicBezTo>
                    <a:close/>
                  </a:path>
                </a:pathLst>
              </a:custGeom>
              <a:solidFill>
                <a:srgbClr val="000000"/>
              </a:solidFill>
              <a:ln w="4794" cap="sq">
                <a:noFill/>
                <a:prstDash val="solid"/>
                <a:round/>
              </a:ln>
            </p:spPr>
            <p:txBody>
              <a:bodyPr rtlCol="0" anchor="ctr"/>
              <a:lstStyle/>
              <a:p>
                <a:endParaRPr lang="en-US"/>
              </a:p>
            </p:txBody>
          </p:sp>
          <p:sp>
            <p:nvSpPr>
              <p:cNvPr id="2258" name="Freeform: Shape 2257">
                <a:extLst>
                  <a:ext uri="{FF2B5EF4-FFF2-40B4-BE49-F238E27FC236}">
                    <a16:creationId xmlns:a16="http://schemas.microsoft.com/office/drawing/2014/main" id="{BB27E0E9-D5BE-3C03-D745-40703B91C2DF}"/>
                  </a:ext>
                </a:extLst>
              </p:cNvPr>
              <p:cNvSpPr/>
              <p:nvPr/>
            </p:nvSpPr>
            <p:spPr>
              <a:xfrm>
                <a:off x="7591688" y="7919113"/>
                <a:ext cx="37180" cy="37180"/>
              </a:xfrm>
              <a:custGeom>
                <a:avLst/>
                <a:gdLst>
                  <a:gd name="connsiteX0" fmla="*/ 37423 w 37180"/>
                  <a:gd name="connsiteY0" fmla="*/ 18749 h 37180"/>
                  <a:gd name="connsiteX1" fmla="*/ 18833 w 37180"/>
                  <a:gd name="connsiteY1" fmla="*/ 37340 h 37180"/>
                  <a:gd name="connsiteX2" fmla="*/ 242 w 37180"/>
                  <a:gd name="connsiteY2" fmla="*/ 18749 h 37180"/>
                  <a:gd name="connsiteX3" fmla="*/ 18833 w 37180"/>
                  <a:gd name="connsiteY3" fmla="*/ 159 h 37180"/>
                  <a:gd name="connsiteX4" fmla="*/ 37423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49"/>
                    </a:moveTo>
                    <a:cubicBezTo>
                      <a:pt x="37423" y="29017"/>
                      <a:pt x="29100" y="37340"/>
                      <a:pt x="18833" y="37340"/>
                    </a:cubicBezTo>
                    <a:cubicBezTo>
                      <a:pt x="8566" y="37340"/>
                      <a:pt x="242" y="29017"/>
                      <a:pt x="242" y="18749"/>
                    </a:cubicBezTo>
                    <a:cubicBezTo>
                      <a:pt x="242" y="8482"/>
                      <a:pt x="8566" y="159"/>
                      <a:pt x="18833" y="159"/>
                    </a:cubicBezTo>
                    <a:cubicBezTo>
                      <a:pt x="29100" y="159"/>
                      <a:pt x="37423" y="8482"/>
                      <a:pt x="37423" y="18749"/>
                    </a:cubicBezTo>
                    <a:close/>
                  </a:path>
                </a:pathLst>
              </a:custGeom>
              <a:solidFill>
                <a:srgbClr val="EBF7EB"/>
              </a:solidFill>
              <a:ln w="5753" cap="sq">
                <a:noFill/>
                <a:prstDash val="solid"/>
                <a:miter/>
              </a:ln>
            </p:spPr>
            <p:txBody>
              <a:bodyPr rtlCol="0" anchor="ctr"/>
              <a:lstStyle/>
              <a:p>
                <a:endParaRPr lang="en-US"/>
              </a:p>
            </p:txBody>
          </p:sp>
          <p:sp>
            <p:nvSpPr>
              <p:cNvPr id="2259" name="Freeform: Shape 2258">
                <a:extLst>
                  <a:ext uri="{FF2B5EF4-FFF2-40B4-BE49-F238E27FC236}">
                    <a16:creationId xmlns:a16="http://schemas.microsoft.com/office/drawing/2014/main" id="{136D68E6-E946-06A5-199C-0B9B42442383}"/>
                  </a:ext>
                </a:extLst>
              </p:cNvPr>
              <p:cNvSpPr/>
              <p:nvPr/>
            </p:nvSpPr>
            <p:spPr>
              <a:xfrm>
                <a:off x="7589288" y="7916713"/>
                <a:ext cx="41981" cy="41981"/>
              </a:xfrm>
              <a:custGeom>
                <a:avLst/>
                <a:gdLst>
                  <a:gd name="connsiteX0" fmla="*/ 21233 w 41981"/>
                  <a:gd name="connsiteY0" fmla="*/ 4959 h 41981"/>
                  <a:gd name="connsiteX1" fmla="*/ 37423 w 41981"/>
                  <a:gd name="connsiteY1" fmla="*/ 21150 h 41981"/>
                  <a:gd name="connsiteX2" fmla="*/ 37423 w 41981"/>
                  <a:gd name="connsiteY2" fmla="*/ 21150 h 41981"/>
                  <a:gd name="connsiteX3" fmla="*/ 21233 w 41981"/>
                  <a:gd name="connsiteY3" fmla="*/ 37340 h 41981"/>
                  <a:gd name="connsiteX4" fmla="*/ 5043 w 41981"/>
                  <a:gd name="connsiteY4" fmla="*/ 21150 h 41981"/>
                  <a:gd name="connsiteX5" fmla="*/ 21233 w 41981"/>
                  <a:gd name="connsiteY5" fmla="*/ 4959 h 41981"/>
                  <a:gd name="connsiteX6" fmla="*/ 21233 w 41981"/>
                  <a:gd name="connsiteY6" fmla="*/ 159 h 41981"/>
                  <a:gd name="connsiteX7" fmla="*/ 242 w 41981"/>
                  <a:gd name="connsiteY7" fmla="*/ 21150 h 41981"/>
                  <a:gd name="connsiteX8" fmla="*/ 21233 w 41981"/>
                  <a:gd name="connsiteY8" fmla="*/ 42140 h 41981"/>
                  <a:gd name="connsiteX9" fmla="*/ 42224 w 41981"/>
                  <a:gd name="connsiteY9" fmla="*/ 21150 h 41981"/>
                  <a:gd name="connsiteX10" fmla="*/ 42224 w 41981"/>
                  <a:gd name="connsiteY10" fmla="*/ 21150 h 41981"/>
                  <a:gd name="connsiteX11" fmla="*/ 2123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59"/>
                    </a:moveTo>
                    <a:cubicBezTo>
                      <a:pt x="30175" y="4959"/>
                      <a:pt x="37423" y="12208"/>
                      <a:pt x="37423" y="21150"/>
                    </a:cubicBezTo>
                    <a:lnTo>
                      <a:pt x="37423" y="21150"/>
                    </a:lnTo>
                    <a:cubicBezTo>
                      <a:pt x="37423" y="30092"/>
                      <a:pt x="30175" y="37340"/>
                      <a:pt x="21233" y="37340"/>
                    </a:cubicBezTo>
                    <a:cubicBezTo>
                      <a:pt x="12291" y="37340"/>
                      <a:pt x="5043" y="30092"/>
                      <a:pt x="5043" y="21150"/>
                    </a:cubicBezTo>
                    <a:cubicBezTo>
                      <a:pt x="5043" y="12208"/>
                      <a:pt x="12291" y="4959"/>
                      <a:pt x="21233" y="4959"/>
                    </a:cubicBezTo>
                    <a:close/>
                    <a:moveTo>
                      <a:pt x="21233" y="159"/>
                    </a:moveTo>
                    <a:cubicBezTo>
                      <a:pt x="9640" y="159"/>
                      <a:pt x="242" y="9557"/>
                      <a:pt x="242" y="21150"/>
                    </a:cubicBezTo>
                    <a:cubicBezTo>
                      <a:pt x="242" y="32742"/>
                      <a:pt x="9640" y="42140"/>
                      <a:pt x="21233" y="42140"/>
                    </a:cubicBezTo>
                    <a:cubicBezTo>
                      <a:pt x="32826" y="42140"/>
                      <a:pt x="42224" y="32742"/>
                      <a:pt x="42224" y="21150"/>
                    </a:cubicBezTo>
                    <a:lnTo>
                      <a:pt x="42224" y="21150"/>
                    </a:lnTo>
                    <a:cubicBezTo>
                      <a:pt x="42224" y="9557"/>
                      <a:pt x="32826" y="159"/>
                      <a:pt x="21233" y="159"/>
                    </a:cubicBezTo>
                    <a:close/>
                  </a:path>
                </a:pathLst>
              </a:custGeom>
              <a:solidFill>
                <a:srgbClr val="000000"/>
              </a:solidFill>
              <a:ln w="4794" cap="sq">
                <a:noFill/>
                <a:prstDash val="solid"/>
                <a:round/>
              </a:ln>
            </p:spPr>
            <p:txBody>
              <a:bodyPr rtlCol="0" anchor="ctr"/>
              <a:lstStyle/>
              <a:p>
                <a:endParaRPr lang="en-US"/>
              </a:p>
            </p:txBody>
          </p:sp>
          <p:sp>
            <p:nvSpPr>
              <p:cNvPr id="2260" name="Freeform: Shape 2259">
                <a:extLst>
                  <a:ext uri="{FF2B5EF4-FFF2-40B4-BE49-F238E27FC236}">
                    <a16:creationId xmlns:a16="http://schemas.microsoft.com/office/drawing/2014/main" id="{B874EBCD-54E7-2A99-5797-479815356706}"/>
                  </a:ext>
                </a:extLst>
              </p:cNvPr>
              <p:cNvSpPr/>
              <p:nvPr/>
            </p:nvSpPr>
            <p:spPr>
              <a:xfrm>
                <a:off x="7570088" y="7934941"/>
                <a:ext cx="37180" cy="37180"/>
              </a:xfrm>
              <a:custGeom>
                <a:avLst/>
                <a:gdLst>
                  <a:gd name="connsiteX0" fmla="*/ 37419 w 37180"/>
                  <a:gd name="connsiteY0" fmla="*/ 18752 h 37180"/>
                  <a:gd name="connsiteX1" fmla="*/ 18829 w 37180"/>
                  <a:gd name="connsiteY1" fmla="*/ 37343 h 37180"/>
                  <a:gd name="connsiteX2" fmla="*/ 239 w 37180"/>
                  <a:gd name="connsiteY2" fmla="*/ 18752 h 37180"/>
                  <a:gd name="connsiteX3" fmla="*/ 18829 w 37180"/>
                  <a:gd name="connsiteY3" fmla="*/ 162 h 37180"/>
                  <a:gd name="connsiteX4" fmla="*/ 37419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52"/>
                    </a:moveTo>
                    <a:cubicBezTo>
                      <a:pt x="37419" y="29019"/>
                      <a:pt x="29096" y="37343"/>
                      <a:pt x="18829" y="37343"/>
                    </a:cubicBezTo>
                    <a:cubicBezTo>
                      <a:pt x="8562" y="37343"/>
                      <a:pt x="239" y="29019"/>
                      <a:pt x="239" y="18752"/>
                    </a:cubicBezTo>
                    <a:cubicBezTo>
                      <a:pt x="239" y="8485"/>
                      <a:pt x="8562" y="162"/>
                      <a:pt x="18829" y="162"/>
                    </a:cubicBezTo>
                    <a:cubicBezTo>
                      <a:pt x="29096" y="162"/>
                      <a:pt x="37419" y="8485"/>
                      <a:pt x="37419" y="18752"/>
                    </a:cubicBezTo>
                    <a:close/>
                  </a:path>
                </a:pathLst>
              </a:custGeom>
              <a:solidFill>
                <a:srgbClr val="F7C6C6"/>
              </a:solidFill>
              <a:ln w="5753" cap="sq">
                <a:noFill/>
                <a:prstDash val="solid"/>
                <a:miter/>
              </a:ln>
            </p:spPr>
            <p:txBody>
              <a:bodyPr rtlCol="0" anchor="ctr"/>
              <a:lstStyle/>
              <a:p>
                <a:endParaRPr lang="en-US"/>
              </a:p>
            </p:txBody>
          </p:sp>
          <p:sp>
            <p:nvSpPr>
              <p:cNvPr id="2261" name="Freeform: Shape 2260">
                <a:extLst>
                  <a:ext uri="{FF2B5EF4-FFF2-40B4-BE49-F238E27FC236}">
                    <a16:creationId xmlns:a16="http://schemas.microsoft.com/office/drawing/2014/main" id="{731D2277-B156-DC80-1DF0-16A69F74218B}"/>
                  </a:ext>
                </a:extLst>
              </p:cNvPr>
              <p:cNvSpPr/>
              <p:nvPr/>
            </p:nvSpPr>
            <p:spPr>
              <a:xfrm>
                <a:off x="7567688" y="7932541"/>
                <a:ext cx="41981" cy="41981"/>
              </a:xfrm>
              <a:custGeom>
                <a:avLst/>
                <a:gdLst>
                  <a:gd name="connsiteX0" fmla="*/ 21229 w 41981"/>
                  <a:gd name="connsiteY0" fmla="*/ 4962 h 41981"/>
                  <a:gd name="connsiteX1" fmla="*/ 37419 w 41981"/>
                  <a:gd name="connsiteY1" fmla="*/ 21152 h 41981"/>
                  <a:gd name="connsiteX2" fmla="*/ 37419 w 41981"/>
                  <a:gd name="connsiteY2" fmla="*/ 21152 h 41981"/>
                  <a:gd name="connsiteX3" fmla="*/ 21229 w 41981"/>
                  <a:gd name="connsiteY3" fmla="*/ 37343 h 41981"/>
                  <a:gd name="connsiteX4" fmla="*/ 5039 w 41981"/>
                  <a:gd name="connsiteY4" fmla="*/ 21152 h 41981"/>
                  <a:gd name="connsiteX5" fmla="*/ 21229 w 41981"/>
                  <a:gd name="connsiteY5" fmla="*/ 4962 h 41981"/>
                  <a:gd name="connsiteX6" fmla="*/ 21229 w 41981"/>
                  <a:gd name="connsiteY6" fmla="*/ 162 h 41981"/>
                  <a:gd name="connsiteX7" fmla="*/ 239 w 41981"/>
                  <a:gd name="connsiteY7" fmla="*/ 21152 h 41981"/>
                  <a:gd name="connsiteX8" fmla="*/ 21229 w 41981"/>
                  <a:gd name="connsiteY8" fmla="*/ 42143 h 41981"/>
                  <a:gd name="connsiteX9" fmla="*/ 42220 w 41981"/>
                  <a:gd name="connsiteY9" fmla="*/ 21152 h 41981"/>
                  <a:gd name="connsiteX10" fmla="*/ 42220 w 41981"/>
                  <a:gd name="connsiteY10" fmla="*/ 21152 h 41981"/>
                  <a:gd name="connsiteX11" fmla="*/ 21229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62"/>
                    </a:moveTo>
                    <a:cubicBezTo>
                      <a:pt x="30171" y="4962"/>
                      <a:pt x="37419" y="12211"/>
                      <a:pt x="37419" y="21152"/>
                    </a:cubicBezTo>
                    <a:lnTo>
                      <a:pt x="37419" y="21152"/>
                    </a:lnTo>
                    <a:cubicBezTo>
                      <a:pt x="37419" y="30094"/>
                      <a:pt x="30171" y="37343"/>
                      <a:pt x="21229" y="37343"/>
                    </a:cubicBezTo>
                    <a:cubicBezTo>
                      <a:pt x="12287" y="37343"/>
                      <a:pt x="5039" y="30094"/>
                      <a:pt x="5039" y="21152"/>
                    </a:cubicBezTo>
                    <a:cubicBezTo>
                      <a:pt x="5039" y="12211"/>
                      <a:pt x="12287" y="4962"/>
                      <a:pt x="21229" y="4962"/>
                    </a:cubicBezTo>
                    <a:close/>
                    <a:moveTo>
                      <a:pt x="21229" y="162"/>
                    </a:moveTo>
                    <a:cubicBezTo>
                      <a:pt x="9637" y="162"/>
                      <a:pt x="239" y="9560"/>
                      <a:pt x="239" y="21152"/>
                    </a:cubicBezTo>
                    <a:cubicBezTo>
                      <a:pt x="239" y="32745"/>
                      <a:pt x="9637" y="42143"/>
                      <a:pt x="21229" y="42143"/>
                    </a:cubicBezTo>
                    <a:cubicBezTo>
                      <a:pt x="32822" y="42143"/>
                      <a:pt x="42220" y="32745"/>
                      <a:pt x="42220" y="21152"/>
                    </a:cubicBezTo>
                    <a:lnTo>
                      <a:pt x="42220" y="21152"/>
                    </a:lnTo>
                    <a:cubicBezTo>
                      <a:pt x="42220" y="9560"/>
                      <a:pt x="32822" y="162"/>
                      <a:pt x="21229" y="162"/>
                    </a:cubicBezTo>
                    <a:close/>
                  </a:path>
                </a:pathLst>
              </a:custGeom>
              <a:solidFill>
                <a:srgbClr val="000000"/>
              </a:solidFill>
              <a:ln w="4794" cap="sq">
                <a:noFill/>
                <a:prstDash val="solid"/>
                <a:round/>
              </a:ln>
            </p:spPr>
            <p:txBody>
              <a:bodyPr rtlCol="0" anchor="ctr"/>
              <a:lstStyle/>
              <a:p>
                <a:endParaRPr lang="en-US"/>
              </a:p>
            </p:txBody>
          </p:sp>
          <p:sp>
            <p:nvSpPr>
              <p:cNvPr id="2262" name="Freeform: Shape 2261">
                <a:extLst>
                  <a:ext uri="{FF2B5EF4-FFF2-40B4-BE49-F238E27FC236}">
                    <a16:creationId xmlns:a16="http://schemas.microsoft.com/office/drawing/2014/main" id="{71243525-EB3B-9A42-0DC2-D03B0822020E}"/>
                  </a:ext>
                </a:extLst>
              </p:cNvPr>
              <p:cNvSpPr/>
              <p:nvPr/>
            </p:nvSpPr>
            <p:spPr>
              <a:xfrm>
                <a:off x="7726915" y="7916636"/>
                <a:ext cx="37180" cy="37180"/>
              </a:xfrm>
              <a:custGeom>
                <a:avLst/>
                <a:gdLst>
                  <a:gd name="connsiteX0" fmla="*/ 37447 w 37180"/>
                  <a:gd name="connsiteY0" fmla="*/ 18749 h 37180"/>
                  <a:gd name="connsiteX1" fmla="*/ 18856 w 37180"/>
                  <a:gd name="connsiteY1" fmla="*/ 37339 h 37180"/>
                  <a:gd name="connsiteX2" fmla="*/ 266 w 37180"/>
                  <a:gd name="connsiteY2" fmla="*/ 18749 h 37180"/>
                  <a:gd name="connsiteX3" fmla="*/ 18856 w 37180"/>
                  <a:gd name="connsiteY3" fmla="*/ 159 h 37180"/>
                  <a:gd name="connsiteX4" fmla="*/ 37447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49"/>
                    </a:moveTo>
                    <a:cubicBezTo>
                      <a:pt x="37447" y="29016"/>
                      <a:pt x="29123" y="37339"/>
                      <a:pt x="18856" y="37339"/>
                    </a:cubicBezTo>
                    <a:cubicBezTo>
                      <a:pt x="8589" y="37339"/>
                      <a:pt x="266" y="29016"/>
                      <a:pt x="266" y="18749"/>
                    </a:cubicBezTo>
                    <a:cubicBezTo>
                      <a:pt x="266" y="8482"/>
                      <a:pt x="8589" y="159"/>
                      <a:pt x="18856" y="159"/>
                    </a:cubicBezTo>
                    <a:cubicBezTo>
                      <a:pt x="29123" y="159"/>
                      <a:pt x="37447" y="8482"/>
                      <a:pt x="37447" y="18749"/>
                    </a:cubicBezTo>
                    <a:close/>
                  </a:path>
                </a:pathLst>
              </a:custGeom>
              <a:solidFill>
                <a:srgbClr val="B3F7B3"/>
              </a:solidFill>
              <a:ln w="5753" cap="sq">
                <a:noFill/>
                <a:prstDash val="solid"/>
                <a:miter/>
              </a:ln>
            </p:spPr>
            <p:txBody>
              <a:bodyPr rtlCol="0" anchor="ctr"/>
              <a:lstStyle/>
              <a:p>
                <a:endParaRPr lang="en-US"/>
              </a:p>
            </p:txBody>
          </p:sp>
          <p:sp>
            <p:nvSpPr>
              <p:cNvPr id="2263" name="Freeform: Shape 2262">
                <a:extLst>
                  <a:ext uri="{FF2B5EF4-FFF2-40B4-BE49-F238E27FC236}">
                    <a16:creationId xmlns:a16="http://schemas.microsoft.com/office/drawing/2014/main" id="{EF1F635A-D71B-EE91-FD61-0AFA052CA2CF}"/>
                  </a:ext>
                </a:extLst>
              </p:cNvPr>
              <p:cNvSpPr/>
              <p:nvPr/>
            </p:nvSpPr>
            <p:spPr>
              <a:xfrm>
                <a:off x="7724515" y="7914236"/>
                <a:ext cx="41981" cy="41981"/>
              </a:xfrm>
              <a:custGeom>
                <a:avLst/>
                <a:gdLst>
                  <a:gd name="connsiteX0" fmla="*/ 21256 w 41981"/>
                  <a:gd name="connsiteY0" fmla="*/ 4959 h 41981"/>
                  <a:gd name="connsiteX1" fmla="*/ 37447 w 41981"/>
                  <a:gd name="connsiteY1" fmla="*/ 21149 h 41981"/>
                  <a:gd name="connsiteX2" fmla="*/ 37447 w 41981"/>
                  <a:gd name="connsiteY2" fmla="*/ 21149 h 41981"/>
                  <a:gd name="connsiteX3" fmla="*/ 21256 w 41981"/>
                  <a:gd name="connsiteY3" fmla="*/ 37339 h 41981"/>
                  <a:gd name="connsiteX4" fmla="*/ 5066 w 41981"/>
                  <a:gd name="connsiteY4" fmla="*/ 21149 h 41981"/>
                  <a:gd name="connsiteX5" fmla="*/ 21256 w 41981"/>
                  <a:gd name="connsiteY5" fmla="*/ 4959 h 41981"/>
                  <a:gd name="connsiteX6" fmla="*/ 21256 w 41981"/>
                  <a:gd name="connsiteY6" fmla="*/ 159 h 41981"/>
                  <a:gd name="connsiteX7" fmla="*/ 266 w 41981"/>
                  <a:gd name="connsiteY7" fmla="*/ 21149 h 41981"/>
                  <a:gd name="connsiteX8" fmla="*/ 21256 w 41981"/>
                  <a:gd name="connsiteY8" fmla="*/ 42140 h 41981"/>
                  <a:gd name="connsiteX9" fmla="*/ 42247 w 41981"/>
                  <a:gd name="connsiteY9" fmla="*/ 21149 h 41981"/>
                  <a:gd name="connsiteX10" fmla="*/ 42247 w 41981"/>
                  <a:gd name="connsiteY10" fmla="*/ 21149 h 41981"/>
                  <a:gd name="connsiteX11" fmla="*/ 21256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9"/>
                    </a:moveTo>
                    <a:cubicBezTo>
                      <a:pt x="30198" y="4959"/>
                      <a:pt x="37447" y="12207"/>
                      <a:pt x="37447" y="21149"/>
                    </a:cubicBezTo>
                    <a:lnTo>
                      <a:pt x="37447" y="21149"/>
                    </a:lnTo>
                    <a:cubicBezTo>
                      <a:pt x="37447" y="30091"/>
                      <a:pt x="30198" y="37339"/>
                      <a:pt x="21256" y="37339"/>
                    </a:cubicBezTo>
                    <a:cubicBezTo>
                      <a:pt x="12315" y="37339"/>
                      <a:pt x="5066" y="30091"/>
                      <a:pt x="5066" y="21149"/>
                    </a:cubicBezTo>
                    <a:cubicBezTo>
                      <a:pt x="5066" y="12207"/>
                      <a:pt x="12315" y="4959"/>
                      <a:pt x="21256" y="4959"/>
                    </a:cubicBezTo>
                    <a:close/>
                    <a:moveTo>
                      <a:pt x="21256" y="159"/>
                    </a:moveTo>
                    <a:cubicBezTo>
                      <a:pt x="9664" y="159"/>
                      <a:pt x="266" y="9557"/>
                      <a:pt x="266" y="21149"/>
                    </a:cubicBezTo>
                    <a:cubicBezTo>
                      <a:pt x="266" y="32742"/>
                      <a:pt x="9664" y="42140"/>
                      <a:pt x="21256" y="42140"/>
                    </a:cubicBezTo>
                    <a:cubicBezTo>
                      <a:pt x="32849" y="42140"/>
                      <a:pt x="42247" y="32742"/>
                      <a:pt x="42247" y="21149"/>
                    </a:cubicBezTo>
                    <a:lnTo>
                      <a:pt x="42247" y="21149"/>
                    </a:lnTo>
                    <a:cubicBezTo>
                      <a:pt x="42247" y="9557"/>
                      <a:pt x="32849" y="159"/>
                      <a:pt x="21256" y="159"/>
                    </a:cubicBezTo>
                    <a:close/>
                  </a:path>
                </a:pathLst>
              </a:custGeom>
              <a:solidFill>
                <a:srgbClr val="000000"/>
              </a:solidFill>
              <a:ln w="4794" cap="sq">
                <a:noFill/>
                <a:prstDash val="solid"/>
                <a:round/>
              </a:ln>
            </p:spPr>
            <p:txBody>
              <a:bodyPr rtlCol="0" anchor="ctr"/>
              <a:lstStyle/>
              <a:p>
                <a:endParaRPr lang="en-US"/>
              </a:p>
            </p:txBody>
          </p:sp>
          <p:sp>
            <p:nvSpPr>
              <p:cNvPr id="2264" name="Freeform: Shape 2263">
                <a:extLst>
                  <a:ext uri="{FF2B5EF4-FFF2-40B4-BE49-F238E27FC236}">
                    <a16:creationId xmlns:a16="http://schemas.microsoft.com/office/drawing/2014/main" id="{EBF38EBC-09D4-FDEC-507C-750240601DF5}"/>
                  </a:ext>
                </a:extLst>
              </p:cNvPr>
              <p:cNvSpPr/>
              <p:nvPr/>
            </p:nvSpPr>
            <p:spPr>
              <a:xfrm>
                <a:off x="7663544" y="7968004"/>
                <a:ext cx="37180" cy="37180"/>
              </a:xfrm>
              <a:custGeom>
                <a:avLst/>
                <a:gdLst>
                  <a:gd name="connsiteX0" fmla="*/ 37436 w 37180"/>
                  <a:gd name="connsiteY0" fmla="*/ 18758 h 37180"/>
                  <a:gd name="connsiteX1" fmla="*/ 18845 w 37180"/>
                  <a:gd name="connsiteY1" fmla="*/ 37348 h 37180"/>
                  <a:gd name="connsiteX2" fmla="*/ 255 w 37180"/>
                  <a:gd name="connsiteY2" fmla="*/ 18758 h 37180"/>
                  <a:gd name="connsiteX3" fmla="*/ 18845 w 37180"/>
                  <a:gd name="connsiteY3" fmla="*/ 168 h 37180"/>
                  <a:gd name="connsiteX4" fmla="*/ 37436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8"/>
                    </a:moveTo>
                    <a:cubicBezTo>
                      <a:pt x="37436" y="29025"/>
                      <a:pt x="29112" y="37348"/>
                      <a:pt x="18845" y="37348"/>
                    </a:cubicBezTo>
                    <a:cubicBezTo>
                      <a:pt x="8578" y="37348"/>
                      <a:pt x="255" y="29025"/>
                      <a:pt x="255" y="18758"/>
                    </a:cubicBezTo>
                    <a:cubicBezTo>
                      <a:pt x="255" y="8491"/>
                      <a:pt x="8578" y="168"/>
                      <a:pt x="18845" y="168"/>
                    </a:cubicBezTo>
                    <a:cubicBezTo>
                      <a:pt x="29112" y="168"/>
                      <a:pt x="37436" y="8491"/>
                      <a:pt x="37436" y="18758"/>
                    </a:cubicBezTo>
                    <a:close/>
                  </a:path>
                </a:pathLst>
              </a:custGeom>
              <a:solidFill>
                <a:srgbClr val="F7A500"/>
              </a:solidFill>
              <a:ln w="5753" cap="sq">
                <a:noFill/>
                <a:prstDash val="solid"/>
                <a:miter/>
              </a:ln>
            </p:spPr>
            <p:txBody>
              <a:bodyPr rtlCol="0" anchor="ctr"/>
              <a:lstStyle/>
              <a:p>
                <a:endParaRPr lang="en-US"/>
              </a:p>
            </p:txBody>
          </p:sp>
          <p:sp>
            <p:nvSpPr>
              <p:cNvPr id="2265" name="Freeform: Shape 2264">
                <a:extLst>
                  <a:ext uri="{FF2B5EF4-FFF2-40B4-BE49-F238E27FC236}">
                    <a16:creationId xmlns:a16="http://schemas.microsoft.com/office/drawing/2014/main" id="{47DC5862-C35E-D662-166C-E26F7B2BF4E3}"/>
                  </a:ext>
                </a:extLst>
              </p:cNvPr>
              <p:cNvSpPr/>
              <p:nvPr/>
            </p:nvSpPr>
            <p:spPr>
              <a:xfrm>
                <a:off x="7661144" y="7965603"/>
                <a:ext cx="41981" cy="41981"/>
              </a:xfrm>
              <a:custGeom>
                <a:avLst/>
                <a:gdLst>
                  <a:gd name="connsiteX0" fmla="*/ 21245 w 41981"/>
                  <a:gd name="connsiteY0" fmla="*/ 4968 h 41981"/>
                  <a:gd name="connsiteX1" fmla="*/ 37436 w 41981"/>
                  <a:gd name="connsiteY1" fmla="*/ 21158 h 41981"/>
                  <a:gd name="connsiteX2" fmla="*/ 37436 w 41981"/>
                  <a:gd name="connsiteY2" fmla="*/ 21158 h 41981"/>
                  <a:gd name="connsiteX3" fmla="*/ 21245 w 41981"/>
                  <a:gd name="connsiteY3" fmla="*/ 37348 h 41981"/>
                  <a:gd name="connsiteX4" fmla="*/ 5055 w 41981"/>
                  <a:gd name="connsiteY4" fmla="*/ 21158 h 41981"/>
                  <a:gd name="connsiteX5" fmla="*/ 21245 w 41981"/>
                  <a:gd name="connsiteY5" fmla="*/ 4968 h 41981"/>
                  <a:gd name="connsiteX6" fmla="*/ 21245 w 41981"/>
                  <a:gd name="connsiteY6" fmla="*/ 168 h 41981"/>
                  <a:gd name="connsiteX7" fmla="*/ 255 w 41981"/>
                  <a:gd name="connsiteY7" fmla="*/ 21158 h 41981"/>
                  <a:gd name="connsiteX8" fmla="*/ 21245 w 41981"/>
                  <a:gd name="connsiteY8" fmla="*/ 42149 h 41981"/>
                  <a:gd name="connsiteX9" fmla="*/ 42236 w 41981"/>
                  <a:gd name="connsiteY9" fmla="*/ 21158 h 41981"/>
                  <a:gd name="connsiteX10" fmla="*/ 42236 w 41981"/>
                  <a:gd name="connsiteY10" fmla="*/ 21158 h 41981"/>
                  <a:gd name="connsiteX11" fmla="*/ 21245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8"/>
                    </a:moveTo>
                    <a:cubicBezTo>
                      <a:pt x="30187" y="4968"/>
                      <a:pt x="37436" y="12216"/>
                      <a:pt x="37436" y="21158"/>
                    </a:cubicBezTo>
                    <a:lnTo>
                      <a:pt x="37436" y="21158"/>
                    </a:lnTo>
                    <a:cubicBezTo>
                      <a:pt x="37436" y="30100"/>
                      <a:pt x="30187" y="37348"/>
                      <a:pt x="21245" y="37348"/>
                    </a:cubicBezTo>
                    <a:cubicBezTo>
                      <a:pt x="12304" y="37348"/>
                      <a:pt x="5055" y="30100"/>
                      <a:pt x="5055" y="21158"/>
                    </a:cubicBezTo>
                    <a:cubicBezTo>
                      <a:pt x="5055" y="12216"/>
                      <a:pt x="12304" y="4968"/>
                      <a:pt x="21245" y="4968"/>
                    </a:cubicBezTo>
                    <a:close/>
                    <a:moveTo>
                      <a:pt x="21245" y="168"/>
                    </a:moveTo>
                    <a:cubicBezTo>
                      <a:pt x="9653" y="168"/>
                      <a:pt x="255" y="9566"/>
                      <a:pt x="255" y="21158"/>
                    </a:cubicBezTo>
                    <a:cubicBezTo>
                      <a:pt x="255" y="32751"/>
                      <a:pt x="9653" y="42149"/>
                      <a:pt x="21245" y="42149"/>
                    </a:cubicBezTo>
                    <a:cubicBezTo>
                      <a:pt x="32838" y="42149"/>
                      <a:pt x="42236" y="32751"/>
                      <a:pt x="42236" y="21158"/>
                    </a:cubicBezTo>
                    <a:lnTo>
                      <a:pt x="42236" y="21158"/>
                    </a:lnTo>
                    <a:cubicBezTo>
                      <a:pt x="42236" y="9566"/>
                      <a:pt x="32838" y="168"/>
                      <a:pt x="21245" y="168"/>
                    </a:cubicBezTo>
                    <a:close/>
                  </a:path>
                </a:pathLst>
              </a:custGeom>
              <a:solidFill>
                <a:srgbClr val="000000"/>
              </a:solidFill>
              <a:ln w="4794" cap="sq">
                <a:noFill/>
                <a:prstDash val="solid"/>
                <a:round/>
              </a:ln>
            </p:spPr>
            <p:txBody>
              <a:bodyPr rtlCol="0" anchor="ctr"/>
              <a:lstStyle/>
              <a:p>
                <a:endParaRPr lang="en-US"/>
              </a:p>
            </p:txBody>
          </p:sp>
          <p:sp>
            <p:nvSpPr>
              <p:cNvPr id="2266" name="Freeform: Shape 2265">
                <a:extLst>
                  <a:ext uri="{FF2B5EF4-FFF2-40B4-BE49-F238E27FC236}">
                    <a16:creationId xmlns:a16="http://schemas.microsoft.com/office/drawing/2014/main" id="{35DEBFB0-E102-B2AF-9D53-8B1A2E504132}"/>
                  </a:ext>
                </a:extLst>
              </p:cNvPr>
              <p:cNvSpPr/>
              <p:nvPr/>
            </p:nvSpPr>
            <p:spPr>
              <a:xfrm>
                <a:off x="7745422" y="8225781"/>
                <a:ext cx="37180" cy="37180"/>
              </a:xfrm>
              <a:custGeom>
                <a:avLst/>
                <a:gdLst>
                  <a:gd name="connsiteX0" fmla="*/ 37450 w 37180"/>
                  <a:gd name="connsiteY0" fmla="*/ 18803 h 37180"/>
                  <a:gd name="connsiteX1" fmla="*/ 18859 w 37180"/>
                  <a:gd name="connsiteY1" fmla="*/ 37393 h 37180"/>
                  <a:gd name="connsiteX2" fmla="*/ 269 w 37180"/>
                  <a:gd name="connsiteY2" fmla="*/ 18803 h 37180"/>
                  <a:gd name="connsiteX3" fmla="*/ 18859 w 37180"/>
                  <a:gd name="connsiteY3" fmla="*/ 212 h 37180"/>
                  <a:gd name="connsiteX4" fmla="*/ 37450 w 37180"/>
                  <a:gd name="connsiteY4" fmla="*/ 188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803"/>
                    </a:moveTo>
                    <a:cubicBezTo>
                      <a:pt x="37450" y="29070"/>
                      <a:pt x="29127" y="37393"/>
                      <a:pt x="18859" y="37393"/>
                    </a:cubicBezTo>
                    <a:cubicBezTo>
                      <a:pt x="8592" y="37393"/>
                      <a:pt x="269" y="29070"/>
                      <a:pt x="269" y="18803"/>
                    </a:cubicBezTo>
                    <a:cubicBezTo>
                      <a:pt x="269" y="8536"/>
                      <a:pt x="8592" y="212"/>
                      <a:pt x="18859" y="212"/>
                    </a:cubicBezTo>
                    <a:cubicBezTo>
                      <a:pt x="29127" y="212"/>
                      <a:pt x="37450" y="8536"/>
                      <a:pt x="37450" y="18803"/>
                    </a:cubicBezTo>
                    <a:close/>
                  </a:path>
                </a:pathLst>
              </a:custGeom>
              <a:solidFill>
                <a:srgbClr val="F7E2E2"/>
              </a:solidFill>
              <a:ln w="5753" cap="sq">
                <a:noFill/>
                <a:prstDash val="solid"/>
                <a:miter/>
              </a:ln>
            </p:spPr>
            <p:txBody>
              <a:bodyPr rtlCol="0" anchor="ctr"/>
              <a:lstStyle/>
              <a:p>
                <a:endParaRPr lang="en-US"/>
              </a:p>
            </p:txBody>
          </p:sp>
          <p:sp>
            <p:nvSpPr>
              <p:cNvPr id="2267" name="Freeform: Shape 2266">
                <a:extLst>
                  <a:ext uri="{FF2B5EF4-FFF2-40B4-BE49-F238E27FC236}">
                    <a16:creationId xmlns:a16="http://schemas.microsoft.com/office/drawing/2014/main" id="{8719EBA8-FDDC-C736-9160-270CE9B26739}"/>
                  </a:ext>
                </a:extLst>
              </p:cNvPr>
              <p:cNvSpPr/>
              <p:nvPr/>
            </p:nvSpPr>
            <p:spPr>
              <a:xfrm>
                <a:off x="7743022" y="8223381"/>
                <a:ext cx="41981" cy="41981"/>
              </a:xfrm>
              <a:custGeom>
                <a:avLst/>
                <a:gdLst>
                  <a:gd name="connsiteX0" fmla="*/ 21260 w 41981"/>
                  <a:gd name="connsiteY0" fmla="*/ 5013 h 41981"/>
                  <a:gd name="connsiteX1" fmla="*/ 37450 w 41981"/>
                  <a:gd name="connsiteY1" fmla="*/ 21203 h 41981"/>
                  <a:gd name="connsiteX2" fmla="*/ 37450 w 41981"/>
                  <a:gd name="connsiteY2" fmla="*/ 21203 h 41981"/>
                  <a:gd name="connsiteX3" fmla="*/ 21260 w 41981"/>
                  <a:gd name="connsiteY3" fmla="*/ 37393 h 41981"/>
                  <a:gd name="connsiteX4" fmla="*/ 5069 w 41981"/>
                  <a:gd name="connsiteY4" fmla="*/ 21203 h 41981"/>
                  <a:gd name="connsiteX5" fmla="*/ 21260 w 41981"/>
                  <a:gd name="connsiteY5" fmla="*/ 5013 h 41981"/>
                  <a:gd name="connsiteX6" fmla="*/ 21260 w 41981"/>
                  <a:gd name="connsiteY6" fmla="*/ 212 h 41981"/>
                  <a:gd name="connsiteX7" fmla="*/ 269 w 41981"/>
                  <a:gd name="connsiteY7" fmla="*/ 21203 h 41981"/>
                  <a:gd name="connsiteX8" fmla="*/ 21260 w 41981"/>
                  <a:gd name="connsiteY8" fmla="*/ 42194 h 41981"/>
                  <a:gd name="connsiteX9" fmla="*/ 42250 w 41981"/>
                  <a:gd name="connsiteY9" fmla="*/ 21203 h 41981"/>
                  <a:gd name="connsiteX10" fmla="*/ 42250 w 41981"/>
                  <a:gd name="connsiteY10" fmla="*/ 21203 h 41981"/>
                  <a:gd name="connsiteX11" fmla="*/ 21260 w 41981"/>
                  <a:gd name="connsiteY11" fmla="*/ 2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5013"/>
                    </a:moveTo>
                    <a:cubicBezTo>
                      <a:pt x="30201" y="5013"/>
                      <a:pt x="37450" y="12261"/>
                      <a:pt x="37450" y="21203"/>
                    </a:cubicBezTo>
                    <a:lnTo>
                      <a:pt x="37450" y="21203"/>
                    </a:lnTo>
                    <a:cubicBezTo>
                      <a:pt x="37450" y="30145"/>
                      <a:pt x="30201" y="37393"/>
                      <a:pt x="21260" y="37393"/>
                    </a:cubicBezTo>
                    <a:cubicBezTo>
                      <a:pt x="12318" y="37393"/>
                      <a:pt x="5069" y="30145"/>
                      <a:pt x="5069" y="21203"/>
                    </a:cubicBezTo>
                    <a:cubicBezTo>
                      <a:pt x="5069" y="12261"/>
                      <a:pt x="12318" y="5013"/>
                      <a:pt x="21260" y="5013"/>
                    </a:cubicBezTo>
                    <a:close/>
                    <a:moveTo>
                      <a:pt x="21260" y="212"/>
                    </a:moveTo>
                    <a:cubicBezTo>
                      <a:pt x="9667" y="212"/>
                      <a:pt x="269" y="9610"/>
                      <a:pt x="269" y="21203"/>
                    </a:cubicBezTo>
                    <a:cubicBezTo>
                      <a:pt x="269" y="32796"/>
                      <a:pt x="9667" y="42194"/>
                      <a:pt x="21260" y="42194"/>
                    </a:cubicBezTo>
                    <a:cubicBezTo>
                      <a:pt x="32852" y="42194"/>
                      <a:pt x="42250" y="32796"/>
                      <a:pt x="42250" y="21203"/>
                    </a:cubicBezTo>
                    <a:lnTo>
                      <a:pt x="42250" y="21203"/>
                    </a:lnTo>
                    <a:cubicBezTo>
                      <a:pt x="42250" y="9610"/>
                      <a:pt x="32852" y="212"/>
                      <a:pt x="21260" y="212"/>
                    </a:cubicBezTo>
                    <a:close/>
                  </a:path>
                </a:pathLst>
              </a:custGeom>
              <a:solidFill>
                <a:srgbClr val="000000"/>
              </a:solidFill>
              <a:ln w="4794" cap="sq">
                <a:noFill/>
                <a:prstDash val="solid"/>
                <a:round/>
              </a:ln>
            </p:spPr>
            <p:txBody>
              <a:bodyPr rtlCol="0" anchor="ctr"/>
              <a:lstStyle/>
              <a:p>
                <a:endParaRPr lang="en-US"/>
              </a:p>
            </p:txBody>
          </p:sp>
          <p:sp>
            <p:nvSpPr>
              <p:cNvPr id="2268" name="Freeform: Shape 2267">
                <a:extLst>
                  <a:ext uri="{FF2B5EF4-FFF2-40B4-BE49-F238E27FC236}">
                    <a16:creationId xmlns:a16="http://schemas.microsoft.com/office/drawing/2014/main" id="{80904511-2755-8AF5-C378-707E7391BAB0}"/>
                  </a:ext>
                </a:extLst>
              </p:cNvPr>
              <p:cNvSpPr/>
              <p:nvPr/>
            </p:nvSpPr>
            <p:spPr>
              <a:xfrm>
                <a:off x="7792522" y="8227388"/>
                <a:ext cx="37180" cy="37180"/>
              </a:xfrm>
              <a:custGeom>
                <a:avLst/>
                <a:gdLst>
                  <a:gd name="connsiteX0" fmla="*/ 37458 w 37180"/>
                  <a:gd name="connsiteY0" fmla="*/ 18803 h 37180"/>
                  <a:gd name="connsiteX1" fmla="*/ 18868 w 37180"/>
                  <a:gd name="connsiteY1" fmla="*/ 37393 h 37180"/>
                  <a:gd name="connsiteX2" fmla="*/ 277 w 37180"/>
                  <a:gd name="connsiteY2" fmla="*/ 18803 h 37180"/>
                  <a:gd name="connsiteX3" fmla="*/ 18868 w 37180"/>
                  <a:gd name="connsiteY3" fmla="*/ 213 h 37180"/>
                  <a:gd name="connsiteX4" fmla="*/ 37458 w 37180"/>
                  <a:gd name="connsiteY4" fmla="*/ 188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803"/>
                    </a:moveTo>
                    <a:cubicBezTo>
                      <a:pt x="37458" y="29070"/>
                      <a:pt x="29135" y="37393"/>
                      <a:pt x="18868" y="37393"/>
                    </a:cubicBezTo>
                    <a:cubicBezTo>
                      <a:pt x="8600" y="37393"/>
                      <a:pt x="277" y="29070"/>
                      <a:pt x="277" y="18803"/>
                    </a:cubicBezTo>
                    <a:cubicBezTo>
                      <a:pt x="277" y="8536"/>
                      <a:pt x="8600" y="213"/>
                      <a:pt x="18868" y="213"/>
                    </a:cubicBezTo>
                    <a:cubicBezTo>
                      <a:pt x="29135" y="213"/>
                      <a:pt x="37458" y="8536"/>
                      <a:pt x="37458" y="18803"/>
                    </a:cubicBezTo>
                    <a:close/>
                  </a:path>
                </a:pathLst>
              </a:custGeom>
              <a:solidFill>
                <a:srgbClr val="F7EDED"/>
              </a:solidFill>
              <a:ln w="5753" cap="sq">
                <a:noFill/>
                <a:prstDash val="solid"/>
                <a:miter/>
              </a:ln>
            </p:spPr>
            <p:txBody>
              <a:bodyPr rtlCol="0" anchor="ctr"/>
              <a:lstStyle/>
              <a:p>
                <a:endParaRPr lang="en-US"/>
              </a:p>
            </p:txBody>
          </p:sp>
          <p:sp>
            <p:nvSpPr>
              <p:cNvPr id="2269" name="Freeform: Shape 2268">
                <a:extLst>
                  <a:ext uri="{FF2B5EF4-FFF2-40B4-BE49-F238E27FC236}">
                    <a16:creationId xmlns:a16="http://schemas.microsoft.com/office/drawing/2014/main" id="{D44F5BCC-2C73-0485-0B04-FA634F6487A2}"/>
                  </a:ext>
                </a:extLst>
              </p:cNvPr>
              <p:cNvSpPr/>
              <p:nvPr/>
            </p:nvSpPr>
            <p:spPr>
              <a:xfrm>
                <a:off x="7790122" y="8224988"/>
                <a:ext cx="41981" cy="41981"/>
              </a:xfrm>
              <a:custGeom>
                <a:avLst/>
                <a:gdLst>
                  <a:gd name="connsiteX0" fmla="*/ 21268 w 41981"/>
                  <a:gd name="connsiteY0" fmla="*/ 5013 h 41981"/>
                  <a:gd name="connsiteX1" fmla="*/ 37458 w 41981"/>
                  <a:gd name="connsiteY1" fmla="*/ 21203 h 41981"/>
                  <a:gd name="connsiteX2" fmla="*/ 37458 w 41981"/>
                  <a:gd name="connsiteY2" fmla="*/ 21203 h 41981"/>
                  <a:gd name="connsiteX3" fmla="*/ 21268 w 41981"/>
                  <a:gd name="connsiteY3" fmla="*/ 37393 h 41981"/>
                  <a:gd name="connsiteX4" fmla="*/ 5078 w 41981"/>
                  <a:gd name="connsiteY4" fmla="*/ 21203 h 41981"/>
                  <a:gd name="connsiteX5" fmla="*/ 21268 w 41981"/>
                  <a:gd name="connsiteY5" fmla="*/ 5013 h 41981"/>
                  <a:gd name="connsiteX6" fmla="*/ 21268 w 41981"/>
                  <a:gd name="connsiteY6" fmla="*/ 213 h 41981"/>
                  <a:gd name="connsiteX7" fmla="*/ 277 w 41981"/>
                  <a:gd name="connsiteY7" fmla="*/ 21203 h 41981"/>
                  <a:gd name="connsiteX8" fmla="*/ 21268 w 41981"/>
                  <a:gd name="connsiteY8" fmla="*/ 42194 h 41981"/>
                  <a:gd name="connsiteX9" fmla="*/ 42258 w 41981"/>
                  <a:gd name="connsiteY9" fmla="*/ 21203 h 41981"/>
                  <a:gd name="connsiteX10" fmla="*/ 42258 w 41981"/>
                  <a:gd name="connsiteY10" fmla="*/ 21203 h 41981"/>
                  <a:gd name="connsiteX11" fmla="*/ 21268 w 41981"/>
                  <a:gd name="connsiteY11" fmla="*/ 21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5013"/>
                    </a:moveTo>
                    <a:cubicBezTo>
                      <a:pt x="30210" y="5013"/>
                      <a:pt x="37458" y="12261"/>
                      <a:pt x="37458" y="21203"/>
                    </a:cubicBezTo>
                    <a:lnTo>
                      <a:pt x="37458" y="21203"/>
                    </a:lnTo>
                    <a:cubicBezTo>
                      <a:pt x="37458" y="30145"/>
                      <a:pt x="30210" y="37393"/>
                      <a:pt x="21268" y="37393"/>
                    </a:cubicBezTo>
                    <a:cubicBezTo>
                      <a:pt x="12326" y="37393"/>
                      <a:pt x="5078" y="30145"/>
                      <a:pt x="5078" y="21203"/>
                    </a:cubicBezTo>
                    <a:cubicBezTo>
                      <a:pt x="5078" y="12261"/>
                      <a:pt x="12326" y="5013"/>
                      <a:pt x="21268" y="5013"/>
                    </a:cubicBezTo>
                    <a:close/>
                    <a:moveTo>
                      <a:pt x="21268" y="213"/>
                    </a:moveTo>
                    <a:cubicBezTo>
                      <a:pt x="9675" y="213"/>
                      <a:pt x="277" y="9611"/>
                      <a:pt x="277" y="21203"/>
                    </a:cubicBezTo>
                    <a:cubicBezTo>
                      <a:pt x="277" y="32796"/>
                      <a:pt x="9675" y="42194"/>
                      <a:pt x="21268" y="42194"/>
                    </a:cubicBezTo>
                    <a:cubicBezTo>
                      <a:pt x="32860" y="42194"/>
                      <a:pt x="42258" y="32796"/>
                      <a:pt x="42258" y="21203"/>
                    </a:cubicBezTo>
                    <a:lnTo>
                      <a:pt x="42258" y="21203"/>
                    </a:lnTo>
                    <a:cubicBezTo>
                      <a:pt x="42258" y="9611"/>
                      <a:pt x="32860" y="213"/>
                      <a:pt x="21268" y="213"/>
                    </a:cubicBezTo>
                    <a:close/>
                  </a:path>
                </a:pathLst>
              </a:custGeom>
              <a:solidFill>
                <a:srgbClr val="000000"/>
              </a:solidFill>
              <a:ln w="4794" cap="sq">
                <a:noFill/>
                <a:prstDash val="solid"/>
                <a:round/>
              </a:ln>
            </p:spPr>
            <p:txBody>
              <a:bodyPr rtlCol="0" anchor="ctr"/>
              <a:lstStyle/>
              <a:p>
                <a:endParaRPr lang="en-US"/>
              </a:p>
            </p:txBody>
          </p:sp>
          <p:sp>
            <p:nvSpPr>
              <p:cNvPr id="2270" name="Freeform: Shape 2269">
                <a:extLst>
                  <a:ext uri="{FF2B5EF4-FFF2-40B4-BE49-F238E27FC236}">
                    <a16:creationId xmlns:a16="http://schemas.microsoft.com/office/drawing/2014/main" id="{43599C0D-0492-562A-B01C-DEAA6A701B9D}"/>
                  </a:ext>
                </a:extLst>
              </p:cNvPr>
              <p:cNvSpPr/>
              <p:nvPr/>
            </p:nvSpPr>
            <p:spPr>
              <a:xfrm>
                <a:off x="7854240" y="8216456"/>
                <a:ext cx="37180" cy="37180"/>
              </a:xfrm>
              <a:custGeom>
                <a:avLst/>
                <a:gdLst>
                  <a:gd name="connsiteX0" fmla="*/ 37469 w 37180"/>
                  <a:gd name="connsiteY0" fmla="*/ 18801 h 37180"/>
                  <a:gd name="connsiteX1" fmla="*/ 18878 w 37180"/>
                  <a:gd name="connsiteY1" fmla="*/ 37392 h 37180"/>
                  <a:gd name="connsiteX2" fmla="*/ 288 w 37180"/>
                  <a:gd name="connsiteY2" fmla="*/ 18801 h 37180"/>
                  <a:gd name="connsiteX3" fmla="*/ 18878 w 37180"/>
                  <a:gd name="connsiteY3" fmla="*/ 211 h 37180"/>
                  <a:gd name="connsiteX4" fmla="*/ 37469 w 37180"/>
                  <a:gd name="connsiteY4" fmla="*/ 188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801"/>
                    </a:moveTo>
                    <a:cubicBezTo>
                      <a:pt x="37469" y="29068"/>
                      <a:pt x="29146" y="37392"/>
                      <a:pt x="18878" y="37392"/>
                    </a:cubicBezTo>
                    <a:cubicBezTo>
                      <a:pt x="8611" y="37392"/>
                      <a:pt x="288" y="29068"/>
                      <a:pt x="288" y="18801"/>
                    </a:cubicBezTo>
                    <a:cubicBezTo>
                      <a:pt x="288" y="8534"/>
                      <a:pt x="8611" y="211"/>
                      <a:pt x="18878" y="211"/>
                    </a:cubicBezTo>
                    <a:cubicBezTo>
                      <a:pt x="29146" y="211"/>
                      <a:pt x="37469" y="8534"/>
                      <a:pt x="37469" y="18801"/>
                    </a:cubicBezTo>
                    <a:close/>
                  </a:path>
                </a:pathLst>
              </a:custGeom>
              <a:solidFill>
                <a:srgbClr val="F7E4E4"/>
              </a:solidFill>
              <a:ln w="5753" cap="sq">
                <a:noFill/>
                <a:prstDash val="solid"/>
                <a:miter/>
              </a:ln>
            </p:spPr>
            <p:txBody>
              <a:bodyPr rtlCol="0" anchor="ctr"/>
              <a:lstStyle/>
              <a:p>
                <a:endParaRPr lang="en-US"/>
              </a:p>
            </p:txBody>
          </p:sp>
          <p:sp>
            <p:nvSpPr>
              <p:cNvPr id="2271" name="Freeform: Shape 2270">
                <a:extLst>
                  <a:ext uri="{FF2B5EF4-FFF2-40B4-BE49-F238E27FC236}">
                    <a16:creationId xmlns:a16="http://schemas.microsoft.com/office/drawing/2014/main" id="{6CFADDF5-1724-90F7-43B0-8862870C2EC8}"/>
                  </a:ext>
                </a:extLst>
              </p:cNvPr>
              <p:cNvSpPr/>
              <p:nvPr/>
            </p:nvSpPr>
            <p:spPr>
              <a:xfrm>
                <a:off x="7851840" y="8214055"/>
                <a:ext cx="41981" cy="41981"/>
              </a:xfrm>
              <a:custGeom>
                <a:avLst/>
                <a:gdLst>
                  <a:gd name="connsiteX0" fmla="*/ 21279 w 41981"/>
                  <a:gd name="connsiteY0" fmla="*/ 5011 h 41981"/>
                  <a:gd name="connsiteX1" fmla="*/ 37469 w 41981"/>
                  <a:gd name="connsiteY1" fmla="*/ 21201 h 41981"/>
                  <a:gd name="connsiteX2" fmla="*/ 37469 w 41981"/>
                  <a:gd name="connsiteY2" fmla="*/ 21201 h 41981"/>
                  <a:gd name="connsiteX3" fmla="*/ 21279 w 41981"/>
                  <a:gd name="connsiteY3" fmla="*/ 37392 h 41981"/>
                  <a:gd name="connsiteX4" fmla="*/ 5088 w 41981"/>
                  <a:gd name="connsiteY4" fmla="*/ 21201 h 41981"/>
                  <a:gd name="connsiteX5" fmla="*/ 21279 w 41981"/>
                  <a:gd name="connsiteY5" fmla="*/ 5011 h 41981"/>
                  <a:gd name="connsiteX6" fmla="*/ 21279 w 41981"/>
                  <a:gd name="connsiteY6" fmla="*/ 211 h 41981"/>
                  <a:gd name="connsiteX7" fmla="*/ 288 w 41981"/>
                  <a:gd name="connsiteY7" fmla="*/ 21201 h 41981"/>
                  <a:gd name="connsiteX8" fmla="*/ 21279 w 41981"/>
                  <a:gd name="connsiteY8" fmla="*/ 42192 h 41981"/>
                  <a:gd name="connsiteX9" fmla="*/ 42269 w 41981"/>
                  <a:gd name="connsiteY9" fmla="*/ 21201 h 41981"/>
                  <a:gd name="connsiteX10" fmla="*/ 42269 w 41981"/>
                  <a:gd name="connsiteY10" fmla="*/ 21201 h 41981"/>
                  <a:gd name="connsiteX11" fmla="*/ 21279 w 41981"/>
                  <a:gd name="connsiteY11" fmla="*/ 21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5011"/>
                    </a:moveTo>
                    <a:cubicBezTo>
                      <a:pt x="30220" y="5011"/>
                      <a:pt x="37469" y="12259"/>
                      <a:pt x="37469" y="21201"/>
                    </a:cubicBezTo>
                    <a:lnTo>
                      <a:pt x="37469" y="21201"/>
                    </a:lnTo>
                    <a:cubicBezTo>
                      <a:pt x="37469" y="30143"/>
                      <a:pt x="30220" y="37392"/>
                      <a:pt x="21279" y="37392"/>
                    </a:cubicBezTo>
                    <a:cubicBezTo>
                      <a:pt x="12337" y="37392"/>
                      <a:pt x="5088" y="30143"/>
                      <a:pt x="5088" y="21201"/>
                    </a:cubicBezTo>
                    <a:cubicBezTo>
                      <a:pt x="5088" y="12259"/>
                      <a:pt x="12337" y="5011"/>
                      <a:pt x="21279" y="5011"/>
                    </a:cubicBezTo>
                    <a:close/>
                    <a:moveTo>
                      <a:pt x="21279" y="211"/>
                    </a:moveTo>
                    <a:cubicBezTo>
                      <a:pt x="9686" y="211"/>
                      <a:pt x="288" y="9609"/>
                      <a:pt x="288" y="21201"/>
                    </a:cubicBezTo>
                    <a:cubicBezTo>
                      <a:pt x="288" y="32794"/>
                      <a:pt x="9686" y="42192"/>
                      <a:pt x="21279" y="42192"/>
                    </a:cubicBezTo>
                    <a:cubicBezTo>
                      <a:pt x="32871" y="42192"/>
                      <a:pt x="42269" y="32794"/>
                      <a:pt x="42269" y="21201"/>
                    </a:cubicBezTo>
                    <a:lnTo>
                      <a:pt x="42269" y="21201"/>
                    </a:lnTo>
                    <a:cubicBezTo>
                      <a:pt x="42269" y="9609"/>
                      <a:pt x="32871" y="211"/>
                      <a:pt x="21279" y="211"/>
                    </a:cubicBezTo>
                    <a:close/>
                  </a:path>
                </a:pathLst>
              </a:custGeom>
              <a:solidFill>
                <a:srgbClr val="000000"/>
              </a:solidFill>
              <a:ln w="4794" cap="sq">
                <a:noFill/>
                <a:prstDash val="solid"/>
                <a:round/>
              </a:ln>
            </p:spPr>
            <p:txBody>
              <a:bodyPr rtlCol="0" anchor="ctr"/>
              <a:lstStyle/>
              <a:p>
                <a:endParaRPr lang="en-US"/>
              </a:p>
            </p:txBody>
          </p:sp>
          <p:sp>
            <p:nvSpPr>
              <p:cNvPr id="2272" name="Freeform: Shape 2271">
                <a:extLst>
                  <a:ext uri="{FF2B5EF4-FFF2-40B4-BE49-F238E27FC236}">
                    <a16:creationId xmlns:a16="http://schemas.microsoft.com/office/drawing/2014/main" id="{6102E129-D732-CCD0-E17D-E3BD552862A2}"/>
                  </a:ext>
                </a:extLst>
              </p:cNvPr>
              <p:cNvSpPr/>
              <p:nvPr/>
            </p:nvSpPr>
            <p:spPr>
              <a:xfrm>
                <a:off x="7476949" y="8213149"/>
                <a:ext cx="37180" cy="37180"/>
              </a:xfrm>
              <a:custGeom>
                <a:avLst/>
                <a:gdLst>
                  <a:gd name="connsiteX0" fmla="*/ 37403 w 37180"/>
                  <a:gd name="connsiteY0" fmla="*/ 18801 h 37180"/>
                  <a:gd name="connsiteX1" fmla="*/ 18813 w 37180"/>
                  <a:gd name="connsiteY1" fmla="*/ 37391 h 37180"/>
                  <a:gd name="connsiteX2" fmla="*/ 222 w 37180"/>
                  <a:gd name="connsiteY2" fmla="*/ 18801 h 37180"/>
                  <a:gd name="connsiteX3" fmla="*/ 18813 w 37180"/>
                  <a:gd name="connsiteY3" fmla="*/ 210 h 37180"/>
                  <a:gd name="connsiteX4" fmla="*/ 37403 w 37180"/>
                  <a:gd name="connsiteY4" fmla="*/ 1880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801"/>
                    </a:moveTo>
                    <a:cubicBezTo>
                      <a:pt x="37403" y="29068"/>
                      <a:pt x="29080" y="37391"/>
                      <a:pt x="18813" y="37391"/>
                    </a:cubicBezTo>
                    <a:cubicBezTo>
                      <a:pt x="8546" y="37391"/>
                      <a:pt x="222" y="29068"/>
                      <a:pt x="222" y="18801"/>
                    </a:cubicBezTo>
                    <a:cubicBezTo>
                      <a:pt x="222" y="8533"/>
                      <a:pt x="8546" y="210"/>
                      <a:pt x="18813" y="210"/>
                    </a:cubicBezTo>
                    <a:cubicBezTo>
                      <a:pt x="29080" y="210"/>
                      <a:pt x="37403" y="8533"/>
                      <a:pt x="37403" y="18801"/>
                    </a:cubicBezTo>
                    <a:close/>
                  </a:path>
                </a:pathLst>
              </a:custGeom>
              <a:solidFill>
                <a:srgbClr val="F7F4F4"/>
              </a:solidFill>
              <a:ln w="5753" cap="sq">
                <a:noFill/>
                <a:prstDash val="solid"/>
                <a:miter/>
              </a:ln>
            </p:spPr>
            <p:txBody>
              <a:bodyPr rtlCol="0" anchor="ctr"/>
              <a:lstStyle/>
              <a:p>
                <a:endParaRPr lang="en-US"/>
              </a:p>
            </p:txBody>
          </p:sp>
          <p:sp>
            <p:nvSpPr>
              <p:cNvPr id="2273" name="Freeform: Shape 2272">
                <a:extLst>
                  <a:ext uri="{FF2B5EF4-FFF2-40B4-BE49-F238E27FC236}">
                    <a16:creationId xmlns:a16="http://schemas.microsoft.com/office/drawing/2014/main" id="{919F3BF2-FDDA-6FCB-F5E1-08D7E88F8EEC}"/>
                  </a:ext>
                </a:extLst>
              </p:cNvPr>
              <p:cNvSpPr/>
              <p:nvPr/>
            </p:nvSpPr>
            <p:spPr>
              <a:xfrm>
                <a:off x="7474549" y="8210749"/>
                <a:ext cx="41981" cy="41981"/>
              </a:xfrm>
              <a:custGeom>
                <a:avLst/>
                <a:gdLst>
                  <a:gd name="connsiteX0" fmla="*/ 21213 w 41981"/>
                  <a:gd name="connsiteY0" fmla="*/ 5011 h 41981"/>
                  <a:gd name="connsiteX1" fmla="*/ 37403 w 41981"/>
                  <a:gd name="connsiteY1" fmla="*/ 21201 h 41981"/>
                  <a:gd name="connsiteX2" fmla="*/ 37403 w 41981"/>
                  <a:gd name="connsiteY2" fmla="*/ 21201 h 41981"/>
                  <a:gd name="connsiteX3" fmla="*/ 21213 w 41981"/>
                  <a:gd name="connsiteY3" fmla="*/ 37391 h 41981"/>
                  <a:gd name="connsiteX4" fmla="*/ 5023 w 41981"/>
                  <a:gd name="connsiteY4" fmla="*/ 21201 h 41981"/>
                  <a:gd name="connsiteX5" fmla="*/ 21213 w 41981"/>
                  <a:gd name="connsiteY5" fmla="*/ 5011 h 41981"/>
                  <a:gd name="connsiteX6" fmla="*/ 21213 w 41981"/>
                  <a:gd name="connsiteY6" fmla="*/ 210 h 41981"/>
                  <a:gd name="connsiteX7" fmla="*/ 222 w 41981"/>
                  <a:gd name="connsiteY7" fmla="*/ 21201 h 41981"/>
                  <a:gd name="connsiteX8" fmla="*/ 21213 w 41981"/>
                  <a:gd name="connsiteY8" fmla="*/ 42191 h 41981"/>
                  <a:gd name="connsiteX9" fmla="*/ 42204 w 41981"/>
                  <a:gd name="connsiteY9" fmla="*/ 21201 h 41981"/>
                  <a:gd name="connsiteX10" fmla="*/ 42204 w 41981"/>
                  <a:gd name="connsiteY10" fmla="*/ 21201 h 41981"/>
                  <a:gd name="connsiteX11" fmla="*/ 21213 w 41981"/>
                  <a:gd name="connsiteY11" fmla="*/ 21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5011"/>
                    </a:moveTo>
                    <a:cubicBezTo>
                      <a:pt x="30155" y="5011"/>
                      <a:pt x="37403" y="12259"/>
                      <a:pt x="37403" y="21201"/>
                    </a:cubicBezTo>
                    <a:lnTo>
                      <a:pt x="37403" y="21201"/>
                    </a:lnTo>
                    <a:cubicBezTo>
                      <a:pt x="37403" y="30143"/>
                      <a:pt x="30155" y="37391"/>
                      <a:pt x="21213" y="37391"/>
                    </a:cubicBezTo>
                    <a:cubicBezTo>
                      <a:pt x="12271" y="37391"/>
                      <a:pt x="5023" y="30143"/>
                      <a:pt x="5023" y="21201"/>
                    </a:cubicBezTo>
                    <a:cubicBezTo>
                      <a:pt x="5023" y="12259"/>
                      <a:pt x="12271" y="5011"/>
                      <a:pt x="21213" y="5011"/>
                    </a:cubicBezTo>
                    <a:close/>
                    <a:moveTo>
                      <a:pt x="21213" y="210"/>
                    </a:moveTo>
                    <a:cubicBezTo>
                      <a:pt x="9620" y="210"/>
                      <a:pt x="222" y="9608"/>
                      <a:pt x="222" y="21201"/>
                    </a:cubicBezTo>
                    <a:cubicBezTo>
                      <a:pt x="222" y="32793"/>
                      <a:pt x="9620" y="42191"/>
                      <a:pt x="21213" y="42191"/>
                    </a:cubicBezTo>
                    <a:cubicBezTo>
                      <a:pt x="32806" y="42191"/>
                      <a:pt x="42204" y="32793"/>
                      <a:pt x="42204" y="21201"/>
                    </a:cubicBezTo>
                    <a:lnTo>
                      <a:pt x="42204" y="21201"/>
                    </a:lnTo>
                    <a:cubicBezTo>
                      <a:pt x="42204" y="9608"/>
                      <a:pt x="32806" y="210"/>
                      <a:pt x="21213" y="210"/>
                    </a:cubicBezTo>
                    <a:close/>
                  </a:path>
                </a:pathLst>
              </a:custGeom>
              <a:solidFill>
                <a:srgbClr val="000000"/>
              </a:solidFill>
              <a:ln w="4794" cap="sq">
                <a:noFill/>
                <a:prstDash val="solid"/>
                <a:round/>
              </a:ln>
            </p:spPr>
            <p:txBody>
              <a:bodyPr rtlCol="0" anchor="ctr"/>
              <a:lstStyle/>
              <a:p>
                <a:endParaRPr lang="en-US"/>
              </a:p>
            </p:txBody>
          </p:sp>
          <p:sp>
            <p:nvSpPr>
              <p:cNvPr id="2274" name="Freeform: Shape 2273">
                <a:extLst>
                  <a:ext uri="{FF2B5EF4-FFF2-40B4-BE49-F238E27FC236}">
                    <a16:creationId xmlns:a16="http://schemas.microsoft.com/office/drawing/2014/main" id="{45FDF9AB-DFAA-5DEE-EB8F-C874F9E5288F}"/>
                  </a:ext>
                </a:extLst>
              </p:cNvPr>
              <p:cNvSpPr/>
              <p:nvPr/>
            </p:nvSpPr>
            <p:spPr>
              <a:xfrm>
                <a:off x="7947558" y="8407382"/>
                <a:ext cx="37180" cy="37180"/>
              </a:xfrm>
              <a:custGeom>
                <a:avLst/>
                <a:gdLst>
                  <a:gd name="connsiteX0" fmla="*/ 37485 w 37180"/>
                  <a:gd name="connsiteY0" fmla="*/ 18834 h 37180"/>
                  <a:gd name="connsiteX1" fmla="*/ 18895 w 37180"/>
                  <a:gd name="connsiteY1" fmla="*/ 37425 h 37180"/>
                  <a:gd name="connsiteX2" fmla="*/ 304 w 37180"/>
                  <a:gd name="connsiteY2" fmla="*/ 18834 h 37180"/>
                  <a:gd name="connsiteX3" fmla="*/ 18895 w 37180"/>
                  <a:gd name="connsiteY3" fmla="*/ 244 h 37180"/>
                  <a:gd name="connsiteX4" fmla="*/ 37485 w 37180"/>
                  <a:gd name="connsiteY4" fmla="*/ 188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834"/>
                    </a:moveTo>
                    <a:cubicBezTo>
                      <a:pt x="37485" y="29101"/>
                      <a:pt x="29162" y="37425"/>
                      <a:pt x="18895" y="37425"/>
                    </a:cubicBezTo>
                    <a:cubicBezTo>
                      <a:pt x="8627" y="37425"/>
                      <a:pt x="304" y="29101"/>
                      <a:pt x="304" y="18834"/>
                    </a:cubicBezTo>
                    <a:cubicBezTo>
                      <a:pt x="304" y="8567"/>
                      <a:pt x="8627" y="244"/>
                      <a:pt x="18895" y="244"/>
                    </a:cubicBezTo>
                    <a:cubicBezTo>
                      <a:pt x="29162" y="244"/>
                      <a:pt x="37485" y="8567"/>
                      <a:pt x="37485" y="18834"/>
                    </a:cubicBezTo>
                    <a:close/>
                  </a:path>
                </a:pathLst>
              </a:custGeom>
              <a:solidFill>
                <a:srgbClr val="00F700"/>
              </a:solidFill>
              <a:ln w="5753" cap="sq">
                <a:noFill/>
                <a:prstDash val="solid"/>
                <a:miter/>
              </a:ln>
            </p:spPr>
            <p:txBody>
              <a:bodyPr rtlCol="0" anchor="ctr"/>
              <a:lstStyle/>
              <a:p>
                <a:endParaRPr lang="en-US"/>
              </a:p>
            </p:txBody>
          </p:sp>
          <p:sp>
            <p:nvSpPr>
              <p:cNvPr id="2275" name="Freeform: Shape 2274">
                <a:extLst>
                  <a:ext uri="{FF2B5EF4-FFF2-40B4-BE49-F238E27FC236}">
                    <a16:creationId xmlns:a16="http://schemas.microsoft.com/office/drawing/2014/main" id="{778C14D6-7C98-F0AC-27B1-D8CA674E1AE9}"/>
                  </a:ext>
                </a:extLst>
              </p:cNvPr>
              <p:cNvSpPr/>
              <p:nvPr/>
            </p:nvSpPr>
            <p:spPr>
              <a:xfrm>
                <a:off x="7945158" y="8404982"/>
                <a:ext cx="41981" cy="41981"/>
              </a:xfrm>
              <a:custGeom>
                <a:avLst/>
                <a:gdLst>
                  <a:gd name="connsiteX0" fmla="*/ 21295 w 41981"/>
                  <a:gd name="connsiteY0" fmla="*/ 5044 h 41981"/>
                  <a:gd name="connsiteX1" fmla="*/ 37485 w 41981"/>
                  <a:gd name="connsiteY1" fmla="*/ 21234 h 41981"/>
                  <a:gd name="connsiteX2" fmla="*/ 37485 w 41981"/>
                  <a:gd name="connsiteY2" fmla="*/ 21234 h 41981"/>
                  <a:gd name="connsiteX3" fmla="*/ 21295 w 41981"/>
                  <a:gd name="connsiteY3" fmla="*/ 37425 h 41981"/>
                  <a:gd name="connsiteX4" fmla="*/ 5104 w 41981"/>
                  <a:gd name="connsiteY4" fmla="*/ 21234 h 41981"/>
                  <a:gd name="connsiteX5" fmla="*/ 21295 w 41981"/>
                  <a:gd name="connsiteY5" fmla="*/ 5044 h 41981"/>
                  <a:gd name="connsiteX6" fmla="*/ 21295 w 41981"/>
                  <a:gd name="connsiteY6" fmla="*/ 244 h 41981"/>
                  <a:gd name="connsiteX7" fmla="*/ 304 w 41981"/>
                  <a:gd name="connsiteY7" fmla="*/ 21234 h 41981"/>
                  <a:gd name="connsiteX8" fmla="*/ 21295 w 41981"/>
                  <a:gd name="connsiteY8" fmla="*/ 42225 h 41981"/>
                  <a:gd name="connsiteX9" fmla="*/ 42285 w 41981"/>
                  <a:gd name="connsiteY9" fmla="*/ 21234 h 41981"/>
                  <a:gd name="connsiteX10" fmla="*/ 42285 w 41981"/>
                  <a:gd name="connsiteY10" fmla="*/ 21234 h 41981"/>
                  <a:gd name="connsiteX11" fmla="*/ 21295 w 41981"/>
                  <a:gd name="connsiteY11" fmla="*/ 2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5" y="5044"/>
                    </a:moveTo>
                    <a:cubicBezTo>
                      <a:pt x="30237" y="5044"/>
                      <a:pt x="37485" y="12293"/>
                      <a:pt x="37485" y="21234"/>
                    </a:cubicBezTo>
                    <a:lnTo>
                      <a:pt x="37485" y="21234"/>
                    </a:lnTo>
                    <a:cubicBezTo>
                      <a:pt x="37485" y="30176"/>
                      <a:pt x="30237" y="37425"/>
                      <a:pt x="21295" y="37425"/>
                    </a:cubicBezTo>
                    <a:cubicBezTo>
                      <a:pt x="12353" y="37425"/>
                      <a:pt x="5104" y="30176"/>
                      <a:pt x="5104" y="21234"/>
                    </a:cubicBezTo>
                    <a:cubicBezTo>
                      <a:pt x="5104" y="12293"/>
                      <a:pt x="12353" y="5044"/>
                      <a:pt x="21295" y="5044"/>
                    </a:cubicBezTo>
                    <a:close/>
                    <a:moveTo>
                      <a:pt x="21295" y="244"/>
                    </a:moveTo>
                    <a:cubicBezTo>
                      <a:pt x="9702" y="244"/>
                      <a:pt x="304" y="9642"/>
                      <a:pt x="304" y="21234"/>
                    </a:cubicBezTo>
                    <a:cubicBezTo>
                      <a:pt x="304" y="32827"/>
                      <a:pt x="9702" y="42225"/>
                      <a:pt x="21295" y="42225"/>
                    </a:cubicBezTo>
                    <a:cubicBezTo>
                      <a:pt x="32887" y="42225"/>
                      <a:pt x="42285" y="32827"/>
                      <a:pt x="42285" y="21234"/>
                    </a:cubicBezTo>
                    <a:lnTo>
                      <a:pt x="42285" y="21234"/>
                    </a:lnTo>
                    <a:cubicBezTo>
                      <a:pt x="42285" y="9642"/>
                      <a:pt x="32887" y="244"/>
                      <a:pt x="21295" y="244"/>
                    </a:cubicBezTo>
                    <a:close/>
                  </a:path>
                </a:pathLst>
              </a:custGeom>
              <a:solidFill>
                <a:srgbClr val="000000"/>
              </a:solidFill>
              <a:ln w="4794" cap="sq">
                <a:noFill/>
                <a:prstDash val="solid"/>
                <a:round/>
              </a:ln>
            </p:spPr>
            <p:txBody>
              <a:bodyPr rtlCol="0" anchor="ctr"/>
              <a:lstStyle/>
              <a:p>
                <a:endParaRPr lang="en-US"/>
              </a:p>
            </p:txBody>
          </p:sp>
          <p:sp>
            <p:nvSpPr>
              <p:cNvPr id="2276" name="Freeform: Shape 2275">
                <a:extLst>
                  <a:ext uri="{FF2B5EF4-FFF2-40B4-BE49-F238E27FC236}">
                    <a16:creationId xmlns:a16="http://schemas.microsoft.com/office/drawing/2014/main" id="{282063FD-6369-E23E-7668-B7C1FD55A00B}"/>
                  </a:ext>
                </a:extLst>
              </p:cNvPr>
              <p:cNvSpPr/>
              <p:nvPr/>
            </p:nvSpPr>
            <p:spPr>
              <a:xfrm>
                <a:off x="7472922" y="7974645"/>
                <a:ext cx="37180" cy="37180"/>
              </a:xfrm>
              <a:custGeom>
                <a:avLst/>
                <a:gdLst>
                  <a:gd name="connsiteX0" fmla="*/ 37403 w 37180"/>
                  <a:gd name="connsiteY0" fmla="*/ 18759 h 37180"/>
                  <a:gd name="connsiteX1" fmla="*/ 18812 w 37180"/>
                  <a:gd name="connsiteY1" fmla="*/ 37350 h 37180"/>
                  <a:gd name="connsiteX2" fmla="*/ 222 w 37180"/>
                  <a:gd name="connsiteY2" fmla="*/ 18759 h 37180"/>
                  <a:gd name="connsiteX3" fmla="*/ 18812 w 37180"/>
                  <a:gd name="connsiteY3" fmla="*/ 169 h 37180"/>
                  <a:gd name="connsiteX4" fmla="*/ 3740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59"/>
                    </a:moveTo>
                    <a:cubicBezTo>
                      <a:pt x="37403" y="29026"/>
                      <a:pt x="29079" y="37350"/>
                      <a:pt x="18812" y="37350"/>
                    </a:cubicBezTo>
                    <a:cubicBezTo>
                      <a:pt x="8545" y="37350"/>
                      <a:pt x="222" y="29026"/>
                      <a:pt x="222" y="18759"/>
                    </a:cubicBezTo>
                    <a:cubicBezTo>
                      <a:pt x="222" y="8492"/>
                      <a:pt x="8545" y="169"/>
                      <a:pt x="18812" y="169"/>
                    </a:cubicBezTo>
                    <a:cubicBezTo>
                      <a:pt x="29079" y="169"/>
                      <a:pt x="37403" y="8492"/>
                      <a:pt x="37403" y="18759"/>
                    </a:cubicBezTo>
                    <a:close/>
                  </a:path>
                </a:pathLst>
              </a:custGeom>
              <a:solidFill>
                <a:srgbClr val="F7DBDB"/>
              </a:solidFill>
              <a:ln w="5753" cap="sq">
                <a:noFill/>
                <a:prstDash val="solid"/>
                <a:miter/>
              </a:ln>
            </p:spPr>
            <p:txBody>
              <a:bodyPr rtlCol="0" anchor="ctr"/>
              <a:lstStyle/>
              <a:p>
                <a:endParaRPr lang="en-US"/>
              </a:p>
            </p:txBody>
          </p:sp>
          <p:sp>
            <p:nvSpPr>
              <p:cNvPr id="2277" name="Freeform: Shape 2276">
                <a:extLst>
                  <a:ext uri="{FF2B5EF4-FFF2-40B4-BE49-F238E27FC236}">
                    <a16:creationId xmlns:a16="http://schemas.microsoft.com/office/drawing/2014/main" id="{EBDB8FC6-5AA6-DDC1-55CC-B87DFC60A9A4}"/>
                  </a:ext>
                </a:extLst>
              </p:cNvPr>
              <p:cNvSpPr/>
              <p:nvPr/>
            </p:nvSpPr>
            <p:spPr>
              <a:xfrm>
                <a:off x="7470522" y="7972245"/>
                <a:ext cx="41981" cy="41981"/>
              </a:xfrm>
              <a:custGeom>
                <a:avLst/>
                <a:gdLst>
                  <a:gd name="connsiteX0" fmla="*/ 21212 w 41981"/>
                  <a:gd name="connsiteY0" fmla="*/ 4969 h 41981"/>
                  <a:gd name="connsiteX1" fmla="*/ 37403 w 41981"/>
                  <a:gd name="connsiteY1" fmla="*/ 21159 h 41981"/>
                  <a:gd name="connsiteX2" fmla="*/ 37403 w 41981"/>
                  <a:gd name="connsiteY2" fmla="*/ 21159 h 41981"/>
                  <a:gd name="connsiteX3" fmla="*/ 21212 w 41981"/>
                  <a:gd name="connsiteY3" fmla="*/ 37350 h 41981"/>
                  <a:gd name="connsiteX4" fmla="*/ 5022 w 41981"/>
                  <a:gd name="connsiteY4" fmla="*/ 21159 h 41981"/>
                  <a:gd name="connsiteX5" fmla="*/ 21212 w 41981"/>
                  <a:gd name="connsiteY5" fmla="*/ 4969 h 41981"/>
                  <a:gd name="connsiteX6" fmla="*/ 21212 w 41981"/>
                  <a:gd name="connsiteY6" fmla="*/ 169 h 41981"/>
                  <a:gd name="connsiteX7" fmla="*/ 222 w 41981"/>
                  <a:gd name="connsiteY7" fmla="*/ 21159 h 41981"/>
                  <a:gd name="connsiteX8" fmla="*/ 21212 w 41981"/>
                  <a:gd name="connsiteY8" fmla="*/ 42150 h 41981"/>
                  <a:gd name="connsiteX9" fmla="*/ 42203 w 41981"/>
                  <a:gd name="connsiteY9" fmla="*/ 21159 h 41981"/>
                  <a:gd name="connsiteX10" fmla="*/ 42203 w 41981"/>
                  <a:gd name="connsiteY10" fmla="*/ 21159 h 41981"/>
                  <a:gd name="connsiteX11" fmla="*/ 2121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2" y="4969"/>
                    </a:moveTo>
                    <a:cubicBezTo>
                      <a:pt x="30154" y="4969"/>
                      <a:pt x="37403" y="12218"/>
                      <a:pt x="37403" y="21159"/>
                    </a:cubicBezTo>
                    <a:lnTo>
                      <a:pt x="37403" y="21159"/>
                    </a:lnTo>
                    <a:cubicBezTo>
                      <a:pt x="37403" y="30101"/>
                      <a:pt x="30154" y="37350"/>
                      <a:pt x="21212" y="37350"/>
                    </a:cubicBezTo>
                    <a:cubicBezTo>
                      <a:pt x="12270" y="37350"/>
                      <a:pt x="5022" y="30101"/>
                      <a:pt x="5022" y="21159"/>
                    </a:cubicBezTo>
                    <a:cubicBezTo>
                      <a:pt x="5022" y="12218"/>
                      <a:pt x="12270" y="4969"/>
                      <a:pt x="21212" y="4969"/>
                    </a:cubicBezTo>
                    <a:close/>
                    <a:moveTo>
                      <a:pt x="21212" y="169"/>
                    </a:moveTo>
                    <a:cubicBezTo>
                      <a:pt x="9620" y="169"/>
                      <a:pt x="222" y="9567"/>
                      <a:pt x="222" y="21159"/>
                    </a:cubicBezTo>
                    <a:cubicBezTo>
                      <a:pt x="222" y="32752"/>
                      <a:pt x="9620" y="42150"/>
                      <a:pt x="21212" y="42150"/>
                    </a:cubicBezTo>
                    <a:cubicBezTo>
                      <a:pt x="32805" y="42150"/>
                      <a:pt x="42203" y="32752"/>
                      <a:pt x="42203" y="21159"/>
                    </a:cubicBezTo>
                    <a:lnTo>
                      <a:pt x="42203" y="21159"/>
                    </a:lnTo>
                    <a:cubicBezTo>
                      <a:pt x="42203" y="9567"/>
                      <a:pt x="32805" y="169"/>
                      <a:pt x="21212" y="169"/>
                    </a:cubicBezTo>
                    <a:close/>
                  </a:path>
                </a:pathLst>
              </a:custGeom>
              <a:solidFill>
                <a:srgbClr val="000000"/>
              </a:solidFill>
              <a:ln w="4794" cap="sq">
                <a:noFill/>
                <a:prstDash val="solid"/>
                <a:round/>
              </a:ln>
            </p:spPr>
            <p:txBody>
              <a:bodyPr rtlCol="0" anchor="ctr"/>
              <a:lstStyle/>
              <a:p>
                <a:endParaRPr lang="en-US"/>
              </a:p>
            </p:txBody>
          </p:sp>
          <p:sp>
            <p:nvSpPr>
              <p:cNvPr id="2278" name="Freeform: Shape 2277">
                <a:extLst>
                  <a:ext uri="{FF2B5EF4-FFF2-40B4-BE49-F238E27FC236}">
                    <a16:creationId xmlns:a16="http://schemas.microsoft.com/office/drawing/2014/main" id="{A8AC064A-3083-1619-04D7-13B853BCED79}"/>
                  </a:ext>
                </a:extLst>
              </p:cNvPr>
              <p:cNvSpPr/>
              <p:nvPr/>
            </p:nvSpPr>
            <p:spPr>
              <a:xfrm>
                <a:off x="7618881" y="7890728"/>
                <a:ext cx="37180" cy="37180"/>
              </a:xfrm>
              <a:custGeom>
                <a:avLst/>
                <a:gdLst>
                  <a:gd name="connsiteX0" fmla="*/ 37428 w 37180"/>
                  <a:gd name="connsiteY0" fmla="*/ 18745 h 37180"/>
                  <a:gd name="connsiteX1" fmla="*/ 18837 w 37180"/>
                  <a:gd name="connsiteY1" fmla="*/ 37335 h 37180"/>
                  <a:gd name="connsiteX2" fmla="*/ 247 w 37180"/>
                  <a:gd name="connsiteY2" fmla="*/ 18745 h 37180"/>
                  <a:gd name="connsiteX3" fmla="*/ 18837 w 37180"/>
                  <a:gd name="connsiteY3" fmla="*/ 154 h 37180"/>
                  <a:gd name="connsiteX4" fmla="*/ 37428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45"/>
                    </a:moveTo>
                    <a:cubicBezTo>
                      <a:pt x="37428" y="29012"/>
                      <a:pt x="29105" y="37335"/>
                      <a:pt x="18837" y="37335"/>
                    </a:cubicBezTo>
                    <a:cubicBezTo>
                      <a:pt x="8570" y="37335"/>
                      <a:pt x="247" y="29012"/>
                      <a:pt x="247" y="18745"/>
                    </a:cubicBezTo>
                    <a:cubicBezTo>
                      <a:pt x="247" y="8477"/>
                      <a:pt x="8570" y="154"/>
                      <a:pt x="18837" y="154"/>
                    </a:cubicBezTo>
                    <a:cubicBezTo>
                      <a:pt x="29105" y="154"/>
                      <a:pt x="37428" y="8477"/>
                      <a:pt x="37428" y="18745"/>
                    </a:cubicBezTo>
                    <a:close/>
                  </a:path>
                </a:pathLst>
              </a:custGeom>
              <a:solidFill>
                <a:srgbClr val="E7F7E7"/>
              </a:solidFill>
              <a:ln w="5753" cap="sq">
                <a:noFill/>
                <a:prstDash val="solid"/>
                <a:miter/>
              </a:ln>
            </p:spPr>
            <p:txBody>
              <a:bodyPr rtlCol="0" anchor="ctr"/>
              <a:lstStyle/>
              <a:p>
                <a:endParaRPr lang="en-US"/>
              </a:p>
            </p:txBody>
          </p:sp>
          <p:sp>
            <p:nvSpPr>
              <p:cNvPr id="2279" name="Freeform: Shape 2278">
                <a:extLst>
                  <a:ext uri="{FF2B5EF4-FFF2-40B4-BE49-F238E27FC236}">
                    <a16:creationId xmlns:a16="http://schemas.microsoft.com/office/drawing/2014/main" id="{553AB86F-D6F3-1218-42AF-37ED381DB633}"/>
                  </a:ext>
                </a:extLst>
              </p:cNvPr>
              <p:cNvSpPr/>
              <p:nvPr/>
            </p:nvSpPr>
            <p:spPr>
              <a:xfrm>
                <a:off x="7616481" y="7888327"/>
                <a:ext cx="41981" cy="41981"/>
              </a:xfrm>
              <a:custGeom>
                <a:avLst/>
                <a:gdLst>
                  <a:gd name="connsiteX0" fmla="*/ 21238 w 41981"/>
                  <a:gd name="connsiteY0" fmla="*/ 4955 h 41981"/>
                  <a:gd name="connsiteX1" fmla="*/ 37428 w 41981"/>
                  <a:gd name="connsiteY1" fmla="*/ 21145 h 41981"/>
                  <a:gd name="connsiteX2" fmla="*/ 37428 w 41981"/>
                  <a:gd name="connsiteY2" fmla="*/ 21145 h 41981"/>
                  <a:gd name="connsiteX3" fmla="*/ 21238 w 41981"/>
                  <a:gd name="connsiteY3" fmla="*/ 37335 h 41981"/>
                  <a:gd name="connsiteX4" fmla="*/ 5047 w 41981"/>
                  <a:gd name="connsiteY4" fmla="*/ 21145 h 41981"/>
                  <a:gd name="connsiteX5" fmla="*/ 21238 w 41981"/>
                  <a:gd name="connsiteY5" fmla="*/ 4955 h 41981"/>
                  <a:gd name="connsiteX6" fmla="*/ 21238 w 41981"/>
                  <a:gd name="connsiteY6" fmla="*/ 154 h 41981"/>
                  <a:gd name="connsiteX7" fmla="*/ 247 w 41981"/>
                  <a:gd name="connsiteY7" fmla="*/ 21145 h 41981"/>
                  <a:gd name="connsiteX8" fmla="*/ 21238 w 41981"/>
                  <a:gd name="connsiteY8" fmla="*/ 42135 h 41981"/>
                  <a:gd name="connsiteX9" fmla="*/ 42228 w 41981"/>
                  <a:gd name="connsiteY9" fmla="*/ 21145 h 41981"/>
                  <a:gd name="connsiteX10" fmla="*/ 42228 w 41981"/>
                  <a:gd name="connsiteY10" fmla="*/ 21145 h 41981"/>
                  <a:gd name="connsiteX11" fmla="*/ 21238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55"/>
                    </a:moveTo>
                    <a:cubicBezTo>
                      <a:pt x="30179" y="4955"/>
                      <a:pt x="37428" y="12203"/>
                      <a:pt x="37428" y="21145"/>
                    </a:cubicBezTo>
                    <a:lnTo>
                      <a:pt x="37428" y="21145"/>
                    </a:lnTo>
                    <a:cubicBezTo>
                      <a:pt x="37428" y="30087"/>
                      <a:pt x="30179" y="37335"/>
                      <a:pt x="21238" y="37335"/>
                    </a:cubicBezTo>
                    <a:cubicBezTo>
                      <a:pt x="12296" y="37335"/>
                      <a:pt x="5047" y="30087"/>
                      <a:pt x="5047" y="21145"/>
                    </a:cubicBezTo>
                    <a:cubicBezTo>
                      <a:pt x="5047" y="12203"/>
                      <a:pt x="12296" y="4955"/>
                      <a:pt x="21238" y="4955"/>
                    </a:cubicBezTo>
                    <a:close/>
                    <a:moveTo>
                      <a:pt x="21238" y="154"/>
                    </a:moveTo>
                    <a:cubicBezTo>
                      <a:pt x="9645" y="154"/>
                      <a:pt x="247" y="9552"/>
                      <a:pt x="247" y="21145"/>
                    </a:cubicBezTo>
                    <a:cubicBezTo>
                      <a:pt x="247" y="32737"/>
                      <a:pt x="9645" y="42135"/>
                      <a:pt x="21238" y="42135"/>
                    </a:cubicBezTo>
                    <a:cubicBezTo>
                      <a:pt x="32830" y="42135"/>
                      <a:pt x="42228" y="32737"/>
                      <a:pt x="42228" y="21145"/>
                    </a:cubicBezTo>
                    <a:lnTo>
                      <a:pt x="42228" y="21145"/>
                    </a:lnTo>
                    <a:cubicBezTo>
                      <a:pt x="42228" y="9552"/>
                      <a:pt x="32830" y="154"/>
                      <a:pt x="21238" y="154"/>
                    </a:cubicBezTo>
                    <a:close/>
                  </a:path>
                </a:pathLst>
              </a:custGeom>
              <a:solidFill>
                <a:srgbClr val="000000"/>
              </a:solidFill>
              <a:ln w="4794" cap="sq">
                <a:noFill/>
                <a:prstDash val="solid"/>
                <a:round/>
              </a:ln>
            </p:spPr>
            <p:txBody>
              <a:bodyPr rtlCol="0" anchor="ctr"/>
              <a:lstStyle/>
              <a:p>
                <a:endParaRPr lang="en-US"/>
              </a:p>
            </p:txBody>
          </p:sp>
          <p:sp>
            <p:nvSpPr>
              <p:cNvPr id="2280" name="Freeform: Shape 2279">
                <a:extLst>
                  <a:ext uri="{FF2B5EF4-FFF2-40B4-BE49-F238E27FC236}">
                    <a16:creationId xmlns:a16="http://schemas.microsoft.com/office/drawing/2014/main" id="{8E317A08-0071-1BE8-220B-EB195E1EFE31}"/>
                  </a:ext>
                </a:extLst>
              </p:cNvPr>
              <p:cNvSpPr/>
              <p:nvPr/>
            </p:nvSpPr>
            <p:spPr>
              <a:xfrm>
                <a:off x="7864793" y="7628982"/>
                <a:ext cx="37180" cy="37180"/>
              </a:xfrm>
              <a:custGeom>
                <a:avLst/>
                <a:gdLst>
                  <a:gd name="connsiteX0" fmla="*/ 37471 w 37180"/>
                  <a:gd name="connsiteY0" fmla="*/ 18699 h 37180"/>
                  <a:gd name="connsiteX1" fmla="*/ 18880 w 37180"/>
                  <a:gd name="connsiteY1" fmla="*/ 37290 h 37180"/>
                  <a:gd name="connsiteX2" fmla="*/ 290 w 37180"/>
                  <a:gd name="connsiteY2" fmla="*/ 18699 h 37180"/>
                  <a:gd name="connsiteX3" fmla="*/ 18880 w 37180"/>
                  <a:gd name="connsiteY3" fmla="*/ 109 h 37180"/>
                  <a:gd name="connsiteX4" fmla="*/ 37471 w 37180"/>
                  <a:gd name="connsiteY4" fmla="*/ 186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699"/>
                    </a:moveTo>
                    <a:cubicBezTo>
                      <a:pt x="37471" y="28966"/>
                      <a:pt x="29147" y="37290"/>
                      <a:pt x="18880" y="37290"/>
                    </a:cubicBezTo>
                    <a:cubicBezTo>
                      <a:pt x="8613" y="37290"/>
                      <a:pt x="290" y="28966"/>
                      <a:pt x="290" y="18699"/>
                    </a:cubicBezTo>
                    <a:cubicBezTo>
                      <a:pt x="290" y="8432"/>
                      <a:pt x="8613" y="109"/>
                      <a:pt x="18880" y="109"/>
                    </a:cubicBezTo>
                    <a:cubicBezTo>
                      <a:pt x="29147" y="109"/>
                      <a:pt x="37471" y="8432"/>
                      <a:pt x="37471" y="18699"/>
                    </a:cubicBezTo>
                    <a:close/>
                  </a:path>
                </a:pathLst>
              </a:custGeom>
              <a:solidFill>
                <a:srgbClr val="F7C2C2"/>
              </a:solidFill>
              <a:ln w="5753" cap="sq">
                <a:noFill/>
                <a:prstDash val="solid"/>
                <a:miter/>
              </a:ln>
            </p:spPr>
            <p:txBody>
              <a:bodyPr rtlCol="0" anchor="ctr"/>
              <a:lstStyle/>
              <a:p>
                <a:endParaRPr lang="en-US"/>
              </a:p>
            </p:txBody>
          </p:sp>
          <p:sp>
            <p:nvSpPr>
              <p:cNvPr id="2281" name="Freeform: Shape 2280">
                <a:extLst>
                  <a:ext uri="{FF2B5EF4-FFF2-40B4-BE49-F238E27FC236}">
                    <a16:creationId xmlns:a16="http://schemas.microsoft.com/office/drawing/2014/main" id="{AB813C11-2AA3-06F1-4AAA-3023DE197D5D}"/>
                  </a:ext>
                </a:extLst>
              </p:cNvPr>
              <p:cNvSpPr/>
              <p:nvPr/>
            </p:nvSpPr>
            <p:spPr>
              <a:xfrm>
                <a:off x="7862392" y="7626581"/>
                <a:ext cx="41981" cy="41981"/>
              </a:xfrm>
              <a:custGeom>
                <a:avLst/>
                <a:gdLst>
                  <a:gd name="connsiteX0" fmla="*/ 21280 w 41981"/>
                  <a:gd name="connsiteY0" fmla="*/ 4909 h 41981"/>
                  <a:gd name="connsiteX1" fmla="*/ 37471 w 41981"/>
                  <a:gd name="connsiteY1" fmla="*/ 21099 h 41981"/>
                  <a:gd name="connsiteX2" fmla="*/ 37471 w 41981"/>
                  <a:gd name="connsiteY2" fmla="*/ 21099 h 41981"/>
                  <a:gd name="connsiteX3" fmla="*/ 21280 w 41981"/>
                  <a:gd name="connsiteY3" fmla="*/ 37290 h 41981"/>
                  <a:gd name="connsiteX4" fmla="*/ 5090 w 41981"/>
                  <a:gd name="connsiteY4" fmla="*/ 21099 h 41981"/>
                  <a:gd name="connsiteX5" fmla="*/ 21280 w 41981"/>
                  <a:gd name="connsiteY5" fmla="*/ 4909 h 41981"/>
                  <a:gd name="connsiteX6" fmla="*/ 21280 w 41981"/>
                  <a:gd name="connsiteY6" fmla="*/ 109 h 41981"/>
                  <a:gd name="connsiteX7" fmla="*/ 290 w 41981"/>
                  <a:gd name="connsiteY7" fmla="*/ 21099 h 41981"/>
                  <a:gd name="connsiteX8" fmla="*/ 21280 w 41981"/>
                  <a:gd name="connsiteY8" fmla="*/ 42090 h 41981"/>
                  <a:gd name="connsiteX9" fmla="*/ 42271 w 41981"/>
                  <a:gd name="connsiteY9" fmla="*/ 21099 h 41981"/>
                  <a:gd name="connsiteX10" fmla="*/ 42271 w 41981"/>
                  <a:gd name="connsiteY10" fmla="*/ 21099 h 41981"/>
                  <a:gd name="connsiteX11" fmla="*/ 21280 w 41981"/>
                  <a:gd name="connsiteY11" fmla="*/ 1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09"/>
                    </a:moveTo>
                    <a:cubicBezTo>
                      <a:pt x="30222" y="4909"/>
                      <a:pt x="37471" y="12157"/>
                      <a:pt x="37471" y="21099"/>
                    </a:cubicBezTo>
                    <a:lnTo>
                      <a:pt x="37471" y="21099"/>
                    </a:lnTo>
                    <a:cubicBezTo>
                      <a:pt x="37471" y="30041"/>
                      <a:pt x="30222" y="37290"/>
                      <a:pt x="21280" y="37290"/>
                    </a:cubicBezTo>
                    <a:cubicBezTo>
                      <a:pt x="12339" y="37290"/>
                      <a:pt x="5090" y="30041"/>
                      <a:pt x="5090" y="21099"/>
                    </a:cubicBezTo>
                    <a:cubicBezTo>
                      <a:pt x="5090" y="12157"/>
                      <a:pt x="12339" y="4909"/>
                      <a:pt x="21280" y="4909"/>
                    </a:cubicBezTo>
                    <a:close/>
                    <a:moveTo>
                      <a:pt x="21280" y="109"/>
                    </a:moveTo>
                    <a:cubicBezTo>
                      <a:pt x="9688" y="109"/>
                      <a:pt x="290" y="9507"/>
                      <a:pt x="290" y="21099"/>
                    </a:cubicBezTo>
                    <a:cubicBezTo>
                      <a:pt x="290" y="32692"/>
                      <a:pt x="9688" y="42090"/>
                      <a:pt x="21280" y="42090"/>
                    </a:cubicBezTo>
                    <a:cubicBezTo>
                      <a:pt x="32873" y="42090"/>
                      <a:pt x="42271" y="32692"/>
                      <a:pt x="42271" y="21099"/>
                    </a:cubicBezTo>
                    <a:lnTo>
                      <a:pt x="42271" y="21099"/>
                    </a:lnTo>
                    <a:cubicBezTo>
                      <a:pt x="42271" y="9507"/>
                      <a:pt x="32873" y="109"/>
                      <a:pt x="21280" y="109"/>
                    </a:cubicBezTo>
                    <a:close/>
                  </a:path>
                </a:pathLst>
              </a:custGeom>
              <a:solidFill>
                <a:srgbClr val="000000"/>
              </a:solidFill>
              <a:ln w="4794" cap="sq">
                <a:noFill/>
                <a:prstDash val="solid"/>
                <a:round/>
              </a:ln>
            </p:spPr>
            <p:txBody>
              <a:bodyPr rtlCol="0" anchor="ctr"/>
              <a:lstStyle/>
              <a:p>
                <a:endParaRPr lang="en-US"/>
              </a:p>
            </p:txBody>
          </p:sp>
          <p:sp>
            <p:nvSpPr>
              <p:cNvPr id="2282" name="Freeform: Shape 2281">
                <a:extLst>
                  <a:ext uri="{FF2B5EF4-FFF2-40B4-BE49-F238E27FC236}">
                    <a16:creationId xmlns:a16="http://schemas.microsoft.com/office/drawing/2014/main" id="{3D8549CE-E2C9-FEBA-2B71-F528FE5E1F80}"/>
                  </a:ext>
                </a:extLst>
              </p:cNvPr>
              <p:cNvSpPr/>
              <p:nvPr/>
            </p:nvSpPr>
            <p:spPr>
              <a:xfrm>
                <a:off x="7657392" y="7964214"/>
                <a:ext cx="37180" cy="37180"/>
              </a:xfrm>
              <a:custGeom>
                <a:avLst/>
                <a:gdLst>
                  <a:gd name="connsiteX0" fmla="*/ 37435 w 37180"/>
                  <a:gd name="connsiteY0" fmla="*/ 18757 h 37180"/>
                  <a:gd name="connsiteX1" fmla="*/ 18844 w 37180"/>
                  <a:gd name="connsiteY1" fmla="*/ 37348 h 37180"/>
                  <a:gd name="connsiteX2" fmla="*/ 254 w 37180"/>
                  <a:gd name="connsiteY2" fmla="*/ 18757 h 37180"/>
                  <a:gd name="connsiteX3" fmla="*/ 18844 w 37180"/>
                  <a:gd name="connsiteY3" fmla="*/ 167 h 37180"/>
                  <a:gd name="connsiteX4" fmla="*/ 3743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7"/>
                    </a:moveTo>
                    <a:cubicBezTo>
                      <a:pt x="37435" y="29025"/>
                      <a:pt x="29111" y="37348"/>
                      <a:pt x="18844" y="37348"/>
                    </a:cubicBezTo>
                    <a:cubicBezTo>
                      <a:pt x="8577" y="37348"/>
                      <a:pt x="254" y="29025"/>
                      <a:pt x="254" y="18757"/>
                    </a:cubicBezTo>
                    <a:cubicBezTo>
                      <a:pt x="254" y="8490"/>
                      <a:pt x="8577" y="167"/>
                      <a:pt x="18844" y="167"/>
                    </a:cubicBezTo>
                    <a:cubicBezTo>
                      <a:pt x="29111" y="167"/>
                      <a:pt x="37435" y="8490"/>
                      <a:pt x="37435" y="18757"/>
                    </a:cubicBezTo>
                    <a:close/>
                  </a:path>
                </a:pathLst>
              </a:custGeom>
              <a:solidFill>
                <a:srgbClr val="F7E1E1"/>
              </a:solidFill>
              <a:ln w="5753" cap="sq">
                <a:noFill/>
                <a:prstDash val="solid"/>
                <a:miter/>
              </a:ln>
            </p:spPr>
            <p:txBody>
              <a:bodyPr rtlCol="0" anchor="ctr"/>
              <a:lstStyle/>
              <a:p>
                <a:endParaRPr lang="en-US"/>
              </a:p>
            </p:txBody>
          </p:sp>
          <p:sp>
            <p:nvSpPr>
              <p:cNvPr id="2283" name="Freeform: Shape 2282">
                <a:extLst>
                  <a:ext uri="{FF2B5EF4-FFF2-40B4-BE49-F238E27FC236}">
                    <a16:creationId xmlns:a16="http://schemas.microsoft.com/office/drawing/2014/main" id="{3F7BAD52-8738-6020-B0FA-AEFD68B8A7DE}"/>
                  </a:ext>
                </a:extLst>
              </p:cNvPr>
              <p:cNvSpPr/>
              <p:nvPr/>
            </p:nvSpPr>
            <p:spPr>
              <a:xfrm>
                <a:off x="7654992" y="7961813"/>
                <a:ext cx="41981" cy="41981"/>
              </a:xfrm>
              <a:custGeom>
                <a:avLst/>
                <a:gdLst>
                  <a:gd name="connsiteX0" fmla="*/ 21244 w 41981"/>
                  <a:gd name="connsiteY0" fmla="*/ 4967 h 41981"/>
                  <a:gd name="connsiteX1" fmla="*/ 37435 w 41981"/>
                  <a:gd name="connsiteY1" fmla="*/ 21158 h 41981"/>
                  <a:gd name="connsiteX2" fmla="*/ 37435 w 41981"/>
                  <a:gd name="connsiteY2" fmla="*/ 21158 h 41981"/>
                  <a:gd name="connsiteX3" fmla="*/ 21244 w 41981"/>
                  <a:gd name="connsiteY3" fmla="*/ 37348 h 41981"/>
                  <a:gd name="connsiteX4" fmla="*/ 5054 w 41981"/>
                  <a:gd name="connsiteY4" fmla="*/ 21158 h 41981"/>
                  <a:gd name="connsiteX5" fmla="*/ 21244 w 41981"/>
                  <a:gd name="connsiteY5" fmla="*/ 4967 h 41981"/>
                  <a:gd name="connsiteX6" fmla="*/ 21244 w 41981"/>
                  <a:gd name="connsiteY6" fmla="*/ 167 h 41981"/>
                  <a:gd name="connsiteX7" fmla="*/ 254 w 41981"/>
                  <a:gd name="connsiteY7" fmla="*/ 21158 h 41981"/>
                  <a:gd name="connsiteX8" fmla="*/ 21244 w 41981"/>
                  <a:gd name="connsiteY8" fmla="*/ 42148 h 41981"/>
                  <a:gd name="connsiteX9" fmla="*/ 42235 w 41981"/>
                  <a:gd name="connsiteY9" fmla="*/ 21158 h 41981"/>
                  <a:gd name="connsiteX10" fmla="*/ 42235 w 41981"/>
                  <a:gd name="connsiteY10" fmla="*/ 21158 h 41981"/>
                  <a:gd name="connsiteX11" fmla="*/ 2124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7"/>
                    </a:moveTo>
                    <a:cubicBezTo>
                      <a:pt x="30186" y="4967"/>
                      <a:pt x="37435" y="12216"/>
                      <a:pt x="37435" y="21158"/>
                    </a:cubicBezTo>
                    <a:lnTo>
                      <a:pt x="37435" y="21158"/>
                    </a:lnTo>
                    <a:cubicBezTo>
                      <a:pt x="37435" y="30099"/>
                      <a:pt x="30186" y="37348"/>
                      <a:pt x="21244" y="37348"/>
                    </a:cubicBezTo>
                    <a:cubicBezTo>
                      <a:pt x="12303" y="37348"/>
                      <a:pt x="5054" y="30099"/>
                      <a:pt x="5054" y="21158"/>
                    </a:cubicBezTo>
                    <a:cubicBezTo>
                      <a:pt x="5054" y="12216"/>
                      <a:pt x="12303" y="4967"/>
                      <a:pt x="21244" y="4967"/>
                    </a:cubicBezTo>
                    <a:close/>
                    <a:moveTo>
                      <a:pt x="21244" y="167"/>
                    </a:moveTo>
                    <a:cubicBezTo>
                      <a:pt x="9652" y="167"/>
                      <a:pt x="254" y="9565"/>
                      <a:pt x="254" y="21158"/>
                    </a:cubicBezTo>
                    <a:cubicBezTo>
                      <a:pt x="254" y="32750"/>
                      <a:pt x="9652" y="42148"/>
                      <a:pt x="21244" y="42148"/>
                    </a:cubicBezTo>
                    <a:cubicBezTo>
                      <a:pt x="32837" y="42148"/>
                      <a:pt x="42235" y="32750"/>
                      <a:pt x="42235" y="21158"/>
                    </a:cubicBezTo>
                    <a:lnTo>
                      <a:pt x="42235" y="21158"/>
                    </a:lnTo>
                    <a:cubicBezTo>
                      <a:pt x="42235" y="9565"/>
                      <a:pt x="32837" y="167"/>
                      <a:pt x="21244" y="167"/>
                    </a:cubicBezTo>
                    <a:close/>
                  </a:path>
                </a:pathLst>
              </a:custGeom>
              <a:solidFill>
                <a:srgbClr val="000000"/>
              </a:solidFill>
              <a:ln w="4794" cap="sq">
                <a:noFill/>
                <a:prstDash val="solid"/>
                <a:round/>
              </a:ln>
            </p:spPr>
            <p:txBody>
              <a:bodyPr rtlCol="0" anchor="ctr"/>
              <a:lstStyle/>
              <a:p>
                <a:endParaRPr lang="en-US"/>
              </a:p>
            </p:txBody>
          </p:sp>
          <p:sp>
            <p:nvSpPr>
              <p:cNvPr id="2284" name="Freeform: Shape 2283">
                <a:extLst>
                  <a:ext uri="{FF2B5EF4-FFF2-40B4-BE49-F238E27FC236}">
                    <a16:creationId xmlns:a16="http://schemas.microsoft.com/office/drawing/2014/main" id="{0EC85540-7C6E-4E5E-52B2-BA395D8D6258}"/>
                  </a:ext>
                </a:extLst>
              </p:cNvPr>
              <p:cNvSpPr/>
              <p:nvPr/>
            </p:nvSpPr>
            <p:spPr>
              <a:xfrm>
                <a:off x="7600380" y="7893026"/>
                <a:ext cx="37180" cy="37180"/>
              </a:xfrm>
              <a:custGeom>
                <a:avLst/>
                <a:gdLst>
                  <a:gd name="connsiteX0" fmla="*/ 37425 w 37180"/>
                  <a:gd name="connsiteY0" fmla="*/ 18745 h 37180"/>
                  <a:gd name="connsiteX1" fmla="*/ 18834 w 37180"/>
                  <a:gd name="connsiteY1" fmla="*/ 37335 h 37180"/>
                  <a:gd name="connsiteX2" fmla="*/ 244 w 37180"/>
                  <a:gd name="connsiteY2" fmla="*/ 18745 h 37180"/>
                  <a:gd name="connsiteX3" fmla="*/ 18834 w 37180"/>
                  <a:gd name="connsiteY3" fmla="*/ 155 h 37180"/>
                  <a:gd name="connsiteX4" fmla="*/ 37425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45"/>
                    </a:moveTo>
                    <a:cubicBezTo>
                      <a:pt x="37425" y="29012"/>
                      <a:pt x="29101" y="37335"/>
                      <a:pt x="18834" y="37335"/>
                    </a:cubicBezTo>
                    <a:cubicBezTo>
                      <a:pt x="8567" y="37335"/>
                      <a:pt x="244" y="29012"/>
                      <a:pt x="244" y="18745"/>
                    </a:cubicBezTo>
                    <a:cubicBezTo>
                      <a:pt x="244" y="8478"/>
                      <a:pt x="8567" y="155"/>
                      <a:pt x="18834" y="155"/>
                    </a:cubicBezTo>
                    <a:cubicBezTo>
                      <a:pt x="29101" y="155"/>
                      <a:pt x="37425" y="8478"/>
                      <a:pt x="37425" y="18745"/>
                    </a:cubicBezTo>
                    <a:close/>
                  </a:path>
                </a:pathLst>
              </a:custGeom>
              <a:solidFill>
                <a:srgbClr val="F7ECEC"/>
              </a:solidFill>
              <a:ln w="5753" cap="sq">
                <a:noFill/>
                <a:prstDash val="solid"/>
                <a:miter/>
              </a:ln>
            </p:spPr>
            <p:txBody>
              <a:bodyPr rtlCol="0" anchor="ctr"/>
              <a:lstStyle/>
              <a:p>
                <a:endParaRPr lang="en-US"/>
              </a:p>
            </p:txBody>
          </p:sp>
          <p:sp>
            <p:nvSpPr>
              <p:cNvPr id="2285" name="Freeform: Shape 2284">
                <a:extLst>
                  <a:ext uri="{FF2B5EF4-FFF2-40B4-BE49-F238E27FC236}">
                    <a16:creationId xmlns:a16="http://schemas.microsoft.com/office/drawing/2014/main" id="{94430DEA-7382-AAB9-0C6C-E112E510CA1C}"/>
                  </a:ext>
                </a:extLst>
              </p:cNvPr>
              <p:cNvSpPr/>
              <p:nvPr/>
            </p:nvSpPr>
            <p:spPr>
              <a:xfrm>
                <a:off x="7597980" y="7890626"/>
                <a:ext cx="41981" cy="41981"/>
              </a:xfrm>
              <a:custGeom>
                <a:avLst/>
                <a:gdLst>
                  <a:gd name="connsiteX0" fmla="*/ 21234 w 41981"/>
                  <a:gd name="connsiteY0" fmla="*/ 4955 h 41981"/>
                  <a:gd name="connsiteX1" fmla="*/ 37425 w 41981"/>
                  <a:gd name="connsiteY1" fmla="*/ 21145 h 41981"/>
                  <a:gd name="connsiteX2" fmla="*/ 37425 w 41981"/>
                  <a:gd name="connsiteY2" fmla="*/ 21145 h 41981"/>
                  <a:gd name="connsiteX3" fmla="*/ 21234 w 41981"/>
                  <a:gd name="connsiteY3" fmla="*/ 37335 h 41981"/>
                  <a:gd name="connsiteX4" fmla="*/ 5044 w 41981"/>
                  <a:gd name="connsiteY4" fmla="*/ 21145 h 41981"/>
                  <a:gd name="connsiteX5" fmla="*/ 21234 w 41981"/>
                  <a:gd name="connsiteY5" fmla="*/ 4955 h 41981"/>
                  <a:gd name="connsiteX6" fmla="*/ 21234 w 41981"/>
                  <a:gd name="connsiteY6" fmla="*/ 155 h 41981"/>
                  <a:gd name="connsiteX7" fmla="*/ 244 w 41981"/>
                  <a:gd name="connsiteY7" fmla="*/ 21145 h 41981"/>
                  <a:gd name="connsiteX8" fmla="*/ 21234 w 41981"/>
                  <a:gd name="connsiteY8" fmla="*/ 42136 h 41981"/>
                  <a:gd name="connsiteX9" fmla="*/ 42225 w 41981"/>
                  <a:gd name="connsiteY9" fmla="*/ 21145 h 41981"/>
                  <a:gd name="connsiteX10" fmla="*/ 42225 w 41981"/>
                  <a:gd name="connsiteY10" fmla="*/ 21145 h 41981"/>
                  <a:gd name="connsiteX11" fmla="*/ 21234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55"/>
                    </a:moveTo>
                    <a:cubicBezTo>
                      <a:pt x="30176" y="4955"/>
                      <a:pt x="37425" y="12203"/>
                      <a:pt x="37425" y="21145"/>
                    </a:cubicBezTo>
                    <a:lnTo>
                      <a:pt x="37425" y="21145"/>
                    </a:lnTo>
                    <a:cubicBezTo>
                      <a:pt x="37425" y="30087"/>
                      <a:pt x="30176" y="37335"/>
                      <a:pt x="21234" y="37335"/>
                    </a:cubicBezTo>
                    <a:cubicBezTo>
                      <a:pt x="12293" y="37335"/>
                      <a:pt x="5044" y="30087"/>
                      <a:pt x="5044" y="21145"/>
                    </a:cubicBezTo>
                    <a:cubicBezTo>
                      <a:pt x="5044" y="12203"/>
                      <a:pt x="12293" y="4955"/>
                      <a:pt x="21234" y="4955"/>
                    </a:cubicBezTo>
                    <a:close/>
                    <a:moveTo>
                      <a:pt x="21234" y="155"/>
                    </a:moveTo>
                    <a:cubicBezTo>
                      <a:pt x="9642" y="155"/>
                      <a:pt x="244" y="9553"/>
                      <a:pt x="244" y="21145"/>
                    </a:cubicBezTo>
                    <a:cubicBezTo>
                      <a:pt x="244" y="32738"/>
                      <a:pt x="9642" y="42136"/>
                      <a:pt x="21234" y="42136"/>
                    </a:cubicBezTo>
                    <a:cubicBezTo>
                      <a:pt x="32827" y="42136"/>
                      <a:pt x="42225" y="32738"/>
                      <a:pt x="42225" y="21145"/>
                    </a:cubicBezTo>
                    <a:lnTo>
                      <a:pt x="42225" y="21145"/>
                    </a:lnTo>
                    <a:cubicBezTo>
                      <a:pt x="42225" y="9553"/>
                      <a:pt x="32827" y="155"/>
                      <a:pt x="21234" y="155"/>
                    </a:cubicBezTo>
                    <a:close/>
                  </a:path>
                </a:pathLst>
              </a:custGeom>
              <a:solidFill>
                <a:srgbClr val="000000"/>
              </a:solidFill>
              <a:ln w="4794" cap="sq">
                <a:noFill/>
                <a:prstDash val="solid"/>
                <a:round/>
              </a:ln>
            </p:spPr>
            <p:txBody>
              <a:bodyPr rtlCol="0" anchor="ctr"/>
              <a:lstStyle/>
              <a:p>
                <a:endParaRPr lang="en-US"/>
              </a:p>
            </p:txBody>
          </p:sp>
          <p:sp>
            <p:nvSpPr>
              <p:cNvPr id="2286" name="Freeform: Shape 2285">
                <a:extLst>
                  <a:ext uri="{FF2B5EF4-FFF2-40B4-BE49-F238E27FC236}">
                    <a16:creationId xmlns:a16="http://schemas.microsoft.com/office/drawing/2014/main" id="{0B203528-2138-F802-472D-CD6578F75852}"/>
                  </a:ext>
                </a:extLst>
              </p:cNvPr>
              <p:cNvSpPr/>
              <p:nvPr/>
            </p:nvSpPr>
            <p:spPr>
              <a:xfrm>
                <a:off x="7563902" y="7940068"/>
                <a:ext cx="37180" cy="37180"/>
              </a:xfrm>
              <a:custGeom>
                <a:avLst/>
                <a:gdLst>
                  <a:gd name="connsiteX0" fmla="*/ 37418 w 37180"/>
                  <a:gd name="connsiteY0" fmla="*/ 18753 h 37180"/>
                  <a:gd name="connsiteX1" fmla="*/ 18828 w 37180"/>
                  <a:gd name="connsiteY1" fmla="*/ 37344 h 37180"/>
                  <a:gd name="connsiteX2" fmla="*/ 238 w 37180"/>
                  <a:gd name="connsiteY2" fmla="*/ 18753 h 37180"/>
                  <a:gd name="connsiteX3" fmla="*/ 18828 w 37180"/>
                  <a:gd name="connsiteY3" fmla="*/ 163 h 37180"/>
                  <a:gd name="connsiteX4" fmla="*/ 3741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53"/>
                    </a:moveTo>
                    <a:cubicBezTo>
                      <a:pt x="37418" y="29020"/>
                      <a:pt x="29095" y="37344"/>
                      <a:pt x="18828" y="37344"/>
                    </a:cubicBezTo>
                    <a:cubicBezTo>
                      <a:pt x="8561" y="37344"/>
                      <a:pt x="238" y="29020"/>
                      <a:pt x="238" y="18753"/>
                    </a:cubicBezTo>
                    <a:cubicBezTo>
                      <a:pt x="238" y="8486"/>
                      <a:pt x="8561" y="163"/>
                      <a:pt x="18828" y="163"/>
                    </a:cubicBezTo>
                    <a:cubicBezTo>
                      <a:pt x="29095" y="163"/>
                      <a:pt x="37418" y="8486"/>
                      <a:pt x="37418" y="18753"/>
                    </a:cubicBezTo>
                    <a:close/>
                  </a:path>
                </a:pathLst>
              </a:custGeom>
              <a:solidFill>
                <a:srgbClr val="F7ECEC"/>
              </a:solidFill>
              <a:ln w="5753" cap="sq">
                <a:noFill/>
                <a:prstDash val="solid"/>
                <a:miter/>
              </a:ln>
            </p:spPr>
            <p:txBody>
              <a:bodyPr rtlCol="0" anchor="ctr"/>
              <a:lstStyle/>
              <a:p>
                <a:endParaRPr lang="en-US"/>
              </a:p>
            </p:txBody>
          </p:sp>
          <p:sp>
            <p:nvSpPr>
              <p:cNvPr id="2287" name="Freeform: Shape 2286">
                <a:extLst>
                  <a:ext uri="{FF2B5EF4-FFF2-40B4-BE49-F238E27FC236}">
                    <a16:creationId xmlns:a16="http://schemas.microsoft.com/office/drawing/2014/main" id="{37B9B574-C0AA-180B-6EAA-36CFE951D361}"/>
                  </a:ext>
                </a:extLst>
              </p:cNvPr>
              <p:cNvSpPr/>
              <p:nvPr/>
            </p:nvSpPr>
            <p:spPr>
              <a:xfrm>
                <a:off x="7561501" y="7937667"/>
                <a:ext cx="41981" cy="41981"/>
              </a:xfrm>
              <a:custGeom>
                <a:avLst/>
                <a:gdLst>
                  <a:gd name="connsiteX0" fmla="*/ 21228 w 41981"/>
                  <a:gd name="connsiteY0" fmla="*/ 4963 h 41981"/>
                  <a:gd name="connsiteX1" fmla="*/ 37418 w 41981"/>
                  <a:gd name="connsiteY1" fmla="*/ 21153 h 41981"/>
                  <a:gd name="connsiteX2" fmla="*/ 37418 w 41981"/>
                  <a:gd name="connsiteY2" fmla="*/ 21153 h 41981"/>
                  <a:gd name="connsiteX3" fmla="*/ 21228 w 41981"/>
                  <a:gd name="connsiteY3" fmla="*/ 37344 h 41981"/>
                  <a:gd name="connsiteX4" fmla="*/ 5038 w 41981"/>
                  <a:gd name="connsiteY4" fmla="*/ 21153 h 41981"/>
                  <a:gd name="connsiteX5" fmla="*/ 21228 w 41981"/>
                  <a:gd name="connsiteY5" fmla="*/ 4963 h 41981"/>
                  <a:gd name="connsiteX6" fmla="*/ 21228 w 41981"/>
                  <a:gd name="connsiteY6" fmla="*/ 163 h 41981"/>
                  <a:gd name="connsiteX7" fmla="*/ 238 w 41981"/>
                  <a:gd name="connsiteY7" fmla="*/ 21153 h 41981"/>
                  <a:gd name="connsiteX8" fmla="*/ 21228 w 41981"/>
                  <a:gd name="connsiteY8" fmla="*/ 42144 h 41981"/>
                  <a:gd name="connsiteX9" fmla="*/ 42219 w 41981"/>
                  <a:gd name="connsiteY9" fmla="*/ 21153 h 41981"/>
                  <a:gd name="connsiteX10" fmla="*/ 42219 w 41981"/>
                  <a:gd name="connsiteY10" fmla="*/ 21153 h 41981"/>
                  <a:gd name="connsiteX11" fmla="*/ 21228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63"/>
                    </a:moveTo>
                    <a:cubicBezTo>
                      <a:pt x="30170" y="4963"/>
                      <a:pt x="37418" y="12212"/>
                      <a:pt x="37418" y="21153"/>
                    </a:cubicBezTo>
                    <a:lnTo>
                      <a:pt x="37418" y="21153"/>
                    </a:lnTo>
                    <a:cubicBezTo>
                      <a:pt x="37418" y="30095"/>
                      <a:pt x="30170" y="37344"/>
                      <a:pt x="21228" y="37344"/>
                    </a:cubicBezTo>
                    <a:cubicBezTo>
                      <a:pt x="12286" y="37344"/>
                      <a:pt x="5038" y="30095"/>
                      <a:pt x="5038" y="21153"/>
                    </a:cubicBezTo>
                    <a:cubicBezTo>
                      <a:pt x="5038" y="12212"/>
                      <a:pt x="12286" y="4963"/>
                      <a:pt x="21228" y="4963"/>
                    </a:cubicBezTo>
                    <a:close/>
                    <a:moveTo>
                      <a:pt x="21228" y="163"/>
                    </a:moveTo>
                    <a:cubicBezTo>
                      <a:pt x="9636" y="163"/>
                      <a:pt x="238" y="9561"/>
                      <a:pt x="238" y="21153"/>
                    </a:cubicBezTo>
                    <a:cubicBezTo>
                      <a:pt x="238" y="32746"/>
                      <a:pt x="9636" y="42144"/>
                      <a:pt x="21228" y="42144"/>
                    </a:cubicBezTo>
                    <a:cubicBezTo>
                      <a:pt x="32821" y="42144"/>
                      <a:pt x="42219" y="32746"/>
                      <a:pt x="42219" y="21153"/>
                    </a:cubicBezTo>
                    <a:lnTo>
                      <a:pt x="42219" y="21153"/>
                    </a:lnTo>
                    <a:cubicBezTo>
                      <a:pt x="42219" y="9561"/>
                      <a:pt x="32821" y="163"/>
                      <a:pt x="21228" y="163"/>
                    </a:cubicBezTo>
                    <a:close/>
                  </a:path>
                </a:pathLst>
              </a:custGeom>
              <a:solidFill>
                <a:srgbClr val="000000"/>
              </a:solidFill>
              <a:ln w="4794" cap="sq">
                <a:noFill/>
                <a:prstDash val="solid"/>
                <a:round/>
              </a:ln>
            </p:spPr>
            <p:txBody>
              <a:bodyPr rtlCol="0" anchor="ctr"/>
              <a:lstStyle/>
              <a:p>
                <a:endParaRPr lang="en-US"/>
              </a:p>
            </p:txBody>
          </p:sp>
          <p:sp>
            <p:nvSpPr>
              <p:cNvPr id="2288" name="Freeform: Shape 2287">
                <a:extLst>
                  <a:ext uri="{FF2B5EF4-FFF2-40B4-BE49-F238E27FC236}">
                    <a16:creationId xmlns:a16="http://schemas.microsoft.com/office/drawing/2014/main" id="{99632481-B78D-EF0A-2503-2225B6AC287A}"/>
                  </a:ext>
                </a:extLst>
              </p:cNvPr>
              <p:cNvSpPr/>
              <p:nvPr/>
            </p:nvSpPr>
            <p:spPr>
              <a:xfrm>
                <a:off x="7612787" y="7984287"/>
                <a:ext cx="37180" cy="37180"/>
              </a:xfrm>
              <a:custGeom>
                <a:avLst/>
                <a:gdLst>
                  <a:gd name="connsiteX0" fmla="*/ 37427 w 37180"/>
                  <a:gd name="connsiteY0" fmla="*/ 18761 h 37180"/>
                  <a:gd name="connsiteX1" fmla="*/ 18836 w 37180"/>
                  <a:gd name="connsiteY1" fmla="*/ 37351 h 37180"/>
                  <a:gd name="connsiteX2" fmla="*/ 246 w 37180"/>
                  <a:gd name="connsiteY2" fmla="*/ 18761 h 37180"/>
                  <a:gd name="connsiteX3" fmla="*/ 18836 w 37180"/>
                  <a:gd name="connsiteY3" fmla="*/ 170 h 37180"/>
                  <a:gd name="connsiteX4" fmla="*/ 37427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1"/>
                    </a:moveTo>
                    <a:cubicBezTo>
                      <a:pt x="37427" y="29028"/>
                      <a:pt x="29104" y="37351"/>
                      <a:pt x="18836" y="37351"/>
                    </a:cubicBezTo>
                    <a:cubicBezTo>
                      <a:pt x="8569" y="37351"/>
                      <a:pt x="246" y="29028"/>
                      <a:pt x="246" y="18761"/>
                    </a:cubicBezTo>
                    <a:cubicBezTo>
                      <a:pt x="246" y="8494"/>
                      <a:pt x="8569" y="170"/>
                      <a:pt x="18836" y="170"/>
                    </a:cubicBezTo>
                    <a:cubicBezTo>
                      <a:pt x="29104" y="170"/>
                      <a:pt x="37427" y="8494"/>
                      <a:pt x="37427" y="18761"/>
                    </a:cubicBezTo>
                    <a:close/>
                  </a:path>
                </a:pathLst>
              </a:custGeom>
              <a:solidFill>
                <a:srgbClr val="F7D9D9"/>
              </a:solidFill>
              <a:ln w="5753" cap="sq">
                <a:noFill/>
                <a:prstDash val="solid"/>
                <a:miter/>
              </a:ln>
            </p:spPr>
            <p:txBody>
              <a:bodyPr rtlCol="0" anchor="ctr"/>
              <a:lstStyle/>
              <a:p>
                <a:endParaRPr lang="en-US"/>
              </a:p>
            </p:txBody>
          </p:sp>
          <p:sp>
            <p:nvSpPr>
              <p:cNvPr id="2289" name="Freeform: Shape 2288">
                <a:extLst>
                  <a:ext uri="{FF2B5EF4-FFF2-40B4-BE49-F238E27FC236}">
                    <a16:creationId xmlns:a16="http://schemas.microsoft.com/office/drawing/2014/main" id="{381E80FD-5927-8A5E-0090-F2D40601D484}"/>
                  </a:ext>
                </a:extLst>
              </p:cNvPr>
              <p:cNvSpPr/>
              <p:nvPr/>
            </p:nvSpPr>
            <p:spPr>
              <a:xfrm>
                <a:off x="7610387" y="7981887"/>
                <a:ext cx="41981" cy="41981"/>
              </a:xfrm>
              <a:custGeom>
                <a:avLst/>
                <a:gdLst>
                  <a:gd name="connsiteX0" fmla="*/ 21237 w 41981"/>
                  <a:gd name="connsiteY0" fmla="*/ 4971 h 41981"/>
                  <a:gd name="connsiteX1" fmla="*/ 37427 w 41981"/>
                  <a:gd name="connsiteY1" fmla="*/ 21161 h 41981"/>
                  <a:gd name="connsiteX2" fmla="*/ 37427 w 41981"/>
                  <a:gd name="connsiteY2" fmla="*/ 21161 h 41981"/>
                  <a:gd name="connsiteX3" fmla="*/ 21237 w 41981"/>
                  <a:gd name="connsiteY3" fmla="*/ 37351 h 41981"/>
                  <a:gd name="connsiteX4" fmla="*/ 5046 w 41981"/>
                  <a:gd name="connsiteY4" fmla="*/ 21161 h 41981"/>
                  <a:gd name="connsiteX5" fmla="*/ 21237 w 41981"/>
                  <a:gd name="connsiteY5" fmla="*/ 4971 h 41981"/>
                  <a:gd name="connsiteX6" fmla="*/ 21237 w 41981"/>
                  <a:gd name="connsiteY6" fmla="*/ 170 h 41981"/>
                  <a:gd name="connsiteX7" fmla="*/ 246 w 41981"/>
                  <a:gd name="connsiteY7" fmla="*/ 21161 h 41981"/>
                  <a:gd name="connsiteX8" fmla="*/ 21237 w 41981"/>
                  <a:gd name="connsiteY8" fmla="*/ 42152 h 41981"/>
                  <a:gd name="connsiteX9" fmla="*/ 42227 w 41981"/>
                  <a:gd name="connsiteY9" fmla="*/ 21161 h 41981"/>
                  <a:gd name="connsiteX10" fmla="*/ 42227 w 41981"/>
                  <a:gd name="connsiteY10" fmla="*/ 21161 h 41981"/>
                  <a:gd name="connsiteX11" fmla="*/ 21237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1"/>
                    </a:moveTo>
                    <a:cubicBezTo>
                      <a:pt x="30178" y="4971"/>
                      <a:pt x="37427" y="12219"/>
                      <a:pt x="37427" y="21161"/>
                    </a:cubicBezTo>
                    <a:lnTo>
                      <a:pt x="37427" y="21161"/>
                    </a:lnTo>
                    <a:cubicBezTo>
                      <a:pt x="37427" y="30103"/>
                      <a:pt x="30178" y="37351"/>
                      <a:pt x="21237" y="37351"/>
                    </a:cubicBezTo>
                    <a:cubicBezTo>
                      <a:pt x="12295" y="37351"/>
                      <a:pt x="5046" y="30103"/>
                      <a:pt x="5046" y="21161"/>
                    </a:cubicBezTo>
                    <a:cubicBezTo>
                      <a:pt x="5046" y="12219"/>
                      <a:pt x="12295" y="4971"/>
                      <a:pt x="21237" y="4971"/>
                    </a:cubicBezTo>
                    <a:close/>
                    <a:moveTo>
                      <a:pt x="21237" y="170"/>
                    </a:moveTo>
                    <a:cubicBezTo>
                      <a:pt x="9644" y="170"/>
                      <a:pt x="246" y="9568"/>
                      <a:pt x="246" y="21161"/>
                    </a:cubicBezTo>
                    <a:cubicBezTo>
                      <a:pt x="246" y="32754"/>
                      <a:pt x="9644" y="42152"/>
                      <a:pt x="21237" y="42152"/>
                    </a:cubicBezTo>
                    <a:cubicBezTo>
                      <a:pt x="32829" y="42152"/>
                      <a:pt x="42227" y="32754"/>
                      <a:pt x="42227" y="21161"/>
                    </a:cubicBezTo>
                    <a:lnTo>
                      <a:pt x="42227" y="21161"/>
                    </a:lnTo>
                    <a:cubicBezTo>
                      <a:pt x="42227" y="9568"/>
                      <a:pt x="32829" y="170"/>
                      <a:pt x="21237" y="170"/>
                    </a:cubicBezTo>
                    <a:close/>
                  </a:path>
                </a:pathLst>
              </a:custGeom>
              <a:solidFill>
                <a:srgbClr val="000000"/>
              </a:solidFill>
              <a:ln w="4794" cap="sq">
                <a:noFill/>
                <a:prstDash val="solid"/>
                <a:round/>
              </a:ln>
            </p:spPr>
            <p:txBody>
              <a:bodyPr rtlCol="0" anchor="ctr"/>
              <a:lstStyle/>
              <a:p>
                <a:endParaRPr lang="en-US"/>
              </a:p>
            </p:txBody>
          </p:sp>
          <p:sp>
            <p:nvSpPr>
              <p:cNvPr id="2290" name="Freeform: Shape 2289">
                <a:extLst>
                  <a:ext uri="{FF2B5EF4-FFF2-40B4-BE49-F238E27FC236}">
                    <a16:creationId xmlns:a16="http://schemas.microsoft.com/office/drawing/2014/main" id="{97A825C1-548B-5CD7-6607-828D0AB1E6D8}"/>
                  </a:ext>
                </a:extLst>
              </p:cNvPr>
              <p:cNvSpPr/>
              <p:nvPr/>
            </p:nvSpPr>
            <p:spPr>
              <a:xfrm>
                <a:off x="7600259" y="8060302"/>
                <a:ext cx="37180" cy="37180"/>
              </a:xfrm>
              <a:custGeom>
                <a:avLst/>
                <a:gdLst>
                  <a:gd name="connsiteX0" fmla="*/ 37425 w 37180"/>
                  <a:gd name="connsiteY0" fmla="*/ 18774 h 37180"/>
                  <a:gd name="connsiteX1" fmla="*/ 18834 w 37180"/>
                  <a:gd name="connsiteY1" fmla="*/ 37364 h 37180"/>
                  <a:gd name="connsiteX2" fmla="*/ 244 w 37180"/>
                  <a:gd name="connsiteY2" fmla="*/ 18774 h 37180"/>
                  <a:gd name="connsiteX3" fmla="*/ 18834 w 37180"/>
                  <a:gd name="connsiteY3" fmla="*/ 184 h 37180"/>
                  <a:gd name="connsiteX4" fmla="*/ 37425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74"/>
                    </a:moveTo>
                    <a:cubicBezTo>
                      <a:pt x="37425" y="29041"/>
                      <a:pt x="29101" y="37364"/>
                      <a:pt x="18834" y="37364"/>
                    </a:cubicBezTo>
                    <a:cubicBezTo>
                      <a:pt x="8567" y="37364"/>
                      <a:pt x="244" y="29041"/>
                      <a:pt x="244" y="18774"/>
                    </a:cubicBezTo>
                    <a:cubicBezTo>
                      <a:pt x="244" y="8507"/>
                      <a:pt x="8567" y="184"/>
                      <a:pt x="18834" y="184"/>
                    </a:cubicBezTo>
                    <a:cubicBezTo>
                      <a:pt x="29101" y="184"/>
                      <a:pt x="37425" y="8507"/>
                      <a:pt x="37425" y="18774"/>
                    </a:cubicBezTo>
                    <a:close/>
                  </a:path>
                </a:pathLst>
              </a:custGeom>
              <a:solidFill>
                <a:srgbClr val="F7F2F2"/>
              </a:solidFill>
              <a:ln w="5753" cap="sq">
                <a:noFill/>
                <a:prstDash val="solid"/>
                <a:miter/>
              </a:ln>
            </p:spPr>
            <p:txBody>
              <a:bodyPr rtlCol="0" anchor="ctr"/>
              <a:lstStyle/>
              <a:p>
                <a:endParaRPr lang="en-US"/>
              </a:p>
            </p:txBody>
          </p:sp>
          <p:sp>
            <p:nvSpPr>
              <p:cNvPr id="2291" name="Freeform: Shape 2290">
                <a:extLst>
                  <a:ext uri="{FF2B5EF4-FFF2-40B4-BE49-F238E27FC236}">
                    <a16:creationId xmlns:a16="http://schemas.microsoft.com/office/drawing/2014/main" id="{C37F4A4D-4D07-E208-BF58-94B3DC086B2C}"/>
                  </a:ext>
                </a:extLst>
              </p:cNvPr>
              <p:cNvSpPr/>
              <p:nvPr/>
            </p:nvSpPr>
            <p:spPr>
              <a:xfrm>
                <a:off x="7597859" y="8057902"/>
                <a:ext cx="41981" cy="41981"/>
              </a:xfrm>
              <a:custGeom>
                <a:avLst/>
                <a:gdLst>
                  <a:gd name="connsiteX0" fmla="*/ 21234 w 41981"/>
                  <a:gd name="connsiteY0" fmla="*/ 4984 h 41981"/>
                  <a:gd name="connsiteX1" fmla="*/ 37425 w 41981"/>
                  <a:gd name="connsiteY1" fmla="*/ 21174 h 41981"/>
                  <a:gd name="connsiteX2" fmla="*/ 37425 w 41981"/>
                  <a:gd name="connsiteY2" fmla="*/ 21174 h 41981"/>
                  <a:gd name="connsiteX3" fmla="*/ 21234 w 41981"/>
                  <a:gd name="connsiteY3" fmla="*/ 37364 h 41981"/>
                  <a:gd name="connsiteX4" fmla="*/ 5044 w 41981"/>
                  <a:gd name="connsiteY4" fmla="*/ 21174 h 41981"/>
                  <a:gd name="connsiteX5" fmla="*/ 21234 w 41981"/>
                  <a:gd name="connsiteY5" fmla="*/ 4984 h 41981"/>
                  <a:gd name="connsiteX6" fmla="*/ 21234 w 41981"/>
                  <a:gd name="connsiteY6" fmla="*/ 184 h 41981"/>
                  <a:gd name="connsiteX7" fmla="*/ 244 w 41981"/>
                  <a:gd name="connsiteY7" fmla="*/ 21174 h 41981"/>
                  <a:gd name="connsiteX8" fmla="*/ 21234 w 41981"/>
                  <a:gd name="connsiteY8" fmla="*/ 42165 h 41981"/>
                  <a:gd name="connsiteX9" fmla="*/ 42225 w 41981"/>
                  <a:gd name="connsiteY9" fmla="*/ 21174 h 41981"/>
                  <a:gd name="connsiteX10" fmla="*/ 42225 w 41981"/>
                  <a:gd name="connsiteY10" fmla="*/ 21174 h 41981"/>
                  <a:gd name="connsiteX11" fmla="*/ 21234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84"/>
                    </a:moveTo>
                    <a:cubicBezTo>
                      <a:pt x="30176" y="4984"/>
                      <a:pt x="37425" y="12232"/>
                      <a:pt x="37425" y="21174"/>
                    </a:cubicBezTo>
                    <a:lnTo>
                      <a:pt x="37425" y="21174"/>
                    </a:lnTo>
                    <a:cubicBezTo>
                      <a:pt x="37425" y="30116"/>
                      <a:pt x="30176" y="37364"/>
                      <a:pt x="21234" y="37364"/>
                    </a:cubicBezTo>
                    <a:cubicBezTo>
                      <a:pt x="12293" y="37364"/>
                      <a:pt x="5044" y="30116"/>
                      <a:pt x="5044" y="21174"/>
                    </a:cubicBezTo>
                    <a:cubicBezTo>
                      <a:pt x="5044" y="12232"/>
                      <a:pt x="12293" y="4984"/>
                      <a:pt x="21234" y="4984"/>
                    </a:cubicBezTo>
                    <a:close/>
                    <a:moveTo>
                      <a:pt x="21234" y="184"/>
                    </a:moveTo>
                    <a:cubicBezTo>
                      <a:pt x="9642" y="184"/>
                      <a:pt x="244" y="9582"/>
                      <a:pt x="244" y="21174"/>
                    </a:cubicBezTo>
                    <a:cubicBezTo>
                      <a:pt x="244" y="32767"/>
                      <a:pt x="9642" y="42165"/>
                      <a:pt x="21234" y="42165"/>
                    </a:cubicBezTo>
                    <a:cubicBezTo>
                      <a:pt x="32827" y="42165"/>
                      <a:pt x="42225" y="32767"/>
                      <a:pt x="42225" y="21174"/>
                    </a:cubicBezTo>
                    <a:lnTo>
                      <a:pt x="42225" y="21174"/>
                    </a:lnTo>
                    <a:cubicBezTo>
                      <a:pt x="42225" y="9582"/>
                      <a:pt x="32827" y="184"/>
                      <a:pt x="21234" y="184"/>
                    </a:cubicBezTo>
                    <a:close/>
                  </a:path>
                </a:pathLst>
              </a:custGeom>
              <a:solidFill>
                <a:srgbClr val="000000"/>
              </a:solidFill>
              <a:ln w="4794" cap="sq">
                <a:noFill/>
                <a:prstDash val="solid"/>
                <a:round/>
              </a:ln>
            </p:spPr>
            <p:txBody>
              <a:bodyPr rtlCol="0" anchor="ctr"/>
              <a:lstStyle/>
              <a:p>
                <a:endParaRPr lang="en-US"/>
              </a:p>
            </p:txBody>
          </p:sp>
          <p:sp>
            <p:nvSpPr>
              <p:cNvPr id="2292" name="Freeform: Shape 2291">
                <a:extLst>
                  <a:ext uri="{FF2B5EF4-FFF2-40B4-BE49-F238E27FC236}">
                    <a16:creationId xmlns:a16="http://schemas.microsoft.com/office/drawing/2014/main" id="{71B444FB-7F5B-CFFE-9F77-97034C9C23B4}"/>
                  </a:ext>
                </a:extLst>
              </p:cNvPr>
              <p:cNvSpPr/>
              <p:nvPr/>
            </p:nvSpPr>
            <p:spPr>
              <a:xfrm>
                <a:off x="7678762" y="7945332"/>
                <a:ext cx="37180" cy="37180"/>
              </a:xfrm>
              <a:custGeom>
                <a:avLst/>
                <a:gdLst>
                  <a:gd name="connsiteX0" fmla="*/ 37438 w 37180"/>
                  <a:gd name="connsiteY0" fmla="*/ 18754 h 37180"/>
                  <a:gd name="connsiteX1" fmla="*/ 18848 w 37180"/>
                  <a:gd name="connsiteY1" fmla="*/ 37344 h 37180"/>
                  <a:gd name="connsiteX2" fmla="*/ 257 w 37180"/>
                  <a:gd name="connsiteY2" fmla="*/ 18754 h 37180"/>
                  <a:gd name="connsiteX3" fmla="*/ 18848 w 37180"/>
                  <a:gd name="connsiteY3" fmla="*/ 164 h 37180"/>
                  <a:gd name="connsiteX4" fmla="*/ 37438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4"/>
                    </a:moveTo>
                    <a:cubicBezTo>
                      <a:pt x="37438" y="29021"/>
                      <a:pt x="29115" y="37344"/>
                      <a:pt x="18848" y="37344"/>
                    </a:cubicBezTo>
                    <a:cubicBezTo>
                      <a:pt x="8581" y="37344"/>
                      <a:pt x="257" y="29021"/>
                      <a:pt x="257" y="18754"/>
                    </a:cubicBezTo>
                    <a:cubicBezTo>
                      <a:pt x="257" y="8487"/>
                      <a:pt x="8581" y="164"/>
                      <a:pt x="18848" y="164"/>
                    </a:cubicBezTo>
                    <a:cubicBezTo>
                      <a:pt x="29115" y="164"/>
                      <a:pt x="37438" y="8487"/>
                      <a:pt x="37438" y="18754"/>
                    </a:cubicBezTo>
                    <a:close/>
                  </a:path>
                </a:pathLst>
              </a:custGeom>
              <a:solidFill>
                <a:srgbClr val="F7E6E6"/>
              </a:solidFill>
              <a:ln w="5753" cap="sq">
                <a:noFill/>
                <a:prstDash val="solid"/>
                <a:miter/>
              </a:ln>
            </p:spPr>
            <p:txBody>
              <a:bodyPr rtlCol="0" anchor="ctr"/>
              <a:lstStyle/>
              <a:p>
                <a:endParaRPr lang="en-US"/>
              </a:p>
            </p:txBody>
          </p:sp>
          <p:sp>
            <p:nvSpPr>
              <p:cNvPr id="2293" name="Freeform: Shape 2292">
                <a:extLst>
                  <a:ext uri="{FF2B5EF4-FFF2-40B4-BE49-F238E27FC236}">
                    <a16:creationId xmlns:a16="http://schemas.microsoft.com/office/drawing/2014/main" id="{040B0126-0EC5-568E-7346-2FA1130A8E7B}"/>
                  </a:ext>
                </a:extLst>
              </p:cNvPr>
              <p:cNvSpPr/>
              <p:nvPr/>
            </p:nvSpPr>
            <p:spPr>
              <a:xfrm>
                <a:off x="7676362" y="7942932"/>
                <a:ext cx="41981" cy="41981"/>
              </a:xfrm>
              <a:custGeom>
                <a:avLst/>
                <a:gdLst>
                  <a:gd name="connsiteX0" fmla="*/ 21248 w 41981"/>
                  <a:gd name="connsiteY0" fmla="*/ 4964 h 41981"/>
                  <a:gd name="connsiteX1" fmla="*/ 37438 w 41981"/>
                  <a:gd name="connsiteY1" fmla="*/ 21154 h 41981"/>
                  <a:gd name="connsiteX2" fmla="*/ 37438 w 41981"/>
                  <a:gd name="connsiteY2" fmla="*/ 21154 h 41981"/>
                  <a:gd name="connsiteX3" fmla="*/ 21248 w 41981"/>
                  <a:gd name="connsiteY3" fmla="*/ 37344 h 41981"/>
                  <a:gd name="connsiteX4" fmla="*/ 5058 w 41981"/>
                  <a:gd name="connsiteY4" fmla="*/ 21154 h 41981"/>
                  <a:gd name="connsiteX5" fmla="*/ 21248 w 41981"/>
                  <a:gd name="connsiteY5" fmla="*/ 4964 h 41981"/>
                  <a:gd name="connsiteX6" fmla="*/ 21248 w 41981"/>
                  <a:gd name="connsiteY6" fmla="*/ 164 h 41981"/>
                  <a:gd name="connsiteX7" fmla="*/ 257 w 41981"/>
                  <a:gd name="connsiteY7" fmla="*/ 21154 h 41981"/>
                  <a:gd name="connsiteX8" fmla="*/ 21248 w 41981"/>
                  <a:gd name="connsiteY8" fmla="*/ 42145 h 41981"/>
                  <a:gd name="connsiteX9" fmla="*/ 42239 w 41981"/>
                  <a:gd name="connsiteY9" fmla="*/ 21154 h 41981"/>
                  <a:gd name="connsiteX10" fmla="*/ 42239 w 41981"/>
                  <a:gd name="connsiteY10" fmla="*/ 21154 h 41981"/>
                  <a:gd name="connsiteX11" fmla="*/ 21248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4"/>
                    </a:moveTo>
                    <a:cubicBezTo>
                      <a:pt x="30190" y="4964"/>
                      <a:pt x="37438" y="12212"/>
                      <a:pt x="37438" y="21154"/>
                    </a:cubicBezTo>
                    <a:lnTo>
                      <a:pt x="37438" y="21154"/>
                    </a:lnTo>
                    <a:cubicBezTo>
                      <a:pt x="37438" y="30096"/>
                      <a:pt x="30190" y="37344"/>
                      <a:pt x="21248" y="37344"/>
                    </a:cubicBezTo>
                    <a:cubicBezTo>
                      <a:pt x="12306" y="37344"/>
                      <a:pt x="5058" y="30096"/>
                      <a:pt x="5058" y="21154"/>
                    </a:cubicBezTo>
                    <a:cubicBezTo>
                      <a:pt x="5058" y="12212"/>
                      <a:pt x="12306" y="4964"/>
                      <a:pt x="21248" y="4964"/>
                    </a:cubicBezTo>
                    <a:close/>
                    <a:moveTo>
                      <a:pt x="21248" y="164"/>
                    </a:moveTo>
                    <a:cubicBezTo>
                      <a:pt x="9655" y="164"/>
                      <a:pt x="257" y="9562"/>
                      <a:pt x="257" y="21154"/>
                    </a:cubicBezTo>
                    <a:cubicBezTo>
                      <a:pt x="257" y="32747"/>
                      <a:pt x="9655" y="42145"/>
                      <a:pt x="21248" y="42145"/>
                    </a:cubicBezTo>
                    <a:cubicBezTo>
                      <a:pt x="32841" y="42145"/>
                      <a:pt x="42239" y="32747"/>
                      <a:pt x="42239" y="21154"/>
                    </a:cubicBezTo>
                    <a:lnTo>
                      <a:pt x="42239" y="21154"/>
                    </a:lnTo>
                    <a:cubicBezTo>
                      <a:pt x="42239" y="9562"/>
                      <a:pt x="32841" y="164"/>
                      <a:pt x="21248" y="164"/>
                    </a:cubicBezTo>
                    <a:close/>
                  </a:path>
                </a:pathLst>
              </a:custGeom>
              <a:solidFill>
                <a:srgbClr val="000000"/>
              </a:solidFill>
              <a:ln w="4794" cap="sq">
                <a:noFill/>
                <a:prstDash val="solid"/>
                <a:round/>
              </a:ln>
            </p:spPr>
            <p:txBody>
              <a:bodyPr rtlCol="0" anchor="ctr"/>
              <a:lstStyle/>
              <a:p>
                <a:endParaRPr lang="en-US"/>
              </a:p>
            </p:txBody>
          </p:sp>
          <p:sp>
            <p:nvSpPr>
              <p:cNvPr id="2294" name="Freeform: Shape 2293">
                <a:extLst>
                  <a:ext uri="{FF2B5EF4-FFF2-40B4-BE49-F238E27FC236}">
                    <a16:creationId xmlns:a16="http://schemas.microsoft.com/office/drawing/2014/main" id="{0A454C95-5102-8CAB-0AF7-07679BB25C36}"/>
                  </a:ext>
                </a:extLst>
              </p:cNvPr>
              <p:cNvSpPr/>
              <p:nvPr/>
            </p:nvSpPr>
            <p:spPr>
              <a:xfrm>
                <a:off x="7667478" y="7975722"/>
                <a:ext cx="37180" cy="37180"/>
              </a:xfrm>
              <a:custGeom>
                <a:avLst/>
                <a:gdLst>
                  <a:gd name="connsiteX0" fmla="*/ 37436 w 37180"/>
                  <a:gd name="connsiteY0" fmla="*/ 18759 h 37180"/>
                  <a:gd name="connsiteX1" fmla="*/ 18846 w 37180"/>
                  <a:gd name="connsiteY1" fmla="*/ 37350 h 37180"/>
                  <a:gd name="connsiteX2" fmla="*/ 255 w 37180"/>
                  <a:gd name="connsiteY2" fmla="*/ 18759 h 37180"/>
                  <a:gd name="connsiteX3" fmla="*/ 18846 w 37180"/>
                  <a:gd name="connsiteY3" fmla="*/ 169 h 37180"/>
                  <a:gd name="connsiteX4" fmla="*/ 37436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9"/>
                    </a:moveTo>
                    <a:cubicBezTo>
                      <a:pt x="37436" y="29027"/>
                      <a:pt x="29113" y="37350"/>
                      <a:pt x="18846" y="37350"/>
                    </a:cubicBezTo>
                    <a:cubicBezTo>
                      <a:pt x="8579" y="37350"/>
                      <a:pt x="255" y="29027"/>
                      <a:pt x="255" y="18759"/>
                    </a:cubicBezTo>
                    <a:cubicBezTo>
                      <a:pt x="255" y="8492"/>
                      <a:pt x="8579" y="169"/>
                      <a:pt x="18846" y="169"/>
                    </a:cubicBezTo>
                    <a:cubicBezTo>
                      <a:pt x="29113" y="169"/>
                      <a:pt x="37436" y="8492"/>
                      <a:pt x="37436" y="18759"/>
                    </a:cubicBezTo>
                    <a:close/>
                  </a:path>
                </a:pathLst>
              </a:custGeom>
              <a:solidFill>
                <a:srgbClr val="F7E7E7"/>
              </a:solidFill>
              <a:ln w="5753" cap="sq">
                <a:noFill/>
                <a:prstDash val="solid"/>
                <a:miter/>
              </a:ln>
            </p:spPr>
            <p:txBody>
              <a:bodyPr rtlCol="0" anchor="ctr"/>
              <a:lstStyle/>
              <a:p>
                <a:endParaRPr lang="en-US"/>
              </a:p>
            </p:txBody>
          </p:sp>
          <p:sp>
            <p:nvSpPr>
              <p:cNvPr id="2295" name="Freeform: Shape 2294">
                <a:extLst>
                  <a:ext uri="{FF2B5EF4-FFF2-40B4-BE49-F238E27FC236}">
                    <a16:creationId xmlns:a16="http://schemas.microsoft.com/office/drawing/2014/main" id="{4190AB67-8C4F-24F3-08D9-EC37F2D69A49}"/>
                  </a:ext>
                </a:extLst>
              </p:cNvPr>
              <p:cNvSpPr/>
              <p:nvPr/>
            </p:nvSpPr>
            <p:spPr>
              <a:xfrm>
                <a:off x="7665078" y="7973322"/>
                <a:ext cx="41981" cy="41981"/>
              </a:xfrm>
              <a:custGeom>
                <a:avLst/>
                <a:gdLst>
                  <a:gd name="connsiteX0" fmla="*/ 21246 w 41981"/>
                  <a:gd name="connsiteY0" fmla="*/ 4969 h 41981"/>
                  <a:gd name="connsiteX1" fmla="*/ 37436 w 41981"/>
                  <a:gd name="connsiteY1" fmla="*/ 21160 h 41981"/>
                  <a:gd name="connsiteX2" fmla="*/ 37436 w 41981"/>
                  <a:gd name="connsiteY2" fmla="*/ 21160 h 41981"/>
                  <a:gd name="connsiteX3" fmla="*/ 21246 w 41981"/>
                  <a:gd name="connsiteY3" fmla="*/ 37350 h 41981"/>
                  <a:gd name="connsiteX4" fmla="*/ 5056 w 41981"/>
                  <a:gd name="connsiteY4" fmla="*/ 21160 h 41981"/>
                  <a:gd name="connsiteX5" fmla="*/ 21246 w 41981"/>
                  <a:gd name="connsiteY5" fmla="*/ 4969 h 41981"/>
                  <a:gd name="connsiteX6" fmla="*/ 21246 w 41981"/>
                  <a:gd name="connsiteY6" fmla="*/ 169 h 41981"/>
                  <a:gd name="connsiteX7" fmla="*/ 255 w 41981"/>
                  <a:gd name="connsiteY7" fmla="*/ 21160 h 41981"/>
                  <a:gd name="connsiteX8" fmla="*/ 21246 w 41981"/>
                  <a:gd name="connsiteY8" fmla="*/ 42150 h 41981"/>
                  <a:gd name="connsiteX9" fmla="*/ 42237 w 41981"/>
                  <a:gd name="connsiteY9" fmla="*/ 21160 h 41981"/>
                  <a:gd name="connsiteX10" fmla="*/ 42237 w 41981"/>
                  <a:gd name="connsiteY10" fmla="*/ 21160 h 41981"/>
                  <a:gd name="connsiteX11" fmla="*/ 21246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69"/>
                    </a:moveTo>
                    <a:cubicBezTo>
                      <a:pt x="30188" y="4969"/>
                      <a:pt x="37436" y="12218"/>
                      <a:pt x="37436" y="21160"/>
                    </a:cubicBezTo>
                    <a:lnTo>
                      <a:pt x="37436" y="21160"/>
                    </a:lnTo>
                    <a:cubicBezTo>
                      <a:pt x="37436" y="30101"/>
                      <a:pt x="30188" y="37350"/>
                      <a:pt x="21246" y="37350"/>
                    </a:cubicBezTo>
                    <a:cubicBezTo>
                      <a:pt x="12304" y="37350"/>
                      <a:pt x="5056" y="30101"/>
                      <a:pt x="5056" y="21160"/>
                    </a:cubicBezTo>
                    <a:cubicBezTo>
                      <a:pt x="5056" y="12218"/>
                      <a:pt x="12304" y="4969"/>
                      <a:pt x="21246" y="4969"/>
                    </a:cubicBezTo>
                    <a:close/>
                    <a:moveTo>
                      <a:pt x="21246" y="169"/>
                    </a:moveTo>
                    <a:cubicBezTo>
                      <a:pt x="9654" y="169"/>
                      <a:pt x="255" y="9567"/>
                      <a:pt x="255" y="21160"/>
                    </a:cubicBezTo>
                    <a:cubicBezTo>
                      <a:pt x="255" y="32752"/>
                      <a:pt x="9654" y="42150"/>
                      <a:pt x="21246" y="42150"/>
                    </a:cubicBezTo>
                    <a:cubicBezTo>
                      <a:pt x="32839" y="42150"/>
                      <a:pt x="42237" y="32752"/>
                      <a:pt x="42237" y="21160"/>
                    </a:cubicBezTo>
                    <a:lnTo>
                      <a:pt x="42237" y="21160"/>
                    </a:lnTo>
                    <a:cubicBezTo>
                      <a:pt x="42237" y="9567"/>
                      <a:pt x="32839" y="169"/>
                      <a:pt x="21246" y="169"/>
                    </a:cubicBezTo>
                    <a:close/>
                  </a:path>
                </a:pathLst>
              </a:custGeom>
              <a:solidFill>
                <a:srgbClr val="000000"/>
              </a:solidFill>
              <a:ln w="4794" cap="sq">
                <a:noFill/>
                <a:prstDash val="solid"/>
                <a:round/>
              </a:ln>
            </p:spPr>
            <p:txBody>
              <a:bodyPr rtlCol="0" anchor="ctr"/>
              <a:lstStyle/>
              <a:p>
                <a:endParaRPr lang="en-US"/>
              </a:p>
            </p:txBody>
          </p:sp>
          <p:sp>
            <p:nvSpPr>
              <p:cNvPr id="2296" name="Freeform: Shape 2295">
                <a:extLst>
                  <a:ext uri="{FF2B5EF4-FFF2-40B4-BE49-F238E27FC236}">
                    <a16:creationId xmlns:a16="http://schemas.microsoft.com/office/drawing/2014/main" id="{ACD4098B-8764-DD54-72AE-C821FED02C02}"/>
                  </a:ext>
                </a:extLst>
              </p:cNvPr>
              <p:cNvSpPr/>
              <p:nvPr/>
            </p:nvSpPr>
            <p:spPr>
              <a:xfrm>
                <a:off x="7760058" y="7702952"/>
                <a:ext cx="37180" cy="37180"/>
              </a:xfrm>
              <a:custGeom>
                <a:avLst/>
                <a:gdLst>
                  <a:gd name="connsiteX0" fmla="*/ 37452 w 37180"/>
                  <a:gd name="connsiteY0" fmla="*/ 18712 h 37180"/>
                  <a:gd name="connsiteX1" fmla="*/ 18862 w 37180"/>
                  <a:gd name="connsiteY1" fmla="*/ 37302 h 37180"/>
                  <a:gd name="connsiteX2" fmla="*/ 272 w 37180"/>
                  <a:gd name="connsiteY2" fmla="*/ 18712 h 37180"/>
                  <a:gd name="connsiteX3" fmla="*/ 18862 w 37180"/>
                  <a:gd name="connsiteY3" fmla="*/ 122 h 37180"/>
                  <a:gd name="connsiteX4" fmla="*/ 37452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12"/>
                    </a:moveTo>
                    <a:cubicBezTo>
                      <a:pt x="37452" y="28979"/>
                      <a:pt x="29129" y="37302"/>
                      <a:pt x="18862" y="37302"/>
                    </a:cubicBezTo>
                    <a:cubicBezTo>
                      <a:pt x="8595" y="37302"/>
                      <a:pt x="272" y="28979"/>
                      <a:pt x="272" y="18712"/>
                    </a:cubicBezTo>
                    <a:cubicBezTo>
                      <a:pt x="272" y="8445"/>
                      <a:pt x="8595" y="122"/>
                      <a:pt x="18862" y="122"/>
                    </a:cubicBezTo>
                    <a:cubicBezTo>
                      <a:pt x="29129" y="122"/>
                      <a:pt x="37452" y="8445"/>
                      <a:pt x="37452" y="18712"/>
                    </a:cubicBezTo>
                    <a:close/>
                  </a:path>
                </a:pathLst>
              </a:custGeom>
              <a:solidFill>
                <a:srgbClr val="F7B1B1"/>
              </a:solidFill>
              <a:ln w="5753" cap="sq">
                <a:noFill/>
                <a:prstDash val="solid"/>
                <a:miter/>
              </a:ln>
            </p:spPr>
            <p:txBody>
              <a:bodyPr rtlCol="0" anchor="ctr"/>
              <a:lstStyle/>
              <a:p>
                <a:endParaRPr lang="en-US"/>
              </a:p>
            </p:txBody>
          </p:sp>
          <p:sp>
            <p:nvSpPr>
              <p:cNvPr id="2297" name="Freeform: Shape 2296">
                <a:extLst>
                  <a:ext uri="{FF2B5EF4-FFF2-40B4-BE49-F238E27FC236}">
                    <a16:creationId xmlns:a16="http://schemas.microsoft.com/office/drawing/2014/main" id="{CFA59481-8A9D-FDE1-BF48-0652B4A5F117}"/>
                  </a:ext>
                </a:extLst>
              </p:cNvPr>
              <p:cNvSpPr/>
              <p:nvPr/>
            </p:nvSpPr>
            <p:spPr>
              <a:xfrm>
                <a:off x="7757658" y="7700551"/>
                <a:ext cx="41981" cy="41981"/>
              </a:xfrm>
              <a:custGeom>
                <a:avLst/>
                <a:gdLst>
                  <a:gd name="connsiteX0" fmla="*/ 21262 w 41981"/>
                  <a:gd name="connsiteY0" fmla="*/ 4922 h 41981"/>
                  <a:gd name="connsiteX1" fmla="*/ 37452 w 41981"/>
                  <a:gd name="connsiteY1" fmla="*/ 21112 h 41981"/>
                  <a:gd name="connsiteX2" fmla="*/ 37452 w 41981"/>
                  <a:gd name="connsiteY2" fmla="*/ 21112 h 41981"/>
                  <a:gd name="connsiteX3" fmla="*/ 21262 w 41981"/>
                  <a:gd name="connsiteY3" fmla="*/ 37302 h 41981"/>
                  <a:gd name="connsiteX4" fmla="*/ 5072 w 41981"/>
                  <a:gd name="connsiteY4" fmla="*/ 21112 h 41981"/>
                  <a:gd name="connsiteX5" fmla="*/ 21262 w 41981"/>
                  <a:gd name="connsiteY5" fmla="*/ 4922 h 41981"/>
                  <a:gd name="connsiteX6" fmla="*/ 21262 w 41981"/>
                  <a:gd name="connsiteY6" fmla="*/ 122 h 41981"/>
                  <a:gd name="connsiteX7" fmla="*/ 272 w 41981"/>
                  <a:gd name="connsiteY7" fmla="*/ 21112 h 41981"/>
                  <a:gd name="connsiteX8" fmla="*/ 21262 w 41981"/>
                  <a:gd name="connsiteY8" fmla="*/ 42103 h 41981"/>
                  <a:gd name="connsiteX9" fmla="*/ 42253 w 41981"/>
                  <a:gd name="connsiteY9" fmla="*/ 21112 h 41981"/>
                  <a:gd name="connsiteX10" fmla="*/ 42253 w 41981"/>
                  <a:gd name="connsiteY10" fmla="*/ 21112 h 41981"/>
                  <a:gd name="connsiteX11" fmla="*/ 21262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22"/>
                    </a:moveTo>
                    <a:cubicBezTo>
                      <a:pt x="30204" y="4922"/>
                      <a:pt x="37452" y="12170"/>
                      <a:pt x="37452" y="21112"/>
                    </a:cubicBezTo>
                    <a:lnTo>
                      <a:pt x="37452" y="21112"/>
                    </a:lnTo>
                    <a:cubicBezTo>
                      <a:pt x="37452" y="30054"/>
                      <a:pt x="30204" y="37302"/>
                      <a:pt x="21262" y="37302"/>
                    </a:cubicBezTo>
                    <a:cubicBezTo>
                      <a:pt x="12320" y="37302"/>
                      <a:pt x="5072" y="30054"/>
                      <a:pt x="5072" y="21112"/>
                    </a:cubicBezTo>
                    <a:cubicBezTo>
                      <a:pt x="5072" y="12170"/>
                      <a:pt x="12320" y="4922"/>
                      <a:pt x="21262" y="4922"/>
                    </a:cubicBezTo>
                    <a:close/>
                    <a:moveTo>
                      <a:pt x="21262" y="122"/>
                    </a:moveTo>
                    <a:cubicBezTo>
                      <a:pt x="9670" y="122"/>
                      <a:pt x="272" y="9520"/>
                      <a:pt x="272" y="21112"/>
                    </a:cubicBezTo>
                    <a:cubicBezTo>
                      <a:pt x="272" y="32705"/>
                      <a:pt x="9670" y="42103"/>
                      <a:pt x="21262" y="42103"/>
                    </a:cubicBezTo>
                    <a:cubicBezTo>
                      <a:pt x="32855" y="42103"/>
                      <a:pt x="42253" y="32705"/>
                      <a:pt x="42253" y="21112"/>
                    </a:cubicBezTo>
                    <a:lnTo>
                      <a:pt x="42253" y="21112"/>
                    </a:lnTo>
                    <a:cubicBezTo>
                      <a:pt x="42253" y="9520"/>
                      <a:pt x="32855" y="122"/>
                      <a:pt x="21262" y="122"/>
                    </a:cubicBezTo>
                    <a:close/>
                  </a:path>
                </a:pathLst>
              </a:custGeom>
              <a:solidFill>
                <a:srgbClr val="000000"/>
              </a:solidFill>
              <a:ln w="4794" cap="sq">
                <a:noFill/>
                <a:prstDash val="solid"/>
                <a:round/>
              </a:ln>
            </p:spPr>
            <p:txBody>
              <a:bodyPr rtlCol="0" anchor="ctr"/>
              <a:lstStyle/>
              <a:p>
                <a:endParaRPr lang="en-US"/>
              </a:p>
            </p:txBody>
          </p:sp>
          <p:sp>
            <p:nvSpPr>
              <p:cNvPr id="2298" name="Freeform: Shape 2297">
                <a:extLst>
                  <a:ext uri="{FF2B5EF4-FFF2-40B4-BE49-F238E27FC236}">
                    <a16:creationId xmlns:a16="http://schemas.microsoft.com/office/drawing/2014/main" id="{70F7FBB2-F11D-1A35-5115-187A99461049}"/>
                  </a:ext>
                </a:extLst>
              </p:cNvPr>
              <p:cNvSpPr/>
              <p:nvPr/>
            </p:nvSpPr>
            <p:spPr>
              <a:xfrm>
                <a:off x="7606773" y="7984996"/>
                <a:ext cx="37180" cy="37180"/>
              </a:xfrm>
              <a:custGeom>
                <a:avLst/>
                <a:gdLst>
                  <a:gd name="connsiteX0" fmla="*/ 37426 w 37180"/>
                  <a:gd name="connsiteY0" fmla="*/ 18761 h 37180"/>
                  <a:gd name="connsiteX1" fmla="*/ 18835 w 37180"/>
                  <a:gd name="connsiteY1" fmla="*/ 37351 h 37180"/>
                  <a:gd name="connsiteX2" fmla="*/ 245 w 37180"/>
                  <a:gd name="connsiteY2" fmla="*/ 18761 h 37180"/>
                  <a:gd name="connsiteX3" fmla="*/ 18835 w 37180"/>
                  <a:gd name="connsiteY3" fmla="*/ 171 h 37180"/>
                  <a:gd name="connsiteX4" fmla="*/ 37426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61"/>
                    </a:moveTo>
                    <a:cubicBezTo>
                      <a:pt x="37426" y="29028"/>
                      <a:pt x="29103" y="37351"/>
                      <a:pt x="18835" y="37351"/>
                    </a:cubicBezTo>
                    <a:cubicBezTo>
                      <a:pt x="8568" y="37351"/>
                      <a:pt x="245" y="29028"/>
                      <a:pt x="245" y="18761"/>
                    </a:cubicBezTo>
                    <a:cubicBezTo>
                      <a:pt x="245" y="8494"/>
                      <a:pt x="8568" y="171"/>
                      <a:pt x="18835" y="171"/>
                    </a:cubicBezTo>
                    <a:cubicBezTo>
                      <a:pt x="29103" y="171"/>
                      <a:pt x="37426" y="8494"/>
                      <a:pt x="37426" y="18761"/>
                    </a:cubicBezTo>
                    <a:close/>
                  </a:path>
                </a:pathLst>
              </a:custGeom>
              <a:solidFill>
                <a:srgbClr val="F7D5D5"/>
              </a:solidFill>
              <a:ln w="5753" cap="sq">
                <a:noFill/>
                <a:prstDash val="solid"/>
                <a:miter/>
              </a:ln>
            </p:spPr>
            <p:txBody>
              <a:bodyPr rtlCol="0" anchor="ctr"/>
              <a:lstStyle/>
              <a:p>
                <a:endParaRPr lang="en-US"/>
              </a:p>
            </p:txBody>
          </p:sp>
          <p:sp>
            <p:nvSpPr>
              <p:cNvPr id="2299" name="Freeform: Shape 2298">
                <a:extLst>
                  <a:ext uri="{FF2B5EF4-FFF2-40B4-BE49-F238E27FC236}">
                    <a16:creationId xmlns:a16="http://schemas.microsoft.com/office/drawing/2014/main" id="{35ABF52A-1A3D-6648-6A15-C06D4DC94415}"/>
                  </a:ext>
                </a:extLst>
              </p:cNvPr>
              <p:cNvSpPr/>
              <p:nvPr/>
            </p:nvSpPr>
            <p:spPr>
              <a:xfrm>
                <a:off x="7604373" y="7982595"/>
                <a:ext cx="41981" cy="41981"/>
              </a:xfrm>
              <a:custGeom>
                <a:avLst/>
                <a:gdLst>
                  <a:gd name="connsiteX0" fmla="*/ 21236 w 41981"/>
                  <a:gd name="connsiteY0" fmla="*/ 4971 h 41981"/>
                  <a:gd name="connsiteX1" fmla="*/ 37426 w 41981"/>
                  <a:gd name="connsiteY1" fmla="*/ 21161 h 41981"/>
                  <a:gd name="connsiteX2" fmla="*/ 37426 w 41981"/>
                  <a:gd name="connsiteY2" fmla="*/ 21161 h 41981"/>
                  <a:gd name="connsiteX3" fmla="*/ 21236 w 41981"/>
                  <a:gd name="connsiteY3" fmla="*/ 37351 h 41981"/>
                  <a:gd name="connsiteX4" fmla="*/ 5045 w 41981"/>
                  <a:gd name="connsiteY4" fmla="*/ 21161 h 41981"/>
                  <a:gd name="connsiteX5" fmla="*/ 21236 w 41981"/>
                  <a:gd name="connsiteY5" fmla="*/ 4971 h 41981"/>
                  <a:gd name="connsiteX6" fmla="*/ 21236 w 41981"/>
                  <a:gd name="connsiteY6" fmla="*/ 171 h 41981"/>
                  <a:gd name="connsiteX7" fmla="*/ 245 w 41981"/>
                  <a:gd name="connsiteY7" fmla="*/ 21161 h 41981"/>
                  <a:gd name="connsiteX8" fmla="*/ 21236 w 41981"/>
                  <a:gd name="connsiteY8" fmla="*/ 42152 h 41981"/>
                  <a:gd name="connsiteX9" fmla="*/ 42226 w 41981"/>
                  <a:gd name="connsiteY9" fmla="*/ 21161 h 41981"/>
                  <a:gd name="connsiteX10" fmla="*/ 42226 w 41981"/>
                  <a:gd name="connsiteY10" fmla="*/ 21161 h 41981"/>
                  <a:gd name="connsiteX11" fmla="*/ 21236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1"/>
                    </a:moveTo>
                    <a:cubicBezTo>
                      <a:pt x="30177" y="4971"/>
                      <a:pt x="37426" y="12219"/>
                      <a:pt x="37426" y="21161"/>
                    </a:cubicBezTo>
                    <a:lnTo>
                      <a:pt x="37426" y="21161"/>
                    </a:lnTo>
                    <a:cubicBezTo>
                      <a:pt x="37426" y="30103"/>
                      <a:pt x="30177" y="37351"/>
                      <a:pt x="21236" y="37351"/>
                    </a:cubicBezTo>
                    <a:cubicBezTo>
                      <a:pt x="12294" y="37351"/>
                      <a:pt x="5045" y="30103"/>
                      <a:pt x="5045" y="21161"/>
                    </a:cubicBezTo>
                    <a:cubicBezTo>
                      <a:pt x="5045" y="12219"/>
                      <a:pt x="12294" y="4971"/>
                      <a:pt x="21236" y="4971"/>
                    </a:cubicBezTo>
                    <a:close/>
                    <a:moveTo>
                      <a:pt x="21236" y="171"/>
                    </a:moveTo>
                    <a:cubicBezTo>
                      <a:pt x="9643" y="171"/>
                      <a:pt x="245" y="9569"/>
                      <a:pt x="245" y="21161"/>
                    </a:cubicBezTo>
                    <a:cubicBezTo>
                      <a:pt x="245" y="32754"/>
                      <a:pt x="9643" y="42152"/>
                      <a:pt x="21236" y="42152"/>
                    </a:cubicBezTo>
                    <a:cubicBezTo>
                      <a:pt x="32828" y="42152"/>
                      <a:pt x="42226" y="32754"/>
                      <a:pt x="42226" y="21161"/>
                    </a:cubicBezTo>
                    <a:lnTo>
                      <a:pt x="42226" y="21161"/>
                    </a:lnTo>
                    <a:cubicBezTo>
                      <a:pt x="42226" y="9569"/>
                      <a:pt x="32828" y="171"/>
                      <a:pt x="21236" y="171"/>
                    </a:cubicBezTo>
                    <a:close/>
                  </a:path>
                </a:pathLst>
              </a:custGeom>
              <a:solidFill>
                <a:srgbClr val="000000"/>
              </a:solidFill>
              <a:ln w="4794" cap="sq">
                <a:noFill/>
                <a:prstDash val="solid"/>
                <a:round/>
              </a:ln>
            </p:spPr>
            <p:txBody>
              <a:bodyPr rtlCol="0" anchor="ctr"/>
              <a:lstStyle/>
              <a:p>
                <a:endParaRPr lang="en-US"/>
              </a:p>
            </p:txBody>
          </p:sp>
          <p:sp>
            <p:nvSpPr>
              <p:cNvPr id="2300" name="Freeform: Shape 2299">
                <a:extLst>
                  <a:ext uri="{FF2B5EF4-FFF2-40B4-BE49-F238E27FC236}">
                    <a16:creationId xmlns:a16="http://schemas.microsoft.com/office/drawing/2014/main" id="{E15A5F4F-CAE3-257F-43BD-7C3BBA9D068A}"/>
                  </a:ext>
                </a:extLst>
              </p:cNvPr>
              <p:cNvSpPr/>
              <p:nvPr/>
            </p:nvSpPr>
            <p:spPr>
              <a:xfrm>
                <a:off x="7512499" y="8051276"/>
                <a:ext cx="37180" cy="37180"/>
              </a:xfrm>
              <a:custGeom>
                <a:avLst/>
                <a:gdLst>
                  <a:gd name="connsiteX0" fmla="*/ 37409 w 37180"/>
                  <a:gd name="connsiteY0" fmla="*/ 18772 h 37180"/>
                  <a:gd name="connsiteX1" fmla="*/ 18819 w 37180"/>
                  <a:gd name="connsiteY1" fmla="*/ 37363 h 37180"/>
                  <a:gd name="connsiteX2" fmla="*/ 229 w 37180"/>
                  <a:gd name="connsiteY2" fmla="*/ 18772 h 37180"/>
                  <a:gd name="connsiteX3" fmla="*/ 18819 w 37180"/>
                  <a:gd name="connsiteY3" fmla="*/ 182 h 37180"/>
                  <a:gd name="connsiteX4" fmla="*/ 37409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72"/>
                    </a:moveTo>
                    <a:cubicBezTo>
                      <a:pt x="37409" y="29040"/>
                      <a:pt x="29086" y="37363"/>
                      <a:pt x="18819" y="37363"/>
                    </a:cubicBezTo>
                    <a:cubicBezTo>
                      <a:pt x="8552" y="37363"/>
                      <a:pt x="229" y="29040"/>
                      <a:pt x="229" y="18772"/>
                    </a:cubicBezTo>
                    <a:cubicBezTo>
                      <a:pt x="229" y="8505"/>
                      <a:pt x="8552" y="182"/>
                      <a:pt x="18819" y="182"/>
                    </a:cubicBezTo>
                    <a:cubicBezTo>
                      <a:pt x="29086" y="182"/>
                      <a:pt x="37409" y="8505"/>
                      <a:pt x="37409" y="18772"/>
                    </a:cubicBezTo>
                    <a:close/>
                  </a:path>
                </a:pathLst>
              </a:custGeom>
              <a:solidFill>
                <a:srgbClr val="F7E7E7"/>
              </a:solidFill>
              <a:ln w="5753" cap="sq">
                <a:noFill/>
                <a:prstDash val="solid"/>
                <a:miter/>
              </a:ln>
            </p:spPr>
            <p:txBody>
              <a:bodyPr rtlCol="0" anchor="ctr"/>
              <a:lstStyle/>
              <a:p>
                <a:endParaRPr lang="en-US"/>
              </a:p>
            </p:txBody>
          </p:sp>
          <p:sp>
            <p:nvSpPr>
              <p:cNvPr id="2301" name="Freeform: Shape 2300">
                <a:extLst>
                  <a:ext uri="{FF2B5EF4-FFF2-40B4-BE49-F238E27FC236}">
                    <a16:creationId xmlns:a16="http://schemas.microsoft.com/office/drawing/2014/main" id="{F0C0D6E7-9462-0051-0CE4-AC2CC112F8D7}"/>
                  </a:ext>
                </a:extLst>
              </p:cNvPr>
              <p:cNvSpPr/>
              <p:nvPr/>
            </p:nvSpPr>
            <p:spPr>
              <a:xfrm>
                <a:off x="7510099" y="8048876"/>
                <a:ext cx="41981" cy="41981"/>
              </a:xfrm>
              <a:custGeom>
                <a:avLst/>
                <a:gdLst>
                  <a:gd name="connsiteX0" fmla="*/ 21219 w 41981"/>
                  <a:gd name="connsiteY0" fmla="*/ 4982 h 41981"/>
                  <a:gd name="connsiteX1" fmla="*/ 37409 w 41981"/>
                  <a:gd name="connsiteY1" fmla="*/ 21173 h 41981"/>
                  <a:gd name="connsiteX2" fmla="*/ 37409 w 41981"/>
                  <a:gd name="connsiteY2" fmla="*/ 21173 h 41981"/>
                  <a:gd name="connsiteX3" fmla="*/ 21219 w 41981"/>
                  <a:gd name="connsiteY3" fmla="*/ 37363 h 41981"/>
                  <a:gd name="connsiteX4" fmla="*/ 5029 w 41981"/>
                  <a:gd name="connsiteY4" fmla="*/ 21173 h 41981"/>
                  <a:gd name="connsiteX5" fmla="*/ 21219 w 41981"/>
                  <a:gd name="connsiteY5" fmla="*/ 4982 h 41981"/>
                  <a:gd name="connsiteX6" fmla="*/ 21219 w 41981"/>
                  <a:gd name="connsiteY6" fmla="*/ 182 h 41981"/>
                  <a:gd name="connsiteX7" fmla="*/ 229 w 41981"/>
                  <a:gd name="connsiteY7" fmla="*/ 21173 h 41981"/>
                  <a:gd name="connsiteX8" fmla="*/ 21219 w 41981"/>
                  <a:gd name="connsiteY8" fmla="*/ 42163 h 41981"/>
                  <a:gd name="connsiteX9" fmla="*/ 42210 w 41981"/>
                  <a:gd name="connsiteY9" fmla="*/ 21173 h 41981"/>
                  <a:gd name="connsiteX10" fmla="*/ 42210 w 41981"/>
                  <a:gd name="connsiteY10" fmla="*/ 21173 h 41981"/>
                  <a:gd name="connsiteX11" fmla="*/ 21219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9" y="4982"/>
                    </a:moveTo>
                    <a:cubicBezTo>
                      <a:pt x="30161" y="4982"/>
                      <a:pt x="37409" y="12231"/>
                      <a:pt x="37409" y="21173"/>
                    </a:cubicBezTo>
                    <a:lnTo>
                      <a:pt x="37409" y="21173"/>
                    </a:lnTo>
                    <a:cubicBezTo>
                      <a:pt x="37409" y="30114"/>
                      <a:pt x="30161" y="37363"/>
                      <a:pt x="21219" y="37363"/>
                    </a:cubicBezTo>
                    <a:cubicBezTo>
                      <a:pt x="12277" y="37363"/>
                      <a:pt x="5029" y="30114"/>
                      <a:pt x="5029" y="21173"/>
                    </a:cubicBezTo>
                    <a:cubicBezTo>
                      <a:pt x="5029" y="12231"/>
                      <a:pt x="12277" y="4982"/>
                      <a:pt x="21219" y="4982"/>
                    </a:cubicBezTo>
                    <a:close/>
                    <a:moveTo>
                      <a:pt x="21219" y="182"/>
                    </a:moveTo>
                    <a:cubicBezTo>
                      <a:pt x="9627" y="182"/>
                      <a:pt x="229" y="9580"/>
                      <a:pt x="229" y="21173"/>
                    </a:cubicBezTo>
                    <a:cubicBezTo>
                      <a:pt x="229" y="32765"/>
                      <a:pt x="9627" y="42163"/>
                      <a:pt x="21219" y="42163"/>
                    </a:cubicBezTo>
                    <a:cubicBezTo>
                      <a:pt x="32812" y="42163"/>
                      <a:pt x="42210" y="32765"/>
                      <a:pt x="42210" y="21173"/>
                    </a:cubicBezTo>
                    <a:lnTo>
                      <a:pt x="42210" y="21173"/>
                    </a:lnTo>
                    <a:cubicBezTo>
                      <a:pt x="42210" y="9580"/>
                      <a:pt x="32812" y="182"/>
                      <a:pt x="21219" y="182"/>
                    </a:cubicBezTo>
                    <a:close/>
                  </a:path>
                </a:pathLst>
              </a:custGeom>
              <a:solidFill>
                <a:srgbClr val="000000"/>
              </a:solidFill>
              <a:ln w="4794" cap="sq">
                <a:noFill/>
                <a:prstDash val="solid"/>
                <a:round/>
              </a:ln>
            </p:spPr>
            <p:txBody>
              <a:bodyPr rtlCol="0" anchor="ctr"/>
              <a:lstStyle/>
              <a:p>
                <a:endParaRPr lang="en-US"/>
              </a:p>
            </p:txBody>
          </p:sp>
          <p:sp>
            <p:nvSpPr>
              <p:cNvPr id="2302" name="Freeform: Shape 2301">
                <a:extLst>
                  <a:ext uri="{FF2B5EF4-FFF2-40B4-BE49-F238E27FC236}">
                    <a16:creationId xmlns:a16="http://schemas.microsoft.com/office/drawing/2014/main" id="{C1FD6679-35FF-2736-B97C-E34281EACD97}"/>
                  </a:ext>
                </a:extLst>
              </p:cNvPr>
              <p:cNvSpPr/>
              <p:nvPr/>
            </p:nvSpPr>
            <p:spPr>
              <a:xfrm>
                <a:off x="7610610" y="8059956"/>
                <a:ext cx="37180" cy="37180"/>
              </a:xfrm>
              <a:custGeom>
                <a:avLst/>
                <a:gdLst>
                  <a:gd name="connsiteX0" fmla="*/ 37426 w 37180"/>
                  <a:gd name="connsiteY0" fmla="*/ 18774 h 37180"/>
                  <a:gd name="connsiteX1" fmla="*/ 18836 w 37180"/>
                  <a:gd name="connsiteY1" fmla="*/ 37364 h 37180"/>
                  <a:gd name="connsiteX2" fmla="*/ 246 w 37180"/>
                  <a:gd name="connsiteY2" fmla="*/ 18774 h 37180"/>
                  <a:gd name="connsiteX3" fmla="*/ 18836 w 37180"/>
                  <a:gd name="connsiteY3" fmla="*/ 184 h 37180"/>
                  <a:gd name="connsiteX4" fmla="*/ 37426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4"/>
                    </a:moveTo>
                    <a:cubicBezTo>
                      <a:pt x="37426" y="29041"/>
                      <a:pt x="29103" y="37364"/>
                      <a:pt x="18836" y="37364"/>
                    </a:cubicBezTo>
                    <a:cubicBezTo>
                      <a:pt x="8569" y="37364"/>
                      <a:pt x="246" y="29041"/>
                      <a:pt x="246" y="18774"/>
                    </a:cubicBezTo>
                    <a:cubicBezTo>
                      <a:pt x="246" y="8507"/>
                      <a:pt x="8569" y="184"/>
                      <a:pt x="18836" y="184"/>
                    </a:cubicBezTo>
                    <a:cubicBezTo>
                      <a:pt x="29103" y="184"/>
                      <a:pt x="37426" y="8507"/>
                      <a:pt x="37426" y="18774"/>
                    </a:cubicBezTo>
                    <a:close/>
                  </a:path>
                </a:pathLst>
              </a:custGeom>
              <a:solidFill>
                <a:srgbClr val="F7B2B2"/>
              </a:solidFill>
              <a:ln w="5753" cap="sq">
                <a:noFill/>
                <a:prstDash val="solid"/>
                <a:miter/>
              </a:ln>
            </p:spPr>
            <p:txBody>
              <a:bodyPr rtlCol="0" anchor="ctr"/>
              <a:lstStyle/>
              <a:p>
                <a:endParaRPr lang="en-US"/>
              </a:p>
            </p:txBody>
          </p:sp>
          <p:sp>
            <p:nvSpPr>
              <p:cNvPr id="2303" name="Freeform: Shape 2302">
                <a:extLst>
                  <a:ext uri="{FF2B5EF4-FFF2-40B4-BE49-F238E27FC236}">
                    <a16:creationId xmlns:a16="http://schemas.microsoft.com/office/drawing/2014/main" id="{48A99C04-1FC3-5EF8-F738-2C655F89B033}"/>
                  </a:ext>
                </a:extLst>
              </p:cNvPr>
              <p:cNvSpPr/>
              <p:nvPr/>
            </p:nvSpPr>
            <p:spPr>
              <a:xfrm>
                <a:off x="7608209" y="8057556"/>
                <a:ext cx="41981" cy="41981"/>
              </a:xfrm>
              <a:custGeom>
                <a:avLst/>
                <a:gdLst>
                  <a:gd name="connsiteX0" fmla="*/ 21236 w 41981"/>
                  <a:gd name="connsiteY0" fmla="*/ 4984 h 41981"/>
                  <a:gd name="connsiteX1" fmla="*/ 37426 w 41981"/>
                  <a:gd name="connsiteY1" fmla="*/ 21174 h 41981"/>
                  <a:gd name="connsiteX2" fmla="*/ 37426 w 41981"/>
                  <a:gd name="connsiteY2" fmla="*/ 21174 h 41981"/>
                  <a:gd name="connsiteX3" fmla="*/ 21236 w 41981"/>
                  <a:gd name="connsiteY3" fmla="*/ 37364 h 41981"/>
                  <a:gd name="connsiteX4" fmla="*/ 5046 w 41981"/>
                  <a:gd name="connsiteY4" fmla="*/ 21174 h 41981"/>
                  <a:gd name="connsiteX5" fmla="*/ 21236 w 41981"/>
                  <a:gd name="connsiteY5" fmla="*/ 4984 h 41981"/>
                  <a:gd name="connsiteX6" fmla="*/ 21236 w 41981"/>
                  <a:gd name="connsiteY6" fmla="*/ 184 h 41981"/>
                  <a:gd name="connsiteX7" fmla="*/ 246 w 41981"/>
                  <a:gd name="connsiteY7" fmla="*/ 21174 h 41981"/>
                  <a:gd name="connsiteX8" fmla="*/ 21236 w 41981"/>
                  <a:gd name="connsiteY8" fmla="*/ 42165 h 41981"/>
                  <a:gd name="connsiteX9" fmla="*/ 42227 w 41981"/>
                  <a:gd name="connsiteY9" fmla="*/ 21174 h 41981"/>
                  <a:gd name="connsiteX10" fmla="*/ 42227 w 41981"/>
                  <a:gd name="connsiteY10" fmla="*/ 21174 h 41981"/>
                  <a:gd name="connsiteX11" fmla="*/ 21236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4"/>
                    </a:moveTo>
                    <a:cubicBezTo>
                      <a:pt x="30178" y="4984"/>
                      <a:pt x="37426" y="12232"/>
                      <a:pt x="37426" y="21174"/>
                    </a:cubicBezTo>
                    <a:lnTo>
                      <a:pt x="37426" y="21174"/>
                    </a:lnTo>
                    <a:cubicBezTo>
                      <a:pt x="37426" y="30116"/>
                      <a:pt x="30178" y="37364"/>
                      <a:pt x="21236" y="37364"/>
                    </a:cubicBezTo>
                    <a:cubicBezTo>
                      <a:pt x="12294" y="37364"/>
                      <a:pt x="5046" y="30116"/>
                      <a:pt x="5046" y="21174"/>
                    </a:cubicBezTo>
                    <a:cubicBezTo>
                      <a:pt x="5046" y="12232"/>
                      <a:pt x="12294" y="4984"/>
                      <a:pt x="21236" y="4984"/>
                    </a:cubicBezTo>
                    <a:close/>
                    <a:moveTo>
                      <a:pt x="21236" y="184"/>
                    </a:moveTo>
                    <a:cubicBezTo>
                      <a:pt x="9644" y="184"/>
                      <a:pt x="246" y="9582"/>
                      <a:pt x="246" y="21174"/>
                    </a:cubicBezTo>
                    <a:cubicBezTo>
                      <a:pt x="246" y="32767"/>
                      <a:pt x="9644" y="42165"/>
                      <a:pt x="21236" y="42165"/>
                    </a:cubicBezTo>
                    <a:cubicBezTo>
                      <a:pt x="32829" y="42165"/>
                      <a:pt x="42227" y="32767"/>
                      <a:pt x="42227" y="21174"/>
                    </a:cubicBezTo>
                    <a:lnTo>
                      <a:pt x="42227" y="21174"/>
                    </a:lnTo>
                    <a:cubicBezTo>
                      <a:pt x="42227" y="9582"/>
                      <a:pt x="32829" y="184"/>
                      <a:pt x="21236" y="184"/>
                    </a:cubicBezTo>
                    <a:close/>
                  </a:path>
                </a:pathLst>
              </a:custGeom>
              <a:solidFill>
                <a:srgbClr val="000000"/>
              </a:solidFill>
              <a:ln w="4794" cap="sq">
                <a:noFill/>
                <a:prstDash val="solid"/>
                <a:round/>
              </a:ln>
            </p:spPr>
            <p:txBody>
              <a:bodyPr rtlCol="0" anchor="ctr"/>
              <a:lstStyle/>
              <a:p>
                <a:endParaRPr lang="en-US"/>
              </a:p>
            </p:txBody>
          </p:sp>
          <p:sp>
            <p:nvSpPr>
              <p:cNvPr id="2304" name="Freeform: Shape 2303">
                <a:extLst>
                  <a:ext uri="{FF2B5EF4-FFF2-40B4-BE49-F238E27FC236}">
                    <a16:creationId xmlns:a16="http://schemas.microsoft.com/office/drawing/2014/main" id="{10E79F86-002C-66B9-918D-030DA8776F88}"/>
                  </a:ext>
                </a:extLst>
              </p:cNvPr>
              <p:cNvSpPr/>
              <p:nvPr/>
            </p:nvSpPr>
            <p:spPr>
              <a:xfrm>
                <a:off x="7473982" y="8014729"/>
                <a:ext cx="37180" cy="37180"/>
              </a:xfrm>
              <a:custGeom>
                <a:avLst/>
                <a:gdLst>
                  <a:gd name="connsiteX0" fmla="*/ 37403 w 37180"/>
                  <a:gd name="connsiteY0" fmla="*/ 18766 h 37180"/>
                  <a:gd name="connsiteX1" fmla="*/ 18812 w 37180"/>
                  <a:gd name="connsiteY1" fmla="*/ 37356 h 37180"/>
                  <a:gd name="connsiteX2" fmla="*/ 222 w 37180"/>
                  <a:gd name="connsiteY2" fmla="*/ 18766 h 37180"/>
                  <a:gd name="connsiteX3" fmla="*/ 18812 w 37180"/>
                  <a:gd name="connsiteY3" fmla="*/ 176 h 37180"/>
                  <a:gd name="connsiteX4" fmla="*/ 37403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66"/>
                    </a:moveTo>
                    <a:cubicBezTo>
                      <a:pt x="37403" y="29033"/>
                      <a:pt x="29079" y="37356"/>
                      <a:pt x="18812" y="37356"/>
                    </a:cubicBezTo>
                    <a:cubicBezTo>
                      <a:pt x="8545" y="37356"/>
                      <a:pt x="222" y="29033"/>
                      <a:pt x="222" y="18766"/>
                    </a:cubicBezTo>
                    <a:cubicBezTo>
                      <a:pt x="222" y="8499"/>
                      <a:pt x="8545" y="176"/>
                      <a:pt x="18812" y="176"/>
                    </a:cubicBezTo>
                    <a:cubicBezTo>
                      <a:pt x="29079" y="176"/>
                      <a:pt x="37403" y="8499"/>
                      <a:pt x="37403" y="18766"/>
                    </a:cubicBezTo>
                    <a:close/>
                  </a:path>
                </a:pathLst>
              </a:custGeom>
              <a:solidFill>
                <a:srgbClr val="F7EDED"/>
              </a:solidFill>
              <a:ln w="5753" cap="sq">
                <a:noFill/>
                <a:prstDash val="solid"/>
                <a:miter/>
              </a:ln>
            </p:spPr>
            <p:txBody>
              <a:bodyPr rtlCol="0" anchor="ctr"/>
              <a:lstStyle/>
              <a:p>
                <a:endParaRPr lang="en-US"/>
              </a:p>
            </p:txBody>
          </p:sp>
          <p:sp>
            <p:nvSpPr>
              <p:cNvPr id="2305" name="Freeform: Shape 2304">
                <a:extLst>
                  <a:ext uri="{FF2B5EF4-FFF2-40B4-BE49-F238E27FC236}">
                    <a16:creationId xmlns:a16="http://schemas.microsoft.com/office/drawing/2014/main" id="{6A077E1E-7735-AD4C-9CAA-5ED9507B0B19}"/>
                  </a:ext>
                </a:extLst>
              </p:cNvPr>
              <p:cNvSpPr/>
              <p:nvPr/>
            </p:nvSpPr>
            <p:spPr>
              <a:xfrm>
                <a:off x="7471582" y="8012329"/>
                <a:ext cx="41981" cy="41981"/>
              </a:xfrm>
              <a:custGeom>
                <a:avLst/>
                <a:gdLst>
                  <a:gd name="connsiteX0" fmla="*/ 21212 w 41981"/>
                  <a:gd name="connsiteY0" fmla="*/ 4976 h 41981"/>
                  <a:gd name="connsiteX1" fmla="*/ 37403 w 41981"/>
                  <a:gd name="connsiteY1" fmla="*/ 21166 h 41981"/>
                  <a:gd name="connsiteX2" fmla="*/ 37403 w 41981"/>
                  <a:gd name="connsiteY2" fmla="*/ 21166 h 41981"/>
                  <a:gd name="connsiteX3" fmla="*/ 21212 w 41981"/>
                  <a:gd name="connsiteY3" fmla="*/ 37356 h 41981"/>
                  <a:gd name="connsiteX4" fmla="*/ 5022 w 41981"/>
                  <a:gd name="connsiteY4" fmla="*/ 21166 h 41981"/>
                  <a:gd name="connsiteX5" fmla="*/ 21212 w 41981"/>
                  <a:gd name="connsiteY5" fmla="*/ 4976 h 41981"/>
                  <a:gd name="connsiteX6" fmla="*/ 21212 w 41981"/>
                  <a:gd name="connsiteY6" fmla="*/ 176 h 41981"/>
                  <a:gd name="connsiteX7" fmla="*/ 222 w 41981"/>
                  <a:gd name="connsiteY7" fmla="*/ 21166 h 41981"/>
                  <a:gd name="connsiteX8" fmla="*/ 21212 w 41981"/>
                  <a:gd name="connsiteY8" fmla="*/ 42157 h 41981"/>
                  <a:gd name="connsiteX9" fmla="*/ 42203 w 41981"/>
                  <a:gd name="connsiteY9" fmla="*/ 21166 h 41981"/>
                  <a:gd name="connsiteX10" fmla="*/ 42203 w 41981"/>
                  <a:gd name="connsiteY10" fmla="*/ 21166 h 41981"/>
                  <a:gd name="connsiteX11" fmla="*/ 21212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2" y="4976"/>
                    </a:moveTo>
                    <a:cubicBezTo>
                      <a:pt x="30154" y="4976"/>
                      <a:pt x="37403" y="12224"/>
                      <a:pt x="37403" y="21166"/>
                    </a:cubicBezTo>
                    <a:lnTo>
                      <a:pt x="37403" y="21166"/>
                    </a:lnTo>
                    <a:cubicBezTo>
                      <a:pt x="37403" y="30108"/>
                      <a:pt x="30154" y="37356"/>
                      <a:pt x="21212" y="37356"/>
                    </a:cubicBezTo>
                    <a:cubicBezTo>
                      <a:pt x="12271" y="37356"/>
                      <a:pt x="5022" y="30108"/>
                      <a:pt x="5022" y="21166"/>
                    </a:cubicBezTo>
                    <a:cubicBezTo>
                      <a:pt x="5022" y="12224"/>
                      <a:pt x="12271" y="4976"/>
                      <a:pt x="21212" y="4976"/>
                    </a:cubicBezTo>
                    <a:close/>
                    <a:moveTo>
                      <a:pt x="21212" y="176"/>
                    </a:moveTo>
                    <a:cubicBezTo>
                      <a:pt x="9620" y="176"/>
                      <a:pt x="222" y="9574"/>
                      <a:pt x="222" y="21166"/>
                    </a:cubicBezTo>
                    <a:cubicBezTo>
                      <a:pt x="222" y="32759"/>
                      <a:pt x="9620" y="42157"/>
                      <a:pt x="21212" y="42157"/>
                    </a:cubicBezTo>
                    <a:cubicBezTo>
                      <a:pt x="32805" y="42157"/>
                      <a:pt x="42203" y="32759"/>
                      <a:pt x="42203" y="21166"/>
                    </a:cubicBezTo>
                    <a:lnTo>
                      <a:pt x="42203" y="21166"/>
                    </a:lnTo>
                    <a:cubicBezTo>
                      <a:pt x="42203" y="9574"/>
                      <a:pt x="32805" y="176"/>
                      <a:pt x="21212" y="176"/>
                    </a:cubicBezTo>
                    <a:close/>
                  </a:path>
                </a:pathLst>
              </a:custGeom>
              <a:solidFill>
                <a:srgbClr val="000000"/>
              </a:solidFill>
              <a:ln w="4794" cap="sq">
                <a:noFill/>
                <a:prstDash val="solid"/>
                <a:round/>
              </a:ln>
            </p:spPr>
            <p:txBody>
              <a:bodyPr rtlCol="0" anchor="ctr"/>
              <a:lstStyle/>
              <a:p>
                <a:endParaRPr lang="en-US"/>
              </a:p>
            </p:txBody>
          </p:sp>
          <p:sp>
            <p:nvSpPr>
              <p:cNvPr id="2306" name="Freeform: Shape 2305">
                <a:extLst>
                  <a:ext uri="{FF2B5EF4-FFF2-40B4-BE49-F238E27FC236}">
                    <a16:creationId xmlns:a16="http://schemas.microsoft.com/office/drawing/2014/main" id="{081EFC94-96F0-52B6-22D8-5B66AE9EB4E7}"/>
                  </a:ext>
                </a:extLst>
              </p:cNvPr>
              <p:cNvSpPr/>
              <p:nvPr/>
            </p:nvSpPr>
            <p:spPr>
              <a:xfrm>
                <a:off x="7652755" y="7959416"/>
                <a:ext cx="37180" cy="37180"/>
              </a:xfrm>
              <a:custGeom>
                <a:avLst/>
                <a:gdLst>
                  <a:gd name="connsiteX0" fmla="*/ 37434 w 37180"/>
                  <a:gd name="connsiteY0" fmla="*/ 18756 h 37180"/>
                  <a:gd name="connsiteX1" fmla="*/ 18843 w 37180"/>
                  <a:gd name="connsiteY1" fmla="*/ 37347 h 37180"/>
                  <a:gd name="connsiteX2" fmla="*/ 253 w 37180"/>
                  <a:gd name="connsiteY2" fmla="*/ 18756 h 37180"/>
                  <a:gd name="connsiteX3" fmla="*/ 18843 w 37180"/>
                  <a:gd name="connsiteY3" fmla="*/ 166 h 37180"/>
                  <a:gd name="connsiteX4" fmla="*/ 37434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6"/>
                    </a:moveTo>
                    <a:cubicBezTo>
                      <a:pt x="37434" y="29024"/>
                      <a:pt x="29111" y="37347"/>
                      <a:pt x="18843" y="37347"/>
                    </a:cubicBezTo>
                    <a:cubicBezTo>
                      <a:pt x="8576" y="37347"/>
                      <a:pt x="253" y="29024"/>
                      <a:pt x="253" y="18756"/>
                    </a:cubicBezTo>
                    <a:cubicBezTo>
                      <a:pt x="253" y="8489"/>
                      <a:pt x="8576" y="166"/>
                      <a:pt x="18843" y="166"/>
                    </a:cubicBezTo>
                    <a:cubicBezTo>
                      <a:pt x="29111" y="166"/>
                      <a:pt x="37434" y="8489"/>
                      <a:pt x="37434" y="18756"/>
                    </a:cubicBezTo>
                    <a:close/>
                  </a:path>
                </a:pathLst>
              </a:custGeom>
              <a:solidFill>
                <a:srgbClr val="F7E5E5"/>
              </a:solidFill>
              <a:ln w="5753" cap="sq">
                <a:noFill/>
                <a:prstDash val="solid"/>
                <a:miter/>
              </a:ln>
            </p:spPr>
            <p:txBody>
              <a:bodyPr rtlCol="0" anchor="ctr"/>
              <a:lstStyle/>
              <a:p>
                <a:endParaRPr lang="en-US"/>
              </a:p>
            </p:txBody>
          </p:sp>
          <p:sp>
            <p:nvSpPr>
              <p:cNvPr id="2307" name="Freeform: Shape 2306">
                <a:extLst>
                  <a:ext uri="{FF2B5EF4-FFF2-40B4-BE49-F238E27FC236}">
                    <a16:creationId xmlns:a16="http://schemas.microsoft.com/office/drawing/2014/main" id="{274B1B5E-2BB5-2FBE-7125-33A87E57BE16}"/>
                  </a:ext>
                </a:extLst>
              </p:cNvPr>
              <p:cNvSpPr/>
              <p:nvPr/>
            </p:nvSpPr>
            <p:spPr>
              <a:xfrm>
                <a:off x="7650355" y="7957015"/>
                <a:ext cx="41981" cy="41981"/>
              </a:xfrm>
              <a:custGeom>
                <a:avLst/>
                <a:gdLst>
                  <a:gd name="connsiteX0" fmla="*/ 21244 w 41981"/>
                  <a:gd name="connsiteY0" fmla="*/ 4966 h 41981"/>
                  <a:gd name="connsiteX1" fmla="*/ 37434 w 41981"/>
                  <a:gd name="connsiteY1" fmla="*/ 21157 h 41981"/>
                  <a:gd name="connsiteX2" fmla="*/ 37434 w 41981"/>
                  <a:gd name="connsiteY2" fmla="*/ 21157 h 41981"/>
                  <a:gd name="connsiteX3" fmla="*/ 21244 w 41981"/>
                  <a:gd name="connsiteY3" fmla="*/ 37347 h 41981"/>
                  <a:gd name="connsiteX4" fmla="*/ 5053 w 41981"/>
                  <a:gd name="connsiteY4" fmla="*/ 21157 h 41981"/>
                  <a:gd name="connsiteX5" fmla="*/ 21244 w 41981"/>
                  <a:gd name="connsiteY5" fmla="*/ 4966 h 41981"/>
                  <a:gd name="connsiteX6" fmla="*/ 21244 w 41981"/>
                  <a:gd name="connsiteY6" fmla="*/ 166 h 41981"/>
                  <a:gd name="connsiteX7" fmla="*/ 253 w 41981"/>
                  <a:gd name="connsiteY7" fmla="*/ 21157 h 41981"/>
                  <a:gd name="connsiteX8" fmla="*/ 21244 w 41981"/>
                  <a:gd name="connsiteY8" fmla="*/ 42147 h 41981"/>
                  <a:gd name="connsiteX9" fmla="*/ 42234 w 41981"/>
                  <a:gd name="connsiteY9" fmla="*/ 21157 h 41981"/>
                  <a:gd name="connsiteX10" fmla="*/ 42234 w 41981"/>
                  <a:gd name="connsiteY10" fmla="*/ 21157 h 41981"/>
                  <a:gd name="connsiteX11" fmla="*/ 2124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6"/>
                    </a:moveTo>
                    <a:cubicBezTo>
                      <a:pt x="30185" y="4966"/>
                      <a:pt x="37434" y="12215"/>
                      <a:pt x="37434" y="21157"/>
                    </a:cubicBezTo>
                    <a:lnTo>
                      <a:pt x="37434" y="21157"/>
                    </a:lnTo>
                    <a:cubicBezTo>
                      <a:pt x="37434" y="30099"/>
                      <a:pt x="30185" y="37347"/>
                      <a:pt x="21244" y="37347"/>
                    </a:cubicBezTo>
                    <a:cubicBezTo>
                      <a:pt x="12302" y="37347"/>
                      <a:pt x="5053" y="30099"/>
                      <a:pt x="5053" y="21157"/>
                    </a:cubicBezTo>
                    <a:cubicBezTo>
                      <a:pt x="5053" y="12215"/>
                      <a:pt x="12302" y="4966"/>
                      <a:pt x="21244" y="4966"/>
                    </a:cubicBezTo>
                    <a:close/>
                    <a:moveTo>
                      <a:pt x="21244" y="166"/>
                    </a:moveTo>
                    <a:cubicBezTo>
                      <a:pt x="9651" y="166"/>
                      <a:pt x="253" y="9564"/>
                      <a:pt x="253" y="21157"/>
                    </a:cubicBezTo>
                    <a:cubicBezTo>
                      <a:pt x="253" y="32749"/>
                      <a:pt x="9651" y="42147"/>
                      <a:pt x="21244" y="42147"/>
                    </a:cubicBezTo>
                    <a:cubicBezTo>
                      <a:pt x="32836" y="42147"/>
                      <a:pt x="42234" y="32749"/>
                      <a:pt x="42234" y="21157"/>
                    </a:cubicBezTo>
                    <a:lnTo>
                      <a:pt x="42234" y="21157"/>
                    </a:lnTo>
                    <a:cubicBezTo>
                      <a:pt x="42234" y="9564"/>
                      <a:pt x="32836" y="166"/>
                      <a:pt x="21244" y="166"/>
                    </a:cubicBezTo>
                    <a:close/>
                  </a:path>
                </a:pathLst>
              </a:custGeom>
              <a:solidFill>
                <a:srgbClr val="000000"/>
              </a:solidFill>
              <a:ln w="4794" cap="sq">
                <a:noFill/>
                <a:prstDash val="solid"/>
                <a:round/>
              </a:ln>
            </p:spPr>
            <p:txBody>
              <a:bodyPr rtlCol="0" anchor="ctr"/>
              <a:lstStyle/>
              <a:p>
                <a:endParaRPr lang="en-US"/>
              </a:p>
            </p:txBody>
          </p:sp>
          <p:sp>
            <p:nvSpPr>
              <p:cNvPr id="2308" name="Freeform: Shape 2307">
                <a:extLst>
                  <a:ext uri="{FF2B5EF4-FFF2-40B4-BE49-F238E27FC236}">
                    <a16:creationId xmlns:a16="http://schemas.microsoft.com/office/drawing/2014/main" id="{6C7EA768-F36B-5C5D-C6D6-CE30F1B34A69}"/>
                  </a:ext>
                </a:extLst>
              </p:cNvPr>
              <p:cNvSpPr/>
              <p:nvPr/>
            </p:nvSpPr>
            <p:spPr>
              <a:xfrm>
                <a:off x="7658942" y="7852026"/>
                <a:ext cx="37180" cy="37180"/>
              </a:xfrm>
              <a:custGeom>
                <a:avLst/>
                <a:gdLst>
                  <a:gd name="connsiteX0" fmla="*/ 37435 w 37180"/>
                  <a:gd name="connsiteY0" fmla="*/ 18738 h 37180"/>
                  <a:gd name="connsiteX1" fmla="*/ 18844 w 37180"/>
                  <a:gd name="connsiteY1" fmla="*/ 37328 h 37180"/>
                  <a:gd name="connsiteX2" fmla="*/ 254 w 37180"/>
                  <a:gd name="connsiteY2" fmla="*/ 18738 h 37180"/>
                  <a:gd name="connsiteX3" fmla="*/ 18844 w 37180"/>
                  <a:gd name="connsiteY3" fmla="*/ 147 h 37180"/>
                  <a:gd name="connsiteX4" fmla="*/ 37435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38"/>
                    </a:moveTo>
                    <a:cubicBezTo>
                      <a:pt x="37435" y="29005"/>
                      <a:pt x="29112" y="37328"/>
                      <a:pt x="18844" y="37328"/>
                    </a:cubicBezTo>
                    <a:cubicBezTo>
                      <a:pt x="8577" y="37328"/>
                      <a:pt x="254" y="29005"/>
                      <a:pt x="254" y="18738"/>
                    </a:cubicBezTo>
                    <a:cubicBezTo>
                      <a:pt x="254" y="8471"/>
                      <a:pt x="8577" y="147"/>
                      <a:pt x="18844" y="147"/>
                    </a:cubicBezTo>
                    <a:cubicBezTo>
                      <a:pt x="29112" y="147"/>
                      <a:pt x="37435" y="8471"/>
                      <a:pt x="37435" y="18738"/>
                    </a:cubicBezTo>
                    <a:close/>
                  </a:path>
                </a:pathLst>
              </a:custGeom>
              <a:solidFill>
                <a:srgbClr val="F7E1E1"/>
              </a:solidFill>
              <a:ln w="5753" cap="sq">
                <a:noFill/>
                <a:prstDash val="solid"/>
                <a:miter/>
              </a:ln>
            </p:spPr>
            <p:txBody>
              <a:bodyPr rtlCol="0" anchor="ctr"/>
              <a:lstStyle/>
              <a:p>
                <a:endParaRPr lang="en-US"/>
              </a:p>
            </p:txBody>
          </p:sp>
          <p:sp>
            <p:nvSpPr>
              <p:cNvPr id="2309" name="Freeform: Shape 2308">
                <a:extLst>
                  <a:ext uri="{FF2B5EF4-FFF2-40B4-BE49-F238E27FC236}">
                    <a16:creationId xmlns:a16="http://schemas.microsoft.com/office/drawing/2014/main" id="{8F051CC2-7EC9-3527-83FB-AA7B3AA9E957}"/>
                  </a:ext>
                </a:extLst>
              </p:cNvPr>
              <p:cNvSpPr/>
              <p:nvPr/>
            </p:nvSpPr>
            <p:spPr>
              <a:xfrm>
                <a:off x="7656541" y="7849626"/>
                <a:ext cx="41981" cy="41981"/>
              </a:xfrm>
              <a:custGeom>
                <a:avLst/>
                <a:gdLst>
                  <a:gd name="connsiteX0" fmla="*/ 21245 w 41981"/>
                  <a:gd name="connsiteY0" fmla="*/ 4948 h 41981"/>
                  <a:gd name="connsiteX1" fmla="*/ 37435 w 41981"/>
                  <a:gd name="connsiteY1" fmla="*/ 21138 h 41981"/>
                  <a:gd name="connsiteX2" fmla="*/ 37435 w 41981"/>
                  <a:gd name="connsiteY2" fmla="*/ 21138 h 41981"/>
                  <a:gd name="connsiteX3" fmla="*/ 21245 w 41981"/>
                  <a:gd name="connsiteY3" fmla="*/ 37328 h 41981"/>
                  <a:gd name="connsiteX4" fmla="*/ 5054 w 41981"/>
                  <a:gd name="connsiteY4" fmla="*/ 21138 h 41981"/>
                  <a:gd name="connsiteX5" fmla="*/ 21245 w 41981"/>
                  <a:gd name="connsiteY5" fmla="*/ 4948 h 41981"/>
                  <a:gd name="connsiteX6" fmla="*/ 21245 w 41981"/>
                  <a:gd name="connsiteY6" fmla="*/ 147 h 41981"/>
                  <a:gd name="connsiteX7" fmla="*/ 254 w 41981"/>
                  <a:gd name="connsiteY7" fmla="*/ 21138 h 41981"/>
                  <a:gd name="connsiteX8" fmla="*/ 21245 w 41981"/>
                  <a:gd name="connsiteY8" fmla="*/ 42129 h 41981"/>
                  <a:gd name="connsiteX9" fmla="*/ 42235 w 41981"/>
                  <a:gd name="connsiteY9" fmla="*/ 21138 h 41981"/>
                  <a:gd name="connsiteX10" fmla="*/ 42235 w 41981"/>
                  <a:gd name="connsiteY10" fmla="*/ 21138 h 41981"/>
                  <a:gd name="connsiteX11" fmla="*/ 21245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48"/>
                    </a:moveTo>
                    <a:cubicBezTo>
                      <a:pt x="30186" y="4948"/>
                      <a:pt x="37435" y="12196"/>
                      <a:pt x="37435" y="21138"/>
                    </a:cubicBezTo>
                    <a:lnTo>
                      <a:pt x="37435" y="21138"/>
                    </a:lnTo>
                    <a:cubicBezTo>
                      <a:pt x="37435" y="30080"/>
                      <a:pt x="30186" y="37328"/>
                      <a:pt x="21245" y="37328"/>
                    </a:cubicBezTo>
                    <a:cubicBezTo>
                      <a:pt x="12303" y="37328"/>
                      <a:pt x="5054" y="30080"/>
                      <a:pt x="5054" y="21138"/>
                    </a:cubicBezTo>
                    <a:cubicBezTo>
                      <a:pt x="5054" y="12196"/>
                      <a:pt x="12303" y="4948"/>
                      <a:pt x="21245" y="4948"/>
                    </a:cubicBezTo>
                    <a:close/>
                    <a:moveTo>
                      <a:pt x="21245" y="147"/>
                    </a:moveTo>
                    <a:cubicBezTo>
                      <a:pt x="9652" y="147"/>
                      <a:pt x="254" y="9545"/>
                      <a:pt x="254" y="21138"/>
                    </a:cubicBezTo>
                    <a:cubicBezTo>
                      <a:pt x="254" y="32731"/>
                      <a:pt x="9652" y="42129"/>
                      <a:pt x="21245" y="42129"/>
                    </a:cubicBezTo>
                    <a:cubicBezTo>
                      <a:pt x="32837" y="42129"/>
                      <a:pt x="42235" y="32731"/>
                      <a:pt x="42235" y="21138"/>
                    </a:cubicBezTo>
                    <a:lnTo>
                      <a:pt x="42235" y="21138"/>
                    </a:lnTo>
                    <a:cubicBezTo>
                      <a:pt x="42235" y="9545"/>
                      <a:pt x="32837" y="147"/>
                      <a:pt x="21245" y="147"/>
                    </a:cubicBezTo>
                    <a:close/>
                  </a:path>
                </a:pathLst>
              </a:custGeom>
              <a:solidFill>
                <a:srgbClr val="000000"/>
              </a:solidFill>
              <a:ln w="4794" cap="sq">
                <a:noFill/>
                <a:prstDash val="solid"/>
                <a:round/>
              </a:ln>
            </p:spPr>
            <p:txBody>
              <a:bodyPr rtlCol="0" anchor="ctr"/>
              <a:lstStyle/>
              <a:p>
                <a:endParaRPr lang="en-US"/>
              </a:p>
            </p:txBody>
          </p:sp>
          <p:sp>
            <p:nvSpPr>
              <p:cNvPr id="2310" name="Freeform: Shape 2309">
                <a:extLst>
                  <a:ext uri="{FF2B5EF4-FFF2-40B4-BE49-F238E27FC236}">
                    <a16:creationId xmlns:a16="http://schemas.microsoft.com/office/drawing/2014/main" id="{E485E8DF-AB49-FCBA-BE67-4C42725CA203}"/>
                  </a:ext>
                </a:extLst>
              </p:cNvPr>
              <p:cNvSpPr/>
              <p:nvPr/>
            </p:nvSpPr>
            <p:spPr>
              <a:xfrm>
                <a:off x="7532873" y="7981085"/>
                <a:ext cx="37180" cy="37180"/>
              </a:xfrm>
              <a:custGeom>
                <a:avLst/>
                <a:gdLst>
                  <a:gd name="connsiteX0" fmla="*/ 37413 w 37180"/>
                  <a:gd name="connsiteY0" fmla="*/ 18760 h 37180"/>
                  <a:gd name="connsiteX1" fmla="*/ 18823 w 37180"/>
                  <a:gd name="connsiteY1" fmla="*/ 37351 h 37180"/>
                  <a:gd name="connsiteX2" fmla="*/ 232 w 37180"/>
                  <a:gd name="connsiteY2" fmla="*/ 18760 h 37180"/>
                  <a:gd name="connsiteX3" fmla="*/ 18823 w 37180"/>
                  <a:gd name="connsiteY3" fmla="*/ 170 h 37180"/>
                  <a:gd name="connsiteX4" fmla="*/ 3741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60"/>
                    </a:moveTo>
                    <a:cubicBezTo>
                      <a:pt x="37413" y="29027"/>
                      <a:pt x="29090" y="37351"/>
                      <a:pt x="18823" y="37351"/>
                    </a:cubicBezTo>
                    <a:cubicBezTo>
                      <a:pt x="8555" y="37351"/>
                      <a:pt x="232" y="29027"/>
                      <a:pt x="232" y="18760"/>
                    </a:cubicBezTo>
                    <a:cubicBezTo>
                      <a:pt x="232" y="8493"/>
                      <a:pt x="8555" y="170"/>
                      <a:pt x="18823" y="170"/>
                    </a:cubicBezTo>
                    <a:cubicBezTo>
                      <a:pt x="29090" y="170"/>
                      <a:pt x="37413" y="8493"/>
                      <a:pt x="37413" y="18760"/>
                    </a:cubicBezTo>
                    <a:close/>
                  </a:path>
                </a:pathLst>
              </a:custGeom>
              <a:solidFill>
                <a:srgbClr val="F7F2F2"/>
              </a:solidFill>
              <a:ln w="5753" cap="sq">
                <a:noFill/>
                <a:prstDash val="solid"/>
                <a:miter/>
              </a:ln>
            </p:spPr>
            <p:txBody>
              <a:bodyPr rtlCol="0" anchor="ctr"/>
              <a:lstStyle/>
              <a:p>
                <a:endParaRPr lang="en-US"/>
              </a:p>
            </p:txBody>
          </p:sp>
          <p:sp>
            <p:nvSpPr>
              <p:cNvPr id="2311" name="Freeform: Shape 2310">
                <a:extLst>
                  <a:ext uri="{FF2B5EF4-FFF2-40B4-BE49-F238E27FC236}">
                    <a16:creationId xmlns:a16="http://schemas.microsoft.com/office/drawing/2014/main" id="{56B15443-29A0-1F2A-F1DF-28C865659FE2}"/>
                  </a:ext>
                </a:extLst>
              </p:cNvPr>
              <p:cNvSpPr/>
              <p:nvPr/>
            </p:nvSpPr>
            <p:spPr>
              <a:xfrm>
                <a:off x="7530472" y="7978684"/>
                <a:ext cx="41981" cy="41981"/>
              </a:xfrm>
              <a:custGeom>
                <a:avLst/>
                <a:gdLst>
                  <a:gd name="connsiteX0" fmla="*/ 21223 w 41981"/>
                  <a:gd name="connsiteY0" fmla="*/ 4970 h 41981"/>
                  <a:gd name="connsiteX1" fmla="*/ 37413 w 41981"/>
                  <a:gd name="connsiteY1" fmla="*/ 21160 h 41981"/>
                  <a:gd name="connsiteX2" fmla="*/ 37413 w 41981"/>
                  <a:gd name="connsiteY2" fmla="*/ 21160 h 41981"/>
                  <a:gd name="connsiteX3" fmla="*/ 21223 w 41981"/>
                  <a:gd name="connsiteY3" fmla="*/ 37351 h 41981"/>
                  <a:gd name="connsiteX4" fmla="*/ 5033 w 41981"/>
                  <a:gd name="connsiteY4" fmla="*/ 21160 h 41981"/>
                  <a:gd name="connsiteX5" fmla="*/ 21223 w 41981"/>
                  <a:gd name="connsiteY5" fmla="*/ 4970 h 41981"/>
                  <a:gd name="connsiteX6" fmla="*/ 21223 w 41981"/>
                  <a:gd name="connsiteY6" fmla="*/ 170 h 41981"/>
                  <a:gd name="connsiteX7" fmla="*/ 232 w 41981"/>
                  <a:gd name="connsiteY7" fmla="*/ 21160 h 41981"/>
                  <a:gd name="connsiteX8" fmla="*/ 21223 w 41981"/>
                  <a:gd name="connsiteY8" fmla="*/ 42151 h 41981"/>
                  <a:gd name="connsiteX9" fmla="*/ 42213 w 41981"/>
                  <a:gd name="connsiteY9" fmla="*/ 21160 h 41981"/>
                  <a:gd name="connsiteX10" fmla="*/ 42213 w 41981"/>
                  <a:gd name="connsiteY10" fmla="*/ 21160 h 41981"/>
                  <a:gd name="connsiteX11" fmla="*/ 2122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70"/>
                    </a:moveTo>
                    <a:cubicBezTo>
                      <a:pt x="30165" y="4970"/>
                      <a:pt x="37413" y="12219"/>
                      <a:pt x="37413" y="21160"/>
                    </a:cubicBezTo>
                    <a:lnTo>
                      <a:pt x="37413" y="21160"/>
                    </a:lnTo>
                    <a:cubicBezTo>
                      <a:pt x="37413" y="30102"/>
                      <a:pt x="30165" y="37351"/>
                      <a:pt x="21223" y="37351"/>
                    </a:cubicBezTo>
                    <a:cubicBezTo>
                      <a:pt x="12281" y="37351"/>
                      <a:pt x="5033" y="30102"/>
                      <a:pt x="5033" y="21160"/>
                    </a:cubicBezTo>
                    <a:cubicBezTo>
                      <a:pt x="5033" y="12219"/>
                      <a:pt x="12281" y="4970"/>
                      <a:pt x="21223" y="4970"/>
                    </a:cubicBezTo>
                    <a:close/>
                    <a:moveTo>
                      <a:pt x="21223" y="170"/>
                    </a:moveTo>
                    <a:cubicBezTo>
                      <a:pt x="9630" y="170"/>
                      <a:pt x="232" y="9568"/>
                      <a:pt x="232" y="21160"/>
                    </a:cubicBezTo>
                    <a:cubicBezTo>
                      <a:pt x="232" y="32753"/>
                      <a:pt x="9630" y="42151"/>
                      <a:pt x="21223" y="42151"/>
                    </a:cubicBezTo>
                    <a:cubicBezTo>
                      <a:pt x="32815" y="42151"/>
                      <a:pt x="42213" y="32753"/>
                      <a:pt x="42213" y="21160"/>
                    </a:cubicBezTo>
                    <a:lnTo>
                      <a:pt x="42213" y="21160"/>
                    </a:lnTo>
                    <a:cubicBezTo>
                      <a:pt x="42213" y="9568"/>
                      <a:pt x="32815" y="170"/>
                      <a:pt x="21223" y="170"/>
                    </a:cubicBezTo>
                    <a:close/>
                  </a:path>
                </a:pathLst>
              </a:custGeom>
              <a:solidFill>
                <a:srgbClr val="000000"/>
              </a:solidFill>
              <a:ln w="4794" cap="sq">
                <a:noFill/>
                <a:prstDash val="solid"/>
                <a:round/>
              </a:ln>
            </p:spPr>
            <p:txBody>
              <a:bodyPr rtlCol="0" anchor="ctr"/>
              <a:lstStyle/>
              <a:p>
                <a:endParaRPr lang="en-US"/>
              </a:p>
            </p:txBody>
          </p:sp>
          <p:sp>
            <p:nvSpPr>
              <p:cNvPr id="2312" name="Freeform: Shape 2311">
                <a:extLst>
                  <a:ext uri="{FF2B5EF4-FFF2-40B4-BE49-F238E27FC236}">
                    <a16:creationId xmlns:a16="http://schemas.microsoft.com/office/drawing/2014/main" id="{4F141CAC-1FAA-5531-38AF-8856F2095C81}"/>
                  </a:ext>
                </a:extLst>
              </p:cNvPr>
              <p:cNvSpPr/>
              <p:nvPr/>
            </p:nvSpPr>
            <p:spPr>
              <a:xfrm>
                <a:off x="7608392" y="8051161"/>
                <a:ext cx="37180" cy="37180"/>
              </a:xfrm>
              <a:custGeom>
                <a:avLst/>
                <a:gdLst>
                  <a:gd name="connsiteX0" fmla="*/ 37426 w 37180"/>
                  <a:gd name="connsiteY0" fmla="*/ 18772 h 37180"/>
                  <a:gd name="connsiteX1" fmla="*/ 18836 w 37180"/>
                  <a:gd name="connsiteY1" fmla="*/ 37363 h 37180"/>
                  <a:gd name="connsiteX2" fmla="*/ 245 w 37180"/>
                  <a:gd name="connsiteY2" fmla="*/ 18772 h 37180"/>
                  <a:gd name="connsiteX3" fmla="*/ 18836 w 37180"/>
                  <a:gd name="connsiteY3" fmla="*/ 182 h 37180"/>
                  <a:gd name="connsiteX4" fmla="*/ 3742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2"/>
                    </a:moveTo>
                    <a:cubicBezTo>
                      <a:pt x="37426" y="29040"/>
                      <a:pt x="29103" y="37363"/>
                      <a:pt x="18836" y="37363"/>
                    </a:cubicBezTo>
                    <a:cubicBezTo>
                      <a:pt x="8568" y="37363"/>
                      <a:pt x="245" y="29040"/>
                      <a:pt x="245" y="18772"/>
                    </a:cubicBezTo>
                    <a:cubicBezTo>
                      <a:pt x="245" y="8505"/>
                      <a:pt x="8568" y="182"/>
                      <a:pt x="18836" y="182"/>
                    </a:cubicBezTo>
                    <a:cubicBezTo>
                      <a:pt x="29103" y="182"/>
                      <a:pt x="37426" y="8505"/>
                      <a:pt x="37426" y="18772"/>
                    </a:cubicBezTo>
                    <a:close/>
                  </a:path>
                </a:pathLst>
              </a:custGeom>
              <a:solidFill>
                <a:srgbClr val="F7F5F5"/>
              </a:solidFill>
              <a:ln w="5753" cap="sq">
                <a:noFill/>
                <a:prstDash val="solid"/>
                <a:miter/>
              </a:ln>
            </p:spPr>
            <p:txBody>
              <a:bodyPr rtlCol="0" anchor="ctr"/>
              <a:lstStyle/>
              <a:p>
                <a:endParaRPr lang="en-US"/>
              </a:p>
            </p:txBody>
          </p:sp>
          <p:sp>
            <p:nvSpPr>
              <p:cNvPr id="2313" name="Freeform: Shape 2312">
                <a:extLst>
                  <a:ext uri="{FF2B5EF4-FFF2-40B4-BE49-F238E27FC236}">
                    <a16:creationId xmlns:a16="http://schemas.microsoft.com/office/drawing/2014/main" id="{143D0EC3-F736-C45C-2EA4-7052704E9C05}"/>
                  </a:ext>
                </a:extLst>
              </p:cNvPr>
              <p:cNvSpPr/>
              <p:nvPr/>
            </p:nvSpPr>
            <p:spPr>
              <a:xfrm>
                <a:off x="7605992" y="8048761"/>
                <a:ext cx="41981" cy="41981"/>
              </a:xfrm>
              <a:custGeom>
                <a:avLst/>
                <a:gdLst>
                  <a:gd name="connsiteX0" fmla="*/ 21236 w 41981"/>
                  <a:gd name="connsiteY0" fmla="*/ 4982 h 41981"/>
                  <a:gd name="connsiteX1" fmla="*/ 37426 w 41981"/>
                  <a:gd name="connsiteY1" fmla="*/ 21173 h 41981"/>
                  <a:gd name="connsiteX2" fmla="*/ 37426 w 41981"/>
                  <a:gd name="connsiteY2" fmla="*/ 21173 h 41981"/>
                  <a:gd name="connsiteX3" fmla="*/ 21236 w 41981"/>
                  <a:gd name="connsiteY3" fmla="*/ 37363 h 41981"/>
                  <a:gd name="connsiteX4" fmla="*/ 5046 w 41981"/>
                  <a:gd name="connsiteY4" fmla="*/ 21173 h 41981"/>
                  <a:gd name="connsiteX5" fmla="*/ 21236 w 41981"/>
                  <a:gd name="connsiteY5" fmla="*/ 4982 h 41981"/>
                  <a:gd name="connsiteX6" fmla="*/ 21236 w 41981"/>
                  <a:gd name="connsiteY6" fmla="*/ 182 h 41981"/>
                  <a:gd name="connsiteX7" fmla="*/ 245 w 41981"/>
                  <a:gd name="connsiteY7" fmla="*/ 21173 h 41981"/>
                  <a:gd name="connsiteX8" fmla="*/ 21236 w 41981"/>
                  <a:gd name="connsiteY8" fmla="*/ 42163 h 41981"/>
                  <a:gd name="connsiteX9" fmla="*/ 42226 w 41981"/>
                  <a:gd name="connsiteY9" fmla="*/ 21173 h 41981"/>
                  <a:gd name="connsiteX10" fmla="*/ 42226 w 41981"/>
                  <a:gd name="connsiteY10" fmla="*/ 21173 h 41981"/>
                  <a:gd name="connsiteX11" fmla="*/ 2123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2"/>
                    </a:moveTo>
                    <a:cubicBezTo>
                      <a:pt x="30178" y="4982"/>
                      <a:pt x="37426" y="12231"/>
                      <a:pt x="37426" y="21173"/>
                    </a:cubicBezTo>
                    <a:lnTo>
                      <a:pt x="37426" y="21173"/>
                    </a:lnTo>
                    <a:cubicBezTo>
                      <a:pt x="37426" y="30114"/>
                      <a:pt x="30178" y="37363"/>
                      <a:pt x="21236" y="37363"/>
                    </a:cubicBezTo>
                    <a:cubicBezTo>
                      <a:pt x="12294" y="37363"/>
                      <a:pt x="5046" y="30114"/>
                      <a:pt x="5046" y="21173"/>
                    </a:cubicBezTo>
                    <a:cubicBezTo>
                      <a:pt x="5046" y="12231"/>
                      <a:pt x="12294" y="4982"/>
                      <a:pt x="21236" y="4982"/>
                    </a:cubicBezTo>
                    <a:close/>
                    <a:moveTo>
                      <a:pt x="21236" y="182"/>
                    </a:moveTo>
                    <a:cubicBezTo>
                      <a:pt x="9643" y="182"/>
                      <a:pt x="245" y="9580"/>
                      <a:pt x="245" y="21173"/>
                    </a:cubicBezTo>
                    <a:cubicBezTo>
                      <a:pt x="245" y="32765"/>
                      <a:pt x="9643" y="42163"/>
                      <a:pt x="21236" y="42163"/>
                    </a:cubicBezTo>
                    <a:cubicBezTo>
                      <a:pt x="32828" y="42163"/>
                      <a:pt x="42226" y="32765"/>
                      <a:pt x="42226" y="21173"/>
                    </a:cubicBezTo>
                    <a:lnTo>
                      <a:pt x="42226" y="21173"/>
                    </a:lnTo>
                    <a:cubicBezTo>
                      <a:pt x="42226" y="9580"/>
                      <a:pt x="32828" y="182"/>
                      <a:pt x="21236" y="182"/>
                    </a:cubicBezTo>
                    <a:close/>
                  </a:path>
                </a:pathLst>
              </a:custGeom>
              <a:solidFill>
                <a:srgbClr val="000000"/>
              </a:solidFill>
              <a:ln w="4794" cap="sq">
                <a:noFill/>
                <a:prstDash val="solid"/>
                <a:round/>
              </a:ln>
            </p:spPr>
            <p:txBody>
              <a:bodyPr rtlCol="0" anchor="ctr"/>
              <a:lstStyle/>
              <a:p>
                <a:endParaRPr lang="en-US"/>
              </a:p>
            </p:txBody>
          </p:sp>
          <p:sp>
            <p:nvSpPr>
              <p:cNvPr id="2314" name="Freeform: Shape 2313">
                <a:extLst>
                  <a:ext uri="{FF2B5EF4-FFF2-40B4-BE49-F238E27FC236}">
                    <a16:creationId xmlns:a16="http://schemas.microsoft.com/office/drawing/2014/main" id="{4F8E63B5-81CE-66C1-3375-932A1080304D}"/>
                  </a:ext>
                </a:extLst>
              </p:cNvPr>
              <p:cNvSpPr/>
              <p:nvPr/>
            </p:nvSpPr>
            <p:spPr>
              <a:xfrm>
                <a:off x="7694953" y="8006475"/>
                <a:ext cx="37180" cy="37180"/>
              </a:xfrm>
              <a:custGeom>
                <a:avLst/>
                <a:gdLst>
                  <a:gd name="connsiteX0" fmla="*/ 37441 w 37180"/>
                  <a:gd name="connsiteY0" fmla="*/ 18765 h 37180"/>
                  <a:gd name="connsiteX1" fmla="*/ 18851 w 37180"/>
                  <a:gd name="connsiteY1" fmla="*/ 37355 h 37180"/>
                  <a:gd name="connsiteX2" fmla="*/ 260 w 37180"/>
                  <a:gd name="connsiteY2" fmla="*/ 18765 h 37180"/>
                  <a:gd name="connsiteX3" fmla="*/ 18851 w 37180"/>
                  <a:gd name="connsiteY3" fmla="*/ 174 h 37180"/>
                  <a:gd name="connsiteX4" fmla="*/ 3744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5"/>
                    </a:moveTo>
                    <a:cubicBezTo>
                      <a:pt x="37441" y="29032"/>
                      <a:pt x="29118" y="37355"/>
                      <a:pt x="18851" y="37355"/>
                    </a:cubicBezTo>
                    <a:cubicBezTo>
                      <a:pt x="8583" y="37355"/>
                      <a:pt x="260" y="29032"/>
                      <a:pt x="260" y="18765"/>
                    </a:cubicBezTo>
                    <a:cubicBezTo>
                      <a:pt x="260" y="8497"/>
                      <a:pt x="8583" y="174"/>
                      <a:pt x="18851" y="174"/>
                    </a:cubicBezTo>
                    <a:cubicBezTo>
                      <a:pt x="29118" y="174"/>
                      <a:pt x="37441" y="8497"/>
                      <a:pt x="37441" y="18765"/>
                    </a:cubicBezTo>
                    <a:close/>
                  </a:path>
                </a:pathLst>
              </a:custGeom>
              <a:solidFill>
                <a:srgbClr val="F0F7F0"/>
              </a:solidFill>
              <a:ln w="5753" cap="sq">
                <a:noFill/>
                <a:prstDash val="solid"/>
                <a:miter/>
              </a:ln>
            </p:spPr>
            <p:txBody>
              <a:bodyPr rtlCol="0" anchor="ctr"/>
              <a:lstStyle/>
              <a:p>
                <a:endParaRPr lang="en-US"/>
              </a:p>
            </p:txBody>
          </p:sp>
          <p:sp>
            <p:nvSpPr>
              <p:cNvPr id="2315" name="Freeform: Shape 2314">
                <a:extLst>
                  <a:ext uri="{FF2B5EF4-FFF2-40B4-BE49-F238E27FC236}">
                    <a16:creationId xmlns:a16="http://schemas.microsoft.com/office/drawing/2014/main" id="{0ECF443F-CFE4-FE30-6C76-C2B85F871D8C}"/>
                  </a:ext>
                </a:extLst>
              </p:cNvPr>
              <p:cNvSpPr/>
              <p:nvPr/>
            </p:nvSpPr>
            <p:spPr>
              <a:xfrm>
                <a:off x="7692553" y="8004075"/>
                <a:ext cx="41981" cy="41981"/>
              </a:xfrm>
              <a:custGeom>
                <a:avLst/>
                <a:gdLst>
                  <a:gd name="connsiteX0" fmla="*/ 21251 w 41981"/>
                  <a:gd name="connsiteY0" fmla="*/ 4975 h 41981"/>
                  <a:gd name="connsiteX1" fmla="*/ 37441 w 41981"/>
                  <a:gd name="connsiteY1" fmla="*/ 21165 h 41981"/>
                  <a:gd name="connsiteX2" fmla="*/ 37441 w 41981"/>
                  <a:gd name="connsiteY2" fmla="*/ 21165 h 41981"/>
                  <a:gd name="connsiteX3" fmla="*/ 21251 w 41981"/>
                  <a:gd name="connsiteY3" fmla="*/ 37355 h 41981"/>
                  <a:gd name="connsiteX4" fmla="*/ 5061 w 41981"/>
                  <a:gd name="connsiteY4" fmla="*/ 21165 h 41981"/>
                  <a:gd name="connsiteX5" fmla="*/ 21251 w 41981"/>
                  <a:gd name="connsiteY5" fmla="*/ 4975 h 41981"/>
                  <a:gd name="connsiteX6" fmla="*/ 21251 w 41981"/>
                  <a:gd name="connsiteY6" fmla="*/ 174 h 41981"/>
                  <a:gd name="connsiteX7" fmla="*/ 260 w 41981"/>
                  <a:gd name="connsiteY7" fmla="*/ 21165 h 41981"/>
                  <a:gd name="connsiteX8" fmla="*/ 21251 w 41981"/>
                  <a:gd name="connsiteY8" fmla="*/ 42155 h 41981"/>
                  <a:gd name="connsiteX9" fmla="*/ 42241 w 41981"/>
                  <a:gd name="connsiteY9" fmla="*/ 21165 h 41981"/>
                  <a:gd name="connsiteX10" fmla="*/ 42241 w 41981"/>
                  <a:gd name="connsiteY10" fmla="*/ 21165 h 41981"/>
                  <a:gd name="connsiteX11" fmla="*/ 2125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5"/>
                    </a:moveTo>
                    <a:cubicBezTo>
                      <a:pt x="30193" y="4975"/>
                      <a:pt x="37441" y="12223"/>
                      <a:pt x="37441" y="21165"/>
                    </a:cubicBezTo>
                    <a:lnTo>
                      <a:pt x="37441" y="21165"/>
                    </a:lnTo>
                    <a:cubicBezTo>
                      <a:pt x="37441" y="30107"/>
                      <a:pt x="30193" y="37355"/>
                      <a:pt x="21251" y="37355"/>
                    </a:cubicBezTo>
                    <a:cubicBezTo>
                      <a:pt x="12309" y="37355"/>
                      <a:pt x="5061" y="30107"/>
                      <a:pt x="5061" y="21165"/>
                    </a:cubicBezTo>
                    <a:cubicBezTo>
                      <a:pt x="5061" y="12223"/>
                      <a:pt x="12309" y="4975"/>
                      <a:pt x="21251" y="4975"/>
                    </a:cubicBezTo>
                    <a:close/>
                    <a:moveTo>
                      <a:pt x="21251" y="174"/>
                    </a:moveTo>
                    <a:cubicBezTo>
                      <a:pt x="9658" y="174"/>
                      <a:pt x="260" y="9572"/>
                      <a:pt x="260" y="21165"/>
                    </a:cubicBezTo>
                    <a:cubicBezTo>
                      <a:pt x="260" y="32757"/>
                      <a:pt x="9658" y="42155"/>
                      <a:pt x="21251" y="42155"/>
                    </a:cubicBezTo>
                    <a:cubicBezTo>
                      <a:pt x="32843" y="42155"/>
                      <a:pt x="42241" y="32757"/>
                      <a:pt x="42241" y="21165"/>
                    </a:cubicBezTo>
                    <a:lnTo>
                      <a:pt x="42241" y="21165"/>
                    </a:lnTo>
                    <a:cubicBezTo>
                      <a:pt x="42241" y="9572"/>
                      <a:pt x="32843" y="174"/>
                      <a:pt x="21251" y="174"/>
                    </a:cubicBezTo>
                    <a:close/>
                  </a:path>
                </a:pathLst>
              </a:custGeom>
              <a:solidFill>
                <a:srgbClr val="000000"/>
              </a:solidFill>
              <a:ln w="4794" cap="sq">
                <a:noFill/>
                <a:prstDash val="solid"/>
                <a:round/>
              </a:ln>
            </p:spPr>
            <p:txBody>
              <a:bodyPr rtlCol="0" anchor="ctr"/>
              <a:lstStyle/>
              <a:p>
                <a:endParaRPr lang="en-US"/>
              </a:p>
            </p:txBody>
          </p:sp>
          <p:sp>
            <p:nvSpPr>
              <p:cNvPr id="2316" name="Freeform: Shape 2315">
                <a:extLst>
                  <a:ext uri="{FF2B5EF4-FFF2-40B4-BE49-F238E27FC236}">
                    <a16:creationId xmlns:a16="http://schemas.microsoft.com/office/drawing/2014/main" id="{C03A8AEF-653E-E452-6036-BA9AF1262DE6}"/>
                  </a:ext>
                </a:extLst>
              </p:cNvPr>
              <p:cNvSpPr/>
              <p:nvPr/>
            </p:nvSpPr>
            <p:spPr>
              <a:xfrm>
                <a:off x="7698738" y="8025442"/>
                <a:ext cx="37180" cy="37180"/>
              </a:xfrm>
              <a:custGeom>
                <a:avLst/>
                <a:gdLst>
                  <a:gd name="connsiteX0" fmla="*/ 37442 w 37180"/>
                  <a:gd name="connsiteY0" fmla="*/ 18768 h 37180"/>
                  <a:gd name="connsiteX1" fmla="*/ 18851 w 37180"/>
                  <a:gd name="connsiteY1" fmla="*/ 37358 h 37180"/>
                  <a:gd name="connsiteX2" fmla="*/ 261 w 37180"/>
                  <a:gd name="connsiteY2" fmla="*/ 18768 h 37180"/>
                  <a:gd name="connsiteX3" fmla="*/ 18851 w 37180"/>
                  <a:gd name="connsiteY3" fmla="*/ 178 h 37180"/>
                  <a:gd name="connsiteX4" fmla="*/ 3744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8"/>
                    </a:moveTo>
                    <a:cubicBezTo>
                      <a:pt x="37442" y="29035"/>
                      <a:pt x="29119" y="37358"/>
                      <a:pt x="18851" y="37358"/>
                    </a:cubicBezTo>
                    <a:cubicBezTo>
                      <a:pt x="8584" y="37358"/>
                      <a:pt x="261" y="29035"/>
                      <a:pt x="261" y="18768"/>
                    </a:cubicBezTo>
                    <a:cubicBezTo>
                      <a:pt x="261" y="8501"/>
                      <a:pt x="8584" y="178"/>
                      <a:pt x="18851" y="178"/>
                    </a:cubicBezTo>
                    <a:cubicBezTo>
                      <a:pt x="29119" y="178"/>
                      <a:pt x="37442" y="8501"/>
                      <a:pt x="37442" y="18768"/>
                    </a:cubicBezTo>
                    <a:close/>
                  </a:path>
                </a:pathLst>
              </a:custGeom>
              <a:solidFill>
                <a:srgbClr val="C1F7C1"/>
              </a:solidFill>
              <a:ln w="5753" cap="sq">
                <a:noFill/>
                <a:prstDash val="solid"/>
                <a:miter/>
              </a:ln>
            </p:spPr>
            <p:txBody>
              <a:bodyPr rtlCol="0" anchor="ctr"/>
              <a:lstStyle/>
              <a:p>
                <a:endParaRPr lang="en-US"/>
              </a:p>
            </p:txBody>
          </p:sp>
          <p:sp>
            <p:nvSpPr>
              <p:cNvPr id="2317" name="Freeform: Shape 2316">
                <a:extLst>
                  <a:ext uri="{FF2B5EF4-FFF2-40B4-BE49-F238E27FC236}">
                    <a16:creationId xmlns:a16="http://schemas.microsoft.com/office/drawing/2014/main" id="{D3AD8D29-8341-FE7D-35AA-44ACD317005D}"/>
                  </a:ext>
                </a:extLst>
              </p:cNvPr>
              <p:cNvSpPr/>
              <p:nvPr/>
            </p:nvSpPr>
            <p:spPr>
              <a:xfrm>
                <a:off x="7696337" y="8023042"/>
                <a:ext cx="41981" cy="41981"/>
              </a:xfrm>
              <a:custGeom>
                <a:avLst/>
                <a:gdLst>
                  <a:gd name="connsiteX0" fmla="*/ 21252 w 41981"/>
                  <a:gd name="connsiteY0" fmla="*/ 4978 h 41981"/>
                  <a:gd name="connsiteX1" fmla="*/ 37442 w 41981"/>
                  <a:gd name="connsiteY1" fmla="*/ 21168 h 41981"/>
                  <a:gd name="connsiteX2" fmla="*/ 37442 w 41981"/>
                  <a:gd name="connsiteY2" fmla="*/ 21168 h 41981"/>
                  <a:gd name="connsiteX3" fmla="*/ 21252 w 41981"/>
                  <a:gd name="connsiteY3" fmla="*/ 37358 h 41981"/>
                  <a:gd name="connsiteX4" fmla="*/ 5061 w 41981"/>
                  <a:gd name="connsiteY4" fmla="*/ 21168 h 41981"/>
                  <a:gd name="connsiteX5" fmla="*/ 21252 w 41981"/>
                  <a:gd name="connsiteY5" fmla="*/ 4978 h 41981"/>
                  <a:gd name="connsiteX6" fmla="*/ 21252 w 41981"/>
                  <a:gd name="connsiteY6" fmla="*/ 178 h 41981"/>
                  <a:gd name="connsiteX7" fmla="*/ 261 w 41981"/>
                  <a:gd name="connsiteY7" fmla="*/ 21168 h 41981"/>
                  <a:gd name="connsiteX8" fmla="*/ 21252 w 41981"/>
                  <a:gd name="connsiteY8" fmla="*/ 42159 h 41981"/>
                  <a:gd name="connsiteX9" fmla="*/ 42242 w 41981"/>
                  <a:gd name="connsiteY9" fmla="*/ 21168 h 41981"/>
                  <a:gd name="connsiteX10" fmla="*/ 42242 w 41981"/>
                  <a:gd name="connsiteY10" fmla="*/ 21168 h 41981"/>
                  <a:gd name="connsiteX11" fmla="*/ 21252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8"/>
                    </a:moveTo>
                    <a:cubicBezTo>
                      <a:pt x="30193" y="4978"/>
                      <a:pt x="37442" y="12226"/>
                      <a:pt x="37442" y="21168"/>
                    </a:cubicBezTo>
                    <a:lnTo>
                      <a:pt x="37442" y="21168"/>
                    </a:lnTo>
                    <a:cubicBezTo>
                      <a:pt x="37442" y="30110"/>
                      <a:pt x="30193" y="37358"/>
                      <a:pt x="21252" y="37358"/>
                    </a:cubicBezTo>
                    <a:cubicBezTo>
                      <a:pt x="12310" y="37358"/>
                      <a:pt x="5061" y="30110"/>
                      <a:pt x="5061" y="21168"/>
                    </a:cubicBezTo>
                    <a:cubicBezTo>
                      <a:pt x="5061" y="12226"/>
                      <a:pt x="12310" y="4978"/>
                      <a:pt x="21252" y="4978"/>
                    </a:cubicBezTo>
                    <a:close/>
                    <a:moveTo>
                      <a:pt x="21252" y="178"/>
                    </a:moveTo>
                    <a:cubicBezTo>
                      <a:pt x="9659" y="178"/>
                      <a:pt x="261" y="9576"/>
                      <a:pt x="261" y="21168"/>
                    </a:cubicBezTo>
                    <a:cubicBezTo>
                      <a:pt x="261" y="32761"/>
                      <a:pt x="9659" y="42159"/>
                      <a:pt x="21252" y="42159"/>
                    </a:cubicBezTo>
                    <a:cubicBezTo>
                      <a:pt x="32844" y="42159"/>
                      <a:pt x="42242" y="32761"/>
                      <a:pt x="42242" y="21168"/>
                    </a:cubicBezTo>
                    <a:lnTo>
                      <a:pt x="42242" y="21168"/>
                    </a:lnTo>
                    <a:cubicBezTo>
                      <a:pt x="42242" y="9576"/>
                      <a:pt x="32844" y="178"/>
                      <a:pt x="21252" y="178"/>
                    </a:cubicBezTo>
                    <a:close/>
                  </a:path>
                </a:pathLst>
              </a:custGeom>
              <a:solidFill>
                <a:srgbClr val="000000"/>
              </a:solidFill>
              <a:ln w="4794" cap="sq">
                <a:noFill/>
                <a:prstDash val="solid"/>
                <a:round/>
              </a:ln>
            </p:spPr>
            <p:txBody>
              <a:bodyPr rtlCol="0" anchor="ctr"/>
              <a:lstStyle/>
              <a:p>
                <a:endParaRPr lang="en-US"/>
              </a:p>
            </p:txBody>
          </p:sp>
          <p:sp>
            <p:nvSpPr>
              <p:cNvPr id="2318" name="Freeform: Shape 2317">
                <a:extLst>
                  <a:ext uri="{FF2B5EF4-FFF2-40B4-BE49-F238E27FC236}">
                    <a16:creationId xmlns:a16="http://schemas.microsoft.com/office/drawing/2014/main" id="{8237D0DA-C3D9-FBD0-0560-629BF62A3C95}"/>
                  </a:ext>
                </a:extLst>
              </p:cNvPr>
              <p:cNvSpPr/>
              <p:nvPr/>
            </p:nvSpPr>
            <p:spPr>
              <a:xfrm>
                <a:off x="7696174" y="7997063"/>
                <a:ext cx="37180" cy="37180"/>
              </a:xfrm>
              <a:custGeom>
                <a:avLst/>
                <a:gdLst>
                  <a:gd name="connsiteX0" fmla="*/ 37441 w 37180"/>
                  <a:gd name="connsiteY0" fmla="*/ 18763 h 37180"/>
                  <a:gd name="connsiteX1" fmla="*/ 18851 w 37180"/>
                  <a:gd name="connsiteY1" fmla="*/ 37353 h 37180"/>
                  <a:gd name="connsiteX2" fmla="*/ 260 w 37180"/>
                  <a:gd name="connsiteY2" fmla="*/ 18763 h 37180"/>
                  <a:gd name="connsiteX3" fmla="*/ 18851 w 37180"/>
                  <a:gd name="connsiteY3" fmla="*/ 173 h 37180"/>
                  <a:gd name="connsiteX4" fmla="*/ 37441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3"/>
                    </a:moveTo>
                    <a:cubicBezTo>
                      <a:pt x="37441" y="29030"/>
                      <a:pt x="29118" y="37353"/>
                      <a:pt x="18851" y="37353"/>
                    </a:cubicBezTo>
                    <a:cubicBezTo>
                      <a:pt x="8584" y="37353"/>
                      <a:pt x="260" y="29030"/>
                      <a:pt x="260" y="18763"/>
                    </a:cubicBezTo>
                    <a:cubicBezTo>
                      <a:pt x="260" y="8496"/>
                      <a:pt x="8584" y="173"/>
                      <a:pt x="18851" y="173"/>
                    </a:cubicBezTo>
                    <a:cubicBezTo>
                      <a:pt x="29118" y="173"/>
                      <a:pt x="37441" y="8496"/>
                      <a:pt x="37441" y="18763"/>
                    </a:cubicBezTo>
                    <a:close/>
                  </a:path>
                </a:pathLst>
              </a:custGeom>
              <a:solidFill>
                <a:srgbClr val="F7ECEC"/>
              </a:solidFill>
              <a:ln w="5753" cap="sq">
                <a:noFill/>
                <a:prstDash val="solid"/>
                <a:miter/>
              </a:ln>
            </p:spPr>
            <p:txBody>
              <a:bodyPr rtlCol="0" anchor="ctr"/>
              <a:lstStyle/>
              <a:p>
                <a:endParaRPr lang="en-US"/>
              </a:p>
            </p:txBody>
          </p:sp>
          <p:sp>
            <p:nvSpPr>
              <p:cNvPr id="2319" name="Freeform: Shape 2318">
                <a:extLst>
                  <a:ext uri="{FF2B5EF4-FFF2-40B4-BE49-F238E27FC236}">
                    <a16:creationId xmlns:a16="http://schemas.microsoft.com/office/drawing/2014/main" id="{79D9DBBF-B031-B345-C409-C2E4F89DC5D8}"/>
                  </a:ext>
                </a:extLst>
              </p:cNvPr>
              <p:cNvSpPr/>
              <p:nvPr/>
            </p:nvSpPr>
            <p:spPr>
              <a:xfrm>
                <a:off x="7693774" y="7994663"/>
                <a:ext cx="41981" cy="41981"/>
              </a:xfrm>
              <a:custGeom>
                <a:avLst/>
                <a:gdLst>
                  <a:gd name="connsiteX0" fmla="*/ 21251 w 41981"/>
                  <a:gd name="connsiteY0" fmla="*/ 4973 h 41981"/>
                  <a:gd name="connsiteX1" fmla="*/ 37441 w 41981"/>
                  <a:gd name="connsiteY1" fmla="*/ 21163 h 41981"/>
                  <a:gd name="connsiteX2" fmla="*/ 37441 w 41981"/>
                  <a:gd name="connsiteY2" fmla="*/ 21163 h 41981"/>
                  <a:gd name="connsiteX3" fmla="*/ 21251 w 41981"/>
                  <a:gd name="connsiteY3" fmla="*/ 37353 h 41981"/>
                  <a:gd name="connsiteX4" fmla="*/ 5061 w 41981"/>
                  <a:gd name="connsiteY4" fmla="*/ 21163 h 41981"/>
                  <a:gd name="connsiteX5" fmla="*/ 21251 w 41981"/>
                  <a:gd name="connsiteY5" fmla="*/ 4973 h 41981"/>
                  <a:gd name="connsiteX6" fmla="*/ 21251 w 41981"/>
                  <a:gd name="connsiteY6" fmla="*/ 173 h 41981"/>
                  <a:gd name="connsiteX7" fmla="*/ 260 w 41981"/>
                  <a:gd name="connsiteY7" fmla="*/ 21163 h 41981"/>
                  <a:gd name="connsiteX8" fmla="*/ 21251 w 41981"/>
                  <a:gd name="connsiteY8" fmla="*/ 42154 h 41981"/>
                  <a:gd name="connsiteX9" fmla="*/ 42242 w 41981"/>
                  <a:gd name="connsiteY9" fmla="*/ 21163 h 41981"/>
                  <a:gd name="connsiteX10" fmla="*/ 42242 w 41981"/>
                  <a:gd name="connsiteY10" fmla="*/ 21163 h 41981"/>
                  <a:gd name="connsiteX11" fmla="*/ 2125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3"/>
                    </a:moveTo>
                    <a:cubicBezTo>
                      <a:pt x="30193" y="4973"/>
                      <a:pt x="37441" y="12221"/>
                      <a:pt x="37441" y="21163"/>
                    </a:cubicBezTo>
                    <a:lnTo>
                      <a:pt x="37441" y="21163"/>
                    </a:lnTo>
                    <a:cubicBezTo>
                      <a:pt x="37441" y="30105"/>
                      <a:pt x="30193" y="37353"/>
                      <a:pt x="21251" y="37353"/>
                    </a:cubicBezTo>
                    <a:cubicBezTo>
                      <a:pt x="12309" y="37353"/>
                      <a:pt x="5061" y="30105"/>
                      <a:pt x="5061" y="21163"/>
                    </a:cubicBezTo>
                    <a:cubicBezTo>
                      <a:pt x="5061" y="12221"/>
                      <a:pt x="12309" y="4973"/>
                      <a:pt x="21251" y="4973"/>
                    </a:cubicBezTo>
                    <a:close/>
                    <a:moveTo>
                      <a:pt x="21251" y="173"/>
                    </a:moveTo>
                    <a:cubicBezTo>
                      <a:pt x="9658" y="173"/>
                      <a:pt x="260" y="9571"/>
                      <a:pt x="260" y="21163"/>
                    </a:cubicBezTo>
                    <a:cubicBezTo>
                      <a:pt x="260" y="32756"/>
                      <a:pt x="9658" y="42154"/>
                      <a:pt x="21251" y="42154"/>
                    </a:cubicBezTo>
                    <a:cubicBezTo>
                      <a:pt x="32844" y="42154"/>
                      <a:pt x="42242" y="32756"/>
                      <a:pt x="42242" y="21163"/>
                    </a:cubicBezTo>
                    <a:lnTo>
                      <a:pt x="42242" y="21163"/>
                    </a:lnTo>
                    <a:cubicBezTo>
                      <a:pt x="42242" y="9571"/>
                      <a:pt x="32844" y="173"/>
                      <a:pt x="21251" y="173"/>
                    </a:cubicBezTo>
                    <a:close/>
                  </a:path>
                </a:pathLst>
              </a:custGeom>
              <a:solidFill>
                <a:srgbClr val="000000"/>
              </a:solidFill>
              <a:ln w="4794" cap="sq">
                <a:noFill/>
                <a:prstDash val="solid"/>
                <a:round/>
              </a:ln>
            </p:spPr>
            <p:txBody>
              <a:bodyPr rtlCol="0" anchor="ctr"/>
              <a:lstStyle/>
              <a:p>
                <a:endParaRPr lang="en-US"/>
              </a:p>
            </p:txBody>
          </p:sp>
          <p:sp>
            <p:nvSpPr>
              <p:cNvPr id="2320" name="Freeform: Shape 2319">
                <a:extLst>
                  <a:ext uri="{FF2B5EF4-FFF2-40B4-BE49-F238E27FC236}">
                    <a16:creationId xmlns:a16="http://schemas.microsoft.com/office/drawing/2014/main" id="{1BAD83CC-8905-209E-6B86-8FFD9797E95E}"/>
                  </a:ext>
                </a:extLst>
              </p:cNvPr>
              <p:cNvSpPr/>
              <p:nvPr/>
            </p:nvSpPr>
            <p:spPr>
              <a:xfrm>
                <a:off x="7671470" y="8002950"/>
                <a:ext cx="37180" cy="37180"/>
              </a:xfrm>
              <a:custGeom>
                <a:avLst/>
                <a:gdLst>
                  <a:gd name="connsiteX0" fmla="*/ 37437 w 37180"/>
                  <a:gd name="connsiteY0" fmla="*/ 18764 h 37180"/>
                  <a:gd name="connsiteX1" fmla="*/ 18847 w 37180"/>
                  <a:gd name="connsiteY1" fmla="*/ 37354 h 37180"/>
                  <a:gd name="connsiteX2" fmla="*/ 256 w 37180"/>
                  <a:gd name="connsiteY2" fmla="*/ 18764 h 37180"/>
                  <a:gd name="connsiteX3" fmla="*/ 18847 w 37180"/>
                  <a:gd name="connsiteY3" fmla="*/ 174 h 37180"/>
                  <a:gd name="connsiteX4" fmla="*/ 37437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4"/>
                    </a:moveTo>
                    <a:cubicBezTo>
                      <a:pt x="37437" y="29031"/>
                      <a:pt x="29114" y="37354"/>
                      <a:pt x="18847" y="37354"/>
                    </a:cubicBezTo>
                    <a:cubicBezTo>
                      <a:pt x="8579" y="37354"/>
                      <a:pt x="256" y="29031"/>
                      <a:pt x="256" y="18764"/>
                    </a:cubicBezTo>
                    <a:cubicBezTo>
                      <a:pt x="256" y="8497"/>
                      <a:pt x="8579" y="174"/>
                      <a:pt x="18847" y="174"/>
                    </a:cubicBezTo>
                    <a:cubicBezTo>
                      <a:pt x="29114" y="174"/>
                      <a:pt x="37437" y="8497"/>
                      <a:pt x="37437" y="18764"/>
                    </a:cubicBezTo>
                    <a:close/>
                  </a:path>
                </a:pathLst>
              </a:custGeom>
              <a:solidFill>
                <a:srgbClr val="F7E5E5"/>
              </a:solidFill>
              <a:ln w="5753" cap="sq">
                <a:noFill/>
                <a:prstDash val="solid"/>
                <a:miter/>
              </a:ln>
            </p:spPr>
            <p:txBody>
              <a:bodyPr rtlCol="0" anchor="ctr"/>
              <a:lstStyle/>
              <a:p>
                <a:endParaRPr lang="en-US"/>
              </a:p>
            </p:txBody>
          </p:sp>
          <p:sp>
            <p:nvSpPr>
              <p:cNvPr id="2321" name="Freeform: Shape 2320">
                <a:extLst>
                  <a:ext uri="{FF2B5EF4-FFF2-40B4-BE49-F238E27FC236}">
                    <a16:creationId xmlns:a16="http://schemas.microsoft.com/office/drawing/2014/main" id="{33BC14EB-D5D3-064A-B7A1-9830FA2F1DF3}"/>
                  </a:ext>
                </a:extLst>
              </p:cNvPr>
              <p:cNvSpPr/>
              <p:nvPr/>
            </p:nvSpPr>
            <p:spPr>
              <a:xfrm>
                <a:off x="7669069" y="8000549"/>
                <a:ext cx="41981" cy="41981"/>
              </a:xfrm>
              <a:custGeom>
                <a:avLst/>
                <a:gdLst>
                  <a:gd name="connsiteX0" fmla="*/ 21247 w 41981"/>
                  <a:gd name="connsiteY0" fmla="*/ 4974 h 41981"/>
                  <a:gd name="connsiteX1" fmla="*/ 37437 w 41981"/>
                  <a:gd name="connsiteY1" fmla="*/ 21164 h 41981"/>
                  <a:gd name="connsiteX2" fmla="*/ 37437 w 41981"/>
                  <a:gd name="connsiteY2" fmla="*/ 21164 h 41981"/>
                  <a:gd name="connsiteX3" fmla="*/ 21247 w 41981"/>
                  <a:gd name="connsiteY3" fmla="*/ 37354 h 41981"/>
                  <a:gd name="connsiteX4" fmla="*/ 5057 w 41981"/>
                  <a:gd name="connsiteY4" fmla="*/ 21164 h 41981"/>
                  <a:gd name="connsiteX5" fmla="*/ 21247 w 41981"/>
                  <a:gd name="connsiteY5" fmla="*/ 4974 h 41981"/>
                  <a:gd name="connsiteX6" fmla="*/ 21247 w 41981"/>
                  <a:gd name="connsiteY6" fmla="*/ 174 h 41981"/>
                  <a:gd name="connsiteX7" fmla="*/ 256 w 41981"/>
                  <a:gd name="connsiteY7" fmla="*/ 21164 h 41981"/>
                  <a:gd name="connsiteX8" fmla="*/ 21247 w 41981"/>
                  <a:gd name="connsiteY8" fmla="*/ 42155 h 41981"/>
                  <a:gd name="connsiteX9" fmla="*/ 42237 w 41981"/>
                  <a:gd name="connsiteY9" fmla="*/ 21164 h 41981"/>
                  <a:gd name="connsiteX10" fmla="*/ 42237 w 41981"/>
                  <a:gd name="connsiteY10" fmla="*/ 21164 h 41981"/>
                  <a:gd name="connsiteX11" fmla="*/ 2124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4"/>
                    </a:moveTo>
                    <a:cubicBezTo>
                      <a:pt x="30189" y="4974"/>
                      <a:pt x="37437" y="12222"/>
                      <a:pt x="37437" y="21164"/>
                    </a:cubicBezTo>
                    <a:lnTo>
                      <a:pt x="37437" y="21164"/>
                    </a:lnTo>
                    <a:cubicBezTo>
                      <a:pt x="37437" y="30106"/>
                      <a:pt x="30189" y="37354"/>
                      <a:pt x="21247" y="37354"/>
                    </a:cubicBezTo>
                    <a:cubicBezTo>
                      <a:pt x="12305" y="37354"/>
                      <a:pt x="5057" y="30106"/>
                      <a:pt x="5057" y="21164"/>
                    </a:cubicBezTo>
                    <a:cubicBezTo>
                      <a:pt x="5057" y="12222"/>
                      <a:pt x="12305" y="4974"/>
                      <a:pt x="21247" y="4974"/>
                    </a:cubicBezTo>
                    <a:close/>
                    <a:moveTo>
                      <a:pt x="21247" y="174"/>
                    </a:moveTo>
                    <a:cubicBezTo>
                      <a:pt x="9654" y="174"/>
                      <a:pt x="256" y="9572"/>
                      <a:pt x="256" y="21164"/>
                    </a:cubicBezTo>
                    <a:cubicBezTo>
                      <a:pt x="256" y="32757"/>
                      <a:pt x="9654" y="42155"/>
                      <a:pt x="21247" y="42155"/>
                    </a:cubicBezTo>
                    <a:cubicBezTo>
                      <a:pt x="32839" y="42155"/>
                      <a:pt x="42237" y="32757"/>
                      <a:pt x="42237" y="21164"/>
                    </a:cubicBezTo>
                    <a:lnTo>
                      <a:pt x="42237" y="21164"/>
                    </a:lnTo>
                    <a:cubicBezTo>
                      <a:pt x="42237" y="9572"/>
                      <a:pt x="32839" y="174"/>
                      <a:pt x="21247" y="174"/>
                    </a:cubicBezTo>
                    <a:close/>
                  </a:path>
                </a:pathLst>
              </a:custGeom>
              <a:solidFill>
                <a:srgbClr val="000000"/>
              </a:solidFill>
              <a:ln w="4794" cap="sq">
                <a:noFill/>
                <a:prstDash val="solid"/>
                <a:round/>
              </a:ln>
            </p:spPr>
            <p:txBody>
              <a:bodyPr rtlCol="0" anchor="ctr"/>
              <a:lstStyle/>
              <a:p>
                <a:endParaRPr lang="en-US"/>
              </a:p>
            </p:txBody>
          </p:sp>
          <p:sp>
            <p:nvSpPr>
              <p:cNvPr id="2322" name="Freeform: Shape 2321">
                <a:extLst>
                  <a:ext uri="{FF2B5EF4-FFF2-40B4-BE49-F238E27FC236}">
                    <a16:creationId xmlns:a16="http://schemas.microsoft.com/office/drawing/2014/main" id="{A861FB40-3E4C-4471-6238-D3CC6C7424C9}"/>
                  </a:ext>
                </a:extLst>
              </p:cNvPr>
              <p:cNvSpPr/>
              <p:nvPr/>
            </p:nvSpPr>
            <p:spPr>
              <a:xfrm>
                <a:off x="7653187" y="7974080"/>
                <a:ext cx="37180" cy="37180"/>
              </a:xfrm>
              <a:custGeom>
                <a:avLst/>
                <a:gdLst>
                  <a:gd name="connsiteX0" fmla="*/ 37434 w 37180"/>
                  <a:gd name="connsiteY0" fmla="*/ 18759 h 37180"/>
                  <a:gd name="connsiteX1" fmla="*/ 18843 w 37180"/>
                  <a:gd name="connsiteY1" fmla="*/ 37349 h 37180"/>
                  <a:gd name="connsiteX2" fmla="*/ 253 w 37180"/>
                  <a:gd name="connsiteY2" fmla="*/ 18759 h 37180"/>
                  <a:gd name="connsiteX3" fmla="*/ 18843 w 37180"/>
                  <a:gd name="connsiteY3" fmla="*/ 169 h 37180"/>
                  <a:gd name="connsiteX4" fmla="*/ 3743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9"/>
                    </a:moveTo>
                    <a:cubicBezTo>
                      <a:pt x="37434" y="29026"/>
                      <a:pt x="29111" y="37349"/>
                      <a:pt x="18843" y="37349"/>
                    </a:cubicBezTo>
                    <a:cubicBezTo>
                      <a:pt x="8576" y="37349"/>
                      <a:pt x="253" y="29026"/>
                      <a:pt x="253" y="18759"/>
                    </a:cubicBezTo>
                    <a:cubicBezTo>
                      <a:pt x="253" y="8492"/>
                      <a:pt x="8576" y="169"/>
                      <a:pt x="18843" y="169"/>
                    </a:cubicBezTo>
                    <a:cubicBezTo>
                      <a:pt x="29111" y="169"/>
                      <a:pt x="37434" y="8492"/>
                      <a:pt x="37434" y="18759"/>
                    </a:cubicBezTo>
                    <a:close/>
                  </a:path>
                </a:pathLst>
              </a:custGeom>
              <a:solidFill>
                <a:srgbClr val="F7E5E5"/>
              </a:solidFill>
              <a:ln w="5753" cap="sq">
                <a:noFill/>
                <a:prstDash val="solid"/>
                <a:miter/>
              </a:ln>
            </p:spPr>
            <p:txBody>
              <a:bodyPr rtlCol="0" anchor="ctr"/>
              <a:lstStyle/>
              <a:p>
                <a:endParaRPr lang="en-US"/>
              </a:p>
            </p:txBody>
          </p:sp>
          <p:sp>
            <p:nvSpPr>
              <p:cNvPr id="2323" name="Freeform: Shape 2322">
                <a:extLst>
                  <a:ext uri="{FF2B5EF4-FFF2-40B4-BE49-F238E27FC236}">
                    <a16:creationId xmlns:a16="http://schemas.microsoft.com/office/drawing/2014/main" id="{63402C7A-F31F-DB47-7A2A-4E2CFD9082EF}"/>
                  </a:ext>
                </a:extLst>
              </p:cNvPr>
              <p:cNvSpPr/>
              <p:nvPr/>
            </p:nvSpPr>
            <p:spPr>
              <a:xfrm>
                <a:off x="7650787" y="7971680"/>
                <a:ext cx="41981" cy="41981"/>
              </a:xfrm>
              <a:custGeom>
                <a:avLst/>
                <a:gdLst>
                  <a:gd name="connsiteX0" fmla="*/ 21244 w 41981"/>
                  <a:gd name="connsiteY0" fmla="*/ 4969 h 41981"/>
                  <a:gd name="connsiteX1" fmla="*/ 37434 w 41981"/>
                  <a:gd name="connsiteY1" fmla="*/ 21159 h 41981"/>
                  <a:gd name="connsiteX2" fmla="*/ 37434 w 41981"/>
                  <a:gd name="connsiteY2" fmla="*/ 21159 h 41981"/>
                  <a:gd name="connsiteX3" fmla="*/ 21244 w 41981"/>
                  <a:gd name="connsiteY3" fmla="*/ 37349 h 41981"/>
                  <a:gd name="connsiteX4" fmla="*/ 5053 w 41981"/>
                  <a:gd name="connsiteY4" fmla="*/ 21159 h 41981"/>
                  <a:gd name="connsiteX5" fmla="*/ 21244 w 41981"/>
                  <a:gd name="connsiteY5" fmla="*/ 4969 h 41981"/>
                  <a:gd name="connsiteX6" fmla="*/ 21244 w 41981"/>
                  <a:gd name="connsiteY6" fmla="*/ 169 h 41981"/>
                  <a:gd name="connsiteX7" fmla="*/ 253 w 41981"/>
                  <a:gd name="connsiteY7" fmla="*/ 21159 h 41981"/>
                  <a:gd name="connsiteX8" fmla="*/ 21244 w 41981"/>
                  <a:gd name="connsiteY8" fmla="*/ 42150 h 41981"/>
                  <a:gd name="connsiteX9" fmla="*/ 42234 w 41981"/>
                  <a:gd name="connsiteY9" fmla="*/ 21159 h 41981"/>
                  <a:gd name="connsiteX10" fmla="*/ 42234 w 41981"/>
                  <a:gd name="connsiteY10" fmla="*/ 21159 h 41981"/>
                  <a:gd name="connsiteX11" fmla="*/ 21244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9"/>
                    </a:moveTo>
                    <a:cubicBezTo>
                      <a:pt x="30185" y="4969"/>
                      <a:pt x="37434" y="12217"/>
                      <a:pt x="37434" y="21159"/>
                    </a:cubicBezTo>
                    <a:lnTo>
                      <a:pt x="37434" y="21159"/>
                    </a:lnTo>
                    <a:cubicBezTo>
                      <a:pt x="37434" y="30101"/>
                      <a:pt x="30185" y="37349"/>
                      <a:pt x="21244" y="37349"/>
                    </a:cubicBezTo>
                    <a:cubicBezTo>
                      <a:pt x="12302" y="37349"/>
                      <a:pt x="5053" y="30101"/>
                      <a:pt x="5053" y="21159"/>
                    </a:cubicBezTo>
                    <a:cubicBezTo>
                      <a:pt x="5053" y="12217"/>
                      <a:pt x="12302" y="4969"/>
                      <a:pt x="21244" y="4969"/>
                    </a:cubicBezTo>
                    <a:close/>
                    <a:moveTo>
                      <a:pt x="21244" y="169"/>
                    </a:moveTo>
                    <a:cubicBezTo>
                      <a:pt x="9651" y="169"/>
                      <a:pt x="253" y="9567"/>
                      <a:pt x="253" y="21159"/>
                    </a:cubicBezTo>
                    <a:cubicBezTo>
                      <a:pt x="253" y="32752"/>
                      <a:pt x="9651" y="42150"/>
                      <a:pt x="21244" y="42150"/>
                    </a:cubicBezTo>
                    <a:cubicBezTo>
                      <a:pt x="32836" y="42150"/>
                      <a:pt x="42234" y="32752"/>
                      <a:pt x="42234" y="21159"/>
                    </a:cubicBezTo>
                    <a:lnTo>
                      <a:pt x="42234" y="21159"/>
                    </a:lnTo>
                    <a:cubicBezTo>
                      <a:pt x="42234" y="9567"/>
                      <a:pt x="32836" y="169"/>
                      <a:pt x="21244" y="169"/>
                    </a:cubicBezTo>
                    <a:close/>
                  </a:path>
                </a:pathLst>
              </a:custGeom>
              <a:solidFill>
                <a:srgbClr val="000000"/>
              </a:solidFill>
              <a:ln w="4794" cap="sq">
                <a:noFill/>
                <a:prstDash val="solid"/>
                <a:round/>
              </a:ln>
            </p:spPr>
            <p:txBody>
              <a:bodyPr rtlCol="0" anchor="ctr"/>
              <a:lstStyle/>
              <a:p>
                <a:endParaRPr lang="en-US"/>
              </a:p>
            </p:txBody>
          </p:sp>
          <p:sp>
            <p:nvSpPr>
              <p:cNvPr id="2324" name="Freeform: Shape 2323">
                <a:extLst>
                  <a:ext uri="{FF2B5EF4-FFF2-40B4-BE49-F238E27FC236}">
                    <a16:creationId xmlns:a16="http://schemas.microsoft.com/office/drawing/2014/main" id="{79A36497-CAA1-CF23-C320-CB963AB66199}"/>
                  </a:ext>
                </a:extLst>
              </p:cNvPr>
              <p:cNvSpPr/>
              <p:nvPr/>
            </p:nvSpPr>
            <p:spPr>
              <a:xfrm>
                <a:off x="7589735" y="7979702"/>
                <a:ext cx="37180" cy="37180"/>
              </a:xfrm>
              <a:custGeom>
                <a:avLst/>
                <a:gdLst>
                  <a:gd name="connsiteX0" fmla="*/ 37423 w 37180"/>
                  <a:gd name="connsiteY0" fmla="*/ 18760 h 37180"/>
                  <a:gd name="connsiteX1" fmla="*/ 18832 w 37180"/>
                  <a:gd name="connsiteY1" fmla="*/ 37350 h 37180"/>
                  <a:gd name="connsiteX2" fmla="*/ 242 w 37180"/>
                  <a:gd name="connsiteY2" fmla="*/ 18760 h 37180"/>
                  <a:gd name="connsiteX3" fmla="*/ 18832 w 37180"/>
                  <a:gd name="connsiteY3" fmla="*/ 170 h 37180"/>
                  <a:gd name="connsiteX4" fmla="*/ 3742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60"/>
                    </a:moveTo>
                    <a:cubicBezTo>
                      <a:pt x="37423" y="29027"/>
                      <a:pt x="29100" y="37350"/>
                      <a:pt x="18832" y="37350"/>
                    </a:cubicBezTo>
                    <a:cubicBezTo>
                      <a:pt x="8565" y="37350"/>
                      <a:pt x="242" y="29027"/>
                      <a:pt x="242" y="18760"/>
                    </a:cubicBezTo>
                    <a:cubicBezTo>
                      <a:pt x="242" y="8493"/>
                      <a:pt x="8565" y="170"/>
                      <a:pt x="18832" y="170"/>
                    </a:cubicBezTo>
                    <a:cubicBezTo>
                      <a:pt x="29100" y="170"/>
                      <a:pt x="37423" y="8493"/>
                      <a:pt x="37423" y="18760"/>
                    </a:cubicBezTo>
                    <a:close/>
                  </a:path>
                </a:pathLst>
              </a:custGeom>
              <a:solidFill>
                <a:srgbClr val="F4F7F4"/>
              </a:solidFill>
              <a:ln w="5753" cap="sq">
                <a:noFill/>
                <a:prstDash val="solid"/>
                <a:miter/>
              </a:ln>
            </p:spPr>
            <p:txBody>
              <a:bodyPr rtlCol="0" anchor="ctr"/>
              <a:lstStyle/>
              <a:p>
                <a:endParaRPr lang="en-US"/>
              </a:p>
            </p:txBody>
          </p:sp>
          <p:sp>
            <p:nvSpPr>
              <p:cNvPr id="2325" name="Freeform: Shape 2324">
                <a:extLst>
                  <a:ext uri="{FF2B5EF4-FFF2-40B4-BE49-F238E27FC236}">
                    <a16:creationId xmlns:a16="http://schemas.microsoft.com/office/drawing/2014/main" id="{039ADE48-CA84-64D1-6DD9-402C248EA223}"/>
                  </a:ext>
                </a:extLst>
              </p:cNvPr>
              <p:cNvSpPr/>
              <p:nvPr/>
            </p:nvSpPr>
            <p:spPr>
              <a:xfrm>
                <a:off x="7587335" y="7977302"/>
                <a:ext cx="41981" cy="41981"/>
              </a:xfrm>
              <a:custGeom>
                <a:avLst/>
                <a:gdLst>
                  <a:gd name="connsiteX0" fmla="*/ 21233 w 41981"/>
                  <a:gd name="connsiteY0" fmla="*/ 4970 h 41981"/>
                  <a:gd name="connsiteX1" fmla="*/ 37423 w 41981"/>
                  <a:gd name="connsiteY1" fmla="*/ 21160 h 41981"/>
                  <a:gd name="connsiteX2" fmla="*/ 37423 w 41981"/>
                  <a:gd name="connsiteY2" fmla="*/ 21160 h 41981"/>
                  <a:gd name="connsiteX3" fmla="*/ 21233 w 41981"/>
                  <a:gd name="connsiteY3" fmla="*/ 37350 h 41981"/>
                  <a:gd name="connsiteX4" fmla="*/ 5042 w 41981"/>
                  <a:gd name="connsiteY4" fmla="*/ 21160 h 41981"/>
                  <a:gd name="connsiteX5" fmla="*/ 21233 w 41981"/>
                  <a:gd name="connsiteY5" fmla="*/ 4970 h 41981"/>
                  <a:gd name="connsiteX6" fmla="*/ 21233 w 41981"/>
                  <a:gd name="connsiteY6" fmla="*/ 170 h 41981"/>
                  <a:gd name="connsiteX7" fmla="*/ 242 w 41981"/>
                  <a:gd name="connsiteY7" fmla="*/ 21160 h 41981"/>
                  <a:gd name="connsiteX8" fmla="*/ 21233 w 41981"/>
                  <a:gd name="connsiteY8" fmla="*/ 42151 h 41981"/>
                  <a:gd name="connsiteX9" fmla="*/ 42223 w 41981"/>
                  <a:gd name="connsiteY9" fmla="*/ 21160 h 41981"/>
                  <a:gd name="connsiteX10" fmla="*/ 42223 w 41981"/>
                  <a:gd name="connsiteY10" fmla="*/ 21160 h 41981"/>
                  <a:gd name="connsiteX11" fmla="*/ 2123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70"/>
                    </a:moveTo>
                    <a:cubicBezTo>
                      <a:pt x="30174" y="4970"/>
                      <a:pt x="37423" y="12218"/>
                      <a:pt x="37423" y="21160"/>
                    </a:cubicBezTo>
                    <a:lnTo>
                      <a:pt x="37423" y="21160"/>
                    </a:lnTo>
                    <a:cubicBezTo>
                      <a:pt x="37423" y="30102"/>
                      <a:pt x="30174" y="37350"/>
                      <a:pt x="21233" y="37350"/>
                    </a:cubicBezTo>
                    <a:cubicBezTo>
                      <a:pt x="12291" y="37350"/>
                      <a:pt x="5042" y="30102"/>
                      <a:pt x="5042" y="21160"/>
                    </a:cubicBezTo>
                    <a:cubicBezTo>
                      <a:pt x="5042" y="12218"/>
                      <a:pt x="12291" y="4970"/>
                      <a:pt x="21233" y="4970"/>
                    </a:cubicBezTo>
                    <a:close/>
                    <a:moveTo>
                      <a:pt x="21233" y="170"/>
                    </a:moveTo>
                    <a:cubicBezTo>
                      <a:pt x="9640" y="170"/>
                      <a:pt x="242" y="9568"/>
                      <a:pt x="242" y="21160"/>
                    </a:cubicBezTo>
                    <a:cubicBezTo>
                      <a:pt x="242" y="32753"/>
                      <a:pt x="9640" y="42151"/>
                      <a:pt x="21233" y="42151"/>
                    </a:cubicBezTo>
                    <a:cubicBezTo>
                      <a:pt x="32825" y="42151"/>
                      <a:pt x="42223" y="32753"/>
                      <a:pt x="42223" y="21160"/>
                    </a:cubicBezTo>
                    <a:lnTo>
                      <a:pt x="42223" y="21160"/>
                    </a:lnTo>
                    <a:cubicBezTo>
                      <a:pt x="42223" y="9568"/>
                      <a:pt x="32825" y="170"/>
                      <a:pt x="21233" y="170"/>
                    </a:cubicBezTo>
                    <a:close/>
                  </a:path>
                </a:pathLst>
              </a:custGeom>
              <a:solidFill>
                <a:srgbClr val="000000"/>
              </a:solidFill>
              <a:ln w="4794" cap="sq">
                <a:noFill/>
                <a:prstDash val="solid"/>
                <a:round/>
              </a:ln>
            </p:spPr>
            <p:txBody>
              <a:bodyPr rtlCol="0" anchor="ctr"/>
              <a:lstStyle/>
              <a:p>
                <a:endParaRPr lang="en-US"/>
              </a:p>
            </p:txBody>
          </p:sp>
          <p:sp>
            <p:nvSpPr>
              <p:cNvPr id="2326" name="Freeform: Shape 2325">
                <a:extLst>
                  <a:ext uri="{FF2B5EF4-FFF2-40B4-BE49-F238E27FC236}">
                    <a16:creationId xmlns:a16="http://schemas.microsoft.com/office/drawing/2014/main" id="{C9E68C11-531A-863A-A309-C1F44E735488}"/>
                  </a:ext>
                </a:extLst>
              </p:cNvPr>
              <p:cNvSpPr/>
              <p:nvPr/>
            </p:nvSpPr>
            <p:spPr>
              <a:xfrm>
                <a:off x="7805090" y="7888118"/>
                <a:ext cx="37180" cy="37180"/>
              </a:xfrm>
              <a:custGeom>
                <a:avLst/>
                <a:gdLst>
                  <a:gd name="connsiteX0" fmla="*/ 37460 w 37180"/>
                  <a:gd name="connsiteY0" fmla="*/ 18744 h 37180"/>
                  <a:gd name="connsiteX1" fmla="*/ 18870 w 37180"/>
                  <a:gd name="connsiteY1" fmla="*/ 37335 h 37180"/>
                  <a:gd name="connsiteX2" fmla="*/ 279 w 37180"/>
                  <a:gd name="connsiteY2" fmla="*/ 18744 h 37180"/>
                  <a:gd name="connsiteX3" fmla="*/ 18870 w 37180"/>
                  <a:gd name="connsiteY3" fmla="*/ 154 h 37180"/>
                  <a:gd name="connsiteX4" fmla="*/ 37460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44"/>
                    </a:moveTo>
                    <a:cubicBezTo>
                      <a:pt x="37460" y="29011"/>
                      <a:pt x="29137" y="37335"/>
                      <a:pt x="18870" y="37335"/>
                    </a:cubicBezTo>
                    <a:cubicBezTo>
                      <a:pt x="8603" y="37335"/>
                      <a:pt x="279" y="29011"/>
                      <a:pt x="279" y="18744"/>
                    </a:cubicBezTo>
                    <a:cubicBezTo>
                      <a:pt x="279" y="8477"/>
                      <a:pt x="8603" y="154"/>
                      <a:pt x="18870" y="154"/>
                    </a:cubicBezTo>
                    <a:cubicBezTo>
                      <a:pt x="29137" y="154"/>
                      <a:pt x="37460" y="8477"/>
                      <a:pt x="37460" y="18744"/>
                    </a:cubicBezTo>
                    <a:close/>
                  </a:path>
                </a:pathLst>
              </a:custGeom>
              <a:solidFill>
                <a:srgbClr val="93F793"/>
              </a:solidFill>
              <a:ln w="5753" cap="sq">
                <a:noFill/>
                <a:prstDash val="solid"/>
                <a:miter/>
              </a:ln>
            </p:spPr>
            <p:txBody>
              <a:bodyPr rtlCol="0" anchor="ctr"/>
              <a:lstStyle/>
              <a:p>
                <a:endParaRPr lang="en-US"/>
              </a:p>
            </p:txBody>
          </p:sp>
          <p:sp>
            <p:nvSpPr>
              <p:cNvPr id="2327" name="Freeform: Shape 2326">
                <a:extLst>
                  <a:ext uri="{FF2B5EF4-FFF2-40B4-BE49-F238E27FC236}">
                    <a16:creationId xmlns:a16="http://schemas.microsoft.com/office/drawing/2014/main" id="{A0AAB26C-4E5A-B610-E470-F47141D9C169}"/>
                  </a:ext>
                </a:extLst>
              </p:cNvPr>
              <p:cNvSpPr/>
              <p:nvPr/>
            </p:nvSpPr>
            <p:spPr>
              <a:xfrm>
                <a:off x="7802690" y="7885718"/>
                <a:ext cx="41981" cy="41981"/>
              </a:xfrm>
              <a:custGeom>
                <a:avLst/>
                <a:gdLst>
                  <a:gd name="connsiteX0" fmla="*/ 21270 w 41981"/>
                  <a:gd name="connsiteY0" fmla="*/ 4954 h 41981"/>
                  <a:gd name="connsiteX1" fmla="*/ 37460 w 41981"/>
                  <a:gd name="connsiteY1" fmla="*/ 21144 h 41981"/>
                  <a:gd name="connsiteX2" fmla="*/ 37460 w 41981"/>
                  <a:gd name="connsiteY2" fmla="*/ 21144 h 41981"/>
                  <a:gd name="connsiteX3" fmla="*/ 21270 w 41981"/>
                  <a:gd name="connsiteY3" fmla="*/ 37335 h 41981"/>
                  <a:gd name="connsiteX4" fmla="*/ 5080 w 41981"/>
                  <a:gd name="connsiteY4" fmla="*/ 21144 h 41981"/>
                  <a:gd name="connsiteX5" fmla="*/ 21270 w 41981"/>
                  <a:gd name="connsiteY5" fmla="*/ 4954 h 41981"/>
                  <a:gd name="connsiteX6" fmla="*/ 21270 w 41981"/>
                  <a:gd name="connsiteY6" fmla="*/ 154 h 41981"/>
                  <a:gd name="connsiteX7" fmla="*/ 279 w 41981"/>
                  <a:gd name="connsiteY7" fmla="*/ 21144 h 41981"/>
                  <a:gd name="connsiteX8" fmla="*/ 21270 w 41981"/>
                  <a:gd name="connsiteY8" fmla="*/ 42135 h 41981"/>
                  <a:gd name="connsiteX9" fmla="*/ 42261 w 41981"/>
                  <a:gd name="connsiteY9" fmla="*/ 21144 h 41981"/>
                  <a:gd name="connsiteX10" fmla="*/ 42261 w 41981"/>
                  <a:gd name="connsiteY10" fmla="*/ 21144 h 41981"/>
                  <a:gd name="connsiteX11" fmla="*/ 21270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54"/>
                    </a:moveTo>
                    <a:cubicBezTo>
                      <a:pt x="30212" y="4954"/>
                      <a:pt x="37460" y="12202"/>
                      <a:pt x="37460" y="21144"/>
                    </a:cubicBezTo>
                    <a:lnTo>
                      <a:pt x="37460" y="21144"/>
                    </a:lnTo>
                    <a:cubicBezTo>
                      <a:pt x="37460" y="30086"/>
                      <a:pt x="30212" y="37335"/>
                      <a:pt x="21270" y="37335"/>
                    </a:cubicBezTo>
                    <a:cubicBezTo>
                      <a:pt x="12328" y="37335"/>
                      <a:pt x="5080" y="30086"/>
                      <a:pt x="5080" y="21144"/>
                    </a:cubicBezTo>
                    <a:cubicBezTo>
                      <a:pt x="5080" y="12202"/>
                      <a:pt x="12328" y="4954"/>
                      <a:pt x="21270" y="4954"/>
                    </a:cubicBezTo>
                    <a:close/>
                    <a:moveTo>
                      <a:pt x="21270" y="154"/>
                    </a:moveTo>
                    <a:cubicBezTo>
                      <a:pt x="9677" y="154"/>
                      <a:pt x="279" y="9552"/>
                      <a:pt x="279" y="21144"/>
                    </a:cubicBezTo>
                    <a:cubicBezTo>
                      <a:pt x="279" y="32737"/>
                      <a:pt x="9677" y="42135"/>
                      <a:pt x="21270" y="42135"/>
                    </a:cubicBezTo>
                    <a:cubicBezTo>
                      <a:pt x="32863" y="42135"/>
                      <a:pt x="42261" y="32737"/>
                      <a:pt x="42261" y="21144"/>
                    </a:cubicBezTo>
                    <a:lnTo>
                      <a:pt x="42261" y="21144"/>
                    </a:lnTo>
                    <a:cubicBezTo>
                      <a:pt x="42261" y="9552"/>
                      <a:pt x="32863" y="154"/>
                      <a:pt x="21270" y="154"/>
                    </a:cubicBezTo>
                    <a:close/>
                  </a:path>
                </a:pathLst>
              </a:custGeom>
              <a:solidFill>
                <a:srgbClr val="000000"/>
              </a:solidFill>
              <a:ln w="4794" cap="sq">
                <a:noFill/>
                <a:prstDash val="solid"/>
                <a:round/>
              </a:ln>
            </p:spPr>
            <p:txBody>
              <a:bodyPr rtlCol="0" anchor="ctr"/>
              <a:lstStyle/>
              <a:p>
                <a:endParaRPr lang="en-US"/>
              </a:p>
            </p:txBody>
          </p:sp>
          <p:sp>
            <p:nvSpPr>
              <p:cNvPr id="2328" name="Freeform: Shape 2327">
                <a:extLst>
                  <a:ext uri="{FF2B5EF4-FFF2-40B4-BE49-F238E27FC236}">
                    <a16:creationId xmlns:a16="http://schemas.microsoft.com/office/drawing/2014/main" id="{5A8D27EA-4650-DC03-3778-EBD088EB63D8}"/>
                  </a:ext>
                </a:extLst>
              </p:cNvPr>
              <p:cNvSpPr/>
              <p:nvPr/>
            </p:nvSpPr>
            <p:spPr>
              <a:xfrm>
                <a:off x="7539669" y="7935569"/>
                <a:ext cx="37180" cy="37180"/>
              </a:xfrm>
              <a:custGeom>
                <a:avLst/>
                <a:gdLst>
                  <a:gd name="connsiteX0" fmla="*/ 37414 w 37180"/>
                  <a:gd name="connsiteY0" fmla="*/ 18752 h 37180"/>
                  <a:gd name="connsiteX1" fmla="*/ 18824 w 37180"/>
                  <a:gd name="connsiteY1" fmla="*/ 37343 h 37180"/>
                  <a:gd name="connsiteX2" fmla="*/ 233 w 37180"/>
                  <a:gd name="connsiteY2" fmla="*/ 18752 h 37180"/>
                  <a:gd name="connsiteX3" fmla="*/ 18824 w 37180"/>
                  <a:gd name="connsiteY3" fmla="*/ 162 h 37180"/>
                  <a:gd name="connsiteX4" fmla="*/ 37414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752"/>
                    </a:moveTo>
                    <a:cubicBezTo>
                      <a:pt x="37414" y="29020"/>
                      <a:pt x="29091" y="37343"/>
                      <a:pt x="18824" y="37343"/>
                    </a:cubicBezTo>
                    <a:cubicBezTo>
                      <a:pt x="8557" y="37343"/>
                      <a:pt x="233" y="29020"/>
                      <a:pt x="233" y="18752"/>
                    </a:cubicBezTo>
                    <a:cubicBezTo>
                      <a:pt x="233" y="8485"/>
                      <a:pt x="8557" y="162"/>
                      <a:pt x="18824" y="162"/>
                    </a:cubicBezTo>
                    <a:cubicBezTo>
                      <a:pt x="29091" y="162"/>
                      <a:pt x="37414" y="8485"/>
                      <a:pt x="37414" y="18752"/>
                    </a:cubicBezTo>
                    <a:close/>
                  </a:path>
                </a:pathLst>
              </a:custGeom>
              <a:solidFill>
                <a:srgbClr val="F7A50A"/>
              </a:solidFill>
              <a:ln w="5753" cap="sq">
                <a:noFill/>
                <a:prstDash val="solid"/>
                <a:miter/>
              </a:ln>
            </p:spPr>
            <p:txBody>
              <a:bodyPr rtlCol="0" anchor="ctr"/>
              <a:lstStyle/>
              <a:p>
                <a:endParaRPr lang="en-US"/>
              </a:p>
            </p:txBody>
          </p:sp>
          <p:sp>
            <p:nvSpPr>
              <p:cNvPr id="2329" name="Freeform: Shape 2328">
                <a:extLst>
                  <a:ext uri="{FF2B5EF4-FFF2-40B4-BE49-F238E27FC236}">
                    <a16:creationId xmlns:a16="http://schemas.microsoft.com/office/drawing/2014/main" id="{544A623C-0C9E-767F-D89B-9ED75CF37C6D}"/>
                  </a:ext>
                </a:extLst>
              </p:cNvPr>
              <p:cNvSpPr/>
              <p:nvPr/>
            </p:nvSpPr>
            <p:spPr>
              <a:xfrm>
                <a:off x="7537269" y="7933169"/>
                <a:ext cx="41981" cy="41981"/>
              </a:xfrm>
              <a:custGeom>
                <a:avLst/>
                <a:gdLst>
                  <a:gd name="connsiteX0" fmla="*/ 21224 w 41981"/>
                  <a:gd name="connsiteY0" fmla="*/ 4962 h 41981"/>
                  <a:gd name="connsiteX1" fmla="*/ 37414 w 41981"/>
                  <a:gd name="connsiteY1" fmla="*/ 21153 h 41981"/>
                  <a:gd name="connsiteX2" fmla="*/ 37414 w 41981"/>
                  <a:gd name="connsiteY2" fmla="*/ 21153 h 41981"/>
                  <a:gd name="connsiteX3" fmla="*/ 21224 w 41981"/>
                  <a:gd name="connsiteY3" fmla="*/ 37343 h 41981"/>
                  <a:gd name="connsiteX4" fmla="*/ 5034 w 41981"/>
                  <a:gd name="connsiteY4" fmla="*/ 21153 h 41981"/>
                  <a:gd name="connsiteX5" fmla="*/ 21224 w 41981"/>
                  <a:gd name="connsiteY5" fmla="*/ 4962 h 41981"/>
                  <a:gd name="connsiteX6" fmla="*/ 21224 w 41981"/>
                  <a:gd name="connsiteY6" fmla="*/ 162 h 41981"/>
                  <a:gd name="connsiteX7" fmla="*/ 233 w 41981"/>
                  <a:gd name="connsiteY7" fmla="*/ 21153 h 41981"/>
                  <a:gd name="connsiteX8" fmla="*/ 21224 w 41981"/>
                  <a:gd name="connsiteY8" fmla="*/ 42143 h 41981"/>
                  <a:gd name="connsiteX9" fmla="*/ 42214 w 41981"/>
                  <a:gd name="connsiteY9" fmla="*/ 21153 h 41981"/>
                  <a:gd name="connsiteX10" fmla="*/ 42214 w 41981"/>
                  <a:gd name="connsiteY10" fmla="*/ 21153 h 41981"/>
                  <a:gd name="connsiteX11" fmla="*/ 2122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962"/>
                    </a:moveTo>
                    <a:cubicBezTo>
                      <a:pt x="30166" y="4962"/>
                      <a:pt x="37414" y="12211"/>
                      <a:pt x="37414" y="21153"/>
                    </a:cubicBezTo>
                    <a:lnTo>
                      <a:pt x="37414" y="21153"/>
                    </a:lnTo>
                    <a:cubicBezTo>
                      <a:pt x="37414" y="30094"/>
                      <a:pt x="30166" y="37343"/>
                      <a:pt x="21224" y="37343"/>
                    </a:cubicBezTo>
                    <a:cubicBezTo>
                      <a:pt x="12282" y="37343"/>
                      <a:pt x="5034" y="30094"/>
                      <a:pt x="5034" y="21153"/>
                    </a:cubicBezTo>
                    <a:cubicBezTo>
                      <a:pt x="5034" y="12211"/>
                      <a:pt x="12282" y="4962"/>
                      <a:pt x="21224" y="4962"/>
                    </a:cubicBezTo>
                    <a:close/>
                    <a:moveTo>
                      <a:pt x="21224" y="162"/>
                    </a:moveTo>
                    <a:cubicBezTo>
                      <a:pt x="9631" y="162"/>
                      <a:pt x="233" y="9560"/>
                      <a:pt x="233" y="21153"/>
                    </a:cubicBezTo>
                    <a:cubicBezTo>
                      <a:pt x="233" y="32745"/>
                      <a:pt x="9631" y="42143"/>
                      <a:pt x="21224" y="42143"/>
                    </a:cubicBezTo>
                    <a:cubicBezTo>
                      <a:pt x="32816" y="42143"/>
                      <a:pt x="42214" y="32745"/>
                      <a:pt x="42214" y="21153"/>
                    </a:cubicBezTo>
                    <a:lnTo>
                      <a:pt x="42214" y="21153"/>
                    </a:lnTo>
                    <a:cubicBezTo>
                      <a:pt x="42214" y="9560"/>
                      <a:pt x="32816" y="162"/>
                      <a:pt x="21224" y="162"/>
                    </a:cubicBezTo>
                    <a:close/>
                  </a:path>
                </a:pathLst>
              </a:custGeom>
              <a:solidFill>
                <a:srgbClr val="000000"/>
              </a:solidFill>
              <a:ln w="4794" cap="sq">
                <a:noFill/>
                <a:prstDash val="solid"/>
                <a:round/>
              </a:ln>
            </p:spPr>
            <p:txBody>
              <a:bodyPr rtlCol="0" anchor="ctr"/>
              <a:lstStyle/>
              <a:p>
                <a:endParaRPr lang="en-US"/>
              </a:p>
            </p:txBody>
          </p:sp>
          <p:sp>
            <p:nvSpPr>
              <p:cNvPr id="2330" name="Freeform: Shape 2329">
                <a:extLst>
                  <a:ext uri="{FF2B5EF4-FFF2-40B4-BE49-F238E27FC236}">
                    <a16:creationId xmlns:a16="http://schemas.microsoft.com/office/drawing/2014/main" id="{1551B187-D6E1-8FE5-20C5-3D50095263AA}"/>
                  </a:ext>
                </a:extLst>
              </p:cNvPr>
              <p:cNvSpPr/>
              <p:nvPr/>
            </p:nvSpPr>
            <p:spPr>
              <a:xfrm>
                <a:off x="7791157" y="7823739"/>
                <a:ext cx="37180" cy="37180"/>
              </a:xfrm>
              <a:custGeom>
                <a:avLst/>
                <a:gdLst>
                  <a:gd name="connsiteX0" fmla="*/ 37458 w 37180"/>
                  <a:gd name="connsiteY0" fmla="*/ 18733 h 37180"/>
                  <a:gd name="connsiteX1" fmla="*/ 18867 w 37180"/>
                  <a:gd name="connsiteY1" fmla="*/ 37323 h 37180"/>
                  <a:gd name="connsiteX2" fmla="*/ 277 w 37180"/>
                  <a:gd name="connsiteY2" fmla="*/ 18733 h 37180"/>
                  <a:gd name="connsiteX3" fmla="*/ 18867 w 37180"/>
                  <a:gd name="connsiteY3" fmla="*/ 143 h 37180"/>
                  <a:gd name="connsiteX4" fmla="*/ 37458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33"/>
                    </a:moveTo>
                    <a:cubicBezTo>
                      <a:pt x="37458" y="29000"/>
                      <a:pt x="29135" y="37323"/>
                      <a:pt x="18867" y="37323"/>
                    </a:cubicBezTo>
                    <a:cubicBezTo>
                      <a:pt x="8600" y="37323"/>
                      <a:pt x="277" y="29000"/>
                      <a:pt x="277" y="18733"/>
                    </a:cubicBezTo>
                    <a:cubicBezTo>
                      <a:pt x="277" y="8466"/>
                      <a:pt x="8600" y="143"/>
                      <a:pt x="18867" y="143"/>
                    </a:cubicBezTo>
                    <a:cubicBezTo>
                      <a:pt x="29135" y="143"/>
                      <a:pt x="37458" y="8466"/>
                      <a:pt x="37458" y="18733"/>
                    </a:cubicBezTo>
                    <a:close/>
                  </a:path>
                </a:pathLst>
              </a:custGeom>
              <a:solidFill>
                <a:srgbClr val="F4F7F4"/>
              </a:solidFill>
              <a:ln w="5753" cap="sq">
                <a:noFill/>
                <a:prstDash val="solid"/>
                <a:miter/>
              </a:ln>
            </p:spPr>
            <p:txBody>
              <a:bodyPr rtlCol="0" anchor="ctr"/>
              <a:lstStyle/>
              <a:p>
                <a:endParaRPr lang="en-US"/>
              </a:p>
            </p:txBody>
          </p:sp>
          <p:sp>
            <p:nvSpPr>
              <p:cNvPr id="2331" name="Freeform: Shape 2330">
                <a:extLst>
                  <a:ext uri="{FF2B5EF4-FFF2-40B4-BE49-F238E27FC236}">
                    <a16:creationId xmlns:a16="http://schemas.microsoft.com/office/drawing/2014/main" id="{897DF06E-9F27-7BA8-E28F-9AAA3AC69618}"/>
                  </a:ext>
                </a:extLst>
              </p:cNvPr>
              <p:cNvSpPr/>
              <p:nvPr/>
            </p:nvSpPr>
            <p:spPr>
              <a:xfrm>
                <a:off x="7788757" y="7821339"/>
                <a:ext cx="41981" cy="41981"/>
              </a:xfrm>
              <a:custGeom>
                <a:avLst/>
                <a:gdLst>
                  <a:gd name="connsiteX0" fmla="*/ 21268 w 41981"/>
                  <a:gd name="connsiteY0" fmla="*/ 4943 h 41981"/>
                  <a:gd name="connsiteX1" fmla="*/ 37458 w 41981"/>
                  <a:gd name="connsiteY1" fmla="*/ 21133 h 41981"/>
                  <a:gd name="connsiteX2" fmla="*/ 37458 w 41981"/>
                  <a:gd name="connsiteY2" fmla="*/ 21133 h 41981"/>
                  <a:gd name="connsiteX3" fmla="*/ 21268 w 41981"/>
                  <a:gd name="connsiteY3" fmla="*/ 37323 h 41981"/>
                  <a:gd name="connsiteX4" fmla="*/ 5077 w 41981"/>
                  <a:gd name="connsiteY4" fmla="*/ 21133 h 41981"/>
                  <a:gd name="connsiteX5" fmla="*/ 21268 w 41981"/>
                  <a:gd name="connsiteY5" fmla="*/ 4943 h 41981"/>
                  <a:gd name="connsiteX6" fmla="*/ 21268 w 41981"/>
                  <a:gd name="connsiteY6" fmla="*/ 143 h 41981"/>
                  <a:gd name="connsiteX7" fmla="*/ 277 w 41981"/>
                  <a:gd name="connsiteY7" fmla="*/ 21133 h 41981"/>
                  <a:gd name="connsiteX8" fmla="*/ 21268 w 41981"/>
                  <a:gd name="connsiteY8" fmla="*/ 42124 h 41981"/>
                  <a:gd name="connsiteX9" fmla="*/ 42258 w 41981"/>
                  <a:gd name="connsiteY9" fmla="*/ 21133 h 41981"/>
                  <a:gd name="connsiteX10" fmla="*/ 42258 w 41981"/>
                  <a:gd name="connsiteY10" fmla="*/ 21133 h 41981"/>
                  <a:gd name="connsiteX11" fmla="*/ 21268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43"/>
                    </a:moveTo>
                    <a:cubicBezTo>
                      <a:pt x="30209" y="4943"/>
                      <a:pt x="37458" y="12191"/>
                      <a:pt x="37458" y="21133"/>
                    </a:cubicBezTo>
                    <a:lnTo>
                      <a:pt x="37458" y="21133"/>
                    </a:lnTo>
                    <a:cubicBezTo>
                      <a:pt x="37458" y="30075"/>
                      <a:pt x="30209" y="37323"/>
                      <a:pt x="21268" y="37323"/>
                    </a:cubicBezTo>
                    <a:cubicBezTo>
                      <a:pt x="12326" y="37323"/>
                      <a:pt x="5077" y="30075"/>
                      <a:pt x="5077" y="21133"/>
                    </a:cubicBezTo>
                    <a:cubicBezTo>
                      <a:pt x="5077" y="12191"/>
                      <a:pt x="12326" y="4943"/>
                      <a:pt x="21268" y="4943"/>
                    </a:cubicBezTo>
                    <a:close/>
                    <a:moveTo>
                      <a:pt x="21268" y="143"/>
                    </a:moveTo>
                    <a:cubicBezTo>
                      <a:pt x="9675" y="143"/>
                      <a:pt x="277" y="9541"/>
                      <a:pt x="277" y="21133"/>
                    </a:cubicBezTo>
                    <a:cubicBezTo>
                      <a:pt x="277" y="32726"/>
                      <a:pt x="9675" y="42124"/>
                      <a:pt x="21268" y="42124"/>
                    </a:cubicBezTo>
                    <a:cubicBezTo>
                      <a:pt x="32860" y="42124"/>
                      <a:pt x="42258" y="32726"/>
                      <a:pt x="42258" y="21133"/>
                    </a:cubicBezTo>
                    <a:lnTo>
                      <a:pt x="42258" y="21133"/>
                    </a:lnTo>
                    <a:cubicBezTo>
                      <a:pt x="42258" y="9541"/>
                      <a:pt x="32860" y="143"/>
                      <a:pt x="21268" y="143"/>
                    </a:cubicBezTo>
                    <a:close/>
                  </a:path>
                </a:pathLst>
              </a:custGeom>
              <a:solidFill>
                <a:srgbClr val="000000"/>
              </a:solidFill>
              <a:ln w="4794" cap="sq">
                <a:noFill/>
                <a:prstDash val="solid"/>
                <a:round/>
              </a:ln>
            </p:spPr>
            <p:txBody>
              <a:bodyPr rtlCol="0" anchor="ctr"/>
              <a:lstStyle/>
              <a:p>
                <a:endParaRPr lang="en-US"/>
              </a:p>
            </p:txBody>
          </p:sp>
          <p:sp>
            <p:nvSpPr>
              <p:cNvPr id="2332" name="Freeform: Shape 2331">
                <a:extLst>
                  <a:ext uri="{FF2B5EF4-FFF2-40B4-BE49-F238E27FC236}">
                    <a16:creationId xmlns:a16="http://schemas.microsoft.com/office/drawing/2014/main" id="{21112BEF-3710-DD42-C459-214151853803}"/>
                  </a:ext>
                </a:extLst>
              </p:cNvPr>
              <p:cNvSpPr/>
              <p:nvPr/>
            </p:nvSpPr>
            <p:spPr>
              <a:xfrm>
                <a:off x="7657093" y="7905145"/>
                <a:ext cx="37180" cy="37180"/>
              </a:xfrm>
              <a:custGeom>
                <a:avLst/>
                <a:gdLst>
                  <a:gd name="connsiteX0" fmla="*/ 37434 w 37180"/>
                  <a:gd name="connsiteY0" fmla="*/ 18747 h 37180"/>
                  <a:gd name="connsiteX1" fmla="*/ 18844 w 37180"/>
                  <a:gd name="connsiteY1" fmla="*/ 37337 h 37180"/>
                  <a:gd name="connsiteX2" fmla="*/ 254 w 37180"/>
                  <a:gd name="connsiteY2" fmla="*/ 18747 h 37180"/>
                  <a:gd name="connsiteX3" fmla="*/ 18844 w 37180"/>
                  <a:gd name="connsiteY3" fmla="*/ 157 h 37180"/>
                  <a:gd name="connsiteX4" fmla="*/ 37434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47"/>
                    </a:moveTo>
                    <a:cubicBezTo>
                      <a:pt x="37434" y="29014"/>
                      <a:pt x="29111" y="37337"/>
                      <a:pt x="18844" y="37337"/>
                    </a:cubicBezTo>
                    <a:cubicBezTo>
                      <a:pt x="8577" y="37337"/>
                      <a:pt x="254" y="29014"/>
                      <a:pt x="254" y="18747"/>
                    </a:cubicBezTo>
                    <a:cubicBezTo>
                      <a:pt x="254" y="8480"/>
                      <a:pt x="8577" y="157"/>
                      <a:pt x="18844" y="157"/>
                    </a:cubicBezTo>
                    <a:cubicBezTo>
                      <a:pt x="29111" y="157"/>
                      <a:pt x="37434" y="8480"/>
                      <a:pt x="37434" y="18747"/>
                    </a:cubicBezTo>
                    <a:close/>
                  </a:path>
                </a:pathLst>
              </a:custGeom>
              <a:solidFill>
                <a:srgbClr val="E4F7E4"/>
              </a:solidFill>
              <a:ln w="5753" cap="sq">
                <a:noFill/>
                <a:prstDash val="solid"/>
                <a:miter/>
              </a:ln>
            </p:spPr>
            <p:txBody>
              <a:bodyPr rtlCol="0" anchor="ctr"/>
              <a:lstStyle/>
              <a:p>
                <a:endParaRPr lang="en-US"/>
              </a:p>
            </p:txBody>
          </p:sp>
          <p:sp>
            <p:nvSpPr>
              <p:cNvPr id="2333" name="Freeform: Shape 2332">
                <a:extLst>
                  <a:ext uri="{FF2B5EF4-FFF2-40B4-BE49-F238E27FC236}">
                    <a16:creationId xmlns:a16="http://schemas.microsoft.com/office/drawing/2014/main" id="{77BD41BD-9E7D-60D5-D8B7-CCE4C5722916}"/>
                  </a:ext>
                </a:extLst>
              </p:cNvPr>
              <p:cNvSpPr/>
              <p:nvPr/>
            </p:nvSpPr>
            <p:spPr>
              <a:xfrm>
                <a:off x="7654693" y="7902745"/>
                <a:ext cx="41981" cy="41981"/>
              </a:xfrm>
              <a:custGeom>
                <a:avLst/>
                <a:gdLst>
                  <a:gd name="connsiteX0" fmla="*/ 21244 w 41981"/>
                  <a:gd name="connsiteY0" fmla="*/ 4957 h 41981"/>
                  <a:gd name="connsiteX1" fmla="*/ 37434 w 41981"/>
                  <a:gd name="connsiteY1" fmla="*/ 21147 h 41981"/>
                  <a:gd name="connsiteX2" fmla="*/ 37434 w 41981"/>
                  <a:gd name="connsiteY2" fmla="*/ 21147 h 41981"/>
                  <a:gd name="connsiteX3" fmla="*/ 21244 w 41981"/>
                  <a:gd name="connsiteY3" fmla="*/ 37337 h 41981"/>
                  <a:gd name="connsiteX4" fmla="*/ 5054 w 41981"/>
                  <a:gd name="connsiteY4" fmla="*/ 21147 h 41981"/>
                  <a:gd name="connsiteX5" fmla="*/ 21244 w 41981"/>
                  <a:gd name="connsiteY5" fmla="*/ 4957 h 41981"/>
                  <a:gd name="connsiteX6" fmla="*/ 21244 w 41981"/>
                  <a:gd name="connsiteY6" fmla="*/ 157 h 41981"/>
                  <a:gd name="connsiteX7" fmla="*/ 254 w 41981"/>
                  <a:gd name="connsiteY7" fmla="*/ 21147 h 41981"/>
                  <a:gd name="connsiteX8" fmla="*/ 21244 w 41981"/>
                  <a:gd name="connsiteY8" fmla="*/ 42138 h 41981"/>
                  <a:gd name="connsiteX9" fmla="*/ 42235 w 41981"/>
                  <a:gd name="connsiteY9" fmla="*/ 21147 h 41981"/>
                  <a:gd name="connsiteX10" fmla="*/ 42235 w 41981"/>
                  <a:gd name="connsiteY10" fmla="*/ 21147 h 41981"/>
                  <a:gd name="connsiteX11" fmla="*/ 21244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57"/>
                    </a:moveTo>
                    <a:cubicBezTo>
                      <a:pt x="30186" y="4957"/>
                      <a:pt x="37434" y="12205"/>
                      <a:pt x="37434" y="21147"/>
                    </a:cubicBezTo>
                    <a:lnTo>
                      <a:pt x="37434" y="21147"/>
                    </a:lnTo>
                    <a:cubicBezTo>
                      <a:pt x="37434" y="30089"/>
                      <a:pt x="30186" y="37337"/>
                      <a:pt x="21244" y="37337"/>
                    </a:cubicBezTo>
                    <a:cubicBezTo>
                      <a:pt x="12302" y="37337"/>
                      <a:pt x="5054" y="30089"/>
                      <a:pt x="5054" y="21147"/>
                    </a:cubicBezTo>
                    <a:cubicBezTo>
                      <a:pt x="5054" y="12205"/>
                      <a:pt x="12302" y="4957"/>
                      <a:pt x="21244" y="4957"/>
                    </a:cubicBezTo>
                    <a:close/>
                    <a:moveTo>
                      <a:pt x="21244" y="157"/>
                    </a:moveTo>
                    <a:cubicBezTo>
                      <a:pt x="9652" y="157"/>
                      <a:pt x="254" y="9555"/>
                      <a:pt x="254" y="21147"/>
                    </a:cubicBezTo>
                    <a:cubicBezTo>
                      <a:pt x="254" y="32740"/>
                      <a:pt x="9652" y="42138"/>
                      <a:pt x="21244" y="42138"/>
                    </a:cubicBezTo>
                    <a:cubicBezTo>
                      <a:pt x="32837" y="42138"/>
                      <a:pt x="42235" y="32740"/>
                      <a:pt x="42235" y="21147"/>
                    </a:cubicBezTo>
                    <a:lnTo>
                      <a:pt x="42235" y="21147"/>
                    </a:lnTo>
                    <a:cubicBezTo>
                      <a:pt x="42235" y="9555"/>
                      <a:pt x="32837" y="157"/>
                      <a:pt x="21244" y="157"/>
                    </a:cubicBezTo>
                    <a:close/>
                  </a:path>
                </a:pathLst>
              </a:custGeom>
              <a:solidFill>
                <a:srgbClr val="000000"/>
              </a:solidFill>
              <a:ln w="4794" cap="sq">
                <a:noFill/>
                <a:prstDash val="solid"/>
                <a:round/>
              </a:ln>
            </p:spPr>
            <p:txBody>
              <a:bodyPr rtlCol="0" anchor="ctr"/>
              <a:lstStyle/>
              <a:p>
                <a:endParaRPr lang="en-US"/>
              </a:p>
            </p:txBody>
          </p:sp>
          <p:sp>
            <p:nvSpPr>
              <p:cNvPr id="2334" name="Freeform: Shape 2333">
                <a:extLst>
                  <a:ext uri="{FF2B5EF4-FFF2-40B4-BE49-F238E27FC236}">
                    <a16:creationId xmlns:a16="http://schemas.microsoft.com/office/drawing/2014/main" id="{FF6F1150-CE1E-515A-94A4-5671CA815D19}"/>
                  </a:ext>
                </a:extLst>
              </p:cNvPr>
              <p:cNvSpPr/>
              <p:nvPr/>
            </p:nvSpPr>
            <p:spPr>
              <a:xfrm>
                <a:off x="7462589" y="7992985"/>
                <a:ext cx="37180" cy="37180"/>
              </a:xfrm>
              <a:custGeom>
                <a:avLst/>
                <a:gdLst>
                  <a:gd name="connsiteX0" fmla="*/ 37401 w 37180"/>
                  <a:gd name="connsiteY0" fmla="*/ 18762 h 37180"/>
                  <a:gd name="connsiteX1" fmla="*/ 18810 w 37180"/>
                  <a:gd name="connsiteY1" fmla="*/ 37353 h 37180"/>
                  <a:gd name="connsiteX2" fmla="*/ 220 w 37180"/>
                  <a:gd name="connsiteY2" fmla="*/ 18762 h 37180"/>
                  <a:gd name="connsiteX3" fmla="*/ 18810 w 37180"/>
                  <a:gd name="connsiteY3" fmla="*/ 172 h 37180"/>
                  <a:gd name="connsiteX4" fmla="*/ 3740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1" y="18762"/>
                    </a:moveTo>
                    <a:cubicBezTo>
                      <a:pt x="37401" y="29030"/>
                      <a:pt x="29078" y="37353"/>
                      <a:pt x="18810" y="37353"/>
                    </a:cubicBezTo>
                    <a:cubicBezTo>
                      <a:pt x="8543" y="37353"/>
                      <a:pt x="220" y="29030"/>
                      <a:pt x="220" y="18762"/>
                    </a:cubicBezTo>
                    <a:cubicBezTo>
                      <a:pt x="220" y="8495"/>
                      <a:pt x="8543" y="172"/>
                      <a:pt x="18810" y="172"/>
                    </a:cubicBezTo>
                    <a:cubicBezTo>
                      <a:pt x="29078" y="172"/>
                      <a:pt x="37401" y="8495"/>
                      <a:pt x="37401" y="18762"/>
                    </a:cubicBezTo>
                    <a:close/>
                  </a:path>
                </a:pathLst>
              </a:custGeom>
              <a:solidFill>
                <a:srgbClr val="F7A57E"/>
              </a:solidFill>
              <a:ln w="5753" cap="sq">
                <a:noFill/>
                <a:prstDash val="solid"/>
                <a:miter/>
              </a:ln>
            </p:spPr>
            <p:txBody>
              <a:bodyPr rtlCol="0" anchor="ctr"/>
              <a:lstStyle/>
              <a:p>
                <a:endParaRPr lang="en-US"/>
              </a:p>
            </p:txBody>
          </p:sp>
          <p:sp>
            <p:nvSpPr>
              <p:cNvPr id="2335" name="Freeform: Shape 2334">
                <a:extLst>
                  <a:ext uri="{FF2B5EF4-FFF2-40B4-BE49-F238E27FC236}">
                    <a16:creationId xmlns:a16="http://schemas.microsoft.com/office/drawing/2014/main" id="{3214ABB1-5193-EC61-E393-A8F51CC1B692}"/>
                  </a:ext>
                </a:extLst>
              </p:cNvPr>
              <p:cNvSpPr/>
              <p:nvPr/>
            </p:nvSpPr>
            <p:spPr>
              <a:xfrm>
                <a:off x="7460189" y="7990585"/>
                <a:ext cx="41981" cy="41981"/>
              </a:xfrm>
              <a:custGeom>
                <a:avLst/>
                <a:gdLst>
                  <a:gd name="connsiteX0" fmla="*/ 21211 w 41981"/>
                  <a:gd name="connsiteY0" fmla="*/ 4972 h 41981"/>
                  <a:gd name="connsiteX1" fmla="*/ 37401 w 41981"/>
                  <a:gd name="connsiteY1" fmla="*/ 21163 h 41981"/>
                  <a:gd name="connsiteX2" fmla="*/ 37401 w 41981"/>
                  <a:gd name="connsiteY2" fmla="*/ 21163 h 41981"/>
                  <a:gd name="connsiteX3" fmla="*/ 21211 w 41981"/>
                  <a:gd name="connsiteY3" fmla="*/ 37353 h 41981"/>
                  <a:gd name="connsiteX4" fmla="*/ 5020 w 41981"/>
                  <a:gd name="connsiteY4" fmla="*/ 21163 h 41981"/>
                  <a:gd name="connsiteX5" fmla="*/ 21211 w 41981"/>
                  <a:gd name="connsiteY5" fmla="*/ 4972 h 41981"/>
                  <a:gd name="connsiteX6" fmla="*/ 21211 w 41981"/>
                  <a:gd name="connsiteY6" fmla="*/ 172 h 41981"/>
                  <a:gd name="connsiteX7" fmla="*/ 220 w 41981"/>
                  <a:gd name="connsiteY7" fmla="*/ 21163 h 41981"/>
                  <a:gd name="connsiteX8" fmla="*/ 21211 w 41981"/>
                  <a:gd name="connsiteY8" fmla="*/ 42153 h 41981"/>
                  <a:gd name="connsiteX9" fmla="*/ 42201 w 41981"/>
                  <a:gd name="connsiteY9" fmla="*/ 21163 h 41981"/>
                  <a:gd name="connsiteX10" fmla="*/ 42201 w 41981"/>
                  <a:gd name="connsiteY10" fmla="*/ 21163 h 41981"/>
                  <a:gd name="connsiteX11" fmla="*/ 21211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1" y="4972"/>
                    </a:moveTo>
                    <a:cubicBezTo>
                      <a:pt x="30152" y="4972"/>
                      <a:pt x="37401" y="12221"/>
                      <a:pt x="37401" y="21163"/>
                    </a:cubicBezTo>
                    <a:lnTo>
                      <a:pt x="37401" y="21163"/>
                    </a:lnTo>
                    <a:cubicBezTo>
                      <a:pt x="37401" y="30104"/>
                      <a:pt x="30152" y="37353"/>
                      <a:pt x="21211" y="37353"/>
                    </a:cubicBezTo>
                    <a:cubicBezTo>
                      <a:pt x="12269" y="37353"/>
                      <a:pt x="5020" y="30104"/>
                      <a:pt x="5020" y="21163"/>
                    </a:cubicBezTo>
                    <a:cubicBezTo>
                      <a:pt x="5020" y="12221"/>
                      <a:pt x="12269" y="4972"/>
                      <a:pt x="21211" y="4972"/>
                    </a:cubicBezTo>
                    <a:close/>
                    <a:moveTo>
                      <a:pt x="21211" y="172"/>
                    </a:moveTo>
                    <a:cubicBezTo>
                      <a:pt x="9618" y="172"/>
                      <a:pt x="220" y="9570"/>
                      <a:pt x="220" y="21163"/>
                    </a:cubicBezTo>
                    <a:cubicBezTo>
                      <a:pt x="220" y="32755"/>
                      <a:pt x="9618" y="42153"/>
                      <a:pt x="21211" y="42153"/>
                    </a:cubicBezTo>
                    <a:cubicBezTo>
                      <a:pt x="32803" y="42153"/>
                      <a:pt x="42201" y="32755"/>
                      <a:pt x="42201" y="21163"/>
                    </a:cubicBezTo>
                    <a:lnTo>
                      <a:pt x="42201" y="21163"/>
                    </a:lnTo>
                    <a:cubicBezTo>
                      <a:pt x="42201" y="9570"/>
                      <a:pt x="32803" y="172"/>
                      <a:pt x="21211" y="172"/>
                    </a:cubicBezTo>
                    <a:close/>
                  </a:path>
                </a:pathLst>
              </a:custGeom>
              <a:solidFill>
                <a:srgbClr val="000000"/>
              </a:solidFill>
              <a:ln w="4794" cap="sq">
                <a:noFill/>
                <a:prstDash val="solid"/>
                <a:round/>
              </a:ln>
            </p:spPr>
            <p:txBody>
              <a:bodyPr rtlCol="0" anchor="ctr"/>
              <a:lstStyle/>
              <a:p>
                <a:endParaRPr lang="en-US"/>
              </a:p>
            </p:txBody>
          </p:sp>
          <p:sp>
            <p:nvSpPr>
              <p:cNvPr id="2336" name="Freeform: Shape 2335">
                <a:extLst>
                  <a:ext uri="{FF2B5EF4-FFF2-40B4-BE49-F238E27FC236}">
                    <a16:creationId xmlns:a16="http://schemas.microsoft.com/office/drawing/2014/main" id="{E7E7C106-7B49-26AF-04E8-79E4DBA3A48B}"/>
                  </a:ext>
                </a:extLst>
              </p:cNvPr>
              <p:cNvSpPr/>
              <p:nvPr/>
            </p:nvSpPr>
            <p:spPr>
              <a:xfrm>
                <a:off x="7720931" y="7899805"/>
                <a:ext cx="37180" cy="37180"/>
              </a:xfrm>
              <a:custGeom>
                <a:avLst/>
                <a:gdLst>
                  <a:gd name="connsiteX0" fmla="*/ 37446 w 37180"/>
                  <a:gd name="connsiteY0" fmla="*/ 18746 h 37180"/>
                  <a:gd name="connsiteX1" fmla="*/ 18855 w 37180"/>
                  <a:gd name="connsiteY1" fmla="*/ 37337 h 37180"/>
                  <a:gd name="connsiteX2" fmla="*/ 265 w 37180"/>
                  <a:gd name="connsiteY2" fmla="*/ 18746 h 37180"/>
                  <a:gd name="connsiteX3" fmla="*/ 18855 w 37180"/>
                  <a:gd name="connsiteY3" fmla="*/ 156 h 37180"/>
                  <a:gd name="connsiteX4" fmla="*/ 37446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6"/>
                    </a:moveTo>
                    <a:cubicBezTo>
                      <a:pt x="37446" y="29013"/>
                      <a:pt x="29122" y="37337"/>
                      <a:pt x="18855" y="37337"/>
                    </a:cubicBezTo>
                    <a:cubicBezTo>
                      <a:pt x="8588" y="37337"/>
                      <a:pt x="265" y="29013"/>
                      <a:pt x="265" y="18746"/>
                    </a:cubicBezTo>
                    <a:cubicBezTo>
                      <a:pt x="265" y="8479"/>
                      <a:pt x="8588" y="156"/>
                      <a:pt x="18855" y="156"/>
                    </a:cubicBezTo>
                    <a:cubicBezTo>
                      <a:pt x="29122" y="156"/>
                      <a:pt x="37446" y="8479"/>
                      <a:pt x="37446" y="18746"/>
                    </a:cubicBezTo>
                    <a:close/>
                  </a:path>
                </a:pathLst>
              </a:custGeom>
              <a:solidFill>
                <a:srgbClr val="F2F7F2"/>
              </a:solidFill>
              <a:ln w="5753" cap="sq">
                <a:noFill/>
                <a:prstDash val="solid"/>
                <a:miter/>
              </a:ln>
            </p:spPr>
            <p:txBody>
              <a:bodyPr rtlCol="0" anchor="ctr"/>
              <a:lstStyle/>
              <a:p>
                <a:endParaRPr lang="en-US"/>
              </a:p>
            </p:txBody>
          </p:sp>
          <p:sp>
            <p:nvSpPr>
              <p:cNvPr id="2337" name="Freeform: Shape 2336">
                <a:extLst>
                  <a:ext uri="{FF2B5EF4-FFF2-40B4-BE49-F238E27FC236}">
                    <a16:creationId xmlns:a16="http://schemas.microsoft.com/office/drawing/2014/main" id="{821F5F4C-61AF-2737-B434-668345D3B933}"/>
                  </a:ext>
                </a:extLst>
              </p:cNvPr>
              <p:cNvSpPr/>
              <p:nvPr/>
            </p:nvSpPr>
            <p:spPr>
              <a:xfrm>
                <a:off x="7718531" y="7897405"/>
                <a:ext cx="41981" cy="41981"/>
              </a:xfrm>
              <a:custGeom>
                <a:avLst/>
                <a:gdLst>
                  <a:gd name="connsiteX0" fmla="*/ 21255 w 41981"/>
                  <a:gd name="connsiteY0" fmla="*/ 4956 h 41981"/>
                  <a:gd name="connsiteX1" fmla="*/ 37446 w 41981"/>
                  <a:gd name="connsiteY1" fmla="*/ 21146 h 41981"/>
                  <a:gd name="connsiteX2" fmla="*/ 37446 w 41981"/>
                  <a:gd name="connsiteY2" fmla="*/ 21146 h 41981"/>
                  <a:gd name="connsiteX3" fmla="*/ 21255 w 41981"/>
                  <a:gd name="connsiteY3" fmla="*/ 37337 h 41981"/>
                  <a:gd name="connsiteX4" fmla="*/ 5065 w 41981"/>
                  <a:gd name="connsiteY4" fmla="*/ 21146 h 41981"/>
                  <a:gd name="connsiteX5" fmla="*/ 21255 w 41981"/>
                  <a:gd name="connsiteY5" fmla="*/ 4956 h 41981"/>
                  <a:gd name="connsiteX6" fmla="*/ 21255 w 41981"/>
                  <a:gd name="connsiteY6" fmla="*/ 156 h 41981"/>
                  <a:gd name="connsiteX7" fmla="*/ 265 w 41981"/>
                  <a:gd name="connsiteY7" fmla="*/ 21146 h 41981"/>
                  <a:gd name="connsiteX8" fmla="*/ 21255 w 41981"/>
                  <a:gd name="connsiteY8" fmla="*/ 42137 h 41981"/>
                  <a:gd name="connsiteX9" fmla="*/ 42246 w 41981"/>
                  <a:gd name="connsiteY9" fmla="*/ 21146 h 41981"/>
                  <a:gd name="connsiteX10" fmla="*/ 42246 w 41981"/>
                  <a:gd name="connsiteY10" fmla="*/ 21146 h 41981"/>
                  <a:gd name="connsiteX11" fmla="*/ 21255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56"/>
                    </a:moveTo>
                    <a:cubicBezTo>
                      <a:pt x="30197" y="4956"/>
                      <a:pt x="37446" y="12205"/>
                      <a:pt x="37446" y="21146"/>
                    </a:cubicBezTo>
                    <a:lnTo>
                      <a:pt x="37446" y="21146"/>
                    </a:lnTo>
                    <a:cubicBezTo>
                      <a:pt x="37446" y="30088"/>
                      <a:pt x="30197" y="37337"/>
                      <a:pt x="21255" y="37337"/>
                    </a:cubicBezTo>
                    <a:cubicBezTo>
                      <a:pt x="12314" y="37337"/>
                      <a:pt x="5065" y="30088"/>
                      <a:pt x="5065" y="21146"/>
                    </a:cubicBezTo>
                    <a:cubicBezTo>
                      <a:pt x="5065" y="12205"/>
                      <a:pt x="12314" y="4956"/>
                      <a:pt x="21255" y="4956"/>
                    </a:cubicBezTo>
                    <a:close/>
                    <a:moveTo>
                      <a:pt x="21255" y="156"/>
                    </a:moveTo>
                    <a:cubicBezTo>
                      <a:pt x="9663" y="156"/>
                      <a:pt x="265" y="9554"/>
                      <a:pt x="265" y="21146"/>
                    </a:cubicBezTo>
                    <a:cubicBezTo>
                      <a:pt x="265" y="32739"/>
                      <a:pt x="9663" y="42137"/>
                      <a:pt x="21255" y="42137"/>
                    </a:cubicBezTo>
                    <a:cubicBezTo>
                      <a:pt x="32848" y="42137"/>
                      <a:pt x="42246" y="32739"/>
                      <a:pt x="42246" y="21146"/>
                    </a:cubicBezTo>
                    <a:lnTo>
                      <a:pt x="42246" y="21146"/>
                    </a:lnTo>
                    <a:cubicBezTo>
                      <a:pt x="42246" y="9554"/>
                      <a:pt x="32848" y="156"/>
                      <a:pt x="21255" y="156"/>
                    </a:cubicBezTo>
                    <a:close/>
                  </a:path>
                </a:pathLst>
              </a:custGeom>
              <a:solidFill>
                <a:srgbClr val="000000"/>
              </a:solidFill>
              <a:ln w="4794" cap="sq">
                <a:noFill/>
                <a:prstDash val="solid"/>
                <a:round/>
              </a:ln>
            </p:spPr>
            <p:txBody>
              <a:bodyPr rtlCol="0" anchor="ctr"/>
              <a:lstStyle/>
              <a:p>
                <a:endParaRPr lang="en-US"/>
              </a:p>
            </p:txBody>
          </p:sp>
          <p:sp>
            <p:nvSpPr>
              <p:cNvPr id="2338" name="Freeform: Shape 2337">
                <a:extLst>
                  <a:ext uri="{FF2B5EF4-FFF2-40B4-BE49-F238E27FC236}">
                    <a16:creationId xmlns:a16="http://schemas.microsoft.com/office/drawing/2014/main" id="{36ED2146-1024-EE94-7673-15127E4BAE30}"/>
                  </a:ext>
                </a:extLst>
              </p:cNvPr>
              <p:cNvSpPr/>
              <p:nvPr/>
            </p:nvSpPr>
            <p:spPr>
              <a:xfrm>
                <a:off x="7576338" y="7931405"/>
                <a:ext cx="37180" cy="37180"/>
              </a:xfrm>
              <a:custGeom>
                <a:avLst/>
                <a:gdLst>
                  <a:gd name="connsiteX0" fmla="*/ 37420 w 37180"/>
                  <a:gd name="connsiteY0" fmla="*/ 18752 h 37180"/>
                  <a:gd name="connsiteX1" fmla="*/ 18830 w 37180"/>
                  <a:gd name="connsiteY1" fmla="*/ 37342 h 37180"/>
                  <a:gd name="connsiteX2" fmla="*/ 240 w 37180"/>
                  <a:gd name="connsiteY2" fmla="*/ 18752 h 37180"/>
                  <a:gd name="connsiteX3" fmla="*/ 18830 w 37180"/>
                  <a:gd name="connsiteY3" fmla="*/ 161 h 37180"/>
                  <a:gd name="connsiteX4" fmla="*/ 37420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52"/>
                    </a:moveTo>
                    <a:cubicBezTo>
                      <a:pt x="37420" y="29019"/>
                      <a:pt x="29097" y="37342"/>
                      <a:pt x="18830" y="37342"/>
                    </a:cubicBezTo>
                    <a:cubicBezTo>
                      <a:pt x="8563" y="37342"/>
                      <a:pt x="240" y="29019"/>
                      <a:pt x="240" y="18752"/>
                    </a:cubicBezTo>
                    <a:cubicBezTo>
                      <a:pt x="240" y="8484"/>
                      <a:pt x="8563" y="161"/>
                      <a:pt x="18830" y="161"/>
                    </a:cubicBezTo>
                    <a:cubicBezTo>
                      <a:pt x="29097" y="161"/>
                      <a:pt x="37420" y="8484"/>
                      <a:pt x="37420" y="18752"/>
                    </a:cubicBezTo>
                    <a:close/>
                  </a:path>
                </a:pathLst>
              </a:custGeom>
              <a:solidFill>
                <a:srgbClr val="F7A53C"/>
              </a:solidFill>
              <a:ln w="5753" cap="sq">
                <a:noFill/>
                <a:prstDash val="solid"/>
                <a:miter/>
              </a:ln>
            </p:spPr>
            <p:txBody>
              <a:bodyPr rtlCol="0" anchor="ctr"/>
              <a:lstStyle/>
              <a:p>
                <a:endParaRPr lang="en-US"/>
              </a:p>
            </p:txBody>
          </p:sp>
          <p:sp>
            <p:nvSpPr>
              <p:cNvPr id="2339" name="Freeform: Shape 2338">
                <a:extLst>
                  <a:ext uri="{FF2B5EF4-FFF2-40B4-BE49-F238E27FC236}">
                    <a16:creationId xmlns:a16="http://schemas.microsoft.com/office/drawing/2014/main" id="{0837EC1D-CCC5-9479-7F8B-C6A2754FD4D7}"/>
                  </a:ext>
                </a:extLst>
              </p:cNvPr>
              <p:cNvSpPr/>
              <p:nvPr/>
            </p:nvSpPr>
            <p:spPr>
              <a:xfrm>
                <a:off x="7573937" y="7929004"/>
                <a:ext cx="41981" cy="41981"/>
              </a:xfrm>
              <a:custGeom>
                <a:avLst/>
                <a:gdLst>
                  <a:gd name="connsiteX0" fmla="*/ 21230 w 41981"/>
                  <a:gd name="connsiteY0" fmla="*/ 4962 h 41981"/>
                  <a:gd name="connsiteX1" fmla="*/ 37420 w 41981"/>
                  <a:gd name="connsiteY1" fmla="*/ 21152 h 41981"/>
                  <a:gd name="connsiteX2" fmla="*/ 37420 w 41981"/>
                  <a:gd name="connsiteY2" fmla="*/ 21152 h 41981"/>
                  <a:gd name="connsiteX3" fmla="*/ 21230 w 41981"/>
                  <a:gd name="connsiteY3" fmla="*/ 37342 h 41981"/>
                  <a:gd name="connsiteX4" fmla="*/ 5040 w 41981"/>
                  <a:gd name="connsiteY4" fmla="*/ 21152 h 41981"/>
                  <a:gd name="connsiteX5" fmla="*/ 21230 w 41981"/>
                  <a:gd name="connsiteY5" fmla="*/ 4962 h 41981"/>
                  <a:gd name="connsiteX6" fmla="*/ 21230 w 41981"/>
                  <a:gd name="connsiteY6" fmla="*/ 161 h 41981"/>
                  <a:gd name="connsiteX7" fmla="*/ 240 w 41981"/>
                  <a:gd name="connsiteY7" fmla="*/ 21152 h 41981"/>
                  <a:gd name="connsiteX8" fmla="*/ 21230 w 41981"/>
                  <a:gd name="connsiteY8" fmla="*/ 42142 h 41981"/>
                  <a:gd name="connsiteX9" fmla="*/ 42221 w 41981"/>
                  <a:gd name="connsiteY9" fmla="*/ 21152 h 41981"/>
                  <a:gd name="connsiteX10" fmla="*/ 42221 w 41981"/>
                  <a:gd name="connsiteY10" fmla="*/ 21152 h 41981"/>
                  <a:gd name="connsiteX11" fmla="*/ 21230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62"/>
                    </a:moveTo>
                    <a:cubicBezTo>
                      <a:pt x="30172" y="4962"/>
                      <a:pt x="37420" y="12210"/>
                      <a:pt x="37420" y="21152"/>
                    </a:cubicBezTo>
                    <a:lnTo>
                      <a:pt x="37420" y="21152"/>
                    </a:lnTo>
                    <a:cubicBezTo>
                      <a:pt x="37420" y="30094"/>
                      <a:pt x="30172" y="37342"/>
                      <a:pt x="21230" y="37342"/>
                    </a:cubicBezTo>
                    <a:cubicBezTo>
                      <a:pt x="12288" y="37342"/>
                      <a:pt x="5040" y="30094"/>
                      <a:pt x="5040" y="21152"/>
                    </a:cubicBezTo>
                    <a:cubicBezTo>
                      <a:pt x="5040" y="12210"/>
                      <a:pt x="12288" y="4962"/>
                      <a:pt x="21230" y="4962"/>
                    </a:cubicBezTo>
                    <a:close/>
                    <a:moveTo>
                      <a:pt x="21230" y="161"/>
                    </a:moveTo>
                    <a:cubicBezTo>
                      <a:pt x="9638" y="161"/>
                      <a:pt x="240" y="9559"/>
                      <a:pt x="240" y="21152"/>
                    </a:cubicBezTo>
                    <a:cubicBezTo>
                      <a:pt x="240" y="32744"/>
                      <a:pt x="9638" y="42142"/>
                      <a:pt x="21230" y="42142"/>
                    </a:cubicBezTo>
                    <a:cubicBezTo>
                      <a:pt x="32823" y="42142"/>
                      <a:pt x="42221" y="32744"/>
                      <a:pt x="42221" y="21152"/>
                    </a:cubicBezTo>
                    <a:lnTo>
                      <a:pt x="42221" y="21152"/>
                    </a:lnTo>
                    <a:cubicBezTo>
                      <a:pt x="42221" y="9559"/>
                      <a:pt x="32823" y="161"/>
                      <a:pt x="21230" y="161"/>
                    </a:cubicBezTo>
                    <a:close/>
                  </a:path>
                </a:pathLst>
              </a:custGeom>
              <a:solidFill>
                <a:srgbClr val="000000"/>
              </a:solidFill>
              <a:ln w="4794" cap="sq">
                <a:noFill/>
                <a:prstDash val="solid"/>
                <a:round/>
              </a:ln>
            </p:spPr>
            <p:txBody>
              <a:bodyPr rtlCol="0" anchor="ctr"/>
              <a:lstStyle/>
              <a:p>
                <a:endParaRPr lang="en-US"/>
              </a:p>
            </p:txBody>
          </p:sp>
          <p:sp>
            <p:nvSpPr>
              <p:cNvPr id="2340" name="Freeform: Shape 2339">
                <a:extLst>
                  <a:ext uri="{FF2B5EF4-FFF2-40B4-BE49-F238E27FC236}">
                    <a16:creationId xmlns:a16="http://schemas.microsoft.com/office/drawing/2014/main" id="{2BFBBFE3-13C1-DF93-B053-32496DD472EC}"/>
                  </a:ext>
                </a:extLst>
              </p:cNvPr>
              <p:cNvSpPr/>
              <p:nvPr/>
            </p:nvSpPr>
            <p:spPr>
              <a:xfrm>
                <a:off x="7684280" y="8168924"/>
                <a:ext cx="37180" cy="37180"/>
              </a:xfrm>
              <a:custGeom>
                <a:avLst/>
                <a:gdLst>
                  <a:gd name="connsiteX0" fmla="*/ 37439 w 37180"/>
                  <a:gd name="connsiteY0" fmla="*/ 18793 h 37180"/>
                  <a:gd name="connsiteX1" fmla="*/ 18849 w 37180"/>
                  <a:gd name="connsiteY1" fmla="*/ 37383 h 37180"/>
                  <a:gd name="connsiteX2" fmla="*/ 258 w 37180"/>
                  <a:gd name="connsiteY2" fmla="*/ 18793 h 37180"/>
                  <a:gd name="connsiteX3" fmla="*/ 18849 w 37180"/>
                  <a:gd name="connsiteY3" fmla="*/ 202 h 37180"/>
                  <a:gd name="connsiteX4" fmla="*/ 37439 w 37180"/>
                  <a:gd name="connsiteY4" fmla="*/ 1879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93"/>
                    </a:moveTo>
                    <a:cubicBezTo>
                      <a:pt x="37439" y="29060"/>
                      <a:pt x="29116" y="37383"/>
                      <a:pt x="18849" y="37383"/>
                    </a:cubicBezTo>
                    <a:cubicBezTo>
                      <a:pt x="8582" y="37383"/>
                      <a:pt x="258" y="29060"/>
                      <a:pt x="258" y="18793"/>
                    </a:cubicBezTo>
                    <a:cubicBezTo>
                      <a:pt x="258" y="8526"/>
                      <a:pt x="8582" y="202"/>
                      <a:pt x="18849" y="202"/>
                    </a:cubicBezTo>
                    <a:cubicBezTo>
                      <a:pt x="29116" y="202"/>
                      <a:pt x="37439" y="8526"/>
                      <a:pt x="37439" y="18793"/>
                    </a:cubicBezTo>
                    <a:close/>
                  </a:path>
                </a:pathLst>
              </a:custGeom>
              <a:solidFill>
                <a:srgbClr val="F7A59B"/>
              </a:solidFill>
              <a:ln w="5753" cap="sq">
                <a:noFill/>
                <a:prstDash val="solid"/>
                <a:miter/>
              </a:ln>
            </p:spPr>
            <p:txBody>
              <a:bodyPr rtlCol="0" anchor="ctr"/>
              <a:lstStyle/>
              <a:p>
                <a:endParaRPr lang="en-US"/>
              </a:p>
            </p:txBody>
          </p:sp>
          <p:sp>
            <p:nvSpPr>
              <p:cNvPr id="2341" name="Freeform: Shape 2340">
                <a:extLst>
                  <a:ext uri="{FF2B5EF4-FFF2-40B4-BE49-F238E27FC236}">
                    <a16:creationId xmlns:a16="http://schemas.microsoft.com/office/drawing/2014/main" id="{028E3E29-DDC1-C986-513C-D45C9EBBE613}"/>
                  </a:ext>
                </a:extLst>
              </p:cNvPr>
              <p:cNvSpPr/>
              <p:nvPr/>
            </p:nvSpPr>
            <p:spPr>
              <a:xfrm>
                <a:off x="7681880" y="8166524"/>
                <a:ext cx="41981" cy="41981"/>
              </a:xfrm>
              <a:custGeom>
                <a:avLst/>
                <a:gdLst>
                  <a:gd name="connsiteX0" fmla="*/ 21249 w 41981"/>
                  <a:gd name="connsiteY0" fmla="*/ 5003 h 41981"/>
                  <a:gd name="connsiteX1" fmla="*/ 37439 w 41981"/>
                  <a:gd name="connsiteY1" fmla="*/ 21193 h 41981"/>
                  <a:gd name="connsiteX2" fmla="*/ 37439 w 41981"/>
                  <a:gd name="connsiteY2" fmla="*/ 21193 h 41981"/>
                  <a:gd name="connsiteX3" fmla="*/ 21249 w 41981"/>
                  <a:gd name="connsiteY3" fmla="*/ 37383 h 41981"/>
                  <a:gd name="connsiteX4" fmla="*/ 5059 w 41981"/>
                  <a:gd name="connsiteY4" fmla="*/ 21193 h 41981"/>
                  <a:gd name="connsiteX5" fmla="*/ 21249 w 41981"/>
                  <a:gd name="connsiteY5" fmla="*/ 5003 h 41981"/>
                  <a:gd name="connsiteX6" fmla="*/ 21249 w 41981"/>
                  <a:gd name="connsiteY6" fmla="*/ 202 h 41981"/>
                  <a:gd name="connsiteX7" fmla="*/ 258 w 41981"/>
                  <a:gd name="connsiteY7" fmla="*/ 21193 h 41981"/>
                  <a:gd name="connsiteX8" fmla="*/ 21249 w 41981"/>
                  <a:gd name="connsiteY8" fmla="*/ 42184 h 41981"/>
                  <a:gd name="connsiteX9" fmla="*/ 42240 w 41981"/>
                  <a:gd name="connsiteY9" fmla="*/ 21193 h 41981"/>
                  <a:gd name="connsiteX10" fmla="*/ 42240 w 41981"/>
                  <a:gd name="connsiteY10" fmla="*/ 21193 h 41981"/>
                  <a:gd name="connsiteX11" fmla="*/ 21249 w 41981"/>
                  <a:gd name="connsiteY11" fmla="*/ 20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5003"/>
                    </a:moveTo>
                    <a:cubicBezTo>
                      <a:pt x="30191" y="5003"/>
                      <a:pt x="37439" y="12251"/>
                      <a:pt x="37439" y="21193"/>
                    </a:cubicBezTo>
                    <a:lnTo>
                      <a:pt x="37439" y="21193"/>
                    </a:lnTo>
                    <a:cubicBezTo>
                      <a:pt x="37439" y="30135"/>
                      <a:pt x="30191" y="37383"/>
                      <a:pt x="21249" y="37383"/>
                    </a:cubicBezTo>
                    <a:cubicBezTo>
                      <a:pt x="12307" y="37383"/>
                      <a:pt x="5059" y="30135"/>
                      <a:pt x="5059" y="21193"/>
                    </a:cubicBezTo>
                    <a:cubicBezTo>
                      <a:pt x="5059" y="12251"/>
                      <a:pt x="12307" y="5003"/>
                      <a:pt x="21249" y="5003"/>
                    </a:cubicBezTo>
                    <a:close/>
                    <a:moveTo>
                      <a:pt x="21249" y="202"/>
                    </a:moveTo>
                    <a:cubicBezTo>
                      <a:pt x="9656" y="202"/>
                      <a:pt x="258" y="9600"/>
                      <a:pt x="258" y="21193"/>
                    </a:cubicBezTo>
                    <a:cubicBezTo>
                      <a:pt x="258" y="32786"/>
                      <a:pt x="9656" y="42184"/>
                      <a:pt x="21249" y="42184"/>
                    </a:cubicBezTo>
                    <a:cubicBezTo>
                      <a:pt x="32842" y="42184"/>
                      <a:pt x="42240" y="32786"/>
                      <a:pt x="42240" y="21193"/>
                    </a:cubicBezTo>
                    <a:lnTo>
                      <a:pt x="42240" y="21193"/>
                    </a:lnTo>
                    <a:cubicBezTo>
                      <a:pt x="42240" y="9600"/>
                      <a:pt x="32842" y="202"/>
                      <a:pt x="21249" y="202"/>
                    </a:cubicBezTo>
                    <a:close/>
                  </a:path>
                </a:pathLst>
              </a:custGeom>
              <a:solidFill>
                <a:srgbClr val="000000"/>
              </a:solidFill>
              <a:ln w="4794" cap="sq">
                <a:noFill/>
                <a:prstDash val="solid"/>
                <a:round/>
              </a:ln>
            </p:spPr>
            <p:txBody>
              <a:bodyPr rtlCol="0" anchor="ctr"/>
              <a:lstStyle/>
              <a:p>
                <a:endParaRPr lang="en-US"/>
              </a:p>
            </p:txBody>
          </p:sp>
          <p:sp>
            <p:nvSpPr>
              <p:cNvPr id="2342" name="Freeform: Shape 2341">
                <a:extLst>
                  <a:ext uri="{FF2B5EF4-FFF2-40B4-BE49-F238E27FC236}">
                    <a16:creationId xmlns:a16="http://schemas.microsoft.com/office/drawing/2014/main" id="{53167FB7-CD10-B8A2-0F0C-87ED4265ECC5}"/>
                  </a:ext>
                </a:extLst>
              </p:cNvPr>
              <p:cNvSpPr/>
              <p:nvPr/>
            </p:nvSpPr>
            <p:spPr>
              <a:xfrm>
                <a:off x="7634704" y="7953206"/>
                <a:ext cx="37180" cy="37180"/>
              </a:xfrm>
              <a:custGeom>
                <a:avLst/>
                <a:gdLst>
                  <a:gd name="connsiteX0" fmla="*/ 37431 w 37180"/>
                  <a:gd name="connsiteY0" fmla="*/ 18755 h 37180"/>
                  <a:gd name="connsiteX1" fmla="*/ 18840 w 37180"/>
                  <a:gd name="connsiteY1" fmla="*/ 37346 h 37180"/>
                  <a:gd name="connsiteX2" fmla="*/ 250 w 37180"/>
                  <a:gd name="connsiteY2" fmla="*/ 18755 h 37180"/>
                  <a:gd name="connsiteX3" fmla="*/ 18840 w 37180"/>
                  <a:gd name="connsiteY3" fmla="*/ 165 h 37180"/>
                  <a:gd name="connsiteX4" fmla="*/ 37431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55"/>
                    </a:moveTo>
                    <a:cubicBezTo>
                      <a:pt x="37431" y="29023"/>
                      <a:pt x="29107" y="37346"/>
                      <a:pt x="18840" y="37346"/>
                    </a:cubicBezTo>
                    <a:cubicBezTo>
                      <a:pt x="8573" y="37346"/>
                      <a:pt x="250" y="29023"/>
                      <a:pt x="250" y="18755"/>
                    </a:cubicBezTo>
                    <a:cubicBezTo>
                      <a:pt x="250" y="8488"/>
                      <a:pt x="8573" y="165"/>
                      <a:pt x="18840" y="165"/>
                    </a:cubicBezTo>
                    <a:cubicBezTo>
                      <a:pt x="29107" y="165"/>
                      <a:pt x="37431" y="8488"/>
                      <a:pt x="37431" y="18755"/>
                    </a:cubicBezTo>
                    <a:close/>
                  </a:path>
                </a:pathLst>
              </a:custGeom>
              <a:solidFill>
                <a:srgbClr val="F7EBEB"/>
              </a:solidFill>
              <a:ln w="5753" cap="sq">
                <a:noFill/>
                <a:prstDash val="solid"/>
                <a:miter/>
              </a:ln>
            </p:spPr>
            <p:txBody>
              <a:bodyPr rtlCol="0" anchor="ctr"/>
              <a:lstStyle/>
              <a:p>
                <a:endParaRPr lang="en-US"/>
              </a:p>
            </p:txBody>
          </p:sp>
          <p:sp>
            <p:nvSpPr>
              <p:cNvPr id="2343" name="Freeform: Shape 2342">
                <a:extLst>
                  <a:ext uri="{FF2B5EF4-FFF2-40B4-BE49-F238E27FC236}">
                    <a16:creationId xmlns:a16="http://schemas.microsoft.com/office/drawing/2014/main" id="{482A2507-BC0F-D745-8D34-FD7185E17A5B}"/>
                  </a:ext>
                </a:extLst>
              </p:cNvPr>
              <p:cNvSpPr/>
              <p:nvPr/>
            </p:nvSpPr>
            <p:spPr>
              <a:xfrm>
                <a:off x="7632303" y="7950806"/>
                <a:ext cx="41981" cy="41981"/>
              </a:xfrm>
              <a:custGeom>
                <a:avLst/>
                <a:gdLst>
                  <a:gd name="connsiteX0" fmla="*/ 21240 w 41981"/>
                  <a:gd name="connsiteY0" fmla="*/ 4965 h 41981"/>
                  <a:gd name="connsiteX1" fmla="*/ 37431 w 41981"/>
                  <a:gd name="connsiteY1" fmla="*/ 21156 h 41981"/>
                  <a:gd name="connsiteX2" fmla="*/ 37431 w 41981"/>
                  <a:gd name="connsiteY2" fmla="*/ 21156 h 41981"/>
                  <a:gd name="connsiteX3" fmla="*/ 21240 w 41981"/>
                  <a:gd name="connsiteY3" fmla="*/ 37346 h 41981"/>
                  <a:gd name="connsiteX4" fmla="*/ 5050 w 41981"/>
                  <a:gd name="connsiteY4" fmla="*/ 21156 h 41981"/>
                  <a:gd name="connsiteX5" fmla="*/ 21240 w 41981"/>
                  <a:gd name="connsiteY5" fmla="*/ 4965 h 41981"/>
                  <a:gd name="connsiteX6" fmla="*/ 21240 w 41981"/>
                  <a:gd name="connsiteY6" fmla="*/ 165 h 41981"/>
                  <a:gd name="connsiteX7" fmla="*/ 250 w 41981"/>
                  <a:gd name="connsiteY7" fmla="*/ 21156 h 41981"/>
                  <a:gd name="connsiteX8" fmla="*/ 21240 w 41981"/>
                  <a:gd name="connsiteY8" fmla="*/ 42146 h 41981"/>
                  <a:gd name="connsiteX9" fmla="*/ 42231 w 41981"/>
                  <a:gd name="connsiteY9" fmla="*/ 21156 h 41981"/>
                  <a:gd name="connsiteX10" fmla="*/ 42231 w 41981"/>
                  <a:gd name="connsiteY10" fmla="*/ 21156 h 41981"/>
                  <a:gd name="connsiteX11" fmla="*/ 21240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65"/>
                    </a:moveTo>
                    <a:cubicBezTo>
                      <a:pt x="30182" y="4965"/>
                      <a:pt x="37431" y="12214"/>
                      <a:pt x="37431" y="21156"/>
                    </a:cubicBezTo>
                    <a:lnTo>
                      <a:pt x="37431" y="21156"/>
                    </a:lnTo>
                    <a:cubicBezTo>
                      <a:pt x="37431" y="30097"/>
                      <a:pt x="30182" y="37346"/>
                      <a:pt x="21240" y="37346"/>
                    </a:cubicBezTo>
                    <a:cubicBezTo>
                      <a:pt x="12299" y="37346"/>
                      <a:pt x="5050" y="30097"/>
                      <a:pt x="5050" y="21156"/>
                    </a:cubicBezTo>
                    <a:cubicBezTo>
                      <a:pt x="5050" y="12214"/>
                      <a:pt x="12299" y="4965"/>
                      <a:pt x="21240" y="4965"/>
                    </a:cubicBezTo>
                    <a:close/>
                    <a:moveTo>
                      <a:pt x="21240" y="165"/>
                    </a:moveTo>
                    <a:cubicBezTo>
                      <a:pt x="9648" y="165"/>
                      <a:pt x="250" y="9563"/>
                      <a:pt x="250" y="21156"/>
                    </a:cubicBezTo>
                    <a:cubicBezTo>
                      <a:pt x="250" y="32748"/>
                      <a:pt x="9648" y="42146"/>
                      <a:pt x="21240" y="42146"/>
                    </a:cubicBezTo>
                    <a:cubicBezTo>
                      <a:pt x="32833" y="42146"/>
                      <a:pt x="42231" y="32748"/>
                      <a:pt x="42231" y="21156"/>
                    </a:cubicBezTo>
                    <a:lnTo>
                      <a:pt x="42231" y="21156"/>
                    </a:lnTo>
                    <a:cubicBezTo>
                      <a:pt x="42231" y="9563"/>
                      <a:pt x="32833" y="165"/>
                      <a:pt x="21240" y="165"/>
                    </a:cubicBezTo>
                    <a:close/>
                  </a:path>
                </a:pathLst>
              </a:custGeom>
              <a:solidFill>
                <a:srgbClr val="000000"/>
              </a:solidFill>
              <a:ln w="4794" cap="sq">
                <a:noFill/>
                <a:prstDash val="solid"/>
                <a:round/>
              </a:ln>
            </p:spPr>
            <p:txBody>
              <a:bodyPr rtlCol="0" anchor="ctr"/>
              <a:lstStyle/>
              <a:p>
                <a:endParaRPr lang="en-US"/>
              </a:p>
            </p:txBody>
          </p:sp>
          <p:sp>
            <p:nvSpPr>
              <p:cNvPr id="2344" name="Freeform: Shape 2343">
                <a:extLst>
                  <a:ext uri="{FF2B5EF4-FFF2-40B4-BE49-F238E27FC236}">
                    <a16:creationId xmlns:a16="http://schemas.microsoft.com/office/drawing/2014/main" id="{0B3333DC-B976-94F3-1D31-1536EAE1029C}"/>
                  </a:ext>
                </a:extLst>
              </p:cNvPr>
              <p:cNvSpPr/>
              <p:nvPr/>
            </p:nvSpPr>
            <p:spPr>
              <a:xfrm>
                <a:off x="7643781" y="7978222"/>
                <a:ext cx="37180" cy="37180"/>
              </a:xfrm>
              <a:custGeom>
                <a:avLst/>
                <a:gdLst>
                  <a:gd name="connsiteX0" fmla="*/ 37432 w 37180"/>
                  <a:gd name="connsiteY0" fmla="*/ 18760 h 37180"/>
                  <a:gd name="connsiteX1" fmla="*/ 18842 w 37180"/>
                  <a:gd name="connsiteY1" fmla="*/ 37350 h 37180"/>
                  <a:gd name="connsiteX2" fmla="*/ 251 w 37180"/>
                  <a:gd name="connsiteY2" fmla="*/ 18760 h 37180"/>
                  <a:gd name="connsiteX3" fmla="*/ 18842 w 37180"/>
                  <a:gd name="connsiteY3" fmla="*/ 169 h 37180"/>
                  <a:gd name="connsiteX4" fmla="*/ 37432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0"/>
                    </a:moveTo>
                    <a:cubicBezTo>
                      <a:pt x="37432" y="29027"/>
                      <a:pt x="29109" y="37350"/>
                      <a:pt x="18842" y="37350"/>
                    </a:cubicBezTo>
                    <a:cubicBezTo>
                      <a:pt x="8575" y="37350"/>
                      <a:pt x="251" y="29027"/>
                      <a:pt x="251" y="18760"/>
                    </a:cubicBezTo>
                    <a:cubicBezTo>
                      <a:pt x="251" y="8493"/>
                      <a:pt x="8575" y="169"/>
                      <a:pt x="18842" y="169"/>
                    </a:cubicBezTo>
                    <a:cubicBezTo>
                      <a:pt x="29109" y="169"/>
                      <a:pt x="37432" y="8493"/>
                      <a:pt x="37432" y="18760"/>
                    </a:cubicBezTo>
                    <a:close/>
                  </a:path>
                </a:pathLst>
              </a:custGeom>
              <a:solidFill>
                <a:srgbClr val="F7E4E4"/>
              </a:solidFill>
              <a:ln w="5753" cap="sq">
                <a:noFill/>
                <a:prstDash val="solid"/>
                <a:miter/>
              </a:ln>
            </p:spPr>
            <p:txBody>
              <a:bodyPr rtlCol="0" anchor="ctr"/>
              <a:lstStyle/>
              <a:p>
                <a:endParaRPr lang="en-US"/>
              </a:p>
            </p:txBody>
          </p:sp>
          <p:sp>
            <p:nvSpPr>
              <p:cNvPr id="2345" name="Freeform: Shape 2344">
                <a:extLst>
                  <a:ext uri="{FF2B5EF4-FFF2-40B4-BE49-F238E27FC236}">
                    <a16:creationId xmlns:a16="http://schemas.microsoft.com/office/drawing/2014/main" id="{24B8C5FE-716B-21C7-784F-092536AA55D9}"/>
                  </a:ext>
                </a:extLst>
              </p:cNvPr>
              <p:cNvSpPr/>
              <p:nvPr/>
            </p:nvSpPr>
            <p:spPr>
              <a:xfrm>
                <a:off x="7641381" y="7975822"/>
                <a:ext cx="41981" cy="41981"/>
              </a:xfrm>
              <a:custGeom>
                <a:avLst/>
                <a:gdLst>
                  <a:gd name="connsiteX0" fmla="*/ 21242 w 41981"/>
                  <a:gd name="connsiteY0" fmla="*/ 4970 h 41981"/>
                  <a:gd name="connsiteX1" fmla="*/ 37432 w 41981"/>
                  <a:gd name="connsiteY1" fmla="*/ 21160 h 41981"/>
                  <a:gd name="connsiteX2" fmla="*/ 37432 w 41981"/>
                  <a:gd name="connsiteY2" fmla="*/ 21160 h 41981"/>
                  <a:gd name="connsiteX3" fmla="*/ 21242 w 41981"/>
                  <a:gd name="connsiteY3" fmla="*/ 37350 h 41981"/>
                  <a:gd name="connsiteX4" fmla="*/ 5052 w 41981"/>
                  <a:gd name="connsiteY4" fmla="*/ 21160 h 41981"/>
                  <a:gd name="connsiteX5" fmla="*/ 21242 w 41981"/>
                  <a:gd name="connsiteY5" fmla="*/ 4970 h 41981"/>
                  <a:gd name="connsiteX6" fmla="*/ 21242 w 41981"/>
                  <a:gd name="connsiteY6" fmla="*/ 169 h 41981"/>
                  <a:gd name="connsiteX7" fmla="*/ 251 w 41981"/>
                  <a:gd name="connsiteY7" fmla="*/ 21160 h 41981"/>
                  <a:gd name="connsiteX8" fmla="*/ 21242 w 41981"/>
                  <a:gd name="connsiteY8" fmla="*/ 42151 h 41981"/>
                  <a:gd name="connsiteX9" fmla="*/ 42233 w 41981"/>
                  <a:gd name="connsiteY9" fmla="*/ 21160 h 41981"/>
                  <a:gd name="connsiteX10" fmla="*/ 42233 w 41981"/>
                  <a:gd name="connsiteY10" fmla="*/ 21160 h 41981"/>
                  <a:gd name="connsiteX11" fmla="*/ 2124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0"/>
                    </a:moveTo>
                    <a:cubicBezTo>
                      <a:pt x="30184" y="4970"/>
                      <a:pt x="37432" y="12218"/>
                      <a:pt x="37432" y="21160"/>
                    </a:cubicBezTo>
                    <a:lnTo>
                      <a:pt x="37432" y="21160"/>
                    </a:lnTo>
                    <a:cubicBezTo>
                      <a:pt x="37432" y="30102"/>
                      <a:pt x="30184" y="37350"/>
                      <a:pt x="21242" y="37350"/>
                    </a:cubicBezTo>
                    <a:cubicBezTo>
                      <a:pt x="12300" y="37350"/>
                      <a:pt x="5052" y="30102"/>
                      <a:pt x="5052" y="21160"/>
                    </a:cubicBezTo>
                    <a:cubicBezTo>
                      <a:pt x="5052" y="12218"/>
                      <a:pt x="12300" y="4970"/>
                      <a:pt x="21242" y="4970"/>
                    </a:cubicBezTo>
                    <a:close/>
                    <a:moveTo>
                      <a:pt x="21242" y="169"/>
                    </a:moveTo>
                    <a:cubicBezTo>
                      <a:pt x="9649" y="169"/>
                      <a:pt x="251" y="9567"/>
                      <a:pt x="251" y="21160"/>
                    </a:cubicBezTo>
                    <a:cubicBezTo>
                      <a:pt x="251" y="32753"/>
                      <a:pt x="9649" y="42151"/>
                      <a:pt x="21242" y="42151"/>
                    </a:cubicBezTo>
                    <a:cubicBezTo>
                      <a:pt x="32835" y="42151"/>
                      <a:pt x="42233" y="32753"/>
                      <a:pt x="42233" y="21160"/>
                    </a:cubicBezTo>
                    <a:lnTo>
                      <a:pt x="42233" y="21160"/>
                    </a:lnTo>
                    <a:cubicBezTo>
                      <a:pt x="42233" y="9567"/>
                      <a:pt x="32835" y="169"/>
                      <a:pt x="21242" y="169"/>
                    </a:cubicBezTo>
                    <a:close/>
                  </a:path>
                </a:pathLst>
              </a:custGeom>
              <a:solidFill>
                <a:srgbClr val="000000"/>
              </a:solidFill>
              <a:ln w="4794" cap="sq">
                <a:noFill/>
                <a:prstDash val="solid"/>
                <a:round/>
              </a:ln>
            </p:spPr>
            <p:txBody>
              <a:bodyPr rtlCol="0" anchor="ctr"/>
              <a:lstStyle/>
              <a:p>
                <a:endParaRPr lang="en-US"/>
              </a:p>
            </p:txBody>
          </p:sp>
          <p:sp>
            <p:nvSpPr>
              <p:cNvPr id="2346" name="Freeform: Shape 2345">
                <a:extLst>
                  <a:ext uri="{FF2B5EF4-FFF2-40B4-BE49-F238E27FC236}">
                    <a16:creationId xmlns:a16="http://schemas.microsoft.com/office/drawing/2014/main" id="{0A95C433-C14C-CDA5-BAE4-F24D90169CC8}"/>
                  </a:ext>
                </a:extLst>
              </p:cNvPr>
              <p:cNvSpPr/>
              <p:nvPr/>
            </p:nvSpPr>
            <p:spPr>
              <a:xfrm>
                <a:off x="7609486" y="8042555"/>
                <a:ext cx="37180" cy="37180"/>
              </a:xfrm>
              <a:custGeom>
                <a:avLst/>
                <a:gdLst>
                  <a:gd name="connsiteX0" fmla="*/ 37426 w 37180"/>
                  <a:gd name="connsiteY0" fmla="*/ 18771 h 37180"/>
                  <a:gd name="connsiteX1" fmla="*/ 18836 w 37180"/>
                  <a:gd name="connsiteY1" fmla="*/ 37361 h 37180"/>
                  <a:gd name="connsiteX2" fmla="*/ 245 w 37180"/>
                  <a:gd name="connsiteY2" fmla="*/ 18771 h 37180"/>
                  <a:gd name="connsiteX3" fmla="*/ 18836 w 37180"/>
                  <a:gd name="connsiteY3" fmla="*/ 181 h 37180"/>
                  <a:gd name="connsiteX4" fmla="*/ 37426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1"/>
                    </a:moveTo>
                    <a:cubicBezTo>
                      <a:pt x="37426" y="29038"/>
                      <a:pt x="29103" y="37361"/>
                      <a:pt x="18836" y="37361"/>
                    </a:cubicBezTo>
                    <a:cubicBezTo>
                      <a:pt x="8569" y="37361"/>
                      <a:pt x="245" y="29038"/>
                      <a:pt x="245" y="18771"/>
                    </a:cubicBezTo>
                    <a:cubicBezTo>
                      <a:pt x="245" y="8504"/>
                      <a:pt x="8569" y="181"/>
                      <a:pt x="18836" y="181"/>
                    </a:cubicBezTo>
                    <a:cubicBezTo>
                      <a:pt x="29103" y="181"/>
                      <a:pt x="37426" y="8504"/>
                      <a:pt x="37426" y="18771"/>
                    </a:cubicBezTo>
                    <a:close/>
                  </a:path>
                </a:pathLst>
              </a:custGeom>
              <a:solidFill>
                <a:srgbClr val="F7E3E3"/>
              </a:solidFill>
              <a:ln w="5753" cap="sq">
                <a:noFill/>
                <a:prstDash val="solid"/>
                <a:miter/>
              </a:ln>
            </p:spPr>
            <p:txBody>
              <a:bodyPr rtlCol="0" anchor="ctr"/>
              <a:lstStyle/>
              <a:p>
                <a:endParaRPr lang="en-US"/>
              </a:p>
            </p:txBody>
          </p:sp>
          <p:sp>
            <p:nvSpPr>
              <p:cNvPr id="2347" name="Freeform: Shape 2346">
                <a:extLst>
                  <a:ext uri="{FF2B5EF4-FFF2-40B4-BE49-F238E27FC236}">
                    <a16:creationId xmlns:a16="http://schemas.microsoft.com/office/drawing/2014/main" id="{34EBDF3B-F000-9004-9BD8-449D134D66E3}"/>
                  </a:ext>
                </a:extLst>
              </p:cNvPr>
              <p:cNvSpPr/>
              <p:nvPr/>
            </p:nvSpPr>
            <p:spPr>
              <a:xfrm>
                <a:off x="7607086" y="8040155"/>
                <a:ext cx="41981" cy="41981"/>
              </a:xfrm>
              <a:custGeom>
                <a:avLst/>
                <a:gdLst>
                  <a:gd name="connsiteX0" fmla="*/ 21236 w 41981"/>
                  <a:gd name="connsiteY0" fmla="*/ 4981 h 41981"/>
                  <a:gd name="connsiteX1" fmla="*/ 37426 w 41981"/>
                  <a:gd name="connsiteY1" fmla="*/ 21171 h 41981"/>
                  <a:gd name="connsiteX2" fmla="*/ 37426 w 41981"/>
                  <a:gd name="connsiteY2" fmla="*/ 21171 h 41981"/>
                  <a:gd name="connsiteX3" fmla="*/ 21236 w 41981"/>
                  <a:gd name="connsiteY3" fmla="*/ 37361 h 41981"/>
                  <a:gd name="connsiteX4" fmla="*/ 5046 w 41981"/>
                  <a:gd name="connsiteY4" fmla="*/ 21171 h 41981"/>
                  <a:gd name="connsiteX5" fmla="*/ 21236 w 41981"/>
                  <a:gd name="connsiteY5" fmla="*/ 4981 h 41981"/>
                  <a:gd name="connsiteX6" fmla="*/ 21236 w 41981"/>
                  <a:gd name="connsiteY6" fmla="*/ 181 h 41981"/>
                  <a:gd name="connsiteX7" fmla="*/ 245 w 41981"/>
                  <a:gd name="connsiteY7" fmla="*/ 21171 h 41981"/>
                  <a:gd name="connsiteX8" fmla="*/ 21236 w 41981"/>
                  <a:gd name="connsiteY8" fmla="*/ 42162 h 41981"/>
                  <a:gd name="connsiteX9" fmla="*/ 42227 w 41981"/>
                  <a:gd name="connsiteY9" fmla="*/ 21171 h 41981"/>
                  <a:gd name="connsiteX10" fmla="*/ 42227 w 41981"/>
                  <a:gd name="connsiteY10" fmla="*/ 21171 h 41981"/>
                  <a:gd name="connsiteX11" fmla="*/ 21236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1"/>
                    </a:moveTo>
                    <a:cubicBezTo>
                      <a:pt x="30178" y="4981"/>
                      <a:pt x="37426" y="12229"/>
                      <a:pt x="37426" y="21171"/>
                    </a:cubicBezTo>
                    <a:lnTo>
                      <a:pt x="37426" y="21171"/>
                    </a:lnTo>
                    <a:cubicBezTo>
                      <a:pt x="37426" y="30113"/>
                      <a:pt x="30178" y="37361"/>
                      <a:pt x="21236" y="37361"/>
                    </a:cubicBezTo>
                    <a:cubicBezTo>
                      <a:pt x="12294" y="37361"/>
                      <a:pt x="5046" y="30113"/>
                      <a:pt x="5046" y="21171"/>
                    </a:cubicBezTo>
                    <a:cubicBezTo>
                      <a:pt x="5046" y="12229"/>
                      <a:pt x="12294" y="4981"/>
                      <a:pt x="21236" y="4981"/>
                    </a:cubicBezTo>
                    <a:close/>
                    <a:moveTo>
                      <a:pt x="21236" y="181"/>
                    </a:moveTo>
                    <a:cubicBezTo>
                      <a:pt x="9643" y="181"/>
                      <a:pt x="245" y="9579"/>
                      <a:pt x="245" y="21171"/>
                    </a:cubicBezTo>
                    <a:cubicBezTo>
                      <a:pt x="245" y="32764"/>
                      <a:pt x="9643" y="42162"/>
                      <a:pt x="21236" y="42162"/>
                    </a:cubicBezTo>
                    <a:cubicBezTo>
                      <a:pt x="32829" y="42162"/>
                      <a:pt x="42227" y="32764"/>
                      <a:pt x="42227" y="21171"/>
                    </a:cubicBezTo>
                    <a:lnTo>
                      <a:pt x="42227" y="21171"/>
                    </a:lnTo>
                    <a:cubicBezTo>
                      <a:pt x="42227" y="9579"/>
                      <a:pt x="32829" y="181"/>
                      <a:pt x="21236" y="181"/>
                    </a:cubicBezTo>
                    <a:close/>
                  </a:path>
                </a:pathLst>
              </a:custGeom>
              <a:solidFill>
                <a:srgbClr val="000000"/>
              </a:solidFill>
              <a:ln w="4794" cap="sq">
                <a:noFill/>
                <a:prstDash val="solid"/>
                <a:round/>
              </a:ln>
            </p:spPr>
            <p:txBody>
              <a:bodyPr rtlCol="0" anchor="ctr"/>
              <a:lstStyle/>
              <a:p>
                <a:endParaRPr lang="en-US"/>
              </a:p>
            </p:txBody>
          </p:sp>
          <p:sp>
            <p:nvSpPr>
              <p:cNvPr id="2348" name="Freeform: Shape 2347">
                <a:extLst>
                  <a:ext uri="{FF2B5EF4-FFF2-40B4-BE49-F238E27FC236}">
                    <a16:creationId xmlns:a16="http://schemas.microsoft.com/office/drawing/2014/main" id="{3549FCAF-ACBB-030B-5627-C7291E8B5131}"/>
                  </a:ext>
                </a:extLst>
              </p:cNvPr>
              <p:cNvSpPr/>
              <p:nvPr/>
            </p:nvSpPr>
            <p:spPr>
              <a:xfrm>
                <a:off x="7741108" y="7792831"/>
                <a:ext cx="37180" cy="37180"/>
              </a:xfrm>
              <a:custGeom>
                <a:avLst/>
                <a:gdLst>
                  <a:gd name="connsiteX0" fmla="*/ 37449 w 37180"/>
                  <a:gd name="connsiteY0" fmla="*/ 18728 h 37180"/>
                  <a:gd name="connsiteX1" fmla="*/ 18859 w 37180"/>
                  <a:gd name="connsiteY1" fmla="*/ 37318 h 37180"/>
                  <a:gd name="connsiteX2" fmla="*/ 268 w 37180"/>
                  <a:gd name="connsiteY2" fmla="*/ 18728 h 37180"/>
                  <a:gd name="connsiteX3" fmla="*/ 18859 w 37180"/>
                  <a:gd name="connsiteY3" fmla="*/ 137 h 37180"/>
                  <a:gd name="connsiteX4" fmla="*/ 37449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28"/>
                    </a:moveTo>
                    <a:cubicBezTo>
                      <a:pt x="37449" y="28995"/>
                      <a:pt x="29126" y="37318"/>
                      <a:pt x="18859" y="37318"/>
                    </a:cubicBezTo>
                    <a:cubicBezTo>
                      <a:pt x="8591" y="37318"/>
                      <a:pt x="268" y="28995"/>
                      <a:pt x="268" y="18728"/>
                    </a:cubicBezTo>
                    <a:cubicBezTo>
                      <a:pt x="268" y="8460"/>
                      <a:pt x="8591" y="137"/>
                      <a:pt x="18859" y="137"/>
                    </a:cubicBezTo>
                    <a:cubicBezTo>
                      <a:pt x="29126" y="137"/>
                      <a:pt x="37449" y="8460"/>
                      <a:pt x="37449" y="18728"/>
                    </a:cubicBezTo>
                    <a:close/>
                  </a:path>
                </a:pathLst>
              </a:custGeom>
              <a:solidFill>
                <a:srgbClr val="F7F6F6"/>
              </a:solidFill>
              <a:ln w="5753" cap="sq">
                <a:noFill/>
                <a:prstDash val="solid"/>
                <a:miter/>
              </a:ln>
            </p:spPr>
            <p:txBody>
              <a:bodyPr rtlCol="0" anchor="ctr"/>
              <a:lstStyle/>
              <a:p>
                <a:endParaRPr lang="en-US"/>
              </a:p>
            </p:txBody>
          </p:sp>
          <p:sp>
            <p:nvSpPr>
              <p:cNvPr id="2349" name="Freeform: Shape 2348">
                <a:extLst>
                  <a:ext uri="{FF2B5EF4-FFF2-40B4-BE49-F238E27FC236}">
                    <a16:creationId xmlns:a16="http://schemas.microsoft.com/office/drawing/2014/main" id="{F7350056-3B0D-568A-727D-AC4D166C259B}"/>
                  </a:ext>
                </a:extLst>
              </p:cNvPr>
              <p:cNvSpPr/>
              <p:nvPr/>
            </p:nvSpPr>
            <p:spPr>
              <a:xfrm>
                <a:off x="7738708" y="7790430"/>
                <a:ext cx="41981" cy="41981"/>
              </a:xfrm>
              <a:custGeom>
                <a:avLst/>
                <a:gdLst>
                  <a:gd name="connsiteX0" fmla="*/ 21259 w 41981"/>
                  <a:gd name="connsiteY0" fmla="*/ 4938 h 41981"/>
                  <a:gd name="connsiteX1" fmla="*/ 37449 w 41981"/>
                  <a:gd name="connsiteY1" fmla="*/ 21128 h 41981"/>
                  <a:gd name="connsiteX2" fmla="*/ 37449 w 41981"/>
                  <a:gd name="connsiteY2" fmla="*/ 21128 h 41981"/>
                  <a:gd name="connsiteX3" fmla="*/ 21259 w 41981"/>
                  <a:gd name="connsiteY3" fmla="*/ 37318 h 41981"/>
                  <a:gd name="connsiteX4" fmla="*/ 5069 w 41981"/>
                  <a:gd name="connsiteY4" fmla="*/ 21128 h 41981"/>
                  <a:gd name="connsiteX5" fmla="*/ 21259 w 41981"/>
                  <a:gd name="connsiteY5" fmla="*/ 4938 h 41981"/>
                  <a:gd name="connsiteX6" fmla="*/ 21259 w 41981"/>
                  <a:gd name="connsiteY6" fmla="*/ 137 h 41981"/>
                  <a:gd name="connsiteX7" fmla="*/ 268 w 41981"/>
                  <a:gd name="connsiteY7" fmla="*/ 21128 h 41981"/>
                  <a:gd name="connsiteX8" fmla="*/ 21259 w 41981"/>
                  <a:gd name="connsiteY8" fmla="*/ 42118 h 41981"/>
                  <a:gd name="connsiteX9" fmla="*/ 42249 w 41981"/>
                  <a:gd name="connsiteY9" fmla="*/ 21128 h 41981"/>
                  <a:gd name="connsiteX10" fmla="*/ 42249 w 41981"/>
                  <a:gd name="connsiteY10" fmla="*/ 21128 h 41981"/>
                  <a:gd name="connsiteX11" fmla="*/ 21259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38"/>
                    </a:moveTo>
                    <a:cubicBezTo>
                      <a:pt x="30201" y="4938"/>
                      <a:pt x="37449" y="12186"/>
                      <a:pt x="37449" y="21128"/>
                    </a:cubicBezTo>
                    <a:lnTo>
                      <a:pt x="37449" y="21128"/>
                    </a:lnTo>
                    <a:cubicBezTo>
                      <a:pt x="37449" y="30070"/>
                      <a:pt x="30201" y="37318"/>
                      <a:pt x="21259" y="37318"/>
                    </a:cubicBezTo>
                    <a:cubicBezTo>
                      <a:pt x="12317" y="37318"/>
                      <a:pt x="5069" y="30070"/>
                      <a:pt x="5069" y="21128"/>
                    </a:cubicBezTo>
                    <a:cubicBezTo>
                      <a:pt x="5069" y="12186"/>
                      <a:pt x="12317" y="4938"/>
                      <a:pt x="21259" y="4938"/>
                    </a:cubicBezTo>
                    <a:close/>
                    <a:moveTo>
                      <a:pt x="21259" y="137"/>
                    </a:moveTo>
                    <a:cubicBezTo>
                      <a:pt x="9666" y="137"/>
                      <a:pt x="268" y="9535"/>
                      <a:pt x="268" y="21128"/>
                    </a:cubicBezTo>
                    <a:cubicBezTo>
                      <a:pt x="268" y="32720"/>
                      <a:pt x="9666" y="42118"/>
                      <a:pt x="21259" y="42118"/>
                    </a:cubicBezTo>
                    <a:cubicBezTo>
                      <a:pt x="32851" y="42118"/>
                      <a:pt x="42249" y="32720"/>
                      <a:pt x="42249" y="21128"/>
                    </a:cubicBezTo>
                    <a:lnTo>
                      <a:pt x="42249" y="21128"/>
                    </a:lnTo>
                    <a:cubicBezTo>
                      <a:pt x="42249" y="9535"/>
                      <a:pt x="32851" y="137"/>
                      <a:pt x="21259" y="137"/>
                    </a:cubicBezTo>
                    <a:close/>
                  </a:path>
                </a:pathLst>
              </a:custGeom>
              <a:solidFill>
                <a:srgbClr val="000000"/>
              </a:solidFill>
              <a:ln w="4794" cap="sq">
                <a:noFill/>
                <a:prstDash val="solid"/>
                <a:round/>
              </a:ln>
            </p:spPr>
            <p:txBody>
              <a:bodyPr rtlCol="0" anchor="ctr"/>
              <a:lstStyle/>
              <a:p>
                <a:endParaRPr lang="en-US"/>
              </a:p>
            </p:txBody>
          </p:sp>
          <p:sp>
            <p:nvSpPr>
              <p:cNvPr id="2350" name="Freeform: Shape 2349">
                <a:extLst>
                  <a:ext uri="{FF2B5EF4-FFF2-40B4-BE49-F238E27FC236}">
                    <a16:creationId xmlns:a16="http://schemas.microsoft.com/office/drawing/2014/main" id="{44EDE436-792B-F42A-1EEB-FAA2696D407E}"/>
                  </a:ext>
                </a:extLst>
              </p:cNvPr>
              <p:cNvSpPr/>
              <p:nvPr/>
            </p:nvSpPr>
            <p:spPr>
              <a:xfrm>
                <a:off x="7588837" y="7999177"/>
                <a:ext cx="37180" cy="37180"/>
              </a:xfrm>
              <a:custGeom>
                <a:avLst/>
                <a:gdLst>
                  <a:gd name="connsiteX0" fmla="*/ 37423 w 37180"/>
                  <a:gd name="connsiteY0" fmla="*/ 18763 h 37180"/>
                  <a:gd name="connsiteX1" fmla="*/ 18832 w 37180"/>
                  <a:gd name="connsiteY1" fmla="*/ 37354 h 37180"/>
                  <a:gd name="connsiteX2" fmla="*/ 242 w 37180"/>
                  <a:gd name="connsiteY2" fmla="*/ 18763 h 37180"/>
                  <a:gd name="connsiteX3" fmla="*/ 18832 w 37180"/>
                  <a:gd name="connsiteY3" fmla="*/ 173 h 37180"/>
                  <a:gd name="connsiteX4" fmla="*/ 37423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63"/>
                    </a:moveTo>
                    <a:cubicBezTo>
                      <a:pt x="37423" y="29031"/>
                      <a:pt x="29099" y="37354"/>
                      <a:pt x="18832" y="37354"/>
                    </a:cubicBezTo>
                    <a:cubicBezTo>
                      <a:pt x="8565" y="37354"/>
                      <a:pt x="242" y="29031"/>
                      <a:pt x="242" y="18763"/>
                    </a:cubicBezTo>
                    <a:cubicBezTo>
                      <a:pt x="242" y="8496"/>
                      <a:pt x="8565" y="173"/>
                      <a:pt x="18832" y="173"/>
                    </a:cubicBezTo>
                    <a:cubicBezTo>
                      <a:pt x="29099" y="173"/>
                      <a:pt x="37423" y="8496"/>
                      <a:pt x="37423" y="18763"/>
                    </a:cubicBezTo>
                    <a:close/>
                  </a:path>
                </a:pathLst>
              </a:custGeom>
              <a:solidFill>
                <a:srgbClr val="F7D1D1"/>
              </a:solidFill>
              <a:ln w="5753" cap="sq">
                <a:noFill/>
                <a:prstDash val="solid"/>
                <a:miter/>
              </a:ln>
            </p:spPr>
            <p:txBody>
              <a:bodyPr rtlCol="0" anchor="ctr"/>
              <a:lstStyle/>
              <a:p>
                <a:endParaRPr lang="en-US"/>
              </a:p>
            </p:txBody>
          </p:sp>
          <p:sp>
            <p:nvSpPr>
              <p:cNvPr id="2351" name="Freeform: Shape 2350">
                <a:extLst>
                  <a:ext uri="{FF2B5EF4-FFF2-40B4-BE49-F238E27FC236}">
                    <a16:creationId xmlns:a16="http://schemas.microsoft.com/office/drawing/2014/main" id="{9D3B2B88-805F-3E13-D2DB-BFB716324854}"/>
                  </a:ext>
                </a:extLst>
              </p:cNvPr>
              <p:cNvSpPr/>
              <p:nvPr/>
            </p:nvSpPr>
            <p:spPr>
              <a:xfrm>
                <a:off x="7586437" y="7996777"/>
                <a:ext cx="41981" cy="41981"/>
              </a:xfrm>
              <a:custGeom>
                <a:avLst/>
                <a:gdLst>
                  <a:gd name="connsiteX0" fmla="*/ 21232 w 41981"/>
                  <a:gd name="connsiteY0" fmla="*/ 4973 h 41981"/>
                  <a:gd name="connsiteX1" fmla="*/ 37423 w 41981"/>
                  <a:gd name="connsiteY1" fmla="*/ 21164 h 41981"/>
                  <a:gd name="connsiteX2" fmla="*/ 37423 w 41981"/>
                  <a:gd name="connsiteY2" fmla="*/ 21164 h 41981"/>
                  <a:gd name="connsiteX3" fmla="*/ 21232 w 41981"/>
                  <a:gd name="connsiteY3" fmla="*/ 37354 h 41981"/>
                  <a:gd name="connsiteX4" fmla="*/ 5042 w 41981"/>
                  <a:gd name="connsiteY4" fmla="*/ 21164 h 41981"/>
                  <a:gd name="connsiteX5" fmla="*/ 21232 w 41981"/>
                  <a:gd name="connsiteY5" fmla="*/ 4973 h 41981"/>
                  <a:gd name="connsiteX6" fmla="*/ 21232 w 41981"/>
                  <a:gd name="connsiteY6" fmla="*/ 173 h 41981"/>
                  <a:gd name="connsiteX7" fmla="*/ 242 w 41981"/>
                  <a:gd name="connsiteY7" fmla="*/ 21164 h 41981"/>
                  <a:gd name="connsiteX8" fmla="*/ 21232 w 41981"/>
                  <a:gd name="connsiteY8" fmla="*/ 42154 h 41981"/>
                  <a:gd name="connsiteX9" fmla="*/ 42223 w 41981"/>
                  <a:gd name="connsiteY9" fmla="*/ 21164 h 41981"/>
                  <a:gd name="connsiteX10" fmla="*/ 42223 w 41981"/>
                  <a:gd name="connsiteY10" fmla="*/ 21164 h 41981"/>
                  <a:gd name="connsiteX11" fmla="*/ 21232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73"/>
                    </a:moveTo>
                    <a:cubicBezTo>
                      <a:pt x="30174" y="4973"/>
                      <a:pt x="37423" y="12222"/>
                      <a:pt x="37423" y="21164"/>
                    </a:cubicBezTo>
                    <a:lnTo>
                      <a:pt x="37423" y="21164"/>
                    </a:lnTo>
                    <a:cubicBezTo>
                      <a:pt x="37423" y="30105"/>
                      <a:pt x="30174" y="37354"/>
                      <a:pt x="21232" y="37354"/>
                    </a:cubicBezTo>
                    <a:cubicBezTo>
                      <a:pt x="12291" y="37354"/>
                      <a:pt x="5042" y="30105"/>
                      <a:pt x="5042" y="21164"/>
                    </a:cubicBezTo>
                    <a:cubicBezTo>
                      <a:pt x="5042" y="12222"/>
                      <a:pt x="12291" y="4973"/>
                      <a:pt x="21232" y="4973"/>
                    </a:cubicBezTo>
                    <a:close/>
                    <a:moveTo>
                      <a:pt x="21232" y="173"/>
                    </a:moveTo>
                    <a:cubicBezTo>
                      <a:pt x="9640" y="173"/>
                      <a:pt x="242" y="9571"/>
                      <a:pt x="242" y="21164"/>
                    </a:cubicBezTo>
                    <a:cubicBezTo>
                      <a:pt x="242" y="32756"/>
                      <a:pt x="9640" y="42154"/>
                      <a:pt x="21232" y="42154"/>
                    </a:cubicBezTo>
                    <a:cubicBezTo>
                      <a:pt x="32825" y="42154"/>
                      <a:pt x="42223" y="32756"/>
                      <a:pt x="42223" y="21164"/>
                    </a:cubicBezTo>
                    <a:lnTo>
                      <a:pt x="42223" y="21164"/>
                    </a:lnTo>
                    <a:cubicBezTo>
                      <a:pt x="42223" y="9571"/>
                      <a:pt x="32825" y="173"/>
                      <a:pt x="21232" y="173"/>
                    </a:cubicBezTo>
                    <a:close/>
                  </a:path>
                </a:pathLst>
              </a:custGeom>
              <a:solidFill>
                <a:srgbClr val="000000"/>
              </a:solidFill>
              <a:ln w="4794" cap="sq">
                <a:noFill/>
                <a:prstDash val="solid"/>
                <a:round/>
              </a:ln>
            </p:spPr>
            <p:txBody>
              <a:bodyPr rtlCol="0" anchor="ctr"/>
              <a:lstStyle/>
              <a:p>
                <a:endParaRPr lang="en-US"/>
              </a:p>
            </p:txBody>
          </p:sp>
          <p:sp>
            <p:nvSpPr>
              <p:cNvPr id="2352" name="Freeform: Shape 2351">
                <a:extLst>
                  <a:ext uri="{FF2B5EF4-FFF2-40B4-BE49-F238E27FC236}">
                    <a16:creationId xmlns:a16="http://schemas.microsoft.com/office/drawing/2014/main" id="{06803EF7-1027-A66C-65B3-AD91DC9A9D8B}"/>
                  </a:ext>
                </a:extLst>
              </p:cNvPr>
              <p:cNvSpPr/>
              <p:nvPr/>
            </p:nvSpPr>
            <p:spPr>
              <a:xfrm>
                <a:off x="7591100" y="7917932"/>
                <a:ext cx="37180" cy="37180"/>
              </a:xfrm>
              <a:custGeom>
                <a:avLst/>
                <a:gdLst>
                  <a:gd name="connsiteX0" fmla="*/ 37423 w 37180"/>
                  <a:gd name="connsiteY0" fmla="*/ 18749 h 37180"/>
                  <a:gd name="connsiteX1" fmla="*/ 18833 w 37180"/>
                  <a:gd name="connsiteY1" fmla="*/ 37340 h 37180"/>
                  <a:gd name="connsiteX2" fmla="*/ 242 w 37180"/>
                  <a:gd name="connsiteY2" fmla="*/ 18749 h 37180"/>
                  <a:gd name="connsiteX3" fmla="*/ 18833 w 37180"/>
                  <a:gd name="connsiteY3" fmla="*/ 159 h 37180"/>
                  <a:gd name="connsiteX4" fmla="*/ 37423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49"/>
                    </a:moveTo>
                    <a:cubicBezTo>
                      <a:pt x="37423" y="29016"/>
                      <a:pt x="29100" y="37340"/>
                      <a:pt x="18833" y="37340"/>
                    </a:cubicBezTo>
                    <a:cubicBezTo>
                      <a:pt x="8565" y="37340"/>
                      <a:pt x="242" y="29016"/>
                      <a:pt x="242" y="18749"/>
                    </a:cubicBezTo>
                    <a:cubicBezTo>
                      <a:pt x="242" y="8482"/>
                      <a:pt x="8565" y="159"/>
                      <a:pt x="18833" y="159"/>
                    </a:cubicBezTo>
                    <a:cubicBezTo>
                      <a:pt x="29100" y="159"/>
                      <a:pt x="37423" y="8482"/>
                      <a:pt x="37423" y="18749"/>
                    </a:cubicBezTo>
                    <a:close/>
                  </a:path>
                </a:pathLst>
              </a:custGeom>
              <a:solidFill>
                <a:srgbClr val="F7A553"/>
              </a:solidFill>
              <a:ln w="5753" cap="sq">
                <a:noFill/>
                <a:prstDash val="solid"/>
                <a:miter/>
              </a:ln>
            </p:spPr>
            <p:txBody>
              <a:bodyPr rtlCol="0" anchor="ctr"/>
              <a:lstStyle/>
              <a:p>
                <a:endParaRPr lang="en-US"/>
              </a:p>
            </p:txBody>
          </p:sp>
          <p:sp>
            <p:nvSpPr>
              <p:cNvPr id="2353" name="Freeform: Shape 2352">
                <a:extLst>
                  <a:ext uri="{FF2B5EF4-FFF2-40B4-BE49-F238E27FC236}">
                    <a16:creationId xmlns:a16="http://schemas.microsoft.com/office/drawing/2014/main" id="{EADC4FE9-3F0D-2895-12B9-8E7B5BEE84C2}"/>
                  </a:ext>
                </a:extLst>
              </p:cNvPr>
              <p:cNvSpPr/>
              <p:nvPr/>
            </p:nvSpPr>
            <p:spPr>
              <a:xfrm>
                <a:off x="7588700" y="7915532"/>
                <a:ext cx="41981" cy="41981"/>
              </a:xfrm>
              <a:custGeom>
                <a:avLst/>
                <a:gdLst>
                  <a:gd name="connsiteX0" fmla="*/ 21233 w 41981"/>
                  <a:gd name="connsiteY0" fmla="*/ 4959 h 41981"/>
                  <a:gd name="connsiteX1" fmla="*/ 37423 w 41981"/>
                  <a:gd name="connsiteY1" fmla="*/ 21149 h 41981"/>
                  <a:gd name="connsiteX2" fmla="*/ 37423 w 41981"/>
                  <a:gd name="connsiteY2" fmla="*/ 21149 h 41981"/>
                  <a:gd name="connsiteX3" fmla="*/ 21233 w 41981"/>
                  <a:gd name="connsiteY3" fmla="*/ 37340 h 41981"/>
                  <a:gd name="connsiteX4" fmla="*/ 5043 w 41981"/>
                  <a:gd name="connsiteY4" fmla="*/ 21149 h 41981"/>
                  <a:gd name="connsiteX5" fmla="*/ 21233 w 41981"/>
                  <a:gd name="connsiteY5" fmla="*/ 4959 h 41981"/>
                  <a:gd name="connsiteX6" fmla="*/ 21233 w 41981"/>
                  <a:gd name="connsiteY6" fmla="*/ 159 h 41981"/>
                  <a:gd name="connsiteX7" fmla="*/ 242 w 41981"/>
                  <a:gd name="connsiteY7" fmla="*/ 21149 h 41981"/>
                  <a:gd name="connsiteX8" fmla="*/ 21233 w 41981"/>
                  <a:gd name="connsiteY8" fmla="*/ 42140 h 41981"/>
                  <a:gd name="connsiteX9" fmla="*/ 42223 w 41981"/>
                  <a:gd name="connsiteY9" fmla="*/ 21149 h 41981"/>
                  <a:gd name="connsiteX10" fmla="*/ 42223 w 41981"/>
                  <a:gd name="connsiteY10" fmla="*/ 21149 h 41981"/>
                  <a:gd name="connsiteX11" fmla="*/ 2123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59"/>
                    </a:moveTo>
                    <a:cubicBezTo>
                      <a:pt x="30175" y="4959"/>
                      <a:pt x="37423" y="12208"/>
                      <a:pt x="37423" y="21149"/>
                    </a:cubicBezTo>
                    <a:lnTo>
                      <a:pt x="37423" y="21149"/>
                    </a:lnTo>
                    <a:cubicBezTo>
                      <a:pt x="37423" y="30091"/>
                      <a:pt x="30175" y="37340"/>
                      <a:pt x="21233" y="37340"/>
                    </a:cubicBezTo>
                    <a:cubicBezTo>
                      <a:pt x="12291" y="37340"/>
                      <a:pt x="5043" y="30091"/>
                      <a:pt x="5043" y="21149"/>
                    </a:cubicBezTo>
                    <a:cubicBezTo>
                      <a:pt x="5043" y="12208"/>
                      <a:pt x="12291" y="4959"/>
                      <a:pt x="21233" y="4959"/>
                    </a:cubicBezTo>
                    <a:close/>
                    <a:moveTo>
                      <a:pt x="21233" y="159"/>
                    </a:moveTo>
                    <a:cubicBezTo>
                      <a:pt x="9640" y="159"/>
                      <a:pt x="242" y="9557"/>
                      <a:pt x="242" y="21149"/>
                    </a:cubicBezTo>
                    <a:cubicBezTo>
                      <a:pt x="242" y="32742"/>
                      <a:pt x="9640" y="42140"/>
                      <a:pt x="21233" y="42140"/>
                    </a:cubicBezTo>
                    <a:cubicBezTo>
                      <a:pt x="32825" y="42140"/>
                      <a:pt x="42223" y="32742"/>
                      <a:pt x="42223" y="21149"/>
                    </a:cubicBezTo>
                    <a:lnTo>
                      <a:pt x="42223" y="21149"/>
                    </a:lnTo>
                    <a:cubicBezTo>
                      <a:pt x="42223" y="9557"/>
                      <a:pt x="32825" y="159"/>
                      <a:pt x="21233" y="159"/>
                    </a:cubicBezTo>
                    <a:close/>
                  </a:path>
                </a:pathLst>
              </a:custGeom>
              <a:solidFill>
                <a:srgbClr val="000000"/>
              </a:solidFill>
              <a:ln w="4794" cap="sq">
                <a:noFill/>
                <a:prstDash val="solid"/>
                <a:round/>
              </a:ln>
            </p:spPr>
            <p:txBody>
              <a:bodyPr rtlCol="0" anchor="ctr"/>
              <a:lstStyle/>
              <a:p>
                <a:endParaRPr lang="en-US"/>
              </a:p>
            </p:txBody>
          </p:sp>
          <p:sp>
            <p:nvSpPr>
              <p:cNvPr id="2354" name="Freeform: Shape 2353">
                <a:extLst>
                  <a:ext uri="{FF2B5EF4-FFF2-40B4-BE49-F238E27FC236}">
                    <a16:creationId xmlns:a16="http://schemas.microsoft.com/office/drawing/2014/main" id="{A495DA7C-00F0-73E9-DC3F-7EE18098F036}"/>
                  </a:ext>
                </a:extLst>
              </p:cNvPr>
              <p:cNvSpPr/>
              <p:nvPr/>
            </p:nvSpPr>
            <p:spPr>
              <a:xfrm>
                <a:off x="7684257" y="7782128"/>
                <a:ext cx="37180" cy="37180"/>
              </a:xfrm>
              <a:custGeom>
                <a:avLst/>
                <a:gdLst>
                  <a:gd name="connsiteX0" fmla="*/ 37439 w 37180"/>
                  <a:gd name="connsiteY0" fmla="*/ 18726 h 37180"/>
                  <a:gd name="connsiteX1" fmla="*/ 18849 w 37180"/>
                  <a:gd name="connsiteY1" fmla="*/ 37316 h 37180"/>
                  <a:gd name="connsiteX2" fmla="*/ 258 w 37180"/>
                  <a:gd name="connsiteY2" fmla="*/ 18726 h 37180"/>
                  <a:gd name="connsiteX3" fmla="*/ 18849 w 37180"/>
                  <a:gd name="connsiteY3" fmla="*/ 135 h 37180"/>
                  <a:gd name="connsiteX4" fmla="*/ 37439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26"/>
                    </a:moveTo>
                    <a:cubicBezTo>
                      <a:pt x="37439" y="28993"/>
                      <a:pt x="29116" y="37316"/>
                      <a:pt x="18849" y="37316"/>
                    </a:cubicBezTo>
                    <a:cubicBezTo>
                      <a:pt x="8582" y="37316"/>
                      <a:pt x="258" y="28993"/>
                      <a:pt x="258" y="18726"/>
                    </a:cubicBezTo>
                    <a:cubicBezTo>
                      <a:pt x="258" y="8459"/>
                      <a:pt x="8582" y="135"/>
                      <a:pt x="18849" y="135"/>
                    </a:cubicBezTo>
                    <a:cubicBezTo>
                      <a:pt x="29116" y="135"/>
                      <a:pt x="37439" y="8459"/>
                      <a:pt x="37439" y="18726"/>
                    </a:cubicBezTo>
                    <a:close/>
                  </a:path>
                </a:pathLst>
              </a:custGeom>
              <a:solidFill>
                <a:srgbClr val="F7C5C5"/>
              </a:solidFill>
              <a:ln w="5753" cap="sq">
                <a:noFill/>
                <a:prstDash val="solid"/>
                <a:miter/>
              </a:ln>
            </p:spPr>
            <p:txBody>
              <a:bodyPr rtlCol="0" anchor="ctr"/>
              <a:lstStyle/>
              <a:p>
                <a:endParaRPr lang="en-US"/>
              </a:p>
            </p:txBody>
          </p:sp>
          <p:sp>
            <p:nvSpPr>
              <p:cNvPr id="2355" name="Freeform: Shape 2354">
                <a:extLst>
                  <a:ext uri="{FF2B5EF4-FFF2-40B4-BE49-F238E27FC236}">
                    <a16:creationId xmlns:a16="http://schemas.microsoft.com/office/drawing/2014/main" id="{CFB56136-961C-DEA0-DE97-48FACFF00641}"/>
                  </a:ext>
                </a:extLst>
              </p:cNvPr>
              <p:cNvSpPr/>
              <p:nvPr/>
            </p:nvSpPr>
            <p:spPr>
              <a:xfrm>
                <a:off x="7681857" y="7779728"/>
                <a:ext cx="41981" cy="41981"/>
              </a:xfrm>
              <a:custGeom>
                <a:avLst/>
                <a:gdLst>
                  <a:gd name="connsiteX0" fmla="*/ 21249 w 41981"/>
                  <a:gd name="connsiteY0" fmla="*/ 4936 h 41981"/>
                  <a:gd name="connsiteX1" fmla="*/ 37439 w 41981"/>
                  <a:gd name="connsiteY1" fmla="*/ 21126 h 41981"/>
                  <a:gd name="connsiteX2" fmla="*/ 37439 w 41981"/>
                  <a:gd name="connsiteY2" fmla="*/ 21126 h 41981"/>
                  <a:gd name="connsiteX3" fmla="*/ 21249 w 41981"/>
                  <a:gd name="connsiteY3" fmla="*/ 37316 h 41981"/>
                  <a:gd name="connsiteX4" fmla="*/ 5059 w 41981"/>
                  <a:gd name="connsiteY4" fmla="*/ 21126 h 41981"/>
                  <a:gd name="connsiteX5" fmla="*/ 21249 w 41981"/>
                  <a:gd name="connsiteY5" fmla="*/ 4936 h 41981"/>
                  <a:gd name="connsiteX6" fmla="*/ 21249 w 41981"/>
                  <a:gd name="connsiteY6" fmla="*/ 135 h 41981"/>
                  <a:gd name="connsiteX7" fmla="*/ 258 w 41981"/>
                  <a:gd name="connsiteY7" fmla="*/ 21126 h 41981"/>
                  <a:gd name="connsiteX8" fmla="*/ 21249 w 41981"/>
                  <a:gd name="connsiteY8" fmla="*/ 42116 h 41981"/>
                  <a:gd name="connsiteX9" fmla="*/ 42240 w 41981"/>
                  <a:gd name="connsiteY9" fmla="*/ 21126 h 41981"/>
                  <a:gd name="connsiteX10" fmla="*/ 42240 w 41981"/>
                  <a:gd name="connsiteY10" fmla="*/ 21126 h 41981"/>
                  <a:gd name="connsiteX11" fmla="*/ 21249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36"/>
                    </a:moveTo>
                    <a:cubicBezTo>
                      <a:pt x="30191" y="4936"/>
                      <a:pt x="37439" y="12184"/>
                      <a:pt x="37439" y="21126"/>
                    </a:cubicBezTo>
                    <a:lnTo>
                      <a:pt x="37439" y="21126"/>
                    </a:lnTo>
                    <a:cubicBezTo>
                      <a:pt x="37439" y="30068"/>
                      <a:pt x="30191" y="37316"/>
                      <a:pt x="21249" y="37316"/>
                    </a:cubicBezTo>
                    <a:cubicBezTo>
                      <a:pt x="12307" y="37316"/>
                      <a:pt x="5059" y="30068"/>
                      <a:pt x="5059" y="21126"/>
                    </a:cubicBezTo>
                    <a:cubicBezTo>
                      <a:pt x="5059" y="12184"/>
                      <a:pt x="12307" y="4936"/>
                      <a:pt x="21249" y="4936"/>
                    </a:cubicBezTo>
                    <a:close/>
                    <a:moveTo>
                      <a:pt x="21249" y="135"/>
                    </a:moveTo>
                    <a:cubicBezTo>
                      <a:pt x="9656" y="135"/>
                      <a:pt x="258" y="9533"/>
                      <a:pt x="258" y="21126"/>
                    </a:cubicBezTo>
                    <a:cubicBezTo>
                      <a:pt x="258" y="32718"/>
                      <a:pt x="9656" y="42116"/>
                      <a:pt x="21249" y="42116"/>
                    </a:cubicBezTo>
                    <a:cubicBezTo>
                      <a:pt x="32842" y="42116"/>
                      <a:pt x="42240" y="32718"/>
                      <a:pt x="42240" y="21126"/>
                    </a:cubicBezTo>
                    <a:lnTo>
                      <a:pt x="42240" y="21126"/>
                    </a:lnTo>
                    <a:cubicBezTo>
                      <a:pt x="42240" y="9533"/>
                      <a:pt x="32842" y="135"/>
                      <a:pt x="21249" y="135"/>
                    </a:cubicBezTo>
                    <a:close/>
                  </a:path>
                </a:pathLst>
              </a:custGeom>
              <a:solidFill>
                <a:srgbClr val="000000"/>
              </a:solidFill>
              <a:ln w="4794" cap="sq">
                <a:noFill/>
                <a:prstDash val="solid"/>
                <a:round/>
              </a:ln>
            </p:spPr>
            <p:txBody>
              <a:bodyPr rtlCol="0" anchor="ctr"/>
              <a:lstStyle/>
              <a:p>
                <a:endParaRPr lang="en-US"/>
              </a:p>
            </p:txBody>
          </p:sp>
          <p:sp>
            <p:nvSpPr>
              <p:cNvPr id="2356" name="Freeform: Shape 2355">
                <a:extLst>
                  <a:ext uri="{FF2B5EF4-FFF2-40B4-BE49-F238E27FC236}">
                    <a16:creationId xmlns:a16="http://schemas.microsoft.com/office/drawing/2014/main" id="{DED79EFA-A9A3-0A01-5ED0-81A787D435A6}"/>
                  </a:ext>
                </a:extLst>
              </p:cNvPr>
              <p:cNvSpPr/>
              <p:nvPr/>
            </p:nvSpPr>
            <p:spPr>
              <a:xfrm>
                <a:off x="7589966" y="8029163"/>
                <a:ext cx="37180" cy="37180"/>
              </a:xfrm>
              <a:custGeom>
                <a:avLst/>
                <a:gdLst>
                  <a:gd name="connsiteX0" fmla="*/ 37423 w 37180"/>
                  <a:gd name="connsiteY0" fmla="*/ 18769 h 37180"/>
                  <a:gd name="connsiteX1" fmla="*/ 18832 w 37180"/>
                  <a:gd name="connsiteY1" fmla="*/ 37359 h 37180"/>
                  <a:gd name="connsiteX2" fmla="*/ 242 w 37180"/>
                  <a:gd name="connsiteY2" fmla="*/ 18769 h 37180"/>
                  <a:gd name="connsiteX3" fmla="*/ 18832 w 37180"/>
                  <a:gd name="connsiteY3" fmla="*/ 178 h 37180"/>
                  <a:gd name="connsiteX4" fmla="*/ 37423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69"/>
                    </a:moveTo>
                    <a:cubicBezTo>
                      <a:pt x="37423" y="29036"/>
                      <a:pt x="29100" y="37359"/>
                      <a:pt x="18832" y="37359"/>
                    </a:cubicBezTo>
                    <a:cubicBezTo>
                      <a:pt x="8565" y="37359"/>
                      <a:pt x="242" y="29036"/>
                      <a:pt x="242" y="18769"/>
                    </a:cubicBezTo>
                    <a:cubicBezTo>
                      <a:pt x="242" y="8501"/>
                      <a:pt x="8565" y="178"/>
                      <a:pt x="18832" y="178"/>
                    </a:cubicBezTo>
                    <a:cubicBezTo>
                      <a:pt x="29100" y="178"/>
                      <a:pt x="37423" y="8501"/>
                      <a:pt x="37423" y="18769"/>
                    </a:cubicBezTo>
                    <a:close/>
                  </a:path>
                </a:pathLst>
              </a:custGeom>
              <a:solidFill>
                <a:srgbClr val="F7F1F1"/>
              </a:solidFill>
              <a:ln w="5753" cap="sq">
                <a:noFill/>
                <a:prstDash val="solid"/>
                <a:miter/>
              </a:ln>
            </p:spPr>
            <p:txBody>
              <a:bodyPr rtlCol="0" anchor="ctr"/>
              <a:lstStyle/>
              <a:p>
                <a:endParaRPr lang="en-US"/>
              </a:p>
            </p:txBody>
          </p:sp>
          <p:sp>
            <p:nvSpPr>
              <p:cNvPr id="2357" name="Freeform: Shape 2356">
                <a:extLst>
                  <a:ext uri="{FF2B5EF4-FFF2-40B4-BE49-F238E27FC236}">
                    <a16:creationId xmlns:a16="http://schemas.microsoft.com/office/drawing/2014/main" id="{B4E60763-BE48-58A4-7D16-35B6ACA74819}"/>
                  </a:ext>
                </a:extLst>
              </p:cNvPr>
              <p:cNvSpPr/>
              <p:nvPr/>
            </p:nvSpPr>
            <p:spPr>
              <a:xfrm>
                <a:off x="7587565" y="8026763"/>
                <a:ext cx="41981" cy="41981"/>
              </a:xfrm>
              <a:custGeom>
                <a:avLst/>
                <a:gdLst>
                  <a:gd name="connsiteX0" fmla="*/ 21233 w 41981"/>
                  <a:gd name="connsiteY0" fmla="*/ 4979 h 41981"/>
                  <a:gd name="connsiteX1" fmla="*/ 37423 w 41981"/>
                  <a:gd name="connsiteY1" fmla="*/ 21169 h 41981"/>
                  <a:gd name="connsiteX2" fmla="*/ 37423 w 41981"/>
                  <a:gd name="connsiteY2" fmla="*/ 21169 h 41981"/>
                  <a:gd name="connsiteX3" fmla="*/ 21233 w 41981"/>
                  <a:gd name="connsiteY3" fmla="*/ 37359 h 41981"/>
                  <a:gd name="connsiteX4" fmla="*/ 5042 w 41981"/>
                  <a:gd name="connsiteY4" fmla="*/ 21169 h 41981"/>
                  <a:gd name="connsiteX5" fmla="*/ 21233 w 41981"/>
                  <a:gd name="connsiteY5" fmla="*/ 4979 h 41981"/>
                  <a:gd name="connsiteX6" fmla="*/ 21233 w 41981"/>
                  <a:gd name="connsiteY6" fmla="*/ 178 h 41981"/>
                  <a:gd name="connsiteX7" fmla="*/ 242 w 41981"/>
                  <a:gd name="connsiteY7" fmla="*/ 21169 h 41981"/>
                  <a:gd name="connsiteX8" fmla="*/ 21233 w 41981"/>
                  <a:gd name="connsiteY8" fmla="*/ 42159 h 41981"/>
                  <a:gd name="connsiteX9" fmla="*/ 42223 w 41981"/>
                  <a:gd name="connsiteY9" fmla="*/ 21169 h 41981"/>
                  <a:gd name="connsiteX10" fmla="*/ 42223 w 41981"/>
                  <a:gd name="connsiteY10" fmla="*/ 21169 h 41981"/>
                  <a:gd name="connsiteX11" fmla="*/ 21233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79"/>
                    </a:moveTo>
                    <a:cubicBezTo>
                      <a:pt x="30174" y="4979"/>
                      <a:pt x="37423" y="12227"/>
                      <a:pt x="37423" y="21169"/>
                    </a:cubicBezTo>
                    <a:lnTo>
                      <a:pt x="37423" y="21169"/>
                    </a:lnTo>
                    <a:cubicBezTo>
                      <a:pt x="37423" y="30111"/>
                      <a:pt x="30174" y="37359"/>
                      <a:pt x="21233" y="37359"/>
                    </a:cubicBezTo>
                    <a:cubicBezTo>
                      <a:pt x="12291" y="37359"/>
                      <a:pt x="5042" y="30111"/>
                      <a:pt x="5042" y="21169"/>
                    </a:cubicBezTo>
                    <a:cubicBezTo>
                      <a:pt x="5042" y="12227"/>
                      <a:pt x="12291" y="4979"/>
                      <a:pt x="21233" y="4979"/>
                    </a:cubicBezTo>
                    <a:close/>
                    <a:moveTo>
                      <a:pt x="21233" y="178"/>
                    </a:moveTo>
                    <a:cubicBezTo>
                      <a:pt x="9640" y="178"/>
                      <a:pt x="242" y="9576"/>
                      <a:pt x="242" y="21169"/>
                    </a:cubicBezTo>
                    <a:cubicBezTo>
                      <a:pt x="242" y="32761"/>
                      <a:pt x="9640" y="42159"/>
                      <a:pt x="21233" y="42159"/>
                    </a:cubicBezTo>
                    <a:cubicBezTo>
                      <a:pt x="32825" y="42159"/>
                      <a:pt x="42223" y="32761"/>
                      <a:pt x="42223" y="21169"/>
                    </a:cubicBezTo>
                    <a:lnTo>
                      <a:pt x="42223" y="21169"/>
                    </a:lnTo>
                    <a:cubicBezTo>
                      <a:pt x="42223" y="9576"/>
                      <a:pt x="32825" y="178"/>
                      <a:pt x="21233" y="178"/>
                    </a:cubicBezTo>
                    <a:close/>
                  </a:path>
                </a:pathLst>
              </a:custGeom>
              <a:solidFill>
                <a:srgbClr val="000000"/>
              </a:solidFill>
              <a:ln w="4794" cap="sq">
                <a:noFill/>
                <a:prstDash val="solid"/>
                <a:round/>
              </a:ln>
            </p:spPr>
            <p:txBody>
              <a:bodyPr rtlCol="0" anchor="ctr"/>
              <a:lstStyle/>
              <a:p>
                <a:endParaRPr lang="en-US"/>
              </a:p>
            </p:txBody>
          </p:sp>
          <p:sp>
            <p:nvSpPr>
              <p:cNvPr id="2358" name="Freeform: Shape 2357">
                <a:extLst>
                  <a:ext uri="{FF2B5EF4-FFF2-40B4-BE49-F238E27FC236}">
                    <a16:creationId xmlns:a16="http://schemas.microsoft.com/office/drawing/2014/main" id="{657AD0F8-3CD9-3BBD-2F1B-D868F59C996C}"/>
                  </a:ext>
                </a:extLst>
              </p:cNvPr>
              <p:cNvSpPr/>
              <p:nvPr/>
            </p:nvSpPr>
            <p:spPr>
              <a:xfrm>
                <a:off x="7684528" y="7834141"/>
                <a:ext cx="37180" cy="37180"/>
              </a:xfrm>
              <a:custGeom>
                <a:avLst/>
                <a:gdLst>
                  <a:gd name="connsiteX0" fmla="*/ 37439 w 37180"/>
                  <a:gd name="connsiteY0" fmla="*/ 18735 h 37180"/>
                  <a:gd name="connsiteX1" fmla="*/ 18849 w 37180"/>
                  <a:gd name="connsiteY1" fmla="*/ 37325 h 37180"/>
                  <a:gd name="connsiteX2" fmla="*/ 258 w 37180"/>
                  <a:gd name="connsiteY2" fmla="*/ 18735 h 37180"/>
                  <a:gd name="connsiteX3" fmla="*/ 18849 w 37180"/>
                  <a:gd name="connsiteY3" fmla="*/ 144 h 37180"/>
                  <a:gd name="connsiteX4" fmla="*/ 37439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35"/>
                    </a:moveTo>
                    <a:cubicBezTo>
                      <a:pt x="37439" y="29002"/>
                      <a:pt x="29116" y="37325"/>
                      <a:pt x="18849" y="37325"/>
                    </a:cubicBezTo>
                    <a:cubicBezTo>
                      <a:pt x="8582" y="37325"/>
                      <a:pt x="258" y="29002"/>
                      <a:pt x="258" y="18735"/>
                    </a:cubicBezTo>
                    <a:cubicBezTo>
                      <a:pt x="258" y="8468"/>
                      <a:pt x="8582" y="144"/>
                      <a:pt x="18849" y="144"/>
                    </a:cubicBezTo>
                    <a:cubicBezTo>
                      <a:pt x="29116" y="144"/>
                      <a:pt x="37439" y="8468"/>
                      <a:pt x="37439" y="18735"/>
                    </a:cubicBezTo>
                    <a:close/>
                  </a:path>
                </a:pathLst>
              </a:custGeom>
              <a:solidFill>
                <a:srgbClr val="B0F7B0"/>
              </a:solidFill>
              <a:ln w="5753" cap="sq">
                <a:noFill/>
                <a:prstDash val="solid"/>
                <a:miter/>
              </a:ln>
            </p:spPr>
            <p:txBody>
              <a:bodyPr rtlCol="0" anchor="ctr"/>
              <a:lstStyle/>
              <a:p>
                <a:endParaRPr lang="en-US"/>
              </a:p>
            </p:txBody>
          </p:sp>
          <p:sp>
            <p:nvSpPr>
              <p:cNvPr id="2359" name="Freeform: Shape 2358">
                <a:extLst>
                  <a:ext uri="{FF2B5EF4-FFF2-40B4-BE49-F238E27FC236}">
                    <a16:creationId xmlns:a16="http://schemas.microsoft.com/office/drawing/2014/main" id="{955BF987-5BDB-49C8-4E21-02FCD8B5F45E}"/>
                  </a:ext>
                </a:extLst>
              </p:cNvPr>
              <p:cNvSpPr/>
              <p:nvPr/>
            </p:nvSpPr>
            <p:spPr>
              <a:xfrm>
                <a:off x="7682127" y="7831741"/>
                <a:ext cx="41981" cy="41981"/>
              </a:xfrm>
              <a:custGeom>
                <a:avLst/>
                <a:gdLst>
                  <a:gd name="connsiteX0" fmla="*/ 21249 w 41981"/>
                  <a:gd name="connsiteY0" fmla="*/ 4945 h 41981"/>
                  <a:gd name="connsiteX1" fmla="*/ 37439 w 41981"/>
                  <a:gd name="connsiteY1" fmla="*/ 21135 h 41981"/>
                  <a:gd name="connsiteX2" fmla="*/ 37439 w 41981"/>
                  <a:gd name="connsiteY2" fmla="*/ 21135 h 41981"/>
                  <a:gd name="connsiteX3" fmla="*/ 21249 w 41981"/>
                  <a:gd name="connsiteY3" fmla="*/ 37325 h 41981"/>
                  <a:gd name="connsiteX4" fmla="*/ 5059 w 41981"/>
                  <a:gd name="connsiteY4" fmla="*/ 21135 h 41981"/>
                  <a:gd name="connsiteX5" fmla="*/ 21249 w 41981"/>
                  <a:gd name="connsiteY5" fmla="*/ 4945 h 41981"/>
                  <a:gd name="connsiteX6" fmla="*/ 21249 w 41981"/>
                  <a:gd name="connsiteY6" fmla="*/ 144 h 41981"/>
                  <a:gd name="connsiteX7" fmla="*/ 258 w 41981"/>
                  <a:gd name="connsiteY7" fmla="*/ 21135 h 41981"/>
                  <a:gd name="connsiteX8" fmla="*/ 21249 w 41981"/>
                  <a:gd name="connsiteY8" fmla="*/ 42126 h 41981"/>
                  <a:gd name="connsiteX9" fmla="*/ 42240 w 41981"/>
                  <a:gd name="connsiteY9" fmla="*/ 21135 h 41981"/>
                  <a:gd name="connsiteX10" fmla="*/ 42240 w 41981"/>
                  <a:gd name="connsiteY10" fmla="*/ 21135 h 41981"/>
                  <a:gd name="connsiteX11" fmla="*/ 2124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45"/>
                    </a:moveTo>
                    <a:cubicBezTo>
                      <a:pt x="30191" y="4945"/>
                      <a:pt x="37439" y="12193"/>
                      <a:pt x="37439" y="21135"/>
                    </a:cubicBezTo>
                    <a:lnTo>
                      <a:pt x="37439" y="21135"/>
                    </a:lnTo>
                    <a:cubicBezTo>
                      <a:pt x="37439" y="30077"/>
                      <a:pt x="30191" y="37325"/>
                      <a:pt x="21249" y="37325"/>
                    </a:cubicBezTo>
                    <a:cubicBezTo>
                      <a:pt x="12307" y="37325"/>
                      <a:pt x="5059" y="30077"/>
                      <a:pt x="5059" y="21135"/>
                    </a:cubicBezTo>
                    <a:cubicBezTo>
                      <a:pt x="5059" y="12193"/>
                      <a:pt x="12307" y="4945"/>
                      <a:pt x="21249" y="4945"/>
                    </a:cubicBezTo>
                    <a:close/>
                    <a:moveTo>
                      <a:pt x="21249" y="144"/>
                    </a:moveTo>
                    <a:cubicBezTo>
                      <a:pt x="9656" y="144"/>
                      <a:pt x="258" y="9542"/>
                      <a:pt x="258" y="21135"/>
                    </a:cubicBezTo>
                    <a:cubicBezTo>
                      <a:pt x="258" y="32728"/>
                      <a:pt x="9656" y="42126"/>
                      <a:pt x="21249" y="42126"/>
                    </a:cubicBezTo>
                    <a:cubicBezTo>
                      <a:pt x="32842" y="42126"/>
                      <a:pt x="42240" y="32728"/>
                      <a:pt x="42240" y="21135"/>
                    </a:cubicBezTo>
                    <a:lnTo>
                      <a:pt x="42240" y="21135"/>
                    </a:lnTo>
                    <a:cubicBezTo>
                      <a:pt x="42240" y="9542"/>
                      <a:pt x="32842" y="144"/>
                      <a:pt x="21249" y="144"/>
                    </a:cubicBezTo>
                    <a:close/>
                  </a:path>
                </a:pathLst>
              </a:custGeom>
              <a:solidFill>
                <a:srgbClr val="000000"/>
              </a:solidFill>
              <a:ln w="4794" cap="sq">
                <a:noFill/>
                <a:prstDash val="solid"/>
                <a:round/>
              </a:ln>
            </p:spPr>
            <p:txBody>
              <a:bodyPr rtlCol="0" anchor="ctr"/>
              <a:lstStyle/>
              <a:p>
                <a:endParaRPr lang="en-US"/>
              </a:p>
            </p:txBody>
          </p:sp>
          <p:sp>
            <p:nvSpPr>
              <p:cNvPr id="2360" name="Freeform: Shape 2359">
                <a:extLst>
                  <a:ext uri="{FF2B5EF4-FFF2-40B4-BE49-F238E27FC236}">
                    <a16:creationId xmlns:a16="http://schemas.microsoft.com/office/drawing/2014/main" id="{696FEDE7-3CE8-FD03-3F74-4A17324C16A3}"/>
                  </a:ext>
                </a:extLst>
              </p:cNvPr>
              <p:cNvSpPr/>
              <p:nvPr/>
            </p:nvSpPr>
            <p:spPr>
              <a:xfrm>
                <a:off x="7662185" y="8034088"/>
                <a:ext cx="37180" cy="37180"/>
              </a:xfrm>
              <a:custGeom>
                <a:avLst/>
                <a:gdLst>
                  <a:gd name="connsiteX0" fmla="*/ 37435 w 37180"/>
                  <a:gd name="connsiteY0" fmla="*/ 18769 h 37180"/>
                  <a:gd name="connsiteX1" fmla="*/ 18845 w 37180"/>
                  <a:gd name="connsiteY1" fmla="*/ 37360 h 37180"/>
                  <a:gd name="connsiteX2" fmla="*/ 255 w 37180"/>
                  <a:gd name="connsiteY2" fmla="*/ 18769 h 37180"/>
                  <a:gd name="connsiteX3" fmla="*/ 18845 w 37180"/>
                  <a:gd name="connsiteY3" fmla="*/ 179 h 37180"/>
                  <a:gd name="connsiteX4" fmla="*/ 3743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9"/>
                    </a:moveTo>
                    <a:cubicBezTo>
                      <a:pt x="37435" y="29037"/>
                      <a:pt x="29112" y="37360"/>
                      <a:pt x="18845" y="37360"/>
                    </a:cubicBezTo>
                    <a:cubicBezTo>
                      <a:pt x="8578" y="37360"/>
                      <a:pt x="255" y="29037"/>
                      <a:pt x="255" y="18769"/>
                    </a:cubicBezTo>
                    <a:cubicBezTo>
                      <a:pt x="255" y="8502"/>
                      <a:pt x="8578" y="179"/>
                      <a:pt x="18845" y="179"/>
                    </a:cubicBezTo>
                    <a:cubicBezTo>
                      <a:pt x="29112" y="179"/>
                      <a:pt x="37435" y="8502"/>
                      <a:pt x="37435" y="18769"/>
                    </a:cubicBezTo>
                    <a:close/>
                  </a:path>
                </a:pathLst>
              </a:custGeom>
              <a:solidFill>
                <a:srgbClr val="F7E7E7"/>
              </a:solidFill>
              <a:ln w="5753" cap="sq">
                <a:noFill/>
                <a:prstDash val="solid"/>
                <a:miter/>
              </a:ln>
            </p:spPr>
            <p:txBody>
              <a:bodyPr rtlCol="0" anchor="ctr"/>
              <a:lstStyle/>
              <a:p>
                <a:endParaRPr lang="en-US"/>
              </a:p>
            </p:txBody>
          </p:sp>
          <p:sp>
            <p:nvSpPr>
              <p:cNvPr id="2361" name="Freeform: Shape 2360">
                <a:extLst>
                  <a:ext uri="{FF2B5EF4-FFF2-40B4-BE49-F238E27FC236}">
                    <a16:creationId xmlns:a16="http://schemas.microsoft.com/office/drawing/2014/main" id="{CE9BB12F-617E-BFBB-47E0-FD1EC7CF3204}"/>
                  </a:ext>
                </a:extLst>
              </p:cNvPr>
              <p:cNvSpPr/>
              <p:nvPr/>
            </p:nvSpPr>
            <p:spPr>
              <a:xfrm>
                <a:off x="7659784" y="8031688"/>
                <a:ext cx="41981" cy="41981"/>
              </a:xfrm>
              <a:custGeom>
                <a:avLst/>
                <a:gdLst>
                  <a:gd name="connsiteX0" fmla="*/ 21245 w 41981"/>
                  <a:gd name="connsiteY0" fmla="*/ 4979 h 41981"/>
                  <a:gd name="connsiteX1" fmla="*/ 37435 w 41981"/>
                  <a:gd name="connsiteY1" fmla="*/ 21170 h 41981"/>
                  <a:gd name="connsiteX2" fmla="*/ 37435 w 41981"/>
                  <a:gd name="connsiteY2" fmla="*/ 21170 h 41981"/>
                  <a:gd name="connsiteX3" fmla="*/ 21245 w 41981"/>
                  <a:gd name="connsiteY3" fmla="*/ 37360 h 41981"/>
                  <a:gd name="connsiteX4" fmla="*/ 5055 w 41981"/>
                  <a:gd name="connsiteY4" fmla="*/ 21170 h 41981"/>
                  <a:gd name="connsiteX5" fmla="*/ 21245 w 41981"/>
                  <a:gd name="connsiteY5" fmla="*/ 4979 h 41981"/>
                  <a:gd name="connsiteX6" fmla="*/ 21245 w 41981"/>
                  <a:gd name="connsiteY6" fmla="*/ 179 h 41981"/>
                  <a:gd name="connsiteX7" fmla="*/ 255 w 41981"/>
                  <a:gd name="connsiteY7" fmla="*/ 21170 h 41981"/>
                  <a:gd name="connsiteX8" fmla="*/ 21245 w 41981"/>
                  <a:gd name="connsiteY8" fmla="*/ 42160 h 41981"/>
                  <a:gd name="connsiteX9" fmla="*/ 42236 w 41981"/>
                  <a:gd name="connsiteY9" fmla="*/ 21170 h 41981"/>
                  <a:gd name="connsiteX10" fmla="*/ 42236 w 41981"/>
                  <a:gd name="connsiteY10" fmla="*/ 21170 h 41981"/>
                  <a:gd name="connsiteX11" fmla="*/ 2124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9"/>
                    </a:moveTo>
                    <a:cubicBezTo>
                      <a:pt x="30187" y="4979"/>
                      <a:pt x="37435" y="12228"/>
                      <a:pt x="37435" y="21170"/>
                    </a:cubicBezTo>
                    <a:lnTo>
                      <a:pt x="37435" y="21170"/>
                    </a:lnTo>
                    <a:cubicBezTo>
                      <a:pt x="37435" y="30111"/>
                      <a:pt x="30187" y="37360"/>
                      <a:pt x="21245" y="37360"/>
                    </a:cubicBezTo>
                    <a:cubicBezTo>
                      <a:pt x="12303" y="37360"/>
                      <a:pt x="5055" y="30111"/>
                      <a:pt x="5055" y="21170"/>
                    </a:cubicBezTo>
                    <a:cubicBezTo>
                      <a:pt x="5055" y="12228"/>
                      <a:pt x="12303" y="4979"/>
                      <a:pt x="21245" y="4979"/>
                    </a:cubicBezTo>
                    <a:close/>
                    <a:moveTo>
                      <a:pt x="21245" y="179"/>
                    </a:moveTo>
                    <a:cubicBezTo>
                      <a:pt x="9653" y="179"/>
                      <a:pt x="255" y="9577"/>
                      <a:pt x="255" y="21170"/>
                    </a:cubicBezTo>
                    <a:cubicBezTo>
                      <a:pt x="255" y="32762"/>
                      <a:pt x="9653" y="42160"/>
                      <a:pt x="21245" y="42160"/>
                    </a:cubicBezTo>
                    <a:cubicBezTo>
                      <a:pt x="32838" y="42160"/>
                      <a:pt x="42236" y="32762"/>
                      <a:pt x="42236" y="21170"/>
                    </a:cubicBezTo>
                    <a:lnTo>
                      <a:pt x="42236" y="21170"/>
                    </a:lnTo>
                    <a:cubicBezTo>
                      <a:pt x="42236" y="9577"/>
                      <a:pt x="32838" y="179"/>
                      <a:pt x="21245" y="179"/>
                    </a:cubicBezTo>
                    <a:close/>
                  </a:path>
                </a:pathLst>
              </a:custGeom>
              <a:solidFill>
                <a:srgbClr val="000000"/>
              </a:solidFill>
              <a:ln w="4794" cap="sq">
                <a:noFill/>
                <a:prstDash val="solid"/>
                <a:round/>
              </a:ln>
            </p:spPr>
            <p:txBody>
              <a:bodyPr rtlCol="0" anchor="ctr"/>
              <a:lstStyle/>
              <a:p>
                <a:endParaRPr lang="en-US"/>
              </a:p>
            </p:txBody>
          </p:sp>
          <p:sp>
            <p:nvSpPr>
              <p:cNvPr id="2362" name="Freeform: Shape 2361">
                <a:extLst>
                  <a:ext uri="{FF2B5EF4-FFF2-40B4-BE49-F238E27FC236}">
                    <a16:creationId xmlns:a16="http://schemas.microsoft.com/office/drawing/2014/main" id="{0C5EA0A7-C845-1464-BD40-57F6F77E5D28}"/>
                  </a:ext>
                </a:extLst>
              </p:cNvPr>
              <p:cNvSpPr/>
              <p:nvPr/>
            </p:nvSpPr>
            <p:spPr>
              <a:xfrm>
                <a:off x="7706871" y="8048638"/>
                <a:ext cx="37180" cy="37180"/>
              </a:xfrm>
              <a:custGeom>
                <a:avLst/>
                <a:gdLst>
                  <a:gd name="connsiteX0" fmla="*/ 37443 w 37180"/>
                  <a:gd name="connsiteY0" fmla="*/ 18772 h 37180"/>
                  <a:gd name="connsiteX1" fmla="*/ 18853 w 37180"/>
                  <a:gd name="connsiteY1" fmla="*/ 37362 h 37180"/>
                  <a:gd name="connsiteX2" fmla="*/ 262 w 37180"/>
                  <a:gd name="connsiteY2" fmla="*/ 18772 h 37180"/>
                  <a:gd name="connsiteX3" fmla="*/ 18853 w 37180"/>
                  <a:gd name="connsiteY3" fmla="*/ 182 h 37180"/>
                  <a:gd name="connsiteX4" fmla="*/ 37443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2"/>
                    </a:moveTo>
                    <a:cubicBezTo>
                      <a:pt x="37443" y="29039"/>
                      <a:pt x="29120" y="37362"/>
                      <a:pt x="18853" y="37362"/>
                    </a:cubicBezTo>
                    <a:cubicBezTo>
                      <a:pt x="8586" y="37362"/>
                      <a:pt x="262" y="29039"/>
                      <a:pt x="262" y="18772"/>
                    </a:cubicBezTo>
                    <a:cubicBezTo>
                      <a:pt x="262" y="8505"/>
                      <a:pt x="8586" y="182"/>
                      <a:pt x="18853" y="182"/>
                    </a:cubicBezTo>
                    <a:cubicBezTo>
                      <a:pt x="29120" y="182"/>
                      <a:pt x="37443" y="8505"/>
                      <a:pt x="37443" y="18772"/>
                    </a:cubicBezTo>
                    <a:close/>
                  </a:path>
                </a:pathLst>
              </a:custGeom>
              <a:solidFill>
                <a:srgbClr val="C8F7C8"/>
              </a:solidFill>
              <a:ln w="5753" cap="sq">
                <a:noFill/>
                <a:prstDash val="solid"/>
                <a:miter/>
              </a:ln>
            </p:spPr>
            <p:txBody>
              <a:bodyPr rtlCol="0" anchor="ctr"/>
              <a:lstStyle/>
              <a:p>
                <a:endParaRPr lang="en-US"/>
              </a:p>
            </p:txBody>
          </p:sp>
          <p:sp>
            <p:nvSpPr>
              <p:cNvPr id="2363" name="Freeform: Shape 2362">
                <a:extLst>
                  <a:ext uri="{FF2B5EF4-FFF2-40B4-BE49-F238E27FC236}">
                    <a16:creationId xmlns:a16="http://schemas.microsoft.com/office/drawing/2014/main" id="{C4C407C6-20ED-4029-39D2-2655B7E76B02}"/>
                  </a:ext>
                </a:extLst>
              </p:cNvPr>
              <p:cNvSpPr/>
              <p:nvPr/>
            </p:nvSpPr>
            <p:spPr>
              <a:xfrm>
                <a:off x="7704470" y="8046238"/>
                <a:ext cx="41981" cy="41981"/>
              </a:xfrm>
              <a:custGeom>
                <a:avLst/>
                <a:gdLst>
                  <a:gd name="connsiteX0" fmla="*/ 21253 w 41981"/>
                  <a:gd name="connsiteY0" fmla="*/ 4982 h 41981"/>
                  <a:gd name="connsiteX1" fmla="*/ 37443 w 41981"/>
                  <a:gd name="connsiteY1" fmla="*/ 21172 h 41981"/>
                  <a:gd name="connsiteX2" fmla="*/ 37443 w 41981"/>
                  <a:gd name="connsiteY2" fmla="*/ 21172 h 41981"/>
                  <a:gd name="connsiteX3" fmla="*/ 21253 w 41981"/>
                  <a:gd name="connsiteY3" fmla="*/ 37362 h 41981"/>
                  <a:gd name="connsiteX4" fmla="*/ 5063 w 41981"/>
                  <a:gd name="connsiteY4" fmla="*/ 21172 h 41981"/>
                  <a:gd name="connsiteX5" fmla="*/ 21253 w 41981"/>
                  <a:gd name="connsiteY5" fmla="*/ 4982 h 41981"/>
                  <a:gd name="connsiteX6" fmla="*/ 21253 w 41981"/>
                  <a:gd name="connsiteY6" fmla="*/ 182 h 41981"/>
                  <a:gd name="connsiteX7" fmla="*/ 262 w 41981"/>
                  <a:gd name="connsiteY7" fmla="*/ 21172 h 41981"/>
                  <a:gd name="connsiteX8" fmla="*/ 21253 w 41981"/>
                  <a:gd name="connsiteY8" fmla="*/ 42163 h 41981"/>
                  <a:gd name="connsiteX9" fmla="*/ 42244 w 41981"/>
                  <a:gd name="connsiteY9" fmla="*/ 21172 h 41981"/>
                  <a:gd name="connsiteX10" fmla="*/ 42244 w 41981"/>
                  <a:gd name="connsiteY10" fmla="*/ 21172 h 41981"/>
                  <a:gd name="connsiteX11" fmla="*/ 2125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2"/>
                    </a:moveTo>
                    <a:cubicBezTo>
                      <a:pt x="30195" y="4982"/>
                      <a:pt x="37443" y="12230"/>
                      <a:pt x="37443" y="21172"/>
                    </a:cubicBezTo>
                    <a:lnTo>
                      <a:pt x="37443" y="21172"/>
                    </a:lnTo>
                    <a:cubicBezTo>
                      <a:pt x="37443" y="30114"/>
                      <a:pt x="30195" y="37362"/>
                      <a:pt x="21253" y="37362"/>
                    </a:cubicBezTo>
                    <a:cubicBezTo>
                      <a:pt x="12311" y="37362"/>
                      <a:pt x="5063" y="30114"/>
                      <a:pt x="5063" y="21172"/>
                    </a:cubicBezTo>
                    <a:cubicBezTo>
                      <a:pt x="5063" y="12230"/>
                      <a:pt x="12311" y="4982"/>
                      <a:pt x="21253" y="4982"/>
                    </a:cubicBezTo>
                    <a:close/>
                    <a:moveTo>
                      <a:pt x="21253" y="182"/>
                    </a:moveTo>
                    <a:cubicBezTo>
                      <a:pt x="9660" y="182"/>
                      <a:pt x="262" y="9580"/>
                      <a:pt x="262" y="21172"/>
                    </a:cubicBezTo>
                    <a:cubicBezTo>
                      <a:pt x="262" y="32765"/>
                      <a:pt x="9660" y="42163"/>
                      <a:pt x="21253" y="42163"/>
                    </a:cubicBezTo>
                    <a:cubicBezTo>
                      <a:pt x="32845" y="42163"/>
                      <a:pt x="42244" y="32765"/>
                      <a:pt x="42244" y="21172"/>
                    </a:cubicBezTo>
                    <a:lnTo>
                      <a:pt x="42244" y="21172"/>
                    </a:lnTo>
                    <a:cubicBezTo>
                      <a:pt x="42244" y="9580"/>
                      <a:pt x="32845" y="182"/>
                      <a:pt x="21253" y="182"/>
                    </a:cubicBezTo>
                    <a:close/>
                  </a:path>
                </a:pathLst>
              </a:custGeom>
              <a:solidFill>
                <a:srgbClr val="000000"/>
              </a:solidFill>
              <a:ln w="4794" cap="sq">
                <a:noFill/>
                <a:prstDash val="solid"/>
                <a:round/>
              </a:ln>
            </p:spPr>
            <p:txBody>
              <a:bodyPr rtlCol="0" anchor="ctr"/>
              <a:lstStyle/>
              <a:p>
                <a:endParaRPr lang="en-US"/>
              </a:p>
            </p:txBody>
          </p:sp>
          <p:sp>
            <p:nvSpPr>
              <p:cNvPr id="2364" name="Freeform: Shape 2363">
                <a:extLst>
                  <a:ext uri="{FF2B5EF4-FFF2-40B4-BE49-F238E27FC236}">
                    <a16:creationId xmlns:a16="http://schemas.microsoft.com/office/drawing/2014/main" id="{709C54F2-7E82-7261-25FA-4E3E3DEE08B2}"/>
                  </a:ext>
                </a:extLst>
              </p:cNvPr>
              <p:cNvSpPr/>
              <p:nvPr/>
            </p:nvSpPr>
            <p:spPr>
              <a:xfrm>
                <a:off x="7333231" y="7966927"/>
                <a:ext cx="37180" cy="37180"/>
              </a:xfrm>
              <a:custGeom>
                <a:avLst/>
                <a:gdLst>
                  <a:gd name="connsiteX0" fmla="*/ 37378 w 37180"/>
                  <a:gd name="connsiteY0" fmla="*/ 18758 h 37180"/>
                  <a:gd name="connsiteX1" fmla="*/ 18788 w 37180"/>
                  <a:gd name="connsiteY1" fmla="*/ 37348 h 37180"/>
                  <a:gd name="connsiteX2" fmla="*/ 197 w 37180"/>
                  <a:gd name="connsiteY2" fmla="*/ 18758 h 37180"/>
                  <a:gd name="connsiteX3" fmla="*/ 18788 w 37180"/>
                  <a:gd name="connsiteY3" fmla="*/ 167 h 37180"/>
                  <a:gd name="connsiteX4" fmla="*/ 37378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78" y="18758"/>
                    </a:moveTo>
                    <a:cubicBezTo>
                      <a:pt x="37378" y="29025"/>
                      <a:pt x="29055" y="37348"/>
                      <a:pt x="18788" y="37348"/>
                    </a:cubicBezTo>
                    <a:cubicBezTo>
                      <a:pt x="8521" y="37348"/>
                      <a:pt x="197" y="29025"/>
                      <a:pt x="197" y="18758"/>
                    </a:cubicBezTo>
                    <a:cubicBezTo>
                      <a:pt x="197" y="8491"/>
                      <a:pt x="8521" y="167"/>
                      <a:pt x="18788" y="167"/>
                    </a:cubicBezTo>
                    <a:cubicBezTo>
                      <a:pt x="29055" y="167"/>
                      <a:pt x="37378" y="8491"/>
                      <a:pt x="37378" y="18758"/>
                    </a:cubicBezTo>
                    <a:close/>
                  </a:path>
                </a:pathLst>
              </a:custGeom>
              <a:solidFill>
                <a:srgbClr val="F7A500"/>
              </a:solidFill>
              <a:ln w="5753" cap="sq">
                <a:noFill/>
                <a:prstDash val="solid"/>
                <a:miter/>
              </a:ln>
            </p:spPr>
            <p:txBody>
              <a:bodyPr rtlCol="0" anchor="ctr"/>
              <a:lstStyle/>
              <a:p>
                <a:endParaRPr lang="en-US"/>
              </a:p>
            </p:txBody>
          </p:sp>
          <p:sp>
            <p:nvSpPr>
              <p:cNvPr id="2365" name="Freeform: Shape 2364">
                <a:extLst>
                  <a:ext uri="{FF2B5EF4-FFF2-40B4-BE49-F238E27FC236}">
                    <a16:creationId xmlns:a16="http://schemas.microsoft.com/office/drawing/2014/main" id="{A8DA5263-07BD-2AA1-8AEF-BB306F13E5DD}"/>
                  </a:ext>
                </a:extLst>
              </p:cNvPr>
              <p:cNvSpPr/>
              <p:nvPr/>
            </p:nvSpPr>
            <p:spPr>
              <a:xfrm>
                <a:off x="7330831" y="7964526"/>
                <a:ext cx="41981" cy="41981"/>
              </a:xfrm>
              <a:custGeom>
                <a:avLst/>
                <a:gdLst>
                  <a:gd name="connsiteX0" fmla="*/ 21188 w 41981"/>
                  <a:gd name="connsiteY0" fmla="*/ 4968 h 41981"/>
                  <a:gd name="connsiteX1" fmla="*/ 37378 w 41981"/>
                  <a:gd name="connsiteY1" fmla="*/ 21158 h 41981"/>
                  <a:gd name="connsiteX2" fmla="*/ 37378 w 41981"/>
                  <a:gd name="connsiteY2" fmla="*/ 21158 h 41981"/>
                  <a:gd name="connsiteX3" fmla="*/ 21188 w 41981"/>
                  <a:gd name="connsiteY3" fmla="*/ 37348 h 41981"/>
                  <a:gd name="connsiteX4" fmla="*/ 4998 w 41981"/>
                  <a:gd name="connsiteY4" fmla="*/ 21158 h 41981"/>
                  <a:gd name="connsiteX5" fmla="*/ 21188 w 41981"/>
                  <a:gd name="connsiteY5" fmla="*/ 4968 h 41981"/>
                  <a:gd name="connsiteX6" fmla="*/ 21188 w 41981"/>
                  <a:gd name="connsiteY6" fmla="*/ 167 h 41981"/>
                  <a:gd name="connsiteX7" fmla="*/ 197 w 41981"/>
                  <a:gd name="connsiteY7" fmla="*/ 21158 h 41981"/>
                  <a:gd name="connsiteX8" fmla="*/ 21188 w 41981"/>
                  <a:gd name="connsiteY8" fmla="*/ 42149 h 41981"/>
                  <a:gd name="connsiteX9" fmla="*/ 42179 w 41981"/>
                  <a:gd name="connsiteY9" fmla="*/ 21158 h 41981"/>
                  <a:gd name="connsiteX10" fmla="*/ 42179 w 41981"/>
                  <a:gd name="connsiteY10" fmla="*/ 21158 h 41981"/>
                  <a:gd name="connsiteX11" fmla="*/ 21188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88" y="4968"/>
                    </a:moveTo>
                    <a:cubicBezTo>
                      <a:pt x="30130" y="4968"/>
                      <a:pt x="37378" y="12216"/>
                      <a:pt x="37378" y="21158"/>
                    </a:cubicBezTo>
                    <a:lnTo>
                      <a:pt x="37378" y="21158"/>
                    </a:lnTo>
                    <a:cubicBezTo>
                      <a:pt x="37378" y="30100"/>
                      <a:pt x="30130" y="37348"/>
                      <a:pt x="21188" y="37348"/>
                    </a:cubicBezTo>
                    <a:cubicBezTo>
                      <a:pt x="12246" y="37348"/>
                      <a:pt x="4998" y="30100"/>
                      <a:pt x="4998" y="21158"/>
                    </a:cubicBezTo>
                    <a:cubicBezTo>
                      <a:pt x="4998" y="12216"/>
                      <a:pt x="12246" y="4968"/>
                      <a:pt x="21188" y="4968"/>
                    </a:cubicBezTo>
                    <a:close/>
                    <a:moveTo>
                      <a:pt x="21188" y="167"/>
                    </a:moveTo>
                    <a:cubicBezTo>
                      <a:pt x="9595" y="167"/>
                      <a:pt x="197" y="9565"/>
                      <a:pt x="197" y="21158"/>
                    </a:cubicBezTo>
                    <a:cubicBezTo>
                      <a:pt x="197" y="32751"/>
                      <a:pt x="9595" y="42149"/>
                      <a:pt x="21188" y="42149"/>
                    </a:cubicBezTo>
                    <a:cubicBezTo>
                      <a:pt x="32781" y="42149"/>
                      <a:pt x="42179" y="32751"/>
                      <a:pt x="42179" y="21158"/>
                    </a:cubicBezTo>
                    <a:lnTo>
                      <a:pt x="42179" y="21158"/>
                    </a:lnTo>
                    <a:cubicBezTo>
                      <a:pt x="42179" y="9565"/>
                      <a:pt x="32781" y="167"/>
                      <a:pt x="21188" y="167"/>
                    </a:cubicBezTo>
                    <a:close/>
                  </a:path>
                </a:pathLst>
              </a:custGeom>
              <a:solidFill>
                <a:srgbClr val="000000"/>
              </a:solidFill>
              <a:ln w="4794" cap="sq">
                <a:noFill/>
                <a:prstDash val="solid"/>
                <a:round/>
              </a:ln>
            </p:spPr>
            <p:txBody>
              <a:bodyPr rtlCol="0" anchor="ctr"/>
              <a:lstStyle/>
              <a:p>
                <a:endParaRPr lang="en-US"/>
              </a:p>
            </p:txBody>
          </p:sp>
          <p:sp>
            <p:nvSpPr>
              <p:cNvPr id="2366" name="Freeform: Shape 2365">
                <a:extLst>
                  <a:ext uri="{FF2B5EF4-FFF2-40B4-BE49-F238E27FC236}">
                    <a16:creationId xmlns:a16="http://schemas.microsoft.com/office/drawing/2014/main" id="{370A4CEE-1F71-8A63-55C0-F3EAABA84A6C}"/>
                  </a:ext>
                </a:extLst>
              </p:cNvPr>
              <p:cNvSpPr/>
              <p:nvPr/>
            </p:nvSpPr>
            <p:spPr>
              <a:xfrm>
                <a:off x="7591492" y="7941462"/>
                <a:ext cx="37180" cy="37180"/>
              </a:xfrm>
              <a:custGeom>
                <a:avLst/>
                <a:gdLst>
                  <a:gd name="connsiteX0" fmla="*/ 37423 w 37180"/>
                  <a:gd name="connsiteY0" fmla="*/ 18753 h 37180"/>
                  <a:gd name="connsiteX1" fmla="*/ 18833 w 37180"/>
                  <a:gd name="connsiteY1" fmla="*/ 37344 h 37180"/>
                  <a:gd name="connsiteX2" fmla="*/ 242 w 37180"/>
                  <a:gd name="connsiteY2" fmla="*/ 18753 h 37180"/>
                  <a:gd name="connsiteX3" fmla="*/ 18833 w 37180"/>
                  <a:gd name="connsiteY3" fmla="*/ 163 h 37180"/>
                  <a:gd name="connsiteX4" fmla="*/ 37423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53"/>
                    </a:moveTo>
                    <a:cubicBezTo>
                      <a:pt x="37423" y="29021"/>
                      <a:pt x="29100" y="37344"/>
                      <a:pt x="18833" y="37344"/>
                    </a:cubicBezTo>
                    <a:cubicBezTo>
                      <a:pt x="8566" y="37344"/>
                      <a:pt x="242" y="29021"/>
                      <a:pt x="242" y="18753"/>
                    </a:cubicBezTo>
                    <a:cubicBezTo>
                      <a:pt x="242" y="8486"/>
                      <a:pt x="8566" y="163"/>
                      <a:pt x="18833" y="163"/>
                    </a:cubicBezTo>
                    <a:cubicBezTo>
                      <a:pt x="29100" y="163"/>
                      <a:pt x="37423" y="8486"/>
                      <a:pt x="37423" y="18753"/>
                    </a:cubicBezTo>
                    <a:close/>
                  </a:path>
                </a:pathLst>
              </a:custGeom>
              <a:solidFill>
                <a:srgbClr val="F7E7E7"/>
              </a:solidFill>
              <a:ln w="5753" cap="sq">
                <a:noFill/>
                <a:prstDash val="solid"/>
                <a:miter/>
              </a:ln>
            </p:spPr>
            <p:txBody>
              <a:bodyPr rtlCol="0" anchor="ctr"/>
              <a:lstStyle/>
              <a:p>
                <a:endParaRPr lang="en-US"/>
              </a:p>
            </p:txBody>
          </p:sp>
          <p:sp>
            <p:nvSpPr>
              <p:cNvPr id="2367" name="Freeform: Shape 2366">
                <a:extLst>
                  <a:ext uri="{FF2B5EF4-FFF2-40B4-BE49-F238E27FC236}">
                    <a16:creationId xmlns:a16="http://schemas.microsoft.com/office/drawing/2014/main" id="{03D26093-D291-1F26-5F17-7C55495CB1E1}"/>
                  </a:ext>
                </a:extLst>
              </p:cNvPr>
              <p:cNvSpPr/>
              <p:nvPr/>
            </p:nvSpPr>
            <p:spPr>
              <a:xfrm>
                <a:off x="7589092" y="7939061"/>
                <a:ext cx="41981" cy="41981"/>
              </a:xfrm>
              <a:custGeom>
                <a:avLst/>
                <a:gdLst>
                  <a:gd name="connsiteX0" fmla="*/ 21233 w 41981"/>
                  <a:gd name="connsiteY0" fmla="*/ 4963 h 41981"/>
                  <a:gd name="connsiteX1" fmla="*/ 37423 w 41981"/>
                  <a:gd name="connsiteY1" fmla="*/ 21154 h 41981"/>
                  <a:gd name="connsiteX2" fmla="*/ 37423 w 41981"/>
                  <a:gd name="connsiteY2" fmla="*/ 21154 h 41981"/>
                  <a:gd name="connsiteX3" fmla="*/ 21233 w 41981"/>
                  <a:gd name="connsiteY3" fmla="*/ 37344 h 41981"/>
                  <a:gd name="connsiteX4" fmla="*/ 5043 w 41981"/>
                  <a:gd name="connsiteY4" fmla="*/ 21154 h 41981"/>
                  <a:gd name="connsiteX5" fmla="*/ 21233 w 41981"/>
                  <a:gd name="connsiteY5" fmla="*/ 4963 h 41981"/>
                  <a:gd name="connsiteX6" fmla="*/ 21233 w 41981"/>
                  <a:gd name="connsiteY6" fmla="*/ 163 h 41981"/>
                  <a:gd name="connsiteX7" fmla="*/ 242 w 41981"/>
                  <a:gd name="connsiteY7" fmla="*/ 21154 h 41981"/>
                  <a:gd name="connsiteX8" fmla="*/ 21233 w 41981"/>
                  <a:gd name="connsiteY8" fmla="*/ 42144 h 41981"/>
                  <a:gd name="connsiteX9" fmla="*/ 42223 w 41981"/>
                  <a:gd name="connsiteY9" fmla="*/ 21154 h 41981"/>
                  <a:gd name="connsiteX10" fmla="*/ 42223 w 41981"/>
                  <a:gd name="connsiteY10" fmla="*/ 21154 h 41981"/>
                  <a:gd name="connsiteX11" fmla="*/ 21233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63"/>
                    </a:moveTo>
                    <a:cubicBezTo>
                      <a:pt x="30175" y="4963"/>
                      <a:pt x="37423" y="12212"/>
                      <a:pt x="37423" y="21154"/>
                    </a:cubicBezTo>
                    <a:lnTo>
                      <a:pt x="37423" y="21154"/>
                    </a:lnTo>
                    <a:cubicBezTo>
                      <a:pt x="37423" y="30095"/>
                      <a:pt x="30175" y="37344"/>
                      <a:pt x="21233" y="37344"/>
                    </a:cubicBezTo>
                    <a:cubicBezTo>
                      <a:pt x="12291" y="37344"/>
                      <a:pt x="5043" y="30095"/>
                      <a:pt x="5043" y="21154"/>
                    </a:cubicBezTo>
                    <a:cubicBezTo>
                      <a:pt x="5043" y="12212"/>
                      <a:pt x="12291" y="4963"/>
                      <a:pt x="21233" y="4963"/>
                    </a:cubicBezTo>
                    <a:close/>
                    <a:moveTo>
                      <a:pt x="21233" y="163"/>
                    </a:moveTo>
                    <a:cubicBezTo>
                      <a:pt x="9640" y="163"/>
                      <a:pt x="242" y="9561"/>
                      <a:pt x="242" y="21154"/>
                    </a:cubicBezTo>
                    <a:cubicBezTo>
                      <a:pt x="242" y="32746"/>
                      <a:pt x="9640" y="42144"/>
                      <a:pt x="21233" y="42144"/>
                    </a:cubicBezTo>
                    <a:cubicBezTo>
                      <a:pt x="32825" y="42144"/>
                      <a:pt x="42223" y="32746"/>
                      <a:pt x="42223" y="21154"/>
                    </a:cubicBezTo>
                    <a:lnTo>
                      <a:pt x="42223" y="21154"/>
                    </a:lnTo>
                    <a:cubicBezTo>
                      <a:pt x="42223" y="9561"/>
                      <a:pt x="32825" y="163"/>
                      <a:pt x="21233" y="163"/>
                    </a:cubicBezTo>
                    <a:close/>
                  </a:path>
                </a:pathLst>
              </a:custGeom>
              <a:solidFill>
                <a:srgbClr val="000000"/>
              </a:solidFill>
              <a:ln w="4794" cap="sq">
                <a:noFill/>
                <a:prstDash val="solid"/>
                <a:round/>
              </a:ln>
            </p:spPr>
            <p:txBody>
              <a:bodyPr rtlCol="0" anchor="ctr"/>
              <a:lstStyle/>
              <a:p>
                <a:endParaRPr lang="en-US"/>
              </a:p>
            </p:txBody>
          </p:sp>
          <p:sp>
            <p:nvSpPr>
              <p:cNvPr id="2368" name="Freeform: Shape 2367">
                <a:extLst>
                  <a:ext uri="{FF2B5EF4-FFF2-40B4-BE49-F238E27FC236}">
                    <a16:creationId xmlns:a16="http://schemas.microsoft.com/office/drawing/2014/main" id="{B1342403-6ACD-8F20-C3FE-900589718074}"/>
                  </a:ext>
                </a:extLst>
              </p:cNvPr>
              <p:cNvSpPr/>
              <p:nvPr/>
            </p:nvSpPr>
            <p:spPr>
              <a:xfrm>
                <a:off x="7857022" y="7628360"/>
                <a:ext cx="37180" cy="37180"/>
              </a:xfrm>
              <a:custGeom>
                <a:avLst/>
                <a:gdLst>
                  <a:gd name="connsiteX0" fmla="*/ 37469 w 37180"/>
                  <a:gd name="connsiteY0" fmla="*/ 18699 h 37180"/>
                  <a:gd name="connsiteX1" fmla="*/ 18879 w 37180"/>
                  <a:gd name="connsiteY1" fmla="*/ 37289 h 37180"/>
                  <a:gd name="connsiteX2" fmla="*/ 288 w 37180"/>
                  <a:gd name="connsiteY2" fmla="*/ 18699 h 37180"/>
                  <a:gd name="connsiteX3" fmla="*/ 18879 w 37180"/>
                  <a:gd name="connsiteY3" fmla="*/ 109 h 37180"/>
                  <a:gd name="connsiteX4" fmla="*/ 37469 w 37180"/>
                  <a:gd name="connsiteY4" fmla="*/ 186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699"/>
                    </a:moveTo>
                    <a:cubicBezTo>
                      <a:pt x="37469" y="28966"/>
                      <a:pt x="29146" y="37289"/>
                      <a:pt x="18879" y="37289"/>
                    </a:cubicBezTo>
                    <a:cubicBezTo>
                      <a:pt x="8612" y="37289"/>
                      <a:pt x="288" y="28966"/>
                      <a:pt x="288" y="18699"/>
                    </a:cubicBezTo>
                    <a:cubicBezTo>
                      <a:pt x="288" y="8432"/>
                      <a:pt x="8612" y="109"/>
                      <a:pt x="18879" y="109"/>
                    </a:cubicBezTo>
                    <a:cubicBezTo>
                      <a:pt x="29146" y="109"/>
                      <a:pt x="37469" y="8432"/>
                      <a:pt x="37469" y="18699"/>
                    </a:cubicBezTo>
                    <a:close/>
                  </a:path>
                </a:pathLst>
              </a:custGeom>
              <a:solidFill>
                <a:srgbClr val="F7A500"/>
              </a:solidFill>
              <a:ln w="5753" cap="sq">
                <a:noFill/>
                <a:prstDash val="solid"/>
                <a:miter/>
              </a:ln>
            </p:spPr>
            <p:txBody>
              <a:bodyPr rtlCol="0" anchor="ctr"/>
              <a:lstStyle/>
              <a:p>
                <a:endParaRPr lang="en-US"/>
              </a:p>
            </p:txBody>
          </p:sp>
          <p:sp>
            <p:nvSpPr>
              <p:cNvPr id="2369" name="Freeform: Shape 2368">
                <a:extLst>
                  <a:ext uri="{FF2B5EF4-FFF2-40B4-BE49-F238E27FC236}">
                    <a16:creationId xmlns:a16="http://schemas.microsoft.com/office/drawing/2014/main" id="{394501D9-9C52-E9A2-4899-BB8EC0B1CC61}"/>
                  </a:ext>
                </a:extLst>
              </p:cNvPr>
              <p:cNvSpPr/>
              <p:nvPr/>
            </p:nvSpPr>
            <p:spPr>
              <a:xfrm>
                <a:off x="7854622" y="7625959"/>
                <a:ext cx="41981" cy="41981"/>
              </a:xfrm>
              <a:custGeom>
                <a:avLst/>
                <a:gdLst>
                  <a:gd name="connsiteX0" fmla="*/ 21279 w 41981"/>
                  <a:gd name="connsiteY0" fmla="*/ 4909 h 41981"/>
                  <a:gd name="connsiteX1" fmla="*/ 37469 w 41981"/>
                  <a:gd name="connsiteY1" fmla="*/ 21099 h 41981"/>
                  <a:gd name="connsiteX2" fmla="*/ 37469 w 41981"/>
                  <a:gd name="connsiteY2" fmla="*/ 21099 h 41981"/>
                  <a:gd name="connsiteX3" fmla="*/ 21279 w 41981"/>
                  <a:gd name="connsiteY3" fmla="*/ 37289 h 41981"/>
                  <a:gd name="connsiteX4" fmla="*/ 5089 w 41981"/>
                  <a:gd name="connsiteY4" fmla="*/ 21099 h 41981"/>
                  <a:gd name="connsiteX5" fmla="*/ 21279 w 41981"/>
                  <a:gd name="connsiteY5" fmla="*/ 4909 h 41981"/>
                  <a:gd name="connsiteX6" fmla="*/ 21279 w 41981"/>
                  <a:gd name="connsiteY6" fmla="*/ 109 h 41981"/>
                  <a:gd name="connsiteX7" fmla="*/ 288 w 41981"/>
                  <a:gd name="connsiteY7" fmla="*/ 21099 h 41981"/>
                  <a:gd name="connsiteX8" fmla="*/ 21279 w 41981"/>
                  <a:gd name="connsiteY8" fmla="*/ 42090 h 41981"/>
                  <a:gd name="connsiteX9" fmla="*/ 42270 w 41981"/>
                  <a:gd name="connsiteY9" fmla="*/ 21099 h 41981"/>
                  <a:gd name="connsiteX10" fmla="*/ 42270 w 41981"/>
                  <a:gd name="connsiteY10" fmla="*/ 21099 h 41981"/>
                  <a:gd name="connsiteX11" fmla="*/ 21279 w 41981"/>
                  <a:gd name="connsiteY11" fmla="*/ 1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09"/>
                    </a:moveTo>
                    <a:cubicBezTo>
                      <a:pt x="30221" y="4909"/>
                      <a:pt x="37469" y="12157"/>
                      <a:pt x="37469" y="21099"/>
                    </a:cubicBezTo>
                    <a:lnTo>
                      <a:pt x="37469" y="21099"/>
                    </a:lnTo>
                    <a:cubicBezTo>
                      <a:pt x="37469" y="30041"/>
                      <a:pt x="30221" y="37289"/>
                      <a:pt x="21279" y="37289"/>
                    </a:cubicBezTo>
                    <a:cubicBezTo>
                      <a:pt x="12337" y="37289"/>
                      <a:pt x="5089" y="30041"/>
                      <a:pt x="5089" y="21099"/>
                    </a:cubicBezTo>
                    <a:cubicBezTo>
                      <a:pt x="5089" y="12157"/>
                      <a:pt x="12337" y="4909"/>
                      <a:pt x="21279" y="4909"/>
                    </a:cubicBezTo>
                    <a:close/>
                    <a:moveTo>
                      <a:pt x="21279" y="109"/>
                    </a:moveTo>
                    <a:cubicBezTo>
                      <a:pt x="9686" y="109"/>
                      <a:pt x="288" y="9507"/>
                      <a:pt x="288" y="21099"/>
                    </a:cubicBezTo>
                    <a:cubicBezTo>
                      <a:pt x="288" y="32692"/>
                      <a:pt x="9686" y="42090"/>
                      <a:pt x="21279" y="42090"/>
                    </a:cubicBezTo>
                    <a:cubicBezTo>
                      <a:pt x="32872" y="42090"/>
                      <a:pt x="42270" y="32692"/>
                      <a:pt x="42270" y="21099"/>
                    </a:cubicBezTo>
                    <a:lnTo>
                      <a:pt x="42270" y="21099"/>
                    </a:lnTo>
                    <a:cubicBezTo>
                      <a:pt x="42270" y="9507"/>
                      <a:pt x="32872" y="109"/>
                      <a:pt x="21279" y="109"/>
                    </a:cubicBezTo>
                    <a:close/>
                  </a:path>
                </a:pathLst>
              </a:custGeom>
              <a:solidFill>
                <a:srgbClr val="000000"/>
              </a:solidFill>
              <a:ln w="4794" cap="sq">
                <a:noFill/>
                <a:prstDash val="solid"/>
                <a:round/>
              </a:ln>
            </p:spPr>
            <p:txBody>
              <a:bodyPr rtlCol="0" anchor="ctr"/>
              <a:lstStyle/>
              <a:p>
                <a:endParaRPr lang="en-US"/>
              </a:p>
            </p:txBody>
          </p:sp>
          <p:sp>
            <p:nvSpPr>
              <p:cNvPr id="2370" name="Freeform: Shape 2369">
                <a:extLst>
                  <a:ext uri="{FF2B5EF4-FFF2-40B4-BE49-F238E27FC236}">
                    <a16:creationId xmlns:a16="http://schemas.microsoft.com/office/drawing/2014/main" id="{C253FB85-986E-4208-0801-8623147F5C2F}"/>
                  </a:ext>
                </a:extLst>
              </p:cNvPr>
              <p:cNvSpPr/>
              <p:nvPr/>
            </p:nvSpPr>
            <p:spPr>
              <a:xfrm>
                <a:off x="7544099" y="7785279"/>
                <a:ext cx="37180" cy="37180"/>
              </a:xfrm>
              <a:custGeom>
                <a:avLst/>
                <a:gdLst>
                  <a:gd name="connsiteX0" fmla="*/ 37415 w 37180"/>
                  <a:gd name="connsiteY0" fmla="*/ 18726 h 37180"/>
                  <a:gd name="connsiteX1" fmla="*/ 18824 w 37180"/>
                  <a:gd name="connsiteY1" fmla="*/ 37317 h 37180"/>
                  <a:gd name="connsiteX2" fmla="*/ 234 w 37180"/>
                  <a:gd name="connsiteY2" fmla="*/ 18726 h 37180"/>
                  <a:gd name="connsiteX3" fmla="*/ 18824 w 37180"/>
                  <a:gd name="connsiteY3" fmla="*/ 136 h 37180"/>
                  <a:gd name="connsiteX4" fmla="*/ 37415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26"/>
                    </a:moveTo>
                    <a:cubicBezTo>
                      <a:pt x="37415" y="28993"/>
                      <a:pt x="29092" y="37317"/>
                      <a:pt x="18824" y="37317"/>
                    </a:cubicBezTo>
                    <a:cubicBezTo>
                      <a:pt x="8557" y="37317"/>
                      <a:pt x="234" y="28993"/>
                      <a:pt x="234" y="18726"/>
                    </a:cubicBezTo>
                    <a:cubicBezTo>
                      <a:pt x="234" y="8459"/>
                      <a:pt x="8557" y="136"/>
                      <a:pt x="18824" y="136"/>
                    </a:cubicBezTo>
                    <a:cubicBezTo>
                      <a:pt x="29092" y="136"/>
                      <a:pt x="37415" y="8459"/>
                      <a:pt x="37415" y="18726"/>
                    </a:cubicBezTo>
                    <a:close/>
                  </a:path>
                </a:pathLst>
              </a:custGeom>
              <a:solidFill>
                <a:srgbClr val="F7B2B2"/>
              </a:solidFill>
              <a:ln w="5753" cap="sq">
                <a:noFill/>
                <a:prstDash val="solid"/>
                <a:miter/>
              </a:ln>
            </p:spPr>
            <p:txBody>
              <a:bodyPr rtlCol="0" anchor="ctr"/>
              <a:lstStyle/>
              <a:p>
                <a:endParaRPr lang="en-US"/>
              </a:p>
            </p:txBody>
          </p:sp>
          <p:sp>
            <p:nvSpPr>
              <p:cNvPr id="2371" name="Freeform: Shape 2370">
                <a:extLst>
                  <a:ext uri="{FF2B5EF4-FFF2-40B4-BE49-F238E27FC236}">
                    <a16:creationId xmlns:a16="http://schemas.microsoft.com/office/drawing/2014/main" id="{A7665D3A-38FA-1A83-8704-338077A8A4CC}"/>
                  </a:ext>
                </a:extLst>
              </p:cNvPr>
              <p:cNvSpPr/>
              <p:nvPr/>
            </p:nvSpPr>
            <p:spPr>
              <a:xfrm>
                <a:off x="7541699" y="7782879"/>
                <a:ext cx="41981" cy="41981"/>
              </a:xfrm>
              <a:custGeom>
                <a:avLst/>
                <a:gdLst>
                  <a:gd name="connsiteX0" fmla="*/ 21225 w 41981"/>
                  <a:gd name="connsiteY0" fmla="*/ 4936 h 41981"/>
                  <a:gd name="connsiteX1" fmla="*/ 37415 w 41981"/>
                  <a:gd name="connsiteY1" fmla="*/ 21126 h 41981"/>
                  <a:gd name="connsiteX2" fmla="*/ 37415 w 41981"/>
                  <a:gd name="connsiteY2" fmla="*/ 21126 h 41981"/>
                  <a:gd name="connsiteX3" fmla="*/ 21225 w 41981"/>
                  <a:gd name="connsiteY3" fmla="*/ 37317 h 41981"/>
                  <a:gd name="connsiteX4" fmla="*/ 5034 w 41981"/>
                  <a:gd name="connsiteY4" fmla="*/ 21126 h 41981"/>
                  <a:gd name="connsiteX5" fmla="*/ 21225 w 41981"/>
                  <a:gd name="connsiteY5" fmla="*/ 4936 h 41981"/>
                  <a:gd name="connsiteX6" fmla="*/ 21225 w 41981"/>
                  <a:gd name="connsiteY6" fmla="*/ 136 h 41981"/>
                  <a:gd name="connsiteX7" fmla="*/ 234 w 41981"/>
                  <a:gd name="connsiteY7" fmla="*/ 21126 h 41981"/>
                  <a:gd name="connsiteX8" fmla="*/ 21225 w 41981"/>
                  <a:gd name="connsiteY8" fmla="*/ 42117 h 41981"/>
                  <a:gd name="connsiteX9" fmla="*/ 42215 w 41981"/>
                  <a:gd name="connsiteY9" fmla="*/ 21126 h 41981"/>
                  <a:gd name="connsiteX10" fmla="*/ 42215 w 41981"/>
                  <a:gd name="connsiteY10" fmla="*/ 21126 h 41981"/>
                  <a:gd name="connsiteX11" fmla="*/ 21225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36"/>
                    </a:moveTo>
                    <a:cubicBezTo>
                      <a:pt x="30166" y="4936"/>
                      <a:pt x="37415" y="12185"/>
                      <a:pt x="37415" y="21126"/>
                    </a:cubicBezTo>
                    <a:lnTo>
                      <a:pt x="37415" y="21126"/>
                    </a:lnTo>
                    <a:cubicBezTo>
                      <a:pt x="37415" y="30068"/>
                      <a:pt x="30166" y="37317"/>
                      <a:pt x="21225" y="37317"/>
                    </a:cubicBezTo>
                    <a:cubicBezTo>
                      <a:pt x="12283" y="37317"/>
                      <a:pt x="5034" y="30068"/>
                      <a:pt x="5034" y="21126"/>
                    </a:cubicBezTo>
                    <a:cubicBezTo>
                      <a:pt x="5034" y="12185"/>
                      <a:pt x="12283" y="4936"/>
                      <a:pt x="21225" y="4936"/>
                    </a:cubicBezTo>
                    <a:close/>
                    <a:moveTo>
                      <a:pt x="21225" y="136"/>
                    </a:moveTo>
                    <a:cubicBezTo>
                      <a:pt x="9632" y="136"/>
                      <a:pt x="234" y="9534"/>
                      <a:pt x="234" y="21126"/>
                    </a:cubicBezTo>
                    <a:cubicBezTo>
                      <a:pt x="234" y="32719"/>
                      <a:pt x="9632" y="42117"/>
                      <a:pt x="21225" y="42117"/>
                    </a:cubicBezTo>
                    <a:cubicBezTo>
                      <a:pt x="32817" y="42117"/>
                      <a:pt x="42215" y="32719"/>
                      <a:pt x="42215" y="21126"/>
                    </a:cubicBezTo>
                    <a:lnTo>
                      <a:pt x="42215" y="21126"/>
                    </a:lnTo>
                    <a:cubicBezTo>
                      <a:pt x="42215" y="9534"/>
                      <a:pt x="32817" y="136"/>
                      <a:pt x="21225" y="136"/>
                    </a:cubicBezTo>
                    <a:close/>
                  </a:path>
                </a:pathLst>
              </a:custGeom>
              <a:solidFill>
                <a:srgbClr val="000000"/>
              </a:solidFill>
              <a:ln w="4794" cap="sq">
                <a:noFill/>
                <a:prstDash val="solid"/>
                <a:round/>
              </a:ln>
            </p:spPr>
            <p:txBody>
              <a:bodyPr rtlCol="0" anchor="ctr"/>
              <a:lstStyle/>
              <a:p>
                <a:endParaRPr lang="en-US"/>
              </a:p>
            </p:txBody>
          </p:sp>
          <p:sp>
            <p:nvSpPr>
              <p:cNvPr id="2372" name="Freeform: Shape 2371">
                <a:extLst>
                  <a:ext uri="{FF2B5EF4-FFF2-40B4-BE49-F238E27FC236}">
                    <a16:creationId xmlns:a16="http://schemas.microsoft.com/office/drawing/2014/main" id="{D0886B36-A886-F0C5-9B7E-F988737A3066}"/>
                  </a:ext>
                </a:extLst>
              </p:cNvPr>
              <p:cNvSpPr/>
              <p:nvPr/>
            </p:nvSpPr>
            <p:spPr>
              <a:xfrm>
                <a:off x="7643730" y="7794783"/>
                <a:ext cx="37180" cy="37180"/>
              </a:xfrm>
              <a:custGeom>
                <a:avLst/>
                <a:gdLst>
                  <a:gd name="connsiteX0" fmla="*/ 37432 w 37180"/>
                  <a:gd name="connsiteY0" fmla="*/ 18728 h 37180"/>
                  <a:gd name="connsiteX1" fmla="*/ 18842 w 37180"/>
                  <a:gd name="connsiteY1" fmla="*/ 37318 h 37180"/>
                  <a:gd name="connsiteX2" fmla="*/ 251 w 37180"/>
                  <a:gd name="connsiteY2" fmla="*/ 18728 h 37180"/>
                  <a:gd name="connsiteX3" fmla="*/ 18842 w 37180"/>
                  <a:gd name="connsiteY3" fmla="*/ 138 h 37180"/>
                  <a:gd name="connsiteX4" fmla="*/ 37432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28"/>
                    </a:moveTo>
                    <a:cubicBezTo>
                      <a:pt x="37432" y="28995"/>
                      <a:pt x="29109" y="37318"/>
                      <a:pt x="18842" y="37318"/>
                    </a:cubicBezTo>
                    <a:cubicBezTo>
                      <a:pt x="8575" y="37318"/>
                      <a:pt x="251" y="28995"/>
                      <a:pt x="251" y="18728"/>
                    </a:cubicBezTo>
                    <a:cubicBezTo>
                      <a:pt x="251" y="8461"/>
                      <a:pt x="8575" y="138"/>
                      <a:pt x="18842" y="138"/>
                    </a:cubicBezTo>
                    <a:cubicBezTo>
                      <a:pt x="29109" y="138"/>
                      <a:pt x="37432" y="8461"/>
                      <a:pt x="37432" y="18728"/>
                    </a:cubicBezTo>
                    <a:close/>
                  </a:path>
                </a:pathLst>
              </a:custGeom>
              <a:solidFill>
                <a:srgbClr val="A7F7A7"/>
              </a:solidFill>
              <a:ln w="5753" cap="sq">
                <a:noFill/>
                <a:prstDash val="solid"/>
                <a:miter/>
              </a:ln>
            </p:spPr>
            <p:txBody>
              <a:bodyPr rtlCol="0" anchor="ctr"/>
              <a:lstStyle/>
              <a:p>
                <a:endParaRPr lang="en-US"/>
              </a:p>
            </p:txBody>
          </p:sp>
          <p:sp>
            <p:nvSpPr>
              <p:cNvPr id="2373" name="Freeform: Shape 2372">
                <a:extLst>
                  <a:ext uri="{FF2B5EF4-FFF2-40B4-BE49-F238E27FC236}">
                    <a16:creationId xmlns:a16="http://schemas.microsoft.com/office/drawing/2014/main" id="{A92B355E-A534-83DC-4CE6-2C385540B322}"/>
                  </a:ext>
                </a:extLst>
              </p:cNvPr>
              <p:cNvSpPr/>
              <p:nvPr/>
            </p:nvSpPr>
            <p:spPr>
              <a:xfrm>
                <a:off x="7641329" y="7792383"/>
                <a:ext cx="41981" cy="41981"/>
              </a:xfrm>
              <a:custGeom>
                <a:avLst/>
                <a:gdLst>
                  <a:gd name="connsiteX0" fmla="*/ 21242 w 41981"/>
                  <a:gd name="connsiteY0" fmla="*/ 4938 h 41981"/>
                  <a:gd name="connsiteX1" fmla="*/ 37432 w 41981"/>
                  <a:gd name="connsiteY1" fmla="*/ 21128 h 41981"/>
                  <a:gd name="connsiteX2" fmla="*/ 37432 w 41981"/>
                  <a:gd name="connsiteY2" fmla="*/ 21128 h 41981"/>
                  <a:gd name="connsiteX3" fmla="*/ 21242 w 41981"/>
                  <a:gd name="connsiteY3" fmla="*/ 37318 h 41981"/>
                  <a:gd name="connsiteX4" fmla="*/ 5052 w 41981"/>
                  <a:gd name="connsiteY4" fmla="*/ 21128 h 41981"/>
                  <a:gd name="connsiteX5" fmla="*/ 21242 w 41981"/>
                  <a:gd name="connsiteY5" fmla="*/ 4938 h 41981"/>
                  <a:gd name="connsiteX6" fmla="*/ 21242 w 41981"/>
                  <a:gd name="connsiteY6" fmla="*/ 138 h 41981"/>
                  <a:gd name="connsiteX7" fmla="*/ 251 w 41981"/>
                  <a:gd name="connsiteY7" fmla="*/ 21128 h 41981"/>
                  <a:gd name="connsiteX8" fmla="*/ 21242 w 41981"/>
                  <a:gd name="connsiteY8" fmla="*/ 42119 h 41981"/>
                  <a:gd name="connsiteX9" fmla="*/ 42233 w 41981"/>
                  <a:gd name="connsiteY9" fmla="*/ 21128 h 41981"/>
                  <a:gd name="connsiteX10" fmla="*/ 42233 w 41981"/>
                  <a:gd name="connsiteY10" fmla="*/ 21128 h 41981"/>
                  <a:gd name="connsiteX11" fmla="*/ 21242 w 41981"/>
                  <a:gd name="connsiteY11" fmla="*/ 13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38"/>
                    </a:moveTo>
                    <a:cubicBezTo>
                      <a:pt x="30184" y="4938"/>
                      <a:pt x="37432" y="12186"/>
                      <a:pt x="37432" y="21128"/>
                    </a:cubicBezTo>
                    <a:lnTo>
                      <a:pt x="37432" y="21128"/>
                    </a:lnTo>
                    <a:cubicBezTo>
                      <a:pt x="37432" y="30070"/>
                      <a:pt x="30184" y="37318"/>
                      <a:pt x="21242" y="37318"/>
                    </a:cubicBezTo>
                    <a:cubicBezTo>
                      <a:pt x="12300" y="37318"/>
                      <a:pt x="5052" y="30070"/>
                      <a:pt x="5052" y="21128"/>
                    </a:cubicBezTo>
                    <a:cubicBezTo>
                      <a:pt x="5052" y="12186"/>
                      <a:pt x="12300" y="4938"/>
                      <a:pt x="21242" y="4938"/>
                    </a:cubicBezTo>
                    <a:close/>
                    <a:moveTo>
                      <a:pt x="21242" y="138"/>
                    </a:moveTo>
                    <a:cubicBezTo>
                      <a:pt x="9649" y="138"/>
                      <a:pt x="251" y="9536"/>
                      <a:pt x="251" y="21128"/>
                    </a:cubicBezTo>
                    <a:cubicBezTo>
                      <a:pt x="251" y="32721"/>
                      <a:pt x="9649" y="42119"/>
                      <a:pt x="21242" y="42119"/>
                    </a:cubicBezTo>
                    <a:cubicBezTo>
                      <a:pt x="32835" y="42119"/>
                      <a:pt x="42233" y="32721"/>
                      <a:pt x="42233" y="21128"/>
                    </a:cubicBezTo>
                    <a:lnTo>
                      <a:pt x="42233" y="21128"/>
                    </a:lnTo>
                    <a:cubicBezTo>
                      <a:pt x="42233" y="9536"/>
                      <a:pt x="32835" y="138"/>
                      <a:pt x="21242" y="138"/>
                    </a:cubicBezTo>
                    <a:close/>
                  </a:path>
                </a:pathLst>
              </a:custGeom>
              <a:solidFill>
                <a:srgbClr val="000000"/>
              </a:solidFill>
              <a:ln w="4794" cap="sq">
                <a:noFill/>
                <a:prstDash val="solid"/>
                <a:round/>
              </a:ln>
            </p:spPr>
            <p:txBody>
              <a:bodyPr rtlCol="0" anchor="ctr"/>
              <a:lstStyle/>
              <a:p>
                <a:endParaRPr lang="en-US"/>
              </a:p>
            </p:txBody>
          </p:sp>
          <p:sp>
            <p:nvSpPr>
              <p:cNvPr id="2374" name="Freeform: Shape 2373">
                <a:extLst>
                  <a:ext uri="{FF2B5EF4-FFF2-40B4-BE49-F238E27FC236}">
                    <a16:creationId xmlns:a16="http://schemas.microsoft.com/office/drawing/2014/main" id="{AD00F244-7251-FAAC-5088-7F19116EB5A0}"/>
                  </a:ext>
                </a:extLst>
              </p:cNvPr>
              <p:cNvSpPr/>
              <p:nvPr/>
            </p:nvSpPr>
            <p:spPr>
              <a:xfrm>
                <a:off x="7527020" y="7849106"/>
                <a:ext cx="37180" cy="37180"/>
              </a:xfrm>
              <a:custGeom>
                <a:avLst/>
                <a:gdLst>
                  <a:gd name="connsiteX0" fmla="*/ 37412 w 37180"/>
                  <a:gd name="connsiteY0" fmla="*/ 18737 h 37180"/>
                  <a:gd name="connsiteX1" fmla="*/ 18822 w 37180"/>
                  <a:gd name="connsiteY1" fmla="*/ 37328 h 37180"/>
                  <a:gd name="connsiteX2" fmla="*/ 231 w 37180"/>
                  <a:gd name="connsiteY2" fmla="*/ 18737 h 37180"/>
                  <a:gd name="connsiteX3" fmla="*/ 18822 w 37180"/>
                  <a:gd name="connsiteY3" fmla="*/ 147 h 37180"/>
                  <a:gd name="connsiteX4" fmla="*/ 37412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37"/>
                    </a:moveTo>
                    <a:cubicBezTo>
                      <a:pt x="37412" y="29005"/>
                      <a:pt x="29089" y="37328"/>
                      <a:pt x="18822" y="37328"/>
                    </a:cubicBezTo>
                    <a:cubicBezTo>
                      <a:pt x="8554" y="37328"/>
                      <a:pt x="231" y="29005"/>
                      <a:pt x="231" y="18737"/>
                    </a:cubicBezTo>
                    <a:cubicBezTo>
                      <a:pt x="231" y="8470"/>
                      <a:pt x="8554" y="147"/>
                      <a:pt x="18822" y="147"/>
                    </a:cubicBezTo>
                    <a:cubicBezTo>
                      <a:pt x="29089" y="147"/>
                      <a:pt x="37412" y="8470"/>
                      <a:pt x="37412" y="18737"/>
                    </a:cubicBezTo>
                    <a:close/>
                  </a:path>
                </a:pathLst>
              </a:custGeom>
              <a:solidFill>
                <a:srgbClr val="F7E9E9"/>
              </a:solidFill>
              <a:ln w="5753" cap="sq">
                <a:noFill/>
                <a:prstDash val="solid"/>
                <a:miter/>
              </a:ln>
            </p:spPr>
            <p:txBody>
              <a:bodyPr rtlCol="0" anchor="ctr"/>
              <a:lstStyle/>
              <a:p>
                <a:endParaRPr lang="en-US"/>
              </a:p>
            </p:txBody>
          </p:sp>
          <p:sp>
            <p:nvSpPr>
              <p:cNvPr id="2375" name="Freeform: Shape 2374">
                <a:extLst>
                  <a:ext uri="{FF2B5EF4-FFF2-40B4-BE49-F238E27FC236}">
                    <a16:creationId xmlns:a16="http://schemas.microsoft.com/office/drawing/2014/main" id="{147EC29D-F8EE-20E3-B152-583920BCA278}"/>
                  </a:ext>
                </a:extLst>
              </p:cNvPr>
              <p:cNvSpPr/>
              <p:nvPr/>
            </p:nvSpPr>
            <p:spPr>
              <a:xfrm>
                <a:off x="7524620" y="7846706"/>
                <a:ext cx="41981" cy="41981"/>
              </a:xfrm>
              <a:custGeom>
                <a:avLst/>
                <a:gdLst>
                  <a:gd name="connsiteX0" fmla="*/ 21222 w 41981"/>
                  <a:gd name="connsiteY0" fmla="*/ 4947 h 41981"/>
                  <a:gd name="connsiteX1" fmla="*/ 37412 w 41981"/>
                  <a:gd name="connsiteY1" fmla="*/ 21138 h 41981"/>
                  <a:gd name="connsiteX2" fmla="*/ 37412 w 41981"/>
                  <a:gd name="connsiteY2" fmla="*/ 21138 h 41981"/>
                  <a:gd name="connsiteX3" fmla="*/ 21222 w 41981"/>
                  <a:gd name="connsiteY3" fmla="*/ 37328 h 41981"/>
                  <a:gd name="connsiteX4" fmla="*/ 5031 w 41981"/>
                  <a:gd name="connsiteY4" fmla="*/ 21138 h 41981"/>
                  <a:gd name="connsiteX5" fmla="*/ 21222 w 41981"/>
                  <a:gd name="connsiteY5" fmla="*/ 4947 h 41981"/>
                  <a:gd name="connsiteX6" fmla="*/ 21222 w 41981"/>
                  <a:gd name="connsiteY6" fmla="*/ 147 h 41981"/>
                  <a:gd name="connsiteX7" fmla="*/ 231 w 41981"/>
                  <a:gd name="connsiteY7" fmla="*/ 21138 h 41981"/>
                  <a:gd name="connsiteX8" fmla="*/ 21222 w 41981"/>
                  <a:gd name="connsiteY8" fmla="*/ 42128 h 41981"/>
                  <a:gd name="connsiteX9" fmla="*/ 42212 w 41981"/>
                  <a:gd name="connsiteY9" fmla="*/ 21138 h 41981"/>
                  <a:gd name="connsiteX10" fmla="*/ 42212 w 41981"/>
                  <a:gd name="connsiteY10" fmla="*/ 21138 h 41981"/>
                  <a:gd name="connsiteX11" fmla="*/ 21222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47"/>
                    </a:moveTo>
                    <a:cubicBezTo>
                      <a:pt x="30164" y="4947"/>
                      <a:pt x="37412" y="12196"/>
                      <a:pt x="37412" y="21138"/>
                    </a:cubicBezTo>
                    <a:lnTo>
                      <a:pt x="37412" y="21138"/>
                    </a:lnTo>
                    <a:cubicBezTo>
                      <a:pt x="37412" y="30079"/>
                      <a:pt x="30164" y="37328"/>
                      <a:pt x="21222" y="37328"/>
                    </a:cubicBezTo>
                    <a:cubicBezTo>
                      <a:pt x="12280" y="37328"/>
                      <a:pt x="5031" y="30079"/>
                      <a:pt x="5031" y="21138"/>
                    </a:cubicBezTo>
                    <a:cubicBezTo>
                      <a:pt x="5031" y="12196"/>
                      <a:pt x="12280" y="4947"/>
                      <a:pt x="21222" y="4947"/>
                    </a:cubicBezTo>
                    <a:close/>
                    <a:moveTo>
                      <a:pt x="21222" y="147"/>
                    </a:moveTo>
                    <a:cubicBezTo>
                      <a:pt x="9629" y="147"/>
                      <a:pt x="231" y="9545"/>
                      <a:pt x="231" y="21138"/>
                    </a:cubicBezTo>
                    <a:cubicBezTo>
                      <a:pt x="231" y="32730"/>
                      <a:pt x="9629" y="42128"/>
                      <a:pt x="21222" y="42128"/>
                    </a:cubicBezTo>
                    <a:cubicBezTo>
                      <a:pt x="32814" y="42128"/>
                      <a:pt x="42212" y="32730"/>
                      <a:pt x="42212" y="21138"/>
                    </a:cubicBezTo>
                    <a:lnTo>
                      <a:pt x="42212" y="21138"/>
                    </a:lnTo>
                    <a:cubicBezTo>
                      <a:pt x="42212" y="9545"/>
                      <a:pt x="32814" y="147"/>
                      <a:pt x="21222" y="147"/>
                    </a:cubicBezTo>
                    <a:close/>
                  </a:path>
                </a:pathLst>
              </a:custGeom>
              <a:solidFill>
                <a:srgbClr val="000000"/>
              </a:solidFill>
              <a:ln w="4794" cap="sq">
                <a:noFill/>
                <a:prstDash val="solid"/>
                <a:round/>
              </a:ln>
            </p:spPr>
            <p:txBody>
              <a:bodyPr rtlCol="0" anchor="ctr"/>
              <a:lstStyle/>
              <a:p>
                <a:endParaRPr lang="en-US"/>
              </a:p>
            </p:txBody>
          </p:sp>
          <p:sp>
            <p:nvSpPr>
              <p:cNvPr id="2376" name="Freeform: Shape 2375">
                <a:extLst>
                  <a:ext uri="{FF2B5EF4-FFF2-40B4-BE49-F238E27FC236}">
                    <a16:creationId xmlns:a16="http://schemas.microsoft.com/office/drawing/2014/main" id="{332A6473-1A6D-3C30-032A-1B849BB3E118}"/>
                  </a:ext>
                </a:extLst>
              </p:cNvPr>
              <p:cNvSpPr/>
              <p:nvPr/>
            </p:nvSpPr>
            <p:spPr>
              <a:xfrm>
                <a:off x="7642013" y="7765862"/>
                <a:ext cx="37180" cy="37180"/>
              </a:xfrm>
              <a:custGeom>
                <a:avLst/>
                <a:gdLst>
                  <a:gd name="connsiteX0" fmla="*/ 37432 w 37180"/>
                  <a:gd name="connsiteY0" fmla="*/ 18723 h 37180"/>
                  <a:gd name="connsiteX1" fmla="*/ 18841 w 37180"/>
                  <a:gd name="connsiteY1" fmla="*/ 37313 h 37180"/>
                  <a:gd name="connsiteX2" fmla="*/ 251 w 37180"/>
                  <a:gd name="connsiteY2" fmla="*/ 18723 h 37180"/>
                  <a:gd name="connsiteX3" fmla="*/ 18841 w 37180"/>
                  <a:gd name="connsiteY3" fmla="*/ 132 h 37180"/>
                  <a:gd name="connsiteX4" fmla="*/ 37432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23"/>
                    </a:moveTo>
                    <a:cubicBezTo>
                      <a:pt x="37432" y="28990"/>
                      <a:pt x="29109" y="37313"/>
                      <a:pt x="18841" y="37313"/>
                    </a:cubicBezTo>
                    <a:cubicBezTo>
                      <a:pt x="8574" y="37313"/>
                      <a:pt x="251" y="28990"/>
                      <a:pt x="251" y="18723"/>
                    </a:cubicBezTo>
                    <a:cubicBezTo>
                      <a:pt x="251" y="8456"/>
                      <a:pt x="8574" y="132"/>
                      <a:pt x="18841" y="132"/>
                    </a:cubicBezTo>
                    <a:cubicBezTo>
                      <a:pt x="29109" y="132"/>
                      <a:pt x="37432" y="8456"/>
                      <a:pt x="37432" y="18723"/>
                    </a:cubicBezTo>
                    <a:close/>
                  </a:path>
                </a:pathLst>
              </a:custGeom>
              <a:solidFill>
                <a:srgbClr val="F7E0E0"/>
              </a:solidFill>
              <a:ln w="5753" cap="sq">
                <a:noFill/>
                <a:prstDash val="solid"/>
                <a:miter/>
              </a:ln>
            </p:spPr>
            <p:txBody>
              <a:bodyPr rtlCol="0" anchor="ctr"/>
              <a:lstStyle/>
              <a:p>
                <a:endParaRPr lang="en-US"/>
              </a:p>
            </p:txBody>
          </p:sp>
          <p:sp>
            <p:nvSpPr>
              <p:cNvPr id="2377" name="Freeform: Shape 2376">
                <a:extLst>
                  <a:ext uri="{FF2B5EF4-FFF2-40B4-BE49-F238E27FC236}">
                    <a16:creationId xmlns:a16="http://schemas.microsoft.com/office/drawing/2014/main" id="{C684B022-A668-2A4D-6264-B2B3AD9DF887}"/>
                  </a:ext>
                </a:extLst>
              </p:cNvPr>
              <p:cNvSpPr/>
              <p:nvPr/>
            </p:nvSpPr>
            <p:spPr>
              <a:xfrm>
                <a:off x="7639613" y="7763462"/>
                <a:ext cx="41981" cy="41981"/>
              </a:xfrm>
              <a:custGeom>
                <a:avLst/>
                <a:gdLst>
                  <a:gd name="connsiteX0" fmla="*/ 21242 w 41981"/>
                  <a:gd name="connsiteY0" fmla="*/ 4933 h 41981"/>
                  <a:gd name="connsiteX1" fmla="*/ 37432 w 41981"/>
                  <a:gd name="connsiteY1" fmla="*/ 21123 h 41981"/>
                  <a:gd name="connsiteX2" fmla="*/ 37432 w 41981"/>
                  <a:gd name="connsiteY2" fmla="*/ 21123 h 41981"/>
                  <a:gd name="connsiteX3" fmla="*/ 21242 w 41981"/>
                  <a:gd name="connsiteY3" fmla="*/ 37313 h 41981"/>
                  <a:gd name="connsiteX4" fmla="*/ 5051 w 41981"/>
                  <a:gd name="connsiteY4" fmla="*/ 21123 h 41981"/>
                  <a:gd name="connsiteX5" fmla="*/ 21242 w 41981"/>
                  <a:gd name="connsiteY5" fmla="*/ 4933 h 41981"/>
                  <a:gd name="connsiteX6" fmla="*/ 21242 w 41981"/>
                  <a:gd name="connsiteY6" fmla="*/ 132 h 41981"/>
                  <a:gd name="connsiteX7" fmla="*/ 251 w 41981"/>
                  <a:gd name="connsiteY7" fmla="*/ 21123 h 41981"/>
                  <a:gd name="connsiteX8" fmla="*/ 21242 w 41981"/>
                  <a:gd name="connsiteY8" fmla="*/ 42114 h 41981"/>
                  <a:gd name="connsiteX9" fmla="*/ 42232 w 41981"/>
                  <a:gd name="connsiteY9" fmla="*/ 21123 h 41981"/>
                  <a:gd name="connsiteX10" fmla="*/ 42232 w 41981"/>
                  <a:gd name="connsiteY10" fmla="*/ 21123 h 41981"/>
                  <a:gd name="connsiteX11" fmla="*/ 21242 w 41981"/>
                  <a:gd name="connsiteY11" fmla="*/ 13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33"/>
                    </a:moveTo>
                    <a:cubicBezTo>
                      <a:pt x="30183" y="4933"/>
                      <a:pt x="37432" y="12181"/>
                      <a:pt x="37432" y="21123"/>
                    </a:cubicBezTo>
                    <a:lnTo>
                      <a:pt x="37432" y="21123"/>
                    </a:lnTo>
                    <a:cubicBezTo>
                      <a:pt x="37432" y="30065"/>
                      <a:pt x="30183" y="37313"/>
                      <a:pt x="21242" y="37313"/>
                    </a:cubicBezTo>
                    <a:cubicBezTo>
                      <a:pt x="12300" y="37313"/>
                      <a:pt x="5051" y="30065"/>
                      <a:pt x="5051" y="21123"/>
                    </a:cubicBezTo>
                    <a:cubicBezTo>
                      <a:pt x="5051" y="12181"/>
                      <a:pt x="12300" y="4933"/>
                      <a:pt x="21242" y="4933"/>
                    </a:cubicBezTo>
                    <a:close/>
                    <a:moveTo>
                      <a:pt x="21242" y="132"/>
                    </a:moveTo>
                    <a:cubicBezTo>
                      <a:pt x="9649" y="132"/>
                      <a:pt x="251" y="9531"/>
                      <a:pt x="251" y="21123"/>
                    </a:cubicBezTo>
                    <a:cubicBezTo>
                      <a:pt x="251" y="32716"/>
                      <a:pt x="9649" y="42114"/>
                      <a:pt x="21242" y="42114"/>
                    </a:cubicBezTo>
                    <a:cubicBezTo>
                      <a:pt x="32834" y="42114"/>
                      <a:pt x="42232" y="32716"/>
                      <a:pt x="42232" y="21123"/>
                    </a:cubicBezTo>
                    <a:lnTo>
                      <a:pt x="42232" y="21123"/>
                    </a:lnTo>
                    <a:cubicBezTo>
                      <a:pt x="42232" y="9531"/>
                      <a:pt x="32834" y="132"/>
                      <a:pt x="21242" y="132"/>
                    </a:cubicBezTo>
                    <a:close/>
                  </a:path>
                </a:pathLst>
              </a:custGeom>
              <a:solidFill>
                <a:srgbClr val="000000"/>
              </a:solidFill>
              <a:ln w="4794" cap="sq">
                <a:noFill/>
                <a:prstDash val="solid"/>
                <a:round/>
              </a:ln>
            </p:spPr>
            <p:txBody>
              <a:bodyPr rtlCol="0" anchor="ctr"/>
              <a:lstStyle/>
              <a:p>
                <a:endParaRPr lang="en-US"/>
              </a:p>
            </p:txBody>
          </p:sp>
          <p:sp>
            <p:nvSpPr>
              <p:cNvPr id="2378" name="Freeform: Shape 2377">
                <a:extLst>
                  <a:ext uri="{FF2B5EF4-FFF2-40B4-BE49-F238E27FC236}">
                    <a16:creationId xmlns:a16="http://schemas.microsoft.com/office/drawing/2014/main" id="{68B5BE34-58BC-2195-5FC4-AB4AAB828ADF}"/>
                  </a:ext>
                </a:extLst>
              </p:cNvPr>
              <p:cNvSpPr/>
              <p:nvPr/>
            </p:nvSpPr>
            <p:spPr>
              <a:xfrm>
                <a:off x="7717429" y="8138816"/>
                <a:ext cx="37180" cy="37180"/>
              </a:xfrm>
              <a:custGeom>
                <a:avLst/>
                <a:gdLst>
                  <a:gd name="connsiteX0" fmla="*/ 37445 w 37180"/>
                  <a:gd name="connsiteY0" fmla="*/ 18788 h 37180"/>
                  <a:gd name="connsiteX1" fmla="*/ 18855 w 37180"/>
                  <a:gd name="connsiteY1" fmla="*/ 37378 h 37180"/>
                  <a:gd name="connsiteX2" fmla="*/ 264 w 37180"/>
                  <a:gd name="connsiteY2" fmla="*/ 18788 h 37180"/>
                  <a:gd name="connsiteX3" fmla="*/ 18855 w 37180"/>
                  <a:gd name="connsiteY3" fmla="*/ 197 h 37180"/>
                  <a:gd name="connsiteX4" fmla="*/ 37445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88"/>
                    </a:moveTo>
                    <a:cubicBezTo>
                      <a:pt x="37445" y="29055"/>
                      <a:pt x="29122" y="37378"/>
                      <a:pt x="18855" y="37378"/>
                    </a:cubicBezTo>
                    <a:cubicBezTo>
                      <a:pt x="8587" y="37378"/>
                      <a:pt x="264" y="29055"/>
                      <a:pt x="264" y="18788"/>
                    </a:cubicBezTo>
                    <a:cubicBezTo>
                      <a:pt x="264" y="8520"/>
                      <a:pt x="8587" y="197"/>
                      <a:pt x="18855" y="197"/>
                    </a:cubicBezTo>
                    <a:cubicBezTo>
                      <a:pt x="29122" y="197"/>
                      <a:pt x="37445" y="8520"/>
                      <a:pt x="37445" y="18788"/>
                    </a:cubicBezTo>
                    <a:close/>
                  </a:path>
                </a:pathLst>
              </a:custGeom>
              <a:solidFill>
                <a:srgbClr val="F7A5A4"/>
              </a:solidFill>
              <a:ln w="5753" cap="sq">
                <a:noFill/>
                <a:prstDash val="solid"/>
                <a:miter/>
              </a:ln>
            </p:spPr>
            <p:txBody>
              <a:bodyPr rtlCol="0" anchor="ctr"/>
              <a:lstStyle/>
              <a:p>
                <a:endParaRPr lang="en-US"/>
              </a:p>
            </p:txBody>
          </p:sp>
          <p:sp>
            <p:nvSpPr>
              <p:cNvPr id="2379" name="Freeform: Shape 2378">
                <a:extLst>
                  <a:ext uri="{FF2B5EF4-FFF2-40B4-BE49-F238E27FC236}">
                    <a16:creationId xmlns:a16="http://schemas.microsoft.com/office/drawing/2014/main" id="{74905EAF-7E58-2810-76B4-CD612965AEF9}"/>
                  </a:ext>
                </a:extLst>
              </p:cNvPr>
              <p:cNvSpPr/>
              <p:nvPr/>
            </p:nvSpPr>
            <p:spPr>
              <a:xfrm>
                <a:off x="7715029" y="8136416"/>
                <a:ext cx="41981" cy="41981"/>
              </a:xfrm>
              <a:custGeom>
                <a:avLst/>
                <a:gdLst>
                  <a:gd name="connsiteX0" fmla="*/ 21255 w 41981"/>
                  <a:gd name="connsiteY0" fmla="*/ 4998 h 41981"/>
                  <a:gd name="connsiteX1" fmla="*/ 37445 w 41981"/>
                  <a:gd name="connsiteY1" fmla="*/ 21188 h 41981"/>
                  <a:gd name="connsiteX2" fmla="*/ 37445 w 41981"/>
                  <a:gd name="connsiteY2" fmla="*/ 21188 h 41981"/>
                  <a:gd name="connsiteX3" fmla="*/ 21255 w 41981"/>
                  <a:gd name="connsiteY3" fmla="*/ 37378 h 41981"/>
                  <a:gd name="connsiteX4" fmla="*/ 5065 w 41981"/>
                  <a:gd name="connsiteY4" fmla="*/ 21188 h 41981"/>
                  <a:gd name="connsiteX5" fmla="*/ 21255 w 41981"/>
                  <a:gd name="connsiteY5" fmla="*/ 4998 h 41981"/>
                  <a:gd name="connsiteX6" fmla="*/ 21255 w 41981"/>
                  <a:gd name="connsiteY6" fmla="*/ 197 h 41981"/>
                  <a:gd name="connsiteX7" fmla="*/ 264 w 41981"/>
                  <a:gd name="connsiteY7" fmla="*/ 21188 h 41981"/>
                  <a:gd name="connsiteX8" fmla="*/ 21255 w 41981"/>
                  <a:gd name="connsiteY8" fmla="*/ 42178 h 41981"/>
                  <a:gd name="connsiteX9" fmla="*/ 42245 w 41981"/>
                  <a:gd name="connsiteY9" fmla="*/ 21188 h 41981"/>
                  <a:gd name="connsiteX10" fmla="*/ 42245 w 41981"/>
                  <a:gd name="connsiteY10" fmla="*/ 21188 h 41981"/>
                  <a:gd name="connsiteX11" fmla="*/ 21255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98"/>
                    </a:moveTo>
                    <a:cubicBezTo>
                      <a:pt x="30197" y="4998"/>
                      <a:pt x="37445" y="12246"/>
                      <a:pt x="37445" y="21188"/>
                    </a:cubicBezTo>
                    <a:lnTo>
                      <a:pt x="37445" y="21188"/>
                    </a:lnTo>
                    <a:cubicBezTo>
                      <a:pt x="37445" y="30130"/>
                      <a:pt x="30197" y="37378"/>
                      <a:pt x="21255" y="37378"/>
                    </a:cubicBezTo>
                    <a:cubicBezTo>
                      <a:pt x="12313" y="37378"/>
                      <a:pt x="5065" y="30130"/>
                      <a:pt x="5065" y="21188"/>
                    </a:cubicBezTo>
                    <a:cubicBezTo>
                      <a:pt x="5065" y="12246"/>
                      <a:pt x="12313" y="4998"/>
                      <a:pt x="21255" y="4998"/>
                    </a:cubicBezTo>
                    <a:close/>
                    <a:moveTo>
                      <a:pt x="21255" y="197"/>
                    </a:moveTo>
                    <a:cubicBezTo>
                      <a:pt x="9662" y="197"/>
                      <a:pt x="264" y="9595"/>
                      <a:pt x="264" y="21188"/>
                    </a:cubicBezTo>
                    <a:cubicBezTo>
                      <a:pt x="264" y="32780"/>
                      <a:pt x="9662" y="42178"/>
                      <a:pt x="21255" y="42178"/>
                    </a:cubicBezTo>
                    <a:cubicBezTo>
                      <a:pt x="32847" y="42178"/>
                      <a:pt x="42245" y="32780"/>
                      <a:pt x="42245" y="21188"/>
                    </a:cubicBezTo>
                    <a:lnTo>
                      <a:pt x="42245" y="21188"/>
                    </a:lnTo>
                    <a:cubicBezTo>
                      <a:pt x="42245" y="9595"/>
                      <a:pt x="32847" y="197"/>
                      <a:pt x="21255" y="197"/>
                    </a:cubicBezTo>
                    <a:close/>
                  </a:path>
                </a:pathLst>
              </a:custGeom>
              <a:solidFill>
                <a:srgbClr val="000000"/>
              </a:solidFill>
              <a:ln w="4794" cap="sq">
                <a:noFill/>
                <a:prstDash val="solid"/>
                <a:round/>
              </a:ln>
            </p:spPr>
            <p:txBody>
              <a:bodyPr rtlCol="0" anchor="ctr"/>
              <a:lstStyle/>
              <a:p>
                <a:endParaRPr lang="en-US"/>
              </a:p>
            </p:txBody>
          </p:sp>
          <p:sp>
            <p:nvSpPr>
              <p:cNvPr id="2380" name="Freeform: Shape 2379">
                <a:extLst>
                  <a:ext uri="{FF2B5EF4-FFF2-40B4-BE49-F238E27FC236}">
                    <a16:creationId xmlns:a16="http://schemas.microsoft.com/office/drawing/2014/main" id="{F6084C78-5991-E8BA-815A-6D4E2D8EAE69}"/>
                  </a:ext>
                </a:extLst>
              </p:cNvPr>
              <p:cNvSpPr/>
              <p:nvPr/>
            </p:nvSpPr>
            <p:spPr>
              <a:xfrm>
                <a:off x="7733280" y="8112545"/>
                <a:ext cx="37180" cy="37180"/>
              </a:xfrm>
              <a:custGeom>
                <a:avLst/>
                <a:gdLst>
                  <a:gd name="connsiteX0" fmla="*/ 37448 w 37180"/>
                  <a:gd name="connsiteY0" fmla="*/ 18783 h 37180"/>
                  <a:gd name="connsiteX1" fmla="*/ 18857 w 37180"/>
                  <a:gd name="connsiteY1" fmla="*/ 37373 h 37180"/>
                  <a:gd name="connsiteX2" fmla="*/ 267 w 37180"/>
                  <a:gd name="connsiteY2" fmla="*/ 18783 h 37180"/>
                  <a:gd name="connsiteX3" fmla="*/ 18857 w 37180"/>
                  <a:gd name="connsiteY3" fmla="*/ 193 h 37180"/>
                  <a:gd name="connsiteX4" fmla="*/ 37448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83"/>
                    </a:moveTo>
                    <a:cubicBezTo>
                      <a:pt x="37448" y="29050"/>
                      <a:pt x="29125" y="37373"/>
                      <a:pt x="18857" y="37373"/>
                    </a:cubicBezTo>
                    <a:cubicBezTo>
                      <a:pt x="8590" y="37373"/>
                      <a:pt x="267" y="29050"/>
                      <a:pt x="267" y="18783"/>
                    </a:cubicBezTo>
                    <a:cubicBezTo>
                      <a:pt x="267" y="8516"/>
                      <a:pt x="8590" y="193"/>
                      <a:pt x="18857" y="193"/>
                    </a:cubicBezTo>
                    <a:cubicBezTo>
                      <a:pt x="29125" y="193"/>
                      <a:pt x="37448" y="8516"/>
                      <a:pt x="37448" y="18783"/>
                    </a:cubicBezTo>
                    <a:close/>
                  </a:path>
                </a:pathLst>
              </a:custGeom>
              <a:solidFill>
                <a:srgbClr val="F7ECEC"/>
              </a:solidFill>
              <a:ln w="5753" cap="sq">
                <a:noFill/>
                <a:prstDash val="solid"/>
                <a:miter/>
              </a:ln>
            </p:spPr>
            <p:txBody>
              <a:bodyPr rtlCol="0" anchor="ctr"/>
              <a:lstStyle/>
              <a:p>
                <a:endParaRPr lang="en-US"/>
              </a:p>
            </p:txBody>
          </p:sp>
          <p:sp>
            <p:nvSpPr>
              <p:cNvPr id="2381" name="Freeform: Shape 2380">
                <a:extLst>
                  <a:ext uri="{FF2B5EF4-FFF2-40B4-BE49-F238E27FC236}">
                    <a16:creationId xmlns:a16="http://schemas.microsoft.com/office/drawing/2014/main" id="{46C77219-F79D-FDA2-E418-BEBB40B95A7D}"/>
                  </a:ext>
                </a:extLst>
              </p:cNvPr>
              <p:cNvSpPr/>
              <p:nvPr/>
            </p:nvSpPr>
            <p:spPr>
              <a:xfrm>
                <a:off x="7730880" y="8110145"/>
                <a:ext cx="41981" cy="41981"/>
              </a:xfrm>
              <a:custGeom>
                <a:avLst/>
                <a:gdLst>
                  <a:gd name="connsiteX0" fmla="*/ 21258 w 41981"/>
                  <a:gd name="connsiteY0" fmla="*/ 4993 h 41981"/>
                  <a:gd name="connsiteX1" fmla="*/ 37448 w 41981"/>
                  <a:gd name="connsiteY1" fmla="*/ 21183 h 41981"/>
                  <a:gd name="connsiteX2" fmla="*/ 37448 w 41981"/>
                  <a:gd name="connsiteY2" fmla="*/ 21183 h 41981"/>
                  <a:gd name="connsiteX3" fmla="*/ 21258 w 41981"/>
                  <a:gd name="connsiteY3" fmla="*/ 37373 h 41981"/>
                  <a:gd name="connsiteX4" fmla="*/ 5067 w 41981"/>
                  <a:gd name="connsiteY4" fmla="*/ 21183 h 41981"/>
                  <a:gd name="connsiteX5" fmla="*/ 21258 w 41981"/>
                  <a:gd name="connsiteY5" fmla="*/ 4993 h 41981"/>
                  <a:gd name="connsiteX6" fmla="*/ 21258 w 41981"/>
                  <a:gd name="connsiteY6" fmla="*/ 193 h 41981"/>
                  <a:gd name="connsiteX7" fmla="*/ 267 w 41981"/>
                  <a:gd name="connsiteY7" fmla="*/ 21183 h 41981"/>
                  <a:gd name="connsiteX8" fmla="*/ 21258 w 41981"/>
                  <a:gd name="connsiteY8" fmla="*/ 42174 h 41981"/>
                  <a:gd name="connsiteX9" fmla="*/ 42248 w 41981"/>
                  <a:gd name="connsiteY9" fmla="*/ 21183 h 41981"/>
                  <a:gd name="connsiteX10" fmla="*/ 42248 w 41981"/>
                  <a:gd name="connsiteY10" fmla="*/ 21183 h 41981"/>
                  <a:gd name="connsiteX11" fmla="*/ 21258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93"/>
                    </a:moveTo>
                    <a:cubicBezTo>
                      <a:pt x="30199" y="4993"/>
                      <a:pt x="37448" y="12241"/>
                      <a:pt x="37448" y="21183"/>
                    </a:cubicBezTo>
                    <a:lnTo>
                      <a:pt x="37448" y="21183"/>
                    </a:lnTo>
                    <a:cubicBezTo>
                      <a:pt x="37448" y="30125"/>
                      <a:pt x="30199" y="37373"/>
                      <a:pt x="21258" y="37373"/>
                    </a:cubicBezTo>
                    <a:cubicBezTo>
                      <a:pt x="12316" y="37373"/>
                      <a:pt x="5067" y="30125"/>
                      <a:pt x="5067" y="21183"/>
                    </a:cubicBezTo>
                    <a:cubicBezTo>
                      <a:pt x="5067" y="12241"/>
                      <a:pt x="12316" y="4993"/>
                      <a:pt x="21258" y="4993"/>
                    </a:cubicBezTo>
                    <a:close/>
                    <a:moveTo>
                      <a:pt x="21258" y="193"/>
                    </a:moveTo>
                    <a:cubicBezTo>
                      <a:pt x="9665" y="193"/>
                      <a:pt x="267" y="9591"/>
                      <a:pt x="267" y="21183"/>
                    </a:cubicBezTo>
                    <a:cubicBezTo>
                      <a:pt x="267" y="32776"/>
                      <a:pt x="9665" y="42174"/>
                      <a:pt x="21258" y="42174"/>
                    </a:cubicBezTo>
                    <a:cubicBezTo>
                      <a:pt x="32850" y="42174"/>
                      <a:pt x="42248" y="32776"/>
                      <a:pt x="42248" y="21183"/>
                    </a:cubicBezTo>
                    <a:lnTo>
                      <a:pt x="42248" y="21183"/>
                    </a:lnTo>
                    <a:cubicBezTo>
                      <a:pt x="42248" y="9591"/>
                      <a:pt x="32850" y="193"/>
                      <a:pt x="21258" y="193"/>
                    </a:cubicBezTo>
                    <a:close/>
                  </a:path>
                </a:pathLst>
              </a:custGeom>
              <a:solidFill>
                <a:srgbClr val="000000"/>
              </a:solidFill>
              <a:ln w="4794" cap="sq">
                <a:noFill/>
                <a:prstDash val="solid"/>
                <a:round/>
              </a:ln>
            </p:spPr>
            <p:txBody>
              <a:bodyPr rtlCol="0" anchor="ctr"/>
              <a:lstStyle/>
              <a:p>
                <a:endParaRPr lang="en-US"/>
              </a:p>
            </p:txBody>
          </p:sp>
          <p:sp>
            <p:nvSpPr>
              <p:cNvPr id="2382" name="Freeform: Shape 2381">
                <a:extLst>
                  <a:ext uri="{FF2B5EF4-FFF2-40B4-BE49-F238E27FC236}">
                    <a16:creationId xmlns:a16="http://schemas.microsoft.com/office/drawing/2014/main" id="{D3F9DA43-318D-81A8-8C0B-CBA4F8890701}"/>
                  </a:ext>
                </a:extLst>
              </p:cNvPr>
              <p:cNvSpPr/>
              <p:nvPr/>
            </p:nvSpPr>
            <p:spPr>
              <a:xfrm>
                <a:off x="7712037" y="8048701"/>
                <a:ext cx="37180" cy="37180"/>
              </a:xfrm>
              <a:custGeom>
                <a:avLst/>
                <a:gdLst>
                  <a:gd name="connsiteX0" fmla="*/ 37444 w 37180"/>
                  <a:gd name="connsiteY0" fmla="*/ 18772 h 37180"/>
                  <a:gd name="connsiteX1" fmla="*/ 18854 w 37180"/>
                  <a:gd name="connsiteY1" fmla="*/ 37362 h 37180"/>
                  <a:gd name="connsiteX2" fmla="*/ 263 w 37180"/>
                  <a:gd name="connsiteY2" fmla="*/ 18772 h 37180"/>
                  <a:gd name="connsiteX3" fmla="*/ 18854 w 37180"/>
                  <a:gd name="connsiteY3" fmla="*/ 182 h 37180"/>
                  <a:gd name="connsiteX4" fmla="*/ 37444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2"/>
                    </a:moveTo>
                    <a:cubicBezTo>
                      <a:pt x="37444" y="29039"/>
                      <a:pt x="29121" y="37362"/>
                      <a:pt x="18854" y="37362"/>
                    </a:cubicBezTo>
                    <a:cubicBezTo>
                      <a:pt x="8586" y="37362"/>
                      <a:pt x="263" y="29039"/>
                      <a:pt x="263" y="18772"/>
                    </a:cubicBezTo>
                    <a:cubicBezTo>
                      <a:pt x="263" y="8505"/>
                      <a:pt x="8586" y="182"/>
                      <a:pt x="18854" y="182"/>
                    </a:cubicBezTo>
                    <a:cubicBezTo>
                      <a:pt x="29121" y="182"/>
                      <a:pt x="37444" y="8505"/>
                      <a:pt x="37444" y="18772"/>
                    </a:cubicBezTo>
                    <a:close/>
                  </a:path>
                </a:pathLst>
              </a:custGeom>
              <a:solidFill>
                <a:srgbClr val="F3F7F3"/>
              </a:solidFill>
              <a:ln w="5753" cap="sq">
                <a:noFill/>
                <a:prstDash val="solid"/>
                <a:miter/>
              </a:ln>
            </p:spPr>
            <p:txBody>
              <a:bodyPr rtlCol="0" anchor="ctr"/>
              <a:lstStyle/>
              <a:p>
                <a:endParaRPr lang="en-US"/>
              </a:p>
            </p:txBody>
          </p:sp>
          <p:sp>
            <p:nvSpPr>
              <p:cNvPr id="2383" name="Freeform: Shape 2382">
                <a:extLst>
                  <a:ext uri="{FF2B5EF4-FFF2-40B4-BE49-F238E27FC236}">
                    <a16:creationId xmlns:a16="http://schemas.microsoft.com/office/drawing/2014/main" id="{5A3F44C3-4CBF-FF38-E9FB-A0415462825C}"/>
                  </a:ext>
                </a:extLst>
              </p:cNvPr>
              <p:cNvSpPr/>
              <p:nvPr/>
            </p:nvSpPr>
            <p:spPr>
              <a:xfrm>
                <a:off x="7709637" y="8046301"/>
                <a:ext cx="41981" cy="41981"/>
              </a:xfrm>
              <a:custGeom>
                <a:avLst/>
                <a:gdLst>
                  <a:gd name="connsiteX0" fmla="*/ 21254 w 41981"/>
                  <a:gd name="connsiteY0" fmla="*/ 4982 h 41981"/>
                  <a:gd name="connsiteX1" fmla="*/ 37444 w 41981"/>
                  <a:gd name="connsiteY1" fmla="*/ 21172 h 41981"/>
                  <a:gd name="connsiteX2" fmla="*/ 37444 w 41981"/>
                  <a:gd name="connsiteY2" fmla="*/ 21172 h 41981"/>
                  <a:gd name="connsiteX3" fmla="*/ 21254 w 41981"/>
                  <a:gd name="connsiteY3" fmla="*/ 37362 h 41981"/>
                  <a:gd name="connsiteX4" fmla="*/ 5064 w 41981"/>
                  <a:gd name="connsiteY4" fmla="*/ 21172 h 41981"/>
                  <a:gd name="connsiteX5" fmla="*/ 21254 w 41981"/>
                  <a:gd name="connsiteY5" fmla="*/ 4982 h 41981"/>
                  <a:gd name="connsiteX6" fmla="*/ 21254 w 41981"/>
                  <a:gd name="connsiteY6" fmla="*/ 182 h 41981"/>
                  <a:gd name="connsiteX7" fmla="*/ 263 w 41981"/>
                  <a:gd name="connsiteY7" fmla="*/ 21172 h 41981"/>
                  <a:gd name="connsiteX8" fmla="*/ 21254 w 41981"/>
                  <a:gd name="connsiteY8" fmla="*/ 42163 h 41981"/>
                  <a:gd name="connsiteX9" fmla="*/ 42244 w 41981"/>
                  <a:gd name="connsiteY9" fmla="*/ 21172 h 41981"/>
                  <a:gd name="connsiteX10" fmla="*/ 42244 w 41981"/>
                  <a:gd name="connsiteY10" fmla="*/ 21172 h 41981"/>
                  <a:gd name="connsiteX11" fmla="*/ 21254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2"/>
                    </a:moveTo>
                    <a:cubicBezTo>
                      <a:pt x="30196" y="4982"/>
                      <a:pt x="37444" y="12230"/>
                      <a:pt x="37444" y="21172"/>
                    </a:cubicBezTo>
                    <a:lnTo>
                      <a:pt x="37444" y="21172"/>
                    </a:lnTo>
                    <a:cubicBezTo>
                      <a:pt x="37444" y="30114"/>
                      <a:pt x="30196" y="37362"/>
                      <a:pt x="21254" y="37362"/>
                    </a:cubicBezTo>
                    <a:cubicBezTo>
                      <a:pt x="12312" y="37362"/>
                      <a:pt x="5064" y="30114"/>
                      <a:pt x="5064" y="21172"/>
                    </a:cubicBezTo>
                    <a:cubicBezTo>
                      <a:pt x="5064" y="12230"/>
                      <a:pt x="12312" y="4982"/>
                      <a:pt x="21254" y="4982"/>
                    </a:cubicBezTo>
                    <a:close/>
                    <a:moveTo>
                      <a:pt x="21254" y="182"/>
                    </a:moveTo>
                    <a:cubicBezTo>
                      <a:pt x="9661" y="182"/>
                      <a:pt x="263" y="9580"/>
                      <a:pt x="263" y="21172"/>
                    </a:cubicBezTo>
                    <a:cubicBezTo>
                      <a:pt x="263" y="32765"/>
                      <a:pt x="9661" y="42163"/>
                      <a:pt x="21254" y="42163"/>
                    </a:cubicBezTo>
                    <a:cubicBezTo>
                      <a:pt x="32846" y="42163"/>
                      <a:pt x="42244" y="32765"/>
                      <a:pt x="42244" y="21172"/>
                    </a:cubicBezTo>
                    <a:lnTo>
                      <a:pt x="42244" y="21172"/>
                    </a:lnTo>
                    <a:cubicBezTo>
                      <a:pt x="42244" y="9580"/>
                      <a:pt x="32846" y="182"/>
                      <a:pt x="21254" y="182"/>
                    </a:cubicBezTo>
                    <a:close/>
                  </a:path>
                </a:pathLst>
              </a:custGeom>
              <a:solidFill>
                <a:srgbClr val="000000"/>
              </a:solidFill>
              <a:ln w="4794" cap="sq">
                <a:noFill/>
                <a:prstDash val="solid"/>
                <a:round/>
              </a:ln>
            </p:spPr>
            <p:txBody>
              <a:bodyPr rtlCol="0" anchor="ctr"/>
              <a:lstStyle/>
              <a:p>
                <a:endParaRPr lang="en-US"/>
              </a:p>
            </p:txBody>
          </p:sp>
          <p:sp>
            <p:nvSpPr>
              <p:cNvPr id="2384" name="Freeform: Shape 2383">
                <a:extLst>
                  <a:ext uri="{FF2B5EF4-FFF2-40B4-BE49-F238E27FC236}">
                    <a16:creationId xmlns:a16="http://schemas.microsoft.com/office/drawing/2014/main" id="{43AA98DD-B57B-F27D-A266-7DDCB257C19A}"/>
                  </a:ext>
                </a:extLst>
              </p:cNvPr>
              <p:cNvSpPr/>
              <p:nvPr/>
            </p:nvSpPr>
            <p:spPr>
              <a:xfrm>
                <a:off x="7752582" y="8003468"/>
                <a:ext cx="37180" cy="37180"/>
              </a:xfrm>
              <a:custGeom>
                <a:avLst/>
                <a:gdLst>
                  <a:gd name="connsiteX0" fmla="*/ 37451 w 37180"/>
                  <a:gd name="connsiteY0" fmla="*/ 18764 h 37180"/>
                  <a:gd name="connsiteX1" fmla="*/ 18861 w 37180"/>
                  <a:gd name="connsiteY1" fmla="*/ 37355 h 37180"/>
                  <a:gd name="connsiteX2" fmla="*/ 270 w 37180"/>
                  <a:gd name="connsiteY2" fmla="*/ 18764 h 37180"/>
                  <a:gd name="connsiteX3" fmla="*/ 18861 w 37180"/>
                  <a:gd name="connsiteY3" fmla="*/ 174 h 37180"/>
                  <a:gd name="connsiteX4" fmla="*/ 3745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4"/>
                    </a:moveTo>
                    <a:cubicBezTo>
                      <a:pt x="37451" y="29031"/>
                      <a:pt x="29128" y="37355"/>
                      <a:pt x="18861" y="37355"/>
                    </a:cubicBezTo>
                    <a:cubicBezTo>
                      <a:pt x="8593" y="37355"/>
                      <a:pt x="270" y="29031"/>
                      <a:pt x="270" y="18764"/>
                    </a:cubicBezTo>
                    <a:cubicBezTo>
                      <a:pt x="270" y="8497"/>
                      <a:pt x="8593" y="174"/>
                      <a:pt x="18861" y="174"/>
                    </a:cubicBezTo>
                    <a:cubicBezTo>
                      <a:pt x="29128" y="174"/>
                      <a:pt x="37451" y="8497"/>
                      <a:pt x="37451" y="18764"/>
                    </a:cubicBezTo>
                    <a:close/>
                  </a:path>
                </a:pathLst>
              </a:custGeom>
              <a:solidFill>
                <a:srgbClr val="2EF72E"/>
              </a:solidFill>
              <a:ln w="5753" cap="sq">
                <a:noFill/>
                <a:prstDash val="solid"/>
                <a:miter/>
              </a:ln>
            </p:spPr>
            <p:txBody>
              <a:bodyPr rtlCol="0" anchor="ctr"/>
              <a:lstStyle/>
              <a:p>
                <a:endParaRPr lang="en-US"/>
              </a:p>
            </p:txBody>
          </p:sp>
          <p:sp>
            <p:nvSpPr>
              <p:cNvPr id="2385" name="Freeform: Shape 2384">
                <a:extLst>
                  <a:ext uri="{FF2B5EF4-FFF2-40B4-BE49-F238E27FC236}">
                    <a16:creationId xmlns:a16="http://schemas.microsoft.com/office/drawing/2014/main" id="{616C434F-2032-3528-C2C4-3004B44DFBD9}"/>
                  </a:ext>
                </a:extLst>
              </p:cNvPr>
              <p:cNvSpPr/>
              <p:nvPr/>
            </p:nvSpPr>
            <p:spPr>
              <a:xfrm>
                <a:off x="7750182" y="8001068"/>
                <a:ext cx="41981" cy="41981"/>
              </a:xfrm>
              <a:custGeom>
                <a:avLst/>
                <a:gdLst>
                  <a:gd name="connsiteX0" fmla="*/ 21261 w 41981"/>
                  <a:gd name="connsiteY0" fmla="*/ 4974 h 41981"/>
                  <a:gd name="connsiteX1" fmla="*/ 37451 w 41981"/>
                  <a:gd name="connsiteY1" fmla="*/ 21164 h 41981"/>
                  <a:gd name="connsiteX2" fmla="*/ 37451 w 41981"/>
                  <a:gd name="connsiteY2" fmla="*/ 21164 h 41981"/>
                  <a:gd name="connsiteX3" fmla="*/ 21261 w 41981"/>
                  <a:gd name="connsiteY3" fmla="*/ 37355 h 41981"/>
                  <a:gd name="connsiteX4" fmla="*/ 5071 w 41981"/>
                  <a:gd name="connsiteY4" fmla="*/ 21164 h 41981"/>
                  <a:gd name="connsiteX5" fmla="*/ 21261 w 41981"/>
                  <a:gd name="connsiteY5" fmla="*/ 4974 h 41981"/>
                  <a:gd name="connsiteX6" fmla="*/ 21261 w 41981"/>
                  <a:gd name="connsiteY6" fmla="*/ 174 h 41981"/>
                  <a:gd name="connsiteX7" fmla="*/ 270 w 41981"/>
                  <a:gd name="connsiteY7" fmla="*/ 21164 h 41981"/>
                  <a:gd name="connsiteX8" fmla="*/ 21261 w 41981"/>
                  <a:gd name="connsiteY8" fmla="*/ 42155 h 41981"/>
                  <a:gd name="connsiteX9" fmla="*/ 42251 w 41981"/>
                  <a:gd name="connsiteY9" fmla="*/ 21164 h 41981"/>
                  <a:gd name="connsiteX10" fmla="*/ 42251 w 41981"/>
                  <a:gd name="connsiteY10" fmla="*/ 21164 h 41981"/>
                  <a:gd name="connsiteX11" fmla="*/ 2126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4"/>
                    </a:moveTo>
                    <a:cubicBezTo>
                      <a:pt x="30203" y="4974"/>
                      <a:pt x="37451" y="12223"/>
                      <a:pt x="37451" y="21164"/>
                    </a:cubicBezTo>
                    <a:lnTo>
                      <a:pt x="37451" y="21164"/>
                    </a:lnTo>
                    <a:cubicBezTo>
                      <a:pt x="37451" y="30106"/>
                      <a:pt x="30203" y="37355"/>
                      <a:pt x="21261" y="37355"/>
                    </a:cubicBezTo>
                    <a:cubicBezTo>
                      <a:pt x="12319" y="37355"/>
                      <a:pt x="5071" y="30106"/>
                      <a:pt x="5071" y="21164"/>
                    </a:cubicBezTo>
                    <a:cubicBezTo>
                      <a:pt x="5071" y="12223"/>
                      <a:pt x="12319" y="4974"/>
                      <a:pt x="21261" y="4974"/>
                    </a:cubicBezTo>
                    <a:close/>
                    <a:moveTo>
                      <a:pt x="21261" y="174"/>
                    </a:moveTo>
                    <a:cubicBezTo>
                      <a:pt x="9668" y="174"/>
                      <a:pt x="270" y="9572"/>
                      <a:pt x="270" y="21164"/>
                    </a:cubicBezTo>
                    <a:cubicBezTo>
                      <a:pt x="270" y="32757"/>
                      <a:pt x="9668" y="42155"/>
                      <a:pt x="21261" y="42155"/>
                    </a:cubicBezTo>
                    <a:cubicBezTo>
                      <a:pt x="32853" y="42155"/>
                      <a:pt x="42251" y="32757"/>
                      <a:pt x="42251" y="21164"/>
                    </a:cubicBezTo>
                    <a:lnTo>
                      <a:pt x="42251" y="21164"/>
                    </a:lnTo>
                    <a:cubicBezTo>
                      <a:pt x="42251" y="9572"/>
                      <a:pt x="32853" y="174"/>
                      <a:pt x="21261" y="174"/>
                    </a:cubicBezTo>
                    <a:close/>
                  </a:path>
                </a:pathLst>
              </a:custGeom>
              <a:solidFill>
                <a:srgbClr val="000000"/>
              </a:solidFill>
              <a:ln w="4794" cap="sq">
                <a:noFill/>
                <a:prstDash val="solid"/>
                <a:round/>
              </a:ln>
            </p:spPr>
            <p:txBody>
              <a:bodyPr rtlCol="0" anchor="ctr"/>
              <a:lstStyle/>
              <a:p>
                <a:endParaRPr lang="en-US"/>
              </a:p>
            </p:txBody>
          </p:sp>
          <p:sp>
            <p:nvSpPr>
              <p:cNvPr id="2386" name="Freeform: Shape 2385">
                <a:extLst>
                  <a:ext uri="{FF2B5EF4-FFF2-40B4-BE49-F238E27FC236}">
                    <a16:creationId xmlns:a16="http://schemas.microsoft.com/office/drawing/2014/main" id="{23609FB5-B53E-6B0C-63B6-935B99C9EB47}"/>
                  </a:ext>
                </a:extLst>
              </p:cNvPr>
              <p:cNvSpPr/>
              <p:nvPr/>
            </p:nvSpPr>
            <p:spPr>
              <a:xfrm>
                <a:off x="7704544" y="8063850"/>
                <a:ext cx="37180" cy="37180"/>
              </a:xfrm>
              <a:custGeom>
                <a:avLst/>
                <a:gdLst>
                  <a:gd name="connsiteX0" fmla="*/ 37443 w 37180"/>
                  <a:gd name="connsiteY0" fmla="*/ 18775 h 37180"/>
                  <a:gd name="connsiteX1" fmla="*/ 18852 w 37180"/>
                  <a:gd name="connsiteY1" fmla="*/ 37365 h 37180"/>
                  <a:gd name="connsiteX2" fmla="*/ 262 w 37180"/>
                  <a:gd name="connsiteY2" fmla="*/ 18775 h 37180"/>
                  <a:gd name="connsiteX3" fmla="*/ 18852 w 37180"/>
                  <a:gd name="connsiteY3" fmla="*/ 184 h 37180"/>
                  <a:gd name="connsiteX4" fmla="*/ 37443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5"/>
                    </a:moveTo>
                    <a:cubicBezTo>
                      <a:pt x="37443" y="29042"/>
                      <a:pt x="29120" y="37365"/>
                      <a:pt x="18852" y="37365"/>
                    </a:cubicBezTo>
                    <a:cubicBezTo>
                      <a:pt x="8585" y="37365"/>
                      <a:pt x="262" y="29042"/>
                      <a:pt x="262" y="18775"/>
                    </a:cubicBezTo>
                    <a:cubicBezTo>
                      <a:pt x="262" y="8507"/>
                      <a:pt x="8585" y="184"/>
                      <a:pt x="18852" y="184"/>
                    </a:cubicBezTo>
                    <a:cubicBezTo>
                      <a:pt x="29120" y="184"/>
                      <a:pt x="37443" y="8507"/>
                      <a:pt x="37443" y="18775"/>
                    </a:cubicBezTo>
                    <a:close/>
                  </a:path>
                </a:pathLst>
              </a:custGeom>
              <a:solidFill>
                <a:srgbClr val="F7A52F"/>
              </a:solidFill>
              <a:ln w="5753" cap="sq">
                <a:noFill/>
                <a:prstDash val="solid"/>
                <a:miter/>
              </a:ln>
            </p:spPr>
            <p:txBody>
              <a:bodyPr rtlCol="0" anchor="ctr"/>
              <a:lstStyle/>
              <a:p>
                <a:endParaRPr lang="en-US"/>
              </a:p>
            </p:txBody>
          </p:sp>
          <p:sp>
            <p:nvSpPr>
              <p:cNvPr id="2387" name="Freeform: Shape 2386">
                <a:extLst>
                  <a:ext uri="{FF2B5EF4-FFF2-40B4-BE49-F238E27FC236}">
                    <a16:creationId xmlns:a16="http://schemas.microsoft.com/office/drawing/2014/main" id="{575530D9-B378-F9C6-2FC0-34621C70BB28}"/>
                  </a:ext>
                </a:extLst>
              </p:cNvPr>
              <p:cNvSpPr/>
              <p:nvPr/>
            </p:nvSpPr>
            <p:spPr>
              <a:xfrm>
                <a:off x="7702143" y="8061450"/>
                <a:ext cx="41981" cy="41981"/>
              </a:xfrm>
              <a:custGeom>
                <a:avLst/>
                <a:gdLst>
                  <a:gd name="connsiteX0" fmla="*/ 21253 w 41981"/>
                  <a:gd name="connsiteY0" fmla="*/ 4985 h 41981"/>
                  <a:gd name="connsiteX1" fmla="*/ 37443 w 41981"/>
                  <a:gd name="connsiteY1" fmla="*/ 21175 h 41981"/>
                  <a:gd name="connsiteX2" fmla="*/ 37443 w 41981"/>
                  <a:gd name="connsiteY2" fmla="*/ 21175 h 41981"/>
                  <a:gd name="connsiteX3" fmla="*/ 21253 w 41981"/>
                  <a:gd name="connsiteY3" fmla="*/ 37365 h 41981"/>
                  <a:gd name="connsiteX4" fmla="*/ 5062 w 41981"/>
                  <a:gd name="connsiteY4" fmla="*/ 21175 h 41981"/>
                  <a:gd name="connsiteX5" fmla="*/ 21253 w 41981"/>
                  <a:gd name="connsiteY5" fmla="*/ 4985 h 41981"/>
                  <a:gd name="connsiteX6" fmla="*/ 21253 w 41981"/>
                  <a:gd name="connsiteY6" fmla="*/ 184 h 41981"/>
                  <a:gd name="connsiteX7" fmla="*/ 262 w 41981"/>
                  <a:gd name="connsiteY7" fmla="*/ 21175 h 41981"/>
                  <a:gd name="connsiteX8" fmla="*/ 21253 w 41981"/>
                  <a:gd name="connsiteY8" fmla="*/ 42165 h 41981"/>
                  <a:gd name="connsiteX9" fmla="*/ 42243 w 41981"/>
                  <a:gd name="connsiteY9" fmla="*/ 21175 h 41981"/>
                  <a:gd name="connsiteX10" fmla="*/ 42243 w 41981"/>
                  <a:gd name="connsiteY10" fmla="*/ 21175 h 41981"/>
                  <a:gd name="connsiteX11" fmla="*/ 21253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5"/>
                    </a:moveTo>
                    <a:cubicBezTo>
                      <a:pt x="30194" y="4985"/>
                      <a:pt x="37443" y="12233"/>
                      <a:pt x="37443" y="21175"/>
                    </a:cubicBezTo>
                    <a:lnTo>
                      <a:pt x="37443" y="21175"/>
                    </a:lnTo>
                    <a:cubicBezTo>
                      <a:pt x="37443" y="30117"/>
                      <a:pt x="30194" y="37365"/>
                      <a:pt x="21253" y="37365"/>
                    </a:cubicBezTo>
                    <a:cubicBezTo>
                      <a:pt x="12311" y="37365"/>
                      <a:pt x="5062" y="30117"/>
                      <a:pt x="5062" y="21175"/>
                    </a:cubicBezTo>
                    <a:cubicBezTo>
                      <a:pt x="5062" y="12233"/>
                      <a:pt x="12311" y="4985"/>
                      <a:pt x="21253" y="4985"/>
                    </a:cubicBezTo>
                    <a:close/>
                    <a:moveTo>
                      <a:pt x="21253" y="184"/>
                    </a:moveTo>
                    <a:cubicBezTo>
                      <a:pt x="9660" y="184"/>
                      <a:pt x="262" y="9582"/>
                      <a:pt x="262" y="21175"/>
                    </a:cubicBezTo>
                    <a:cubicBezTo>
                      <a:pt x="262" y="32767"/>
                      <a:pt x="9660" y="42165"/>
                      <a:pt x="21253" y="42165"/>
                    </a:cubicBezTo>
                    <a:cubicBezTo>
                      <a:pt x="32845" y="42165"/>
                      <a:pt x="42243" y="32767"/>
                      <a:pt x="42243" y="21175"/>
                    </a:cubicBezTo>
                    <a:lnTo>
                      <a:pt x="42243" y="21175"/>
                    </a:lnTo>
                    <a:cubicBezTo>
                      <a:pt x="42243" y="9582"/>
                      <a:pt x="32845" y="184"/>
                      <a:pt x="21253" y="184"/>
                    </a:cubicBezTo>
                    <a:close/>
                  </a:path>
                </a:pathLst>
              </a:custGeom>
              <a:solidFill>
                <a:srgbClr val="000000"/>
              </a:solidFill>
              <a:ln w="4794" cap="sq">
                <a:noFill/>
                <a:prstDash val="solid"/>
                <a:round/>
              </a:ln>
            </p:spPr>
            <p:txBody>
              <a:bodyPr rtlCol="0" anchor="ctr"/>
              <a:lstStyle/>
              <a:p>
                <a:endParaRPr lang="en-US"/>
              </a:p>
            </p:txBody>
          </p:sp>
          <p:sp>
            <p:nvSpPr>
              <p:cNvPr id="2388" name="Freeform: Shape 2387">
                <a:extLst>
                  <a:ext uri="{FF2B5EF4-FFF2-40B4-BE49-F238E27FC236}">
                    <a16:creationId xmlns:a16="http://schemas.microsoft.com/office/drawing/2014/main" id="{F2AB772E-6945-B136-7840-2C94B000F87D}"/>
                  </a:ext>
                </a:extLst>
              </p:cNvPr>
              <p:cNvSpPr/>
              <p:nvPr/>
            </p:nvSpPr>
            <p:spPr>
              <a:xfrm>
                <a:off x="7731737" y="8046743"/>
                <a:ext cx="37180" cy="37180"/>
              </a:xfrm>
              <a:custGeom>
                <a:avLst/>
                <a:gdLst>
                  <a:gd name="connsiteX0" fmla="*/ 37447 w 37180"/>
                  <a:gd name="connsiteY0" fmla="*/ 18772 h 37180"/>
                  <a:gd name="connsiteX1" fmla="*/ 18857 w 37180"/>
                  <a:gd name="connsiteY1" fmla="*/ 37362 h 37180"/>
                  <a:gd name="connsiteX2" fmla="*/ 267 w 37180"/>
                  <a:gd name="connsiteY2" fmla="*/ 18772 h 37180"/>
                  <a:gd name="connsiteX3" fmla="*/ 18857 w 37180"/>
                  <a:gd name="connsiteY3" fmla="*/ 181 h 37180"/>
                  <a:gd name="connsiteX4" fmla="*/ 37447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2"/>
                    </a:moveTo>
                    <a:cubicBezTo>
                      <a:pt x="37447" y="29039"/>
                      <a:pt x="29124" y="37362"/>
                      <a:pt x="18857" y="37362"/>
                    </a:cubicBezTo>
                    <a:cubicBezTo>
                      <a:pt x="8590" y="37362"/>
                      <a:pt x="267" y="29039"/>
                      <a:pt x="267" y="18772"/>
                    </a:cubicBezTo>
                    <a:cubicBezTo>
                      <a:pt x="267" y="8504"/>
                      <a:pt x="8590" y="181"/>
                      <a:pt x="18857" y="181"/>
                    </a:cubicBezTo>
                    <a:cubicBezTo>
                      <a:pt x="29124" y="181"/>
                      <a:pt x="37447" y="8504"/>
                      <a:pt x="37447" y="18772"/>
                    </a:cubicBezTo>
                    <a:close/>
                  </a:path>
                </a:pathLst>
              </a:custGeom>
              <a:solidFill>
                <a:srgbClr val="EEF7EE"/>
              </a:solidFill>
              <a:ln w="5753" cap="sq">
                <a:noFill/>
                <a:prstDash val="solid"/>
                <a:miter/>
              </a:ln>
            </p:spPr>
            <p:txBody>
              <a:bodyPr rtlCol="0" anchor="ctr"/>
              <a:lstStyle/>
              <a:p>
                <a:endParaRPr lang="en-US"/>
              </a:p>
            </p:txBody>
          </p:sp>
          <p:sp>
            <p:nvSpPr>
              <p:cNvPr id="2389" name="Freeform: Shape 2388">
                <a:extLst>
                  <a:ext uri="{FF2B5EF4-FFF2-40B4-BE49-F238E27FC236}">
                    <a16:creationId xmlns:a16="http://schemas.microsoft.com/office/drawing/2014/main" id="{A149E0AC-D9E6-9B53-464E-3F4BE1459F9C}"/>
                  </a:ext>
                </a:extLst>
              </p:cNvPr>
              <p:cNvSpPr/>
              <p:nvPr/>
            </p:nvSpPr>
            <p:spPr>
              <a:xfrm>
                <a:off x="7729336" y="8044343"/>
                <a:ext cx="41981" cy="41981"/>
              </a:xfrm>
              <a:custGeom>
                <a:avLst/>
                <a:gdLst>
                  <a:gd name="connsiteX0" fmla="*/ 21257 w 41981"/>
                  <a:gd name="connsiteY0" fmla="*/ 4982 h 41981"/>
                  <a:gd name="connsiteX1" fmla="*/ 37447 w 41981"/>
                  <a:gd name="connsiteY1" fmla="*/ 21172 h 41981"/>
                  <a:gd name="connsiteX2" fmla="*/ 37447 w 41981"/>
                  <a:gd name="connsiteY2" fmla="*/ 21172 h 41981"/>
                  <a:gd name="connsiteX3" fmla="*/ 21257 w 41981"/>
                  <a:gd name="connsiteY3" fmla="*/ 37362 h 41981"/>
                  <a:gd name="connsiteX4" fmla="*/ 5067 w 41981"/>
                  <a:gd name="connsiteY4" fmla="*/ 21172 h 41981"/>
                  <a:gd name="connsiteX5" fmla="*/ 21257 w 41981"/>
                  <a:gd name="connsiteY5" fmla="*/ 4982 h 41981"/>
                  <a:gd name="connsiteX6" fmla="*/ 21257 w 41981"/>
                  <a:gd name="connsiteY6" fmla="*/ 181 h 41981"/>
                  <a:gd name="connsiteX7" fmla="*/ 267 w 41981"/>
                  <a:gd name="connsiteY7" fmla="*/ 21172 h 41981"/>
                  <a:gd name="connsiteX8" fmla="*/ 21257 w 41981"/>
                  <a:gd name="connsiteY8" fmla="*/ 42162 h 41981"/>
                  <a:gd name="connsiteX9" fmla="*/ 42248 w 41981"/>
                  <a:gd name="connsiteY9" fmla="*/ 21172 h 41981"/>
                  <a:gd name="connsiteX10" fmla="*/ 42248 w 41981"/>
                  <a:gd name="connsiteY10" fmla="*/ 21172 h 41981"/>
                  <a:gd name="connsiteX11" fmla="*/ 21257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82"/>
                    </a:moveTo>
                    <a:cubicBezTo>
                      <a:pt x="30199" y="4982"/>
                      <a:pt x="37447" y="12230"/>
                      <a:pt x="37447" y="21172"/>
                    </a:cubicBezTo>
                    <a:lnTo>
                      <a:pt x="37447" y="21172"/>
                    </a:lnTo>
                    <a:cubicBezTo>
                      <a:pt x="37447" y="30114"/>
                      <a:pt x="30199" y="37362"/>
                      <a:pt x="21257" y="37362"/>
                    </a:cubicBezTo>
                    <a:cubicBezTo>
                      <a:pt x="12315" y="37362"/>
                      <a:pt x="5067" y="30114"/>
                      <a:pt x="5067" y="21172"/>
                    </a:cubicBezTo>
                    <a:cubicBezTo>
                      <a:pt x="5067" y="12230"/>
                      <a:pt x="12315" y="4982"/>
                      <a:pt x="21257" y="4982"/>
                    </a:cubicBezTo>
                    <a:close/>
                    <a:moveTo>
                      <a:pt x="21257" y="181"/>
                    </a:moveTo>
                    <a:cubicBezTo>
                      <a:pt x="9665" y="181"/>
                      <a:pt x="267" y="9579"/>
                      <a:pt x="267" y="21172"/>
                    </a:cubicBezTo>
                    <a:cubicBezTo>
                      <a:pt x="267" y="32764"/>
                      <a:pt x="9665" y="42162"/>
                      <a:pt x="21257" y="42162"/>
                    </a:cubicBezTo>
                    <a:cubicBezTo>
                      <a:pt x="32850" y="42162"/>
                      <a:pt x="42248" y="32764"/>
                      <a:pt x="42248" y="21172"/>
                    </a:cubicBezTo>
                    <a:lnTo>
                      <a:pt x="42248" y="21172"/>
                    </a:lnTo>
                    <a:cubicBezTo>
                      <a:pt x="42248" y="9579"/>
                      <a:pt x="32850" y="181"/>
                      <a:pt x="21257" y="181"/>
                    </a:cubicBezTo>
                    <a:close/>
                  </a:path>
                </a:pathLst>
              </a:custGeom>
              <a:solidFill>
                <a:srgbClr val="000000"/>
              </a:solidFill>
              <a:ln w="4794" cap="sq">
                <a:noFill/>
                <a:prstDash val="solid"/>
                <a:round/>
              </a:ln>
            </p:spPr>
            <p:txBody>
              <a:bodyPr rtlCol="0" anchor="ctr"/>
              <a:lstStyle/>
              <a:p>
                <a:endParaRPr lang="en-US"/>
              </a:p>
            </p:txBody>
          </p:sp>
          <p:sp>
            <p:nvSpPr>
              <p:cNvPr id="2390" name="Freeform: Shape 2389">
                <a:extLst>
                  <a:ext uri="{FF2B5EF4-FFF2-40B4-BE49-F238E27FC236}">
                    <a16:creationId xmlns:a16="http://schemas.microsoft.com/office/drawing/2014/main" id="{8758D412-424E-2BB8-A510-0190EE730E99}"/>
                  </a:ext>
                </a:extLst>
              </p:cNvPr>
              <p:cNvSpPr/>
              <p:nvPr/>
            </p:nvSpPr>
            <p:spPr>
              <a:xfrm>
                <a:off x="7694803" y="7791022"/>
                <a:ext cx="37180" cy="37180"/>
              </a:xfrm>
              <a:custGeom>
                <a:avLst/>
                <a:gdLst>
                  <a:gd name="connsiteX0" fmla="*/ 37441 w 37180"/>
                  <a:gd name="connsiteY0" fmla="*/ 18727 h 37180"/>
                  <a:gd name="connsiteX1" fmla="*/ 18851 w 37180"/>
                  <a:gd name="connsiteY1" fmla="*/ 37318 h 37180"/>
                  <a:gd name="connsiteX2" fmla="*/ 260 w 37180"/>
                  <a:gd name="connsiteY2" fmla="*/ 18727 h 37180"/>
                  <a:gd name="connsiteX3" fmla="*/ 18851 w 37180"/>
                  <a:gd name="connsiteY3" fmla="*/ 137 h 37180"/>
                  <a:gd name="connsiteX4" fmla="*/ 37441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27"/>
                    </a:moveTo>
                    <a:cubicBezTo>
                      <a:pt x="37441" y="28994"/>
                      <a:pt x="29118" y="37318"/>
                      <a:pt x="18851" y="37318"/>
                    </a:cubicBezTo>
                    <a:cubicBezTo>
                      <a:pt x="8583" y="37318"/>
                      <a:pt x="260" y="28994"/>
                      <a:pt x="260" y="18727"/>
                    </a:cubicBezTo>
                    <a:cubicBezTo>
                      <a:pt x="260" y="8460"/>
                      <a:pt x="8583" y="137"/>
                      <a:pt x="18851" y="137"/>
                    </a:cubicBezTo>
                    <a:cubicBezTo>
                      <a:pt x="29118" y="137"/>
                      <a:pt x="37441" y="8460"/>
                      <a:pt x="37441" y="18727"/>
                    </a:cubicBezTo>
                    <a:close/>
                  </a:path>
                </a:pathLst>
              </a:custGeom>
              <a:solidFill>
                <a:srgbClr val="F7EAEA"/>
              </a:solidFill>
              <a:ln w="5753" cap="sq">
                <a:noFill/>
                <a:prstDash val="solid"/>
                <a:miter/>
              </a:ln>
            </p:spPr>
            <p:txBody>
              <a:bodyPr rtlCol="0" anchor="ctr"/>
              <a:lstStyle/>
              <a:p>
                <a:endParaRPr lang="en-US"/>
              </a:p>
            </p:txBody>
          </p:sp>
          <p:sp>
            <p:nvSpPr>
              <p:cNvPr id="2391" name="Freeform: Shape 2390">
                <a:extLst>
                  <a:ext uri="{FF2B5EF4-FFF2-40B4-BE49-F238E27FC236}">
                    <a16:creationId xmlns:a16="http://schemas.microsoft.com/office/drawing/2014/main" id="{8BBFBFD0-E5C5-BC82-CE1D-31E0F91FC2C1}"/>
                  </a:ext>
                </a:extLst>
              </p:cNvPr>
              <p:cNvSpPr/>
              <p:nvPr/>
            </p:nvSpPr>
            <p:spPr>
              <a:xfrm>
                <a:off x="7692403" y="7788622"/>
                <a:ext cx="41981" cy="41981"/>
              </a:xfrm>
              <a:custGeom>
                <a:avLst/>
                <a:gdLst>
                  <a:gd name="connsiteX0" fmla="*/ 21251 w 41981"/>
                  <a:gd name="connsiteY0" fmla="*/ 4937 h 41981"/>
                  <a:gd name="connsiteX1" fmla="*/ 37441 w 41981"/>
                  <a:gd name="connsiteY1" fmla="*/ 21127 h 41981"/>
                  <a:gd name="connsiteX2" fmla="*/ 37441 w 41981"/>
                  <a:gd name="connsiteY2" fmla="*/ 21127 h 41981"/>
                  <a:gd name="connsiteX3" fmla="*/ 21251 w 41981"/>
                  <a:gd name="connsiteY3" fmla="*/ 37318 h 41981"/>
                  <a:gd name="connsiteX4" fmla="*/ 5061 w 41981"/>
                  <a:gd name="connsiteY4" fmla="*/ 21127 h 41981"/>
                  <a:gd name="connsiteX5" fmla="*/ 21251 w 41981"/>
                  <a:gd name="connsiteY5" fmla="*/ 4937 h 41981"/>
                  <a:gd name="connsiteX6" fmla="*/ 21251 w 41981"/>
                  <a:gd name="connsiteY6" fmla="*/ 137 h 41981"/>
                  <a:gd name="connsiteX7" fmla="*/ 260 w 41981"/>
                  <a:gd name="connsiteY7" fmla="*/ 21127 h 41981"/>
                  <a:gd name="connsiteX8" fmla="*/ 21251 w 41981"/>
                  <a:gd name="connsiteY8" fmla="*/ 42118 h 41981"/>
                  <a:gd name="connsiteX9" fmla="*/ 42241 w 41981"/>
                  <a:gd name="connsiteY9" fmla="*/ 21127 h 41981"/>
                  <a:gd name="connsiteX10" fmla="*/ 42241 w 41981"/>
                  <a:gd name="connsiteY10" fmla="*/ 21127 h 41981"/>
                  <a:gd name="connsiteX11" fmla="*/ 21251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37"/>
                    </a:moveTo>
                    <a:cubicBezTo>
                      <a:pt x="30193" y="4937"/>
                      <a:pt x="37441" y="12186"/>
                      <a:pt x="37441" y="21127"/>
                    </a:cubicBezTo>
                    <a:lnTo>
                      <a:pt x="37441" y="21127"/>
                    </a:lnTo>
                    <a:cubicBezTo>
                      <a:pt x="37441" y="30069"/>
                      <a:pt x="30193" y="37318"/>
                      <a:pt x="21251" y="37318"/>
                    </a:cubicBezTo>
                    <a:cubicBezTo>
                      <a:pt x="12309" y="37318"/>
                      <a:pt x="5061" y="30069"/>
                      <a:pt x="5061" y="21127"/>
                    </a:cubicBezTo>
                    <a:cubicBezTo>
                      <a:pt x="5061" y="12186"/>
                      <a:pt x="12309" y="4937"/>
                      <a:pt x="21251" y="4937"/>
                    </a:cubicBezTo>
                    <a:close/>
                    <a:moveTo>
                      <a:pt x="21251" y="137"/>
                    </a:moveTo>
                    <a:cubicBezTo>
                      <a:pt x="9658" y="137"/>
                      <a:pt x="260" y="9535"/>
                      <a:pt x="260" y="21127"/>
                    </a:cubicBezTo>
                    <a:cubicBezTo>
                      <a:pt x="260" y="32720"/>
                      <a:pt x="9658" y="42118"/>
                      <a:pt x="21251" y="42118"/>
                    </a:cubicBezTo>
                    <a:cubicBezTo>
                      <a:pt x="32843" y="42118"/>
                      <a:pt x="42241" y="32720"/>
                      <a:pt x="42241" y="21127"/>
                    </a:cubicBezTo>
                    <a:lnTo>
                      <a:pt x="42241" y="21127"/>
                    </a:lnTo>
                    <a:cubicBezTo>
                      <a:pt x="42241" y="9535"/>
                      <a:pt x="32843" y="137"/>
                      <a:pt x="21251" y="137"/>
                    </a:cubicBezTo>
                    <a:close/>
                  </a:path>
                </a:pathLst>
              </a:custGeom>
              <a:solidFill>
                <a:srgbClr val="000000"/>
              </a:solidFill>
              <a:ln w="4794" cap="sq">
                <a:noFill/>
                <a:prstDash val="solid"/>
                <a:round/>
              </a:ln>
            </p:spPr>
            <p:txBody>
              <a:bodyPr rtlCol="0" anchor="ctr"/>
              <a:lstStyle/>
              <a:p>
                <a:endParaRPr lang="en-US"/>
              </a:p>
            </p:txBody>
          </p:sp>
          <p:sp>
            <p:nvSpPr>
              <p:cNvPr id="2392" name="Freeform: Shape 2391">
                <a:extLst>
                  <a:ext uri="{FF2B5EF4-FFF2-40B4-BE49-F238E27FC236}">
                    <a16:creationId xmlns:a16="http://schemas.microsoft.com/office/drawing/2014/main" id="{65DFDD22-7440-8D81-B5E7-B334EC6EB1CE}"/>
                  </a:ext>
                </a:extLst>
              </p:cNvPr>
              <p:cNvSpPr/>
              <p:nvPr/>
            </p:nvSpPr>
            <p:spPr>
              <a:xfrm>
                <a:off x="7628771" y="7832361"/>
                <a:ext cx="37180" cy="37180"/>
              </a:xfrm>
              <a:custGeom>
                <a:avLst/>
                <a:gdLst>
                  <a:gd name="connsiteX0" fmla="*/ 37430 w 37180"/>
                  <a:gd name="connsiteY0" fmla="*/ 18734 h 37180"/>
                  <a:gd name="connsiteX1" fmla="*/ 18839 w 37180"/>
                  <a:gd name="connsiteY1" fmla="*/ 37325 h 37180"/>
                  <a:gd name="connsiteX2" fmla="*/ 249 w 37180"/>
                  <a:gd name="connsiteY2" fmla="*/ 18734 h 37180"/>
                  <a:gd name="connsiteX3" fmla="*/ 18839 w 37180"/>
                  <a:gd name="connsiteY3" fmla="*/ 144 h 37180"/>
                  <a:gd name="connsiteX4" fmla="*/ 37430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34"/>
                    </a:moveTo>
                    <a:cubicBezTo>
                      <a:pt x="37430" y="29002"/>
                      <a:pt x="29106" y="37325"/>
                      <a:pt x="18839" y="37325"/>
                    </a:cubicBezTo>
                    <a:cubicBezTo>
                      <a:pt x="8572" y="37325"/>
                      <a:pt x="249" y="29002"/>
                      <a:pt x="249" y="18734"/>
                    </a:cubicBezTo>
                    <a:cubicBezTo>
                      <a:pt x="249" y="8467"/>
                      <a:pt x="8572" y="144"/>
                      <a:pt x="18839" y="144"/>
                    </a:cubicBezTo>
                    <a:cubicBezTo>
                      <a:pt x="29106" y="144"/>
                      <a:pt x="37430" y="8467"/>
                      <a:pt x="37430" y="18734"/>
                    </a:cubicBezTo>
                    <a:close/>
                  </a:path>
                </a:pathLst>
              </a:custGeom>
              <a:solidFill>
                <a:srgbClr val="F7DBDB"/>
              </a:solidFill>
              <a:ln w="5753" cap="sq">
                <a:noFill/>
                <a:prstDash val="solid"/>
                <a:miter/>
              </a:ln>
            </p:spPr>
            <p:txBody>
              <a:bodyPr rtlCol="0" anchor="ctr"/>
              <a:lstStyle/>
              <a:p>
                <a:endParaRPr lang="en-US"/>
              </a:p>
            </p:txBody>
          </p:sp>
          <p:sp>
            <p:nvSpPr>
              <p:cNvPr id="2393" name="Freeform: Shape 2392">
                <a:extLst>
                  <a:ext uri="{FF2B5EF4-FFF2-40B4-BE49-F238E27FC236}">
                    <a16:creationId xmlns:a16="http://schemas.microsoft.com/office/drawing/2014/main" id="{C0D33915-C8A5-2E55-B935-5DB577E84C19}"/>
                  </a:ext>
                </a:extLst>
              </p:cNvPr>
              <p:cNvSpPr/>
              <p:nvPr/>
            </p:nvSpPr>
            <p:spPr>
              <a:xfrm>
                <a:off x="7626371" y="7829961"/>
                <a:ext cx="41981" cy="41981"/>
              </a:xfrm>
              <a:custGeom>
                <a:avLst/>
                <a:gdLst>
                  <a:gd name="connsiteX0" fmla="*/ 21239 w 41981"/>
                  <a:gd name="connsiteY0" fmla="*/ 4944 h 41981"/>
                  <a:gd name="connsiteX1" fmla="*/ 37430 w 41981"/>
                  <a:gd name="connsiteY1" fmla="*/ 21135 h 41981"/>
                  <a:gd name="connsiteX2" fmla="*/ 37430 w 41981"/>
                  <a:gd name="connsiteY2" fmla="*/ 21135 h 41981"/>
                  <a:gd name="connsiteX3" fmla="*/ 21239 w 41981"/>
                  <a:gd name="connsiteY3" fmla="*/ 37325 h 41981"/>
                  <a:gd name="connsiteX4" fmla="*/ 5049 w 41981"/>
                  <a:gd name="connsiteY4" fmla="*/ 21135 h 41981"/>
                  <a:gd name="connsiteX5" fmla="*/ 21239 w 41981"/>
                  <a:gd name="connsiteY5" fmla="*/ 4944 h 41981"/>
                  <a:gd name="connsiteX6" fmla="*/ 21239 w 41981"/>
                  <a:gd name="connsiteY6" fmla="*/ 144 h 41981"/>
                  <a:gd name="connsiteX7" fmla="*/ 249 w 41981"/>
                  <a:gd name="connsiteY7" fmla="*/ 21135 h 41981"/>
                  <a:gd name="connsiteX8" fmla="*/ 21239 w 41981"/>
                  <a:gd name="connsiteY8" fmla="*/ 42125 h 41981"/>
                  <a:gd name="connsiteX9" fmla="*/ 42230 w 41981"/>
                  <a:gd name="connsiteY9" fmla="*/ 21135 h 41981"/>
                  <a:gd name="connsiteX10" fmla="*/ 42230 w 41981"/>
                  <a:gd name="connsiteY10" fmla="*/ 21135 h 41981"/>
                  <a:gd name="connsiteX11" fmla="*/ 2123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44"/>
                    </a:moveTo>
                    <a:cubicBezTo>
                      <a:pt x="30181" y="4944"/>
                      <a:pt x="37430" y="12193"/>
                      <a:pt x="37430" y="21135"/>
                    </a:cubicBezTo>
                    <a:lnTo>
                      <a:pt x="37430" y="21135"/>
                    </a:lnTo>
                    <a:cubicBezTo>
                      <a:pt x="37430" y="30076"/>
                      <a:pt x="30181" y="37325"/>
                      <a:pt x="21239" y="37325"/>
                    </a:cubicBezTo>
                    <a:cubicBezTo>
                      <a:pt x="12298" y="37325"/>
                      <a:pt x="5049" y="30076"/>
                      <a:pt x="5049" y="21135"/>
                    </a:cubicBezTo>
                    <a:cubicBezTo>
                      <a:pt x="5049" y="12193"/>
                      <a:pt x="12298" y="4944"/>
                      <a:pt x="21239" y="4944"/>
                    </a:cubicBezTo>
                    <a:close/>
                    <a:moveTo>
                      <a:pt x="21239" y="144"/>
                    </a:moveTo>
                    <a:cubicBezTo>
                      <a:pt x="9647" y="144"/>
                      <a:pt x="249" y="9542"/>
                      <a:pt x="249" y="21135"/>
                    </a:cubicBezTo>
                    <a:cubicBezTo>
                      <a:pt x="249" y="32727"/>
                      <a:pt x="9647" y="42125"/>
                      <a:pt x="21239" y="42125"/>
                    </a:cubicBezTo>
                    <a:cubicBezTo>
                      <a:pt x="32832" y="42125"/>
                      <a:pt x="42230" y="32727"/>
                      <a:pt x="42230" y="21135"/>
                    </a:cubicBezTo>
                    <a:lnTo>
                      <a:pt x="42230" y="21135"/>
                    </a:lnTo>
                    <a:cubicBezTo>
                      <a:pt x="42230" y="9542"/>
                      <a:pt x="32832" y="144"/>
                      <a:pt x="21239" y="144"/>
                    </a:cubicBezTo>
                    <a:close/>
                  </a:path>
                </a:pathLst>
              </a:custGeom>
              <a:solidFill>
                <a:srgbClr val="000000"/>
              </a:solidFill>
              <a:ln w="4794" cap="sq">
                <a:noFill/>
                <a:prstDash val="solid"/>
                <a:round/>
              </a:ln>
            </p:spPr>
            <p:txBody>
              <a:bodyPr rtlCol="0" anchor="ctr"/>
              <a:lstStyle/>
              <a:p>
                <a:endParaRPr lang="en-US"/>
              </a:p>
            </p:txBody>
          </p:sp>
          <p:sp>
            <p:nvSpPr>
              <p:cNvPr id="2394" name="Freeform: Shape 2393">
                <a:extLst>
                  <a:ext uri="{FF2B5EF4-FFF2-40B4-BE49-F238E27FC236}">
                    <a16:creationId xmlns:a16="http://schemas.microsoft.com/office/drawing/2014/main" id="{A1C906FD-EE64-8612-5881-F83B98690EB4}"/>
                  </a:ext>
                </a:extLst>
              </p:cNvPr>
              <p:cNvSpPr/>
              <p:nvPr/>
            </p:nvSpPr>
            <p:spPr>
              <a:xfrm>
                <a:off x="7618247" y="7992282"/>
                <a:ext cx="37180" cy="37180"/>
              </a:xfrm>
              <a:custGeom>
                <a:avLst/>
                <a:gdLst>
                  <a:gd name="connsiteX0" fmla="*/ 37428 w 37180"/>
                  <a:gd name="connsiteY0" fmla="*/ 18762 h 37180"/>
                  <a:gd name="connsiteX1" fmla="*/ 18837 w 37180"/>
                  <a:gd name="connsiteY1" fmla="*/ 37353 h 37180"/>
                  <a:gd name="connsiteX2" fmla="*/ 247 w 37180"/>
                  <a:gd name="connsiteY2" fmla="*/ 18762 h 37180"/>
                  <a:gd name="connsiteX3" fmla="*/ 18837 w 37180"/>
                  <a:gd name="connsiteY3" fmla="*/ 172 h 37180"/>
                  <a:gd name="connsiteX4" fmla="*/ 3742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62"/>
                    </a:moveTo>
                    <a:cubicBezTo>
                      <a:pt x="37428" y="29029"/>
                      <a:pt x="29105" y="37353"/>
                      <a:pt x="18837" y="37353"/>
                    </a:cubicBezTo>
                    <a:cubicBezTo>
                      <a:pt x="8570" y="37353"/>
                      <a:pt x="247" y="29029"/>
                      <a:pt x="247" y="18762"/>
                    </a:cubicBezTo>
                    <a:cubicBezTo>
                      <a:pt x="247" y="8495"/>
                      <a:pt x="8570" y="172"/>
                      <a:pt x="18837" y="172"/>
                    </a:cubicBezTo>
                    <a:cubicBezTo>
                      <a:pt x="29105" y="172"/>
                      <a:pt x="37428" y="8495"/>
                      <a:pt x="37428" y="18762"/>
                    </a:cubicBezTo>
                    <a:close/>
                  </a:path>
                </a:pathLst>
              </a:custGeom>
              <a:solidFill>
                <a:srgbClr val="DEF7DE"/>
              </a:solidFill>
              <a:ln w="5753" cap="sq">
                <a:noFill/>
                <a:prstDash val="solid"/>
                <a:miter/>
              </a:ln>
            </p:spPr>
            <p:txBody>
              <a:bodyPr rtlCol="0" anchor="ctr"/>
              <a:lstStyle/>
              <a:p>
                <a:endParaRPr lang="en-US"/>
              </a:p>
            </p:txBody>
          </p:sp>
          <p:sp>
            <p:nvSpPr>
              <p:cNvPr id="2395" name="Freeform: Shape 2394">
                <a:extLst>
                  <a:ext uri="{FF2B5EF4-FFF2-40B4-BE49-F238E27FC236}">
                    <a16:creationId xmlns:a16="http://schemas.microsoft.com/office/drawing/2014/main" id="{998EE4CA-C60A-E692-FB03-B462E217CDB0}"/>
                  </a:ext>
                </a:extLst>
              </p:cNvPr>
              <p:cNvSpPr/>
              <p:nvPr/>
            </p:nvSpPr>
            <p:spPr>
              <a:xfrm>
                <a:off x="7615847" y="7989882"/>
                <a:ext cx="41981" cy="41981"/>
              </a:xfrm>
              <a:custGeom>
                <a:avLst/>
                <a:gdLst>
                  <a:gd name="connsiteX0" fmla="*/ 21238 w 41981"/>
                  <a:gd name="connsiteY0" fmla="*/ 4972 h 41981"/>
                  <a:gd name="connsiteX1" fmla="*/ 37428 w 41981"/>
                  <a:gd name="connsiteY1" fmla="*/ 21162 h 41981"/>
                  <a:gd name="connsiteX2" fmla="*/ 37428 w 41981"/>
                  <a:gd name="connsiteY2" fmla="*/ 21162 h 41981"/>
                  <a:gd name="connsiteX3" fmla="*/ 21238 w 41981"/>
                  <a:gd name="connsiteY3" fmla="*/ 37353 h 41981"/>
                  <a:gd name="connsiteX4" fmla="*/ 5047 w 41981"/>
                  <a:gd name="connsiteY4" fmla="*/ 21162 h 41981"/>
                  <a:gd name="connsiteX5" fmla="*/ 21238 w 41981"/>
                  <a:gd name="connsiteY5" fmla="*/ 4972 h 41981"/>
                  <a:gd name="connsiteX6" fmla="*/ 21238 w 41981"/>
                  <a:gd name="connsiteY6" fmla="*/ 172 h 41981"/>
                  <a:gd name="connsiteX7" fmla="*/ 247 w 41981"/>
                  <a:gd name="connsiteY7" fmla="*/ 21162 h 41981"/>
                  <a:gd name="connsiteX8" fmla="*/ 21238 w 41981"/>
                  <a:gd name="connsiteY8" fmla="*/ 42153 h 41981"/>
                  <a:gd name="connsiteX9" fmla="*/ 42228 w 41981"/>
                  <a:gd name="connsiteY9" fmla="*/ 21162 h 41981"/>
                  <a:gd name="connsiteX10" fmla="*/ 42228 w 41981"/>
                  <a:gd name="connsiteY10" fmla="*/ 21162 h 41981"/>
                  <a:gd name="connsiteX11" fmla="*/ 2123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72"/>
                    </a:moveTo>
                    <a:cubicBezTo>
                      <a:pt x="30179" y="4972"/>
                      <a:pt x="37428" y="12221"/>
                      <a:pt x="37428" y="21162"/>
                    </a:cubicBezTo>
                    <a:lnTo>
                      <a:pt x="37428" y="21162"/>
                    </a:lnTo>
                    <a:cubicBezTo>
                      <a:pt x="37428" y="30104"/>
                      <a:pt x="30179" y="37353"/>
                      <a:pt x="21238" y="37353"/>
                    </a:cubicBezTo>
                    <a:cubicBezTo>
                      <a:pt x="12296" y="37353"/>
                      <a:pt x="5047" y="30104"/>
                      <a:pt x="5047" y="21162"/>
                    </a:cubicBezTo>
                    <a:cubicBezTo>
                      <a:pt x="5047" y="12221"/>
                      <a:pt x="12296" y="4972"/>
                      <a:pt x="21238" y="4972"/>
                    </a:cubicBezTo>
                    <a:close/>
                    <a:moveTo>
                      <a:pt x="21238" y="172"/>
                    </a:moveTo>
                    <a:cubicBezTo>
                      <a:pt x="9645" y="172"/>
                      <a:pt x="247" y="9570"/>
                      <a:pt x="247" y="21162"/>
                    </a:cubicBezTo>
                    <a:cubicBezTo>
                      <a:pt x="247" y="32755"/>
                      <a:pt x="9645" y="42153"/>
                      <a:pt x="21238" y="42153"/>
                    </a:cubicBezTo>
                    <a:cubicBezTo>
                      <a:pt x="32830" y="42153"/>
                      <a:pt x="42228" y="32755"/>
                      <a:pt x="42228" y="21162"/>
                    </a:cubicBezTo>
                    <a:lnTo>
                      <a:pt x="42228" y="21162"/>
                    </a:lnTo>
                    <a:cubicBezTo>
                      <a:pt x="42228" y="9570"/>
                      <a:pt x="32830" y="172"/>
                      <a:pt x="21238" y="172"/>
                    </a:cubicBezTo>
                    <a:close/>
                  </a:path>
                </a:pathLst>
              </a:custGeom>
              <a:solidFill>
                <a:srgbClr val="000000"/>
              </a:solidFill>
              <a:ln w="4794" cap="sq">
                <a:noFill/>
                <a:prstDash val="solid"/>
                <a:round/>
              </a:ln>
            </p:spPr>
            <p:txBody>
              <a:bodyPr rtlCol="0" anchor="ctr"/>
              <a:lstStyle/>
              <a:p>
                <a:endParaRPr lang="en-US"/>
              </a:p>
            </p:txBody>
          </p:sp>
          <p:sp>
            <p:nvSpPr>
              <p:cNvPr id="2396" name="Freeform: Shape 2395">
                <a:extLst>
                  <a:ext uri="{FF2B5EF4-FFF2-40B4-BE49-F238E27FC236}">
                    <a16:creationId xmlns:a16="http://schemas.microsoft.com/office/drawing/2014/main" id="{C23B0514-2561-91F6-1CEC-6D76A22C5EAE}"/>
                  </a:ext>
                </a:extLst>
              </p:cNvPr>
              <p:cNvSpPr/>
              <p:nvPr/>
            </p:nvSpPr>
            <p:spPr>
              <a:xfrm>
                <a:off x="7741459" y="8128322"/>
                <a:ext cx="37180" cy="37180"/>
              </a:xfrm>
              <a:custGeom>
                <a:avLst/>
                <a:gdLst>
                  <a:gd name="connsiteX0" fmla="*/ 37449 w 37180"/>
                  <a:gd name="connsiteY0" fmla="*/ 18786 h 37180"/>
                  <a:gd name="connsiteX1" fmla="*/ 18859 w 37180"/>
                  <a:gd name="connsiteY1" fmla="*/ 37376 h 37180"/>
                  <a:gd name="connsiteX2" fmla="*/ 268 w 37180"/>
                  <a:gd name="connsiteY2" fmla="*/ 18786 h 37180"/>
                  <a:gd name="connsiteX3" fmla="*/ 18859 w 37180"/>
                  <a:gd name="connsiteY3" fmla="*/ 195 h 37180"/>
                  <a:gd name="connsiteX4" fmla="*/ 37449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86"/>
                    </a:moveTo>
                    <a:cubicBezTo>
                      <a:pt x="37449" y="29053"/>
                      <a:pt x="29126" y="37376"/>
                      <a:pt x="18859" y="37376"/>
                    </a:cubicBezTo>
                    <a:cubicBezTo>
                      <a:pt x="8592" y="37376"/>
                      <a:pt x="268" y="29053"/>
                      <a:pt x="268" y="18786"/>
                    </a:cubicBezTo>
                    <a:cubicBezTo>
                      <a:pt x="268" y="8519"/>
                      <a:pt x="8592" y="195"/>
                      <a:pt x="18859" y="195"/>
                    </a:cubicBezTo>
                    <a:cubicBezTo>
                      <a:pt x="29126" y="195"/>
                      <a:pt x="37449" y="8519"/>
                      <a:pt x="37449" y="18786"/>
                    </a:cubicBezTo>
                    <a:close/>
                  </a:path>
                </a:pathLst>
              </a:custGeom>
              <a:solidFill>
                <a:srgbClr val="F7EFEF"/>
              </a:solidFill>
              <a:ln w="5753" cap="sq">
                <a:noFill/>
                <a:prstDash val="solid"/>
                <a:miter/>
              </a:ln>
            </p:spPr>
            <p:txBody>
              <a:bodyPr rtlCol="0" anchor="ctr"/>
              <a:lstStyle/>
              <a:p>
                <a:endParaRPr lang="en-US"/>
              </a:p>
            </p:txBody>
          </p:sp>
          <p:sp>
            <p:nvSpPr>
              <p:cNvPr id="2397" name="Freeform: Shape 2396">
                <a:extLst>
                  <a:ext uri="{FF2B5EF4-FFF2-40B4-BE49-F238E27FC236}">
                    <a16:creationId xmlns:a16="http://schemas.microsoft.com/office/drawing/2014/main" id="{35448FA3-F341-7A02-F352-43DB5F37F7A3}"/>
                  </a:ext>
                </a:extLst>
              </p:cNvPr>
              <p:cNvSpPr/>
              <p:nvPr/>
            </p:nvSpPr>
            <p:spPr>
              <a:xfrm>
                <a:off x="7739059" y="8125922"/>
                <a:ext cx="41981" cy="41981"/>
              </a:xfrm>
              <a:custGeom>
                <a:avLst/>
                <a:gdLst>
                  <a:gd name="connsiteX0" fmla="*/ 21259 w 41981"/>
                  <a:gd name="connsiteY0" fmla="*/ 4996 h 41981"/>
                  <a:gd name="connsiteX1" fmla="*/ 37449 w 41981"/>
                  <a:gd name="connsiteY1" fmla="*/ 21186 h 41981"/>
                  <a:gd name="connsiteX2" fmla="*/ 37449 w 41981"/>
                  <a:gd name="connsiteY2" fmla="*/ 21186 h 41981"/>
                  <a:gd name="connsiteX3" fmla="*/ 21259 w 41981"/>
                  <a:gd name="connsiteY3" fmla="*/ 37376 h 41981"/>
                  <a:gd name="connsiteX4" fmla="*/ 5069 w 41981"/>
                  <a:gd name="connsiteY4" fmla="*/ 21186 h 41981"/>
                  <a:gd name="connsiteX5" fmla="*/ 21259 w 41981"/>
                  <a:gd name="connsiteY5" fmla="*/ 4996 h 41981"/>
                  <a:gd name="connsiteX6" fmla="*/ 21259 w 41981"/>
                  <a:gd name="connsiteY6" fmla="*/ 195 h 41981"/>
                  <a:gd name="connsiteX7" fmla="*/ 268 w 41981"/>
                  <a:gd name="connsiteY7" fmla="*/ 21186 h 41981"/>
                  <a:gd name="connsiteX8" fmla="*/ 21259 w 41981"/>
                  <a:gd name="connsiteY8" fmla="*/ 42177 h 41981"/>
                  <a:gd name="connsiteX9" fmla="*/ 42250 w 41981"/>
                  <a:gd name="connsiteY9" fmla="*/ 21186 h 41981"/>
                  <a:gd name="connsiteX10" fmla="*/ 42250 w 41981"/>
                  <a:gd name="connsiteY10" fmla="*/ 21186 h 41981"/>
                  <a:gd name="connsiteX11" fmla="*/ 21259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96"/>
                    </a:moveTo>
                    <a:cubicBezTo>
                      <a:pt x="30201" y="4996"/>
                      <a:pt x="37449" y="12244"/>
                      <a:pt x="37449" y="21186"/>
                    </a:cubicBezTo>
                    <a:lnTo>
                      <a:pt x="37449" y="21186"/>
                    </a:lnTo>
                    <a:cubicBezTo>
                      <a:pt x="37449" y="30128"/>
                      <a:pt x="30201" y="37376"/>
                      <a:pt x="21259" y="37376"/>
                    </a:cubicBezTo>
                    <a:cubicBezTo>
                      <a:pt x="12317" y="37376"/>
                      <a:pt x="5069" y="30128"/>
                      <a:pt x="5069" y="21186"/>
                    </a:cubicBezTo>
                    <a:cubicBezTo>
                      <a:pt x="5069" y="12244"/>
                      <a:pt x="12317" y="4996"/>
                      <a:pt x="21259" y="4996"/>
                    </a:cubicBezTo>
                    <a:close/>
                    <a:moveTo>
                      <a:pt x="21259" y="195"/>
                    </a:moveTo>
                    <a:cubicBezTo>
                      <a:pt x="9666" y="195"/>
                      <a:pt x="268" y="9593"/>
                      <a:pt x="268" y="21186"/>
                    </a:cubicBezTo>
                    <a:cubicBezTo>
                      <a:pt x="268" y="32779"/>
                      <a:pt x="9666" y="42177"/>
                      <a:pt x="21259" y="42177"/>
                    </a:cubicBezTo>
                    <a:cubicBezTo>
                      <a:pt x="32852" y="42177"/>
                      <a:pt x="42250" y="32779"/>
                      <a:pt x="42250" y="21186"/>
                    </a:cubicBezTo>
                    <a:lnTo>
                      <a:pt x="42250" y="21186"/>
                    </a:lnTo>
                    <a:cubicBezTo>
                      <a:pt x="42250" y="9593"/>
                      <a:pt x="32852" y="195"/>
                      <a:pt x="21259" y="195"/>
                    </a:cubicBezTo>
                    <a:close/>
                  </a:path>
                </a:pathLst>
              </a:custGeom>
              <a:solidFill>
                <a:srgbClr val="000000"/>
              </a:solidFill>
              <a:ln w="4794" cap="sq">
                <a:noFill/>
                <a:prstDash val="solid"/>
                <a:round/>
              </a:ln>
            </p:spPr>
            <p:txBody>
              <a:bodyPr rtlCol="0" anchor="ctr"/>
              <a:lstStyle/>
              <a:p>
                <a:endParaRPr lang="en-US"/>
              </a:p>
            </p:txBody>
          </p:sp>
          <p:sp>
            <p:nvSpPr>
              <p:cNvPr id="2398" name="Freeform: Shape 2397">
                <a:extLst>
                  <a:ext uri="{FF2B5EF4-FFF2-40B4-BE49-F238E27FC236}">
                    <a16:creationId xmlns:a16="http://schemas.microsoft.com/office/drawing/2014/main" id="{C585D858-DDCD-68D9-4CE4-0918B6789DE8}"/>
                  </a:ext>
                </a:extLst>
              </p:cNvPr>
              <p:cNvSpPr/>
              <p:nvPr/>
            </p:nvSpPr>
            <p:spPr>
              <a:xfrm>
                <a:off x="7735221" y="8089459"/>
                <a:ext cx="37180" cy="37180"/>
              </a:xfrm>
              <a:custGeom>
                <a:avLst/>
                <a:gdLst>
                  <a:gd name="connsiteX0" fmla="*/ 37448 w 37180"/>
                  <a:gd name="connsiteY0" fmla="*/ 18779 h 37180"/>
                  <a:gd name="connsiteX1" fmla="*/ 18858 w 37180"/>
                  <a:gd name="connsiteY1" fmla="*/ 37369 h 37180"/>
                  <a:gd name="connsiteX2" fmla="*/ 267 w 37180"/>
                  <a:gd name="connsiteY2" fmla="*/ 18779 h 37180"/>
                  <a:gd name="connsiteX3" fmla="*/ 18858 w 37180"/>
                  <a:gd name="connsiteY3" fmla="*/ 189 h 37180"/>
                  <a:gd name="connsiteX4" fmla="*/ 37448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79"/>
                    </a:moveTo>
                    <a:cubicBezTo>
                      <a:pt x="37448" y="29046"/>
                      <a:pt x="29125" y="37369"/>
                      <a:pt x="18858" y="37369"/>
                    </a:cubicBezTo>
                    <a:cubicBezTo>
                      <a:pt x="8590" y="37369"/>
                      <a:pt x="267" y="29046"/>
                      <a:pt x="267" y="18779"/>
                    </a:cubicBezTo>
                    <a:cubicBezTo>
                      <a:pt x="267" y="8512"/>
                      <a:pt x="8590" y="189"/>
                      <a:pt x="18858" y="189"/>
                    </a:cubicBezTo>
                    <a:cubicBezTo>
                      <a:pt x="29125" y="189"/>
                      <a:pt x="37448" y="8512"/>
                      <a:pt x="37448" y="18779"/>
                    </a:cubicBezTo>
                    <a:close/>
                  </a:path>
                </a:pathLst>
              </a:custGeom>
              <a:solidFill>
                <a:srgbClr val="F7A523"/>
              </a:solidFill>
              <a:ln w="5753" cap="sq">
                <a:noFill/>
                <a:prstDash val="solid"/>
                <a:miter/>
              </a:ln>
            </p:spPr>
            <p:txBody>
              <a:bodyPr rtlCol="0" anchor="ctr"/>
              <a:lstStyle/>
              <a:p>
                <a:endParaRPr lang="en-US"/>
              </a:p>
            </p:txBody>
          </p:sp>
          <p:sp>
            <p:nvSpPr>
              <p:cNvPr id="2399" name="Freeform: Shape 2398">
                <a:extLst>
                  <a:ext uri="{FF2B5EF4-FFF2-40B4-BE49-F238E27FC236}">
                    <a16:creationId xmlns:a16="http://schemas.microsoft.com/office/drawing/2014/main" id="{54DFFFC0-CFA1-FDA0-2F2E-B8714CE71840}"/>
                  </a:ext>
                </a:extLst>
              </p:cNvPr>
              <p:cNvSpPr/>
              <p:nvPr/>
            </p:nvSpPr>
            <p:spPr>
              <a:xfrm>
                <a:off x="7732821" y="8087059"/>
                <a:ext cx="41981" cy="41981"/>
              </a:xfrm>
              <a:custGeom>
                <a:avLst/>
                <a:gdLst>
                  <a:gd name="connsiteX0" fmla="*/ 21258 w 41981"/>
                  <a:gd name="connsiteY0" fmla="*/ 4989 h 41981"/>
                  <a:gd name="connsiteX1" fmla="*/ 37448 w 41981"/>
                  <a:gd name="connsiteY1" fmla="*/ 21179 h 41981"/>
                  <a:gd name="connsiteX2" fmla="*/ 37448 w 41981"/>
                  <a:gd name="connsiteY2" fmla="*/ 21179 h 41981"/>
                  <a:gd name="connsiteX3" fmla="*/ 21258 w 41981"/>
                  <a:gd name="connsiteY3" fmla="*/ 37369 h 41981"/>
                  <a:gd name="connsiteX4" fmla="*/ 5068 w 41981"/>
                  <a:gd name="connsiteY4" fmla="*/ 21179 h 41981"/>
                  <a:gd name="connsiteX5" fmla="*/ 21258 w 41981"/>
                  <a:gd name="connsiteY5" fmla="*/ 4989 h 41981"/>
                  <a:gd name="connsiteX6" fmla="*/ 21258 w 41981"/>
                  <a:gd name="connsiteY6" fmla="*/ 189 h 41981"/>
                  <a:gd name="connsiteX7" fmla="*/ 267 w 41981"/>
                  <a:gd name="connsiteY7" fmla="*/ 21179 h 41981"/>
                  <a:gd name="connsiteX8" fmla="*/ 21258 w 41981"/>
                  <a:gd name="connsiteY8" fmla="*/ 42170 h 41981"/>
                  <a:gd name="connsiteX9" fmla="*/ 42248 w 41981"/>
                  <a:gd name="connsiteY9" fmla="*/ 21179 h 41981"/>
                  <a:gd name="connsiteX10" fmla="*/ 42248 w 41981"/>
                  <a:gd name="connsiteY10" fmla="*/ 21179 h 41981"/>
                  <a:gd name="connsiteX11" fmla="*/ 21258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89"/>
                    </a:moveTo>
                    <a:cubicBezTo>
                      <a:pt x="30200" y="4989"/>
                      <a:pt x="37448" y="12237"/>
                      <a:pt x="37448" y="21179"/>
                    </a:cubicBezTo>
                    <a:lnTo>
                      <a:pt x="37448" y="21179"/>
                    </a:lnTo>
                    <a:cubicBezTo>
                      <a:pt x="37448" y="30121"/>
                      <a:pt x="30200" y="37369"/>
                      <a:pt x="21258" y="37369"/>
                    </a:cubicBezTo>
                    <a:cubicBezTo>
                      <a:pt x="12316" y="37369"/>
                      <a:pt x="5068" y="30121"/>
                      <a:pt x="5068" y="21179"/>
                    </a:cubicBezTo>
                    <a:cubicBezTo>
                      <a:pt x="5068" y="12237"/>
                      <a:pt x="12316" y="4989"/>
                      <a:pt x="21258" y="4989"/>
                    </a:cubicBezTo>
                    <a:close/>
                    <a:moveTo>
                      <a:pt x="21258" y="189"/>
                    </a:moveTo>
                    <a:cubicBezTo>
                      <a:pt x="9665" y="189"/>
                      <a:pt x="267" y="9587"/>
                      <a:pt x="267" y="21179"/>
                    </a:cubicBezTo>
                    <a:cubicBezTo>
                      <a:pt x="267" y="32772"/>
                      <a:pt x="9665" y="42170"/>
                      <a:pt x="21258" y="42170"/>
                    </a:cubicBezTo>
                    <a:cubicBezTo>
                      <a:pt x="32850" y="42170"/>
                      <a:pt x="42248" y="32772"/>
                      <a:pt x="42248" y="21179"/>
                    </a:cubicBezTo>
                    <a:lnTo>
                      <a:pt x="42248" y="21179"/>
                    </a:lnTo>
                    <a:cubicBezTo>
                      <a:pt x="42248" y="9587"/>
                      <a:pt x="32850" y="189"/>
                      <a:pt x="21258" y="189"/>
                    </a:cubicBezTo>
                    <a:close/>
                  </a:path>
                </a:pathLst>
              </a:custGeom>
              <a:solidFill>
                <a:srgbClr val="000000"/>
              </a:solidFill>
              <a:ln w="4794" cap="sq">
                <a:noFill/>
                <a:prstDash val="solid"/>
                <a:round/>
              </a:ln>
            </p:spPr>
            <p:txBody>
              <a:bodyPr rtlCol="0" anchor="ctr"/>
              <a:lstStyle/>
              <a:p>
                <a:endParaRPr lang="en-US"/>
              </a:p>
            </p:txBody>
          </p:sp>
          <p:sp>
            <p:nvSpPr>
              <p:cNvPr id="2400" name="Freeform: Shape 2399">
                <a:extLst>
                  <a:ext uri="{FF2B5EF4-FFF2-40B4-BE49-F238E27FC236}">
                    <a16:creationId xmlns:a16="http://schemas.microsoft.com/office/drawing/2014/main" id="{93621993-AB68-9366-141D-05F888DC3EA5}"/>
                  </a:ext>
                </a:extLst>
              </p:cNvPr>
              <p:cNvSpPr/>
              <p:nvPr/>
            </p:nvSpPr>
            <p:spPr>
              <a:xfrm>
                <a:off x="7718039" y="7794489"/>
                <a:ext cx="37180" cy="37180"/>
              </a:xfrm>
              <a:custGeom>
                <a:avLst/>
                <a:gdLst>
                  <a:gd name="connsiteX0" fmla="*/ 37445 w 37180"/>
                  <a:gd name="connsiteY0" fmla="*/ 18728 h 37180"/>
                  <a:gd name="connsiteX1" fmla="*/ 18855 w 37180"/>
                  <a:gd name="connsiteY1" fmla="*/ 37318 h 37180"/>
                  <a:gd name="connsiteX2" fmla="*/ 264 w 37180"/>
                  <a:gd name="connsiteY2" fmla="*/ 18728 h 37180"/>
                  <a:gd name="connsiteX3" fmla="*/ 18855 w 37180"/>
                  <a:gd name="connsiteY3" fmla="*/ 137 h 37180"/>
                  <a:gd name="connsiteX4" fmla="*/ 37445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28"/>
                    </a:moveTo>
                    <a:cubicBezTo>
                      <a:pt x="37445" y="28995"/>
                      <a:pt x="29122" y="37318"/>
                      <a:pt x="18855" y="37318"/>
                    </a:cubicBezTo>
                    <a:cubicBezTo>
                      <a:pt x="8587" y="37318"/>
                      <a:pt x="264" y="28995"/>
                      <a:pt x="264" y="18728"/>
                    </a:cubicBezTo>
                    <a:cubicBezTo>
                      <a:pt x="264" y="8461"/>
                      <a:pt x="8587" y="137"/>
                      <a:pt x="18855" y="137"/>
                    </a:cubicBezTo>
                    <a:cubicBezTo>
                      <a:pt x="29122" y="137"/>
                      <a:pt x="37445" y="8461"/>
                      <a:pt x="37445" y="18728"/>
                    </a:cubicBezTo>
                    <a:close/>
                  </a:path>
                </a:pathLst>
              </a:custGeom>
              <a:solidFill>
                <a:srgbClr val="68F768"/>
              </a:solidFill>
              <a:ln w="5753" cap="sq">
                <a:noFill/>
                <a:prstDash val="solid"/>
                <a:miter/>
              </a:ln>
            </p:spPr>
            <p:txBody>
              <a:bodyPr rtlCol="0" anchor="ctr"/>
              <a:lstStyle/>
              <a:p>
                <a:endParaRPr lang="en-US"/>
              </a:p>
            </p:txBody>
          </p:sp>
          <p:sp>
            <p:nvSpPr>
              <p:cNvPr id="2401" name="Freeform: Shape 2400">
                <a:extLst>
                  <a:ext uri="{FF2B5EF4-FFF2-40B4-BE49-F238E27FC236}">
                    <a16:creationId xmlns:a16="http://schemas.microsoft.com/office/drawing/2014/main" id="{5484E69E-0E27-3C45-8166-EB90A1FF5533}"/>
                  </a:ext>
                </a:extLst>
              </p:cNvPr>
              <p:cNvSpPr/>
              <p:nvPr/>
            </p:nvSpPr>
            <p:spPr>
              <a:xfrm>
                <a:off x="7715639" y="7792089"/>
                <a:ext cx="41981" cy="41981"/>
              </a:xfrm>
              <a:custGeom>
                <a:avLst/>
                <a:gdLst>
                  <a:gd name="connsiteX0" fmla="*/ 21255 w 41981"/>
                  <a:gd name="connsiteY0" fmla="*/ 4938 h 41981"/>
                  <a:gd name="connsiteX1" fmla="*/ 37445 w 41981"/>
                  <a:gd name="connsiteY1" fmla="*/ 21128 h 41981"/>
                  <a:gd name="connsiteX2" fmla="*/ 37445 w 41981"/>
                  <a:gd name="connsiteY2" fmla="*/ 21128 h 41981"/>
                  <a:gd name="connsiteX3" fmla="*/ 21255 w 41981"/>
                  <a:gd name="connsiteY3" fmla="*/ 37318 h 41981"/>
                  <a:gd name="connsiteX4" fmla="*/ 5065 w 41981"/>
                  <a:gd name="connsiteY4" fmla="*/ 21128 h 41981"/>
                  <a:gd name="connsiteX5" fmla="*/ 21255 w 41981"/>
                  <a:gd name="connsiteY5" fmla="*/ 4938 h 41981"/>
                  <a:gd name="connsiteX6" fmla="*/ 21255 w 41981"/>
                  <a:gd name="connsiteY6" fmla="*/ 137 h 41981"/>
                  <a:gd name="connsiteX7" fmla="*/ 264 w 41981"/>
                  <a:gd name="connsiteY7" fmla="*/ 21128 h 41981"/>
                  <a:gd name="connsiteX8" fmla="*/ 21255 w 41981"/>
                  <a:gd name="connsiteY8" fmla="*/ 42119 h 41981"/>
                  <a:gd name="connsiteX9" fmla="*/ 42245 w 41981"/>
                  <a:gd name="connsiteY9" fmla="*/ 21128 h 41981"/>
                  <a:gd name="connsiteX10" fmla="*/ 42245 w 41981"/>
                  <a:gd name="connsiteY10" fmla="*/ 21128 h 41981"/>
                  <a:gd name="connsiteX11" fmla="*/ 21255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38"/>
                    </a:moveTo>
                    <a:cubicBezTo>
                      <a:pt x="30197" y="4938"/>
                      <a:pt x="37445" y="12186"/>
                      <a:pt x="37445" y="21128"/>
                    </a:cubicBezTo>
                    <a:lnTo>
                      <a:pt x="37445" y="21128"/>
                    </a:lnTo>
                    <a:cubicBezTo>
                      <a:pt x="37445" y="30070"/>
                      <a:pt x="30197" y="37318"/>
                      <a:pt x="21255" y="37318"/>
                    </a:cubicBezTo>
                    <a:cubicBezTo>
                      <a:pt x="12313" y="37318"/>
                      <a:pt x="5065" y="30070"/>
                      <a:pt x="5065" y="21128"/>
                    </a:cubicBezTo>
                    <a:cubicBezTo>
                      <a:pt x="5065" y="12186"/>
                      <a:pt x="12313" y="4938"/>
                      <a:pt x="21255" y="4938"/>
                    </a:cubicBezTo>
                    <a:close/>
                    <a:moveTo>
                      <a:pt x="21255" y="137"/>
                    </a:moveTo>
                    <a:cubicBezTo>
                      <a:pt x="9662" y="137"/>
                      <a:pt x="264" y="9535"/>
                      <a:pt x="264" y="21128"/>
                    </a:cubicBezTo>
                    <a:cubicBezTo>
                      <a:pt x="264" y="32721"/>
                      <a:pt x="9662" y="42119"/>
                      <a:pt x="21255" y="42119"/>
                    </a:cubicBezTo>
                    <a:cubicBezTo>
                      <a:pt x="32847" y="42119"/>
                      <a:pt x="42245" y="32721"/>
                      <a:pt x="42245" y="21128"/>
                    </a:cubicBezTo>
                    <a:lnTo>
                      <a:pt x="42245" y="21128"/>
                    </a:lnTo>
                    <a:cubicBezTo>
                      <a:pt x="42245" y="9535"/>
                      <a:pt x="32847" y="137"/>
                      <a:pt x="21255" y="137"/>
                    </a:cubicBezTo>
                    <a:close/>
                  </a:path>
                </a:pathLst>
              </a:custGeom>
              <a:solidFill>
                <a:srgbClr val="000000"/>
              </a:solidFill>
              <a:ln w="4794" cap="sq">
                <a:noFill/>
                <a:prstDash val="solid"/>
                <a:round/>
              </a:ln>
            </p:spPr>
            <p:txBody>
              <a:bodyPr rtlCol="0" anchor="ctr"/>
              <a:lstStyle/>
              <a:p>
                <a:endParaRPr lang="en-US"/>
              </a:p>
            </p:txBody>
          </p:sp>
          <p:sp>
            <p:nvSpPr>
              <p:cNvPr id="2402" name="Freeform: Shape 2401">
                <a:extLst>
                  <a:ext uri="{FF2B5EF4-FFF2-40B4-BE49-F238E27FC236}">
                    <a16:creationId xmlns:a16="http://schemas.microsoft.com/office/drawing/2014/main" id="{97759BF1-BAF9-A679-AA40-4C6F3EFC6C99}"/>
                  </a:ext>
                </a:extLst>
              </p:cNvPr>
              <p:cNvSpPr/>
              <p:nvPr/>
            </p:nvSpPr>
            <p:spPr>
              <a:xfrm>
                <a:off x="7483486" y="7705906"/>
                <a:ext cx="37180" cy="37180"/>
              </a:xfrm>
              <a:custGeom>
                <a:avLst/>
                <a:gdLst>
                  <a:gd name="connsiteX0" fmla="*/ 37404 w 37180"/>
                  <a:gd name="connsiteY0" fmla="*/ 18712 h 37180"/>
                  <a:gd name="connsiteX1" fmla="*/ 18814 w 37180"/>
                  <a:gd name="connsiteY1" fmla="*/ 37303 h 37180"/>
                  <a:gd name="connsiteX2" fmla="*/ 224 w 37180"/>
                  <a:gd name="connsiteY2" fmla="*/ 18712 h 37180"/>
                  <a:gd name="connsiteX3" fmla="*/ 18814 w 37180"/>
                  <a:gd name="connsiteY3" fmla="*/ 122 h 37180"/>
                  <a:gd name="connsiteX4" fmla="*/ 37404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12"/>
                    </a:moveTo>
                    <a:cubicBezTo>
                      <a:pt x="37404" y="28980"/>
                      <a:pt x="29081" y="37303"/>
                      <a:pt x="18814" y="37303"/>
                    </a:cubicBezTo>
                    <a:cubicBezTo>
                      <a:pt x="8547" y="37303"/>
                      <a:pt x="224" y="28980"/>
                      <a:pt x="224" y="18712"/>
                    </a:cubicBezTo>
                    <a:cubicBezTo>
                      <a:pt x="224" y="8445"/>
                      <a:pt x="8547" y="122"/>
                      <a:pt x="18814" y="122"/>
                    </a:cubicBezTo>
                    <a:cubicBezTo>
                      <a:pt x="29081" y="122"/>
                      <a:pt x="37404" y="8445"/>
                      <a:pt x="37404" y="18712"/>
                    </a:cubicBezTo>
                    <a:close/>
                  </a:path>
                </a:pathLst>
              </a:custGeom>
              <a:solidFill>
                <a:srgbClr val="F7A500"/>
              </a:solidFill>
              <a:ln w="5753" cap="sq">
                <a:noFill/>
                <a:prstDash val="solid"/>
                <a:miter/>
              </a:ln>
            </p:spPr>
            <p:txBody>
              <a:bodyPr rtlCol="0" anchor="ctr"/>
              <a:lstStyle/>
              <a:p>
                <a:endParaRPr lang="en-US"/>
              </a:p>
            </p:txBody>
          </p:sp>
          <p:sp>
            <p:nvSpPr>
              <p:cNvPr id="2403" name="Freeform: Shape 2402">
                <a:extLst>
                  <a:ext uri="{FF2B5EF4-FFF2-40B4-BE49-F238E27FC236}">
                    <a16:creationId xmlns:a16="http://schemas.microsoft.com/office/drawing/2014/main" id="{02C8F70D-C4D4-9B39-452A-8AD93C6A810F}"/>
                  </a:ext>
                </a:extLst>
              </p:cNvPr>
              <p:cNvSpPr/>
              <p:nvPr/>
            </p:nvSpPr>
            <p:spPr>
              <a:xfrm>
                <a:off x="7481086" y="7703506"/>
                <a:ext cx="41981" cy="41981"/>
              </a:xfrm>
              <a:custGeom>
                <a:avLst/>
                <a:gdLst>
                  <a:gd name="connsiteX0" fmla="*/ 21214 w 41981"/>
                  <a:gd name="connsiteY0" fmla="*/ 4922 h 41981"/>
                  <a:gd name="connsiteX1" fmla="*/ 37404 w 41981"/>
                  <a:gd name="connsiteY1" fmla="*/ 21113 h 41981"/>
                  <a:gd name="connsiteX2" fmla="*/ 37404 w 41981"/>
                  <a:gd name="connsiteY2" fmla="*/ 21113 h 41981"/>
                  <a:gd name="connsiteX3" fmla="*/ 21214 w 41981"/>
                  <a:gd name="connsiteY3" fmla="*/ 37303 h 41981"/>
                  <a:gd name="connsiteX4" fmla="*/ 5024 w 41981"/>
                  <a:gd name="connsiteY4" fmla="*/ 21113 h 41981"/>
                  <a:gd name="connsiteX5" fmla="*/ 21214 w 41981"/>
                  <a:gd name="connsiteY5" fmla="*/ 4922 h 41981"/>
                  <a:gd name="connsiteX6" fmla="*/ 21214 w 41981"/>
                  <a:gd name="connsiteY6" fmla="*/ 122 h 41981"/>
                  <a:gd name="connsiteX7" fmla="*/ 224 w 41981"/>
                  <a:gd name="connsiteY7" fmla="*/ 21113 h 41981"/>
                  <a:gd name="connsiteX8" fmla="*/ 21214 w 41981"/>
                  <a:gd name="connsiteY8" fmla="*/ 42103 h 41981"/>
                  <a:gd name="connsiteX9" fmla="*/ 42205 w 41981"/>
                  <a:gd name="connsiteY9" fmla="*/ 21113 h 41981"/>
                  <a:gd name="connsiteX10" fmla="*/ 42205 w 41981"/>
                  <a:gd name="connsiteY10" fmla="*/ 21113 h 41981"/>
                  <a:gd name="connsiteX11" fmla="*/ 21214 w 41981"/>
                  <a:gd name="connsiteY11" fmla="*/ 12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22"/>
                    </a:moveTo>
                    <a:cubicBezTo>
                      <a:pt x="30156" y="4922"/>
                      <a:pt x="37404" y="12171"/>
                      <a:pt x="37404" y="21113"/>
                    </a:cubicBezTo>
                    <a:lnTo>
                      <a:pt x="37404" y="21113"/>
                    </a:lnTo>
                    <a:cubicBezTo>
                      <a:pt x="37404" y="30054"/>
                      <a:pt x="30156" y="37303"/>
                      <a:pt x="21214" y="37303"/>
                    </a:cubicBezTo>
                    <a:cubicBezTo>
                      <a:pt x="12272" y="37303"/>
                      <a:pt x="5024" y="30054"/>
                      <a:pt x="5024" y="21113"/>
                    </a:cubicBezTo>
                    <a:cubicBezTo>
                      <a:pt x="5024" y="12171"/>
                      <a:pt x="12272" y="4922"/>
                      <a:pt x="21214" y="4922"/>
                    </a:cubicBezTo>
                    <a:close/>
                    <a:moveTo>
                      <a:pt x="21214" y="122"/>
                    </a:moveTo>
                    <a:cubicBezTo>
                      <a:pt x="9622" y="122"/>
                      <a:pt x="224" y="9520"/>
                      <a:pt x="224" y="21113"/>
                    </a:cubicBezTo>
                    <a:cubicBezTo>
                      <a:pt x="224" y="32705"/>
                      <a:pt x="9622" y="42103"/>
                      <a:pt x="21214" y="42103"/>
                    </a:cubicBezTo>
                    <a:cubicBezTo>
                      <a:pt x="32807" y="42103"/>
                      <a:pt x="42205" y="32705"/>
                      <a:pt x="42205" y="21113"/>
                    </a:cubicBezTo>
                    <a:lnTo>
                      <a:pt x="42205" y="21113"/>
                    </a:lnTo>
                    <a:cubicBezTo>
                      <a:pt x="42205" y="9520"/>
                      <a:pt x="32807" y="122"/>
                      <a:pt x="21214" y="122"/>
                    </a:cubicBezTo>
                    <a:close/>
                  </a:path>
                </a:pathLst>
              </a:custGeom>
              <a:solidFill>
                <a:srgbClr val="000000"/>
              </a:solidFill>
              <a:ln w="4794" cap="sq">
                <a:noFill/>
                <a:prstDash val="solid"/>
                <a:round/>
              </a:ln>
            </p:spPr>
            <p:txBody>
              <a:bodyPr rtlCol="0" anchor="ctr"/>
              <a:lstStyle/>
              <a:p>
                <a:endParaRPr lang="en-US"/>
              </a:p>
            </p:txBody>
          </p:sp>
          <p:sp>
            <p:nvSpPr>
              <p:cNvPr id="2404" name="Freeform: Shape 2403">
                <a:extLst>
                  <a:ext uri="{FF2B5EF4-FFF2-40B4-BE49-F238E27FC236}">
                    <a16:creationId xmlns:a16="http://schemas.microsoft.com/office/drawing/2014/main" id="{43FB6F66-4D37-8E0F-D365-3A5F0E75781B}"/>
                  </a:ext>
                </a:extLst>
              </p:cNvPr>
              <p:cNvSpPr/>
              <p:nvPr/>
            </p:nvSpPr>
            <p:spPr>
              <a:xfrm>
                <a:off x="7566246" y="7773552"/>
                <a:ext cx="37180" cy="37180"/>
              </a:xfrm>
              <a:custGeom>
                <a:avLst/>
                <a:gdLst>
                  <a:gd name="connsiteX0" fmla="*/ 37419 w 37180"/>
                  <a:gd name="connsiteY0" fmla="*/ 18724 h 37180"/>
                  <a:gd name="connsiteX1" fmla="*/ 18828 w 37180"/>
                  <a:gd name="connsiteY1" fmla="*/ 37315 h 37180"/>
                  <a:gd name="connsiteX2" fmla="*/ 238 w 37180"/>
                  <a:gd name="connsiteY2" fmla="*/ 18724 h 37180"/>
                  <a:gd name="connsiteX3" fmla="*/ 18828 w 37180"/>
                  <a:gd name="connsiteY3" fmla="*/ 134 h 37180"/>
                  <a:gd name="connsiteX4" fmla="*/ 37419 w 37180"/>
                  <a:gd name="connsiteY4" fmla="*/ 1872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24"/>
                    </a:moveTo>
                    <a:cubicBezTo>
                      <a:pt x="37419" y="28991"/>
                      <a:pt x="29096" y="37315"/>
                      <a:pt x="18828" y="37315"/>
                    </a:cubicBezTo>
                    <a:cubicBezTo>
                      <a:pt x="8561" y="37315"/>
                      <a:pt x="238" y="28991"/>
                      <a:pt x="238" y="18724"/>
                    </a:cubicBezTo>
                    <a:cubicBezTo>
                      <a:pt x="238" y="8457"/>
                      <a:pt x="8561" y="134"/>
                      <a:pt x="18828" y="134"/>
                    </a:cubicBezTo>
                    <a:cubicBezTo>
                      <a:pt x="29096" y="134"/>
                      <a:pt x="37419" y="8457"/>
                      <a:pt x="37419" y="18724"/>
                    </a:cubicBezTo>
                    <a:close/>
                  </a:path>
                </a:pathLst>
              </a:custGeom>
              <a:solidFill>
                <a:srgbClr val="F7A52E"/>
              </a:solidFill>
              <a:ln w="5753" cap="sq">
                <a:noFill/>
                <a:prstDash val="solid"/>
                <a:miter/>
              </a:ln>
            </p:spPr>
            <p:txBody>
              <a:bodyPr rtlCol="0" anchor="ctr"/>
              <a:lstStyle/>
              <a:p>
                <a:endParaRPr lang="en-US"/>
              </a:p>
            </p:txBody>
          </p:sp>
          <p:sp>
            <p:nvSpPr>
              <p:cNvPr id="2405" name="Freeform: Shape 2404">
                <a:extLst>
                  <a:ext uri="{FF2B5EF4-FFF2-40B4-BE49-F238E27FC236}">
                    <a16:creationId xmlns:a16="http://schemas.microsoft.com/office/drawing/2014/main" id="{C6E6D648-B66C-5898-8792-9842366C6D83}"/>
                  </a:ext>
                </a:extLst>
              </p:cNvPr>
              <p:cNvSpPr/>
              <p:nvPr/>
            </p:nvSpPr>
            <p:spPr>
              <a:xfrm>
                <a:off x="7563846" y="7771152"/>
                <a:ext cx="41981" cy="41981"/>
              </a:xfrm>
              <a:custGeom>
                <a:avLst/>
                <a:gdLst>
                  <a:gd name="connsiteX0" fmla="*/ 21229 w 41981"/>
                  <a:gd name="connsiteY0" fmla="*/ 4934 h 41981"/>
                  <a:gd name="connsiteX1" fmla="*/ 37419 w 41981"/>
                  <a:gd name="connsiteY1" fmla="*/ 21124 h 41981"/>
                  <a:gd name="connsiteX2" fmla="*/ 37419 w 41981"/>
                  <a:gd name="connsiteY2" fmla="*/ 21124 h 41981"/>
                  <a:gd name="connsiteX3" fmla="*/ 21229 w 41981"/>
                  <a:gd name="connsiteY3" fmla="*/ 37315 h 41981"/>
                  <a:gd name="connsiteX4" fmla="*/ 5038 w 41981"/>
                  <a:gd name="connsiteY4" fmla="*/ 21124 h 41981"/>
                  <a:gd name="connsiteX5" fmla="*/ 21229 w 41981"/>
                  <a:gd name="connsiteY5" fmla="*/ 4934 h 41981"/>
                  <a:gd name="connsiteX6" fmla="*/ 21229 w 41981"/>
                  <a:gd name="connsiteY6" fmla="*/ 134 h 41981"/>
                  <a:gd name="connsiteX7" fmla="*/ 238 w 41981"/>
                  <a:gd name="connsiteY7" fmla="*/ 21124 h 41981"/>
                  <a:gd name="connsiteX8" fmla="*/ 21229 w 41981"/>
                  <a:gd name="connsiteY8" fmla="*/ 42115 h 41981"/>
                  <a:gd name="connsiteX9" fmla="*/ 42219 w 41981"/>
                  <a:gd name="connsiteY9" fmla="*/ 21124 h 41981"/>
                  <a:gd name="connsiteX10" fmla="*/ 42219 w 41981"/>
                  <a:gd name="connsiteY10" fmla="*/ 21124 h 41981"/>
                  <a:gd name="connsiteX11" fmla="*/ 21229 w 41981"/>
                  <a:gd name="connsiteY11" fmla="*/ 13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34"/>
                    </a:moveTo>
                    <a:cubicBezTo>
                      <a:pt x="30170" y="4934"/>
                      <a:pt x="37419" y="12183"/>
                      <a:pt x="37419" y="21124"/>
                    </a:cubicBezTo>
                    <a:lnTo>
                      <a:pt x="37419" y="21124"/>
                    </a:lnTo>
                    <a:cubicBezTo>
                      <a:pt x="37419" y="30066"/>
                      <a:pt x="30170" y="37315"/>
                      <a:pt x="21229" y="37315"/>
                    </a:cubicBezTo>
                    <a:cubicBezTo>
                      <a:pt x="12287" y="37315"/>
                      <a:pt x="5038" y="30066"/>
                      <a:pt x="5038" y="21124"/>
                    </a:cubicBezTo>
                    <a:cubicBezTo>
                      <a:pt x="5038" y="12183"/>
                      <a:pt x="12287" y="4934"/>
                      <a:pt x="21229" y="4934"/>
                    </a:cubicBezTo>
                    <a:close/>
                    <a:moveTo>
                      <a:pt x="21229" y="134"/>
                    </a:moveTo>
                    <a:cubicBezTo>
                      <a:pt x="9636" y="134"/>
                      <a:pt x="238" y="9532"/>
                      <a:pt x="238" y="21124"/>
                    </a:cubicBezTo>
                    <a:cubicBezTo>
                      <a:pt x="238" y="32717"/>
                      <a:pt x="9636" y="42115"/>
                      <a:pt x="21229" y="42115"/>
                    </a:cubicBezTo>
                    <a:cubicBezTo>
                      <a:pt x="32821" y="42115"/>
                      <a:pt x="42219" y="32717"/>
                      <a:pt x="42219" y="21124"/>
                    </a:cubicBezTo>
                    <a:lnTo>
                      <a:pt x="42219" y="21124"/>
                    </a:lnTo>
                    <a:cubicBezTo>
                      <a:pt x="42219" y="9532"/>
                      <a:pt x="32821" y="134"/>
                      <a:pt x="21229" y="134"/>
                    </a:cubicBezTo>
                    <a:close/>
                  </a:path>
                </a:pathLst>
              </a:custGeom>
              <a:solidFill>
                <a:srgbClr val="000000"/>
              </a:solidFill>
              <a:ln w="4794" cap="sq">
                <a:noFill/>
                <a:prstDash val="solid"/>
                <a:round/>
              </a:ln>
            </p:spPr>
            <p:txBody>
              <a:bodyPr rtlCol="0" anchor="ctr"/>
              <a:lstStyle/>
              <a:p>
                <a:endParaRPr lang="en-US"/>
              </a:p>
            </p:txBody>
          </p:sp>
          <p:sp>
            <p:nvSpPr>
              <p:cNvPr id="2406" name="Freeform: Shape 2405">
                <a:extLst>
                  <a:ext uri="{FF2B5EF4-FFF2-40B4-BE49-F238E27FC236}">
                    <a16:creationId xmlns:a16="http://schemas.microsoft.com/office/drawing/2014/main" id="{F3F2FC72-F02C-05A0-C6E0-459E4E1F63BA}"/>
                  </a:ext>
                </a:extLst>
              </p:cNvPr>
              <p:cNvSpPr/>
              <p:nvPr/>
            </p:nvSpPr>
            <p:spPr>
              <a:xfrm>
                <a:off x="7778346" y="8205149"/>
                <a:ext cx="37180" cy="37180"/>
              </a:xfrm>
              <a:custGeom>
                <a:avLst/>
                <a:gdLst>
                  <a:gd name="connsiteX0" fmla="*/ 37456 w 37180"/>
                  <a:gd name="connsiteY0" fmla="*/ 18799 h 37180"/>
                  <a:gd name="connsiteX1" fmla="*/ 18865 w 37180"/>
                  <a:gd name="connsiteY1" fmla="*/ 37390 h 37180"/>
                  <a:gd name="connsiteX2" fmla="*/ 275 w 37180"/>
                  <a:gd name="connsiteY2" fmla="*/ 18799 h 37180"/>
                  <a:gd name="connsiteX3" fmla="*/ 18865 w 37180"/>
                  <a:gd name="connsiteY3" fmla="*/ 209 h 37180"/>
                  <a:gd name="connsiteX4" fmla="*/ 37456 w 37180"/>
                  <a:gd name="connsiteY4" fmla="*/ 187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99"/>
                    </a:moveTo>
                    <a:cubicBezTo>
                      <a:pt x="37456" y="29066"/>
                      <a:pt x="29132" y="37390"/>
                      <a:pt x="18865" y="37390"/>
                    </a:cubicBezTo>
                    <a:cubicBezTo>
                      <a:pt x="8598" y="37390"/>
                      <a:pt x="275" y="29066"/>
                      <a:pt x="275" y="18799"/>
                    </a:cubicBezTo>
                    <a:cubicBezTo>
                      <a:pt x="275" y="8532"/>
                      <a:pt x="8598" y="209"/>
                      <a:pt x="18865" y="209"/>
                    </a:cubicBezTo>
                    <a:cubicBezTo>
                      <a:pt x="29132" y="209"/>
                      <a:pt x="37456" y="8532"/>
                      <a:pt x="37456" y="18799"/>
                    </a:cubicBezTo>
                    <a:close/>
                  </a:path>
                </a:pathLst>
              </a:custGeom>
              <a:solidFill>
                <a:srgbClr val="F7BDBD"/>
              </a:solidFill>
              <a:ln w="5753" cap="sq">
                <a:noFill/>
                <a:prstDash val="solid"/>
                <a:miter/>
              </a:ln>
            </p:spPr>
            <p:txBody>
              <a:bodyPr rtlCol="0" anchor="ctr"/>
              <a:lstStyle/>
              <a:p>
                <a:endParaRPr lang="en-US"/>
              </a:p>
            </p:txBody>
          </p:sp>
          <p:sp>
            <p:nvSpPr>
              <p:cNvPr id="2407" name="Freeform: Shape 2406">
                <a:extLst>
                  <a:ext uri="{FF2B5EF4-FFF2-40B4-BE49-F238E27FC236}">
                    <a16:creationId xmlns:a16="http://schemas.microsoft.com/office/drawing/2014/main" id="{C3C0193F-358B-ABF9-7606-1E3DD07C3F63}"/>
                  </a:ext>
                </a:extLst>
              </p:cNvPr>
              <p:cNvSpPr/>
              <p:nvPr/>
            </p:nvSpPr>
            <p:spPr>
              <a:xfrm>
                <a:off x="7775946" y="8202748"/>
                <a:ext cx="41981" cy="41981"/>
              </a:xfrm>
              <a:custGeom>
                <a:avLst/>
                <a:gdLst>
                  <a:gd name="connsiteX0" fmla="*/ 21265 w 41981"/>
                  <a:gd name="connsiteY0" fmla="*/ 5009 h 41981"/>
                  <a:gd name="connsiteX1" fmla="*/ 37456 w 41981"/>
                  <a:gd name="connsiteY1" fmla="*/ 21199 h 41981"/>
                  <a:gd name="connsiteX2" fmla="*/ 37456 w 41981"/>
                  <a:gd name="connsiteY2" fmla="*/ 21199 h 41981"/>
                  <a:gd name="connsiteX3" fmla="*/ 21265 w 41981"/>
                  <a:gd name="connsiteY3" fmla="*/ 37390 h 41981"/>
                  <a:gd name="connsiteX4" fmla="*/ 5075 w 41981"/>
                  <a:gd name="connsiteY4" fmla="*/ 21199 h 41981"/>
                  <a:gd name="connsiteX5" fmla="*/ 21265 w 41981"/>
                  <a:gd name="connsiteY5" fmla="*/ 5009 h 41981"/>
                  <a:gd name="connsiteX6" fmla="*/ 21265 w 41981"/>
                  <a:gd name="connsiteY6" fmla="*/ 209 h 41981"/>
                  <a:gd name="connsiteX7" fmla="*/ 275 w 41981"/>
                  <a:gd name="connsiteY7" fmla="*/ 21199 h 41981"/>
                  <a:gd name="connsiteX8" fmla="*/ 21265 w 41981"/>
                  <a:gd name="connsiteY8" fmla="*/ 42190 h 41981"/>
                  <a:gd name="connsiteX9" fmla="*/ 42256 w 41981"/>
                  <a:gd name="connsiteY9" fmla="*/ 21199 h 41981"/>
                  <a:gd name="connsiteX10" fmla="*/ 42256 w 41981"/>
                  <a:gd name="connsiteY10" fmla="*/ 21199 h 41981"/>
                  <a:gd name="connsiteX11" fmla="*/ 21265 w 41981"/>
                  <a:gd name="connsiteY11" fmla="*/ 2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5009"/>
                    </a:moveTo>
                    <a:cubicBezTo>
                      <a:pt x="30207" y="5009"/>
                      <a:pt x="37456" y="12258"/>
                      <a:pt x="37456" y="21199"/>
                    </a:cubicBezTo>
                    <a:lnTo>
                      <a:pt x="37456" y="21199"/>
                    </a:lnTo>
                    <a:cubicBezTo>
                      <a:pt x="37456" y="30141"/>
                      <a:pt x="30207" y="37390"/>
                      <a:pt x="21265" y="37390"/>
                    </a:cubicBezTo>
                    <a:cubicBezTo>
                      <a:pt x="12324" y="37390"/>
                      <a:pt x="5075" y="30141"/>
                      <a:pt x="5075" y="21199"/>
                    </a:cubicBezTo>
                    <a:cubicBezTo>
                      <a:pt x="5075" y="12258"/>
                      <a:pt x="12324" y="5009"/>
                      <a:pt x="21265" y="5009"/>
                    </a:cubicBezTo>
                    <a:close/>
                    <a:moveTo>
                      <a:pt x="21265" y="209"/>
                    </a:moveTo>
                    <a:cubicBezTo>
                      <a:pt x="9673" y="209"/>
                      <a:pt x="275" y="9607"/>
                      <a:pt x="275" y="21199"/>
                    </a:cubicBezTo>
                    <a:cubicBezTo>
                      <a:pt x="275" y="32792"/>
                      <a:pt x="9673" y="42190"/>
                      <a:pt x="21265" y="42190"/>
                    </a:cubicBezTo>
                    <a:cubicBezTo>
                      <a:pt x="32858" y="42190"/>
                      <a:pt x="42256" y="32792"/>
                      <a:pt x="42256" y="21199"/>
                    </a:cubicBezTo>
                    <a:lnTo>
                      <a:pt x="42256" y="21199"/>
                    </a:lnTo>
                    <a:cubicBezTo>
                      <a:pt x="42256" y="9607"/>
                      <a:pt x="32858" y="209"/>
                      <a:pt x="21265" y="209"/>
                    </a:cubicBezTo>
                    <a:close/>
                  </a:path>
                </a:pathLst>
              </a:custGeom>
              <a:solidFill>
                <a:srgbClr val="000000"/>
              </a:solidFill>
              <a:ln w="4794" cap="sq">
                <a:noFill/>
                <a:prstDash val="solid"/>
                <a:round/>
              </a:ln>
            </p:spPr>
            <p:txBody>
              <a:bodyPr rtlCol="0" anchor="ctr"/>
              <a:lstStyle/>
              <a:p>
                <a:endParaRPr lang="en-US"/>
              </a:p>
            </p:txBody>
          </p:sp>
          <p:sp>
            <p:nvSpPr>
              <p:cNvPr id="2408" name="Freeform: Shape 2407">
                <a:extLst>
                  <a:ext uri="{FF2B5EF4-FFF2-40B4-BE49-F238E27FC236}">
                    <a16:creationId xmlns:a16="http://schemas.microsoft.com/office/drawing/2014/main" id="{EB665853-75AD-9097-ACB1-31D3B13810AF}"/>
                  </a:ext>
                </a:extLst>
              </p:cNvPr>
              <p:cNvSpPr/>
              <p:nvPr/>
            </p:nvSpPr>
            <p:spPr>
              <a:xfrm>
                <a:off x="7644668" y="8089712"/>
                <a:ext cx="37180" cy="37180"/>
              </a:xfrm>
              <a:custGeom>
                <a:avLst/>
                <a:gdLst>
                  <a:gd name="connsiteX0" fmla="*/ 37432 w 37180"/>
                  <a:gd name="connsiteY0" fmla="*/ 18779 h 37180"/>
                  <a:gd name="connsiteX1" fmla="*/ 18842 w 37180"/>
                  <a:gd name="connsiteY1" fmla="*/ 37370 h 37180"/>
                  <a:gd name="connsiteX2" fmla="*/ 252 w 37180"/>
                  <a:gd name="connsiteY2" fmla="*/ 18779 h 37180"/>
                  <a:gd name="connsiteX3" fmla="*/ 18842 w 37180"/>
                  <a:gd name="connsiteY3" fmla="*/ 189 h 37180"/>
                  <a:gd name="connsiteX4" fmla="*/ 37432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9"/>
                    </a:moveTo>
                    <a:cubicBezTo>
                      <a:pt x="37432" y="29046"/>
                      <a:pt x="29109" y="37370"/>
                      <a:pt x="18842" y="37370"/>
                    </a:cubicBezTo>
                    <a:cubicBezTo>
                      <a:pt x="8575" y="37370"/>
                      <a:pt x="252" y="29046"/>
                      <a:pt x="252" y="18779"/>
                    </a:cubicBezTo>
                    <a:cubicBezTo>
                      <a:pt x="252" y="8512"/>
                      <a:pt x="8575" y="189"/>
                      <a:pt x="18842" y="189"/>
                    </a:cubicBezTo>
                    <a:cubicBezTo>
                      <a:pt x="29109" y="189"/>
                      <a:pt x="37432" y="8512"/>
                      <a:pt x="37432" y="18779"/>
                    </a:cubicBezTo>
                    <a:close/>
                  </a:path>
                </a:pathLst>
              </a:custGeom>
              <a:solidFill>
                <a:srgbClr val="F7E7E7"/>
              </a:solidFill>
              <a:ln w="5753" cap="sq">
                <a:noFill/>
                <a:prstDash val="solid"/>
                <a:miter/>
              </a:ln>
            </p:spPr>
            <p:txBody>
              <a:bodyPr rtlCol="0" anchor="ctr"/>
              <a:lstStyle/>
              <a:p>
                <a:endParaRPr lang="en-US"/>
              </a:p>
            </p:txBody>
          </p:sp>
          <p:sp>
            <p:nvSpPr>
              <p:cNvPr id="2409" name="Freeform: Shape 2408">
                <a:extLst>
                  <a:ext uri="{FF2B5EF4-FFF2-40B4-BE49-F238E27FC236}">
                    <a16:creationId xmlns:a16="http://schemas.microsoft.com/office/drawing/2014/main" id="{517663F4-F4DB-E19C-D719-AE68599D022A}"/>
                  </a:ext>
                </a:extLst>
              </p:cNvPr>
              <p:cNvSpPr/>
              <p:nvPr/>
            </p:nvSpPr>
            <p:spPr>
              <a:xfrm>
                <a:off x="7642268" y="8087312"/>
                <a:ext cx="41981" cy="41981"/>
              </a:xfrm>
              <a:custGeom>
                <a:avLst/>
                <a:gdLst>
                  <a:gd name="connsiteX0" fmla="*/ 21242 w 41981"/>
                  <a:gd name="connsiteY0" fmla="*/ 4989 h 41981"/>
                  <a:gd name="connsiteX1" fmla="*/ 37432 w 41981"/>
                  <a:gd name="connsiteY1" fmla="*/ 21179 h 41981"/>
                  <a:gd name="connsiteX2" fmla="*/ 37432 w 41981"/>
                  <a:gd name="connsiteY2" fmla="*/ 21179 h 41981"/>
                  <a:gd name="connsiteX3" fmla="*/ 21242 w 41981"/>
                  <a:gd name="connsiteY3" fmla="*/ 37370 h 41981"/>
                  <a:gd name="connsiteX4" fmla="*/ 5052 w 41981"/>
                  <a:gd name="connsiteY4" fmla="*/ 21179 h 41981"/>
                  <a:gd name="connsiteX5" fmla="*/ 21242 w 41981"/>
                  <a:gd name="connsiteY5" fmla="*/ 4989 h 41981"/>
                  <a:gd name="connsiteX6" fmla="*/ 21242 w 41981"/>
                  <a:gd name="connsiteY6" fmla="*/ 189 h 41981"/>
                  <a:gd name="connsiteX7" fmla="*/ 252 w 41981"/>
                  <a:gd name="connsiteY7" fmla="*/ 21179 h 41981"/>
                  <a:gd name="connsiteX8" fmla="*/ 21242 w 41981"/>
                  <a:gd name="connsiteY8" fmla="*/ 42170 h 41981"/>
                  <a:gd name="connsiteX9" fmla="*/ 42233 w 41981"/>
                  <a:gd name="connsiteY9" fmla="*/ 21179 h 41981"/>
                  <a:gd name="connsiteX10" fmla="*/ 42233 w 41981"/>
                  <a:gd name="connsiteY10" fmla="*/ 21179 h 41981"/>
                  <a:gd name="connsiteX11" fmla="*/ 21242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9"/>
                    </a:moveTo>
                    <a:cubicBezTo>
                      <a:pt x="30184" y="4989"/>
                      <a:pt x="37432" y="12237"/>
                      <a:pt x="37432" y="21179"/>
                    </a:cubicBezTo>
                    <a:lnTo>
                      <a:pt x="37432" y="21179"/>
                    </a:lnTo>
                    <a:cubicBezTo>
                      <a:pt x="37432" y="30121"/>
                      <a:pt x="30184" y="37370"/>
                      <a:pt x="21242" y="37370"/>
                    </a:cubicBezTo>
                    <a:cubicBezTo>
                      <a:pt x="12300" y="37370"/>
                      <a:pt x="5052" y="30121"/>
                      <a:pt x="5052" y="21179"/>
                    </a:cubicBezTo>
                    <a:cubicBezTo>
                      <a:pt x="5052" y="12237"/>
                      <a:pt x="12300" y="4989"/>
                      <a:pt x="21242" y="4989"/>
                    </a:cubicBezTo>
                    <a:close/>
                    <a:moveTo>
                      <a:pt x="21242" y="189"/>
                    </a:moveTo>
                    <a:cubicBezTo>
                      <a:pt x="9650" y="189"/>
                      <a:pt x="252" y="9587"/>
                      <a:pt x="252" y="21179"/>
                    </a:cubicBezTo>
                    <a:cubicBezTo>
                      <a:pt x="252" y="32772"/>
                      <a:pt x="9650" y="42170"/>
                      <a:pt x="21242" y="42170"/>
                    </a:cubicBezTo>
                    <a:cubicBezTo>
                      <a:pt x="32835" y="42170"/>
                      <a:pt x="42233" y="32772"/>
                      <a:pt x="42233" y="21179"/>
                    </a:cubicBezTo>
                    <a:lnTo>
                      <a:pt x="42233" y="21179"/>
                    </a:lnTo>
                    <a:cubicBezTo>
                      <a:pt x="42233" y="9587"/>
                      <a:pt x="32835" y="189"/>
                      <a:pt x="21242" y="189"/>
                    </a:cubicBezTo>
                    <a:close/>
                  </a:path>
                </a:pathLst>
              </a:custGeom>
              <a:solidFill>
                <a:srgbClr val="000000"/>
              </a:solidFill>
              <a:ln w="4794" cap="sq">
                <a:noFill/>
                <a:prstDash val="solid"/>
                <a:round/>
              </a:ln>
            </p:spPr>
            <p:txBody>
              <a:bodyPr rtlCol="0" anchor="ctr"/>
              <a:lstStyle/>
              <a:p>
                <a:endParaRPr lang="en-US"/>
              </a:p>
            </p:txBody>
          </p:sp>
          <p:sp>
            <p:nvSpPr>
              <p:cNvPr id="2410" name="Freeform: Shape 2409">
                <a:extLst>
                  <a:ext uri="{FF2B5EF4-FFF2-40B4-BE49-F238E27FC236}">
                    <a16:creationId xmlns:a16="http://schemas.microsoft.com/office/drawing/2014/main" id="{87587411-EBAC-8780-5FD7-441E1B40D2AC}"/>
                  </a:ext>
                </a:extLst>
              </p:cNvPr>
              <p:cNvSpPr/>
              <p:nvPr/>
            </p:nvSpPr>
            <p:spPr>
              <a:xfrm>
                <a:off x="7603018" y="7921509"/>
                <a:ext cx="37180" cy="37180"/>
              </a:xfrm>
              <a:custGeom>
                <a:avLst/>
                <a:gdLst>
                  <a:gd name="connsiteX0" fmla="*/ 37425 w 37180"/>
                  <a:gd name="connsiteY0" fmla="*/ 18750 h 37180"/>
                  <a:gd name="connsiteX1" fmla="*/ 18835 w 37180"/>
                  <a:gd name="connsiteY1" fmla="*/ 37340 h 37180"/>
                  <a:gd name="connsiteX2" fmla="*/ 244 w 37180"/>
                  <a:gd name="connsiteY2" fmla="*/ 18750 h 37180"/>
                  <a:gd name="connsiteX3" fmla="*/ 18835 w 37180"/>
                  <a:gd name="connsiteY3" fmla="*/ 160 h 37180"/>
                  <a:gd name="connsiteX4" fmla="*/ 37425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50"/>
                    </a:moveTo>
                    <a:cubicBezTo>
                      <a:pt x="37425" y="29017"/>
                      <a:pt x="29102" y="37340"/>
                      <a:pt x="18835" y="37340"/>
                    </a:cubicBezTo>
                    <a:cubicBezTo>
                      <a:pt x="8568" y="37340"/>
                      <a:pt x="244" y="29017"/>
                      <a:pt x="244" y="18750"/>
                    </a:cubicBezTo>
                    <a:cubicBezTo>
                      <a:pt x="244" y="8483"/>
                      <a:pt x="8568" y="160"/>
                      <a:pt x="18835" y="160"/>
                    </a:cubicBezTo>
                    <a:cubicBezTo>
                      <a:pt x="29102" y="160"/>
                      <a:pt x="37425" y="8483"/>
                      <a:pt x="37425" y="18750"/>
                    </a:cubicBezTo>
                    <a:close/>
                  </a:path>
                </a:pathLst>
              </a:custGeom>
              <a:solidFill>
                <a:srgbClr val="F7C9C9"/>
              </a:solidFill>
              <a:ln w="5753" cap="sq">
                <a:noFill/>
                <a:prstDash val="solid"/>
                <a:miter/>
              </a:ln>
            </p:spPr>
            <p:txBody>
              <a:bodyPr rtlCol="0" anchor="ctr"/>
              <a:lstStyle/>
              <a:p>
                <a:endParaRPr lang="en-US"/>
              </a:p>
            </p:txBody>
          </p:sp>
          <p:sp>
            <p:nvSpPr>
              <p:cNvPr id="2411" name="Freeform: Shape 2410">
                <a:extLst>
                  <a:ext uri="{FF2B5EF4-FFF2-40B4-BE49-F238E27FC236}">
                    <a16:creationId xmlns:a16="http://schemas.microsoft.com/office/drawing/2014/main" id="{099A7D3D-555E-F8C4-1F3F-5C20BBDE3C0D}"/>
                  </a:ext>
                </a:extLst>
              </p:cNvPr>
              <p:cNvSpPr/>
              <p:nvPr/>
            </p:nvSpPr>
            <p:spPr>
              <a:xfrm>
                <a:off x="7600618" y="7919109"/>
                <a:ext cx="41981" cy="41981"/>
              </a:xfrm>
              <a:custGeom>
                <a:avLst/>
                <a:gdLst>
                  <a:gd name="connsiteX0" fmla="*/ 21235 w 41981"/>
                  <a:gd name="connsiteY0" fmla="*/ 4960 h 41981"/>
                  <a:gd name="connsiteX1" fmla="*/ 37425 w 41981"/>
                  <a:gd name="connsiteY1" fmla="*/ 21150 h 41981"/>
                  <a:gd name="connsiteX2" fmla="*/ 37425 w 41981"/>
                  <a:gd name="connsiteY2" fmla="*/ 21150 h 41981"/>
                  <a:gd name="connsiteX3" fmla="*/ 21235 w 41981"/>
                  <a:gd name="connsiteY3" fmla="*/ 37340 h 41981"/>
                  <a:gd name="connsiteX4" fmla="*/ 5045 w 41981"/>
                  <a:gd name="connsiteY4" fmla="*/ 21150 h 41981"/>
                  <a:gd name="connsiteX5" fmla="*/ 21235 w 41981"/>
                  <a:gd name="connsiteY5" fmla="*/ 4960 h 41981"/>
                  <a:gd name="connsiteX6" fmla="*/ 21235 w 41981"/>
                  <a:gd name="connsiteY6" fmla="*/ 160 h 41981"/>
                  <a:gd name="connsiteX7" fmla="*/ 244 w 41981"/>
                  <a:gd name="connsiteY7" fmla="*/ 21150 h 41981"/>
                  <a:gd name="connsiteX8" fmla="*/ 21235 w 41981"/>
                  <a:gd name="connsiteY8" fmla="*/ 42141 h 41981"/>
                  <a:gd name="connsiteX9" fmla="*/ 42225 w 41981"/>
                  <a:gd name="connsiteY9" fmla="*/ 21150 h 41981"/>
                  <a:gd name="connsiteX10" fmla="*/ 42225 w 41981"/>
                  <a:gd name="connsiteY10" fmla="*/ 21150 h 41981"/>
                  <a:gd name="connsiteX11" fmla="*/ 21235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60"/>
                    </a:moveTo>
                    <a:cubicBezTo>
                      <a:pt x="30177" y="4960"/>
                      <a:pt x="37425" y="12208"/>
                      <a:pt x="37425" y="21150"/>
                    </a:cubicBezTo>
                    <a:lnTo>
                      <a:pt x="37425" y="21150"/>
                    </a:lnTo>
                    <a:cubicBezTo>
                      <a:pt x="37425" y="30092"/>
                      <a:pt x="30177" y="37340"/>
                      <a:pt x="21235" y="37340"/>
                    </a:cubicBezTo>
                    <a:cubicBezTo>
                      <a:pt x="12293" y="37340"/>
                      <a:pt x="5045" y="30092"/>
                      <a:pt x="5045" y="21150"/>
                    </a:cubicBezTo>
                    <a:cubicBezTo>
                      <a:pt x="5045" y="12208"/>
                      <a:pt x="12293" y="4960"/>
                      <a:pt x="21235" y="4960"/>
                    </a:cubicBezTo>
                    <a:close/>
                    <a:moveTo>
                      <a:pt x="21235" y="160"/>
                    </a:moveTo>
                    <a:cubicBezTo>
                      <a:pt x="9642" y="160"/>
                      <a:pt x="244" y="9558"/>
                      <a:pt x="244" y="21150"/>
                    </a:cubicBezTo>
                    <a:cubicBezTo>
                      <a:pt x="244" y="32743"/>
                      <a:pt x="9642" y="42141"/>
                      <a:pt x="21235" y="42141"/>
                    </a:cubicBezTo>
                    <a:cubicBezTo>
                      <a:pt x="32827" y="42141"/>
                      <a:pt x="42225" y="32743"/>
                      <a:pt x="42225" y="21150"/>
                    </a:cubicBezTo>
                    <a:lnTo>
                      <a:pt x="42225" y="21150"/>
                    </a:lnTo>
                    <a:cubicBezTo>
                      <a:pt x="42225" y="9558"/>
                      <a:pt x="32827" y="160"/>
                      <a:pt x="21235" y="160"/>
                    </a:cubicBezTo>
                    <a:close/>
                  </a:path>
                </a:pathLst>
              </a:custGeom>
              <a:solidFill>
                <a:srgbClr val="000000"/>
              </a:solidFill>
              <a:ln w="4794" cap="sq">
                <a:noFill/>
                <a:prstDash val="solid"/>
                <a:round/>
              </a:ln>
            </p:spPr>
            <p:txBody>
              <a:bodyPr rtlCol="0" anchor="ctr"/>
              <a:lstStyle/>
              <a:p>
                <a:endParaRPr lang="en-US"/>
              </a:p>
            </p:txBody>
          </p:sp>
          <p:sp>
            <p:nvSpPr>
              <p:cNvPr id="2412" name="Freeform: Shape 2411">
                <a:extLst>
                  <a:ext uri="{FF2B5EF4-FFF2-40B4-BE49-F238E27FC236}">
                    <a16:creationId xmlns:a16="http://schemas.microsoft.com/office/drawing/2014/main" id="{38D2CD1F-BA02-3D78-8EF8-7E0A2F08C459}"/>
                  </a:ext>
                </a:extLst>
              </p:cNvPr>
              <p:cNvSpPr/>
              <p:nvPr/>
            </p:nvSpPr>
            <p:spPr>
              <a:xfrm>
                <a:off x="7552704" y="8033835"/>
                <a:ext cx="37180" cy="37180"/>
              </a:xfrm>
              <a:custGeom>
                <a:avLst/>
                <a:gdLst>
                  <a:gd name="connsiteX0" fmla="*/ 37416 w 37180"/>
                  <a:gd name="connsiteY0" fmla="*/ 18769 h 37180"/>
                  <a:gd name="connsiteX1" fmla="*/ 18826 w 37180"/>
                  <a:gd name="connsiteY1" fmla="*/ 37360 h 37180"/>
                  <a:gd name="connsiteX2" fmla="*/ 236 w 37180"/>
                  <a:gd name="connsiteY2" fmla="*/ 18769 h 37180"/>
                  <a:gd name="connsiteX3" fmla="*/ 18826 w 37180"/>
                  <a:gd name="connsiteY3" fmla="*/ 179 h 37180"/>
                  <a:gd name="connsiteX4" fmla="*/ 37416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69"/>
                    </a:moveTo>
                    <a:cubicBezTo>
                      <a:pt x="37416" y="29037"/>
                      <a:pt x="29093" y="37360"/>
                      <a:pt x="18826" y="37360"/>
                    </a:cubicBezTo>
                    <a:cubicBezTo>
                      <a:pt x="8559" y="37360"/>
                      <a:pt x="236" y="29037"/>
                      <a:pt x="236" y="18769"/>
                    </a:cubicBezTo>
                    <a:cubicBezTo>
                      <a:pt x="236" y="8502"/>
                      <a:pt x="8559" y="179"/>
                      <a:pt x="18826" y="179"/>
                    </a:cubicBezTo>
                    <a:cubicBezTo>
                      <a:pt x="29093" y="179"/>
                      <a:pt x="37416" y="8502"/>
                      <a:pt x="37416" y="18769"/>
                    </a:cubicBezTo>
                    <a:close/>
                  </a:path>
                </a:pathLst>
              </a:custGeom>
              <a:solidFill>
                <a:srgbClr val="F7A500"/>
              </a:solidFill>
              <a:ln w="5753" cap="sq">
                <a:noFill/>
                <a:prstDash val="solid"/>
                <a:miter/>
              </a:ln>
            </p:spPr>
            <p:txBody>
              <a:bodyPr rtlCol="0" anchor="ctr"/>
              <a:lstStyle/>
              <a:p>
                <a:endParaRPr lang="en-US"/>
              </a:p>
            </p:txBody>
          </p:sp>
          <p:sp>
            <p:nvSpPr>
              <p:cNvPr id="2413" name="Freeform: Shape 2412">
                <a:extLst>
                  <a:ext uri="{FF2B5EF4-FFF2-40B4-BE49-F238E27FC236}">
                    <a16:creationId xmlns:a16="http://schemas.microsoft.com/office/drawing/2014/main" id="{EFDEBA16-6A8C-9C2C-B286-EB372010C246}"/>
                  </a:ext>
                </a:extLst>
              </p:cNvPr>
              <p:cNvSpPr/>
              <p:nvPr/>
            </p:nvSpPr>
            <p:spPr>
              <a:xfrm>
                <a:off x="7550304" y="8031435"/>
                <a:ext cx="41981" cy="41981"/>
              </a:xfrm>
              <a:custGeom>
                <a:avLst/>
                <a:gdLst>
                  <a:gd name="connsiteX0" fmla="*/ 21226 w 41981"/>
                  <a:gd name="connsiteY0" fmla="*/ 4979 h 41981"/>
                  <a:gd name="connsiteX1" fmla="*/ 37416 w 41981"/>
                  <a:gd name="connsiteY1" fmla="*/ 21170 h 41981"/>
                  <a:gd name="connsiteX2" fmla="*/ 37416 w 41981"/>
                  <a:gd name="connsiteY2" fmla="*/ 21170 h 41981"/>
                  <a:gd name="connsiteX3" fmla="*/ 21226 w 41981"/>
                  <a:gd name="connsiteY3" fmla="*/ 37360 h 41981"/>
                  <a:gd name="connsiteX4" fmla="*/ 5036 w 41981"/>
                  <a:gd name="connsiteY4" fmla="*/ 21170 h 41981"/>
                  <a:gd name="connsiteX5" fmla="*/ 21226 w 41981"/>
                  <a:gd name="connsiteY5" fmla="*/ 4979 h 41981"/>
                  <a:gd name="connsiteX6" fmla="*/ 21226 w 41981"/>
                  <a:gd name="connsiteY6" fmla="*/ 179 h 41981"/>
                  <a:gd name="connsiteX7" fmla="*/ 236 w 41981"/>
                  <a:gd name="connsiteY7" fmla="*/ 21170 h 41981"/>
                  <a:gd name="connsiteX8" fmla="*/ 21226 w 41981"/>
                  <a:gd name="connsiteY8" fmla="*/ 42160 h 41981"/>
                  <a:gd name="connsiteX9" fmla="*/ 42217 w 41981"/>
                  <a:gd name="connsiteY9" fmla="*/ 21170 h 41981"/>
                  <a:gd name="connsiteX10" fmla="*/ 42217 w 41981"/>
                  <a:gd name="connsiteY10" fmla="*/ 21170 h 41981"/>
                  <a:gd name="connsiteX11" fmla="*/ 21226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79"/>
                    </a:moveTo>
                    <a:cubicBezTo>
                      <a:pt x="30168" y="4979"/>
                      <a:pt x="37416" y="12228"/>
                      <a:pt x="37416" y="21170"/>
                    </a:cubicBezTo>
                    <a:lnTo>
                      <a:pt x="37416" y="21170"/>
                    </a:lnTo>
                    <a:cubicBezTo>
                      <a:pt x="37416" y="30111"/>
                      <a:pt x="30168" y="37360"/>
                      <a:pt x="21226" y="37360"/>
                    </a:cubicBezTo>
                    <a:cubicBezTo>
                      <a:pt x="12284" y="37360"/>
                      <a:pt x="5036" y="30111"/>
                      <a:pt x="5036" y="21170"/>
                    </a:cubicBezTo>
                    <a:cubicBezTo>
                      <a:pt x="5036" y="12228"/>
                      <a:pt x="12284" y="4979"/>
                      <a:pt x="21226" y="4979"/>
                    </a:cubicBezTo>
                    <a:close/>
                    <a:moveTo>
                      <a:pt x="21226" y="179"/>
                    </a:moveTo>
                    <a:cubicBezTo>
                      <a:pt x="9634" y="179"/>
                      <a:pt x="236" y="9577"/>
                      <a:pt x="236" y="21170"/>
                    </a:cubicBezTo>
                    <a:cubicBezTo>
                      <a:pt x="236" y="32762"/>
                      <a:pt x="9634" y="42160"/>
                      <a:pt x="21226" y="42160"/>
                    </a:cubicBezTo>
                    <a:cubicBezTo>
                      <a:pt x="32819" y="42160"/>
                      <a:pt x="42217" y="32762"/>
                      <a:pt x="42217" y="21170"/>
                    </a:cubicBezTo>
                    <a:lnTo>
                      <a:pt x="42217" y="21170"/>
                    </a:lnTo>
                    <a:cubicBezTo>
                      <a:pt x="42217" y="9577"/>
                      <a:pt x="32819" y="179"/>
                      <a:pt x="21226" y="179"/>
                    </a:cubicBezTo>
                    <a:close/>
                  </a:path>
                </a:pathLst>
              </a:custGeom>
              <a:solidFill>
                <a:srgbClr val="000000"/>
              </a:solidFill>
              <a:ln w="4794" cap="sq">
                <a:noFill/>
                <a:prstDash val="solid"/>
                <a:round/>
              </a:ln>
            </p:spPr>
            <p:txBody>
              <a:bodyPr rtlCol="0" anchor="ctr"/>
              <a:lstStyle/>
              <a:p>
                <a:endParaRPr lang="en-US"/>
              </a:p>
            </p:txBody>
          </p:sp>
          <p:sp>
            <p:nvSpPr>
              <p:cNvPr id="2414" name="Freeform: Shape 2413">
                <a:extLst>
                  <a:ext uri="{FF2B5EF4-FFF2-40B4-BE49-F238E27FC236}">
                    <a16:creationId xmlns:a16="http://schemas.microsoft.com/office/drawing/2014/main" id="{32533938-1AEC-2FC7-6FFC-BEB0A990D3D3}"/>
                  </a:ext>
                </a:extLst>
              </p:cNvPr>
              <p:cNvSpPr/>
              <p:nvPr/>
            </p:nvSpPr>
            <p:spPr>
              <a:xfrm>
                <a:off x="7776054" y="7949566"/>
                <a:ext cx="37180" cy="37180"/>
              </a:xfrm>
              <a:custGeom>
                <a:avLst/>
                <a:gdLst>
                  <a:gd name="connsiteX0" fmla="*/ 37455 w 37180"/>
                  <a:gd name="connsiteY0" fmla="*/ 18755 h 37180"/>
                  <a:gd name="connsiteX1" fmla="*/ 18865 w 37180"/>
                  <a:gd name="connsiteY1" fmla="*/ 37345 h 37180"/>
                  <a:gd name="connsiteX2" fmla="*/ 274 w 37180"/>
                  <a:gd name="connsiteY2" fmla="*/ 18755 h 37180"/>
                  <a:gd name="connsiteX3" fmla="*/ 18865 w 37180"/>
                  <a:gd name="connsiteY3" fmla="*/ 164 h 37180"/>
                  <a:gd name="connsiteX4" fmla="*/ 37455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5"/>
                    </a:moveTo>
                    <a:cubicBezTo>
                      <a:pt x="37455" y="29022"/>
                      <a:pt x="29132" y="37345"/>
                      <a:pt x="18865" y="37345"/>
                    </a:cubicBezTo>
                    <a:cubicBezTo>
                      <a:pt x="8598" y="37345"/>
                      <a:pt x="274" y="29022"/>
                      <a:pt x="274" y="18755"/>
                    </a:cubicBezTo>
                    <a:cubicBezTo>
                      <a:pt x="274" y="8488"/>
                      <a:pt x="8598" y="164"/>
                      <a:pt x="18865" y="164"/>
                    </a:cubicBezTo>
                    <a:cubicBezTo>
                      <a:pt x="29132" y="164"/>
                      <a:pt x="37455" y="8488"/>
                      <a:pt x="37455" y="18755"/>
                    </a:cubicBezTo>
                    <a:close/>
                  </a:path>
                </a:pathLst>
              </a:custGeom>
              <a:solidFill>
                <a:srgbClr val="65F765"/>
              </a:solidFill>
              <a:ln w="5753" cap="sq">
                <a:noFill/>
                <a:prstDash val="solid"/>
                <a:miter/>
              </a:ln>
            </p:spPr>
            <p:txBody>
              <a:bodyPr rtlCol="0" anchor="ctr"/>
              <a:lstStyle/>
              <a:p>
                <a:endParaRPr lang="en-US"/>
              </a:p>
            </p:txBody>
          </p:sp>
          <p:sp>
            <p:nvSpPr>
              <p:cNvPr id="2415" name="Freeform: Shape 2414">
                <a:extLst>
                  <a:ext uri="{FF2B5EF4-FFF2-40B4-BE49-F238E27FC236}">
                    <a16:creationId xmlns:a16="http://schemas.microsoft.com/office/drawing/2014/main" id="{B15A4079-8874-FCA3-255B-572494074A2E}"/>
                  </a:ext>
                </a:extLst>
              </p:cNvPr>
              <p:cNvSpPr/>
              <p:nvPr/>
            </p:nvSpPr>
            <p:spPr>
              <a:xfrm>
                <a:off x="7773654" y="7947166"/>
                <a:ext cx="41981" cy="41981"/>
              </a:xfrm>
              <a:custGeom>
                <a:avLst/>
                <a:gdLst>
                  <a:gd name="connsiteX0" fmla="*/ 21265 w 41981"/>
                  <a:gd name="connsiteY0" fmla="*/ 4965 h 41981"/>
                  <a:gd name="connsiteX1" fmla="*/ 37455 w 41981"/>
                  <a:gd name="connsiteY1" fmla="*/ 21155 h 41981"/>
                  <a:gd name="connsiteX2" fmla="*/ 37455 w 41981"/>
                  <a:gd name="connsiteY2" fmla="*/ 21155 h 41981"/>
                  <a:gd name="connsiteX3" fmla="*/ 21265 w 41981"/>
                  <a:gd name="connsiteY3" fmla="*/ 37345 h 41981"/>
                  <a:gd name="connsiteX4" fmla="*/ 5075 w 41981"/>
                  <a:gd name="connsiteY4" fmla="*/ 21155 h 41981"/>
                  <a:gd name="connsiteX5" fmla="*/ 21265 w 41981"/>
                  <a:gd name="connsiteY5" fmla="*/ 4965 h 41981"/>
                  <a:gd name="connsiteX6" fmla="*/ 21265 w 41981"/>
                  <a:gd name="connsiteY6" fmla="*/ 164 h 41981"/>
                  <a:gd name="connsiteX7" fmla="*/ 274 w 41981"/>
                  <a:gd name="connsiteY7" fmla="*/ 21155 h 41981"/>
                  <a:gd name="connsiteX8" fmla="*/ 21265 w 41981"/>
                  <a:gd name="connsiteY8" fmla="*/ 42146 h 41981"/>
                  <a:gd name="connsiteX9" fmla="*/ 42256 w 41981"/>
                  <a:gd name="connsiteY9" fmla="*/ 21155 h 41981"/>
                  <a:gd name="connsiteX10" fmla="*/ 42256 w 41981"/>
                  <a:gd name="connsiteY10" fmla="*/ 21155 h 41981"/>
                  <a:gd name="connsiteX11" fmla="*/ 2126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65"/>
                    </a:moveTo>
                    <a:cubicBezTo>
                      <a:pt x="30207" y="4965"/>
                      <a:pt x="37455" y="12213"/>
                      <a:pt x="37455" y="21155"/>
                    </a:cubicBezTo>
                    <a:lnTo>
                      <a:pt x="37455" y="21155"/>
                    </a:lnTo>
                    <a:cubicBezTo>
                      <a:pt x="37455" y="30097"/>
                      <a:pt x="30207" y="37345"/>
                      <a:pt x="21265" y="37345"/>
                    </a:cubicBezTo>
                    <a:cubicBezTo>
                      <a:pt x="12323" y="37345"/>
                      <a:pt x="5075" y="30097"/>
                      <a:pt x="5075" y="21155"/>
                    </a:cubicBezTo>
                    <a:cubicBezTo>
                      <a:pt x="5075" y="12213"/>
                      <a:pt x="12323" y="4965"/>
                      <a:pt x="21265" y="4965"/>
                    </a:cubicBezTo>
                    <a:close/>
                    <a:moveTo>
                      <a:pt x="21265" y="164"/>
                    </a:moveTo>
                    <a:cubicBezTo>
                      <a:pt x="9672" y="164"/>
                      <a:pt x="274" y="9562"/>
                      <a:pt x="274" y="21155"/>
                    </a:cubicBezTo>
                    <a:cubicBezTo>
                      <a:pt x="274" y="32748"/>
                      <a:pt x="9672" y="42146"/>
                      <a:pt x="21265" y="42146"/>
                    </a:cubicBezTo>
                    <a:cubicBezTo>
                      <a:pt x="32858" y="42146"/>
                      <a:pt x="42256" y="32748"/>
                      <a:pt x="42256" y="21155"/>
                    </a:cubicBezTo>
                    <a:lnTo>
                      <a:pt x="42256" y="21155"/>
                    </a:lnTo>
                    <a:cubicBezTo>
                      <a:pt x="42256" y="9562"/>
                      <a:pt x="32858" y="164"/>
                      <a:pt x="21265" y="164"/>
                    </a:cubicBezTo>
                    <a:close/>
                  </a:path>
                </a:pathLst>
              </a:custGeom>
              <a:solidFill>
                <a:srgbClr val="000000"/>
              </a:solidFill>
              <a:ln w="4794" cap="sq">
                <a:noFill/>
                <a:prstDash val="solid"/>
                <a:round/>
              </a:ln>
            </p:spPr>
            <p:txBody>
              <a:bodyPr rtlCol="0" anchor="ctr"/>
              <a:lstStyle/>
              <a:p>
                <a:endParaRPr lang="en-US"/>
              </a:p>
            </p:txBody>
          </p:sp>
          <p:sp>
            <p:nvSpPr>
              <p:cNvPr id="2416" name="Freeform: Shape 2415">
                <a:extLst>
                  <a:ext uri="{FF2B5EF4-FFF2-40B4-BE49-F238E27FC236}">
                    <a16:creationId xmlns:a16="http://schemas.microsoft.com/office/drawing/2014/main" id="{6B95C8C7-DFB8-0297-044F-19B4FDA065FE}"/>
                  </a:ext>
                </a:extLst>
              </p:cNvPr>
              <p:cNvSpPr/>
              <p:nvPr/>
            </p:nvSpPr>
            <p:spPr>
              <a:xfrm>
                <a:off x="7640078" y="7788672"/>
                <a:ext cx="37180" cy="37180"/>
              </a:xfrm>
              <a:custGeom>
                <a:avLst/>
                <a:gdLst>
                  <a:gd name="connsiteX0" fmla="*/ 37432 w 37180"/>
                  <a:gd name="connsiteY0" fmla="*/ 18727 h 37180"/>
                  <a:gd name="connsiteX1" fmla="*/ 18841 w 37180"/>
                  <a:gd name="connsiteY1" fmla="*/ 37317 h 37180"/>
                  <a:gd name="connsiteX2" fmla="*/ 251 w 37180"/>
                  <a:gd name="connsiteY2" fmla="*/ 18727 h 37180"/>
                  <a:gd name="connsiteX3" fmla="*/ 18841 w 37180"/>
                  <a:gd name="connsiteY3" fmla="*/ 136 h 37180"/>
                  <a:gd name="connsiteX4" fmla="*/ 37432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27"/>
                    </a:moveTo>
                    <a:cubicBezTo>
                      <a:pt x="37432" y="28994"/>
                      <a:pt x="29108" y="37317"/>
                      <a:pt x="18841" y="37317"/>
                    </a:cubicBezTo>
                    <a:cubicBezTo>
                      <a:pt x="8574" y="37317"/>
                      <a:pt x="251" y="28994"/>
                      <a:pt x="251" y="18727"/>
                    </a:cubicBezTo>
                    <a:cubicBezTo>
                      <a:pt x="251" y="8460"/>
                      <a:pt x="8574" y="136"/>
                      <a:pt x="18841" y="136"/>
                    </a:cubicBezTo>
                    <a:cubicBezTo>
                      <a:pt x="29108" y="136"/>
                      <a:pt x="37432" y="8460"/>
                      <a:pt x="37432" y="18727"/>
                    </a:cubicBezTo>
                    <a:close/>
                  </a:path>
                </a:pathLst>
              </a:custGeom>
              <a:solidFill>
                <a:srgbClr val="D6F7D6"/>
              </a:solidFill>
              <a:ln w="5753" cap="sq">
                <a:noFill/>
                <a:prstDash val="solid"/>
                <a:miter/>
              </a:ln>
            </p:spPr>
            <p:txBody>
              <a:bodyPr rtlCol="0" anchor="ctr"/>
              <a:lstStyle/>
              <a:p>
                <a:endParaRPr lang="en-US"/>
              </a:p>
            </p:txBody>
          </p:sp>
          <p:sp>
            <p:nvSpPr>
              <p:cNvPr id="2417" name="Freeform: Shape 2416">
                <a:extLst>
                  <a:ext uri="{FF2B5EF4-FFF2-40B4-BE49-F238E27FC236}">
                    <a16:creationId xmlns:a16="http://schemas.microsoft.com/office/drawing/2014/main" id="{E394DCEB-37C6-7FC0-F83F-E6DD0376655F}"/>
                  </a:ext>
                </a:extLst>
              </p:cNvPr>
              <p:cNvSpPr/>
              <p:nvPr/>
            </p:nvSpPr>
            <p:spPr>
              <a:xfrm>
                <a:off x="7637677" y="7786272"/>
                <a:ext cx="41981" cy="41981"/>
              </a:xfrm>
              <a:custGeom>
                <a:avLst/>
                <a:gdLst>
                  <a:gd name="connsiteX0" fmla="*/ 21241 w 41981"/>
                  <a:gd name="connsiteY0" fmla="*/ 4937 h 41981"/>
                  <a:gd name="connsiteX1" fmla="*/ 37432 w 41981"/>
                  <a:gd name="connsiteY1" fmla="*/ 21127 h 41981"/>
                  <a:gd name="connsiteX2" fmla="*/ 37432 w 41981"/>
                  <a:gd name="connsiteY2" fmla="*/ 21127 h 41981"/>
                  <a:gd name="connsiteX3" fmla="*/ 21241 w 41981"/>
                  <a:gd name="connsiteY3" fmla="*/ 37317 h 41981"/>
                  <a:gd name="connsiteX4" fmla="*/ 5051 w 41981"/>
                  <a:gd name="connsiteY4" fmla="*/ 21127 h 41981"/>
                  <a:gd name="connsiteX5" fmla="*/ 21241 w 41981"/>
                  <a:gd name="connsiteY5" fmla="*/ 4937 h 41981"/>
                  <a:gd name="connsiteX6" fmla="*/ 21241 w 41981"/>
                  <a:gd name="connsiteY6" fmla="*/ 136 h 41981"/>
                  <a:gd name="connsiteX7" fmla="*/ 251 w 41981"/>
                  <a:gd name="connsiteY7" fmla="*/ 21127 h 41981"/>
                  <a:gd name="connsiteX8" fmla="*/ 21241 w 41981"/>
                  <a:gd name="connsiteY8" fmla="*/ 42118 h 41981"/>
                  <a:gd name="connsiteX9" fmla="*/ 42232 w 41981"/>
                  <a:gd name="connsiteY9" fmla="*/ 21127 h 41981"/>
                  <a:gd name="connsiteX10" fmla="*/ 42232 w 41981"/>
                  <a:gd name="connsiteY10" fmla="*/ 21127 h 41981"/>
                  <a:gd name="connsiteX11" fmla="*/ 21241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37"/>
                    </a:moveTo>
                    <a:cubicBezTo>
                      <a:pt x="30183" y="4937"/>
                      <a:pt x="37432" y="12185"/>
                      <a:pt x="37432" y="21127"/>
                    </a:cubicBezTo>
                    <a:lnTo>
                      <a:pt x="37432" y="21127"/>
                    </a:lnTo>
                    <a:cubicBezTo>
                      <a:pt x="37432" y="30069"/>
                      <a:pt x="30183" y="37317"/>
                      <a:pt x="21241" y="37317"/>
                    </a:cubicBezTo>
                    <a:cubicBezTo>
                      <a:pt x="12300" y="37317"/>
                      <a:pt x="5051" y="30069"/>
                      <a:pt x="5051" y="21127"/>
                    </a:cubicBezTo>
                    <a:cubicBezTo>
                      <a:pt x="5051" y="12185"/>
                      <a:pt x="12300" y="4937"/>
                      <a:pt x="21241" y="4937"/>
                    </a:cubicBezTo>
                    <a:close/>
                    <a:moveTo>
                      <a:pt x="21241" y="136"/>
                    </a:moveTo>
                    <a:cubicBezTo>
                      <a:pt x="9649" y="136"/>
                      <a:pt x="251" y="9534"/>
                      <a:pt x="251" y="21127"/>
                    </a:cubicBezTo>
                    <a:cubicBezTo>
                      <a:pt x="251" y="32720"/>
                      <a:pt x="9649" y="42118"/>
                      <a:pt x="21241" y="42118"/>
                    </a:cubicBezTo>
                    <a:cubicBezTo>
                      <a:pt x="32834" y="42118"/>
                      <a:pt x="42232" y="32720"/>
                      <a:pt x="42232" y="21127"/>
                    </a:cubicBezTo>
                    <a:lnTo>
                      <a:pt x="42232" y="21127"/>
                    </a:lnTo>
                    <a:cubicBezTo>
                      <a:pt x="42232" y="9534"/>
                      <a:pt x="32834" y="136"/>
                      <a:pt x="21241" y="136"/>
                    </a:cubicBezTo>
                    <a:close/>
                  </a:path>
                </a:pathLst>
              </a:custGeom>
              <a:solidFill>
                <a:srgbClr val="000000"/>
              </a:solidFill>
              <a:ln w="4794" cap="sq">
                <a:noFill/>
                <a:prstDash val="solid"/>
                <a:round/>
              </a:ln>
            </p:spPr>
            <p:txBody>
              <a:bodyPr rtlCol="0" anchor="ctr"/>
              <a:lstStyle/>
              <a:p>
                <a:endParaRPr lang="en-US"/>
              </a:p>
            </p:txBody>
          </p:sp>
          <p:sp>
            <p:nvSpPr>
              <p:cNvPr id="2418" name="Freeform: Shape 2417">
                <a:extLst>
                  <a:ext uri="{FF2B5EF4-FFF2-40B4-BE49-F238E27FC236}">
                    <a16:creationId xmlns:a16="http://schemas.microsoft.com/office/drawing/2014/main" id="{62441F7A-0D42-1914-0786-75F06C9A30B8}"/>
                  </a:ext>
                </a:extLst>
              </p:cNvPr>
              <p:cNvSpPr/>
              <p:nvPr/>
            </p:nvSpPr>
            <p:spPr>
              <a:xfrm>
                <a:off x="7644939" y="8092207"/>
                <a:ext cx="37180" cy="37180"/>
              </a:xfrm>
              <a:custGeom>
                <a:avLst/>
                <a:gdLst>
                  <a:gd name="connsiteX0" fmla="*/ 37432 w 37180"/>
                  <a:gd name="connsiteY0" fmla="*/ 18780 h 37180"/>
                  <a:gd name="connsiteX1" fmla="*/ 18842 w 37180"/>
                  <a:gd name="connsiteY1" fmla="*/ 37370 h 37180"/>
                  <a:gd name="connsiteX2" fmla="*/ 252 w 37180"/>
                  <a:gd name="connsiteY2" fmla="*/ 18780 h 37180"/>
                  <a:gd name="connsiteX3" fmla="*/ 18842 w 37180"/>
                  <a:gd name="connsiteY3" fmla="*/ 189 h 37180"/>
                  <a:gd name="connsiteX4" fmla="*/ 37432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80"/>
                    </a:moveTo>
                    <a:cubicBezTo>
                      <a:pt x="37432" y="29047"/>
                      <a:pt x="29109" y="37370"/>
                      <a:pt x="18842" y="37370"/>
                    </a:cubicBezTo>
                    <a:cubicBezTo>
                      <a:pt x="8575" y="37370"/>
                      <a:pt x="252" y="29047"/>
                      <a:pt x="252" y="18780"/>
                    </a:cubicBezTo>
                    <a:cubicBezTo>
                      <a:pt x="252" y="8512"/>
                      <a:pt x="8575" y="189"/>
                      <a:pt x="18842" y="189"/>
                    </a:cubicBezTo>
                    <a:cubicBezTo>
                      <a:pt x="29109" y="189"/>
                      <a:pt x="37432" y="8512"/>
                      <a:pt x="37432" y="18780"/>
                    </a:cubicBezTo>
                    <a:close/>
                  </a:path>
                </a:pathLst>
              </a:custGeom>
              <a:solidFill>
                <a:srgbClr val="F5F7F5"/>
              </a:solidFill>
              <a:ln w="5753" cap="sq">
                <a:noFill/>
                <a:prstDash val="solid"/>
                <a:miter/>
              </a:ln>
            </p:spPr>
            <p:txBody>
              <a:bodyPr rtlCol="0" anchor="ctr"/>
              <a:lstStyle/>
              <a:p>
                <a:endParaRPr lang="en-US"/>
              </a:p>
            </p:txBody>
          </p:sp>
          <p:sp>
            <p:nvSpPr>
              <p:cNvPr id="2419" name="Freeform: Shape 2418">
                <a:extLst>
                  <a:ext uri="{FF2B5EF4-FFF2-40B4-BE49-F238E27FC236}">
                    <a16:creationId xmlns:a16="http://schemas.microsoft.com/office/drawing/2014/main" id="{24206764-EEBF-A63E-E376-FC3AF12884DC}"/>
                  </a:ext>
                </a:extLst>
              </p:cNvPr>
              <p:cNvSpPr/>
              <p:nvPr/>
            </p:nvSpPr>
            <p:spPr>
              <a:xfrm>
                <a:off x="7642539" y="8089806"/>
                <a:ext cx="41981" cy="41981"/>
              </a:xfrm>
              <a:custGeom>
                <a:avLst/>
                <a:gdLst>
                  <a:gd name="connsiteX0" fmla="*/ 21242 w 41981"/>
                  <a:gd name="connsiteY0" fmla="*/ 4990 h 41981"/>
                  <a:gd name="connsiteX1" fmla="*/ 37432 w 41981"/>
                  <a:gd name="connsiteY1" fmla="*/ 21180 h 41981"/>
                  <a:gd name="connsiteX2" fmla="*/ 37432 w 41981"/>
                  <a:gd name="connsiteY2" fmla="*/ 21180 h 41981"/>
                  <a:gd name="connsiteX3" fmla="*/ 21242 w 41981"/>
                  <a:gd name="connsiteY3" fmla="*/ 37370 h 41981"/>
                  <a:gd name="connsiteX4" fmla="*/ 5052 w 41981"/>
                  <a:gd name="connsiteY4" fmla="*/ 21180 h 41981"/>
                  <a:gd name="connsiteX5" fmla="*/ 21242 w 41981"/>
                  <a:gd name="connsiteY5" fmla="*/ 4990 h 41981"/>
                  <a:gd name="connsiteX6" fmla="*/ 21242 w 41981"/>
                  <a:gd name="connsiteY6" fmla="*/ 189 h 41981"/>
                  <a:gd name="connsiteX7" fmla="*/ 252 w 41981"/>
                  <a:gd name="connsiteY7" fmla="*/ 21180 h 41981"/>
                  <a:gd name="connsiteX8" fmla="*/ 21242 w 41981"/>
                  <a:gd name="connsiteY8" fmla="*/ 42170 h 41981"/>
                  <a:gd name="connsiteX9" fmla="*/ 42233 w 41981"/>
                  <a:gd name="connsiteY9" fmla="*/ 21180 h 41981"/>
                  <a:gd name="connsiteX10" fmla="*/ 42233 w 41981"/>
                  <a:gd name="connsiteY10" fmla="*/ 21180 h 41981"/>
                  <a:gd name="connsiteX11" fmla="*/ 21242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90"/>
                    </a:moveTo>
                    <a:cubicBezTo>
                      <a:pt x="30184" y="4990"/>
                      <a:pt x="37432" y="12238"/>
                      <a:pt x="37432" y="21180"/>
                    </a:cubicBezTo>
                    <a:lnTo>
                      <a:pt x="37432" y="21180"/>
                    </a:lnTo>
                    <a:cubicBezTo>
                      <a:pt x="37432" y="30122"/>
                      <a:pt x="30184" y="37370"/>
                      <a:pt x="21242" y="37370"/>
                    </a:cubicBezTo>
                    <a:cubicBezTo>
                      <a:pt x="12300" y="37370"/>
                      <a:pt x="5052" y="30122"/>
                      <a:pt x="5052" y="21180"/>
                    </a:cubicBezTo>
                    <a:cubicBezTo>
                      <a:pt x="5052" y="12238"/>
                      <a:pt x="12300" y="4990"/>
                      <a:pt x="21242" y="4990"/>
                    </a:cubicBezTo>
                    <a:close/>
                    <a:moveTo>
                      <a:pt x="21242" y="189"/>
                    </a:moveTo>
                    <a:cubicBezTo>
                      <a:pt x="9650" y="189"/>
                      <a:pt x="252" y="9587"/>
                      <a:pt x="252" y="21180"/>
                    </a:cubicBezTo>
                    <a:cubicBezTo>
                      <a:pt x="252" y="32772"/>
                      <a:pt x="9650" y="42170"/>
                      <a:pt x="21242" y="42170"/>
                    </a:cubicBezTo>
                    <a:cubicBezTo>
                      <a:pt x="32835" y="42170"/>
                      <a:pt x="42233" y="32772"/>
                      <a:pt x="42233" y="21180"/>
                    </a:cubicBezTo>
                    <a:lnTo>
                      <a:pt x="42233" y="21180"/>
                    </a:lnTo>
                    <a:cubicBezTo>
                      <a:pt x="42233" y="9587"/>
                      <a:pt x="32835" y="189"/>
                      <a:pt x="21242" y="189"/>
                    </a:cubicBezTo>
                    <a:close/>
                  </a:path>
                </a:pathLst>
              </a:custGeom>
              <a:solidFill>
                <a:srgbClr val="000000"/>
              </a:solidFill>
              <a:ln w="4794" cap="sq">
                <a:noFill/>
                <a:prstDash val="solid"/>
                <a:round/>
              </a:ln>
            </p:spPr>
            <p:txBody>
              <a:bodyPr rtlCol="0" anchor="ctr"/>
              <a:lstStyle/>
              <a:p>
                <a:endParaRPr lang="en-US"/>
              </a:p>
            </p:txBody>
          </p:sp>
          <p:sp>
            <p:nvSpPr>
              <p:cNvPr id="2420" name="Freeform: Shape 2419">
                <a:extLst>
                  <a:ext uri="{FF2B5EF4-FFF2-40B4-BE49-F238E27FC236}">
                    <a16:creationId xmlns:a16="http://schemas.microsoft.com/office/drawing/2014/main" id="{59D9F915-7150-D285-31EA-7CEF1CDF18ED}"/>
                  </a:ext>
                </a:extLst>
              </p:cNvPr>
              <p:cNvSpPr/>
              <p:nvPr/>
            </p:nvSpPr>
            <p:spPr>
              <a:xfrm>
                <a:off x="7555244" y="7885918"/>
                <a:ext cx="37180" cy="37180"/>
              </a:xfrm>
              <a:custGeom>
                <a:avLst/>
                <a:gdLst>
                  <a:gd name="connsiteX0" fmla="*/ 37417 w 37180"/>
                  <a:gd name="connsiteY0" fmla="*/ 18744 h 37180"/>
                  <a:gd name="connsiteX1" fmla="*/ 18826 w 37180"/>
                  <a:gd name="connsiteY1" fmla="*/ 37334 h 37180"/>
                  <a:gd name="connsiteX2" fmla="*/ 236 w 37180"/>
                  <a:gd name="connsiteY2" fmla="*/ 18744 h 37180"/>
                  <a:gd name="connsiteX3" fmla="*/ 18826 w 37180"/>
                  <a:gd name="connsiteY3" fmla="*/ 153 h 37180"/>
                  <a:gd name="connsiteX4" fmla="*/ 37417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44"/>
                    </a:moveTo>
                    <a:cubicBezTo>
                      <a:pt x="37417" y="29011"/>
                      <a:pt x="29094" y="37334"/>
                      <a:pt x="18826" y="37334"/>
                    </a:cubicBezTo>
                    <a:cubicBezTo>
                      <a:pt x="8559" y="37334"/>
                      <a:pt x="236" y="29011"/>
                      <a:pt x="236" y="18744"/>
                    </a:cubicBezTo>
                    <a:cubicBezTo>
                      <a:pt x="236" y="8477"/>
                      <a:pt x="8559" y="153"/>
                      <a:pt x="18826" y="153"/>
                    </a:cubicBezTo>
                    <a:cubicBezTo>
                      <a:pt x="29094" y="153"/>
                      <a:pt x="37417" y="8477"/>
                      <a:pt x="37417" y="18744"/>
                    </a:cubicBezTo>
                    <a:close/>
                  </a:path>
                </a:pathLst>
              </a:custGeom>
              <a:solidFill>
                <a:srgbClr val="F7F4F4"/>
              </a:solidFill>
              <a:ln w="5753" cap="sq">
                <a:noFill/>
                <a:prstDash val="solid"/>
                <a:miter/>
              </a:ln>
            </p:spPr>
            <p:txBody>
              <a:bodyPr rtlCol="0" anchor="ctr"/>
              <a:lstStyle/>
              <a:p>
                <a:endParaRPr lang="en-US"/>
              </a:p>
            </p:txBody>
          </p:sp>
          <p:sp>
            <p:nvSpPr>
              <p:cNvPr id="2421" name="Freeform: Shape 2420">
                <a:extLst>
                  <a:ext uri="{FF2B5EF4-FFF2-40B4-BE49-F238E27FC236}">
                    <a16:creationId xmlns:a16="http://schemas.microsoft.com/office/drawing/2014/main" id="{FCF78A88-9B4B-932F-CECE-E8A31AD85CAE}"/>
                  </a:ext>
                </a:extLst>
              </p:cNvPr>
              <p:cNvSpPr/>
              <p:nvPr/>
            </p:nvSpPr>
            <p:spPr>
              <a:xfrm>
                <a:off x="7552844" y="7883518"/>
                <a:ext cx="41981" cy="41981"/>
              </a:xfrm>
              <a:custGeom>
                <a:avLst/>
                <a:gdLst>
                  <a:gd name="connsiteX0" fmla="*/ 21227 w 41981"/>
                  <a:gd name="connsiteY0" fmla="*/ 4954 h 41981"/>
                  <a:gd name="connsiteX1" fmla="*/ 37417 w 41981"/>
                  <a:gd name="connsiteY1" fmla="*/ 21144 h 41981"/>
                  <a:gd name="connsiteX2" fmla="*/ 37417 w 41981"/>
                  <a:gd name="connsiteY2" fmla="*/ 21144 h 41981"/>
                  <a:gd name="connsiteX3" fmla="*/ 21227 w 41981"/>
                  <a:gd name="connsiteY3" fmla="*/ 37334 h 41981"/>
                  <a:gd name="connsiteX4" fmla="*/ 5036 w 41981"/>
                  <a:gd name="connsiteY4" fmla="*/ 21144 h 41981"/>
                  <a:gd name="connsiteX5" fmla="*/ 21227 w 41981"/>
                  <a:gd name="connsiteY5" fmla="*/ 4954 h 41981"/>
                  <a:gd name="connsiteX6" fmla="*/ 21227 w 41981"/>
                  <a:gd name="connsiteY6" fmla="*/ 153 h 41981"/>
                  <a:gd name="connsiteX7" fmla="*/ 236 w 41981"/>
                  <a:gd name="connsiteY7" fmla="*/ 21144 h 41981"/>
                  <a:gd name="connsiteX8" fmla="*/ 21227 w 41981"/>
                  <a:gd name="connsiteY8" fmla="*/ 42135 h 41981"/>
                  <a:gd name="connsiteX9" fmla="*/ 42217 w 41981"/>
                  <a:gd name="connsiteY9" fmla="*/ 21144 h 41981"/>
                  <a:gd name="connsiteX10" fmla="*/ 42217 w 41981"/>
                  <a:gd name="connsiteY10" fmla="*/ 21144 h 41981"/>
                  <a:gd name="connsiteX11" fmla="*/ 21227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54"/>
                    </a:moveTo>
                    <a:cubicBezTo>
                      <a:pt x="30168" y="4954"/>
                      <a:pt x="37417" y="12202"/>
                      <a:pt x="37417" y="21144"/>
                    </a:cubicBezTo>
                    <a:lnTo>
                      <a:pt x="37417" y="21144"/>
                    </a:lnTo>
                    <a:cubicBezTo>
                      <a:pt x="37417" y="30086"/>
                      <a:pt x="30168" y="37334"/>
                      <a:pt x="21227" y="37334"/>
                    </a:cubicBezTo>
                    <a:cubicBezTo>
                      <a:pt x="12285" y="37334"/>
                      <a:pt x="5036" y="30086"/>
                      <a:pt x="5036" y="21144"/>
                    </a:cubicBezTo>
                    <a:cubicBezTo>
                      <a:pt x="5036" y="12202"/>
                      <a:pt x="12285" y="4954"/>
                      <a:pt x="21227" y="4954"/>
                    </a:cubicBezTo>
                    <a:close/>
                    <a:moveTo>
                      <a:pt x="21227" y="153"/>
                    </a:moveTo>
                    <a:cubicBezTo>
                      <a:pt x="9634" y="153"/>
                      <a:pt x="236" y="9551"/>
                      <a:pt x="236" y="21144"/>
                    </a:cubicBezTo>
                    <a:cubicBezTo>
                      <a:pt x="236" y="32736"/>
                      <a:pt x="9634" y="42135"/>
                      <a:pt x="21227" y="42135"/>
                    </a:cubicBezTo>
                    <a:cubicBezTo>
                      <a:pt x="32819" y="42135"/>
                      <a:pt x="42217" y="32736"/>
                      <a:pt x="42217" y="21144"/>
                    </a:cubicBezTo>
                    <a:lnTo>
                      <a:pt x="42217" y="21144"/>
                    </a:lnTo>
                    <a:cubicBezTo>
                      <a:pt x="42217" y="9551"/>
                      <a:pt x="32819" y="153"/>
                      <a:pt x="21227" y="153"/>
                    </a:cubicBezTo>
                    <a:close/>
                  </a:path>
                </a:pathLst>
              </a:custGeom>
              <a:solidFill>
                <a:srgbClr val="000000"/>
              </a:solidFill>
              <a:ln w="4794" cap="sq">
                <a:noFill/>
                <a:prstDash val="solid"/>
                <a:round/>
              </a:ln>
            </p:spPr>
            <p:txBody>
              <a:bodyPr rtlCol="0" anchor="ctr"/>
              <a:lstStyle/>
              <a:p>
                <a:endParaRPr lang="en-US"/>
              </a:p>
            </p:txBody>
          </p:sp>
          <p:sp>
            <p:nvSpPr>
              <p:cNvPr id="2422" name="Freeform: Shape 2421">
                <a:extLst>
                  <a:ext uri="{FF2B5EF4-FFF2-40B4-BE49-F238E27FC236}">
                    <a16:creationId xmlns:a16="http://schemas.microsoft.com/office/drawing/2014/main" id="{96E41BFD-4AEB-7320-3691-6F3CA7571153}"/>
                  </a:ext>
                </a:extLst>
              </p:cNvPr>
              <p:cNvSpPr/>
              <p:nvPr/>
            </p:nvSpPr>
            <p:spPr>
              <a:xfrm>
                <a:off x="7532803" y="7960729"/>
                <a:ext cx="37180" cy="37180"/>
              </a:xfrm>
              <a:custGeom>
                <a:avLst/>
                <a:gdLst>
                  <a:gd name="connsiteX0" fmla="*/ 37413 w 37180"/>
                  <a:gd name="connsiteY0" fmla="*/ 18757 h 37180"/>
                  <a:gd name="connsiteX1" fmla="*/ 18823 w 37180"/>
                  <a:gd name="connsiteY1" fmla="*/ 37347 h 37180"/>
                  <a:gd name="connsiteX2" fmla="*/ 232 w 37180"/>
                  <a:gd name="connsiteY2" fmla="*/ 18757 h 37180"/>
                  <a:gd name="connsiteX3" fmla="*/ 18823 w 37180"/>
                  <a:gd name="connsiteY3" fmla="*/ 166 h 37180"/>
                  <a:gd name="connsiteX4" fmla="*/ 37413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57"/>
                    </a:moveTo>
                    <a:cubicBezTo>
                      <a:pt x="37413" y="29024"/>
                      <a:pt x="29090" y="37347"/>
                      <a:pt x="18823" y="37347"/>
                    </a:cubicBezTo>
                    <a:cubicBezTo>
                      <a:pt x="8555" y="37347"/>
                      <a:pt x="232" y="29024"/>
                      <a:pt x="232" y="18757"/>
                    </a:cubicBezTo>
                    <a:cubicBezTo>
                      <a:pt x="232" y="8490"/>
                      <a:pt x="8555" y="166"/>
                      <a:pt x="18823" y="166"/>
                    </a:cubicBezTo>
                    <a:cubicBezTo>
                      <a:pt x="29090" y="166"/>
                      <a:pt x="37413" y="8490"/>
                      <a:pt x="37413" y="18757"/>
                    </a:cubicBezTo>
                    <a:close/>
                  </a:path>
                </a:pathLst>
              </a:custGeom>
              <a:solidFill>
                <a:srgbClr val="F7DADA"/>
              </a:solidFill>
              <a:ln w="5753" cap="sq">
                <a:noFill/>
                <a:prstDash val="solid"/>
                <a:miter/>
              </a:ln>
            </p:spPr>
            <p:txBody>
              <a:bodyPr rtlCol="0" anchor="ctr"/>
              <a:lstStyle/>
              <a:p>
                <a:endParaRPr lang="en-US"/>
              </a:p>
            </p:txBody>
          </p:sp>
          <p:sp>
            <p:nvSpPr>
              <p:cNvPr id="2423" name="Freeform: Shape 2422">
                <a:extLst>
                  <a:ext uri="{FF2B5EF4-FFF2-40B4-BE49-F238E27FC236}">
                    <a16:creationId xmlns:a16="http://schemas.microsoft.com/office/drawing/2014/main" id="{C978C0E4-ED49-7D2F-B11B-3995B5B2B13D}"/>
                  </a:ext>
                </a:extLst>
              </p:cNvPr>
              <p:cNvSpPr/>
              <p:nvPr/>
            </p:nvSpPr>
            <p:spPr>
              <a:xfrm>
                <a:off x="7530403" y="7958329"/>
                <a:ext cx="41981" cy="41981"/>
              </a:xfrm>
              <a:custGeom>
                <a:avLst/>
                <a:gdLst>
                  <a:gd name="connsiteX0" fmla="*/ 21223 w 41981"/>
                  <a:gd name="connsiteY0" fmla="*/ 4967 h 41981"/>
                  <a:gd name="connsiteX1" fmla="*/ 37413 w 41981"/>
                  <a:gd name="connsiteY1" fmla="*/ 21157 h 41981"/>
                  <a:gd name="connsiteX2" fmla="*/ 37413 w 41981"/>
                  <a:gd name="connsiteY2" fmla="*/ 21157 h 41981"/>
                  <a:gd name="connsiteX3" fmla="*/ 21223 w 41981"/>
                  <a:gd name="connsiteY3" fmla="*/ 37347 h 41981"/>
                  <a:gd name="connsiteX4" fmla="*/ 5032 w 41981"/>
                  <a:gd name="connsiteY4" fmla="*/ 21157 h 41981"/>
                  <a:gd name="connsiteX5" fmla="*/ 21223 w 41981"/>
                  <a:gd name="connsiteY5" fmla="*/ 4967 h 41981"/>
                  <a:gd name="connsiteX6" fmla="*/ 21223 w 41981"/>
                  <a:gd name="connsiteY6" fmla="*/ 166 h 41981"/>
                  <a:gd name="connsiteX7" fmla="*/ 232 w 41981"/>
                  <a:gd name="connsiteY7" fmla="*/ 21157 h 41981"/>
                  <a:gd name="connsiteX8" fmla="*/ 21223 w 41981"/>
                  <a:gd name="connsiteY8" fmla="*/ 42148 h 41981"/>
                  <a:gd name="connsiteX9" fmla="*/ 42213 w 41981"/>
                  <a:gd name="connsiteY9" fmla="*/ 21157 h 41981"/>
                  <a:gd name="connsiteX10" fmla="*/ 42213 w 41981"/>
                  <a:gd name="connsiteY10" fmla="*/ 21157 h 41981"/>
                  <a:gd name="connsiteX11" fmla="*/ 21223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67"/>
                    </a:moveTo>
                    <a:cubicBezTo>
                      <a:pt x="30165" y="4967"/>
                      <a:pt x="37413" y="12215"/>
                      <a:pt x="37413" y="21157"/>
                    </a:cubicBezTo>
                    <a:lnTo>
                      <a:pt x="37413" y="21157"/>
                    </a:lnTo>
                    <a:cubicBezTo>
                      <a:pt x="37413" y="30099"/>
                      <a:pt x="30165" y="37347"/>
                      <a:pt x="21223" y="37347"/>
                    </a:cubicBezTo>
                    <a:cubicBezTo>
                      <a:pt x="12281" y="37347"/>
                      <a:pt x="5032" y="30099"/>
                      <a:pt x="5032" y="21157"/>
                    </a:cubicBezTo>
                    <a:cubicBezTo>
                      <a:pt x="5032" y="12215"/>
                      <a:pt x="12281" y="4967"/>
                      <a:pt x="21223" y="4967"/>
                    </a:cubicBezTo>
                    <a:close/>
                    <a:moveTo>
                      <a:pt x="21223" y="166"/>
                    </a:moveTo>
                    <a:cubicBezTo>
                      <a:pt x="9630" y="166"/>
                      <a:pt x="232" y="9564"/>
                      <a:pt x="232" y="21157"/>
                    </a:cubicBezTo>
                    <a:cubicBezTo>
                      <a:pt x="232" y="32749"/>
                      <a:pt x="9630" y="42148"/>
                      <a:pt x="21223" y="42148"/>
                    </a:cubicBezTo>
                    <a:cubicBezTo>
                      <a:pt x="32815" y="42148"/>
                      <a:pt x="42213" y="32749"/>
                      <a:pt x="42213" y="21157"/>
                    </a:cubicBezTo>
                    <a:lnTo>
                      <a:pt x="42213" y="21157"/>
                    </a:lnTo>
                    <a:cubicBezTo>
                      <a:pt x="42213" y="9564"/>
                      <a:pt x="32815" y="166"/>
                      <a:pt x="21223" y="166"/>
                    </a:cubicBezTo>
                    <a:close/>
                  </a:path>
                </a:pathLst>
              </a:custGeom>
              <a:solidFill>
                <a:srgbClr val="000000"/>
              </a:solidFill>
              <a:ln w="4794" cap="sq">
                <a:noFill/>
                <a:prstDash val="solid"/>
                <a:round/>
              </a:ln>
            </p:spPr>
            <p:txBody>
              <a:bodyPr rtlCol="0" anchor="ctr"/>
              <a:lstStyle/>
              <a:p>
                <a:endParaRPr lang="en-US"/>
              </a:p>
            </p:txBody>
          </p:sp>
          <p:sp>
            <p:nvSpPr>
              <p:cNvPr id="2424" name="Freeform: Shape 2423">
                <a:extLst>
                  <a:ext uri="{FF2B5EF4-FFF2-40B4-BE49-F238E27FC236}">
                    <a16:creationId xmlns:a16="http://schemas.microsoft.com/office/drawing/2014/main" id="{383C3132-5175-C36B-DE5C-717F09414799}"/>
                  </a:ext>
                </a:extLst>
              </p:cNvPr>
              <p:cNvSpPr/>
              <p:nvPr/>
            </p:nvSpPr>
            <p:spPr>
              <a:xfrm>
                <a:off x="7673705" y="8023294"/>
                <a:ext cx="37180" cy="37180"/>
              </a:xfrm>
              <a:custGeom>
                <a:avLst/>
                <a:gdLst>
                  <a:gd name="connsiteX0" fmla="*/ 37437 w 37180"/>
                  <a:gd name="connsiteY0" fmla="*/ 18768 h 37180"/>
                  <a:gd name="connsiteX1" fmla="*/ 18847 w 37180"/>
                  <a:gd name="connsiteY1" fmla="*/ 37358 h 37180"/>
                  <a:gd name="connsiteX2" fmla="*/ 257 w 37180"/>
                  <a:gd name="connsiteY2" fmla="*/ 18768 h 37180"/>
                  <a:gd name="connsiteX3" fmla="*/ 18847 w 37180"/>
                  <a:gd name="connsiteY3" fmla="*/ 177 h 37180"/>
                  <a:gd name="connsiteX4" fmla="*/ 37437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8"/>
                    </a:moveTo>
                    <a:cubicBezTo>
                      <a:pt x="37437" y="29035"/>
                      <a:pt x="29114" y="37358"/>
                      <a:pt x="18847" y="37358"/>
                    </a:cubicBezTo>
                    <a:cubicBezTo>
                      <a:pt x="8580" y="37358"/>
                      <a:pt x="257" y="29035"/>
                      <a:pt x="257" y="18768"/>
                    </a:cubicBezTo>
                    <a:cubicBezTo>
                      <a:pt x="257" y="8500"/>
                      <a:pt x="8580" y="177"/>
                      <a:pt x="18847" y="177"/>
                    </a:cubicBezTo>
                    <a:cubicBezTo>
                      <a:pt x="29114" y="177"/>
                      <a:pt x="37437" y="8500"/>
                      <a:pt x="37437" y="18768"/>
                    </a:cubicBezTo>
                    <a:close/>
                  </a:path>
                </a:pathLst>
              </a:custGeom>
              <a:solidFill>
                <a:srgbClr val="F7EAEA"/>
              </a:solidFill>
              <a:ln w="5753" cap="sq">
                <a:noFill/>
                <a:prstDash val="solid"/>
                <a:miter/>
              </a:ln>
            </p:spPr>
            <p:txBody>
              <a:bodyPr rtlCol="0" anchor="ctr"/>
              <a:lstStyle/>
              <a:p>
                <a:endParaRPr lang="en-US"/>
              </a:p>
            </p:txBody>
          </p:sp>
          <p:sp>
            <p:nvSpPr>
              <p:cNvPr id="2425" name="Freeform: Shape 2424">
                <a:extLst>
                  <a:ext uri="{FF2B5EF4-FFF2-40B4-BE49-F238E27FC236}">
                    <a16:creationId xmlns:a16="http://schemas.microsoft.com/office/drawing/2014/main" id="{0AE67F3C-CB1E-325A-FFC6-21C0C711161C}"/>
                  </a:ext>
                </a:extLst>
              </p:cNvPr>
              <p:cNvSpPr/>
              <p:nvPr/>
            </p:nvSpPr>
            <p:spPr>
              <a:xfrm>
                <a:off x="7671304" y="8020894"/>
                <a:ext cx="41981" cy="41981"/>
              </a:xfrm>
              <a:custGeom>
                <a:avLst/>
                <a:gdLst>
                  <a:gd name="connsiteX0" fmla="*/ 21247 w 41981"/>
                  <a:gd name="connsiteY0" fmla="*/ 4978 h 41981"/>
                  <a:gd name="connsiteX1" fmla="*/ 37437 w 41981"/>
                  <a:gd name="connsiteY1" fmla="*/ 21168 h 41981"/>
                  <a:gd name="connsiteX2" fmla="*/ 37437 w 41981"/>
                  <a:gd name="connsiteY2" fmla="*/ 21168 h 41981"/>
                  <a:gd name="connsiteX3" fmla="*/ 21247 w 41981"/>
                  <a:gd name="connsiteY3" fmla="*/ 37358 h 41981"/>
                  <a:gd name="connsiteX4" fmla="*/ 5057 w 41981"/>
                  <a:gd name="connsiteY4" fmla="*/ 21168 h 41981"/>
                  <a:gd name="connsiteX5" fmla="*/ 21247 w 41981"/>
                  <a:gd name="connsiteY5" fmla="*/ 4978 h 41981"/>
                  <a:gd name="connsiteX6" fmla="*/ 21247 w 41981"/>
                  <a:gd name="connsiteY6" fmla="*/ 177 h 41981"/>
                  <a:gd name="connsiteX7" fmla="*/ 257 w 41981"/>
                  <a:gd name="connsiteY7" fmla="*/ 21168 h 41981"/>
                  <a:gd name="connsiteX8" fmla="*/ 21247 w 41981"/>
                  <a:gd name="connsiteY8" fmla="*/ 42158 h 41981"/>
                  <a:gd name="connsiteX9" fmla="*/ 42238 w 41981"/>
                  <a:gd name="connsiteY9" fmla="*/ 21168 h 41981"/>
                  <a:gd name="connsiteX10" fmla="*/ 42238 w 41981"/>
                  <a:gd name="connsiteY10" fmla="*/ 21168 h 41981"/>
                  <a:gd name="connsiteX11" fmla="*/ 21247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8"/>
                    </a:moveTo>
                    <a:cubicBezTo>
                      <a:pt x="30189" y="4978"/>
                      <a:pt x="37437" y="12226"/>
                      <a:pt x="37437" y="21168"/>
                    </a:cubicBezTo>
                    <a:lnTo>
                      <a:pt x="37437" y="21168"/>
                    </a:lnTo>
                    <a:cubicBezTo>
                      <a:pt x="37437" y="30110"/>
                      <a:pt x="30189" y="37358"/>
                      <a:pt x="21247" y="37358"/>
                    </a:cubicBezTo>
                    <a:cubicBezTo>
                      <a:pt x="12305" y="37358"/>
                      <a:pt x="5057" y="30110"/>
                      <a:pt x="5057" y="21168"/>
                    </a:cubicBezTo>
                    <a:cubicBezTo>
                      <a:pt x="5057" y="12226"/>
                      <a:pt x="12305" y="4978"/>
                      <a:pt x="21247" y="4978"/>
                    </a:cubicBezTo>
                    <a:close/>
                    <a:moveTo>
                      <a:pt x="21247" y="177"/>
                    </a:moveTo>
                    <a:cubicBezTo>
                      <a:pt x="9655" y="177"/>
                      <a:pt x="257" y="9575"/>
                      <a:pt x="257" y="21168"/>
                    </a:cubicBezTo>
                    <a:cubicBezTo>
                      <a:pt x="257" y="32760"/>
                      <a:pt x="9655" y="42158"/>
                      <a:pt x="21247" y="42158"/>
                    </a:cubicBezTo>
                    <a:cubicBezTo>
                      <a:pt x="32840" y="42158"/>
                      <a:pt x="42238" y="32760"/>
                      <a:pt x="42238" y="21168"/>
                    </a:cubicBezTo>
                    <a:lnTo>
                      <a:pt x="42238" y="21168"/>
                    </a:lnTo>
                    <a:cubicBezTo>
                      <a:pt x="42238" y="9575"/>
                      <a:pt x="32840" y="177"/>
                      <a:pt x="21247" y="177"/>
                    </a:cubicBezTo>
                    <a:close/>
                  </a:path>
                </a:pathLst>
              </a:custGeom>
              <a:solidFill>
                <a:srgbClr val="000000"/>
              </a:solidFill>
              <a:ln w="4794" cap="sq">
                <a:noFill/>
                <a:prstDash val="solid"/>
                <a:round/>
              </a:ln>
            </p:spPr>
            <p:txBody>
              <a:bodyPr rtlCol="0" anchor="ctr"/>
              <a:lstStyle/>
              <a:p>
                <a:endParaRPr lang="en-US"/>
              </a:p>
            </p:txBody>
          </p:sp>
          <p:sp>
            <p:nvSpPr>
              <p:cNvPr id="2426" name="Freeform: Shape 2425">
                <a:extLst>
                  <a:ext uri="{FF2B5EF4-FFF2-40B4-BE49-F238E27FC236}">
                    <a16:creationId xmlns:a16="http://schemas.microsoft.com/office/drawing/2014/main" id="{F4A37A62-175D-99C5-9B34-52E1CE217502}"/>
                  </a:ext>
                </a:extLst>
              </p:cNvPr>
              <p:cNvSpPr/>
              <p:nvPr/>
            </p:nvSpPr>
            <p:spPr>
              <a:xfrm>
                <a:off x="7631933" y="7989344"/>
                <a:ext cx="37180" cy="37180"/>
              </a:xfrm>
              <a:custGeom>
                <a:avLst/>
                <a:gdLst>
                  <a:gd name="connsiteX0" fmla="*/ 37430 w 37180"/>
                  <a:gd name="connsiteY0" fmla="*/ 18762 h 37180"/>
                  <a:gd name="connsiteX1" fmla="*/ 18840 w 37180"/>
                  <a:gd name="connsiteY1" fmla="*/ 37352 h 37180"/>
                  <a:gd name="connsiteX2" fmla="*/ 249 w 37180"/>
                  <a:gd name="connsiteY2" fmla="*/ 18762 h 37180"/>
                  <a:gd name="connsiteX3" fmla="*/ 18840 w 37180"/>
                  <a:gd name="connsiteY3" fmla="*/ 171 h 37180"/>
                  <a:gd name="connsiteX4" fmla="*/ 37430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2"/>
                    </a:moveTo>
                    <a:cubicBezTo>
                      <a:pt x="37430" y="29029"/>
                      <a:pt x="29107" y="37352"/>
                      <a:pt x="18840" y="37352"/>
                    </a:cubicBezTo>
                    <a:cubicBezTo>
                      <a:pt x="8573" y="37352"/>
                      <a:pt x="249" y="29029"/>
                      <a:pt x="249" y="18762"/>
                    </a:cubicBezTo>
                    <a:cubicBezTo>
                      <a:pt x="249" y="8494"/>
                      <a:pt x="8573" y="171"/>
                      <a:pt x="18840" y="171"/>
                    </a:cubicBezTo>
                    <a:cubicBezTo>
                      <a:pt x="29107" y="171"/>
                      <a:pt x="37430" y="8494"/>
                      <a:pt x="37430" y="18762"/>
                    </a:cubicBezTo>
                    <a:close/>
                  </a:path>
                </a:pathLst>
              </a:custGeom>
              <a:solidFill>
                <a:srgbClr val="F7E7E7"/>
              </a:solidFill>
              <a:ln w="5753" cap="sq">
                <a:noFill/>
                <a:prstDash val="solid"/>
                <a:miter/>
              </a:ln>
            </p:spPr>
            <p:txBody>
              <a:bodyPr rtlCol="0" anchor="ctr"/>
              <a:lstStyle/>
              <a:p>
                <a:endParaRPr lang="en-US"/>
              </a:p>
            </p:txBody>
          </p:sp>
          <p:sp>
            <p:nvSpPr>
              <p:cNvPr id="2427" name="Freeform: Shape 2426">
                <a:extLst>
                  <a:ext uri="{FF2B5EF4-FFF2-40B4-BE49-F238E27FC236}">
                    <a16:creationId xmlns:a16="http://schemas.microsoft.com/office/drawing/2014/main" id="{903BC35D-05BE-9F6B-B688-E62E6AB8E642}"/>
                  </a:ext>
                </a:extLst>
              </p:cNvPr>
              <p:cNvSpPr/>
              <p:nvPr/>
            </p:nvSpPr>
            <p:spPr>
              <a:xfrm>
                <a:off x="7629533" y="7986944"/>
                <a:ext cx="41981" cy="41981"/>
              </a:xfrm>
              <a:custGeom>
                <a:avLst/>
                <a:gdLst>
                  <a:gd name="connsiteX0" fmla="*/ 21240 w 41981"/>
                  <a:gd name="connsiteY0" fmla="*/ 4972 h 41981"/>
                  <a:gd name="connsiteX1" fmla="*/ 37430 w 41981"/>
                  <a:gd name="connsiteY1" fmla="*/ 21162 h 41981"/>
                  <a:gd name="connsiteX2" fmla="*/ 37430 w 41981"/>
                  <a:gd name="connsiteY2" fmla="*/ 21162 h 41981"/>
                  <a:gd name="connsiteX3" fmla="*/ 21240 w 41981"/>
                  <a:gd name="connsiteY3" fmla="*/ 37352 h 41981"/>
                  <a:gd name="connsiteX4" fmla="*/ 5050 w 41981"/>
                  <a:gd name="connsiteY4" fmla="*/ 21162 h 41981"/>
                  <a:gd name="connsiteX5" fmla="*/ 21240 w 41981"/>
                  <a:gd name="connsiteY5" fmla="*/ 4972 h 41981"/>
                  <a:gd name="connsiteX6" fmla="*/ 21240 w 41981"/>
                  <a:gd name="connsiteY6" fmla="*/ 171 h 41981"/>
                  <a:gd name="connsiteX7" fmla="*/ 249 w 41981"/>
                  <a:gd name="connsiteY7" fmla="*/ 21162 h 41981"/>
                  <a:gd name="connsiteX8" fmla="*/ 21240 w 41981"/>
                  <a:gd name="connsiteY8" fmla="*/ 42152 h 41981"/>
                  <a:gd name="connsiteX9" fmla="*/ 42231 w 41981"/>
                  <a:gd name="connsiteY9" fmla="*/ 21162 h 41981"/>
                  <a:gd name="connsiteX10" fmla="*/ 42231 w 41981"/>
                  <a:gd name="connsiteY10" fmla="*/ 21162 h 41981"/>
                  <a:gd name="connsiteX11" fmla="*/ 2124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2"/>
                    </a:moveTo>
                    <a:cubicBezTo>
                      <a:pt x="30182" y="4972"/>
                      <a:pt x="37430" y="12220"/>
                      <a:pt x="37430" y="21162"/>
                    </a:cubicBezTo>
                    <a:lnTo>
                      <a:pt x="37430" y="21162"/>
                    </a:lnTo>
                    <a:cubicBezTo>
                      <a:pt x="37430" y="30104"/>
                      <a:pt x="30182" y="37352"/>
                      <a:pt x="21240" y="37352"/>
                    </a:cubicBezTo>
                    <a:cubicBezTo>
                      <a:pt x="12298" y="37352"/>
                      <a:pt x="5050" y="30104"/>
                      <a:pt x="5050" y="21162"/>
                    </a:cubicBezTo>
                    <a:cubicBezTo>
                      <a:pt x="5050" y="12220"/>
                      <a:pt x="12298" y="4972"/>
                      <a:pt x="21240" y="4972"/>
                    </a:cubicBezTo>
                    <a:close/>
                    <a:moveTo>
                      <a:pt x="21240" y="171"/>
                    </a:moveTo>
                    <a:cubicBezTo>
                      <a:pt x="9647" y="171"/>
                      <a:pt x="249" y="9569"/>
                      <a:pt x="249" y="21162"/>
                    </a:cubicBezTo>
                    <a:cubicBezTo>
                      <a:pt x="249" y="32754"/>
                      <a:pt x="9647" y="42152"/>
                      <a:pt x="21240" y="42152"/>
                    </a:cubicBezTo>
                    <a:cubicBezTo>
                      <a:pt x="32832" y="42152"/>
                      <a:pt x="42231" y="32754"/>
                      <a:pt x="42231" y="21162"/>
                    </a:cubicBezTo>
                    <a:lnTo>
                      <a:pt x="42231" y="21162"/>
                    </a:lnTo>
                    <a:cubicBezTo>
                      <a:pt x="42231" y="9569"/>
                      <a:pt x="32832" y="171"/>
                      <a:pt x="21240" y="171"/>
                    </a:cubicBezTo>
                    <a:close/>
                  </a:path>
                </a:pathLst>
              </a:custGeom>
              <a:solidFill>
                <a:srgbClr val="000000"/>
              </a:solidFill>
              <a:ln w="4794" cap="sq">
                <a:noFill/>
                <a:prstDash val="solid"/>
                <a:round/>
              </a:ln>
            </p:spPr>
            <p:txBody>
              <a:bodyPr rtlCol="0" anchor="ctr"/>
              <a:lstStyle/>
              <a:p>
                <a:endParaRPr lang="en-US"/>
              </a:p>
            </p:txBody>
          </p:sp>
          <p:sp>
            <p:nvSpPr>
              <p:cNvPr id="2428" name="Freeform: Shape 2427">
                <a:extLst>
                  <a:ext uri="{FF2B5EF4-FFF2-40B4-BE49-F238E27FC236}">
                    <a16:creationId xmlns:a16="http://schemas.microsoft.com/office/drawing/2014/main" id="{79B08027-3B3D-83C0-D5E4-FDC23479DECE}"/>
                  </a:ext>
                </a:extLst>
              </p:cNvPr>
              <p:cNvSpPr/>
              <p:nvPr/>
            </p:nvSpPr>
            <p:spPr>
              <a:xfrm>
                <a:off x="7691054" y="8016866"/>
                <a:ext cx="37180" cy="37180"/>
              </a:xfrm>
              <a:custGeom>
                <a:avLst/>
                <a:gdLst>
                  <a:gd name="connsiteX0" fmla="*/ 37440 w 37180"/>
                  <a:gd name="connsiteY0" fmla="*/ 18766 h 37180"/>
                  <a:gd name="connsiteX1" fmla="*/ 18850 w 37180"/>
                  <a:gd name="connsiteY1" fmla="*/ 37357 h 37180"/>
                  <a:gd name="connsiteX2" fmla="*/ 260 w 37180"/>
                  <a:gd name="connsiteY2" fmla="*/ 18766 h 37180"/>
                  <a:gd name="connsiteX3" fmla="*/ 18850 w 37180"/>
                  <a:gd name="connsiteY3" fmla="*/ 176 h 37180"/>
                  <a:gd name="connsiteX4" fmla="*/ 3744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6"/>
                    </a:moveTo>
                    <a:cubicBezTo>
                      <a:pt x="37440" y="29034"/>
                      <a:pt x="29117" y="37357"/>
                      <a:pt x="18850" y="37357"/>
                    </a:cubicBezTo>
                    <a:cubicBezTo>
                      <a:pt x="8583" y="37357"/>
                      <a:pt x="260" y="29034"/>
                      <a:pt x="260" y="18766"/>
                    </a:cubicBezTo>
                    <a:cubicBezTo>
                      <a:pt x="260" y="8499"/>
                      <a:pt x="8583" y="176"/>
                      <a:pt x="18850" y="176"/>
                    </a:cubicBezTo>
                    <a:cubicBezTo>
                      <a:pt x="29117" y="176"/>
                      <a:pt x="37440" y="8499"/>
                      <a:pt x="37440" y="18766"/>
                    </a:cubicBezTo>
                    <a:close/>
                  </a:path>
                </a:pathLst>
              </a:custGeom>
              <a:solidFill>
                <a:srgbClr val="F7F5F5"/>
              </a:solidFill>
              <a:ln w="5753" cap="sq">
                <a:noFill/>
                <a:prstDash val="solid"/>
                <a:miter/>
              </a:ln>
            </p:spPr>
            <p:txBody>
              <a:bodyPr rtlCol="0" anchor="ctr"/>
              <a:lstStyle/>
              <a:p>
                <a:endParaRPr lang="en-US"/>
              </a:p>
            </p:txBody>
          </p:sp>
          <p:sp>
            <p:nvSpPr>
              <p:cNvPr id="2429" name="Freeform: Shape 2428">
                <a:extLst>
                  <a:ext uri="{FF2B5EF4-FFF2-40B4-BE49-F238E27FC236}">
                    <a16:creationId xmlns:a16="http://schemas.microsoft.com/office/drawing/2014/main" id="{8FDB1DE6-E05F-90CA-E96E-DB010065AB6D}"/>
                  </a:ext>
                </a:extLst>
              </p:cNvPr>
              <p:cNvSpPr/>
              <p:nvPr/>
            </p:nvSpPr>
            <p:spPr>
              <a:xfrm>
                <a:off x="7688653" y="8014466"/>
                <a:ext cx="41981" cy="41981"/>
              </a:xfrm>
              <a:custGeom>
                <a:avLst/>
                <a:gdLst>
                  <a:gd name="connsiteX0" fmla="*/ 21250 w 41981"/>
                  <a:gd name="connsiteY0" fmla="*/ 4976 h 41981"/>
                  <a:gd name="connsiteX1" fmla="*/ 37440 w 41981"/>
                  <a:gd name="connsiteY1" fmla="*/ 21167 h 41981"/>
                  <a:gd name="connsiteX2" fmla="*/ 37440 w 41981"/>
                  <a:gd name="connsiteY2" fmla="*/ 21167 h 41981"/>
                  <a:gd name="connsiteX3" fmla="*/ 21250 w 41981"/>
                  <a:gd name="connsiteY3" fmla="*/ 37357 h 41981"/>
                  <a:gd name="connsiteX4" fmla="*/ 5060 w 41981"/>
                  <a:gd name="connsiteY4" fmla="*/ 21167 h 41981"/>
                  <a:gd name="connsiteX5" fmla="*/ 21250 w 41981"/>
                  <a:gd name="connsiteY5" fmla="*/ 4976 h 41981"/>
                  <a:gd name="connsiteX6" fmla="*/ 21250 w 41981"/>
                  <a:gd name="connsiteY6" fmla="*/ 176 h 41981"/>
                  <a:gd name="connsiteX7" fmla="*/ 260 w 41981"/>
                  <a:gd name="connsiteY7" fmla="*/ 21167 h 41981"/>
                  <a:gd name="connsiteX8" fmla="*/ 21250 w 41981"/>
                  <a:gd name="connsiteY8" fmla="*/ 42157 h 41981"/>
                  <a:gd name="connsiteX9" fmla="*/ 42241 w 41981"/>
                  <a:gd name="connsiteY9" fmla="*/ 21167 h 41981"/>
                  <a:gd name="connsiteX10" fmla="*/ 42241 w 41981"/>
                  <a:gd name="connsiteY10" fmla="*/ 21167 h 41981"/>
                  <a:gd name="connsiteX11" fmla="*/ 21250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6"/>
                    </a:moveTo>
                    <a:cubicBezTo>
                      <a:pt x="30192" y="4976"/>
                      <a:pt x="37440" y="12225"/>
                      <a:pt x="37440" y="21167"/>
                    </a:cubicBezTo>
                    <a:lnTo>
                      <a:pt x="37440" y="21167"/>
                    </a:lnTo>
                    <a:cubicBezTo>
                      <a:pt x="37440" y="30108"/>
                      <a:pt x="30192" y="37357"/>
                      <a:pt x="21250" y="37357"/>
                    </a:cubicBezTo>
                    <a:cubicBezTo>
                      <a:pt x="12308" y="37357"/>
                      <a:pt x="5060" y="30108"/>
                      <a:pt x="5060" y="21167"/>
                    </a:cubicBezTo>
                    <a:cubicBezTo>
                      <a:pt x="5060" y="12225"/>
                      <a:pt x="12308" y="4976"/>
                      <a:pt x="21250" y="4976"/>
                    </a:cubicBezTo>
                    <a:close/>
                    <a:moveTo>
                      <a:pt x="21250" y="176"/>
                    </a:moveTo>
                    <a:cubicBezTo>
                      <a:pt x="9658" y="176"/>
                      <a:pt x="260" y="9574"/>
                      <a:pt x="260" y="21167"/>
                    </a:cubicBezTo>
                    <a:cubicBezTo>
                      <a:pt x="260" y="32759"/>
                      <a:pt x="9658" y="42157"/>
                      <a:pt x="21250" y="42157"/>
                    </a:cubicBezTo>
                    <a:cubicBezTo>
                      <a:pt x="32843" y="42157"/>
                      <a:pt x="42241" y="32759"/>
                      <a:pt x="42241" y="21167"/>
                    </a:cubicBezTo>
                    <a:lnTo>
                      <a:pt x="42241" y="21167"/>
                    </a:lnTo>
                    <a:cubicBezTo>
                      <a:pt x="42241" y="9574"/>
                      <a:pt x="32843" y="176"/>
                      <a:pt x="21250" y="176"/>
                    </a:cubicBezTo>
                    <a:close/>
                  </a:path>
                </a:pathLst>
              </a:custGeom>
              <a:solidFill>
                <a:srgbClr val="000000"/>
              </a:solidFill>
              <a:ln w="4794" cap="sq">
                <a:noFill/>
                <a:prstDash val="solid"/>
                <a:round/>
              </a:ln>
            </p:spPr>
            <p:txBody>
              <a:bodyPr rtlCol="0" anchor="ctr"/>
              <a:lstStyle/>
              <a:p>
                <a:endParaRPr lang="en-US"/>
              </a:p>
            </p:txBody>
          </p:sp>
          <p:sp>
            <p:nvSpPr>
              <p:cNvPr id="2430" name="Freeform: Shape 2429">
                <a:extLst>
                  <a:ext uri="{FF2B5EF4-FFF2-40B4-BE49-F238E27FC236}">
                    <a16:creationId xmlns:a16="http://schemas.microsoft.com/office/drawing/2014/main" id="{AD5F9D74-4940-9A22-FD92-FC3681D364CF}"/>
                  </a:ext>
                </a:extLst>
              </p:cNvPr>
              <p:cNvSpPr/>
              <p:nvPr/>
            </p:nvSpPr>
            <p:spPr>
              <a:xfrm>
                <a:off x="7661073" y="8006959"/>
                <a:ext cx="37180" cy="37180"/>
              </a:xfrm>
              <a:custGeom>
                <a:avLst/>
                <a:gdLst>
                  <a:gd name="connsiteX0" fmla="*/ 37435 w 37180"/>
                  <a:gd name="connsiteY0" fmla="*/ 18765 h 37180"/>
                  <a:gd name="connsiteX1" fmla="*/ 18845 w 37180"/>
                  <a:gd name="connsiteY1" fmla="*/ 37355 h 37180"/>
                  <a:gd name="connsiteX2" fmla="*/ 254 w 37180"/>
                  <a:gd name="connsiteY2" fmla="*/ 18765 h 37180"/>
                  <a:gd name="connsiteX3" fmla="*/ 18845 w 37180"/>
                  <a:gd name="connsiteY3" fmla="*/ 174 h 37180"/>
                  <a:gd name="connsiteX4" fmla="*/ 37435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5"/>
                    </a:moveTo>
                    <a:cubicBezTo>
                      <a:pt x="37435" y="29032"/>
                      <a:pt x="29112" y="37355"/>
                      <a:pt x="18845" y="37355"/>
                    </a:cubicBezTo>
                    <a:cubicBezTo>
                      <a:pt x="8578" y="37355"/>
                      <a:pt x="254" y="29032"/>
                      <a:pt x="254" y="18765"/>
                    </a:cubicBezTo>
                    <a:cubicBezTo>
                      <a:pt x="254" y="8498"/>
                      <a:pt x="8578" y="174"/>
                      <a:pt x="18845" y="174"/>
                    </a:cubicBezTo>
                    <a:cubicBezTo>
                      <a:pt x="29112" y="174"/>
                      <a:pt x="37435" y="8498"/>
                      <a:pt x="37435" y="18765"/>
                    </a:cubicBezTo>
                    <a:close/>
                  </a:path>
                </a:pathLst>
              </a:custGeom>
              <a:solidFill>
                <a:srgbClr val="F7EAEA"/>
              </a:solidFill>
              <a:ln w="5753" cap="sq">
                <a:noFill/>
                <a:prstDash val="solid"/>
                <a:miter/>
              </a:ln>
            </p:spPr>
            <p:txBody>
              <a:bodyPr rtlCol="0" anchor="ctr"/>
              <a:lstStyle/>
              <a:p>
                <a:endParaRPr lang="en-US"/>
              </a:p>
            </p:txBody>
          </p:sp>
          <p:sp>
            <p:nvSpPr>
              <p:cNvPr id="2431" name="Freeform: Shape 2430">
                <a:extLst>
                  <a:ext uri="{FF2B5EF4-FFF2-40B4-BE49-F238E27FC236}">
                    <a16:creationId xmlns:a16="http://schemas.microsoft.com/office/drawing/2014/main" id="{2980FCD3-024E-7E51-48F7-1760930056C1}"/>
                  </a:ext>
                </a:extLst>
              </p:cNvPr>
              <p:cNvSpPr/>
              <p:nvPr/>
            </p:nvSpPr>
            <p:spPr>
              <a:xfrm>
                <a:off x="7658673" y="8004558"/>
                <a:ext cx="41981" cy="41981"/>
              </a:xfrm>
              <a:custGeom>
                <a:avLst/>
                <a:gdLst>
                  <a:gd name="connsiteX0" fmla="*/ 21245 w 41981"/>
                  <a:gd name="connsiteY0" fmla="*/ 4975 h 41981"/>
                  <a:gd name="connsiteX1" fmla="*/ 37435 w 41981"/>
                  <a:gd name="connsiteY1" fmla="*/ 21165 h 41981"/>
                  <a:gd name="connsiteX2" fmla="*/ 37435 w 41981"/>
                  <a:gd name="connsiteY2" fmla="*/ 21165 h 41981"/>
                  <a:gd name="connsiteX3" fmla="*/ 21245 w 41981"/>
                  <a:gd name="connsiteY3" fmla="*/ 37355 h 41981"/>
                  <a:gd name="connsiteX4" fmla="*/ 5055 w 41981"/>
                  <a:gd name="connsiteY4" fmla="*/ 21165 h 41981"/>
                  <a:gd name="connsiteX5" fmla="*/ 21245 w 41981"/>
                  <a:gd name="connsiteY5" fmla="*/ 4975 h 41981"/>
                  <a:gd name="connsiteX6" fmla="*/ 21245 w 41981"/>
                  <a:gd name="connsiteY6" fmla="*/ 174 h 41981"/>
                  <a:gd name="connsiteX7" fmla="*/ 254 w 41981"/>
                  <a:gd name="connsiteY7" fmla="*/ 21165 h 41981"/>
                  <a:gd name="connsiteX8" fmla="*/ 21245 w 41981"/>
                  <a:gd name="connsiteY8" fmla="*/ 42156 h 41981"/>
                  <a:gd name="connsiteX9" fmla="*/ 42236 w 41981"/>
                  <a:gd name="connsiteY9" fmla="*/ 21165 h 41981"/>
                  <a:gd name="connsiteX10" fmla="*/ 42236 w 41981"/>
                  <a:gd name="connsiteY10" fmla="*/ 21165 h 41981"/>
                  <a:gd name="connsiteX11" fmla="*/ 21245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5"/>
                    </a:moveTo>
                    <a:cubicBezTo>
                      <a:pt x="30187" y="4975"/>
                      <a:pt x="37435" y="12223"/>
                      <a:pt x="37435" y="21165"/>
                    </a:cubicBezTo>
                    <a:lnTo>
                      <a:pt x="37435" y="21165"/>
                    </a:lnTo>
                    <a:cubicBezTo>
                      <a:pt x="37435" y="30107"/>
                      <a:pt x="30187" y="37355"/>
                      <a:pt x="21245" y="37355"/>
                    </a:cubicBezTo>
                    <a:cubicBezTo>
                      <a:pt x="12303" y="37355"/>
                      <a:pt x="5055" y="30107"/>
                      <a:pt x="5055" y="21165"/>
                    </a:cubicBezTo>
                    <a:cubicBezTo>
                      <a:pt x="5055" y="12223"/>
                      <a:pt x="12303" y="4975"/>
                      <a:pt x="21245" y="4975"/>
                    </a:cubicBezTo>
                    <a:close/>
                    <a:moveTo>
                      <a:pt x="21245" y="174"/>
                    </a:moveTo>
                    <a:cubicBezTo>
                      <a:pt x="9652" y="174"/>
                      <a:pt x="254" y="9572"/>
                      <a:pt x="254" y="21165"/>
                    </a:cubicBezTo>
                    <a:cubicBezTo>
                      <a:pt x="254" y="32758"/>
                      <a:pt x="9652" y="42156"/>
                      <a:pt x="21245" y="42156"/>
                    </a:cubicBezTo>
                    <a:cubicBezTo>
                      <a:pt x="32838" y="42156"/>
                      <a:pt x="42236" y="32758"/>
                      <a:pt x="42236" y="21165"/>
                    </a:cubicBezTo>
                    <a:lnTo>
                      <a:pt x="42236" y="21165"/>
                    </a:lnTo>
                    <a:cubicBezTo>
                      <a:pt x="42236" y="9572"/>
                      <a:pt x="32838" y="174"/>
                      <a:pt x="21245" y="174"/>
                    </a:cubicBezTo>
                    <a:close/>
                  </a:path>
                </a:pathLst>
              </a:custGeom>
              <a:solidFill>
                <a:srgbClr val="000000"/>
              </a:solidFill>
              <a:ln w="4794" cap="sq">
                <a:noFill/>
                <a:prstDash val="solid"/>
                <a:round/>
              </a:ln>
            </p:spPr>
            <p:txBody>
              <a:bodyPr rtlCol="0" anchor="ctr"/>
              <a:lstStyle/>
              <a:p>
                <a:endParaRPr lang="en-US"/>
              </a:p>
            </p:txBody>
          </p:sp>
          <p:sp>
            <p:nvSpPr>
              <p:cNvPr id="2432" name="Freeform: Shape 2431">
                <a:extLst>
                  <a:ext uri="{FF2B5EF4-FFF2-40B4-BE49-F238E27FC236}">
                    <a16:creationId xmlns:a16="http://schemas.microsoft.com/office/drawing/2014/main" id="{C79AD8D5-9EB2-CDA7-1F1E-886BB94ECB41}"/>
                  </a:ext>
                </a:extLst>
              </p:cNvPr>
              <p:cNvSpPr/>
              <p:nvPr/>
            </p:nvSpPr>
            <p:spPr>
              <a:xfrm>
                <a:off x="7676032" y="8026185"/>
                <a:ext cx="37180" cy="37180"/>
              </a:xfrm>
              <a:custGeom>
                <a:avLst/>
                <a:gdLst>
                  <a:gd name="connsiteX0" fmla="*/ 37438 w 37180"/>
                  <a:gd name="connsiteY0" fmla="*/ 18768 h 37180"/>
                  <a:gd name="connsiteX1" fmla="*/ 18847 w 37180"/>
                  <a:gd name="connsiteY1" fmla="*/ 37358 h 37180"/>
                  <a:gd name="connsiteX2" fmla="*/ 257 w 37180"/>
                  <a:gd name="connsiteY2" fmla="*/ 18768 h 37180"/>
                  <a:gd name="connsiteX3" fmla="*/ 18847 w 37180"/>
                  <a:gd name="connsiteY3" fmla="*/ 178 h 37180"/>
                  <a:gd name="connsiteX4" fmla="*/ 37438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8"/>
                    </a:moveTo>
                    <a:cubicBezTo>
                      <a:pt x="37438" y="29035"/>
                      <a:pt x="29115" y="37358"/>
                      <a:pt x="18847" y="37358"/>
                    </a:cubicBezTo>
                    <a:cubicBezTo>
                      <a:pt x="8580" y="37358"/>
                      <a:pt x="257" y="29035"/>
                      <a:pt x="257" y="18768"/>
                    </a:cubicBezTo>
                    <a:cubicBezTo>
                      <a:pt x="257" y="8501"/>
                      <a:pt x="8580" y="178"/>
                      <a:pt x="18847" y="178"/>
                    </a:cubicBezTo>
                    <a:cubicBezTo>
                      <a:pt x="29115" y="178"/>
                      <a:pt x="37438" y="8501"/>
                      <a:pt x="37438" y="18768"/>
                    </a:cubicBezTo>
                    <a:close/>
                  </a:path>
                </a:pathLst>
              </a:custGeom>
              <a:solidFill>
                <a:srgbClr val="F7F3F3"/>
              </a:solidFill>
              <a:ln w="5753" cap="sq">
                <a:noFill/>
                <a:prstDash val="solid"/>
                <a:miter/>
              </a:ln>
            </p:spPr>
            <p:txBody>
              <a:bodyPr rtlCol="0" anchor="ctr"/>
              <a:lstStyle/>
              <a:p>
                <a:endParaRPr lang="en-US"/>
              </a:p>
            </p:txBody>
          </p:sp>
          <p:sp>
            <p:nvSpPr>
              <p:cNvPr id="2433" name="Freeform: Shape 2432">
                <a:extLst>
                  <a:ext uri="{FF2B5EF4-FFF2-40B4-BE49-F238E27FC236}">
                    <a16:creationId xmlns:a16="http://schemas.microsoft.com/office/drawing/2014/main" id="{939F9651-B846-0651-55B4-A4A3D63AE4DA}"/>
                  </a:ext>
                </a:extLst>
              </p:cNvPr>
              <p:cNvSpPr/>
              <p:nvPr/>
            </p:nvSpPr>
            <p:spPr>
              <a:xfrm>
                <a:off x="7673631" y="8023785"/>
                <a:ext cx="41981" cy="41981"/>
              </a:xfrm>
              <a:custGeom>
                <a:avLst/>
                <a:gdLst>
                  <a:gd name="connsiteX0" fmla="*/ 21248 w 41981"/>
                  <a:gd name="connsiteY0" fmla="*/ 4978 h 41981"/>
                  <a:gd name="connsiteX1" fmla="*/ 37438 w 41981"/>
                  <a:gd name="connsiteY1" fmla="*/ 21168 h 41981"/>
                  <a:gd name="connsiteX2" fmla="*/ 37438 w 41981"/>
                  <a:gd name="connsiteY2" fmla="*/ 21168 h 41981"/>
                  <a:gd name="connsiteX3" fmla="*/ 21248 w 41981"/>
                  <a:gd name="connsiteY3" fmla="*/ 37358 h 41981"/>
                  <a:gd name="connsiteX4" fmla="*/ 5057 w 41981"/>
                  <a:gd name="connsiteY4" fmla="*/ 21168 h 41981"/>
                  <a:gd name="connsiteX5" fmla="*/ 21248 w 41981"/>
                  <a:gd name="connsiteY5" fmla="*/ 4978 h 41981"/>
                  <a:gd name="connsiteX6" fmla="*/ 21248 w 41981"/>
                  <a:gd name="connsiteY6" fmla="*/ 178 h 41981"/>
                  <a:gd name="connsiteX7" fmla="*/ 257 w 41981"/>
                  <a:gd name="connsiteY7" fmla="*/ 21168 h 41981"/>
                  <a:gd name="connsiteX8" fmla="*/ 21248 w 41981"/>
                  <a:gd name="connsiteY8" fmla="*/ 42159 h 41981"/>
                  <a:gd name="connsiteX9" fmla="*/ 42238 w 41981"/>
                  <a:gd name="connsiteY9" fmla="*/ 21168 h 41981"/>
                  <a:gd name="connsiteX10" fmla="*/ 42238 w 41981"/>
                  <a:gd name="connsiteY10" fmla="*/ 21168 h 41981"/>
                  <a:gd name="connsiteX11" fmla="*/ 2124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8"/>
                    </a:moveTo>
                    <a:cubicBezTo>
                      <a:pt x="30189" y="4978"/>
                      <a:pt x="37438" y="12226"/>
                      <a:pt x="37438" y="21168"/>
                    </a:cubicBezTo>
                    <a:lnTo>
                      <a:pt x="37438" y="21168"/>
                    </a:lnTo>
                    <a:cubicBezTo>
                      <a:pt x="37438" y="30110"/>
                      <a:pt x="30189" y="37358"/>
                      <a:pt x="21248" y="37358"/>
                    </a:cubicBezTo>
                    <a:cubicBezTo>
                      <a:pt x="12306" y="37358"/>
                      <a:pt x="5057" y="30110"/>
                      <a:pt x="5057" y="21168"/>
                    </a:cubicBezTo>
                    <a:cubicBezTo>
                      <a:pt x="5057" y="12226"/>
                      <a:pt x="12306" y="4978"/>
                      <a:pt x="21248" y="4978"/>
                    </a:cubicBezTo>
                    <a:close/>
                    <a:moveTo>
                      <a:pt x="21248" y="178"/>
                    </a:moveTo>
                    <a:cubicBezTo>
                      <a:pt x="9655" y="178"/>
                      <a:pt x="257" y="9576"/>
                      <a:pt x="257" y="21168"/>
                    </a:cubicBezTo>
                    <a:cubicBezTo>
                      <a:pt x="257" y="32761"/>
                      <a:pt x="9655" y="42159"/>
                      <a:pt x="21248" y="42159"/>
                    </a:cubicBezTo>
                    <a:cubicBezTo>
                      <a:pt x="32840" y="42159"/>
                      <a:pt x="42238" y="32761"/>
                      <a:pt x="42238" y="21168"/>
                    </a:cubicBezTo>
                    <a:lnTo>
                      <a:pt x="42238" y="21168"/>
                    </a:lnTo>
                    <a:cubicBezTo>
                      <a:pt x="42238" y="9576"/>
                      <a:pt x="32840" y="178"/>
                      <a:pt x="21248" y="178"/>
                    </a:cubicBezTo>
                    <a:close/>
                  </a:path>
                </a:pathLst>
              </a:custGeom>
              <a:solidFill>
                <a:srgbClr val="000000"/>
              </a:solidFill>
              <a:ln w="4794" cap="sq">
                <a:noFill/>
                <a:prstDash val="solid"/>
                <a:round/>
              </a:ln>
            </p:spPr>
            <p:txBody>
              <a:bodyPr rtlCol="0" anchor="ctr"/>
              <a:lstStyle/>
              <a:p>
                <a:endParaRPr lang="en-US"/>
              </a:p>
            </p:txBody>
          </p:sp>
          <p:sp>
            <p:nvSpPr>
              <p:cNvPr id="2434" name="Freeform: Shape 2433">
                <a:extLst>
                  <a:ext uri="{FF2B5EF4-FFF2-40B4-BE49-F238E27FC236}">
                    <a16:creationId xmlns:a16="http://schemas.microsoft.com/office/drawing/2014/main" id="{207F233E-014F-A040-4744-6EF1ED50E458}"/>
                  </a:ext>
                </a:extLst>
              </p:cNvPr>
              <p:cNvSpPr/>
              <p:nvPr/>
            </p:nvSpPr>
            <p:spPr>
              <a:xfrm>
                <a:off x="7480750" y="8096918"/>
                <a:ext cx="37180" cy="37180"/>
              </a:xfrm>
              <a:custGeom>
                <a:avLst/>
                <a:gdLst>
                  <a:gd name="connsiteX0" fmla="*/ 37404 w 37180"/>
                  <a:gd name="connsiteY0" fmla="*/ 18780 h 37180"/>
                  <a:gd name="connsiteX1" fmla="*/ 18813 w 37180"/>
                  <a:gd name="connsiteY1" fmla="*/ 37371 h 37180"/>
                  <a:gd name="connsiteX2" fmla="*/ 223 w 37180"/>
                  <a:gd name="connsiteY2" fmla="*/ 18780 h 37180"/>
                  <a:gd name="connsiteX3" fmla="*/ 18813 w 37180"/>
                  <a:gd name="connsiteY3" fmla="*/ 190 h 37180"/>
                  <a:gd name="connsiteX4" fmla="*/ 37404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80"/>
                    </a:moveTo>
                    <a:cubicBezTo>
                      <a:pt x="37404" y="29048"/>
                      <a:pt x="29081" y="37371"/>
                      <a:pt x="18813" y="37371"/>
                    </a:cubicBezTo>
                    <a:cubicBezTo>
                      <a:pt x="8546" y="37371"/>
                      <a:pt x="223" y="29048"/>
                      <a:pt x="223" y="18780"/>
                    </a:cubicBezTo>
                    <a:cubicBezTo>
                      <a:pt x="223" y="8513"/>
                      <a:pt x="8546" y="190"/>
                      <a:pt x="18813" y="190"/>
                    </a:cubicBezTo>
                    <a:cubicBezTo>
                      <a:pt x="29081" y="190"/>
                      <a:pt x="37404" y="8513"/>
                      <a:pt x="37404" y="18780"/>
                    </a:cubicBezTo>
                    <a:close/>
                  </a:path>
                </a:pathLst>
              </a:custGeom>
              <a:solidFill>
                <a:srgbClr val="F7DCDC"/>
              </a:solidFill>
              <a:ln w="5753" cap="sq">
                <a:noFill/>
                <a:prstDash val="solid"/>
                <a:miter/>
              </a:ln>
            </p:spPr>
            <p:txBody>
              <a:bodyPr rtlCol="0" anchor="ctr"/>
              <a:lstStyle/>
              <a:p>
                <a:endParaRPr lang="en-US"/>
              </a:p>
            </p:txBody>
          </p:sp>
          <p:sp>
            <p:nvSpPr>
              <p:cNvPr id="2435" name="Freeform: Shape 2434">
                <a:extLst>
                  <a:ext uri="{FF2B5EF4-FFF2-40B4-BE49-F238E27FC236}">
                    <a16:creationId xmlns:a16="http://schemas.microsoft.com/office/drawing/2014/main" id="{A832711D-6277-6202-A935-F914C0EEFC03}"/>
                  </a:ext>
                </a:extLst>
              </p:cNvPr>
              <p:cNvSpPr/>
              <p:nvPr/>
            </p:nvSpPr>
            <p:spPr>
              <a:xfrm>
                <a:off x="7478350" y="8094518"/>
                <a:ext cx="41981" cy="41981"/>
              </a:xfrm>
              <a:custGeom>
                <a:avLst/>
                <a:gdLst>
                  <a:gd name="connsiteX0" fmla="*/ 21214 w 41981"/>
                  <a:gd name="connsiteY0" fmla="*/ 4990 h 41981"/>
                  <a:gd name="connsiteX1" fmla="*/ 37404 w 41981"/>
                  <a:gd name="connsiteY1" fmla="*/ 21181 h 41981"/>
                  <a:gd name="connsiteX2" fmla="*/ 37404 w 41981"/>
                  <a:gd name="connsiteY2" fmla="*/ 21181 h 41981"/>
                  <a:gd name="connsiteX3" fmla="*/ 21214 w 41981"/>
                  <a:gd name="connsiteY3" fmla="*/ 37371 h 41981"/>
                  <a:gd name="connsiteX4" fmla="*/ 5023 w 41981"/>
                  <a:gd name="connsiteY4" fmla="*/ 21181 h 41981"/>
                  <a:gd name="connsiteX5" fmla="*/ 21214 w 41981"/>
                  <a:gd name="connsiteY5" fmla="*/ 4990 h 41981"/>
                  <a:gd name="connsiteX6" fmla="*/ 21214 w 41981"/>
                  <a:gd name="connsiteY6" fmla="*/ 190 h 41981"/>
                  <a:gd name="connsiteX7" fmla="*/ 223 w 41981"/>
                  <a:gd name="connsiteY7" fmla="*/ 21181 h 41981"/>
                  <a:gd name="connsiteX8" fmla="*/ 21214 w 41981"/>
                  <a:gd name="connsiteY8" fmla="*/ 42171 h 41981"/>
                  <a:gd name="connsiteX9" fmla="*/ 42204 w 41981"/>
                  <a:gd name="connsiteY9" fmla="*/ 21181 h 41981"/>
                  <a:gd name="connsiteX10" fmla="*/ 42204 w 41981"/>
                  <a:gd name="connsiteY10" fmla="*/ 21181 h 41981"/>
                  <a:gd name="connsiteX11" fmla="*/ 21214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90"/>
                    </a:moveTo>
                    <a:cubicBezTo>
                      <a:pt x="30155" y="4990"/>
                      <a:pt x="37404" y="12239"/>
                      <a:pt x="37404" y="21181"/>
                    </a:cubicBezTo>
                    <a:lnTo>
                      <a:pt x="37404" y="21181"/>
                    </a:lnTo>
                    <a:cubicBezTo>
                      <a:pt x="37404" y="30122"/>
                      <a:pt x="30155" y="37371"/>
                      <a:pt x="21214" y="37371"/>
                    </a:cubicBezTo>
                    <a:cubicBezTo>
                      <a:pt x="12272" y="37371"/>
                      <a:pt x="5023" y="30122"/>
                      <a:pt x="5023" y="21181"/>
                    </a:cubicBezTo>
                    <a:cubicBezTo>
                      <a:pt x="5023" y="12239"/>
                      <a:pt x="12272" y="4990"/>
                      <a:pt x="21214" y="4990"/>
                    </a:cubicBezTo>
                    <a:close/>
                    <a:moveTo>
                      <a:pt x="21214" y="190"/>
                    </a:moveTo>
                    <a:cubicBezTo>
                      <a:pt x="9621" y="190"/>
                      <a:pt x="223" y="9588"/>
                      <a:pt x="223" y="21181"/>
                    </a:cubicBezTo>
                    <a:cubicBezTo>
                      <a:pt x="223" y="32773"/>
                      <a:pt x="9621" y="42171"/>
                      <a:pt x="21214" y="42171"/>
                    </a:cubicBezTo>
                    <a:cubicBezTo>
                      <a:pt x="32806" y="42171"/>
                      <a:pt x="42204" y="32773"/>
                      <a:pt x="42204" y="21181"/>
                    </a:cubicBezTo>
                    <a:lnTo>
                      <a:pt x="42204" y="21181"/>
                    </a:lnTo>
                    <a:cubicBezTo>
                      <a:pt x="42204" y="9588"/>
                      <a:pt x="32806" y="190"/>
                      <a:pt x="21214" y="190"/>
                    </a:cubicBezTo>
                    <a:close/>
                  </a:path>
                </a:pathLst>
              </a:custGeom>
              <a:solidFill>
                <a:srgbClr val="000000"/>
              </a:solidFill>
              <a:ln w="4794" cap="sq">
                <a:noFill/>
                <a:prstDash val="solid"/>
                <a:round/>
              </a:ln>
            </p:spPr>
            <p:txBody>
              <a:bodyPr rtlCol="0" anchor="ctr"/>
              <a:lstStyle/>
              <a:p>
                <a:endParaRPr lang="en-US"/>
              </a:p>
            </p:txBody>
          </p:sp>
          <p:sp>
            <p:nvSpPr>
              <p:cNvPr id="2436" name="Freeform: Shape 2435">
                <a:extLst>
                  <a:ext uri="{FF2B5EF4-FFF2-40B4-BE49-F238E27FC236}">
                    <a16:creationId xmlns:a16="http://schemas.microsoft.com/office/drawing/2014/main" id="{8440808B-C4FD-D31F-271D-307492788449}"/>
                  </a:ext>
                </a:extLst>
              </p:cNvPr>
              <p:cNvSpPr/>
              <p:nvPr/>
            </p:nvSpPr>
            <p:spPr>
              <a:xfrm>
                <a:off x="7719151" y="8000611"/>
                <a:ext cx="37180" cy="37180"/>
              </a:xfrm>
              <a:custGeom>
                <a:avLst/>
                <a:gdLst>
                  <a:gd name="connsiteX0" fmla="*/ 37445 w 37180"/>
                  <a:gd name="connsiteY0" fmla="*/ 18764 h 37180"/>
                  <a:gd name="connsiteX1" fmla="*/ 18855 w 37180"/>
                  <a:gd name="connsiteY1" fmla="*/ 37354 h 37180"/>
                  <a:gd name="connsiteX2" fmla="*/ 264 w 37180"/>
                  <a:gd name="connsiteY2" fmla="*/ 18764 h 37180"/>
                  <a:gd name="connsiteX3" fmla="*/ 18855 w 37180"/>
                  <a:gd name="connsiteY3" fmla="*/ 173 h 37180"/>
                  <a:gd name="connsiteX4" fmla="*/ 37445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4"/>
                    </a:moveTo>
                    <a:cubicBezTo>
                      <a:pt x="37445" y="29031"/>
                      <a:pt x="29122" y="37354"/>
                      <a:pt x="18855" y="37354"/>
                    </a:cubicBezTo>
                    <a:cubicBezTo>
                      <a:pt x="8588" y="37354"/>
                      <a:pt x="264" y="29031"/>
                      <a:pt x="264" y="18764"/>
                    </a:cubicBezTo>
                    <a:cubicBezTo>
                      <a:pt x="264" y="8496"/>
                      <a:pt x="8588" y="173"/>
                      <a:pt x="18855" y="173"/>
                    </a:cubicBezTo>
                    <a:cubicBezTo>
                      <a:pt x="29122" y="173"/>
                      <a:pt x="37445" y="8496"/>
                      <a:pt x="37445" y="18764"/>
                    </a:cubicBezTo>
                    <a:close/>
                  </a:path>
                </a:pathLst>
              </a:custGeom>
              <a:solidFill>
                <a:srgbClr val="F7E8E8"/>
              </a:solidFill>
              <a:ln w="5753" cap="sq">
                <a:noFill/>
                <a:prstDash val="solid"/>
                <a:miter/>
              </a:ln>
            </p:spPr>
            <p:txBody>
              <a:bodyPr rtlCol="0" anchor="ctr"/>
              <a:lstStyle/>
              <a:p>
                <a:endParaRPr lang="en-US"/>
              </a:p>
            </p:txBody>
          </p:sp>
          <p:sp>
            <p:nvSpPr>
              <p:cNvPr id="2437" name="Freeform: Shape 2436">
                <a:extLst>
                  <a:ext uri="{FF2B5EF4-FFF2-40B4-BE49-F238E27FC236}">
                    <a16:creationId xmlns:a16="http://schemas.microsoft.com/office/drawing/2014/main" id="{17BFE3B9-59A6-B302-023B-3694FEB84AC5}"/>
                  </a:ext>
                </a:extLst>
              </p:cNvPr>
              <p:cNvSpPr/>
              <p:nvPr/>
            </p:nvSpPr>
            <p:spPr>
              <a:xfrm>
                <a:off x="7716751" y="7998211"/>
                <a:ext cx="41981" cy="41981"/>
              </a:xfrm>
              <a:custGeom>
                <a:avLst/>
                <a:gdLst>
                  <a:gd name="connsiteX0" fmla="*/ 21255 w 41981"/>
                  <a:gd name="connsiteY0" fmla="*/ 4974 h 41981"/>
                  <a:gd name="connsiteX1" fmla="*/ 37445 w 41981"/>
                  <a:gd name="connsiteY1" fmla="*/ 21164 h 41981"/>
                  <a:gd name="connsiteX2" fmla="*/ 37445 w 41981"/>
                  <a:gd name="connsiteY2" fmla="*/ 21164 h 41981"/>
                  <a:gd name="connsiteX3" fmla="*/ 21255 w 41981"/>
                  <a:gd name="connsiteY3" fmla="*/ 37354 h 41981"/>
                  <a:gd name="connsiteX4" fmla="*/ 5065 w 41981"/>
                  <a:gd name="connsiteY4" fmla="*/ 21164 h 41981"/>
                  <a:gd name="connsiteX5" fmla="*/ 21255 w 41981"/>
                  <a:gd name="connsiteY5" fmla="*/ 4974 h 41981"/>
                  <a:gd name="connsiteX6" fmla="*/ 21255 w 41981"/>
                  <a:gd name="connsiteY6" fmla="*/ 173 h 41981"/>
                  <a:gd name="connsiteX7" fmla="*/ 264 w 41981"/>
                  <a:gd name="connsiteY7" fmla="*/ 21164 h 41981"/>
                  <a:gd name="connsiteX8" fmla="*/ 21255 w 41981"/>
                  <a:gd name="connsiteY8" fmla="*/ 42154 h 41981"/>
                  <a:gd name="connsiteX9" fmla="*/ 42246 w 41981"/>
                  <a:gd name="connsiteY9" fmla="*/ 21164 h 41981"/>
                  <a:gd name="connsiteX10" fmla="*/ 42246 w 41981"/>
                  <a:gd name="connsiteY10" fmla="*/ 21164 h 41981"/>
                  <a:gd name="connsiteX11" fmla="*/ 21255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4"/>
                    </a:moveTo>
                    <a:cubicBezTo>
                      <a:pt x="30197" y="4974"/>
                      <a:pt x="37445" y="12222"/>
                      <a:pt x="37445" y="21164"/>
                    </a:cubicBezTo>
                    <a:lnTo>
                      <a:pt x="37445" y="21164"/>
                    </a:lnTo>
                    <a:cubicBezTo>
                      <a:pt x="37445" y="30106"/>
                      <a:pt x="30197" y="37354"/>
                      <a:pt x="21255" y="37354"/>
                    </a:cubicBezTo>
                    <a:cubicBezTo>
                      <a:pt x="12313" y="37354"/>
                      <a:pt x="5065" y="30106"/>
                      <a:pt x="5065" y="21164"/>
                    </a:cubicBezTo>
                    <a:cubicBezTo>
                      <a:pt x="5065" y="12222"/>
                      <a:pt x="12313" y="4974"/>
                      <a:pt x="21255" y="4974"/>
                    </a:cubicBezTo>
                    <a:close/>
                    <a:moveTo>
                      <a:pt x="21255" y="173"/>
                    </a:moveTo>
                    <a:cubicBezTo>
                      <a:pt x="9662" y="173"/>
                      <a:pt x="264" y="9571"/>
                      <a:pt x="264" y="21164"/>
                    </a:cubicBezTo>
                    <a:cubicBezTo>
                      <a:pt x="264" y="32756"/>
                      <a:pt x="9662" y="42154"/>
                      <a:pt x="21255" y="42154"/>
                    </a:cubicBezTo>
                    <a:cubicBezTo>
                      <a:pt x="32848" y="42154"/>
                      <a:pt x="42246" y="32756"/>
                      <a:pt x="42246" y="21164"/>
                    </a:cubicBezTo>
                    <a:lnTo>
                      <a:pt x="42246" y="21164"/>
                    </a:lnTo>
                    <a:cubicBezTo>
                      <a:pt x="42246" y="9571"/>
                      <a:pt x="32848" y="173"/>
                      <a:pt x="21255" y="173"/>
                    </a:cubicBezTo>
                    <a:close/>
                  </a:path>
                </a:pathLst>
              </a:custGeom>
              <a:solidFill>
                <a:srgbClr val="000000"/>
              </a:solidFill>
              <a:ln w="4794" cap="sq">
                <a:noFill/>
                <a:prstDash val="solid"/>
                <a:round/>
              </a:ln>
            </p:spPr>
            <p:txBody>
              <a:bodyPr rtlCol="0" anchor="ctr"/>
              <a:lstStyle/>
              <a:p>
                <a:endParaRPr lang="en-US"/>
              </a:p>
            </p:txBody>
          </p:sp>
          <p:sp>
            <p:nvSpPr>
              <p:cNvPr id="2438" name="Freeform: Shape 2437">
                <a:extLst>
                  <a:ext uri="{FF2B5EF4-FFF2-40B4-BE49-F238E27FC236}">
                    <a16:creationId xmlns:a16="http://schemas.microsoft.com/office/drawing/2014/main" id="{DE0080BA-E605-5301-B55E-5463289FFA7C}"/>
                  </a:ext>
                </a:extLst>
              </p:cNvPr>
              <p:cNvSpPr/>
              <p:nvPr/>
            </p:nvSpPr>
            <p:spPr>
              <a:xfrm>
                <a:off x="7759696" y="8077317"/>
                <a:ext cx="37180" cy="37180"/>
              </a:xfrm>
              <a:custGeom>
                <a:avLst/>
                <a:gdLst>
                  <a:gd name="connsiteX0" fmla="*/ 37452 w 37180"/>
                  <a:gd name="connsiteY0" fmla="*/ 18777 h 37180"/>
                  <a:gd name="connsiteX1" fmla="*/ 18862 w 37180"/>
                  <a:gd name="connsiteY1" fmla="*/ 37367 h 37180"/>
                  <a:gd name="connsiteX2" fmla="*/ 271 w 37180"/>
                  <a:gd name="connsiteY2" fmla="*/ 18777 h 37180"/>
                  <a:gd name="connsiteX3" fmla="*/ 18862 w 37180"/>
                  <a:gd name="connsiteY3" fmla="*/ 187 h 37180"/>
                  <a:gd name="connsiteX4" fmla="*/ 37452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77"/>
                    </a:moveTo>
                    <a:cubicBezTo>
                      <a:pt x="37452" y="29044"/>
                      <a:pt x="29129" y="37367"/>
                      <a:pt x="18862" y="37367"/>
                    </a:cubicBezTo>
                    <a:cubicBezTo>
                      <a:pt x="8595" y="37367"/>
                      <a:pt x="271" y="29044"/>
                      <a:pt x="271" y="18777"/>
                    </a:cubicBezTo>
                    <a:cubicBezTo>
                      <a:pt x="271" y="8510"/>
                      <a:pt x="8595" y="187"/>
                      <a:pt x="18862" y="187"/>
                    </a:cubicBezTo>
                    <a:cubicBezTo>
                      <a:pt x="29129" y="187"/>
                      <a:pt x="37452" y="8510"/>
                      <a:pt x="37452" y="18777"/>
                    </a:cubicBezTo>
                    <a:close/>
                  </a:path>
                </a:pathLst>
              </a:custGeom>
              <a:solidFill>
                <a:srgbClr val="E1F7E1"/>
              </a:solidFill>
              <a:ln w="5753" cap="sq">
                <a:noFill/>
                <a:prstDash val="solid"/>
                <a:miter/>
              </a:ln>
            </p:spPr>
            <p:txBody>
              <a:bodyPr rtlCol="0" anchor="ctr"/>
              <a:lstStyle/>
              <a:p>
                <a:endParaRPr lang="en-US"/>
              </a:p>
            </p:txBody>
          </p:sp>
          <p:sp>
            <p:nvSpPr>
              <p:cNvPr id="2439" name="Freeform: Shape 2438">
                <a:extLst>
                  <a:ext uri="{FF2B5EF4-FFF2-40B4-BE49-F238E27FC236}">
                    <a16:creationId xmlns:a16="http://schemas.microsoft.com/office/drawing/2014/main" id="{3AEDC550-37CD-1D6C-5D65-10E11316C1B2}"/>
                  </a:ext>
                </a:extLst>
              </p:cNvPr>
              <p:cNvSpPr/>
              <p:nvPr/>
            </p:nvSpPr>
            <p:spPr>
              <a:xfrm>
                <a:off x="7757295" y="8074917"/>
                <a:ext cx="41981" cy="41981"/>
              </a:xfrm>
              <a:custGeom>
                <a:avLst/>
                <a:gdLst>
                  <a:gd name="connsiteX0" fmla="*/ 21262 w 41981"/>
                  <a:gd name="connsiteY0" fmla="*/ 4987 h 41981"/>
                  <a:gd name="connsiteX1" fmla="*/ 37452 w 41981"/>
                  <a:gd name="connsiteY1" fmla="*/ 21177 h 41981"/>
                  <a:gd name="connsiteX2" fmla="*/ 37452 w 41981"/>
                  <a:gd name="connsiteY2" fmla="*/ 21177 h 41981"/>
                  <a:gd name="connsiteX3" fmla="*/ 21262 w 41981"/>
                  <a:gd name="connsiteY3" fmla="*/ 37367 h 41981"/>
                  <a:gd name="connsiteX4" fmla="*/ 5072 w 41981"/>
                  <a:gd name="connsiteY4" fmla="*/ 21177 h 41981"/>
                  <a:gd name="connsiteX5" fmla="*/ 21262 w 41981"/>
                  <a:gd name="connsiteY5" fmla="*/ 4987 h 41981"/>
                  <a:gd name="connsiteX6" fmla="*/ 21262 w 41981"/>
                  <a:gd name="connsiteY6" fmla="*/ 187 h 41981"/>
                  <a:gd name="connsiteX7" fmla="*/ 271 w 41981"/>
                  <a:gd name="connsiteY7" fmla="*/ 21177 h 41981"/>
                  <a:gd name="connsiteX8" fmla="*/ 21262 w 41981"/>
                  <a:gd name="connsiteY8" fmla="*/ 42168 h 41981"/>
                  <a:gd name="connsiteX9" fmla="*/ 42253 w 41981"/>
                  <a:gd name="connsiteY9" fmla="*/ 21177 h 41981"/>
                  <a:gd name="connsiteX10" fmla="*/ 42253 w 41981"/>
                  <a:gd name="connsiteY10" fmla="*/ 21177 h 41981"/>
                  <a:gd name="connsiteX11" fmla="*/ 21262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87"/>
                    </a:moveTo>
                    <a:cubicBezTo>
                      <a:pt x="30204" y="4987"/>
                      <a:pt x="37452" y="12235"/>
                      <a:pt x="37452" y="21177"/>
                    </a:cubicBezTo>
                    <a:lnTo>
                      <a:pt x="37452" y="21177"/>
                    </a:lnTo>
                    <a:cubicBezTo>
                      <a:pt x="37452" y="30119"/>
                      <a:pt x="30204" y="37367"/>
                      <a:pt x="21262" y="37367"/>
                    </a:cubicBezTo>
                    <a:cubicBezTo>
                      <a:pt x="12320" y="37367"/>
                      <a:pt x="5072" y="30119"/>
                      <a:pt x="5072" y="21177"/>
                    </a:cubicBezTo>
                    <a:cubicBezTo>
                      <a:pt x="5072" y="12235"/>
                      <a:pt x="12320" y="4987"/>
                      <a:pt x="21262" y="4987"/>
                    </a:cubicBezTo>
                    <a:close/>
                    <a:moveTo>
                      <a:pt x="21262" y="187"/>
                    </a:moveTo>
                    <a:cubicBezTo>
                      <a:pt x="9670" y="187"/>
                      <a:pt x="271" y="9585"/>
                      <a:pt x="271" y="21177"/>
                    </a:cubicBezTo>
                    <a:cubicBezTo>
                      <a:pt x="271" y="32770"/>
                      <a:pt x="9670" y="42168"/>
                      <a:pt x="21262" y="42168"/>
                    </a:cubicBezTo>
                    <a:cubicBezTo>
                      <a:pt x="32855" y="42168"/>
                      <a:pt x="42253" y="32770"/>
                      <a:pt x="42253" y="21177"/>
                    </a:cubicBezTo>
                    <a:lnTo>
                      <a:pt x="42253" y="21177"/>
                    </a:lnTo>
                    <a:cubicBezTo>
                      <a:pt x="42253" y="9585"/>
                      <a:pt x="32855" y="187"/>
                      <a:pt x="21262" y="187"/>
                    </a:cubicBezTo>
                    <a:close/>
                  </a:path>
                </a:pathLst>
              </a:custGeom>
              <a:solidFill>
                <a:srgbClr val="000000"/>
              </a:solidFill>
              <a:ln w="4794" cap="sq">
                <a:noFill/>
                <a:prstDash val="solid"/>
                <a:round/>
              </a:ln>
            </p:spPr>
            <p:txBody>
              <a:bodyPr rtlCol="0" anchor="ctr"/>
              <a:lstStyle/>
              <a:p>
                <a:endParaRPr lang="en-US"/>
              </a:p>
            </p:txBody>
          </p:sp>
          <p:sp>
            <p:nvSpPr>
              <p:cNvPr id="2440" name="Freeform: Shape 2439">
                <a:extLst>
                  <a:ext uri="{FF2B5EF4-FFF2-40B4-BE49-F238E27FC236}">
                    <a16:creationId xmlns:a16="http://schemas.microsoft.com/office/drawing/2014/main" id="{4613900B-19FB-0FEB-9DC5-BA56D9F453B2}"/>
                  </a:ext>
                </a:extLst>
              </p:cNvPr>
              <p:cNvSpPr/>
              <p:nvPr/>
            </p:nvSpPr>
            <p:spPr>
              <a:xfrm>
                <a:off x="7508197" y="8007045"/>
                <a:ext cx="37180" cy="37180"/>
              </a:xfrm>
              <a:custGeom>
                <a:avLst/>
                <a:gdLst>
                  <a:gd name="connsiteX0" fmla="*/ 37409 w 37180"/>
                  <a:gd name="connsiteY0" fmla="*/ 18765 h 37180"/>
                  <a:gd name="connsiteX1" fmla="*/ 18818 w 37180"/>
                  <a:gd name="connsiteY1" fmla="*/ 37355 h 37180"/>
                  <a:gd name="connsiteX2" fmla="*/ 228 w 37180"/>
                  <a:gd name="connsiteY2" fmla="*/ 18765 h 37180"/>
                  <a:gd name="connsiteX3" fmla="*/ 18818 w 37180"/>
                  <a:gd name="connsiteY3" fmla="*/ 174 h 37180"/>
                  <a:gd name="connsiteX4" fmla="*/ 37409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65"/>
                    </a:moveTo>
                    <a:cubicBezTo>
                      <a:pt x="37409" y="29032"/>
                      <a:pt x="29085" y="37355"/>
                      <a:pt x="18818" y="37355"/>
                    </a:cubicBezTo>
                    <a:cubicBezTo>
                      <a:pt x="8551" y="37355"/>
                      <a:pt x="228" y="29032"/>
                      <a:pt x="228" y="18765"/>
                    </a:cubicBezTo>
                    <a:cubicBezTo>
                      <a:pt x="228" y="8498"/>
                      <a:pt x="8551" y="174"/>
                      <a:pt x="18818" y="174"/>
                    </a:cubicBezTo>
                    <a:cubicBezTo>
                      <a:pt x="29085" y="174"/>
                      <a:pt x="37409" y="8498"/>
                      <a:pt x="37409" y="18765"/>
                    </a:cubicBezTo>
                    <a:close/>
                  </a:path>
                </a:pathLst>
              </a:custGeom>
              <a:solidFill>
                <a:srgbClr val="F7DFDF"/>
              </a:solidFill>
              <a:ln w="5753" cap="sq">
                <a:noFill/>
                <a:prstDash val="solid"/>
                <a:miter/>
              </a:ln>
            </p:spPr>
            <p:txBody>
              <a:bodyPr rtlCol="0" anchor="ctr"/>
              <a:lstStyle/>
              <a:p>
                <a:endParaRPr lang="en-US"/>
              </a:p>
            </p:txBody>
          </p:sp>
          <p:sp>
            <p:nvSpPr>
              <p:cNvPr id="2441" name="Freeform: Shape 2440">
                <a:extLst>
                  <a:ext uri="{FF2B5EF4-FFF2-40B4-BE49-F238E27FC236}">
                    <a16:creationId xmlns:a16="http://schemas.microsoft.com/office/drawing/2014/main" id="{9CFC4024-ADF8-B6AC-9C9C-B57C6321E8FA}"/>
                  </a:ext>
                </a:extLst>
              </p:cNvPr>
              <p:cNvSpPr/>
              <p:nvPr/>
            </p:nvSpPr>
            <p:spPr>
              <a:xfrm>
                <a:off x="7505797" y="8004645"/>
                <a:ext cx="41981" cy="41981"/>
              </a:xfrm>
              <a:custGeom>
                <a:avLst/>
                <a:gdLst>
                  <a:gd name="connsiteX0" fmla="*/ 21218 w 41981"/>
                  <a:gd name="connsiteY0" fmla="*/ 4975 h 41981"/>
                  <a:gd name="connsiteX1" fmla="*/ 37409 w 41981"/>
                  <a:gd name="connsiteY1" fmla="*/ 21165 h 41981"/>
                  <a:gd name="connsiteX2" fmla="*/ 37409 w 41981"/>
                  <a:gd name="connsiteY2" fmla="*/ 21165 h 41981"/>
                  <a:gd name="connsiteX3" fmla="*/ 21218 w 41981"/>
                  <a:gd name="connsiteY3" fmla="*/ 37355 h 41981"/>
                  <a:gd name="connsiteX4" fmla="*/ 5028 w 41981"/>
                  <a:gd name="connsiteY4" fmla="*/ 21165 h 41981"/>
                  <a:gd name="connsiteX5" fmla="*/ 21218 w 41981"/>
                  <a:gd name="connsiteY5" fmla="*/ 4975 h 41981"/>
                  <a:gd name="connsiteX6" fmla="*/ 21218 w 41981"/>
                  <a:gd name="connsiteY6" fmla="*/ 174 h 41981"/>
                  <a:gd name="connsiteX7" fmla="*/ 228 w 41981"/>
                  <a:gd name="connsiteY7" fmla="*/ 21165 h 41981"/>
                  <a:gd name="connsiteX8" fmla="*/ 21218 w 41981"/>
                  <a:gd name="connsiteY8" fmla="*/ 42156 h 41981"/>
                  <a:gd name="connsiteX9" fmla="*/ 42209 w 41981"/>
                  <a:gd name="connsiteY9" fmla="*/ 21165 h 41981"/>
                  <a:gd name="connsiteX10" fmla="*/ 42209 w 41981"/>
                  <a:gd name="connsiteY10" fmla="*/ 21165 h 41981"/>
                  <a:gd name="connsiteX11" fmla="*/ 21218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75"/>
                    </a:moveTo>
                    <a:cubicBezTo>
                      <a:pt x="30160" y="4975"/>
                      <a:pt x="37409" y="12223"/>
                      <a:pt x="37409" y="21165"/>
                    </a:cubicBezTo>
                    <a:lnTo>
                      <a:pt x="37409" y="21165"/>
                    </a:lnTo>
                    <a:cubicBezTo>
                      <a:pt x="37409" y="30107"/>
                      <a:pt x="30160" y="37355"/>
                      <a:pt x="21218" y="37355"/>
                    </a:cubicBezTo>
                    <a:cubicBezTo>
                      <a:pt x="12277" y="37355"/>
                      <a:pt x="5028" y="30107"/>
                      <a:pt x="5028" y="21165"/>
                    </a:cubicBezTo>
                    <a:cubicBezTo>
                      <a:pt x="5028" y="12223"/>
                      <a:pt x="12277" y="4975"/>
                      <a:pt x="21218" y="4975"/>
                    </a:cubicBezTo>
                    <a:close/>
                    <a:moveTo>
                      <a:pt x="21218" y="174"/>
                    </a:moveTo>
                    <a:cubicBezTo>
                      <a:pt x="9626" y="174"/>
                      <a:pt x="228" y="9572"/>
                      <a:pt x="228" y="21165"/>
                    </a:cubicBezTo>
                    <a:cubicBezTo>
                      <a:pt x="228" y="32758"/>
                      <a:pt x="9626" y="42156"/>
                      <a:pt x="21218" y="42156"/>
                    </a:cubicBezTo>
                    <a:cubicBezTo>
                      <a:pt x="32811" y="42156"/>
                      <a:pt x="42209" y="32758"/>
                      <a:pt x="42209" y="21165"/>
                    </a:cubicBezTo>
                    <a:lnTo>
                      <a:pt x="42209" y="21165"/>
                    </a:lnTo>
                    <a:cubicBezTo>
                      <a:pt x="42209" y="9572"/>
                      <a:pt x="32811" y="174"/>
                      <a:pt x="21218" y="174"/>
                    </a:cubicBezTo>
                    <a:close/>
                  </a:path>
                </a:pathLst>
              </a:custGeom>
              <a:solidFill>
                <a:srgbClr val="000000"/>
              </a:solidFill>
              <a:ln w="4794" cap="sq">
                <a:noFill/>
                <a:prstDash val="solid"/>
                <a:round/>
              </a:ln>
            </p:spPr>
            <p:txBody>
              <a:bodyPr rtlCol="0" anchor="ctr"/>
              <a:lstStyle/>
              <a:p>
                <a:endParaRPr lang="en-US"/>
              </a:p>
            </p:txBody>
          </p:sp>
          <p:sp>
            <p:nvSpPr>
              <p:cNvPr id="2442" name="Freeform: Shape 2441">
                <a:extLst>
                  <a:ext uri="{FF2B5EF4-FFF2-40B4-BE49-F238E27FC236}">
                    <a16:creationId xmlns:a16="http://schemas.microsoft.com/office/drawing/2014/main" id="{006AF665-7686-BFF1-7B89-58DE12115FDC}"/>
                  </a:ext>
                </a:extLst>
              </p:cNvPr>
              <p:cNvSpPr/>
              <p:nvPr/>
            </p:nvSpPr>
            <p:spPr>
              <a:xfrm>
                <a:off x="7639260" y="7963257"/>
                <a:ext cx="37180" cy="37180"/>
              </a:xfrm>
              <a:custGeom>
                <a:avLst/>
                <a:gdLst>
                  <a:gd name="connsiteX0" fmla="*/ 37431 w 37180"/>
                  <a:gd name="connsiteY0" fmla="*/ 18757 h 37180"/>
                  <a:gd name="connsiteX1" fmla="*/ 18841 w 37180"/>
                  <a:gd name="connsiteY1" fmla="*/ 37348 h 37180"/>
                  <a:gd name="connsiteX2" fmla="*/ 251 w 37180"/>
                  <a:gd name="connsiteY2" fmla="*/ 18757 h 37180"/>
                  <a:gd name="connsiteX3" fmla="*/ 18841 w 37180"/>
                  <a:gd name="connsiteY3" fmla="*/ 167 h 37180"/>
                  <a:gd name="connsiteX4" fmla="*/ 37431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57"/>
                    </a:moveTo>
                    <a:cubicBezTo>
                      <a:pt x="37431" y="29024"/>
                      <a:pt x="29108" y="37348"/>
                      <a:pt x="18841" y="37348"/>
                    </a:cubicBezTo>
                    <a:cubicBezTo>
                      <a:pt x="8574" y="37348"/>
                      <a:pt x="251" y="29024"/>
                      <a:pt x="251" y="18757"/>
                    </a:cubicBezTo>
                    <a:cubicBezTo>
                      <a:pt x="251" y="8490"/>
                      <a:pt x="8574" y="167"/>
                      <a:pt x="18841" y="167"/>
                    </a:cubicBezTo>
                    <a:cubicBezTo>
                      <a:pt x="29108" y="167"/>
                      <a:pt x="37431" y="8490"/>
                      <a:pt x="37431" y="18757"/>
                    </a:cubicBezTo>
                    <a:close/>
                  </a:path>
                </a:pathLst>
              </a:custGeom>
              <a:solidFill>
                <a:srgbClr val="F7F4F4"/>
              </a:solidFill>
              <a:ln w="5753" cap="sq">
                <a:noFill/>
                <a:prstDash val="solid"/>
                <a:miter/>
              </a:ln>
            </p:spPr>
            <p:txBody>
              <a:bodyPr rtlCol="0" anchor="ctr"/>
              <a:lstStyle/>
              <a:p>
                <a:endParaRPr lang="en-US"/>
              </a:p>
            </p:txBody>
          </p:sp>
          <p:sp>
            <p:nvSpPr>
              <p:cNvPr id="2443" name="Freeform: Shape 2442">
                <a:extLst>
                  <a:ext uri="{FF2B5EF4-FFF2-40B4-BE49-F238E27FC236}">
                    <a16:creationId xmlns:a16="http://schemas.microsoft.com/office/drawing/2014/main" id="{1EFFE131-ABC8-83BB-8CEA-657344335277}"/>
                  </a:ext>
                </a:extLst>
              </p:cNvPr>
              <p:cNvSpPr/>
              <p:nvPr/>
            </p:nvSpPr>
            <p:spPr>
              <a:xfrm>
                <a:off x="7636860" y="7960857"/>
                <a:ext cx="41981" cy="41981"/>
              </a:xfrm>
              <a:custGeom>
                <a:avLst/>
                <a:gdLst>
                  <a:gd name="connsiteX0" fmla="*/ 21241 w 41981"/>
                  <a:gd name="connsiteY0" fmla="*/ 4967 h 41981"/>
                  <a:gd name="connsiteX1" fmla="*/ 37431 w 41981"/>
                  <a:gd name="connsiteY1" fmla="*/ 21157 h 41981"/>
                  <a:gd name="connsiteX2" fmla="*/ 37431 w 41981"/>
                  <a:gd name="connsiteY2" fmla="*/ 21157 h 41981"/>
                  <a:gd name="connsiteX3" fmla="*/ 21241 w 41981"/>
                  <a:gd name="connsiteY3" fmla="*/ 37348 h 41981"/>
                  <a:gd name="connsiteX4" fmla="*/ 5051 w 41981"/>
                  <a:gd name="connsiteY4" fmla="*/ 21157 h 41981"/>
                  <a:gd name="connsiteX5" fmla="*/ 21241 w 41981"/>
                  <a:gd name="connsiteY5" fmla="*/ 4967 h 41981"/>
                  <a:gd name="connsiteX6" fmla="*/ 21241 w 41981"/>
                  <a:gd name="connsiteY6" fmla="*/ 167 h 41981"/>
                  <a:gd name="connsiteX7" fmla="*/ 251 w 41981"/>
                  <a:gd name="connsiteY7" fmla="*/ 21157 h 41981"/>
                  <a:gd name="connsiteX8" fmla="*/ 21241 w 41981"/>
                  <a:gd name="connsiteY8" fmla="*/ 42148 h 41981"/>
                  <a:gd name="connsiteX9" fmla="*/ 42232 w 41981"/>
                  <a:gd name="connsiteY9" fmla="*/ 21157 h 41981"/>
                  <a:gd name="connsiteX10" fmla="*/ 42232 w 41981"/>
                  <a:gd name="connsiteY10" fmla="*/ 21157 h 41981"/>
                  <a:gd name="connsiteX11" fmla="*/ 21241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67"/>
                    </a:moveTo>
                    <a:cubicBezTo>
                      <a:pt x="30183" y="4967"/>
                      <a:pt x="37431" y="12216"/>
                      <a:pt x="37431" y="21157"/>
                    </a:cubicBezTo>
                    <a:lnTo>
                      <a:pt x="37431" y="21157"/>
                    </a:lnTo>
                    <a:cubicBezTo>
                      <a:pt x="37431" y="30099"/>
                      <a:pt x="30183" y="37348"/>
                      <a:pt x="21241" y="37348"/>
                    </a:cubicBezTo>
                    <a:cubicBezTo>
                      <a:pt x="12299" y="37348"/>
                      <a:pt x="5051" y="30099"/>
                      <a:pt x="5051" y="21157"/>
                    </a:cubicBezTo>
                    <a:cubicBezTo>
                      <a:pt x="5051" y="12216"/>
                      <a:pt x="12299" y="4967"/>
                      <a:pt x="21241" y="4967"/>
                    </a:cubicBezTo>
                    <a:close/>
                    <a:moveTo>
                      <a:pt x="21241" y="167"/>
                    </a:moveTo>
                    <a:cubicBezTo>
                      <a:pt x="9649" y="167"/>
                      <a:pt x="251" y="9565"/>
                      <a:pt x="251" y="21157"/>
                    </a:cubicBezTo>
                    <a:cubicBezTo>
                      <a:pt x="251" y="32750"/>
                      <a:pt x="9649" y="42148"/>
                      <a:pt x="21241" y="42148"/>
                    </a:cubicBezTo>
                    <a:cubicBezTo>
                      <a:pt x="32834" y="42148"/>
                      <a:pt x="42232" y="32750"/>
                      <a:pt x="42232" y="21157"/>
                    </a:cubicBezTo>
                    <a:lnTo>
                      <a:pt x="42232" y="21157"/>
                    </a:lnTo>
                    <a:cubicBezTo>
                      <a:pt x="42232" y="9565"/>
                      <a:pt x="32834" y="167"/>
                      <a:pt x="21241" y="167"/>
                    </a:cubicBezTo>
                    <a:close/>
                  </a:path>
                </a:pathLst>
              </a:custGeom>
              <a:solidFill>
                <a:srgbClr val="000000"/>
              </a:solidFill>
              <a:ln w="4794" cap="sq">
                <a:noFill/>
                <a:prstDash val="solid"/>
                <a:round/>
              </a:ln>
            </p:spPr>
            <p:txBody>
              <a:bodyPr rtlCol="0" anchor="ctr"/>
              <a:lstStyle/>
              <a:p>
                <a:endParaRPr lang="en-US"/>
              </a:p>
            </p:txBody>
          </p:sp>
          <p:sp>
            <p:nvSpPr>
              <p:cNvPr id="2444" name="Freeform: Shape 2443">
                <a:extLst>
                  <a:ext uri="{FF2B5EF4-FFF2-40B4-BE49-F238E27FC236}">
                    <a16:creationId xmlns:a16="http://schemas.microsoft.com/office/drawing/2014/main" id="{878BA8F0-95F4-6730-F91F-24F74B799CC8}"/>
                  </a:ext>
                </a:extLst>
              </p:cNvPr>
              <p:cNvSpPr/>
              <p:nvPr/>
            </p:nvSpPr>
            <p:spPr>
              <a:xfrm>
                <a:off x="7626386" y="8077184"/>
                <a:ext cx="37180" cy="37180"/>
              </a:xfrm>
              <a:custGeom>
                <a:avLst/>
                <a:gdLst>
                  <a:gd name="connsiteX0" fmla="*/ 37429 w 37180"/>
                  <a:gd name="connsiteY0" fmla="*/ 18777 h 37180"/>
                  <a:gd name="connsiteX1" fmla="*/ 18839 w 37180"/>
                  <a:gd name="connsiteY1" fmla="*/ 37367 h 37180"/>
                  <a:gd name="connsiteX2" fmla="*/ 248 w 37180"/>
                  <a:gd name="connsiteY2" fmla="*/ 18777 h 37180"/>
                  <a:gd name="connsiteX3" fmla="*/ 18839 w 37180"/>
                  <a:gd name="connsiteY3" fmla="*/ 187 h 37180"/>
                  <a:gd name="connsiteX4" fmla="*/ 37429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7"/>
                    </a:moveTo>
                    <a:cubicBezTo>
                      <a:pt x="37429" y="29044"/>
                      <a:pt x="29106" y="37367"/>
                      <a:pt x="18839" y="37367"/>
                    </a:cubicBezTo>
                    <a:cubicBezTo>
                      <a:pt x="8572" y="37367"/>
                      <a:pt x="248" y="29044"/>
                      <a:pt x="248" y="18777"/>
                    </a:cubicBezTo>
                    <a:cubicBezTo>
                      <a:pt x="248" y="8510"/>
                      <a:pt x="8572" y="187"/>
                      <a:pt x="18839" y="187"/>
                    </a:cubicBezTo>
                    <a:cubicBezTo>
                      <a:pt x="29106" y="187"/>
                      <a:pt x="37429" y="8510"/>
                      <a:pt x="37429" y="18777"/>
                    </a:cubicBezTo>
                    <a:close/>
                  </a:path>
                </a:pathLst>
              </a:custGeom>
              <a:solidFill>
                <a:srgbClr val="F7DFDF"/>
              </a:solidFill>
              <a:ln w="5753" cap="sq">
                <a:noFill/>
                <a:prstDash val="solid"/>
                <a:miter/>
              </a:ln>
            </p:spPr>
            <p:txBody>
              <a:bodyPr rtlCol="0" anchor="ctr"/>
              <a:lstStyle/>
              <a:p>
                <a:endParaRPr lang="en-US"/>
              </a:p>
            </p:txBody>
          </p:sp>
          <p:sp>
            <p:nvSpPr>
              <p:cNvPr id="2445" name="Freeform: Shape 2444">
                <a:extLst>
                  <a:ext uri="{FF2B5EF4-FFF2-40B4-BE49-F238E27FC236}">
                    <a16:creationId xmlns:a16="http://schemas.microsoft.com/office/drawing/2014/main" id="{880D4283-E45D-DD06-17D1-FD7F98FFC9A0}"/>
                  </a:ext>
                </a:extLst>
              </p:cNvPr>
              <p:cNvSpPr/>
              <p:nvPr/>
            </p:nvSpPr>
            <p:spPr>
              <a:xfrm>
                <a:off x="7623986" y="8074784"/>
                <a:ext cx="41981" cy="41981"/>
              </a:xfrm>
              <a:custGeom>
                <a:avLst/>
                <a:gdLst>
                  <a:gd name="connsiteX0" fmla="*/ 21239 w 41981"/>
                  <a:gd name="connsiteY0" fmla="*/ 4987 h 41981"/>
                  <a:gd name="connsiteX1" fmla="*/ 37429 w 41981"/>
                  <a:gd name="connsiteY1" fmla="*/ 21177 h 41981"/>
                  <a:gd name="connsiteX2" fmla="*/ 37429 w 41981"/>
                  <a:gd name="connsiteY2" fmla="*/ 21177 h 41981"/>
                  <a:gd name="connsiteX3" fmla="*/ 21239 w 41981"/>
                  <a:gd name="connsiteY3" fmla="*/ 37367 h 41981"/>
                  <a:gd name="connsiteX4" fmla="*/ 5049 w 41981"/>
                  <a:gd name="connsiteY4" fmla="*/ 21177 h 41981"/>
                  <a:gd name="connsiteX5" fmla="*/ 21239 w 41981"/>
                  <a:gd name="connsiteY5" fmla="*/ 4987 h 41981"/>
                  <a:gd name="connsiteX6" fmla="*/ 21239 w 41981"/>
                  <a:gd name="connsiteY6" fmla="*/ 187 h 41981"/>
                  <a:gd name="connsiteX7" fmla="*/ 248 w 41981"/>
                  <a:gd name="connsiteY7" fmla="*/ 21177 h 41981"/>
                  <a:gd name="connsiteX8" fmla="*/ 21239 w 41981"/>
                  <a:gd name="connsiteY8" fmla="*/ 42168 h 41981"/>
                  <a:gd name="connsiteX9" fmla="*/ 42230 w 41981"/>
                  <a:gd name="connsiteY9" fmla="*/ 21177 h 41981"/>
                  <a:gd name="connsiteX10" fmla="*/ 42230 w 41981"/>
                  <a:gd name="connsiteY10" fmla="*/ 21177 h 41981"/>
                  <a:gd name="connsiteX11" fmla="*/ 21239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7"/>
                    </a:moveTo>
                    <a:cubicBezTo>
                      <a:pt x="30181" y="4987"/>
                      <a:pt x="37429" y="12235"/>
                      <a:pt x="37429" y="21177"/>
                    </a:cubicBezTo>
                    <a:lnTo>
                      <a:pt x="37429" y="21177"/>
                    </a:lnTo>
                    <a:cubicBezTo>
                      <a:pt x="37429" y="30119"/>
                      <a:pt x="30181" y="37367"/>
                      <a:pt x="21239" y="37367"/>
                    </a:cubicBezTo>
                    <a:cubicBezTo>
                      <a:pt x="12297" y="37367"/>
                      <a:pt x="5049" y="30119"/>
                      <a:pt x="5049" y="21177"/>
                    </a:cubicBezTo>
                    <a:cubicBezTo>
                      <a:pt x="5049" y="12235"/>
                      <a:pt x="12297" y="4987"/>
                      <a:pt x="21239" y="4987"/>
                    </a:cubicBezTo>
                    <a:close/>
                    <a:moveTo>
                      <a:pt x="21239" y="187"/>
                    </a:moveTo>
                    <a:cubicBezTo>
                      <a:pt x="9646" y="187"/>
                      <a:pt x="248" y="9585"/>
                      <a:pt x="248" y="21177"/>
                    </a:cubicBezTo>
                    <a:cubicBezTo>
                      <a:pt x="248" y="32770"/>
                      <a:pt x="9646" y="42168"/>
                      <a:pt x="21239" y="42168"/>
                    </a:cubicBezTo>
                    <a:cubicBezTo>
                      <a:pt x="32832" y="42168"/>
                      <a:pt x="42230" y="32770"/>
                      <a:pt x="42230" y="21177"/>
                    </a:cubicBezTo>
                    <a:lnTo>
                      <a:pt x="42230" y="21177"/>
                    </a:lnTo>
                    <a:cubicBezTo>
                      <a:pt x="42230" y="9585"/>
                      <a:pt x="32832" y="187"/>
                      <a:pt x="21239" y="187"/>
                    </a:cubicBezTo>
                    <a:close/>
                  </a:path>
                </a:pathLst>
              </a:custGeom>
              <a:solidFill>
                <a:srgbClr val="000000"/>
              </a:solidFill>
              <a:ln w="4794" cap="sq">
                <a:noFill/>
                <a:prstDash val="solid"/>
                <a:round/>
              </a:ln>
            </p:spPr>
            <p:txBody>
              <a:bodyPr rtlCol="0" anchor="ctr"/>
              <a:lstStyle/>
              <a:p>
                <a:endParaRPr lang="en-US"/>
              </a:p>
            </p:txBody>
          </p:sp>
          <p:sp>
            <p:nvSpPr>
              <p:cNvPr id="2446" name="Freeform: Shape 2445">
                <a:extLst>
                  <a:ext uri="{FF2B5EF4-FFF2-40B4-BE49-F238E27FC236}">
                    <a16:creationId xmlns:a16="http://schemas.microsoft.com/office/drawing/2014/main" id="{16BCA73E-F71B-F907-49D3-4DF1C8CDA84B}"/>
                  </a:ext>
                </a:extLst>
              </p:cNvPr>
              <p:cNvSpPr/>
              <p:nvPr/>
            </p:nvSpPr>
            <p:spPr>
              <a:xfrm>
                <a:off x="7616272" y="7991931"/>
                <a:ext cx="37180" cy="37180"/>
              </a:xfrm>
              <a:custGeom>
                <a:avLst/>
                <a:gdLst>
                  <a:gd name="connsiteX0" fmla="*/ 37427 w 37180"/>
                  <a:gd name="connsiteY0" fmla="*/ 18762 h 37180"/>
                  <a:gd name="connsiteX1" fmla="*/ 18837 w 37180"/>
                  <a:gd name="connsiteY1" fmla="*/ 37353 h 37180"/>
                  <a:gd name="connsiteX2" fmla="*/ 247 w 37180"/>
                  <a:gd name="connsiteY2" fmla="*/ 18762 h 37180"/>
                  <a:gd name="connsiteX3" fmla="*/ 18837 w 37180"/>
                  <a:gd name="connsiteY3" fmla="*/ 172 h 37180"/>
                  <a:gd name="connsiteX4" fmla="*/ 3742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2"/>
                    </a:moveTo>
                    <a:cubicBezTo>
                      <a:pt x="37427" y="29029"/>
                      <a:pt x="29104" y="37353"/>
                      <a:pt x="18837" y="37353"/>
                    </a:cubicBezTo>
                    <a:cubicBezTo>
                      <a:pt x="8570" y="37353"/>
                      <a:pt x="247" y="29029"/>
                      <a:pt x="247" y="18762"/>
                    </a:cubicBezTo>
                    <a:cubicBezTo>
                      <a:pt x="247" y="8495"/>
                      <a:pt x="8570" y="172"/>
                      <a:pt x="18837" y="172"/>
                    </a:cubicBezTo>
                    <a:cubicBezTo>
                      <a:pt x="29104" y="172"/>
                      <a:pt x="37427" y="8495"/>
                      <a:pt x="37427" y="18762"/>
                    </a:cubicBezTo>
                    <a:close/>
                  </a:path>
                </a:pathLst>
              </a:custGeom>
              <a:solidFill>
                <a:srgbClr val="F7E5E5"/>
              </a:solidFill>
              <a:ln w="5753" cap="sq">
                <a:noFill/>
                <a:prstDash val="solid"/>
                <a:miter/>
              </a:ln>
            </p:spPr>
            <p:txBody>
              <a:bodyPr rtlCol="0" anchor="ctr"/>
              <a:lstStyle/>
              <a:p>
                <a:endParaRPr lang="en-US"/>
              </a:p>
            </p:txBody>
          </p:sp>
          <p:sp>
            <p:nvSpPr>
              <p:cNvPr id="2447" name="Freeform: Shape 2446">
                <a:extLst>
                  <a:ext uri="{FF2B5EF4-FFF2-40B4-BE49-F238E27FC236}">
                    <a16:creationId xmlns:a16="http://schemas.microsoft.com/office/drawing/2014/main" id="{CB2803C5-FCA2-E0F6-A8AB-3082564EDE55}"/>
                  </a:ext>
                </a:extLst>
              </p:cNvPr>
              <p:cNvSpPr/>
              <p:nvPr/>
            </p:nvSpPr>
            <p:spPr>
              <a:xfrm>
                <a:off x="7613871" y="7989531"/>
                <a:ext cx="41981" cy="41981"/>
              </a:xfrm>
              <a:custGeom>
                <a:avLst/>
                <a:gdLst>
                  <a:gd name="connsiteX0" fmla="*/ 21237 w 41981"/>
                  <a:gd name="connsiteY0" fmla="*/ 4972 h 41981"/>
                  <a:gd name="connsiteX1" fmla="*/ 37427 w 41981"/>
                  <a:gd name="connsiteY1" fmla="*/ 21162 h 41981"/>
                  <a:gd name="connsiteX2" fmla="*/ 37427 w 41981"/>
                  <a:gd name="connsiteY2" fmla="*/ 21162 h 41981"/>
                  <a:gd name="connsiteX3" fmla="*/ 21237 w 41981"/>
                  <a:gd name="connsiteY3" fmla="*/ 37353 h 41981"/>
                  <a:gd name="connsiteX4" fmla="*/ 5047 w 41981"/>
                  <a:gd name="connsiteY4" fmla="*/ 21162 h 41981"/>
                  <a:gd name="connsiteX5" fmla="*/ 21237 w 41981"/>
                  <a:gd name="connsiteY5" fmla="*/ 4972 h 41981"/>
                  <a:gd name="connsiteX6" fmla="*/ 21237 w 41981"/>
                  <a:gd name="connsiteY6" fmla="*/ 172 h 41981"/>
                  <a:gd name="connsiteX7" fmla="*/ 247 w 41981"/>
                  <a:gd name="connsiteY7" fmla="*/ 21162 h 41981"/>
                  <a:gd name="connsiteX8" fmla="*/ 21237 w 41981"/>
                  <a:gd name="connsiteY8" fmla="*/ 42153 h 41981"/>
                  <a:gd name="connsiteX9" fmla="*/ 42228 w 41981"/>
                  <a:gd name="connsiteY9" fmla="*/ 21162 h 41981"/>
                  <a:gd name="connsiteX10" fmla="*/ 42228 w 41981"/>
                  <a:gd name="connsiteY10" fmla="*/ 21162 h 41981"/>
                  <a:gd name="connsiteX11" fmla="*/ 21237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2"/>
                    </a:moveTo>
                    <a:cubicBezTo>
                      <a:pt x="30179" y="4972"/>
                      <a:pt x="37427" y="12221"/>
                      <a:pt x="37427" y="21162"/>
                    </a:cubicBezTo>
                    <a:lnTo>
                      <a:pt x="37427" y="21162"/>
                    </a:lnTo>
                    <a:cubicBezTo>
                      <a:pt x="37427" y="30104"/>
                      <a:pt x="30179" y="37353"/>
                      <a:pt x="21237" y="37353"/>
                    </a:cubicBezTo>
                    <a:cubicBezTo>
                      <a:pt x="12295" y="37353"/>
                      <a:pt x="5047" y="30104"/>
                      <a:pt x="5047" y="21162"/>
                    </a:cubicBezTo>
                    <a:cubicBezTo>
                      <a:pt x="5047" y="12221"/>
                      <a:pt x="12295" y="4972"/>
                      <a:pt x="21237" y="4972"/>
                    </a:cubicBezTo>
                    <a:close/>
                    <a:moveTo>
                      <a:pt x="21237" y="172"/>
                    </a:moveTo>
                    <a:cubicBezTo>
                      <a:pt x="9645" y="172"/>
                      <a:pt x="247" y="9570"/>
                      <a:pt x="247" y="21162"/>
                    </a:cubicBezTo>
                    <a:cubicBezTo>
                      <a:pt x="247" y="32755"/>
                      <a:pt x="9645" y="42153"/>
                      <a:pt x="21237" y="42153"/>
                    </a:cubicBezTo>
                    <a:cubicBezTo>
                      <a:pt x="32830" y="42153"/>
                      <a:pt x="42228" y="32755"/>
                      <a:pt x="42228" y="21162"/>
                    </a:cubicBezTo>
                    <a:lnTo>
                      <a:pt x="42228" y="21162"/>
                    </a:lnTo>
                    <a:cubicBezTo>
                      <a:pt x="42228" y="9570"/>
                      <a:pt x="32830" y="172"/>
                      <a:pt x="21237" y="172"/>
                    </a:cubicBezTo>
                    <a:close/>
                  </a:path>
                </a:pathLst>
              </a:custGeom>
              <a:solidFill>
                <a:srgbClr val="000000"/>
              </a:solidFill>
              <a:ln w="4794" cap="sq">
                <a:noFill/>
                <a:prstDash val="solid"/>
                <a:round/>
              </a:ln>
            </p:spPr>
            <p:txBody>
              <a:bodyPr rtlCol="0" anchor="ctr"/>
              <a:lstStyle/>
              <a:p>
                <a:endParaRPr lang="en-US"/>
              </a:p>
            </p:txBody>
          </p:sp>
          <p:sp>
            <p:nvSpPr>
              <p:cNvPr id="2448" name="Freeform: Shape 2447">
                <a:extLst>
                  <a:ext uri="{FF2B5EF4-FFF2-40B4-BE49-F238E27FC236}">
                    <a16:creationId xmlns:a16="http://schemas.microsoft.com/office/drawing/2014/main" id="{045EDA89-DFF2-FC09-1680-7F10D4B85FE5}"/>
                  </a:ext>
                </a:extLst>
              </p:cNvPr>
              <p:cNvSpPr/>
              <p:nvPr/>
            </p:nvSpPr>
            <p:spPr>
              <a:xfrm>
                <a:off x="7629779" y="7873776"/>
                <a:ext cx="37180" cy="37180"/>
              </a:xfrm>
              <a:custGeom>
                <a:avLst/>
                <a:gdLst>
                  <a:gd name="connsiteX0" fmla="*/ 37430 w 37180"/>
                  <a:gd name="connsiteY0" fmla="*/ 18742 h 37180"/>
                  <a:gd name="connsiteX1" fmla="*/ 18839 w 37180"/>
                  <a:gd name="connsiteY1" fmla="*/ 37332 h 37180"/>
                  <a:gd name="connsiteX2" fmla="*/ 249 w 37180"/>
                  <a:gd name="connsiteY2" fmla="*/ 18742 h 37180"/>
                  <a:gd name="connsiteX3" fmla="*/ 18839 w 37180"/>
                  <a:gd name="connsiteY3" fmla="*/ 151 h 37180"/>
                  <a:gd name="connsiteX4" fmla="*/ 37430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42"/>
                    </a:moveTo>
                    <a:cubicBezTo>
                      <a:pt x="37430" y="29009"/>
                      <a:pt x="29107" y="37332"/>
                      <a:pt x="18839" y="37332"/>
                    </a:cubicBezTo>
                    <a:cubicBezTo>
                      <a:pt x="8572" y="37332"/>
                      <a:pt x="249" y="29009"/>
                      <a:pt x="249" y="18742"/>
                    </a:cubicBezTo>
                    <a:cubicBezTo>
                      <a:pt x="249" y="8474"/>
                      <a:pt x="8572" y="151"/>
                      <a:pt x="18839" y="151"/>
                    </a:cubicBezTo>
                    <a:cubicBezTo>
                      <a:pt x="29107" y="151"/>
                      <a:pt x="37430" y="8474"/>
                      <a:pt x="37430" y="18742"/>
                    </a:cubicBezTo>
                    <a:close/>
                  </a:path>
                </a:pathLst>
              </a:custGeom>
              <a:solidFill>
                <a:srgbClr val="F7B4B4"/>
              </a:solidFill>
              <a:ln w="5753" cap="sq">
                <a:noFill/>
                <a:prstDash val="solid"/>
                <a:miter/>
              </a:ln>
            </p:spPr>
            <p:txBody>
              <a:bodyPr rtlCol="0" anchor="ctr"/>
              <a:lstStyle/>
              <a:p>
                <a:endParaRPr lang="en-US"/>
              </a:p>
            </p:txBody>
          </p:sp>
          <p:sp>
            <p:nvSpPr>
              <p:cNvPr id="2449" name="Freeform: Shape 2448">
                <a:extLst>
                  <a:ext uri="{FF2B5EF4-FFF2-40B4-BE49-F238E27FC236}">
                    <a16:creationId xmlns:a16="http://schemas.microsoft.com/office/drawing/2014/main" id="{3BED08B5-6D5C-535C-832E-BC0EBFD48ED5}"/>
                  </a:ext>
                </a:extLst>
              </p:cNvPr>
              <p:cNvSpPr/>
              <p:nvPr/>
            </p:nvSpPr>
            <p:spPr>
              <a:xfrm>
                <a:off x="7627379" y="7871376"/>
                <a:ext cx="41981" cy="41981"/>
              </a:xfrm>
              <a:custGeom>
                <a:avLst/>
                <a:gdLst>
                  <a:gd name="connsiteX0" fmla="*/ 21240 w 41981"/>
                  <a:gd name="connsiteY0" fmla="*/ 4952 h 41981"/>
                  <a:gd name="connsiteX1" fmla="*/ 37430 w 41981"/>
                  <a:gd name="connsiteY1" fmla="*/ 21142 h 41981"/>
                  <a:gd name="connsiteX2" fmla="*/ 37430 w 41981"/>
                  <a:gd name="connsiteY2" fmla="*/ 21142 h 41981"/>
                  <a:gd name="connsiteX3" fmla="*/ 21240 w 41981"/>
                  <a:gd name="connsiteY3" fmla="*/ 37332 h 41981"/>
                  <a:gd name="connsiteX4" fmla="*/ 5049 w 41981"/>
                  <a:gd name="connsiteY4" fmla="*/ 21142 h 41981"/>
                  <a:gd name="connsiteX5" fmla="*/ 21240 w 41981"/>
                  <a:gd name="connsiteY5" fmla="*/ 4952 h 41981"/>
                  <a:gd name="connsiteX6" fmla="*/ 21240 w 41981"/>
                  <a:gd name="connsiteY6" fmla="*/ 151 h 41981"/>
                  <a:gd name="connsiteX7" fmla="*/ 249 w 41981"/>
                  <a:gd name="connsiteY7" fmla="*/ 21142 h 41981"/>
                  <a:gd name="connsiteX8" fmla="*/ 21240 w 41981"/>
                  <a:gd name="connsiteY8" fmla="*/ 42132 h 41981"/>
                  <a:gd name="connsiteX9" fmla="*/ 42230 w 41981"/>
                  <a:gd name="connsiteY9" fmla="*/ 21142 h 41981"/>
                  <a:gd name="connsiteX10" fmla="*/ 42230 w 41981"/>
                  <a:gd name="connsiteY10" fmla="*/ 21142 h 41981"/>
                  <a:gd name="connsiteX11" fmla="*/ 21240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52"/>
                    </a:moveTo>
                    <a:cubicBezTo>
                      <a:pt x="30181" y="4952"/>
                      <a:pt x="37430" y="12200"/>
                      <a:pt x="37430" y="21142"/>
                    </a:cubicBezTo>
                    <a:lnTo>
                      <a:pt x="37430" y="21142"/>
                    </a:lnTo>
                    <a:cubicBezTo>
                      <a:pt x="37430" y="30084"/>
                      <a:pt x="30181" y="37332"/>
                      <a:pt x="21240" y="37332"/>
                    </a:cubicBezTo>
                    <a:cubicBezTo>
                      <a:pt x="12298" y="37332"/>
                      <a:pt x="5049" y="30084"/>
                      <a:pt x="5049" y="21142"/>
                    </a:cubicBezTo>
                    <a:cubicBezTo>
                      <a:pt x="5049" y="12200"/>
                      <a:pt x="12298" y="4952"/>
                      <a:pt x="21240" y="4952"/>
                    </a:cubicBezTo>
                    <a:close/>
                    <a:moveTo>
                      <a:pt x="21240" y="151"/>
                    </a:moveTo>
                    <a:cubicBezTo>
                      <a:pt x="9647" y="151"/>
                      <a:pt x="249" y="9549"/>
                      <a:pt x="249" y="21142"/>
                    </a:cubicBezTo>
                    <a:cubicBezTo>
                      <a:pt x="249" y="32734"/>
                      <a:pt x="9647" y="42132"/>
                      <a:pt x="21240" y="42132"/>
                    </a:cubicBezTo>
                    <a:cubicBezTo>
                      <a:pt x="32832" y="42132"/>
                      <a:pt x="42230" y="32734"/>
                      <a:pt x="42230" y="21142"/>
                    </a:cubicBezTo>
                    <a:lnTo>
                      <a:pt x="42230" y="21142"/>
                    </a:lnTo>
                    <a:cubicBezTo>
                      <a:pt x="42230" y="9549"/>
                      <a:pt x="32832" y="151"/>
                      <a:pt x="21240" y="151"/>
                    </a:cubicBezTo>
                    <a:close/>
                  </a:path>
                </a:pathLst>
              </a:custGeom>
              <a:solidFill>
                <a:srgbClr val="000000"/>
              </a:solidFill>
              <a:ln w="4794" cap="sq">
                <a:noFill/>
                <a:prstDash val="solid"/>
                <a:round/>
              </a:ln>
            </p:spPr>
            <p:txBody>
              <a:bodyPr rtlCol="0" anchor="ctr"/>
              <a:lstStyle/>
              <a:p>
                <a:endParaRPr lang="en-US"/>
              </a:p>
            </p:txBody>
          </p:sp>
          <p:sp>
            <p:nvSpPr>
              <p:cNvPr id="2450" name="Freeform: Shape 2449">
                <a:extLst>
                  <a:ext uri="{FF2B5EF4-FFF2-40B4-BE49-F238E27FC236}">
                    <a16:creationId xmlns:a16="http://schemas.microsoft.com/office/drawing/2014/main" id="{F8268193-3559-1792-A81F-C1971375946B}"/>
                  </a:ext>
                </a:extLst>
              </p:cNvPr>
              <p:cNvSpPr/>
              <p:nvPr/>
            </p:nvSpPr>
            <p:spPr>
              <a:xfrm>
                <a:off x="7655503" y="8017217"/>
                <a:ext cx="37180" cy="37180"/>
              </a:xfrm>
              <a:custGeom>
                <a:avLst/>
                <a:gdLst>
                  <a:gd name="connsiteX0" fmla="*/ 37434 w 37180"/>
                  <a:gd name="connsiteY0" fmla="*/ 18767 h 37180"/>
                  <a:gd name="connsiteX1" fmla="*/ 18844 w 37180"/>
                  <a:gd name="connsiteY1" fmla="*/ 37357 h 37180"/>
                  <a:gd name="connsiteX2" fmla="*/ 253 w 37180"/>
                  <a:gd name="connsiteY2" fmla="*/ 18767 h 37180"/>
                  <a:gd name="connsiteX3" fmla="*/ 18844 w 37180"/>
                  <a:gd name="connsiteY3" fmla="*/ 176 h 37180"/>
                  <a:gd name="connsiteX4" fmla="*/ 37434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67"/>
                    </a:moveTo>
                    <a:cubicBezTo>
                      <a:pt x="37434" y="29034"/>
                      <a:pt x="29111" y="37357"/>
                      <a:pt x="18844" y="37357"/>
                    </a:cubicBezTo>
                    <a:cubicBezTo>
                      <a:pt x="8577" y="37357"/>
                      <a:pt x="253" y="29034"/>
                      <a:pt x="253" y="18767"/>
                    </a:cubicBezTo>
                    <a:cubicBezTo>
                      <a:pt x="253" y="8499"/>
                      <a:pt x="8577" y="176"/>
                      <a:pt x="18844" y="176"/>
                    </a:cubicBezTo>
                    <a:cubicBezTo>
                      <a:pt x="29111" y="176"/>
                      <a:pt x="37434" y="8499"/>
                      <a:pt x="37434" y="18767"/>
                    </a:cubicBezTo>
                    <a:close/>
                  </a:path>
                </a:pathLst>
              </a:custGeom>
              <a:solidFill>
                <a:srgbClr val="F7EEEE"/>
              </a:solidFill>
              <a:ln w="5753" cap="sq">
                <a:noFill/>
                <a:prstDash val="solid"/>
                <a:miter/>
              </a:ln>
            </p:spPr>
            <p:txBody>
              <a:bodyPr rtlCol="0" anchor="ctr"/>
              <a:lstStyle/>
              <a:p>
                <a:endParaRPr lang="en-US"/>
              </a:p>
            </p:txBody>
          </p:sp>
          <p:sp>
            <p:nvSpPr>
              <p:cNvPr id="2451" name="Freeform: Shape 2450">
                <a:extLst>
                  <a:ext uri="{FF2B5EF4-FFF2-40B4-BE49-F238E27FC236}">
                    <a16:creationId xmlns:a16="http://schemas.microsoft.com/office/drawing/2014/main" id="{B1C554C6-D473-66AB-343F-8EBB937E6104}"/>
                  </a:ext>
                </a:extLst>
              </p:cNvPr>
              <p:cNvSpPr/>
              <p:nvPr/>
            </p:nvSpPr>
            <p:spPr>
              <a:xfrm>
                <a:off x="7653103" y="8014817"/>
                <a:ext cx="41981" cy="41981"/>
              </a:xfrm>
              <a:custGeom>
                <a:avLst/>
                <a:gdLst>
                  <a:gd name="connsiteX0" fmla="*/ 21244 w 41981"/>
                  <a:gd name="connsiteY0" fmla="*/ 4977 h 41981"/>
                  <a:gd name="connsiteX1" fmla="*/ 37434 w 41981"/>
                  <a:gd name="connsiteY1" fmla="*/ 21167 h 41981"/>
                  <a:gd name="connsiteX2" fmla="*/ 37434 w 41981"/>
                  <a:gd name="connsiteY2" fmla="*/ 21167 h 41981"/>
                  <a:gd name="connsiteX3" fmla="*/ 21244 w 41981"/>
                  <a:gd name="connsiteY3" fmla="*/ 37357 h 41981"/>
                  <a:gd name="connsiteX4" fmla="*/ 5054 w 41981"/>
                  <a:gd name="connsiteY4" fmla="*/ 21167 h 41981"/>
                  <a:gd name="connsiteX5" fmla="*/ 21244 w 41981"/>
                  <a:gd name="connsiteY5" fmla="*/ 4977 h 41981"/>
                  <a:gd name="connsiteX6" fmla="*/ 21244 w 41981"/>
                  <a:gd name="connsiteY6" fmla="*/ 176 h 41981"/>
                  <a:gd name="connsiteX7" fmla="*/ 253 w 41981"/>
                  <a:gd name="connsiteY7" fmla="*/ 21167 h 41981"/>
                  <a:gd name="connsiteX8" fmla="*/ 21244 w 41981"/>
                  <a:gd name="connsiteY8" fmla="*/ 42157 h 41981"/>
                  <a:gd name="connsiteX9" fmla="*/ 42235 w 41981"/>
                  <a:gd name="connsiteY9" fmla="*/ 21167 h 41981"/>
                  <a:gd name="connsiteX10" fmla="*/ 42235 w 41981"/>
                  <a:gd name="connsiteY10" fmla="*/ 21167 h 41981"/>
                  <a:gd name="connsiteX11" fmla="*/ 21244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7"/>
                    </a:moveTo>
                    <a:cubicBezTo>
                      <a:pt x="30186" y="4977"/>
                      <a:pt x="37434" y="12225"/>
                      <a:pt x="37434" y="21167"/>
                    </a:cubicBezTo>
                    <a:lnTo>
                      <a:pt x="37434" y="21167"/>
                    </a:lnTo>
                    <a:cubicBezTo>
                      <a:pt x="37434" y="30109"/>
                      <a:pt x="30186" y="37357"/>
                      <a:pt x="21244" y="37357"/>
                    </a:cubicBezTo>
                    <a:cubicBezTo>
                      <a:pt x="12302" y="37357"/>
                      <a:pt x="5054" y="30109"/>
                      <a:pt x="5054" y="21167"/>
                    </a:cubicBezTo>
                    <a:cubicBezTo>
                      <a:pt x="5054" y="12225"/>
                      <a:pt x="12302" y="4977"/>
                      <a:pt x="21244" y="4977"/>
                    </a:cubicBezTo>
                    <a:close/>
                    <a:moveTo>
                      <a:pt x="21244" y="176"/>
                    </a:moveTo>
                    <a:cubicBezTo>
                      <a:pt x="9651" y="176"/>
                      <a:pt x="253" y="9574"/>
                      <a:pt x="253" y="21167"/>
                    </a:cubicBezTo>
                    <a:cubicBezTo>
                      <a:pt x="253" y="32759"/>
                      <a:pt x="9651" y="42157"/>
                      <a:pt x="21244" y="42157"/>
                    </a:cubicBezTo>
                    <a:cubicBezTo>
                      <a:pt x="32837" y="42157"/>
                      <a:pt x="42235" y="32759"/>
                      <a:pt x="42235" y="21167"/>
                    </a:cubicBezTo>
                    <a:lnTo>
                      <a:pt x="42235" y="21167"/>
                    </a:lnTo>
                    <a:cubicBezTo>
                      <a:pt x="42235" y="9574"/>
                      <a:pt x="32837" y="176"/>
                      <a:pt x="21244" y="176"/>
                    </a:cubicBezTo>
                    <a:close/>
                  </a:path>
                </a:pathLst>
              </a:custGeom>
              <a:solidFill>
                <a:srgbClr val="000000"/>
              </a:solidFill>
              <a:ln w="4794" cap="sq">
                <a:noFill/>
                <a:prstDash val="solid"/>
                <a:round/>
              </a:ln>
            </p:spPr>
            <p:txBody>
              <a:bodyPr rtlCol="0" anchor="ctr"/>
              <a:lstStyle/>
              <a:p>
                <a:endParaRPr lang="en-US"/>
              </a:p>
            </p:txBody>
          </p:sp>
          <p:sp>
            <p:nvSpPr>
              <p:cNvPr id="2452" name="Freeform: Shape 2451">
                <a:extLst>
                  <a:ext uri="{FF2B5EF4-FFF2-40B4-BE49-F238E27FC236}">
                    <a16:creationId xmlns:a16="http://schemas.microsoft.com/office/drawing/2014/main" id="{34CA1EA5-D039-9E15-2976-4A882DA36966}"/>
                  </a:ext>
                </a:extLst>
              </p:cNvPr>
              <p:cNvSpPr/>
              <p:nvPr/>
            </p:nvSpPr>
            <p:spPr>
              <a:xfrm>
                <a:off x="7712176" y="8079016"/>
                <a:ext cx="37180" cy="37180"/>
              </a:xfrm>
              <a:custGeom>
                <a:avLst/>
                <a:gdLst>
                  <a:gd name="connsiteX0" fmla="*/ 37444 w 37180"/>
                  <a:gd name="connsiteY0" fmla="*/ 18777 h 37180"/>
                  <a:gd name="connsiteX1" fmla="*/ 18854 w 37180"/>
                  <a:gd name="connsiteY1" fmla="*/ 37368 h 37180"/>
                  <a:gd name="connsiteX2" fmla="*/ 263 w 37180"/>
                  <a:gd name="connsiteY2" fmla="*/ 18777 h 37180"/>
                  <a:gd name="connsiteX3" fmla="*/ 18854 w 37180"/>
                  <a:gd name="connsiteY3" fmla="*/ 187 h 37180"/>
                  <a:gd name="connsiteX4" fmla="*/ 37444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7"/>
                    </a:moveTo>
                    <a:cubicBezTo>
                      <a:pt x="37444" y="29044"/>
                      <a:pt x="29121" y="37368"/>
                      <a:pt x="18854" y="37368"/>
                    </a:cubicBezTo>
                    <a:cubicBezTo>
                      <a:pt x="8586" y="37368"/>
                      <a:pt x="263" y="29044"/>
                      <a:pt x="263" y="18777"/>
                    </a:cubicBezTo>
                    <a:cubicBezTo>
                      <a:pt x="263" y="8510"/>
                      <a:pt x="8586" y="187"/>
                      <a:pt x="18854" y="187"/>
                    </a:cubicBezTo>
                    <a:cubicBezTo>
                      <a:pt x="29121" y="187"/>
                      <a:pt x="37444" y="8510"/>
                      <a:pt x="37444" y="18777"/>
                    </a:cubicBezTo>
                    <a:close/>
                  </a:path>
                </a:pathLst>
              </a:custGeom>
              <a:solidFill>
                <a:srgbClr val="F7E3E3"/>
              </a:solidFill>
              <a:ln w="5753" cap="sq">
                <a:noFill/>
                <a:prstDash val="solid"/>
                <a:miter/>
              </a:ln>
            </p:spPr>
            <p:txBody>
              <a:bodyPr rtlCol="0" anchor="ctr"/>
              <a:lstStyle/>
              <a:p>
                <a:endParaRPr lang="en-US"/>
              </a:p>
            </p:txBody>
          </p:sp>
          <p:sp>
            <p:nvSpPr>
              <p:cNvPr id="2453" name="Freeform: Shape 2452">
                <a:extLst>
                  <a:ext uri="{FF2B5EF4-FFF2-40B4-BE49-F238E27FC236}">
                    <a16:creationId xmlns:a16="http://schemas.microsoft.com/office/drawing/2014/main" id="{4E2E3E60-35C7-1C3C-007A-66EA41C47BA1}"/>
                  </a:ext>
                </a:extLst>
              </p:cNvPr>
              <p:cNvSpPr/>
              <p:nvPr/>
            </p:nvSpPr>
            <p:spPr>
              <a:xfrm>
                <a:off x="7709775" y="8076616"/>
                <a:ext cx="41981" cy="41981"/>
              </a:xfrm>
              <a:custGeom>
                <a:avLst/>
                <a:gdLst>
                  <a:gd name="connsiteX0" fmla="*/ 21254 w 41981"/>
                  <a:gd name="connsiteY0" fmla="*/ 4987 h 41981"/>
                  <a:gd name="connsiteX1" fmla="*/ 37444 w 41981"/>
                  <a:gd name="connsiteY1" fmla="*/ 21177 h 41981"/>
                  <a:gd name="connsiteX2" fmla="*/ 37444 w 41981"/>
                  <a:gd name="connsiteY2" fmla="*/ 21177 h 41981"/>
                  <a:gd name="connsiteX3" fmla="*/ 21254 w 41981"/>
                  <a:gd name="connsiteY3" fmla="*/ 37368 h 41981"/>
                  <a:gd name="connsiteX4" fmla="*/ 5064 w 41981"/>
                  <a:gd name="connsiteY4" fmla="*/ 21177 h 41981"/>
                  <a:gd name="connsiteX5" fmla="*/ 21254 w 41981"/>
                  <a:gd name="connsiteY5" fmla="*/ 4987 h 41981"/>
                  <a:gd name="connsiteX6" fmla="*/ 21254 w 41981"/>
                  <a:gd name="connsiteY6" fmla="*/ 187 h 41981"/>
                  <a:gd name="connsiteX7" fmla="*/ 263 w 41981"/>
                  <a:gd name="connsiteY7" fmla="*/ 21177 h 41981"/>
                  <a:gd name="connsiteX8" fmla="*/ 21254 w 41981"/>
                  <a:gd name="connsiteY8" fmla="*/ 42168 h 41981"/>
                  <a:gd name="connsiteX9" fmla="*/ 42244 w 41981"/>
                  <a:gd name="connsiteY9" fmla="*/ 21177 h 41981"/>
                  <a:gd name="connsiteX10" fmla="*/ 42244 w 41981"/>
                  <a:gd name="connsiteY10" fmla="*/ 21177 h 41981"/>
                  <a:gd name="connsiteX11" fmla="*/ 21254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87"/>
                    </a:moveTo>
                    <a:cubicBezTo>
                      <a:pt x="30196" y="4987"/>
                      <a:pt x="37444" y="12236"/>
                      <a:pt x="37444" y="21177"/>
                    </a:cubicBezTo>
                    <a:lnTo>
                      <a:pt x="37444" y="21177"/>
                    </a:lnTo>
                    <a:cubicBezTo>
                      <a:pt x="37444" y="30119"/>
                      <a:pt x="30196" y="37368"/>
                      <a:pt x="21254" y="37368"/>
                    </a:cubicBezTo>
                    <a:cubicBezTo>
                      <a:pt x="12312" y="37368"/>
                      <a:pt x="5064" y="30119"/>
                      <a:pt x="5064" y="21177"/>
                    </a:cubicBezTo>
                    <a:cubicBezTo>
                      <a:pt x="5064" y="12236"/>
                      <a:pt x="12312" y="4987"/>
                      <a:pt x="21254" y="4987"/>
                    </a:cubicBezTo>
                    <a:close/>
                    <a:moveTo>
                      <a:pt x="21254" y="187"/>
                    </a:moveTo>
                    <a:cubicBezTo>
                      <a:pt x="9661" y="187"/>
                      <a:pt x="263" y="9585"/>
                      <a:pt x="263" y="21177"/>
                    </a:cubicBezTo>
                    <a:cubicBezTo>
                      <a:pt x="263" y="32770"/>
                      <a:pt x="9661" y="42168"/>
                      <a:pt x="21254" y="42168"/>
                    </a:cubicBezTo>
                    <a:cubicBezTo>
                      <a:pt x="32846" y="42168"/>
                      <a:pt x="42244" y="32770"/>
                      <a:pt x="42244" y="21177"/>
                    </a:cubicBezTo>
                    <a:lnTo>
                      <a:pt x="42244" y="21177"/>
                    </a:lnTo>
                    <a:cubicBezTo>
                      <a:pt x="42244" y="9585"/>
                      <a:pt x="32846" y="187"/>
                      <a:pt x="21254" y="187"/>
                    </a:cubicBezTo>
                    <a:close/>
                  </a:path>
                </a:pathLst>
              </a:custGeom>
              <a:solidFill>
                <a:srgbClr val="000000"/>
              </a:solidFill>
              <a:ln w="4794" cap="sq">
                <a:noFill/>
                <a:prstDash val="solid"/>
                <a:round/>
              </a:ln>
            </p:spPr>
            <p:txBody>
              <a:bodyPr rtlCol="0" anchor="ctr"/>
              <a:lstStyle/>
              <a:p>
                <a:endParaRPr lang="en-US"/>
              </a:p>
            </p:txBody>
          </p:sp>
          <p:sp>
            <p:nvSpPr>
              <p:cNvPr id="2454" name="Freeform: Shape 2453">
                <a:extLst>
                  <a:ext uri="{FF2B5EF4-FFF2-40B4-BE49-F238E27FC236}">
                    <a16:creationId xmlns:a16="http://schemas.microsoft.com/office/drawing/2014/main" id="{4586E0A4-4185-3C6C-4727-C1B689EBD294}"/>
                  </a:ext>
                </a:extLst>
              </p:cNvPr>
              <p:cNvSpPr/>
              <p:nvPr/>
            </p:nvSpPr>
            <p:spPr>
              <a:xfrm>
                <a:off x="7644922" y="7983302"/>
                <a:ext cx="37180" cy="37180"/>
              </a:xfrm>
              <a:custGeom>
                <a:avLst/>
                <a:gdLst>
                  <a:gd name="connsiteX0" fmla="*/ 37432 w 37180"/>
                  <a:gd name="connsiteY0" fmla="*/ 18761 h 37180"/>
                  <a:gd name="connsiteX1" fmla="*/ 18842 w 37180"/>
                  <a:gd name="connsiteY1" fmla="*/ 37351 h 37180"/>
                  <a:gd name="connsiteX2" fmla="*/ 252 w 37180"/>
                  <a:gd name="connsiteY2" fmla="*/ 18761 h 37180"/>
                  <a:gd name="connsiteX3" fmla="*/ 18842 w 37180"/>
                  <a:gd name="connsiteY3" fmla="*/ 170 h 37180"/>
                  <a:gd name="connsiteX4" fmla="*/ 37432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1"/>
                    </a:moveTo>
                    <a:cubicBezTo>
                      <a:pt x="37432" y="29028"/>
                      <a:pt x="29109" y="37351"/>
                      <a:pt x="18842" y="37351"/>
                    </a:cubicBezTo>
                    <a:cubicBezTo>
                      <a:pt x="8575" y="37351"/>
                      <a:pt x="252" y="29028"/>
                      <a:pt x="252" y="18761"/>
                    </a:cubicBezTo>
                    <a:cubicBezTo>
                      <a:pt x="252" y="8493"/>
                      <a:pt x="8575" y="170"/>
                      <a:pt x="18842" y="170"/>
                    </a:cubicBezTo>
                    <a:cubicBezTo>
                      <a:pt x="29109" y="170"/>
                      <a:pt x="37432" y="8493"/>
                      <a:pt x="37432" y="18761"/>
                    </a:cubicBezTo>
                    <a:close/>
                  </a:path>
                </a:pathLst>
              </a:custGeom>
              <a:solidFill>
                <a:srgbClr val="F1F7F1"/>
              </a:solidFill>
              <a:ln w="5753" cap="sq">
                <a:noFill/>
                <a:prstDash val="solid"/>
                <a:miter/>
              </a:ln>
            </p:spPr>
            <p:txBody>
              <a:bodyPr rtlCol="0" anchor="ctr"/>
              <a:lstStyle/>
              <a:p>
                <a:endParaRPr lang="en-US"/>
              </a:p>
            </p:txBody>
          </p:sp>
          <p:sp>
            <p:nvSpPr>
              <p:cNvPr id="2455" name="Freeform: Shape 2454">
                <a:extLst>
                  <a:ext uri="{FF2B5EF4-FFF2-40B4-BE49-F238E27FC236}">
                    <a16:creationId xmlns:a16="http://schemas.microsoft.com/office/drawing/2014/main" id="{253725E8-A5A7-877F-7A39-23886372E10A}"/>
                  </a:ext>
                </a:extLst>
              </p:cNvPr>
              <p:cNvSpPr/>
              <p:nvPr/>
            </p:nvSpPr>
            <p:spPr>
              <a:xfrm>
                <a:off x="7642522" y="7980902"/>
                <a:ext cx="41981" cy="41981"/>
              </a:xfrm>
              <a:custGeom>
                <a:avLst/>
                <a:gdLst>
                  <a:gd name="connsiteX0" fmla="*/ 21242 w 41981"/>
                  <a:gd name="connsiteY0" fmla="*/ 4971 h 41981"/>
                  <a:gd name="connsiteX1" fmla="*/ 37432 w 41981"/>
                  <a:gd name="connsiteY1" fmla="*/ 21161 h 41981"/>
                  <a:gd name="connsiteX2" fmla="*/ 37432 w 41981"/>
                  <a:gd name="connsiteY2" fmla="*/ 21161 h 41981"/>
                  <a:gd name="connsiteX3" fmla="*/ 21242 w 41981"/>
                  <a:gd name="connsiteY3" fmla="*/ 37351 h 41981"/>
                  <a:gd name="connsiteX4" fmla="*/ 5052 w 41981"/>
                  <a:gd name="connsiteY4" fmla="*/ 21161 h 41981"/>
                  <a:gd name="connsiteX5" fmla="*/ 21242 w 41981"/>
                  <a:gd name="connsiteY5" fmla="*/ 4971 h 41981"/>
                  <a:gd name="connsiteX6" fmla="*/ 21242 w 41981"/>
                  <a:gd name="connsiteY6" fmla="*/ 170 h 41981"/>
                  <a:gd name="connsiteX7" fmla="*/ 252 w 41981"/>
                  <a:gd name="connsiteY7" fmla="*/ 21161 h 41981"/>
                  <a:gd name="connsiteX8" fmla="*/ 21242 w 41981"/>
                  <a:gd name="connsiteY8" fmla="*/ 42151 h 41981"/>
                  <a:gd name="connsiteX9" fmla="*/ 42233 w 41981"/>
                  <a:gd name="connsiteY9" fmla="*/ 21161 h 41981"/>
                  <a:gd name="connsiteX10" fmla="*/ 42233 w 41981"/>
                  <a:gd name="connsiteY10" fmla="*/ 21161 h 41981"/>
                  <a:gd name="connsiteX11" fmla="*/ 21242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1"/>
                    </a:moveTo>
                    <a:cubicBezTo>
                      <a:pt x="30184" y="4971"/>
                      <a:pt x="37432" y="12219"/>
                      <a:pt x="37432" y="21161"/>
                    </a:cubicBezTo>
                    <a:lnTo>
                      <a:pt x="37432" y="21161"/>
                    </a:lnTo>
                    <a:cubicBezTo>
                      <a:pt x="37432" y="30103"/>
                      <a:pt x="30184" y="37351"/>
                      <a:pt x="21242" y="37351"/>
                    </a:cubicBezTo>
                    <a:cubicBezTo>
                      <a:pt x="12300" y="37351"/>
                      <a:pt x="5052" y="30103"/>
                      <a:pt x="5052" y="21161"/>
                    </a:cubicBezTo>
                    <a:cubicBezTo>
                      <a:pt x="5052" y="12219"/>
                      <a:pt x="12300" y="4971"/>
                      <a:pt x="21242" y="4971"/>
                    </a:cubicBezTo>
                    <a:close/>
                    <a:moveTo>
                      <a:pt x="21242" y="170"/>
                    </a:moveTo>
                    <a:cubicBezTo>
                      <a:pt x="9650" y="170"/>
                      <a:pt x="252" y="9568"/>
                      <a:pt x="252" y="21161"/>
                    </a:cubicBezTo>
                    <a:cubicBezTo>
                      <a:pt x="252" y="32753"/>
                      <a:pt x="9650" y="42151"/>
                      <a:pt x="21242" y="42151"/>
                    </a:cubicBezTo>
                    <a:cubicBezTo>
                      <a:pt x="32835" y="42151"/>
                      <a:pt x="42233" y="32753"/>
                      <a:pt x="42233" y="21161"/>
                    </a:cubicBezTo>
                    <a:lnTo>
                      <a:pt x="42233" y="21161"/>
                    </a:lnTo>
                    <a:cubicBezTo>
                      <a:pt x="42233" y="9568"/>
                      <a:pt x="32835" y="170"/>
                      <a:pt x="21242" y="170"/>
                    </a:cubicBezTo>
                    <a:close/>
                  </a:path>
                </a:pathLst>
              </a:custGeom>
              <a:solidFill>
                <a:srgbClr val="000000"/>
              </a:solidFill>
              <a:ln w="4794" cap="sq">
                <a:noFill/>
                <a:prstDash val="solid"/>
                <a:round/>
              </a:ln>
            </p:spPr>
            <p:txBody>
              <a:bodyPr rtlCol="0" anchor="ctr"/>
              <a:lstStyle/>
              <a:p>
                <a:endParaRPr lang="en-US"/>
              </a:p>
            </p:txBody>
          </p:sp>
          <p:sp>
            <p:nvSpPr>
              <p:cNvPr id="2456" name="Freeform: Shape 2455">
                <a:extLst>
                  <a:ext uri="{FF2B5EF4-FFF2-40B4-BE49-F238E27FC236}">
                    <a16:creationId xmlns:a16="http://schemas.microsoft.com/office/drawing/2014/main" id="{E8946A6D-FD60-EA32-60CA-C1DDF2DF1743}"/>
                  </a:ext>
                </a:extLst>
              </p:cNvPr>
              <p:cNvSpPr/>
              <p:nvPr/>
            </p:nvSpPr>
            <p:spPr>
              <a:xfrm>
                <a:off x="7630482" y="7918151"/>
                <a:ext cx="37180" cy="37180"/>
              </a:xfrm>
              <a:custGeom>
                <a:avLst/>
                <a:gdLst>
                  <a:gd name="connsiteX0" fmla="*/ 37430 w 37180"/>
                  <a:gd name="connsiteY0" fmla="*/ 18749 h 37180"/>
                  <a:gd name="connsiteX1" fmla="*/ 18839 w 37180"/>
                  <a:gd name="connsiteY1" fmla="*/ 37340 h 37180"/>
                  <a:gd name="connsiteX2" fmla="*/ 249 w 37180"/>
                  <a:gd name="connsiteY2" fmla="*/ 18749 h 37180"/>
                  <a:gd name="connsiteX3" fmla="*/ 18839 w 37180"/>
                  <a:gd name="connsiteY3" fmla="*/ 159 h 37180"/>
                  <a:gd name="connsiteX4" fmla="*/ 37430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49"/>
                    </a:moveTo>
                    <a:cubicBezTo>
                      <a:pt x="37430" y="29017"/>
                      <a:pt x="29107" y="37340"/>
                      <a:pt x="18839" y="37340"/>
                    </a:cubicBezTo>
                    <a:cubicBezTo>
                      <a:pt x="8572" y="37340"/>
                      <a:pt x="249" y="29017"/>
                      <a:pt x="249" y="18749"/>
                    </a:cubicBezTo>
                    <a:cubicBezTo>
                      <a:pt x="249" y="8482"/>
                      <a:pt x="8572" y="159"/>
                      <a:pt x="18839" y="159"/>
                    </a:cubicBezTo>
                    <a:cubicBezTo>
                      <a:pt x="29107" y="159"/>
                      <a:pt x="37430" y="8482"/>
                      <a:pt x="37430" y="18749"/>
                    </a:cubicBezTo>
                    <a:close/>
                  </a:path>
                </a:pathLst>
              </a:custGeom>
              <a:solidFill>
                <a:srgbClr val="F7EFEF"/>
              </a:solidFill>
              <a:ln w="5753" cap="sq">
                <a:noFill/>
                <a:prstDash val="solid"/>
                <a:miter/>
              </a:ln>
            </p:spPr>
            <p:txBody>
              <a:bodyPr rtlCol="0" anchor="ctr"/>
              <a:lstStyle/>
              <a:p>
                <a:endParaRPr lang="en-US"/>
              </a:p>
            </p:txBody>
          </p:sp>
          <p:sp>
            <p:nvSpPr>
              <p:cNvPr id="2457" name="Freeform: Shape 2456">
                <a:extLst>
                  <a:ext uri="{FF2B5EF4-FFF2-40B4-BE49-F238E27FC236}">
                    <a16:creationId xmlns:a16="http://schemas.microsoft.com/office/drawing/2014/main" id="{84EAE4A5-08D3-48A6-F175-622B05256FCB}"/>
                  </a:ext>
                </a:extLst>
              </p:cNvPr>
              <p:cNvSpPr/>
              <p:nvPr/>
            </p:nvSpPr>
            <p:spPr>
              <a:xfrm>
                <a:off x="7628081" y="7915751"/>
                <a:ext cx="41981" cy="41981"/>
              </a:xfrm>
              <a:custGeom>
                <a:avLst/>
                <a:gdLst>
                  <a:gd name="connsiteX0" fmla="*/ 21240 w 41981"/>
                  <a:gd name="connsiteY0" fmla="*/ 4959 h 41981"/>
                  <a:gd name="connsiteX1" fmla="*/ 37430 w 41981"/>
                  <a:gd name="connsiteY1" fmla="*/ 21150 h 41981"/>
                  <a:gd name="connsiteX2" fmla="*/ 37430 w 41981"/>
                  <a:gd name="connsiteY2" fmla="*/ 21150 h 41981"/>
                  <a:gd name="connsiteX3" fmla="*/ 21240 w 41981"/>
                  <a:gd name="connsiteY3" fmla="*/ 37340 h 41981"/>
                  <a:gd name="connsiteX4" fmla="*/ 5049 w 41981"/>
                  <a:gd name="connsiteY4" fmla="*/ 21150 h 41981"/>
                  <a:gd name="connsiteX5" fmla="*/ 21240 w 41981"/>
                  <a:gd name="connsiteY5" fmla="*/ 4959 h 41981"/>
                  <a:gd name="connsiteX6" fmla="*/ 21240 w 41981"/>
                  <a:gd name="connsiteY6" fmla="*/ 159 h 41981"/>
                  <a:gd name="connsiteX7" fmla="*/ 249 w 41981"/>
                  <a:gd name="connsiteY7" fmla="*/ 21150 h 41981"/>
                  <a:gd name="connsiteX8" fmla="*/ 21240 w 41981"/>
                  <a:gd name="connsiteY8" fmla="*/ 42140 h 41981"/>
                  <a:gd name="connsiteX9" fmla="*/ 42230 w 41981"/>
                  <a:gd name="connsiteY9" fmla="*/ 21150 h 41981"/>
                  <a:gd name="connsiteX10" fmla="*/ 42230 w 41981"/>
                  <a:gd name="connsiteY10" fmla="*/ 21150 h 41981"/>
                  <a:gd name="connsiteX11" fmla="*/ 21240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59"/>
                    </a:moveTo>
                    <a:cubicBezTo>
                      <a:pt x="30181" y="4959"/>
                      <a:pt x="37430" y="12208"/>
                      <a:pt x="37430" y="21150"/>
                    </a:cubicBezTo>
                    <a:lnTo>
                      <a:pt x="37430" y="21150"/>
                    </a:lnTo>
                    <a:cubicBezTo>
                      <a:pt x="37430" y="30091"/>
                      <a:pt x="30181" y="37340"/>
                      <a:pt x="21240" y="37340"/>
                    </a:cubicBezTo>
                    <a:cubicBezTo>
                      <a:pt x="12298" y="37340"/>
                      <a:pt x="5049" y="30091"/>
                      <a:pt x="5049" y="21150"/>
                    </a:cubicBezTo>
                    <a:cubicBezTo>
                      <a:pt x="5049" y="12208"/>
                      <a:pt x="12298" y="4959"/>
                      <a:pt x="21240" y="4959"/>
                    </a:cubicBezTo>
                    <a:close/>
                    <a:moveTo>
                      <a:pt x="21240" y="159"/>
                    </a:moveTo>
                    <a:cubicBezTo>
                      <a:pt x="9647" y="159"/>
                      <a:pt x="249" y="9557"/>
                      <a:pt x="249" y="21150"/>
                    </a:cubicBezTo>
                    <a:cubicBezTo>
                      <a:pt x="249" y="32742"/>
                      <a:pt x="9647" y="42140"/>
                      <a:pt x="21240" y="42140"/>
                    </a:cubicBezTo>
                    <a:cubicBezTo>
                      <a:pt x="32832" y="42140"/>
                      <a:pt x="42230" y="32742"/>
                      <a:pt x="42230" y="21150"/>
                    </a:cubicBezTo>
                    <a:lnTo>
                      <a:pt x="42230" y="21150"/>
                    </a:lnTo>
                    <a:cubicBezTo>
                      <a:pt x="42230" y="9557"/>
                      <a:pt x="32832" y="159"/>
                      <a:pt x="21240" y="159"/>
                    </a:cubicBezTo>
                    <a:close/>
                  </a:path>
                </a:pathLst>
              </a:custGeom>
              <a:solidFill>
                <a:srgbClr val="000000"/>
              </a:solidFill>
              <a:ln w="4794" cap="sq">
                <a:noFill/>
                <a:prstDash val="solid"/>
                <a:round/>
              </a:ln>
            </p:spPr>
            <p:txBody>
              <a:bodyPr rtlCol="0" anchor="ctr"/>
              <a:lstStyle/>
              <a:p>
                <a:endParaRPr lang="en-US"/>
              </a:p>
            </p:txBody>
          </p:sp>
          <p:sp>
            <p:nvSpPr>
              <p:cNvPr id="2458" name="Freeform: Shape 2457">
                <a:extLst>
                  <a:ext uri="{FF2B5EF4-FFF2-40B4-BE49-F238E27FC236}">
                    <a16:creationId xmlns:a16="http://schemas.microsoft.com/office/drawing/2014/main" id="{AE30FBC0-2628-A665-D239-3919FD8276AD}"/>
                  </a:ext>
                </a:extLst>
              </p:cNvPr>
              <p:cNvSpPr/>
              <p:nvPr/>
            </p:nvSpPr>
            <p:spPr>
              <a:xfrm>
                <a:off x="7608196" y="7942683"/>
                <a:ext cx="37180" cy="37180"/>
              </a:xfrm>
              <a:custGeom>
                <a:avLst/>
                <a:gdLst>
                  <a:gd name="connsiteX0" fmla="*/ 37426 w 37180"/>
                  <a:gd name="connsiteY0" fmla="*/ 18754 h 37180"/>
                  <a:gd name="connsiteX1" fmla="*/ 18836 w 37180"/>
                  <a:gd name="connsiteY1" fmla="*/ 37344 h 37180"/>
                  <a:gd name="connsiteX2" fmla="*/ 245 w 37180"/>
                  <a:gd name="connsiteY2" fmla="*/ 18754 h 37180"/>
                  <a:gd name="connsiteX3" fmla="*/ 18836 w 37180"/>
                  <a:gd name="connsiteY3" fmla="*/ 163 h 37180"/>
                  <a:gd name="connsiteX4" fmla="*/ 37426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54"/>
                    </a:moveTo>
                    <a:cubicBezTo>
                      <a:pt x="37426" y="29021"/>
                      <a:pt x="29103" y="37344"/>
                      <a:pt x="18836" y="37344"/>
                    </a:cubicBezTo>
                    <a:cubicBezTo>
                      <a:pt x="8568" y="37344"/>
                      <a:pt x="245" y="29021"/>
                      <a:pt x="245" y="18754"/>
                    </a:cubicBezTo>
                    <a:cubicBezTo>
                      <a:pt x="245" y="8486"/>
                      <a:pt x="8568" y="163"/>
                      <a:pt x="18836" y="163"/>
                    </a:cubicBezTo>
                    <a:cubicBezTo>
                      <a:pt x="29103" y="163"/>
                      <a:pt x="37426" y="8486"/>
                      <a:pt x="37426" y="18754"/>
                    </a:cubicBezTo>
                    <a:close/>
                  </a:path>
                </a:pathLst>
              </a:custGeom>
              <a:solidFill>
                <a:srgbClr val="F7C5C5"/>
              </a:solidFill>
              <a:ln w="5753" cap="sq">
                <a:noFill/>
                <a:prstDash val="solid"/>
                <a:miter/>
              </a:ln>
            </p:spPr>
            <p:txBody>
              <a:bodyPr rtlCol="0" anchor="ctr"/>
              <a:lstStyle/>
              <a:p>
                <a:endParaRPr lang="en-US"/>
              </a:p>
            </p:txBody>
          </p:sp>
          <p:sp>
            <p:nvSpPr>
              <p:cNvPr id="2459" name="Freeform: Shape 2458">
                <a:extLst>
                  <a:ext uri="{FF2B5EF4-FFF2-40B4-BE49-F238E27FC236}">
                    <a16:creationId xmlns:a16="http://schemas.microsoft.com/office/drawing/2014/main" id="{8FC434A3-9A73-801F-50BE-51BDFA3A8E5B}"/>
                  </a:ext>
                </a:extLst>
              </p:cNvPr>
              <p:cNvSpPr/>
              <p:nvPr/>
            </p:nvSpPr>
            <p:spPr>
              <a:xfrm>
                <a:off x="7605796" y="7940283"/>
                <a:ext cx="41981" cy="41981"/>
              </a:xfrm>
              <a:custGeom>
                <a:avLst/>
                <a:gdLst>
                  <a:gd name="connsiteX0" fmla="*/ 21236 w 41981"/>
                  <a:gd name="connsiteY0" fmla="*/ 4964 h 41981"/>
                  <a:gd name="connsiteX1" fmla="*/ 37426 w 41981"/>
                  <a:gd name="connsiteY1" fmla="*/ 21154 h 41981"/>
                  <a:gd name="connsiteX2" fmla="*/ 37426 w 41981"/>
                  <a:gd name="connsiteY2" fmla="*/ 21154 h 41981"/>
                  <a:gd name="connsiteX3" fmla="*/ 21236 w 41981"/>
                  <a:gd name="connsiteY3" fmla="*/ 37344 h 41981"/>
                  <a:gd name="connsiteX4" fmla="*/ 5046 w 41981"/>
                  <a:gd name="connsiteY4" fmla="*/ 21154 h 41981"/>
                  <a:gd name="connsiteX5" fmla="*/ 21236 w 41981"/>
                  <a:gd name="connsiteY5" fmla="*/ 4964 h 41981"/>
                  <a:gd name="connsiteX6" fmla="*/ 21236 w 41981"/>
                  <a:gd name="connsiteY6" fmla="*/ 163 h 41981"/>
                  <a:gd name="connsiteX7" fmla="*/ 245 w 41981"/>
                  <a:gd name="connsiteY7" fmla="*/ 21154 h 41981"/>
                  <a:gd name="connsiteX8" fmla="*/ 21236 w 41981"/>
                  <a:gd name="connsiteY8" fmla="*/ 42144 h 41981"/>
                  <a:gd name="connsiteX9" fmla="*/ 42226 w 41981"/>
                  <a:gd name="connsiteY9" fmla="*/ 21154 h 41981"/>
                  <a:gd name="connsiteX10" fmla="*/ 42226 w 41981"/>
                  <a:gd name="connsiteY10" fmla="*/ 21154 h 41981"/>
                  <a:gd name="connsiteX11" fmla="*/ 21236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64"/>
                    </a:moveTo>
                    <a:cubicBezTo>
                      <a:pt x="30178" y="4964"/>
                      <a:pt x="37426" y="12212"/>
                      <a:pt x="37426" y="21154"/>
                    </a:cubicBezTo>
                    <a:lnTo>
                      <a:pt x="37426" y="21154"/>
                    </a:lnTo>
                    <a:cubicBezTo>
                      <a:pt x="37426" y="30096"/>
                      <a:pt x="30178" y="37344"/>
                      <a:pt x="21236" y="37344"/>
                    </a:cubicBezTo>
                    <a:cubicBezTo>
                      <a:pt x="12294" y="37344"/>
                      <a:pt x="5046" y="30096"/>
                      <a:pt x="5046" y="21154"/>
                    </a:cubicBezTo>
                    <a:cubicBezTo>
                      <a:pt x="5046" y="12212"/>
                      <a:pt x="12294" y="4964"/>
                      <a:pt x="21236" y="4964"/>
                    </a:cubicBezTo>
                    <a:close/>
                    <a:moveTo>
                      <a:pt x="21236" y="163"/>
                    </a:moveTo>
                    <a:cubicBezTo>
                      <a:pt x="9643" y="163"/>
                      <a:pt x="245" y="9561"/>
                      <a:pt x="245" y="21154"/>
                    </a:cubicBezTo>
                    <a:cubicBezTo>
                      <a:pt x="245" y="32746"/>
                      <a:pt x="9643" y="42144"/>
                      <a:pt x="21236" y="42144"/>
                    </a:cubicBezTo>
                    <a:cubicBezTo>
                      <a:pt x="32828" y="42144"/>
                      <a:pt x="42226" y="32746"/>
                      <a:pt x="42226" y="21154"/>
                    </a:cubicBezTo>
                    <a:lnTo>
                      <a:pt x="42226" y="21154"/>
                    </a:lnTo>
                    <a:cubicBezTo>
                      <a:pt x="42226" y="9561"/>
                      <a:pt x="32828" y="163"/>
                      <a:pt x="21236" y="163"/>
                    </a:cubicBezTo>
                    <a:close/>
                  </a:path>
                </a:pathLst>
              </a:custGeom>
              <a:solidFill>
                <a:srgbClr val="000000"/>
              </a:solidFill>
              <a:ln w="4794" cap="sq">
                <a:noFill/>
                <a:prstDash val="solid"/>
                <a:round/>
              </a:ln>
            </p:spPr>
            <p:txBody>
              <a:bodyPr rtlCol="0" anchor="ctr"/>
              <a:lstStyle/>
              <a:p>
                <a:endParaRPr lang="en-US"/>
              </a:p>
            </p:txBody>
          </p:sp>
          <p:sp>
            <p:nvSpPr>
              <p:cNvPr id="2460" name="Freeform: Shape 2459">
                <a:extLst>
                  <a:ext uri="{FF2B5EF4-FFF2-40B4-BE49-F238E27FC236}">
                    <a16:creationId xmlns:a16="http://schemas.microsoft.com/office/drawing/2014/main" id="{D77ED57E-FCCD-EA05-A54D-F12D95DE0B11}"/>
                  </a:ext>
                </a:extLst>
              </p:cNvPr>
              <p:cNvSpPr/>
              <p:nvPr/>
            </p:nvSpPr>
            <p:spPr>
              <a:xfrm>
                <a:off x="7686451" y="7823935"/>
                <a:ext cx="37180" cy="37180"/>
              </a:xfrm>
              <a:custGeom>
                <a:avLst/>
                <a:gdLst>
                  <a:gd name="connsiteX0" fmla="*/ 37440 w 37180"/>
                  <a:gd name="connsiteY0" fmla="*/ 18733 h 37180"/>
                  <a:gd name="connsiteX1" fmla="*/ 18849 w 37180"/>
                  <a:gd name="connsiteY1" fmla="*/ 37323 h 37180"/>
                  <a:gd name="connsiteX2" fmla="*/ 259 w 37180"/>
                  <a:gd name="connsiteY2" fmla="*/ 18733 h 37180"/>
                  <a:gd name="connsiteX3" fmla="*/ 18849 w 37180"/>
                  <a:gd name="connsiteY3" fmla="*/ 143 h 37180"/>
                  <a:gd name="connsiteX4" fmla="*/ 37440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33"/>
                    </a:moveTo>
                    <a:cubicBezTo>
                      <a:pt x="37440" y="29000"/>
                      <a:pt x="29116" y="37323"/>
                      <a:pt x="18849" y="37323"/>
                    </a:cubicBezTo>
                    <a:cubicBezTo>
                      <a:pt x="8582" y="37323"/>
                      <a:pt x="259" y="29000"/>
                      <a:pt x="259" y="18733"/>
                    </a:cubicBezTo>
                    <a:cubicBezTo>
                      <a:pt x="259" y="8466"/>
                      <a:pt x="8582" y="143"/>
                      <a:pt x="18849" y="143"/>
                    </a:cubicBezTo>
                    <a:cubicBezTo>
                      <a:pt x="29116" y="143"/>
                      <a:pt x="37440" y="8466"/>
                      <a:pt x="37440" y="18733"/>
                    </a:cubicBezTo>
                    <a:close/>
                  </a:path>
                </a:pathLst>
              </a:custGeom>
              <a:solidFill>
                <a:srgbClr val="F7DFDF"/>
              </a:solidFill>
              <a:ln w="5753" cap="sq">
                <a:noFill/>
                <a:prstDash val="solid"/>
                <a:miter/>
              </a:ln>
            </p:spPr>
            <p:txBody>
              <a:bodyPr rtlCol="0" anchor="ctr"/>
              <a:lstStyle/>
              <a:p>
                <a:endParaRPr lang="en-US"/>
              </a:p>
            </p:txBody>
          </p:sp>
          <p:sp>
            <p:nvSpPr>
              <p:cNvPr id="2461" name="Freeform: Shape 2460">
                <a:extLst>
                  <a:ext uri="{FF2B5EF4-FFF2-40B4-BE49-F238E27FC236}">
                    <a16:creationId xmlns:a16="http://schemas.microsoft.com/office/drawing/2014/main" id="{0AD121FB-85C6-1F4A-706D-15200E757101}"/>
                  </a:ext>
                </a:extLst>
              </p:cNvPr>
              <p:cNvSpPr/>
              <p:nvPr/>
            </p:nvSpPr>
            <p:spPr>
              <a:xfrm>
                <a:off x="7684051" y="7821534"/>
                <a:ext cx="41981" cy="41981"/>
              </a:xfrm>
              <a:custGeom>
                <a:avLst/>
                <a:gdLst>
                  <a:gd name="connsiteX0" fmla="*/ 21249 w 41981"/>
                  <a:gd name="connsiteY0" fmla="*/ 4943 h 41981"/>
                  <a:gd name="connsiteX1" fmla="*/ 37440 w 41981"/>
                  <a:gd name="connsiteY1" fmla="*/ 21133 h 41981"/>
                  <a:gd name="connsiteX2" fmla="*/ 37440 w 41981"/>
                  <a:gd name="connsiteY2" fmla="*/ 21133 h 41981"/>
                  <a:gd name="connsiteX3" fmla="*/ 21249 w 41981"/>
                  <a:gd name="connsiteY3" fmla="*/ 37323 h 41981"/>
                  <a:gd name="connsiteX4" fmla="*/ 5059 w 41981"/>
                  <a:gd name="connsiteY4" fmla="*/ 21133 h 41981"/>
                  <a:gd name="connsiteX5" fmla="*/ 21249 w 41981"/>
                  <a:gd name="connsiteY5" fmla="*/ 4943 h 41981"/>
                  <a:gd name="connsiteX6" fmla="*/ 21249 w 41981"/>
                  <a:gd name="connsiteY6" fmla="*/ 143 h 41981"/>
                  <a:gd name="connsiteX7" fmla="*/ 259 w 41981"/>
                  <a:gd name="connsiteY7" fmla="*/ 21133 h 41981"/>
                  <a:gd name="connsiteX8" fmla="*/ 21249 w 41981"/>
                  <a:gd name="connsiteY8" fmla="*/ 42124 h 41981"/>
                  <a:gd name="connsiteX9" fmla="*/ 42240 w 41981"/>
                  <a:gd name="connsiteY9" fmla="*/ 21133 h 41981"/>
                  <a:gd name="connsiteX10" fmla="*/ 42240 w 41981"/>
                  <a:gd name="connsiteY10" fmla="*/ 21133 h 41981"/>
                  <a:gd name="connsiteX11" fmla="*/ 21249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43"/>
                    </a:moveTo>
                    <a:cubicBezTo>
                      <a:pt x="30191" y="4943"/>
                      <a:pt x="37440" y="12191"/>
                      <a:pt x="37440" y="21133"/>
                    </a:cubicBezTo>
                    <a:lnTo>
                      <a:pt x="37440" y="21133"/>
                    </a:lnTo>
                    <a:cubicBezTo>
                      <a:pt x="37440" y="30075"/>
                      <a:pt x="30191" y="37323"/>
                      <a:pt x="21249" y="37323"/>
                    </a:cubicBezTo>
                    <a:cubicBezTo>
                      <a:pt x="12308" y="37323"/>
                      <a:pt x="5059" y="30075"/>
                      <a:pt x="5059" y="21133"/>
                    </a:cubicBezTo>
                    <a:cubicBezTo>
                      <a:pt x="5059" y="12191"/>
                      <a:pt x="12308" y="4943"/>
                      <a:pt x="21249" y="4943"/>
                    </a:cubicBezTo>
                    <a:close/>
                    <a:moveTo>
                      <a:pt x="21249" y="143"/>
                    </a:moveTo>
                    <a:cubicBezTo>
                      <a:pt x="9657" y="143"/>
                      <a:pt x="259" y="9541"/>
                      <a:pt x="259" y="21133"/>
                    </a:cubicBezTo>
                    <a:cubicBezTo>
                      <a:pt x="259" y="32726"/>
                      <a:pt x="9657" y="42124"/>
                      <a:pt x="21249" y="42124"/>
                    </a:cubicBezTo>
                    <a:cubicBezTo>
                      <a:pt x="32842" y="42124"/>
                      <a:pt x="42240" y="32726"/>
                      <a:pt x="42240" y="21133"/>
                    </a:cubicBezTo>
                    <a:lnTo>
                      <a:pt x="42240" y="21133"/>
                    </a:lnTo>
                    <a:cubicBezTo>
                      <a:pt x="42240" y="9541"/>
                      <a:pt x="32842" y="143"/>
                      <a:pt x="21249" y="143"/>
                    </a:cubicBezTo>
                    <a:close/>
                  </a:path>
                </a:pathLst>
              </a:custGeom>
              <a:solidFill>
                <a:srgbClr val="000000"/>
              </a:solidFill>
              <a:ln w="4794" cap="sq">
                <a:noFill/>
                <a:prstDash val="solid"/>
                <a:round/>
              </a:ln>
            </p:spPr>
            <p:txBody>
              <a:bodyPr rtlCol="0" anchor="ctr"/>
              <a:lstStyle/>
              <a:p>
                <a:endParaRPr lang="en-US"/>
              </a:p>
            </p:txBody>
          </p:sp>
          <p:sp>
            <p:nvSpPr>
              <p:cNvPr id="2462" name="Freeform: Shape 2461">
                <a:extLst>
                  <a:ext uri="{FF2B5EF4-FFF2-40B4-BE49-F238E27FC236}">
                    <a16:creationId xmlns:a16="http://schemas.microsoft.com/office/drawing/2014/main" id="{B992CD01-D93A-4DBB-45DE-4E069044F69B}"/>
                  </a:ext>
                </a:extLst>
              </p:cNvPr>
              <p:cNvSpPr/>
              <p:nvPr/>
            </p:nvSpPr>
            <p:spPr>
              <a:xfrm>
                <a:off x="7505115" y="8408396"/>
                <a:ext cx="37180" cy="37180"/>
              </a:xfrm>
              <a:custGeom>
                <a:avLst/>
                <a:gdLst>
                  <a:gd name="connsiteX0" fmla="*/ 37408 w 37180"/>
                  <a:gd name="connsiteY0" fmla="*/ 18834 h 37180"/>
                  <a:gd name="connsiteX1" fmla="*/ 18818 w 37180"/>
                  <a:gd name="connsiteY1" fmla="*/ 37425 h 37180"/>
                  <a:gd name="connsiteX2" fmla="*/ 227 w 37180"/>
                  <a:gd name="connsiteY2" fmla="*/ 18834 h 37180"/>
                  <a:gd name="connsiteX3" fmla="*/ 18818 w 37180"/>
                  <a:gd name="connsiteY3" fmla="*/ 244 h 37180"/>
                  <a:gd name="connsiteX4" fmla="*/ 37408 w 37180"/>
                  <a:gd name="connsiteY4" fmla="*/ 188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834"/>
                    </a:moveTo>
                    <a:cubicBezTo>
                      <a:pt x="37408" y="29102"/>
                      <a:pt x="29085" y="37425"/>
                      <a:pt x="18818" y="37425"/>
                    </a:cubicBezTo>
                    <a:cubicBezTo>
                      <a:pt x="8551" y="37425"/>
                      <a:pt x="227" y="29102"/>
                      <a:pt x="227" y="18834"/>
                    </a:cubicBezTo>
                    <a:cubicBezTo>
                      <a:pt x="227" y="8567"/>
                      <a:pt x="8551" y="244"/>
                      <a:pt x="18818" y="244"/>
                    </a:cubicBezTo>
                    <a:cubicBezTo>
                      <a:pt x="29085" y="244"/>
                      <a:pt x="37408" y="8567"/>
                      <a:pt x="37408" y="18834"/>
                    </a:cubicBezTo>
                    <a:close/>
                  </a:path>
                </a:pathLst>
              </a:custGeom>
              <a:solidFill>
                <a:srgbClr val="F7E0E0"/>
              </a:solidFill>
              <a:ln w="5753" cap="sq">
                <a:noFill/>
                <a:prstDash val="solid"/>
                <a:miter/>
              </a:ln>
            </p:spPr>
            <p:txBody>
              <a:bodyPr rtlCol="0" anchor="ctr"/>
              <a:lstStyle/>
              <a:p>
                <a:endParaRPr lang="en-US"/>
              </a:p>
            </p:txBody>
          </p:sp>
          <p:sp>
            <p:nvSpPr>
              <p:cNvPr id="2463" name="Freeform: Shape 2462">
                <a:extLst>
                  <a:ext uri="{FF2B5EF4-FFF2-40B4-BE49-F238E27FC236}">
                    <a16:creationId xmlns:a16="http://schemas.microsoft.com/office/drawing/2014/main" id="{7529952F-F841-EFFA-E5FE-F59BF6A4362B}"/>
                  </a:ext>
                </a:extLst>
              </p:cNvPr>
              <p:cNvSpPr/>
              <p:nvPr/>
            </p:nvSpPr>
            <p:spPr>
              <a:xfrm>
                <a:off x="7502715" y="8405996"/>
                <a:ext cx="41981" cy="41981"/>
              </a:xfrm>
              <a:custGeom>
                <a:avLst/>
                <a:gdLst>
                  <a:gd name="connsiteX0" fmla="*/ 21218 w 41981"/>
                  <a:gd name="connsiteY0" fmla="*/ 5044 h 41981"/>
                  <a:gd name="connsiteX1" fmla="*/ 37408 w 41981"/>
                  <a:gd name="connsiteY1" fmla="*/ 21235 h 41981"/>
                  <a:gd name="connsiteX2" fmla="*/ 37408 w 41981"/>
                  <a:gd name="connsiteY2" fmla="*/ 21235 h 41981"/>
                  <a:gd name="connsiteX3" fmla="*/ 21218 w 41981"/>
                  <a:gd name="connsiteY3" fmla="*/ 37425 h 41981"/>
                  <a:gd name="connsiteX4" fmla="*/ 5028 w 41981"/>
                  <a:gd name="connsiteY4" fmla="*/ 21235 h 41981"/>
                  <a:gd name="connsiteX5" fmla="*/ 21218 w 41981"/>
                  <a:gd name="connsiteY5" fmla="*/ 5044 h 41981"/>
                  <a:gd name="connsiteX6" fmla="*/ 21218 w 41981"/>
                  <a:gd name="connsiteY6" fmla="*/ 244 h 41981"/>
                  <a:gd name="connsiteX7" fmla="*/ 227 w 41981"/>
                  <a:gd name="connsiteY7" fmla="*/ 21235 h 41981"/>
                  <a:gd name="connsiteX8" fmla="*/ 21218 w 41981"/>
                  <a:gd name="connsiteY8" fmla="*/ 42225 h 41981"/>
                  <a:gd name="connsiteX9" fmla="*/ 42208 w 41981"/>
                  <a:gd name="connsiteY9" fmla="*/ 21235 h 41981"/>
                  <a:gd name="connsiteX10" fmla="*/ 42208 w 41981"/>
                  <a:gd name="connsiteY10" fmla="*/ 21235 h 41981"/>
                  <a:gd name="connsiteX11" fmla="*/ 21218 w 41981"/>
                  <a:gd name="connsiteY11" fmla="*/ 2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5044"/>
                    </a:moveTo>
                    <a:cubicBezTo>
                      <a:pt x="30160" y="5044"/>
                      <a:pt x="37408" y="12293"/>
                      <a:pt x="37408" y="21235"/>
                    </a:cubicBezTo>
                    <a:lnTo>
                      <a:pt x="37408" y="21235"/>
                    </a:lnTo>
                    <a:cubicBezTo>
                      <a:pt x="37408" y="30176"/>
                      <a:pt x="30160" y="37425"/>
                      <a:pt x="21218" y="37425"/>
                    </a:cubicBezTo>
                    <a:cubicBezTo>
                      <a:pt x="12276" y="37425"/>
                      <a:pt x="5028" y="30176"/>
                      <a:pt x="5028" y="21235"/>
                    </a:cubicBezTo>
                    <a:cubicBezTo>
                      <a:pt x="5028" y="12293"/>
                      <a:pt x="12276" y="5044"/>
                      <a:pt x="21218" y="5044"/>
                    </a:cubicBezTo>
                    <a:close/>
                    <a:moveTo>
                      <a:pt x="21218" y="244"/>
                    </a:moveTo>
                    <a:cubicBezTo>
                      <a:pt x="9625" y="244"/>
                      <a:pt x="227" y="9642"/>
                      <a:pt x="227" y="21235"/>
                    </a:cubicBezTo>
                    <a:cubicBezTo>
                      <a:pt x="227" y="32827"/>
                      <a:pt x="9625" y="42225"/>
                      <a:pt x="21218" y="42225"/>
                    </a:cubicBezTo>
                    <a:cubicBezTo>
                      <a:pt x="32810" y="42225"/>
                      <a:pt x="42208" y="32827"/>
                      <a:pt x="42208" y="21235"/>
                    </a:cubicBezTo>
                    <a:lnTo>
                      <a:pt x="42208" y="21235"/>
                    </a:lnTo>
                    <a:cubicBezTo>
                      <a:pt x="42208" y="9642"/>
                      <a:pt x="32810" y="244"/>
                      <a:pt x="21218" y="244"/>
                    </a:cubicBezTo>
                    <a:close/>
                  </a:path>
                </a:pathLst>
              </a:custGeom>
              <a:solidFill>
                <a:srgbClr val="000000"/>
              </a:solidFill>
              <a:ln w="4794" cap="sq">
                <a:noFill/>
                <a:prstDash val="solid"/>
                <a:round/>
              </a:ln>
            </p:spPr>
            <p:txBody>
              <a:bodyPr rtlCol="0" anchor="ctr"/>
              <a:lstStyle/>
              <a:p>
                <a:endParaRPr lang="en-US"/>
              </a:p>
            </p:txBody>
          </p:sp>
          <p:sp>
            <p:nvSpPr>
              <p:cNvPr id="2464" name="Freeform: Shape 2463">
                <a:extLst>
                  <a:ext uri="{FF2B5EF4-FFF2-40B4-BE49-F238E27FC236}">
                    <a16:creationId xmlns:a16="http://schemas.microsoft.com/office/drawing/2014/main" id="{49ACDBFA-811B-3D3D-9D61-AFCB45C6FEB0}"/>
                  </a:ext>
                </a:extLst>
              </p:cNvPr>
              <p:cNvSpPr/>
              <p:nvPr/>
            </p:nvSpPr>
            <p:spPr>
              <a:xfrm>
                <a:off x="7582195" y="8110598"/>
                <a:ext cx="37180" cy="37180"/>
              </a:xfrm>
              <a:custGeom>
                <a:avLst/>
                <a:gdLst>
                  <a:gd name="connsiteX0" fmla="*/ 37421 w 37180"/>
                  <a:gd name="connsiteY0" fmla="*/ 18783 h 37180"/>
                  <a:gd name="connsiteX1" fmla="*/ 18831 w 37180"/>
                  <a:gd name="connsiteY1" fmla="*/ 37373 h 37180"/>
                  <a:gd name="connsiteX2" fmla="*/ 241 w 37180"/>
                  <a:gd name="connsiteY2" fmla="*/ 18783 h 37180"/>
                  <a:gd name="connsiteX3" fmla="*/ 18831 w 37180"/>
                  <a:gd name="connsiteY3" fmla="*/ 192 h 37180"/>
                  <a:gd name="connsiteX4" fmla="*/ 37421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83"/>
                    </a:moveTo>
                    <a:cubicBezTo>
                      <a:pt x="37421" y="29050"/>
                      <a:pt x="29098" y="37373"/>
                      <a:pt x="18831" y="37373"/>
                    </a:cubicBezTo>
                    <a:cubicBezTo>
                      <a:pt x="8564" y="37373"/>
                      <a:pt x="241" y="29050"/>
                      <a:pt x="241" y="18783"/>
                    </a:cubicBezTo>
                    <a:cubicBezTo>
                      <a:pt x="241" y="8516"/>
                      <a:pt x="8564" y="192"/>
                      <a:pt x="18831" y="192"/>
                    </a:cubicBezTo>
                    <a:cubicBezTo>
                      <a:pt x="29098" y="192"/>
                      <a:pt x="37421" y="8516"/>
                      <a:pt x="37421" y="18783"/>
                    </a:cubicBezTo>
                    <a:close/>
                  </a:path>
                </a:pathLst>
              </a:custGeom>
              <a:solidFill>
                <a:srgbClr val="F7E3E3"/>
              </a:solidFill>
              <a:ln w="5753" cap="sq">
                <a:noFill/>
                <a:prstDash val="solid"/>
                <a:miter/>
              </a:ln>
            </p:spPr>
            <p:txBody>
              <a:bodyPr rtlCol="0" anchor="ctr"/>
              <a:lstStyle/>
              <a:p>
                <a:endParaRPr lang="en-US"/>
              </a:p>
            </p:txBody>
          </p:sp>
          <p:sp>
            <p:nvSpPr>
              <p:cNvPr id="2465" name="Freeform: Shape 2464">
                <a:extLst>
                  <a:ext uri="{FF2B5EF4-FFF2-40B4-BE49-F238E27FC236}">
                    <a16:creationId xmlns:a16="http://schemas.microsoft.com/office/drawing/2014/main" id="{2D44CA43-B074-97A7-A98B-65761CA988AD}"/>
                  </a:ext>
                </a:extLst>
              </p:cNvPr>
              <p:cNvSpPr/>
              <p:nvPr/>
            </p:nvSpPr>
            <p:spPr>
              <a:xfrm>
                <a:off x="7579795" y="8108198"/>
                <a:ext cx="41981" cy="41981"/>
              </a:xfrm>
              <a:custGeom>
                <a:avLst/>
                <a:gdLst>
                  <a:gd name="connsiteX0" fmla="*/ 21231 w 41981"/>
                  <a:gd name="connsiteY0" fmla="*/ 4993 h 41981"/>
                  <a:gd name="connsiteX1" fmla="*/ 37421 w 41981"/>
                  <a:gd name="connsiteY1" fmla="*/ 21183 h 41981"/>
                  <a:gd name="connsiteX2" fmla="*/ 37421 w 41981"/>
                  <a:gd name="connsiteY2" fmla="*/ 21183 h 41981"/>
                  <a:gd name="connsiteX3" fmla="*/ 21231 w 41981"/>
                  <a:gd name="connsiteY3" fmla="*/ 37373 h 41981"/>
                  <a:gd name="connsiteX4" fmla="*/ 5041 w 41981"/>
                  <a:gd name="connsiteY4" fmla="*/ 21183 h 41981"/>
                  <a:gd name="connsiteX5" fmla="*/ 21231 w 41981"/>
                  <a:gd name="connsiteY5" fmla="*/ 4993 h 41981"/>
                  <a:gd name="connsiteX6" fmla="*/ 21231 w 41981"/>
                  <a:gd name="connsiteY6" fmla="*/ 192 h 41981"/>
                  <a:gd name="connsiteX7" fmla="*/ 241 w 41981"/>
                  <a:gd name="connsiteY7" fmla="*/ 21183 h 41981"/>
                  <a:gd name="connsiteX8" fmla="*/ 21231 w 41981"/>
                  <a:gd name="connsiteY8" fmla="*/ 42174 h 41981"/>
                  <a:gd name="connsiteX9" fmla="*/ 42222 w 41981"/>
                  <a:gd name="connsiteY9" fmla="*/ 21183 h 41981"/>
                  <a:gd name="connsiteX10" fmla="*/ 42222 w 41981"/>
                  <a:gd name="connsiteY10" fmla="*/ 21183 h 41981"/>
                  <a:gd name="connsiteX11" fmla="*/ 21231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1" y="4993"/>
                    </a:moveTo>
                    <a:cubicBezTo>
                      <a:pt x="30173" y="4993"/>
                      <a:pt x="37421" y="12241"/>
                      <a:pt x="37421" y="21183"/>
                    </a:cubicBezTo>
                    <a:lnTo>
                      <a:pt x="37421" y="21183"/>
                    </a:lnTo>
                    <a:cubicBezTo>
                      <a:pt x="37421" y="30125"/>
                      <a:pt x="30173" y="37373"/>
                      <a:pt x="21231" y="37373"/>
                    </a:cubicBezTo>
                    <a:cubicBezTo>
                      <a:pt x="12289" y="37373"/>
                      <a:pt x="5041" y="30125"/>
                      <a:pt x="5041" y="21183"/>
                    </a:cubicBezTo>
                    <a:cubicBezTo>
                      <a:pt x="5041" y="12241"/>
                      <a:pt x="12289" y="4993"/>
                      <a:pt x="21231" y="4993"/>
                    </a:cubicBezTo>
                    <a:close/>
                    <a:moveTo>
                      <a:pt x="21231" y="192"/>
                    </a:moveTo>
                    <a:cubicBezTo>
                      <a:pt x="9639" y="192"/>
                      <a:pt x="241" y="9590"/>
                      <a:pt x="241" y="21183"/>
                    </a:cubicBezTo>
                    <a:cubicBezTo>
                      <a:pt x="241" y="32776"/>
                      <a:pt x="9639" y="42174"/>
                      <a:pt x="21231" y="42174"/>
                    </a:cubicBezTo>
                    <a:cubicBezTo>
                      <a:pt x="32824" y="42174"/>
                      <a:pt x="42222" y="32776"/>
                      <a:pt x="42222" y="21183"/>
                    </a:cubicBezTo>
                    <a:lnTo>
                      <a:pt x="42222" y="21183"/>
                    </a:lnTo>
                    <a:cubicBezTo>
                      <a:pt x="42222" y="9590"/>
                      <a:pt x="32824" y="192"/>
                      <a:pt x="21231" y="192"/>
                    </a:cubicBezTo>
                    <a:close/>
                  </a:path>
                </a:pathLst>
              </a:custGeom>
              <a:solidFill>
                <a:srgbClr val="000000"/>
              </a:solidFill>
              <a:ln w="4794" cap="sq">
                <a:noFill/>
                <a:prstDash val="solid"/>
                <a:round/>
              </a:ln>
            </p:spPr>
            <p:txBody>
              <a:bodyPr rtlCol="0" anchor="ctr"/>
              <a:lstStyle/>
              <a:p>
                <a:endParaRPr lang="en-US"/>
              </a:p>
            </p:txBody>
          </p:sp>
          <p:sp>
            <p:nvSpPr>
              <p:cNvPr id="2466" name="Freeform: Shape 2465">
                <a:extLst>
                  <a:ext uri="{FF2B5EF4-FFF2-40B4-BE49-F238E27FC236}">
                    <a16:creationId xmlns:a16="http://schemas.microsoft.com/office/drawing/2014/main" id="{65E30C50-B857-07F6-7032-D868ADCC7EE5}"/>
                  </a:ext>
                </a:extLst>
              </p:cNvPr>
              <p:cNvSpPr/>
              <p:nvPr/>
            </p:nvSpPr>
            <p:spPr>
              <a:xfrm>
                <a:off x="7568504" y="7962854"/>
                <a:ext cx="37180" cy="37180"/>
              </a:xfrm>
              <a:custGeom>
                <a:avLst/>
                <a:gdLst>
                  <a:gd name="connsiteX0" fmla="*/ 37419 w 37180"/>
                  <a:gd name="connsiteY0" fmla="*/ 18757 h 37180"/>
                  <a:gd name="connsiteX1" fmla="*/ 18829 w 37180"/>
                  <a:gd name="connsiteY1" fmla="*/ 37347 h 37180"/>
                  <a:gd name="connsiteX2" fmla="*/ 238 w 37180"/>
                  <a:gd name="connsiteY2" fmla="*/ 18757 h 37180"/>
                  <a:gd name="connsiteX3" fmla="*/ 18829 w 37180"/>
                  <a:gd name="connsiteY3" fmla="*/ 167 h 37180"/>
                  <a:gd name="connsiteX4" fmla="*/ 37419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57"/>
                    </a:moveTo>
                    <a:cubicBezTo>
                      <a:pt x="37419" y="29024"/>
                      <a:pt x="29096" y="37347"/>
                      <a:pt x="18829" y="37347"/>
                    </a:cubicBezTo>
                    <a:cubicBezTo>
                      <a:pt x="8562" y="37347"/>
                      <a:pt x="238" y="29024"/>
                      <a:pt x="238" y="18757"/>
                    </a:cubicBezTo>
                    <a:cubicBezTo>
                      <a:pt x="238" y="8490"/>
                      <a:pt x="8562" y="167"/>
                      <a:pt x="18829" y="167"/>
                    </a:cubicBezTo>
                    <a:cubicBezTo>
                      <a:pt x="29096" y="167"/>
                      <a:pt x="37419" y="8490"/>
                      <a:pt x="37419" y="18757"/>
                    </a:cubicBezTo>
                    <a:close/>
                  </a:path>
                </a:pathLst>
              </a:custGeom>
              <a:solidFill>
                <a:srgbClr val="F7AEAE"/>
              </a:solidFill>
              <a:ln w="5753" cap="sq">
                <a:noFill/>
                <a:prstDash val="solid"/>
                <a:miter/>
              </a:ln>
            </p:spPr>
            <p:txBody>
              <a:bodyPr rtlCol="0" anchor="ctr"/>
              <a:lstStyle/>
              <a:p>
                <a:endParaRPr lang="en-US"/>
              </a:p>
            </p:txBody>
          </p:sp>
          <p:sp>
            <p:nvSpPr>
              <p:cNvPr id="2467" name="Freeform: Shape 2466">
                <a:extLst>
                  <a:ext uri="{FF2B5EF4-FFF2-40B4-BE49-F238E27FC236}">
                    <a16:creationId xmlns:a16="http://schemas.microsoft.com/office/drawing/2014/main" id="{6974F732-BB5F-AF46-8115-0D2E668E0A7D}"/>
                  </a:ext>
                </a:extLst>
              </p:cNvPr>
              <p:cNvSpPr/>
              <p:nvPr/>
            </p:nvSpPr>
            <p:spPr>
              <a:xfrm>
                <a:off x="7566104" y="7960454"/>
                <a:ext cx="41981" cy="41981"/>
              </a:xfrm>
              <a:custGeom>
                <a:avLst/>
                <a:gdLst>
                  <a:gd name="connsiteX0" fmla="*/ 21229 w 41981"/>
                  <a:gd name="connsiteY0" fmla="*/ 4967 h 41981"/>
                  <a:gd name="connsiteX1" fmla="*/ 37419 w 41981"/>
                  <a:gd name="connsiteY1" fmla="*/ 21157 h 41981"/>
                  <a:gd name="connsiteX2" fmla="*/ 37419 w 41981"/>
                  <a:gd name="connsiteY2" fmla="*/ 21157 h 41981"/>
                  <a:gd name="connsiteX3" fmla="*/ 21229 w 41981"/>
                  <a:gd name="connsiteY3" fmla="*/ 37347 h 41981"/>
                  <a:gd name="connsiteX4" fmla="*/ 5039 w 41981"/>
                  <a:gd name="connsiteY4" fmla="*/ 21157 h 41981"/>
                  <a:gd name="connsiteX5" fmla="*/ 21229 w 41981"/>
                  <a:gd name="connsiteY5" fmla="*/ 4967 h 41981"/>
                  <a:gd name="connsiteX6" fmla="*/ 21229 w 41981"/>
                  <a:gd name="connsiteY6" fmla="*/ 167 h 41981"/>
                  <a:gd name="connsiteX7" fmla="*/ 238 w 41981"/>
                  <a:gd name="connsiteY7" fmla="*/ 21157 h 41981"/>
                  <a:gd name="connsiteX8" fmla="*/ 21229 w 41981"/>
                  <a:gd name="connsiteY8" fmla="*/ 42148 h 41981"/>
                  <a:gd name="connsiteX9" fmla="*/ 42219 w 41981"/>
                  <a:gd name="connsiteY9" fmla="*/ 21157 h 41981"/>
                  <a:gd name="connsiteX10" fmla="*/ 42219 w 41981"/>
                  <a:gd name="connsiteY10" fmla="*/ 21157 h 41981"/>
                  <a:gd name="connsiteX11" fmla="*/ 21229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67"/>
                    </a:moveTo>
                    <a:cubicBezTo>
                      <a:pt x="30171" y="4967"/>
                      <a:pt x="37419" y="12215"/>
                      <a:pt x="37419" y="21157"/>
                    </a:cubicBezTo>
                    <a:lnTo>
                      <a:pt x="37419" y="21157"/>
                    </a:lnTo>
                    <a:cubicBezTo>
                      <a:pt x="37419" y="30099"/>
                      <a:pt x="30171" y="37347"/>
                      <a:pt x="21229" y="37347"/>
                    </a:cubicBezTo>
                    <a:cubicBezTo>
                      <a:pt x="12287" y="37347"/>
                      <a:pt x="5039" y="30099"/>
                      <a:pt x="5039" y="21157"/>
                    </a:cubicBezTo>
                    <a:cubicBezTo>
                      <a:pt x="5039" y="12215"/>
                      <a:pt x="12287" y="4967"/>
                      <a:pt x="21229" y="4967"/>
                    </a:cubicBezTo>
                    <a:close/>
                    <a:moveTo>
                      <a:pt x="21229" y="167"/>
                    </a:moveTo>
                    <a:cubicBezTo>
                      <a:pt x="9636" y="167"/>
                      <a:pt x="238" y="9565"/>
                      <a:pt x="238" y="21157"/>
                    </a:cubicBezTo>
                    <a:cubicBezTo>
                      <a:pt x="238" y="32750"/>
                      <a:pt x="9636" y="42148"/>
                      <a:pt x="21229" y="42148"/>
                    </a:cubicBezTo>
                    <a:cubicBezTo>
                      <a:pt x="32821" y="42148"/>
                      <a:pt x="42219" y="32750"/>
                      <a:pt x="42219" y="21157"/>
                    </a:cubicBezTo>
                    <a:lnTo>
                      <a:pt x="42219" y="21157"/>
                    </a:lnTo>
                    <a:cubicBezTo>
                      <a:pt x="42219" y="9565"/>
                      <a:pt x="32821" y="167"/>
                      <a:pt x="21229" y="167"/>
                    </a:cubicBezTo>
                    <a:close/>
                  </a:path>
                </a:pathLst>
              </a:custGeom>
              <a:solidFill>
                <a:srgbClr val="000000"/>
              </a:solidFill>
              <a:ln w="4794" cap="sq">
                <a:noFill/>
                <a:prstDash val="solid"/>
                <a:round/>
              </a:ln>
            </p:spPr>
            <p:txBody>
              <a:bodyPr rtlCol="0" anchor="ctr"/>
              <a:lstStyle/>
              <a:p>
                <a:endParaRPr lang="en-US"/>
              </a:p>
            </p:txBody>
          </p:sp>
          <p:sp>
            <p:nvSpPr>
              <p:cNvPr id="2468" name="Freeform: Shape 2467">
                <a:extLst>
                  <a:ext uri="{FF2B5EF4-FFF2-40B4-BE49-F238E27FC236}">
                    <a16:creationId xmlns:a16="http://schemas.microsoft.com/office/drawing/2014/main" id="{F8026926-4A2B-9AFB-39AE-F127BF49788E}"/>
                  </a:ext>
                </a:extLst>
              </p:cNvPr>
              <p:cNvSpPr/>
              <p:nvPr/>
            </p:nvSpPr>
            <p:spPr>
              <a:xfrm>
                <a:off x="7701854" y="7962641"/>
                <a:ext cx="37180" cy="37180"/>
              </a:xfrm>
              <a:custGeom>
                <a:avLst/>
                <a:gdLst>
                  <a:gd name="connsiteX0" fmla="*/ 37442 w 37180"/>
                  <a:gd name="connsiteY0" fmla="*/ 18757 h 37180"/>
                  <a:gd name="connsiteX1" fmla="*/ 18852 w 37180"/>
                  <a:gd name="connsiteY1" fmla="*/ 37347 h 37180"/>
                  <a:gd name="connsiteX2" fmla="*/ 261 w 37180"/>
                  <a:gd name="connsiteY2" fmla="*/ 18757 h 37180"/>
                  <a:gd name="connsiteX3" fmla="*/ 18852 w 37180"/>
                  <a:gd name="connsiteY3" fmla="*/ 167 h 37180"/>
                  <a:gd name="connsiteX4" fmla="*/ 37442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7"/>
                    </a:moveTo>
                    <a:cubicBezTo>
                      <a:pt x="37442" y="29024"/>
                      <a:pt x="29119" y="37347"/>
                      <a:pt x="18852" y="37347"/>
                    </a:cubicBezTo>
                    <a:cubicBezTo>
                      <a:pt x="8585" y="37347"/>
                      <a:pt x="261" y="29024"/>
                      <a:pt x="261" y="18757"/>
                    </a:cubicBezTo>
                    <a:cubicBezTo>
                      <a:pt x="261" y="8490"/>
                      <a:pt x="8585" y="167"/>
                      <a:pt x="18852" y="167"/>
                    </a:cubicBezTo>
                    <a:cubicBezTo>
                      <a:pt x="29119" y="167"/>
                      <a:pt x="37442" y="8490"/>
                      <a:pt x="37442" y="18757"/>
                    </a:cubicBezTo>
                    <a:close/>
                  </a:path>
                </a:pathLst>
              </a:custGeom>
              <a:solidFill>
                <a:srgbClr val="F7D4D4"/>
              </a:solidFill>
              <a:ln w="5753" cap="sq">
                <a:noFill/>
                <a:prstDash val="solid"/>
                <a:miter/>
              </a:ln>
            </p:spPr>
            <p:txBody>
              <a:bodyPr rtlCol="0" anchor="ctr"/>
              <a:lstStyle/>
              <a:p>
                <a:endParaRPr lang="en-US"/>
              </a:p>
            </p:txBody>
          </p:sp>
          <p:sp>
            <p:nvSpPr>
              <p:cNvPr id="2469" name="Freeform: Shape 2468">
                <a:extLst>
                  <a:ext uri="{FF2B5EF4-FFF2-40B4-BE49-F238E27FC236}">
                    <a16:creationId xmlns:a16="http://schemas.microsoft.com/office/drawing/2014/main" id="{3ABDAD38-25A0-76CD-D98D-5C9FA8FB0224}"/>
                  </a:ext>
                </a:extLst>
              </p:cNvPr>
              <p:cNvSpPr/>
              <p:nvPr/>
            </p:nvSpPr>
            <p:spPr>
              <a:xfrm>
                <a:off x="7699453" y="7960241"/>
                <a:ext cx="41981" cy="41981"/>
              </a:xfrm>
              <a:custGeom>
                <a:avLst/>
                <a:gdLst>
                  <a:gd name="connsiteX0" fmla="*/ 21252 w 41981"/>
                  <a:gd name="connsiteY0" fmla="*/ 4967 h 41981"/>
                  <a:gd name="connsiteX1" fmla="*/ 37442 w 41981"/>
                  <a:gd name="connsiteY1" fmla="*/ 21157 h 41981"/>
                  <a:gd name="connsiteX2" fmla="*/ 37442 w 41981"/>
                  <a:gd name="connsiteY2" fmla="*/ 21157 h 41981"/>
                  <a:gd name="connsiteX3" fmla="*/ 21252 w 41981"/>
                  <a:gd name="connsiteY3" fmla="*/ 37347 h 41981"/>
                  <a:gd name="connsiteX4" fmla="*/ 5062 w 41981"/>
                  <a:gd name="connsiteY4" fmla="*/ 21157 h 41981"/>
                  <a:gd name="connsiteX5" fmla="*/ 21252 w 41981"/>
                  <a:gd name="connsiteY5" fmla="*/ 4967 h 41981"/>
                  <a:gd name="connsiteX6" fmla="*/ 21252 w 41981"/>
                  <a:gd name="connsiteY6" fmla="*/ 167 h 41981"/>
                  <a:gd name="connsiteX7" fmla="*/ 261 w 41981"/>
                  <a:gd name="connsiteY7" fmla="*/ 21157 h 41981"/>
                  <a:gd name="connsiteX8" fmla="*/ 21252 w 41981"/>
                  <a:gd name="connsiteY8" fmla="*/ 42148 h 41981"/>
                  <a:gd name="connsiteX9" fmla="*/ 42243 w 41981"/>
                  <a:gd name="connsiteY9" fmla="*/ 21157 h 41981"/>
                  <a:gd name="connsiteX10" fmla="*/ 42243 w 41981"/>
                  <a:gd name="connsiteY10" fmla="*/ 21157 h 41981"/>
                  <a:gd name="connsiteX11" fmla="*/ 21252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7"/>
                    </a:moveTo>
                    <a:cubicBezTo>
                      <a:pt x="30194" y="4967"/>
                      <a:pt x="37442" y="12215"/>
                      <a:pt x="37442" y="21157"/>
                    </a:cubicBezTo>
                    <a:lnTo>
                      <a:pt x="37442" y="21157"/>
                    </a:lnTo>
                    <a:cubicBezTo>
                      <a:pt x="37442" y="30099"/>
                      <a:pt x="30194" y="37347"/>
                      <a:pt x="21252" y="37347"/>
                    </a:cubicBezTo>
                    <a:cubicBezTo>
                      <a:pt x="12310" y="37347"/>
                      <a:pt x="5062" y="30099"/>
                      <a:pt x="5062" y="21157"/>
                    </a:cubicBezTo>
                    <a:cubicBezTo>
                      <a:pt x="5062" y="12215"/>
                      <a:pt x="12310" y="4967"/>
                      <a:pt x="21252" y="4967"/>
                    </a:cubicBezTo>
                    <a:close/>
                    <a:moveTo>
                      <a:pt x="21252" y="167"/>
                    </a:moveTo>
                    <a:cubicBezTo>
                      <a:pt x="9659" y="167"/>
                      <a:pt x="261" y="9565"/>
                      <a:pt x="261" y="21157"/>
                    </a:cubicBezTo>
                    <a:cubicBezTo>
                      <a:pt x="261" y="32750"/>
                      <a:pt x="9659" y="42148"/>
                      <a:pt x="21252" y="42148"/>
                    </a:cubicBezTo>
                    <a:cubicBezTo>
                      <a:pt x="32845" y="42148"/>
                      <a:pt x="42243" y="32750"/>
                      <a:pt x="42243" y="21157"/>
                    </a:cubicBezTo>
                    <a:lnTo>
                      <a:pt x="42243" y="21157"/>
                    </a:lnTo>
                    <a:cubicBezTo>
                      <a:pt x="42243" y="9565"/>
                      <a:pt x="32845" y="167"/>
                      <a:pt x="21252" y="167"/>
                    </a:cubicBezTo>
                    <a:close/>
                  </a:path>
                </a:pathLst>
              </a:custGeom>
              <a:solidFill>
                <a:srgbClr val="000000"/>
              </a:solidFill>
              <a:ln w="4794" cap="sq">
                <a:noFill/>
                <a:prstDash val="solid"/>
                <a:round/>
              </a:ln>
            </p:spPr>
            <p:txBody>
              <a:bodyPr rtlCol="0" anchor="ctr"/>
              <a:lstStyle/>
              <a:p>
                <a:endParaRPr lang="en-US"/>
              </a:p>
            </p:txBody>
          </p:sp>
          <p:sp>
            <p:nvSpPr>
              <p:cNvPr id="2470" name="Freeform: Shape 2469">
                <a:extLst>
                  <a:ext uri="{FF2B5EF4-FFF2-40B4-BE49-F238E27FC236}">
                    <a16:creationId xmlns:a16="http://schemas.microsoft.com/office/drawing/2014/main" id="{AE3CE7DA-D097-B2FC-0671-8C53110BAA50}"/>
                  </a:ext>
                </a:extLst>
              </p:cNvPr>
              <p:cNvSpPr/>
              <p:nvPr/>
            </p:nvSpPr>
            <p:spPr>
              <a:xfrm>
                <a:off x="7573826" y="8013669"/>
                <a:ext cx="37180" cy="37180"/>
              </a:xfrm>
              <a:custGeom>
                <a:avLst/>
                <a:gdLst>
                  <a:gd name="connsiteX0" fmla="*/ 37420 w 37180"/>
                  <a:gd name="connsiteY0" fmla="*/ 18766 h 37180"/>
                  <a:gd name="connsiteX1" fmla="*/ 18830 w 37180"/>
                  <a:gd name="connsiteY1" fmla="*/ 37356 h 37180"/>
                  <a:gd name="connsiteX2" fmla="*/ 239 w 37180"/>
                  <a:gd name="connsiteY2" fmla="*/ 18766 h 37180"/>
                  <a:gd name="connsiteX3" fmla="*/ 18830 w 37180"/>
                  <a:gd name="connsiteY3" fmla="*/ 176 h 37180"/>
                  <a:gd name="connsiteX4" fmla="*/ 3742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66"/>
                    </a:moveTo>
                    <a:cubicBezTo>
                      <a:pt x="37420" y="29033"/>
                      <a:pt x="29097" y="37356"/>
                      <a:pt x="18830" y="37356"/>
                    </a:cubicBezTo>
                    <a:cubicBezTo>
                      <a:pt x="8562" y="37356"/>
                      <a:pt x="239" y="29033"/>
                      <a:pt x="239" y="18766"/>
                    </a:cubicBezTo>
                    <a:cubicBezTo>
                      <a:pt x="239" y="8499"/>
                      <a:pt x="8562" y="176"/>
                      <a:pt x="18830" y="176"/>
                    </a:cubicBezTo>
                    <a:cubicBezTo>
                      <a:pt x="29097" y="176"/>
                      <a:pt x="37420" y="8499"/>
                      <a:pt x="37420" y="18766"/>
                    </a:cubicBezTo>
                    <a:close/>
                  </a:path>
                </a:pathLst>
              </a:custGeom>
              <a:solidFill>
                <a:srgbClr val="F7CFCF"/>
              </a:solidFill>
              <a:ln w="5753" cap="sq">
                <a:noFill/>
                <a:prstDash val="solid"/>
                <a:miter/>
              </a:ln>
            </p:spPr>
            <p:txBody>
              <a:bodyPr rtlCol="0" anchor="ctr"/>
              <a:lstStyle/>
              <a:p>
                <a:endParaRPr lang="en-US"/>
              </a:p>
            </p:txBody>
          </p:sp>
          <p:sp>
            <p:nvSpPr>
              <p:cNvPr id="2471" name="Freeform: Shape 2470">
                <a:extLst>
                  <a:ext uri="{FF2B5EF4-FFF2-40B4-BE49-F238E27FC236}">
                    <a16:creationId xmlns:a16="http://schemas.microsoft.com/office/drawing/2014/main" id="{D6D83B5A-A803-36E8-F4F2-DCB375434598}"/>
                  </a:ext>
                </a:extLst>
              </p:cNvPr>
              <p:cNvSpPr/>
              <p:nvPr/>
            </p:nvSpPr>
            <p:spPr>
              <a:xfrm>
                <a:off x="7571426" y="8011269"/>
                <a:ext cx="41981" cy="41981"/>
              </a:xfrm>
              <a:custGeom>
                <a:avLst/>
                <a:gdLst>
                  <a:gd name="connsiteX0" fmla="*/ 21230 w 41981"/>
                  <a:gd name="connsiteY0" fmla="*/ 4976 h 41981"/>
                  <a:gd name="connsiteX1" fmla="*/ 37420 w 41981"/>
                  <a:gd name="connsiteY1" fmla="*/ 21166 h 41981"/>
                  <a:gd name="connsiteX2" fmla="*/ 37420 w 41981"/>
                  <a:gd name="connsiteY2" fmla="*/ 21166 h 41981"/>
                  <a:gd name="connsiteX3" fmla="*/ 21230 w 41981"/>
                  <a:gd name="connsiteY3" fmla="*/ 37356 h 41981"/>
                  <a:gd name="connsiteX4" fmla="*/ 5040 w 41981"/>
                  <a:gd name="connsiteY4" fmla="*/ 21166 h 41981"/>
                  <a:gd name="connsiteX5" fmla="*/ 21230 w 41981"/>
                  <a:gd name="connsiteY5" fmla="*/ 4976 h 41981"/>
                  <a:gd name="connsiteX6" fmla="*/ 21230 w 41981"/>
                  <a:gd name="connsiteY6" fmla="*/ 176 h 41981"/>
                  <a:gd name="connsiteX7" fmla="*/ 239 w 41981"/>
                  <a:gd name="connsiteY7" fmla="*/ 21166 h 41981"/>
                  <a:gd name="connsiteX8" fmla="*/ 21230 w 41981"/>
                  <a:gd name="connsiteY8" fmla="*/ 42157 h 41981"/>
                  <a:gd name="connsiteX9" fmla="*/ 42220 w 41981"/>
                  <a:gd name="connsiteY9" fmla="*/ 21166 h 41981"/>
                  <a:gd name="connsiteX10" fmla="*/ 42220 w 41981"/>
                  <a:gd name="connsiteY10" fmla="*/ 21166 h 41981"/>
                  <a:gd name="connsiteX11" fmla="*/ 21230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76"/>
                    </a:moveTo>
                    <a:cubicBezTo>
                      <a:pt x="30172" y="4976"/>
                      <a:pt x="37420" y="12224"/>
                      <a:pt x="37420" y="21166"/>
                    </a:cubicBezTo>
                    <a:lnTo>
                      <a:pt x="37420" y="21166"/>
                    </a:lnTo>
                    <a:cubicBezTo>
                      <a:pt x="37420" y="30108"/>
                      <a:pt x="30172" y="37356"/>
                      <a:pt x="21230" y="37356"/>
                    </a:cubicBezTo>
                    <a:cubicBezTo>
                      <a:pt x="12288" y="37356"/>
                      <a:pt x="5040" y="30108"/>
                      <a:pt x="5040" y="21166"/>
                    </a:cubicBezTo>
                    <a:cubicBezTo>
                      <a:pt x="5040" y="12224"/>
                      <a:pt x="12288" y="4976"/>
                      <a:pt x="21230" y="4976"/>
                    </a:cubicBezTo>
                    <a:close/>
                    <a:moveTo>
                      <a:pt x="21230" y="176"/>
                    </a:moveTo>
                    <a:cubicBezTo>
                      <a:pt x="9637" y="176"/>
                      <a:pt x="239" y="9574"/>
                      <a:pt x="239" y="21166"/>
                    </a:cubicBezTo>
                    <a:cubicBezTo>
                      <a:pt x="239" y="32759"/>
                      <a:pt x="9637" y="42157"/>
                      <a:pt x="21230" y="42157"/>
                    </a:cubicBezTo>
                    <a:cubicBezTo>
                      <a:pt x="32822" y="42157"/>
                      <a:pt x="42220" y="32759"/>
                      <a:pt x="42220" y="21166"/>
                    </a:cubicBezTo>
                    <a:lnTo>
                      <a:pt x="42220" y="21166"/>
                    </a:lnTo>
                    <a:cubicBezTo>
                      <a:pt x="42220" y="9574"/>
                      <a:pt x="32822" y="176"/>
                      <a:pt x="21230" y="176"/>
                    </a:cubicBezTo>
                    <a:close/>
                  </a:path>
                </a:pathLst>
              </a:custGeom>
              <a:solidFill>
                <a:srgbClr val="000000"/>
              </a:solidFill>
              <a:ln w="4794" cap="sq">
                <a:noFill/>
                <a:prstDash val="solid"/>
                <a:round/>
              </a:ln>
            </p:spPr>
            <p:txBody>
              <a:bodyPr rtlCol="0" anchor="ctr"/>
              <a:lstStyle/>
              <a:p>
                <a:endParaRPr lang="en-US"/>
              </a:p>
            </p:txBody>
          </p:sp>
          <p:sp>
            <p:nvSpPr>
              <p:cNvPr id="2472" name="Freeform: Shape 2471">
                <a:extLst>
                  <a:ext uri="{FF2B5EF4-FFF2-40B4-BE49-F238E27FC236}">
                    <a16:creationId xmlns:a16="http://schemas.microsoft.com/office/drawing/2014/main" id="{E9FE13BB-9157-B1DF-FEB1-791BF44E6ED9}"/>
                  </a:ext>
                </a:extLst>
              </p:cNvPr>
              <p:cNvSpPr/>
              <p:nvPr/>
            </p:nvSpPr>
            <p:spPr>
              <a:xfrm>
                <a:off x="7677103" y="7700671"/>
                <a:ext cx="37180" cy="37180"/>
              </a:xfrm>
              <a:custGeom>
                <a:avLst/>
                <a:gdLst>
                  <a:gd name="connsiteX0" fmla="*/ 37438 w 37180"/>
                  <a:gd name="connsiteY0" fmla="*/ 18712 h 37180"/>
                  <a:gd name="connsiteX1" fmla="*/ 18848 w 37180"/>
                  <a:gd name="connsiteY1" fmla="*/ 37302 h 37180"/>
                  <a:gd name="connsiteX2" fmla="*/ 257 w 37180"/>
                  <a:gd name="connsiteY2" fmla="*/ 18712 h 37180"/>
                  <a:gd name="connsiteX3" fmla="*/ 18848 w 37180"/>
                  <a:gd name="connsiteY3" fmla="*/ 121 h 37180"/>
                  <a:gd name="connsiteX4" fmla="*/ 37438 w 37180"/>
                  <a:gd name="connsiteY4" fmla="*/ 1871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12"/>
                    </a:moveTo>
                    <a:cubicBezTo>
                      <a:pt x="37438" y="28979"/>
                      <a:pt x="29115" y="37302"/>
                      <a:pt x="18848" y="37302"/>
                    </a:cubicBezTo>
                    <a:cubicBezTo>
                      <a:pt x="8580" y="37302"/>
                      <a:pt x="257" y="28979"/>
                      <a:pt x="257" y="18712"/>
                    </a:cubicBezTo>
                    <a:cubicBezTo>
                      <a:pt x="257" y="8444"/>
                      <a:pt x="8580" y="121"/>
                      <a:pt x="18848" y="121"/>
                    </a:cubicBezTo>
                    <a:cubicBezTo>
                      <a:pt x="29115" y="121"/>
                      <a:pt x="37438" y="8444"/>
                      <a:pt x="37438" y="18712"/>
                    </a:cubicBezTo>
                    <a:close/>
                  </a:path>
                </a:pathLst>
              </a:custGeom>
              <a:solidFill>
                <a:srgbClr val="F4F7F4"/>
              </a:solidFill>
              <a:ln w="5753" cap="sq">
                <a:noFill/>
                <a:prstDash val="solid"/>
                <a:miter/>
              </a:ln>
            </p:spPr>
            <p:txBody>
              <a:bodyPr rtlCol="0" anchor="ctr"/>
              <a:lstStyle/>
              <a:p>
                <a:endParaRPr lang="en-US"/>
              </a:p>
            </p:txBody>
          </p:sp>
          <p:sp>
            <p:nvSpPr>
              <p:cNvPr id="2473" name="Freeform: Shape 2472">
                <a:extLst>
                  <a:ext uri="{FF2B5EF4-FFF2-40B4-BE49-F238E27FC236}">
                    <a16:creationId xmlns:a16="http://schemas.microsoft.com/office/drawing/2014/main" id="{7E8DF652-2377-0336-7476-C1B8E8CFC236}"/>
                  </a:ext>
                </a:extLst>
              </p:cNvPr>
              <p:cNvSpPr/>
              <p:nvPr/>
            </p:nvSpPr>
            <p:spPr>
              <a:xfrm>
                <a:off x="7674703" y="7698270"/>
                <a:ext cx="41981" cy="41981"/>
              </a:xfrm>
              <a:custGeom>
                <a:avLst/>
                <a:gdLst>
                  <a:gd name="connsiteX0" fmla="*/ 21248 w 41981"/>
                  <a:gd name="connsiteY0" fmla="*/ 4922 h 41981"/>
                  <a:gd name="connsiteX1" fmla="*/ 37438 w 41981"/>
                  <a:gd name="connsiteY1" fmla="*/ 21112 h 41981"/>
                  <a:gd name="connsiteX2" fmla="*/ 37438 w 41981"/>
                  <a:gd name="connsiteY2" fmla="*/ 21112 h 41981"/>
                  <a:gd name="connsiteX3" fmla="*/ 21248 w 41981"/>
                  <a:gd name="connsiteY3" fmla="*/ 37302 h 41981"/>
                  <a:gd name="connsiteX4" fmla="*/ 5058 w 41981"/>
                  <a:gd name="connsiteY4" fmla="*/ 21112 h 41981"/>
                  <a:gd name="connsiteX5" fmla="*/ 21248 w 41981"/>
                  <a:gd name="connsiteY5" fmla="*/ 4922 h 41981"/>
                  <a:gd name="connsiteX6" fmla="*/ 21248 w 41981"/>
                  <a:gd name="connsiteY6" fmla="*/ 121 h 41981"/>
                  <a:gd name="connsiteX7" fmla="*/ 257 w 41981"/>
                  <a:gd name="connsiteY7" fmla="*/ 21112 h 41981"/>
                  <a:gd name="connsiteX8" fmla="*/ 21248 w 41981"/>
                  <a:gd name="connsiteY8" fmla="*/ 42102 h 41981"/>
                  <a:gd name="connsiteX9" fmla="*/ 42238 w 41981"/>
                  <a:gd name="connsiteY9" fmla="*/ 21112 h 41981"/>
                  <a:gd name="connsiteX10" fmla="*/ 42238 w 41981"/>
                  <a:gd name="connsiteY10" fmla="*/ 21112 h 41981"/>
                  <a:gd name="connsiteX11" fmla="*/ 21248 w 41981"/>
                  <a:gd name="connsiteY11" fmla="*/ 12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22"/>
                    </a:moveTo>
                    <a:cubicBezTo>
                      <a:pt x="30190" y="4922"/>
                      <a:pt x="37438" y="12170"/>
                      <a:pt x="37438" y="21112"/>
                    </a:cubicBezTo>
                    <a:lnTo>
                      <a:pt x="37438" y="21112"/>
                    </a:lnTo>
                    <a:cubicBezTo>
                      <a:pt x="37438" y="30054"/>
                      <a:pt x="30190" y="37302"/>
                      <a:pt x="21248" y="37302"/>
                    </a:cubicBezTo>
                    <a:cubicBezTo>
                      <a:pt x="12306" y="37302"/>
                      <a:pt x="5058" y="30054"/>
                      <a:pt x="5058" y="21112"/>
                    </a:cubicBezTo>
                    <a:cubicBezTo>
                      <a:pt x="5058" y="12170"/>
                      <a:pt x="12306" y="4922"/>
                      <a:pt x="21248" y="4922"/>
                    </a:cubicBezTo>
                    <a:close/>
                    <a:moveTo>
                      <a:pt x="21248" y="121"/>
                    </a:moveTo>
                    <a:cubicBezTo>
                      <a:pt x="9655" y="121"/>
                      <a:pt x="257" y="9519"/>
                      <a:pt x="257" y="21112"/>
                    </a:cubicBezTo>
                    <a:cubicBezTo>
                      <a:pt x="257" y="32704"/>
                      <a:pt x="9655" y="42102"/>
                      <a:pt x="21248" y="42102"/>
                    </a:cubicBezTo>
                    <a:cubicBezTo>
                      <a:pt x="32840" y="42102"/>
                      <a:pt x="42238" y="32704"/>
                      <a:pt x="42238" y="21112"/>
                    </a:cubicBezTo>
                    <a:lnTo>
                      <a:pt x="42238" y="21112"/>
                    </a:lnTo>
                    <a:cubicBezTo>
                      <a:pt x="42238" y="9519"/>
                      <a:pt x="32840" y="121"/>
                      <a:pt x="21248" y="121"/>
                    </a:cubicBezTo>
                    <a:close/>
                  </a:path>
                </a:pathLst>
              </a:custGeom>
              <a:solidFill>
                <a:srgbClr val="000000"/>
              </a:solidFill>
              <a:ln w="4794" cap="sq">
                <a:noFill/>
                <a:prstDash val="solid"/>
                <a:round/>
              </a:ln>
            </p:spPr>
            <p:txBody>
              <a:bodyPr rtlCol="0" anchor="ctr"/>
              <a:lstStyle/>
              <a:p>
                <a:endParaRPr lang="en-US"/>
              </a:p>
            </p:txBody>
          </p:sp>
          <p:sp>
            <p:nvSpPr>
              <p:cNvPr id="2474" name="Freeform: Shape 2473">
                <a:extLst>
                  <a:ext uri="{FF2B5EF4-FFF2-40B4-BE49-F238E27FC236}">
                    <a16:creationId xmlns:a16="http://schemas.microsoft.com/office/drawing/2014/main" id="{012D819E-E966-861A-66C0-6C54C76BC310}"/>
                  </a:ext>
                </a:extLst>
              </p:cNvPr>
              <p:cNvSpPr/>
              <p:nvPr/>
            </p:nvSpPr>
            <p:spPr>
              <a:xfrm>
                <a:off x="7656851" y="8030442"/>
                <a:ext cx="37180" cy="37180"/>
              </a:xfrm>
              <a:custGeom>
                <a:avLst/>
                <a:gdLst>
                  <a:gd name="connsiteX0" fmla="*/ 37434 w 37180"/>
                  <a:gd name="connsiteY0" fmla="*/ 18769 h 37180"/>
                  <a:gd name="connsiteX1" fmla="*/ 18844 w 37180"/>
                  <a:gd name="connsiteY1" fmla="*/ 37359 h 37180"/>
                  <a:gd name="connsiteX2" fmla="*/ 254 w 37180"/>
                  <a:gd name="connsiteY2" fmla="*/ 18769 h 37180"/>
                  <a:gd name="connsiteX3" fmla="*/ 18844 w 37180"/>
                  <a:gd name="connsiteY3" fmla="*/ 178 h 37180"/>
                  <a:gd name="connsiteX4" fmla="*/ 37434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69"/>
                    </a:moveTo>
                    <a:cubicBezTo>
                      <a:pt x="37434" y="29036"/>
                      <a:pt x="29111" y="37359"/>
                      <a:pt x="18844" y="37359"/>
                    </a:cubicBezTo>
                    <a:cubicBezTo>
                      <a:pt x="8577" y="37359"/>
                      <a:pt x="254" y="29036"/>
                      <a:pt x="254" y="18769"/>
                    </a:cubicBezTo>
                    <a:cubicBezTo>
                      <a:pt x="254" y="8502"/>
                      <a:pt x="8577" y="178"/>
                      <a:pt x="18844" y="178"/>
                    </a:cubicBezTo>
                    <a:cubicBezTo>
                      <a:pt x="29111" y="178"/>
                      <a:pt x="37434" y="8502"/>
                      <a:pt x="37434" y="18769"/>
                    </a:cubicBezTo>
                    <a:close/>
                  </a:path>
                </a:pathLst>
              </a:custGeom>
              <a:solidFill>
                <a:srgbClr val="F7C9C9"/>
              </a:solidFill>
              <a:ln w="5753" cap="sq">
                <a:noFill/>
                <a:prstDash val="solid"/>
                <a:miter/>
              </a:ln>
            </p:spPr>
            <p:txBody>
              <a:bodyPr rtlCol="0" anchor="ctr"/>
              <a:lstStyle/>
              <a:p>
                <a:endParaRPr lang="en-US"/>
              </a:p>
            </p:txBody>
          </p:sp>
          <p:sp>
            <p:nvSpPr>
              <p:cNvPr id="2475" name="Freeform: Shape 2474">
                <a:extLst>
                  <a:ext uri="{FF2B5EF4-FFF2-40B4-BE49-F238E27FC236}">
                    <a16:creationId xmlns:a16="http://schemas.microsoft.com/office/drawing/2014/main" id="{09ECA2E4-8255-BF48-64BF-C893457BBBA3}"/>
                  </a:ext>
                </a:extLst>
              </p:cNvPr>
              <p:cNvSpPr/>
              <p:nvPr/>
            </p:nvSpPr>
            <p:spPr>
              <a:xfrm>
                <a:off x="7654451" y="8028042"/>
                <a:ext cx="41981" cy="41981"/>
              </a:xfrm>
              <a:custGeom>
                <a:avLst/>
                <a:gdLst>
                  <a:gd name="connsiteX0" fmla="*/ 21244 w 41981"/>
                  <a:gd name="connsiteY0" fmla="*/ 4979 h 41981"/>
                  <a:gd name="connsiteX1" fmla="*/ 37434 w 41981"/>
                  <a:gd name="connsiteY1" fmla="*/ 21169 h 41981"/>
                  <a:gd name="connsiteX2" fmla="*/ 37434 w 41981"/>
                  <a:gd name="connsiteY2" fmla="*/ 21169 h 41981"/>
                  <a:gd name="connsiteX3" fmla="*/ 21244 w 41981"/>
                  <a:gd name="connsiteY3" fmla="*/ 37359 h 41981"/>
                  <a:gd name="connsiteX4" fmla="*/ 5054 w 41981"/>
                  <a:gd name="connsiteY4" fmla="*/ 21169 h 41981"/>
                  <a:gd name="connsiteX5" fmla="*/ 21244 w 41981"/>
                  <a:gd name="connsiteY5" fmla="*/ 4979 h 41981"/>
                  <a:gd name="connsiteX6" fmla="*/ 21244 w 41981"/>
                  <a:gd name="connsiteY6" fmla="*/ 178 h 41981"/>
                  <a:gd name="connsiteX7" fmla="*/ 254 w 41981"/>
                  <a:gd name="connsiteY7" fmla="*/ 21169 h 41981"/>
                  <a:gd name="connsiteX8" fmla="*/ 21244 w 41981"/>
                  <a:gd name="connsiteY8" fmla="*/ 42160 h 41981"/>
                  <a:gd name="connsiteX9" fmla="*/ 42235 w 41981"/>
                  <a:gd name="connsiteY9" fmla="*/ 21169 h 41981"/>
                  <a:gd name="connsiteX10" fmla="*/ 42235 w 41981"/>
                  <a:gd name="connsiteY10" fmla="*/ 21169 h 41981"/>
                  <a:gd name="connsiteX11" fmla="*/ 21244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79"/>
                    </a:moveTo>
                    <a:cubicBezTo>
                      <a:pt x="30186" y="4979"/>
                      <a:pt x="37434" y="12227"/>
                      <a:pt x="37434" y="21169"/>
                    </a:cubicBezTo>
                    <a:lnTo>
                      <a:pt x="37434" y="21169"/>
                    </a:lnTo>
                    <a:cubicBezTo>
                      <a:pt x="37434" y="30111"/>
                      <a:pt x="30186" y="37359"/>
                      <a:pt x="21244" y="37359"/>
                    </a:cubicBezTo>
                    <a:cubicBezTo>
                      <a:pt x="12302" y="37359"/>
                      <a:pt x="5054" y="30111"/>
                      <a:pt x="5054" y="21169"/>
                    </a:cubicBezTo>
                    <a:cubicBezTo>
                      <a:pt x="5054" y="12227"/>
                      <a:pt x="12302" y="4979"/>
                      <a:pt x="21244" y="4979"/>
                    </a:cubicBezTo>
                    <a:close/>
                    <a:moveTo>
                      <a:pt x="21244" y="178"/>
                    </a:moveTo>
                    <a:cubicBezTo>
                      <a:pt x="9652" y="178"/>
                      <a:pt x="254" y="9576"/>
                      <a:pt x="254" y="21169"/>
                    </a:cubicBezTo>
                    <a:cubicBezTo>
                      <a:pt x="254" y="32762"/>
                      <a:pt x="9652" y="42160"/>
                      <a:pt x="21244" y="42160"/>
                    </a:cubicBezTo>
                    <a:cubicBezTo>
                      <a:pt x="32837" y="42160"/>
                      <a:pt x="42235" y="32762"/>
                      <a:pt x="42235" y="21169"/>
                    </a:cubicBezTo>
                    <a:lnTo>
                      <a:pt x="42235" y="21169"/>
                    </a:lnTo>
                    <a:cubicBezTo>
                      <a:pt x="42235" y="9576"/>
                      <a:pt x="32837" y="178"/>
                      <a:pt x="21244" y="178"/>
                    </a:cubicBezTo>
                    <a:close/>
                  </a:path>
                </a:pathLst>
              </a:custGeom>
              <a:solidFill>
                <a:srgbClr val="000000"/>
              </a:solidFill>
              <a:ln w="4794" cap="sq">
                <a:noFill/>
                <a:prstDash val="solid"/>
                <a:round/>
              </a:ln>
            </p:spPr>
            <p:txBody>
              <a:bodyPr rtlCol="0" anchor="ctr"/>
              <a:lstStyle/>
              <a:p>
                <a:endParaRPr lang="en-US"/>
              </a:p>
            </p:txBody>
          </p:sp>
          <p:sp>
            <p:nvSpPr>
              <p:cNvPr id="2476" name="Freeform: Shape 2475">
                <a:extLst>
                  <a:ext uri="{FF2B5EF4-FFF2-40B4-BE49-F238E27FC236}">
                    <a16:creationId xmlns:a16="http://schemas.microsoft.com/office/drawing/2014/main" id="{DA677EA6-9A4A-FB61-B4D8-4D518EB8BEB0}"/>
                  </a:ext>
                </a:extLst>
              </p:cNvPr>
              <p:cNvSpPr/>
              <p:nvPr/>
            </p:nvSpPr>
            <p:spPr>
              <a:xfrm>
                <a:off x="7520944" y="7981056"/>
                <a:ext cx="37180" cy="37180"/>
              </a:xfrm>
              <a:custGeom>
                <a:avLst/>
                <a:gdLst>
                  <a:gd name="connsiteX0" fmla="*/ 37411 w 37180"/>
                  <a:gd name="connsiteY0" fmla="*/ 18760 h 37180"/>
                  <a:gd name="connsiteX1" fmla="*/ 18820 w 37180"/>
                  <a:gd name="connsiteY1" fmla="*/ 37351 h 37180"/>
                  <a:gd name="connsiteX2" fmla="*/ 230 w 37180"/>
                  <a:gd name="connsiteY2" fmla="*/ 18760 h 37180"/>
                  <a:gd name="connsiteX3" fmla="*/ 18820 w 37180"/>
                  <a:gd name="connsiteY3" fmla="*/ 170 h 37180"/>
                  <a:gd name="connsiteX4" fmla="*/ 3741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1" y="18760"/>
                    </a:moveTo>
                    <a:cubicBezTo>
                      <a:pt x="37411" y="29027"/>
                      <a:pt x="29088" y="37351"/>
                      <a:pt x="18820" y="37351"/>
                    </a:cubicBezTo>
                    <a:cubicBezTo>
                      <a:pt x="8553" y="37351"/>
                      <a:pt x="230" y="29027"/>
                      <a:pt x="230" y="18760"/>
                    </a:cubicBezTo>
                    <a:cubicBezTo>
                      <a:pt x="230" y="8493"/>
                      <a:pt x="8553" y="170"/>
                      <a:pt x="18820" y="170"/>
                    </a:cubicBezTo>
                    <a:cubicBezTo>
                      <a:pt x="29088" y="170"/>
                      <a:pt x="37411" y="8493"/>
                      <a:pt x="37411" y="18760"/>
                    </a:cubicBezTo>
                    <a:close/>
                  </a:path>
                </a:pathLst>
              </a:custGeom>
              <a:solidFill>
                <a:srgbClr val="D7F7D7"/>
              </a:solidFill>
              <a:ln w="5753" cap="sq">
                <a:noFill/>
                <a:prstDash val="solid"/>
                <a:miter/>
              </a:ln>
            </p:spPr>
            <p:txBody>
              <a:bodyPr rtlCol="0" anchor="ctr"/>
              <a:lstStyle/>
              <a:p>
                <a:endParaRPr lang="en-US"/>
              </a:p>
            </p:txBody>
          </p:sp>
          <p:sp>
            <p:nvSpPr>
              <p:cNvPr id="2477" name="Freeform: Shape 2476">
                <a:extLst>
                  <a:ext uri="{FF2B5EF4-FFF2-40B4-BE49-F238E27FC236}">
                    <a16:creationId xmlns:a16="http://schemas.microsoft.com/office/drawing/2014/main" id="{1CCE8781-6445-2AE7-516C-E2389DB4D72B}"/>
                  </a:ext>
                </a:extLst>
              </p:cNvPr>
              <p:cNvSpPr/>
              <p:nvPr/>
            </p:nvSpPr>
            <p:spPr>
              <a:xfrm>
                <a:off x="7518543" y="7978656"/>
                <a:ext cx="41981" cy="41981"/>
              </a:xfrm>
              <a:custGeom>
                <a:avLst/>
                <a:gdLst>
                  <a:gd name="connsiteX0" fmla="*/ 21221 w 41981"/>
                  <a:gd name="connsiteY0" fmla="*/ 4970 h 41981"/>
                  <a:gd name="connsiteX1" fmla="*/ 37411 w 41981"/>
                  <a:gd name="connsiteY1" fmla="*/ 21160 h 41981"/>
                  <a:gd name="connsiteX2" fmla="*/ 37411 w 41981"/>
                  <a:gd name="connsiteY2" fmla="*/ 21160 h 41981"/>
                  <a:gd name="connsiteX3" fmla="*/ 21221 w 41981"/>
                  <a:gd name="connsiteY3" fmla="*/ 37351 h 41981"/>
                  <a:gd name="connsiteX4" fmla="*/ 5030 w 41981"/>
                  <a:gd name="connsiteY4" fmla="*/ 21160 h 41981"/>
                  <a:gd name="connsiteX5" fmla="*/ 21221 w 41981"/>
                  <a:gd name="connsiteY5" fmla="*/ 4970 h 41981"/>
                  <a:gd name="connsiteX6" fmla="*/ 21221 w 41981"/>
                  <a:gd name="connsiteY6" fmla="*/ 170 h 41981"/>
                  <a:gd name="connsiteX7" fmla="*/ 230 w 41981"/>
                  <a:gd name="connsiteY7" fmla="*/ 21160 h 41981"/>
                  <a:gd name="connsiteX8" fmla="*/ 21221 w 41981"/>
                  <a:gd name="connsiteY8" fmla="*/ 42151 h 41981"/>
                  <a:gd name="connsiteX9" fmla="*/ 42211 w 41981"/>
                  <a:gd name="connsiteY9" fmla="*/ 21160 h 41981"/>
                  <a:gd name="connsiteX10" fmla="*/ 42211 w 41981"/>
                  <a:gd name="connsiteY10" fmla="*/ 21160 h 41981"/>
                  <a:gd name="connsiteX11" fmla="*/ 2122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1" y="4970"/>
                    </a:moveTo>
                    <a:cubicBezTo>
                      <a:pt x="30162" y="4970"/>
                      <a:pt x="37411" y="12219"/>
                      <a:pt x="37411" y="21160"/>
                    </a:cubicBezTo>
                    <a:lnTo>
                      <a:pt x="37411" y="21160"/>
                    </a:lnTo>
                    <a:cubicBezTo>
                      <a:pt x="37411" y="30102"/>
                      <a:pt x="30162" y="37351"/>
                      <a:pt x="21221" y="37351"/>
                    </a:cubicBezTo>
                    <a:cubicBezTo>
                      <a:pt x="12279" y="37351"/>
                      <a:pt x="5030" y="30102"/>
                      <a:pt x="5030" y="21160"/>
                    </a:cubicBezTo>
                    <a:cubicBezTo>
                      <a:pt x="5030" y="12219"/>
                      <a:pt x="12279" y="4970"/>
                      <a:pt x="21221" y="4970"/>
                    </a:cubicBezTo>
                    <a:close/>
                    <a:moveTo>
                      <a:pt x="21221" y="170"/>
                    </a:moveTo>
                    <a:cubicBezTo>
                      <a:pt x="9628" y="170"/>
                      <a:pt x="230" y="9568"/>
                      <a:pt x="230" y="21160"/>
                    </a:cubicBezTo>
                    <a:cubicBezTo>
                      <a:pt x="230" y="32753"/>
                      <a:pt x="9628" y="42151"/>
                      <a:pt x="21221" y="42151"/>
                    </a:cubicBezTo>
                    <a:cubicBezTo>
                      <a:pt x="32813" y="42151"/>
                      <a:pt x="42211" y="32753"/>
                      <a:pt x="42211" y="21160"/>
                    </a:cubicBezTo>
                    <a:lnTo>
                      <a:pt x="42211" y="21160"/>
                    </a:lnTo>
                    <a:cubicBezTo>
                      <a:pt x="42211" y="9568"/>
                      <a:pt x="32813" y="170"/>
                      <a:pt x="21221" y="170"/>
                    </a:cubicBezTo>
                    <a:close/>
                  </a:path>
                </a:pathLst>
              </a:custGeom>
              <a:solidFill>
                <a:srgbClr val="000000"/>
              </a:solidFill>
              <a:ln w="4794" cap="sq">
                <a:noFill/>
                <a:prstDash val="solid"/>
                <a:round/>
              </a:ln>
            </p:spPr>
            <p:txBody>
              <a:bodyPr rtlCol="0" anchor="ctr"/>
              <a:lstStyle/>
              <a:p>
                <a:endParaRPr lang="en-US"/>
              </a:p>
            </p:txBody>
          </p:sp>
          <p:sp>
            <p:nvSpPr>
              <p:cNvPr id="2478" name="Freeform: Shape 2477">
                <a:extLst>
                  <a:ext uri="{FF2B5EF4-FFF2-40B4-BE49-F238E27FC236}">
                    <a16:creationId xmlns:a16="http://schemas.microsoft.com/office/drawing/2014/main" id="{0D27C057-01FB-4156-ABFB-05D9278522BE}"/>
                  </a:ext>
                </a:extLst>
              </p:cNvPr>
              <p:cNvSpPr/>
              <p:nvPr/>
            </p:nvSpPr>
            <p:spPr>
              <a:xfrm>
                <a:off x="7602148" y="8013081"/>
                <a:ext cx="37180" cy="37180"/>
              </a:xfrm>
              <a:custGeom>
                <a:avLst/>
                <a:gdLst>
                  <a:gd name="connsiteX0" fmla="*/ 37425 w 37180"/>
                  <a:gd name="connsiteY0" fmla="*/ 18766 h 37180"/>
                  <a:gd name="connsiteX1" fmla="*/ 18835 w 37180"/>
                  <a:gd name="connsiteY1" fmla="*/ 37356 h 37180"/>
                  <a:gd name="connsiteX2" fmla="*/ 244 w 37180"/>
                  <a:gd name="connsiteY2" fmla="*/ 18766 h 37180"/>
                  <a:gd name="connsiteX3" fmla="*/ 18835 w 37180"/>
                  <a:gd name="connsiteY3" fmla="*/ 175 h 37180"/>
                  <a:gd name="connsiteX4" fmla="*/ 37425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66"/>
                    </a:moveTo>
                    <a:cubicBezTo>
                      <a:pt x="37425" y="29033"/>
                      <a:pt x="29102" y="37356"/>
                      <a:pt x="18835" y="37356"/>
                    </a:cubicBezTo>
                    <a:cubicBezTo>
                      <a:pt x="8567" y="37356"/>
                      <a:pt x="244" y="29033"/>
                      <a:pt x="244" y="18766"/>
                    </a:cubicBezTo>
                    <a:cubicBezTo>
                      <a:pt x="244" y="8499"/>
                      <a:pt x="8567" y="175"/>
                      <a:pt x="18835" y="175"/>
                    </a:cubicBezTo>
                    <a:cubicBezTo>
                      <a:pt x="29102" y="175"/>
                      <a:pt x="37425" y="8499"/>
                      <a:pt x="37425" y="18766"/>
                    </a:cubicBezTo>
                    <a:close/>
                  </a:path>
                </a:pathLst>
              </a:custGeom>
              <a:solidFill>
                <a:srgbClr val="F7CFCF"/>
              </a:solidFill>
              <a:ln w="5753" cap="sq">
                <a:noFill/>
                <a:prstDash val="solid"/>
                <a:miter/>
              </a:ln>
            </p:spPr>
            <p:txBody>
              <a:bodyPr rtlCol="0" anchor="ctr"/>
              <a:lstStyle/>
              <a:p>
                <a:endParaRPr lang="en-US"/>
              </a:p>
            </p:txBody>
          </p:sp>
          <p:sp>
            <p:nvSpPr>
              <p:cNvPr id="2479" name="Freeform: Shape 2478">
                <a:extLst>
                  <a:ext uri="{FF2B5EF4-FFF2-40B4-BE49-F238E27FC236}">
                    <a16:creationId xmlns:a16="http://schemas.microsoft.com/office/drawing/2014/main" id="{30918D5C-6FCF-E11E-9F6C-3033F59CF585}"/>
                  </a:ext>
                </a:extLst>
              </p:cNvPr>
              <p:cNvSpPr/>
              <p:nvPr/>
            </p:nvSpPr>
            <p:spPr>
              <a:xfrm>
                <a:off x="7599748" y="8010681"/>
                <a:ext cx="41981" cy="41981"/>
              </a:xfrm>
              <a:custGeom>
                <a:avLst/>
                <a:gdLst>
                  <a:gd name="connsiteX0" fmla="*/ 21235 w 41981"/>
                  <a:gd name="connsiteY0" fmla="*/ 4976 h 41981"/>
                  <a:gd name="connsiteX1" fmla="*/ 37425 w 41981"/>
                  <a:gd name="connsiteY1" fmla="*/ 21166 h 41981"/>
                  <a:gd name="connsiteX2" fmla="*/ 37425 w 41981"/>
                  <a:gd name="connsiteY2" fmla="*/ 21166 h 41981"/>
                  <a:gd name="connsiteX3" fmla="*/ 21235 w 41981"/>
                  <a:gd name="connsiteY3" fmla="*/ 37356 h 41981"/>
                  <a:gd name="connsiteX4" fmla="*/ 5045 w 41981"/>
                  <a:gd name="connsiteY4" fmla="*/ 21166 h 41981"/>
                  <a:gd name="connsiteX5" fmla="*/ 21235 w 41981"/>
                  <a:gd name="connsiteY5" fmla="*/ 4976 h 41981"/>
                  <a:gd name="connsiteX6" fmla="*/ 21235 w 41981"/>
                  <a:gd name="connsiteY6" fmla="*/ 175 h 41981"/>
                  <a:gd name="connsiteX7" fmla="*/ 244 w 41981"/>
                  <a:gd name="connsiteY7" fmla="*/ 21166 h 41981"/>
                  <a:gd name="connsiteX8" fmla="*/ 21235 w 41981"/>
                  <a:gd name="connsiteY8" fmla="*/ 42157 h 41981"/>
                  <a:gd name="connsiteX9" fmla="*/ 42225 w 41981"/>
                  <a:gd name="connsiteY9" fmla="*/ 21166 h 41981"/>
                  <a:gd name="connsiteX10" fmla="*/ 42225 w 41981"/>
                  <a:gd name="connsiteY10" fmla="*/ 21166 h 41981"/>
                  <a:gd name="connsiteX11" fmla="*/ 21235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76"/>
                    </a:moveTo>
                    <a:cubicBezTo>
                      <a:pt x="30177" y="4976"/>
                      <a:pt x="37425" y="12224"/>
                      <a:pt x="37425" y="21166"/>
                    </a:cubicBezTo>
                    <a:lnTo>
                      <a:pt x="37425" y="21166"/>
                    </a:lnTo>
                    <a:cubicBezTo>
                      <a:pt x="37425" y="30108"/>
                      <a:pt x="30177" y="37356"/>
                      <a:pt x="21235" y="37356"/>
                    </a:cubicBezTo>
                    <a:cubicBezTo>
                      <a:pt x="12293" y="37356"/>
                      <a:pt x="5045" y="30108"/>
                      <a:pt x="5045" y="21166"/>
                    </a:cubicBezTo>
                    <a:cubicBezTo>
                      <a:pt x="5045" y="12224"/>
                      <a:pt x="12293" y="4976"/>
                      <a:pt x="21235" y="4976"/>
                    </a:cubicBezTo>
                    <a:close/>
                    <a:moveTo>
                      <a:pt x="21235" y="175"/>
                    </a:moveTo>
                    <a:cubicBezTo>
                      <a:pt x="9642" y="175"/>
                      <a:pt x="244" y="9573"/>
                      <a:pt x="244" y="21166"/>
                    </a:cubicBezTo>
                    <a:cubicBezTo>
                      <a:pt x="244" y="32759"/>
                      <a:pt x="9642" y="42157"/>
                      <a:pt x="21235" y="42157"/>
                    </a:cubicBezTo>
                    <a:cubicBezTo>
                      <a:pt x="32827" y="42157"/>
                      <a:pt x="42225" y="32759"/>
                      <a:pt x="42225" y="21166"/>
                    </a:cubicBezTo>
                    <a:lnTo>
                      <a:pt x="42225" y="21166"/>
                    </a:lnTo>
                    <a:cubicBezTo>
                      <a:pt x="42225" y="9573"/>
                      <a:pt x="32827" y="175"/>
                      <a:pt x="21235" y="175"/>
                    </a:cubicBezTo>
                    <a:close/>
                  </a:path>
                </a:pathLst>
              </a:custGeom>
              <a:solidFill>
                <a:srgbClr val="000000"/>
              </a:solidFill>
              <a:ln w="4794" cap="sq">
                <a:noFill/>
                <a:prstDash val="solid"/>
                <a:round/>
              </a:ln>
            </p:spPr>
            <p:txBody>
              <a:bodyPr rtlCol="0" anchor="ctr"/>
              <a:lstStyle/>
              <a:p>
                <a:endParaRPr lang="en-US"/>
              </a:p>
            </p:txBody>
          </p:sp>
          <p:sp>
            <p:nvSpPr>
              <p:cNvPr id="2480" name="Freeform: Shape 2479">
                <a:extLst>
                  <a:ext uri="{FF2B5EF4-FFF2-40B4-BE49-F238E27FC236}">
                    <a16:creationId xmlns:a16="http://schemas.microsoft.com/office/drawing/2014/main" id="{7E8AB62B-05B4-DCEB-E6EB-60AB8D3E3354}"/>
                  </a:ext>
                </a:extLst>
              </p:cNvPr>
              <p:cNvSpPr/>
              <p:nvPr/>
            </p:nvSpPr>
            <p:spPr>
              <a:xfrm>
                <a:off x="7548361" y="7953627"/>
                <a:ext cx="37180" cy="37180"/>
              </a:xfrm>
              <a:custGeom>
                <a:avLst/>
                <a:gdLst>
                  <a:gd name="connsiteX0" fmla="*/ 37416 w 37180"/>
                  <a:gd name="connsiteY0" fmla="*/ 18755 h 37180"/>
                  <a:gd name="connsiteX1" fmla="*/ 18825 w 37180"/>
                  <a:gd name="connsiteY1" fmla="*/ 37346 h 37180"/>
                  <a:gd name="connsiteX2" fmla="*/ 235 w 37180"/>
                  <a:gd name="connsiteY2" fmla="*/ 18755 h 37180"/>
                  <a:gd name="connsiteX3" fmla="*/ 18825 w 37180"/>
                  <a:gd name="connsiteY3" fmla="*/ 165 h 37180"/>
                  <a:gd name="connsiteX4" fmla="*/ 3741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55"/>
                    </a:moveTo>
                    <a:cubicBezTo>
                      <a:pt x="37416" y="29023"/>
                      <a:pt x="29092" y="37346"/>
                      <a:pt x="18825" y="37346"/>
                    </a:cubicBezTo>
                    <a:cubicBezTo>
                      <a:pt x="8558" y="37346"/>
                      <a:pt x="235" y="29023"/>
                      <a:pt x="235" y="18755"/>
                    </a:cubicBezTo>
                    <a:cubicBezTo>
                      <a:pt x="235" y="8488"/>
                      <a:pt x="8558" y="165"/>
                      <a:pt x="18825" y="165"/>
                    </a:cubicBezTo>
                    <a:cubicBezTo>
                      <a:pt x="29092" y="165"/>
                      <a:pt x="37416" y="8488"/>
                      <a:pt x="37416" y="18755"/>
                    </a:cubicBezTo>
                    <a:close/>
                  </a:path>
                </a:pathLst>
              </a:custGeom>
              <a:solidFill>
                <a:srgbClr val="F7EBEB"/>
              </a:solidFill>
              <a:ln w="5753" cap="sq">
                <a:noFill/>
                <a:prstDash val="solid"/>
                <a:miter/>
              </a:ln>
            </p:spPr>
            <p:txBody>
              <a:bodyPr rtlCol="0" anchor="ctr"/>
              <a:lstStyle/>
              <a:p>
                <a:endParaRPr lang="en-US"/>
              </a:p>
            </p:txBody>
          </p:sp>
          <p:sp>
            <p:nvSpPr>
              <p:cNvPr id="2481" name="Freeform: Shape 2480">
                <a:extLst>
                  <a:ext uri="{FF2B5EF4-FFF2-40B4-BE49-F238E27FC236}">
                    <a16:creationId xmlns:a16="http://schemas.microsoft.com/office/drawing/2014/main" id="{3013C5C4-5180-3909-E5EC-C47264D71A40}"/>
                  </a:ext>
                </a:extLst>
              </p:cNvPr>
              <p:cNvSpPr/>
              <p:nvPr/>
            </p:nvSpPr>
            <p:spPr>
              <a:xfrm>
                <a:off x="7545961" y="7951227"/>
                <a:ext cx="41981" cy="41981"/>
              </a:xfrm>
              <a:custGeom>
                <a:avLst/>
                <a:gdLst>
                  <a:gd name="connsiteX0" fmla="*/ 21225 w 41981"/>
                  <a:gd name="connsiteY0" fmla="*/ 4965 h 41981"/>
                  <a:gd name="connsiteX1" fmla="*/ 37416 w 41981"/>
                  <a:gd name="connsiteY1" fmla="*/ 21156 h 41981"/>
                  <a:gd name="connsiteX2" fmla="*/ 37416 w 41981"/>
                  <a:gd name="connsiteY2" fmla="*/ 21156 h 41981"/>
                  <a:gd name="connsiteX3" fmla="*/ 21225 w 41981"/>
                  <a:gd name="connsiteY3" fmla="*/ 37346 h 41981"/>
                  <a:gd name="connsiteX4" fmla="*/ 5035 w 41981"/>
                  <a:gd name="connsiteY4" fmla="*/ 21156 h 41981"/>
                  <a:gd name="connsiteX5" fmla="*/ 21225 w 41981"/>
                  <a:gd name="connsiteY5" fmla="*/ 4965 h 41981"/>
                  <a:gd name="connsiteX6" fmla="*/ 21225 w 41981"/>
                  <a:gd name="connsiteY6" fmla="*/ 165 h 41981"/>
                  <a:gd name="connsiteX7" fmla="*/ 235 w 41981"/>
                  <a:gd name="connsiteY7" fmla="*/ 21156 h 41981"/>
                  <a:gd name="connsiteX8" fmla="*/ 21225 w 41981"/>
                  <a:gd name="connsiteY8" fmla="*/ 42146 h 41981"/>
                  <a:gd name="connsiteX9" fmla="*/ 42216 w 41981"/>
                  <a:gd name="connsiteY9" fmla="*/ 21156 h 41981"/>
                  <a:gd name="connsiteX10" fmla="*/ 42216 w 41981"/>
                  <a:gd name="connsiteY10" fmla="*/ 21156 h 41981"/>
                  <a:gd name="connsiteX11" fmla="*/ 2122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65"/>
                    </a:moveTo>
                    <a:cubicBezTo>
                      <a:pt x="30167" y="4965"/>
                      <a:pt x="37416" y="12214"/>
                      <a:pt x="37416" y="21156"/>
                    </a:cubicBezTo>
                    <a:lnTo>
                      <a:pt x="37416" y="21156"/>
                    </a:lnTo>
                    <a:cubicBezTo>
                      <a:pt x="37416" y="30098"/>
                      <a:pt x="30167" y="37346"/>
                      <a:pt x="21225" y="37346"/>
                    </a:cubicBezTo>
                    <a:cubicBezTo>
                      <a:pt x="12284" y="37346"/>
                      <a:pt x="5035" y="30098"/>
                      <a:pt x="5035" y="21156"/>
                    </a:cubicBezTo>
                    <a:cubicBezTo>
                      <a:pt x="5035" y="12214"/>
                      <a:pt x="12284" y="4965"/>
                      <a:pt x="21225" y="4965"/>
                    </a:cubicBezTo>
                    <a:close/>
                    <a:moveTo>
                      <a:pt x="21225" y="165"/>
                    </a:moveTo>
                    <a:cubicBezTo>
                      <a:pt x="9633" y="165"/>
                      <a:pt x="235" y="9563"/>
                      <a:pt x="235" y="21156"/>
                    </a:cubicBezTo>
                    <a:cubicBezTo>
                      <a:pt x="235" y="32748"/>
                      <a:pt x="9633" y="42146"/>
                      <a:pt x="21225" y="42146"/>
                    </a:cubicBezTo>
                    <a:cubicBezTo>
                      <a:pt x="32818" y="42146"/>
                      <a:pt x="42216" y="32748"/>
                      <a:pt x="42216" y="21156"/>
                    </a:cubicBezTo>
                    <a:lnTo>
                      <a:pt x="42216" y="21156"/>
                    </a:lnTo>
                    <a:cubicBezTo>
                      <a:pt x="42216" y="9563"/>
                      <a:pt x="32818" y="165"/>
                      <a:pt x="21225" y="165"/>
                    </a:cubicBezTo>
                    <a:close/>
                  </a:path>
                </a:pathLst>
              </a:custGeom>
              <a:solidFill>
                <a:srgbClr val="000000"/>
              </a:solidFill>
              <a:ln w="4794" cap="sq">
                <a:noFill/>
                <a:prstDash val="solid"/>
                <a:round/>
              </a:ln>
            </p:spPr>
            <p:txBody>
              <a:bodyPr rtlCol="0" anchor="ctr"/>
              <a:lstStyle/>
              <a:p>
                <a:endParaRPr lang="en-US"/>
              </a:p>
            </p:txBody>
          </p:sp>
          <p:sp>
            <p:nvSpPr>
              <p:cNvPr id="2482" name="Freeform: Shape 2481">
                <a:extLst>
                  <a:ext uri="{FF2B5EF4-FFF2-40B4-BE49-F238E27FC236}">
                    <a16:creationId xmlns:a16="http://schemas.microsoft.com/office/drawing/2014/main" id="{AA335BFD-AEA9-0BCB-36B8-793535ADDBA6}"/>
                  </a:ext>
                </a:extLst>
              </p:cNvPr>
              <p:cNvSpPr/>
              <p:nvPr/>
            </p:nvSpPr>
            <p:spPr>
              <a:xfrm>
                <a:off x="7528979" y="7994425"/>
                <a:ext cx="37180" cy="37180"/>
              </a:xfrm>
              <a:custGeom>
                <a:avLst/>
                <a:gdLst>
                  <a:gd name="connsiteX0" fmla="*/ 37412 w 37180"/>
                  <a:gd name="connsiteY0" fmla="*/ 18763 h 37180"/>
                  <a:gd name="connsiteX1" fmla="*/ 18822 w 37180"/>
                  <a:gd name="connsiteY1" fmla="*/ 37353 h 37180"/>
                  <a:gd name="connsiteX2" fmla="*/ 231 w 37180"/>
                  <a:gd name="connsiteY2" fmla="*/ 18763 h 37180"/>
                  <a:gd name="connsiteX3" fmla="*/ 18822 w 37180"/>
                  <a:gd name="connsiteY3" fmla="*/ 172 h 37180"/>
                  <a:gd name="connsiteX4" fmla="*/ 37412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63"/>
                    </a:moveTo>
                    <a:cubicBezTo>
                      <a:pt x="37412" y="29030"/>
                      <a:pt x="29089" y="37353"/>
                      <a:pt x="18822" y="37353"/>
                    </a:cubicBezTo>
                    <a:cubicBezTo>
                      <a:pt x="8555" y="37353"/>
                      <a:pt x="231" y="29030"/>
                      <a:pt x="231" y="18763"/>
                    </a:cubicBezTo>
                    <a:cubicBezTo>
                      <a:pt x="231" y="8495"/>
                      <a:pt x="8555" y="172"/>
                      <a:pt x="18822" y="172"/>
                    </a:cubicBezTo>
                    <a:cubicBezTo>
                      <a:pt x="29089" y="172"/>
                      <a:pt x="37412" y="8495"/>
                      <a:pt x="37412" y="18763"/>
                    </a:cubicBezTo>
                    <a:close/>
                  </a:path>
                </a:pathLst>
              </a:custGeom>
              <a:solidFill>
                <a:srgbClr val="F7E3E3"/>
              </a:solidFill>
              <a:ln w="5753" cap="sq">
                <a:noFill/>
                <a:prstDash val="solid"/>
                <a:miter/>
              </a:ln>
            </p:spPr>
            <p:txBody>
              <a:bodyPr rtlCol="0" anchor="ctr"/>
              <a:lstStyle/>
              <a:p>
                <a:endParaRPr lang="en-US"/>
              </a:p>
            </p:txBody>
          </p:sp>
          <p:sp>
            <p:nvSpPr>
              <p:cNvPr id="2483" name="Freeform: Shape 2482">
                <a:extLst>
                  <a:ext uri="{FF2B5EF4-FFF2-40B4-BE49-F238E27FC236}">
                    <a16:creationId xmlns:a16="http://schemas.microsoft.com/office/drawing/2014/main" id="{1F53F432-E759-230E-93EA-72881B32B1B9}"/>
                  </a:ext>
                </a:extLst>
              </p:cNvPr>
              <p:cNvSpPr/>
              <p:nvPr/>
            </p:nvSpPr>
            <p:spPr>
              <a:xfrm>
                <a:off x="7526579" y="7992025"/>
                <a:ext cx="41981" cy="41981"/>
              </a:xfrm>
              <a:custGeom>
                <a:avLst/>
                <a:gdLst>
                  <a:gd name="connsiteX0" fmla="*/ 21222 w 41981"/>
                  <a:gd name="connsiteY0" fmla="*/ 4973 h 41981"/>
                  <a:gd name="connsiteX1" fmla="*/ 37412 w 41981"/>
                  <a:gd name="connsiteY1" fmla="*/ 21163 h 41981"/>
                  <a:gd name="connsiteX2" fmla="*/ 37412 w 41981"/>
                  <a:gd name="connsiteY2" fmla="*/ 21163 h 41981"/>
                  <a:gd name="connsiteX3" fmla="*/ 21222 w 41981"/>
                  <a:gd name="connsiteY3" fmla="*/ 37353 h 41981"/>
                  <a:gd name="connsiteX4" fmla="*/ 5032 w 41981"/>
                  <a:gd name="connsiteY4" fmla="*/ 21163 h 41981"/>
                  <a:gd name="connsiteX5" fmla="*/ 21222 w 41981"/>
                  <a:gd name="connsiteY5" fmla="*/ 4973 h 41981"/>
                  <a:gd name="connsiteX6" fmla="*/ 21222 w 41981"/>
                  <a:gd name="connsiteY6" fmla="*/ 172 h 41981"/>
                  <a:gd name="connsiteX7" fmla="*/ 231 w 41981"/>
                  <a:gd name="connsiteY7" fmla="*/ 21163 h 41981"/>
                  <a:gd name="connsiteX8" fmla="*/ 21222 w 41981"/>
                  <a:gd name="connsiteY8" fmla="*/ 42153 h 41981"/>
                  <a:gd name="connsiteX9" fmla="*/ 42213 w 41981"/>
                  <a:gd name="connsiteY9" fmla="*/ 21163 h 41981"/>
                  <a:gd name="connsiteX10" fmla="*/ 42213 w 41981"/>
                  <a:gd name="connsiteY10" fmla="*/ 21163 h 41981"/>
                  <a:gd name="connsiteX11" fmla="*/ 21222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2" y="4973"/>
                    </a:moveTo>
                    <a:cubicBezTo>
                      <a:pt x="30164" y="4973"/>
                      <a:pt x="37412" y="12221"/>
                      <a:pt x="37412" y="21163"/>
                    </a:cubicBezTo>
                    <a:lnTo>
                      <a:pt x="37412" y="21163"/>
                    </a:lnTo>
                    <a:cubicBezTo>
                      <a:pt x="37412" y="30105"/>
                      <a:pt x="30164" y="37353"/>
                      <a:pt x="21222" y="37353"/>
                    </a:cubicBezTo>
                    <a:cubicBezTo>
                      <a:pt x="12280" y="37353"/>
                      <a:pt x="5032" y="30105"/>
                      <a:pt x="5032" y="21163"/>
                    </a:cubicBezTo>
                    <a:cubicBezTo>
                      <a:pt x="5032" y="12221"/>
                      <a:pt x="12280" y="4973"/>
                      <a:pt x="21222" y="4973"/>
                    </a:cubicBezTo>
                    <a:close/>
                    <a:moveTo>
                      <a:pt x="21222" y="172"/>
                    </a:moveTo>
                    <a:cubicBezTo>
                      <a:pt x="9629" y="172"/>
                      <a:pt x="231" y="9570"/>
                      <a:pt x="231" y="21163"/>
                    </a:cubicBezTo>
                    <a:cubicBezTo>
                      <a:pt x="231" y="32755"/>
                      <a:pt x="9629" y="42153"/>
                      <a:pt x="21222" y="42153"/>
                    </a:cubicBezTo>
                    <a:cubicBezTo>
                      <a:pt x="32815" y="42153"/>
                      <a:pt x="42213" y="32755"/>
                      <a:pt x="42213" y="21163"/>
                    </a:cubicBezTo>
                    <a:lnTo>
                      <a:pt x="42213" y="21163"/>
                    </a:lnTo>
                    <a:cubicBezTo>
                      <a:pt x="42213" y="9570"/>
                      <a:pt x="32815" y="172"/>
                      <a:pt x="21222" y="172"/>
                    </a:cubicBezTo>
                    <a:close/>
                  </a:path>
                </a:pathLst>
              </a:custGeom>
              <a:solidFill>
                <a:srgbClr val="000000"/>
              </a:solidFill>
              <a:ln w="4794" cap="sq">
                <a:noFill/>
                <a:prstDash val="solid"/>
                <a:round/>
              </a:ln>
            </p:spPr>
            <p:txBody>
              <a:bodyPr rtlCol="0" anchor="ctr"/>
              <a:lstStyle/>
              <a:p>
                <a:endParaRPr lang="en-US"/>
              </a:p>
            </p:txBody>
          </p:sp>
          <p:sp>
            <p:nvSpPr>
              <p:cNvPr id="2484" name="Freeform: Shape 2483">
                <a:extLst>
                  <a:ext uri="{FF2B5EF4-FFF2-40B4-BE49-F238E27FC236}">
                    <a16:creationId xmlns:a16="http://schemas.microsoft.com/office/drawing/2014/main" id="{5AECD78E-C504-CD62-7D39-F1D624B5DE1D}"/>
                  </a:ext>
                </a:extLst>
              </p:cNvPr>
              <p:cNvSpPr/>
              <p:nvPr/>
            </p:nvSpPr>
            <p:spPr>
              <a:xfrm>
                <a:off x="7706761" y="7974847"/>
                <a:ext cx="37180" cy="37180"/>
              </a:xfrm>
              <a:custGeom>
                <a:avLst/>
                <a:gdLst>
                  <a:gd name="connsiteX0" fmla="*/ 37443 w 37180"/>
                  <a:gd name="connsiteY0" fmla="*/ 18759 h 37180"/>
                  <a:gd name="connsiteX1" fmla="*/ 18853 w 37180"/>
                  <a:gd name="connsiteY1" fmla="*/ 37350 h 37180"/>
                  <a:gd name="connsiteX2" fmla="*/ 262 w 37180"/>
                  <a:gd name="connsiteY2" fmla="*/ 18759 h 37180"/>
                  <a:gd name="connsiteX3" fmla="*/ 18853 w 37180"/>
                  <a:gd name="connsiteY3" fmla="*/ 169 h 37180"/>
                  <a:gd name="connsiteX4" fmla="*/ 37443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9"/>
                    </a:moveTo>
                    <a:cubicBezTo>
                      <a:pt x="37443" y="29026"/>
                      <a:pt x="29120" y="37350"/>
                      <a:pt x="18853" y="37350"/>
                    </a:cubicBezTo>
                    <a:cubicBezTo>
                      <a:pt x="8586" y="37350"/>
                      <a:pt x="262" y="29026"/>
                      <a:pt x="262" y="18759"/>
                    </a:cubicBezTo>
                    <a:cubicBezTo>
                      <a:pt x="262" y="8492"/>
                      <a:pt x="8586" y="169"/>
                      <a:pt x="18853" y="169"/>
                    </a:cubicBezTo>
                    <a:cubicBezTo>
                      <a:pt x="29120" y="169"/>
                      <a:pt x="37443" y="8492"/>
                      <a:pt x="37443" y="18759"/>
                    </a:cubicBezTo>
                    <a:close/>
                  </a:path>
                </a:pathLst>
              </a:custGeom>
              <a:solidFill>
                <a:srgbClr val="F1F7F1"/>
              </a:solidFill>
              <a:ln w="5753" cap="sq">
                <a:noFill/>
                <a:prstDash val="solid"/>
                <a:miter/>
              </a:ln>
            </p:spPr>
            <p:txBody>
              <a:bodyPr rtlCol="0" anchor="ctr"/>
              <a:lstStyle/>
              <a:p>
                <a:endParaRPr lang="en-US"/>
              </a:p>
            </p:txBody>
          </p:sp>
          <p:sp>
            <p:nvSpPr>
              <p:cNvPr id="2485" name="Freeform: Shape 2484">
                <a:extLst>
                  <a:ext uri="{FF2B5EF4-FFF2-40B4-BE49-F238E27FC236}">
                    <a16:creationId xmlns:a16="http://schemas.microsoft.com/office/drawing/2014/main" id="{65F02633-480F-D2C2-7D8E-8EC1C4B83C28}"/>
                  </a:ext>
                </a:extLst>
              </p:cNvPr>
              <p:cNvSpPr/>
              <p:nvPr/>
            </p:nvSpPr>
            <p:spPr>
              <a:xfrm>
                <a:off x="7704361" y="7972446"/>
                <a:ext cx="41981" cy="41981"/>
              </a:xfrm>
              <a:custGeom>
                <a:avLst/>
                <a:gdLst>
                  <a:gd name="connsiteX0" fmla="*/ 21253 w 41981"/>
                  <a:gd name="connsiteY0" fmla="*/ 4969 h 41981"/>
                  <a:gd name="connsiteX1" fmla="*/ 37443 w 41981"/>
                  <a:gd name="connsiteY1" fmla="*/ 21159 h 41981"/>
                  <a:gd name="connsiteX2" fmla="*/ 37443 w 41981"/>
                  <a:gd name="connsiteY2" fmla="*/ 21159 h 41981"/>
                  <a:gd name="connsiteX3" fmla="*/ 21253 w 41981"/>
                  <a:gd name="connsiteY3" fmla="*/ 37350 h 41981"/>
                  <a:gd name="connsiteX4" fmla="*/ 5063 w 41981"/>
                  <a:gd name="connsiteY4" fmla="*/ 21159 h 41981"/>
                  <a:gd name="connsiteX5" fmla="*/ 21253 w 41981"/>
                  <a:gd name="connsiteY5" fmla="*/ 4969 h 41981"/>
                  <a:gd name="connsiteX6" fmla="*/ 21253 w 41981"/>
                  <a:gd name="connsiteY6" fmla="*/ 169 h 41981"/>
                  <a:gd name="connsiteX7" fmla="*/ 262 w 41981"/>
                  <a:gd name="connsiteY7" fmla="*/ 21159 h 41981"/>
                  <a:gd name="connsiteX8" fmla="*/ 21253 w 41981"/>
                  <a:gd name="connsiteY8" fmla="*/ 42150 h 41981"/>
                  <a:gd name="connsiteX9" fmla="*/ 42243 w 41981"/>
                  <a:gd name="connsiteY9" fmla="*/ 21159 h 41981"/>
                  <a:gd name="connsiteX10" fmla="*/ 42243 w 41981"/>
                  <a:gd name="connsiteY10" fmla="*/ 21159 h 41981"/>
                  <a:gd name="connsiteX11" fmla="*/ 2125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9"/>
                    </a:moveTo>
                    <a:cubicBezTo>
                      <a:pt x="30195" y="4969"/>
                      <a:pt x="37443" y="12218"/>
                      <a:pt x="37443" y="21159"/>
                    </a:cubicBezTo>
                    <a:lnTo>
                      <a:pt x="37443" y="21159"/>
                    </a:lnTo>
                    <a:cubicBezTo>
                      <a:pt x="37443" y="30101"/>
                      <a:pt x="30195" y="37350"/>
                      <a:pt x="21253" y="37350"/>
                    </a:cubicBezTo>
                    <a:cubicBezTo>
                      <a:pt x="12311" y="37350"/>
                      <a:pt x="5063" y="30101"/>
                      <a:pt x="5063" y="21159"/>
                    </a:cubicBezTo>
                    <a:cubicBezTo>
                      <a:pt x="5063" y="12218"/>
                      <a:pt x="12311" y="4969"/>
                      <a:pt x="21253" y="4969"/>
                    </a:cubicBezTo>
                    <a:close/>
                    <a:moveTo>
                      <a:pt x="21253" y="169"/>
                    </a:moveTo>
                    <a:cubicBezTo>
                      <a:pt x="9660" y="169"/>
                      <a:pt x="262" y="9567"/>
                      <a:pt x="262" y="21159"/>
                    </a:cubicBezTo>
                    <a:cubicBezTo>
                      <a:pt x="262" y="32752"/>
                      <a:pt x="9660" y="42150"/>
                      <a:pt x="21253" y="42150"/>
                    </a:cubicBezTo>
                    <a:cubicBezTo>
                      <a:pt x="32845" y="42150"/>
                      <a:pt x="42243" y="32752"/>
                      <a:pt x="42243" y="21159"/>
                    </a:cubicBezTo>
                    <a:lnTo>
                      <a:pt x="42243" y="21159"/>
                    </a:lnTo>
                    <a:cubicBezTo>
                      <a:pt x="42243" y="9567"/>
                      <a:pt x="32845" y="169"/>
                      <a:pt x="21253" y="169"/>
                    </a:cubicBezTo>
                    <a:close/>
                  </a:path>
                </a:pathLst>
              </a:custGeom>
              <a:solidFill>
                <a:srgbClr val="000000"/>
              </a:solidFill>
              <a:ln w="4794" cap="sq">
                <a:noFill/>
                <a:prstDash val="solid"/>
                <a:round/>
              </a:ln>
            </p:spPr>
            <p:txBody>
              <a:bodyPr rtlCol="0" anchor="ctr"/>
              <a:lstStyle/>
              <a:p>
                <a:endParaRPr lang="en-US"/>
              </a:p>
            </p:txBody>
          </p:sp>
          <p:sp>
            <p:nvSpPr>
              <p:cNvPr id="2486" name="Freeform: Shape 2485">
                <a:extLst>
                  <a:ext uri="{FF2B5EF4-FFF2-40B4-BE49-F238E27FC236}">
                    <a16:creationId xmlns:a16="http://schemas.microsoft.com/office/drawing/2014/main" id="{521D4949-67B2-1B67-E58B-90178AFC5694}"/>
                  </a:ext>
                </a:extLst>
              </p:cNvPr>
              <p:cNvSpPr/>
              <p:nvPr/>
            </p:nvSpPr>
            <p:spPr>
              <a:xfrm>
                <a:off x="7604043" y="7945292"/>
                <a:ext cx="37180" cy="37180"/>
              </a:xfrm>
              <a:custGeom>
                <a:avLst/>
                <a:gdLst>
                  <a:gd name="connsiteX0" fmla="*/ 37425 w 37180"/>
                  <a:gd name="connsiteY0" fmla="*/ 18754 h 37180"/>
                  <a:gd name="connsiteX1" fmla="*/ 18835 w 37180"/>
                  <a:gd name="connsiteY1" fmla="*/ 37344 h 37180"/>
                  <a:gd name="connsiteX2" fmla="*/ 244 w 37180"/>
                  <a:gd name="connsiteY2" fmla="*/ 18754 h 37180"/>
                  <a:gd name="connsiteX3" fmla="*/ 18835 w 37180"/>
                  <a:gd name="connsiteY3" fmla="*/ 164 h 37180"/>
                  <a:gd name="connsiteX4" fmla="*/ 37425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54"/>
                    </a:moveTo>
                    <a:cubicBezTo>
                      <a:pt x="37425" y="29021"/>
                      <a:pt x="29102" y="37344"/>
                      <a:pt x="18835" y="37344"/>
                    </a:cubicBezTo>
                    <a:cubicBezTo>
                      <a:pt x="8568" y="37344"/>
                      <a:pt x="244" y="29021"/>
                      <a:pt x="244" y="18754"/>
                    </a:cubicBezTo>
                    <a:cubicBezTo>
                      <a:pt x="244" y="8487"/>
                      <a:pt x="8568" y="164"/>
                      <a:pt x="18835" y="164"/>
                    </a:cubicBezTo>
                    <a:cubicBezTo>
                      <a:pt x="29102" y="164"/>
                      <a:pt x="37425" y="8487"/>
                      <a:pt x="37425" y="18754"/>
                    </a:cubicBezTo>
                    <a:close/>
                  </a:path>
                </a:pathLst>
              </a:custGeom>
              <a:solidFill>
                <a:srgbClr val="D2F7D2"/>
              </a:solidFill>
              <a:ln w="5753" cap="sq">
                <a:noFill/>
                <a:prstDash val="solid"/>
                <a:miter/>
              </a:ln>
            </p:spPr>
            <p:txBody>
              <a:bodyPr rtlCol="0" anchor="ctr"/>
              <a:lstStyle/>
              <a:p>
                <a:endParaRPr lang="en-US"/>
              </a:p>
            </p:txBody>
          </p:sp>
          <p:sp>
            <p:nvSpPr>
              <p:cNvPr id="2487" name="Freeform: Shape 2486">
                <a:extLst>
                  <a:ext uri="{FF2B5EF4-FFF2-40B4-BE49-F238E27FC236}">
                    <a16:creationId xmlns:a16="http://schemas.microsoft.com/office/drawing/2014/main" id="{FFFF53F7-9651-013E-ED21-67D6F5FC07F9}"/>
                  </a:ext>
                </a:extLst>
              </p:cNvPr>
              <p:cNvSpPr/>
              <p:nvPr/>
            </p:nvSpPr>
            <p:spPr>
              <a:xfrm>
                <a:off x="7601643" y="7942892"/>
                <a:ext cx="41981" cy="41981"/>
              </a:xfrm>
              <a:custGeom>
                <a:avLst/>
                <a:gdLst>
                  <a:gd name="connsiteX0" fmla="*/ 21235 w 41981"/>
                  <a:gd name="connsiteY0" fmla="*/ 4964 h 41981"/>
                  <a:gd name="connsiteX1" fmla="*/ 37425 w 41981"/>
                  <a:gd name="connsiteY1" fmla="*/ 21154 h 41981"/>
                  <a:gd name="connsiteX2" fmla="*/ 37425 w 41981"/>
                  <a:gd name="connsiteY2" fmla="*/ 21154 h 41981"/>
                  <a:gd name="connsiteX3" fmla="*/ 21235 w 41981"/>
                  <a:gd name="connsiteY3" fmla="*/ 37344 h 41981"/>
                  <a:gd name="connsiteX4" fmla="*/ 5045 w 41981"/>
                  <a:gd name="connsiteY4" fmla="*/ 21154 h 41981"/>
                  <a:gd name="connsiteX5" fmla="*/ 21235 w 41981"/>
                  <a:gd name="connsiteY5" fmla="*/ 4964 h 41981"/>
                  <a:gd name="connsiteX6" fmla="*/ 21235 w 41981"/>
                  <a:gd name="connsiteY6" fmla="*/ 164 h 41981"/>
                  <a:gd name="connsiteX7" fmla="*/ 244 w 41981"/>
                  <a:gd name="connsiteY7" fmla="*/ 21154 h 41981"/>
                  <a:gd name="connsiteX8" fmla="*/ 21235 w 41981"/>
                  <a:gd name="connsiteY8" fmla="*/ 42145 h 41981"/>
                  <a:gd name="connsiteX9" fmla="*/ 42226 w 41981"/>
                  <a:gd name="connsiteY9" fmla="*/ 21154 h 41981"/>
                  <a:gd name="connsiteX10" fmla="*/ 42226 w 41981"/>
                  <a:gd name="connsiteY10" fmla="*/ 21154 h 41981"/>
                  <a:gd name="connsiteX11" fmla="*/ 2123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64"/>
                    </a:moveTo>
                    <a:cubicBezTo>
                      <a:pt x="30177" y="4964"/>
                      <a:pt x="37425" y="12212"/>
                      <a:pt x="37425" y="21154"/>
                    </a:cubicBezTo>
                    <a:lnTo>
                      <a:pt x="37425" y="21154"/>
                    </a:lnTo>
                    <a:cubicBezTo>
                      <a:pt x="37425" y="30096"/>
                      <a:pt x="30177" y="37344"/>
                      <a:pt x="21235" y="37344"/>
                    </a:cubicBezTo>
                    <a:cubicBezTo>
                      <a:pt x="12293" y="37344"/>
                      <a:pt x="5045" y="30096"/>
                      <a:pt x="5045" y="21154"/>
                    </a:cubicBezTo>
                    <a:cubicBezTo>
                      <a:pt x="5045" y="12212"/>
                      <a:pt x="12293" y="4964"/>
                      <a:pt x="21235" y="4964"/>
                    </a:cubicBezTo>
                    <a:close/>
                    <a:moveTo>
                      <a:pt x="21235" y="164"/>
                    </a:moveTo>
                    <a:cubicBezTo>
                      <a:pt x="9642" y="164"/>
                      <a:pt x="244" y="9562"/>
                      <a:pt x="244" y="21154"/>
                    </a:cubicBezTo>
                    <a:cubicBezTo>
                      <a:pt x="244" y="32747"/>
                      <a:pt x="9642" y="42145"/>
                      <a:pt x="21235" y="42145"/>
                    </a:cubicBezTo>
                    <a:cubicBezTo>
                      <a:pt x="32828" y="42145"/>
                      <a:pt x="42226" y="32747"/>
                      <a:pt x="42226" y="21154"/>
                    </a:cubicBezTo>
                    <a:lnTo>
                      <a:pt x="42226" y="21154"/>
                    </a:lnTo>
                    <a:cubicBezTo>
                      <a:pt x="42226" y="9562"/>
                      <a:pt x="32828" y="164"/>
                      <a:pt x="21235" y="164"/>
                    </a:cubicBezTo>
                    <a:close/>
                  </a:path>
                </a:pathLst>
              </a:custGeom>
              <a:solidFill>
                <a:srgbClr val="000000"/>
              </a:solidFill>
              <a:ln w="4794" cap="sq">
                <a:noFill/>
                <a:prstDash val="solid"/>
                <a:round/>
              </a:ln>
            </p:spPr>
            <p:txBody>
              <a:bodyPr rtlCol="0" anchor="ctr"/>
              <a:lstStyle/>
              <a:p>
                <a:endParaRPr lang="en-US"/>
              </a:p>
            </p:txBody>
          </p:sp>
          <p:sp>
            <p:nvSpPr>
              <p:cNvPr id="2488" name="Freeform: Shape 2487">
                <a:extLst>
                  <a:ext uri="{FF2B5EF4-FFF2-40B4-BE49-F238E27FC236}">
                    <a16:creationId xmlns:a16="http://schemas.microsoft.com/office/drawing/2014/main" id="{CF7393C9-75C5-99B2-4DF4-A2E4550C8253}"/>
                  </a:ext>
                </a:extLst>
              </p:cNvPr>
              <p:cNvSpPr/>
              <p:nvPr/>
            </p:nvSpPr>
            <p:spPr>
              <a:xfrm>
                <a:off x="7614676" y="8029734"/>
                <a:ext cx="37180" cy="37180"/>
              </a:xfrm>
              <a:custGeom>
                <a:avLst/>
                <a:gdLst>
                  <a:gd name="connsiteX0" fmla="*/ 37427 w 37180"/>
                  <a:gd name="connsiteY0" fmla="*/ 18769 h 37180"/>
                  <a:gd name="connsiteX1" fmla="*/ 18837 w 37180"/>
                  <a:gd name="connsiteY1" fmla="*/ 37359 h 37180"/>
                  <a:gd name="connsiteX2" fmla="*/ 246 w 37180"/>
                  <a:gd name="connsiteY2" fmla="*/ 18769 h 37180"/>
                  <a:gd name="connsiteX3" fmla="*/ 18837 w 37180"/>
                  <a:gd name="connsiteY3" fmla="*/ 178 h 37180"/>
                  <a:gd name="connsiteX4" fmla="*/ 37427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9"/>
                    </a:moveTo>
                    <a:cubicBezTo>
                      <a:pt x="37427" y="29036"/>
                      <a:pt x="29104" y="37359"/>
                      <a:pt x="18837" y="37359"/>
                    </a:cubicBezTo>
                    <a:cubicBezTo>
                      <a:pt x="8570" y="37359"/>
                      <a:pt x="246" y="29036"/>
                      <a:pt x="246" y="18769"/>
                    </a:cubicBezTo>
                    <a:cubicBezTo>
                      <a:pt x="246" y="8502"/>
                      <a:pt x="8570" y="178"/>
                      <a:pt x="18837" y="178"/>
                    </a:cubicBezTo>
                    <a:cubicBezTo>
                      <a:pt x="29104" y="178"/>
                      <a:pt x="37427" y="8502"/>
                      <a:pt x="37427" y="18769"/>
                    </a:cubicBezTo>
                    <a:close/>
                  </a:path>
                </a:pathLst>
              </a:custGeom>
              <a:solidFill>
                <a:srgbClr val="F7D9D9"/>
              </a:solidFill>
              <a:ln w="5753" cap="sq">
                <a:noFill/>
                <a:prstDash val="solid"/>
                <a:miter/>
              </a:ln>
            </p:spPr>
            <p:txBody>
              <a:bodyPr rtlCol="0" anchor="ctr"/>
              <a:lstStyle/>
              <a:p>
                <a:endParaRPr lang="en-US"/>
              </a:p>
            </p:txBody>
          </p:sp>
          <p:sp>
            <p:nvSpPr>
              <p:cNvPr id="2489" name="Freeform: Shape 2488">
                <a:extLst>
                  <a:ext uri="{FF2B5EF4-FFF2-40B4-BE49-F238E27FC236}">
                    <a16:creationId xmlns:a16="http://schemas.microsoft.com/office/drawing/2014/main" id="{C91C4C94-2323-BDDA-EA5B-C21F50A1574D}"/>
                  </a:ext>
                </a:extLst>
              </p:cNvPr>
              <p:cNvSpPr/>
              <p:nvPr/>
            </p:nvSpPr>
            <p:spPr>
              <a:xfrm>
                <a:off x="7612276" y="8027333"/>
                <a:ext cx="41981" cy="41981"/>
              </a:xfrm>
              <a:custGeom>
                <a:avLst/>
                <a:gdLst>
                  <a:gd name="connsiteX0" fmla="*/ 21237 w 41981"/>
                  <a:gd name="connsiteY0" fmla="*/ 4979 h 41981"/>
                  <a:gd name="connsiteX1" fmla="*/ 37427 w 41981"/>
                  <a:gd name="connsiteY1" fmla="*/ 21169 h 41981"/>
                  <a:gd name="connsiteX2" fmla="*/ 37427 w 41981"/>
                  <a:gd name="connsiteY2" fmla="*/ 21169 h 41981"/>
                  <a:gd name="connsiteX3" fmla="*/ 21237 w 41981"/>
                  <a:gd name="connsiteY3" fmla="*/ 37359 h 41981"/>
                  <a:gd name="connsiteX4" fmla="*/ 5047 w 41981"/>
                  <a:gd name="connsiteY4" fmla="*/ 21169 h 41981"/>
                  <a:gd name="connsiteX5" fmla="*/ 21237 w 41981"/>
                  <a:gd name="connsiteY5" fmla="*/ 4979 h 41981"/>
                  <a:gd name="connsiteX6" fmla="*/ 21237 w 41981"/>
                  <a:gd name="connsiteY6" fmla="*/ 178 h 41981"/>
                  <a:gd name="connsiteX7" fmla="*/ 246 w 41981"/>
                  <a:gd name="connsiteY7" fmla="*/ 21169 h 41981"/>
                  <a:gd name="connsiteX8" fmla="*/ 21237 w 41981"/>
                  <a:gd name="connsiteY8" fmla="*/ 42159 h 41981"/>
                  <a:gd name="connsiteX9" fmla="*/ 42228 w 41981"/>
                  <a:gd name="connsiteY9" fmla="*/ 21169 h 41981"/>
                  <a:gd name="connsiteX10" fmla="*/ 42228 w 41981"/>
                  <a:gd name="connsiteY10" fmla="*/ 21169 h 41981"/>
                  <a:gd name="connsiteX11" fmla="*/ 21237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9"/>
                    </a:moveTo>
                    <a:cubicBezTo>
                      <a:pt x="30179" y="4979"/>
                      <a:pt x="37427" y="12227"/>
                      <a:pt x="37427" y="21169"/>
                    </a:cubicBezTo>
                    <a:lnTo>
                      <a:pt x="37427" y="21169"/>
                    </a:lnTo>
                    <a:cubicBezTo>
                      <a:pt x="37427" y="30111"/>
                      <a:pt x="30179" y="37359"/>
                      <a:pt x="21237" y="37359"/>
                    </a:cubicBezTo>
                    <a:cubicBezTo>
                      <a:pt x="12295" y="37359"/>
                      <a:pt x="5047" y="30111"/>
                      <a:pt x="5047" y="21169"/>
                    </a:cubicBezTo>
                    <a:cubicBezTo>
                      <a:pt x="5047" y="12227"/>
                      <a:pt x="12295" y="4979"/>
                      <a:pt x="21237" y="4979"/>
                    </a:cubicBezTo>
                    <a:close/>
                    <a:moveTo>
                      <a:pt x="21237" y="178"/>
                    </a:moveTo>
                    <a:cubicBezTo>
                      <a:pt x="9644" y="178"/>
                      <a:pt x="246" y="9576"/>
                      <a:pt x="246" y="21169"/>
                    </a:cubicBezTo>
                    <a:cubicBezTo>
                      <a:pt x="246" y="32761"/>
                      <a:pt x="9644" y="42159"/>
                      <a:pt x="21237" y="42159"/>
                    </a:cubicBezTo>
                    <a:cubicBezTo>
                      <a:pt x="32829" y="42159"/>
                      <a:pt x="42228" y="32761"/>
                      <a:pt x="42228" y="21169"/>
                    </a:cubicBezTo>
                    <a:lnTo>
                      <a:pt x="42228" y="21169"/>
                    </a:lnTo>
                    <a:cubicBezTo>
                      <a:pt x="42228" y="9576"/>
                      <a:pt x="32829" y="178"/>
                      <a:pt x="21237" y="178"/>
                    </a:cubicBezTo>
                    <a:close/>
                  </a:path>
                </a:pathLst>
              </a:custGeom>
              <a:solidFill>
                <a:srgbClr val="000000"/>
              </a:solidFill>
              <a:ln w="4794" cap="sq">
                <a:noFill/>
                <a:prstDash val="solid"/>
                <a:round/>
              </a:ln>
            </p:spPr>
            <p:txBody>
              <a:bodyPr rtlCol="0" anchor="ctr"/>
              <a:lstStyle/>
              <a:p>
                <a:endParaRPr lang="en-US"/>
              </a:p>
            </p:txBody>
          </p:sp>
          <p:sp>
            <p:nvSpPr>
              <p:cNvPr id="2490" name="Freeform: Shape 2489">
                <a:extLst>
                  <a:ext uri="{FF2B5EF4-FFF2-40B4-BE49-F238E27FC236}">
                    <a16:creationId xmlns:a16="http://schemas.microsoft.com/office/drawing/2014/main" id="{8CA9A53D-560C-0F0C-537D-6D29D4F96702}"/>
                  </a:ext>
                </a:extLst>
              </p:cNvPr>
              <p:cNvSpPr/>
              <p:nvPr/>
            </p:nvSpPr>
            <p:spPr>
              <a:xfrm>
                <a:off x="7502322" y="7899892"/>
                <a:ext cx="37180" cy="37180"/>
              </a:xfrm>
              <a:custGeom>
                <a:avLst/>
                <a:gdLst>
                  <a:gd name="connsiteX0" fmla="*/ 37408 w 37180"/>
                  <a:gd name="connsiteY0" fmla="*/ 18746 h 37180"/>
                  <a:gd name="connsiteX1" fmla="*/ 18817 w 37180"/>
                  <a:gd name="connsiteY1" fmla="*/ 37337 h 37180"/>
                  <a:gd name="connsiteX2" fmla="*/ 227 w 37180"/>
                  <a:gd name="connsiteY2" fmla="*/ 18746 h 37180"/>
                  <a:gd name="connsiteX3" fmla="*/ 18817 w 37180"/>
                  <a:gd name="connsiteY3" fmla="*/ 156 h 37180"/>
                  <a:gd name="connsiteX4" fmla="*/ 37408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746"/>
                    </a:moveTo>
                    <a:cubicBezTo>
                      <a:pt x="37408" y="29013"/>
                      <a:pt x="29084" y="37337"/>
                      <a:pt x="18817" y="37337"/>
                    </a:cubicBezTo>
                    <a:cubicBezTo>
                      <a:pt x="8550" y="37337"/>
                      <a:pt x="227" y="29013"/>
                      <a:pt x="227" y="18746"/>
                    </a:cubicBezTo>
                    <a:cubicBezTo>
                      <a:pt x="227" y="8479"/>
                      <a:pt x="8550" y="156"/>
                      <a:pt x="18817" y="156"/>
                    </a:cubicBezTo>
                    <a:cubicBezTo>
                      <a:pt x="29084" y="156"/>
                      <a:pt x="37408" y="8479"/>
                      <a:pt x="37408" y="18746"/>
                    </a:cubicBezTo>
                    <a:close/>
                  </a:path>
                </a:pathLst>
              </a:custGeom>
              <a:solidFill>
                <a:srgbClr val="E8F7E8"/>
              </a:solidFill>
              <a:ln w="5753" cap="sq">
                <a:noFill/>
                <a:prstDash val="solid"/>
                <a:miter/>
              </a:ln>
            </p:spPr>
            <p:txBody>
              <a:bodyPr rtlCol="0" anchor="ctr"/>
              <a:lstStyle/>
              <a:p>
                <a:endParaRPr lang="en-US"/>
              </a:p>
            </p:txBody>
          </p:sp>
          <p:sp>
            <p:nvSpPr>
              <p:cNvPr id="2491" name="Freeform: Shape 2490">
                <a:extLst>
                  <a:ext uri="{FF2B5EF4-FFF2-40B4-BE49-F238E27FC236}">
                    <a16:creationId xmlns:a16="http://schemas.microsoft.com/office/drawing/2014/main" id="{C9BEA8B1-727F-344A-AECA-8818A0E8DCD6}"/>
                  </a:ext>
                </a:extLst>
              </p:cNvPr>
              <p:cNvSpPr/>
              <p:nvPr/>
            </p:nvSpPr>
            <p:spPr>
              <a:xfrm>
                <a:off x="7499921" y="7897491"/>
                <a:ext cx="41981" cy="41981"/>
              </a:xfrm>
              <a:custGeom>
                <a:avLst/>
                <a:gdLst>
                  <a:gd name="connsiteX0" fmla="*/ 21217 w 41981"/>
                  <a:gd name="connsiteY0" fmla="*/ 4956 h 41981"/>
                  <a:gd name="connsiteX1" fmla="*/ 37408 w 41981"/>
                  <a:gd name="connsiteY1" fmla="*/ 21146 h 41981"/>
                  <a:gd name="connsiteX2" fmla="*/ 37408 w 41981"/>
                  <a:gd name="connsiteY2" fmla="*/ 21146 h 41981"/>
                  <a:gd name="connsiteX3" fmla="*/ 21217 w 41981"/>
                  <a:gd name="connsiteY3" fmla="*/ 37337 h 41981"/>
                  <a:gd name="connsiteX4" fmla="*/ 5027 w 41981"/>
                  <a:gd name="connsiteY4" fmla="*/ 21146 h 41981"/>
                  <a:gd name="connsiteX5" fmla="*/ 21217 w 41981"/>
                  <a:gd name="connsiteY5" fmla="*/ 4956 h 41981"/>
                  <a:gd name="connsiteX6" fmla="*/ 21217 w 41981"/>
                  <a:gd name="connsiteY6" fmla="*/ 156 h 41981"/>
                  <a:gd name="connsiteX7" fmla="*/ 227 w 41981"/>
                  <a:gd name="connsiteY7" fmla="*/ 21146 h 41981"/>
                  <a:gd name="connsiteX8" fmla="*/ 21217 w 41981"/>
                  <a:gd name="connsiteY8" fmla="*/ 42137 h 41981"/>
                  <a:gd name="connsiteX9" fmla="*/ 42208 w 41981"/>
                  <a:gd name="connsiteY9" fmla="*/ 21146 h 41981"/>
                  <a:gd name="connsiteX10" fmla="*/ 42208 w 41981"/>
                  <a:gd name="connsiteY10" fmla="*/ 21146 h 41981"/>
                  <a:gd name="connsiteX11" fmla="*/ 21217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7" y="4956"/>
                    </a:moveTo>
                    <a:cubicBezTo>
                      <a:pt x="30159" y="4956"/>
                      <a:pt x="37408" y="12205"/>
                      <a:pt x="37408" y="21146"/>
                    </a:cubicBezTo>
                    <a:lnTo>
                      <a:pt x="37408" y="21146"/>
                    </a:lnTo>
                    <a:cubicBezTo>
                      <a:pt x="37408" y="30088"/>
                      <a:pt x="30159" y="37337"/>
                      <a:pt x="21217" y="37337"/>
                    </a:cubicBezTo>
                    <a:cubicBezTo>
                      <a:pt x="12276" y="37337"/>
                      <a:pt x="5027" y="30088"/>
                      <a:pt x="5027" y="21146"/>
                    </a:cubicBezTo>
                    <a:cubicBezTo>
                      <a:pt x="5027" y="12205"/>
                      <a:pt x="12276" y="4956"/>
                      <a:pt x="21217" y="4956"/>
                    </a:cubicBezTo>
                    <a:close/>
                    <a:moveTo>
                      <a:pt x="21217" y="156"/>
                    </a:moveTo>
                    <a:cubicBezTo>
                      <a:pt x="9625" y="156"/>
                      <a:pt x="227" y="9554"/>
                      <a:pt x="227" y="21146"/>
                    </a:cubicBezTo>
                    <a:cubicBezTo>
                      <a:pt x="227" y="32739"/>
                      <a:pt x="9625" y="42137"/>
                      <a:pt x="21217" y="42137"/>
                    </a:cubicBezTo>
                    <a:cubicBezTo>
                      <a:pt x="32810" y="42137"/>
                      <a:pt x="42208" y="32739"/>
                      <a:pt x="42208" y="21146"/>
                    </a:cubicBezTo>
                    <a:lnTo>
                      <a:pt x="42208" y="21146"/>
                    </a:lnTo>
                    <a:cubicBezTo>
                      <a:pt x="42208" y="9554"/>
                      <a:pt x="32810" y="156"/>
                      <a:pt x="21217" y="156"/>
                    </a:cubicBezTo>
                    <a:close/>
                  </a:path>
                </a:pathLst>
              </a:custGeom>
              <a:solidFill>
                <a:srgbClr val="000000"/>
              </a:solidFill>
              <a:ln w="4794" cap="sq">
                <a:noFill/>
                <a:prstDash val="solid"/>
                <a:round/>
              </a:ln>
            </p:spPr>
            <p:txBody>
              <a:bodyPr rtlCol="0" anchor="ctr"/>
              <a:lstStyle/>
              <a:p>
                <a:endParaRPr lang="en-US"/>
              </a:p>
            </p:txBody>
          </p:sp>
          <p:sp>
            <p:nvSpPr>
              <p:cNvPr id="2492" name="Freeform: Shape 2491">
                <a:extLst>
                  <a:ext uri="{FF2B5EF4-FFF2-40B4-BE49-F238E27FC236}">
                    <a16:creationId xmlns:a16="http://schemas.microsoft.com/office/drawing/2014/main" id="{68CFB31E-3C11-B646-D331-D277808B8143}"/>
                  </a:ext>
                </a:extLst>
              </p:cNvPr>
              <p:cNvSpPr/>
              <p:nvPr/>
            </p:nvSpPr>
            <p:spPr>
              <a:xfrm>
                <a:off x="7747041" y="7811545"/>
                <a:ext cx="37180" cy="37180"/>
              </a:xfrm>
              <a:custGeom>
                <a:avLst/>
                <a:gdLst>
                  <a:gd name="connsiteX0" fmla="*/ 37450 w 37180"/>
                  <a:gd name="connsiteY0" fmla="*/ 18731 h 37180"/>
                  <a:gd name="connsiteX1" fmla="*/ 18860 w 37180"/>
                  <a:gd name="connsiteY1" fmla="*/ 37321 h 37180"/>
                  <a:gd name="connsiteX2" fmla="*/ 269 w 37180"/>
                  <a:gd name="connsiteY2" fmla="*/ 18731 h 37180"/>
                  <a:gd name="connsiteX3" fmla="*/ 18860 w 37180"/>
                  <a:gd name="connsiteY3" fmla="*/ 140 h 37180"/>
                  <a:gd name="connsiteX4" fmla="*/ 37450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31"/>
                    </a:moveTo>
                    <a:cubicBezTo>
                      <a:pt x="37450" y="28998"/>
                      <a:pt x="29127" y="37321"/>
                      <a:pt x="18860" y="37321"/>
                    </a:cubicBezTo>
                    <a:cubicBezTo>
                      <a:pt x="8593" y="37321"/>
                      <a:pt x="269" y="28998"/>
                      <a:pt x="269" y="18731"/>
                    </a:cubicBezTo>
                    <a:cubicBezTo>
                      <a:pt x="269" y="8464"/>
                      <a:pt x="8593" y="140"/>
                      <a:pt x="18860" y="140"/>
                    </a:cubicBezTo>
                    <a:cubicBezTo>
                      <a:pt x="29127" y="140"/>
                      <a:pt x="37450" y="8464"/>
                      <a:pt x="37450" y="18731"/>
                    </a:cubicBezTo>
                    <a:close/>
                  </a:path>
                </a:pathLst>
              </a:custGeom>
              <a:solidFill>
                <a:srgbClr val="EBF7EB"/>
              </a:solidFill>
              <a:ln w="5753" cap="sq">
                <a:noFill/>
                <a:prstDash val="solid"/>
                <a:miter/>
              </a:ln>
            </p:spPr>
            <p:txBody>
              <a:bodyPr rtlCol="0" anchor="ctr"/>
              <a:lstStyle/>
              <a:p>
                <a:endParaRPr lang="en-US"/>
              </a:p>
            </p:txBody>
          </p:sp>
          <p:sp>
            <p:nvSpPr>
              <p:cNvPr id="2493" name="Freeform: Shape 2492">
                <a:extLst>
                  <a:ext uri="{FF2B5EF4-FFF2-40B4-BE49-F238E27FC236}">
                    <a16:creationId xmlns:a16="http://schemas.microsoft.com/office/drawing/2014/main" id="{6514EA73-2F3C-13F3-9D90-A7EDC3C38622}"/>
                  </a:ext>
                </a:extLst>
              </p:cNvPr>
              <p:cNvSpPr/>
              <p:nvPr/>
            </p:nvSpPr>
            <p:spPr>
              <a:xfrm>
                <a:off x="7744641" y="7809145"/>
                <a:ext cx="41981" cy="41981"/>
              </a:xfrm>
              <a:custGeom>
                <a:avLst/>
                <a:gdLst>
                  <a:gd name="connsiteX0" fmla="*/ 21260 w 41981"/>
                  <a:gd name="connsiteY0" fmla="*/ 4941 h 41981"/>
                  <a:gd name="connsiteX1" fmla="*/ 37450 w 41981"/>
                  <a:gd name="connsiteY1" fmla="*/ 21131 h 41981"/>
                  <a:gd name="connsiteX2" fmla="*/ 37450 w 41981"/>
                  <a:gd name="connsiteY2" fmla="*/ 21131 h 41981"/>
                  <a:gd name="connsiteX3" fmla="*/ 21260 w 41981"/>
                  <a:gd name="connsiteY3" fmla="*/ 37321 h 41981"/>
                  <a:gd name="connsiteX4" fmla="*/ 5070 w 41981"/>
                  <a:gd name="connsiteY4" fmla="*/ 21131 h 41981"/>
                  <a:gd name="connsiteX5" fmla="*/ 21260 w 41981"/>
                  <a:gd name="connsiteY5" fmla="*/ 4941 h 41981"/>
                  <a:gd name="connsiteX6" fmla="*/ 21260 w 41981"/>
                  <a:gd name="connsiteY6" fmla="*/ 140 h 41981"/>
                  <a:gd name="connsiteX7" fmla="*/ 269 w 41981"/>
                  <a:gd name="connsiteY7" fmla="*/ 21131 h 41981"/>
                  <a:gd name="connsiteX8" fmla="*/ 21260 w 41981"/>
                  <a:gd name="connsiteY8" fmla="*/ 42122 h 41981"/>
                  <a:gd name="connsiteX9" fmla="*/ 42250 w 41981"/>
                  <a:gd name="connsiteY9" fmla="*/ 21131 h 41981"/>
                  <a:gd name="connsiteX10" fmla="*/ 42250 w 41981"/>
                  <a:gd name="connsiteY10" fmla="*/ 21131 h 41981"/>
                  <a:gd name="connsiteX11" fmla="*/ 21260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41"/>
                    </a:moveTo>
                    <a:cubicBezTo>
                      <a:pt x="30202" y="4941"/>
                      <a:pt x="37450" y="12189"/>
                      <a:pt x="37450" y="21131"/>
                    </a:cubicBezTo>
                    <a:lnTo>
                      <a:pt x="37450" y="21131"/>
                    </a:lnTo>
                    <a:cubicBezTo>
                      <a:pt x="37450" y="30073"/>
                      <a:pt x="30202" y="37321"/>
                      <a:pt x="21260" y="37321"/>
                    </a:cubicBezTo>
                    <a:cubicBezTo>
                      <a:pt x="12318" y="37321"/>
                      <a:pt x="5070" y="30073"/>
                      <a:pt x="5070" y="21131"/>
                    </a:cubicBezTo>
                    <a:cubicBezTo>
                      <a:pt x="5070" y="12189"/>
                      <a:pt x="12318" y="4941"/>
                      <a:pt x="21260" y="4941"/>
                    </a:cubicBezTo>
                    <a:close/>
                    <a:moveTo>
                      <a:pt x="21260" y="140"/>
                    </a:moveTo>
                    <a:cubicBezTo>
                      <a:pt x="9667" y="140"/>
                      <a:pt x="269" y="9538"/>
                      <a:pt x="269" y="21131"/>
                    </a:cubicBezTo>
                    <a:cubicBezTo>
                      <a:pt x="269" y="32724"/>
                      <a:pt x="9667" y="42122"/>
                      <a:pt x="21260" y="42122"/>
                    </a:cubicBezTo>
                    <a:cubicBezTo>
                      <a:pt x="32852" y="42122"/>
                      <a:pt x="42250" y="32724"/>
                      <a:pt x="42250" y="21131"/>
                    </a:cubicBezTo>
                    <a:lnTo>
                      <a:pt x="42250" y="21131"/>
                    </a:lnTo>
                    <a:cubicBezTo>
                      <a:pt x="42250" y="9538"/>
                      <a:pt x="32852" y="140"/>
                      <a:pt x="21260" y="140"/>
                    </a:cubicBezTo>
                    <a:close/>
                  </a:path>
                </a:pathLst>
              </a:custGeom>
              <a:solidFill>
                <a:srgbClr val="000000"/>
              </a:solidFill>
              <a:ln w="4794" cap="sq">
                <a:noFill/>
                <a:prstDash val="solid"/>
                <a:round/>
              </a:ln>
            </p:spPr>
            <p:txBody>
              <a:bodyPr rtlCol="0" anchor="ctr"/>
              <a:lstStyle/>
              <a:p>
                <a:endParaRPr lang="en-US"/>
              </a:p>
            </p:txBody>
          </p:sp>
          <p:sp>
            <p:nvSpPr>
              <p:cNvPr id="2494" name="Freeform: Shape 2493">
                <a:extLst>
                  <a:ext uri="{FF2B5EF4-FFF2-40B4-BE49-F238E27FC236}">
                    <a16:creationId xmlns:a16="http://schemas.microsoft.com/office/drawing/2014/main" id="{C2FD2081-7499-125D-C7F5-82C5BEFDA1E8}"/>
                  </a:ext>
                </a:extLst>
              </p:cNvPr>
              <p:cNvSpPr/>
              <p:nvPr/>
            </p:nvSpPr>
            <p:spPr>
              <a:xfrm>
                <a:off x="7713293" y="7646342"/>
                <a:ext cx="37180" cy="37180"/>
              </a:xfrm>
              <a:custGeom>
                <a:avLst/>
                <a:gdLst>
                  <a:gd name="connsiteX0" fmla="*/ 37444 w 37180"/>
                  <a:gd name="connsiteY0" fmla="*/ 18702 h 37180"/>
                  <a:gd name="connsiteX1" fmla="*/ 18854 w 37180"/>
                  <a:gd name="connsiteY1" fmla="*/ 37293 h 37180"/>
                  <a:gd name="connsiteX2" fmla="*/ 263 w 37180"/>
                  <a:gd name="connsiteY2" fmla="*/ 18702 h 37180"/>
                  <a:gd name="connsiteX3" fmla="*/ 18854 w 37180"/>
                  <a:gd name="connsiteY3" fmla="*/ 112 h 37180"/>
                  <a:gd name="connsiteX4" fmla="*/ 37444 w 37180"/>
                  <a:gd name="connsiteY4" fmla="*/ 187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02"/>
                    </a:moveTo>
                    <a:cubicBezTo>
                      <a:pt x="37444" y="28969"/>
                      <a:pt x="29121" y="37293"/>
                      <a:pt x="18854" y="37293"/>
                    </a:cubicBezTo>
                    <a:cubicBezTo>
                      <a:pt x="8587" y="37293"/>
                      <a:pt x="263" y="28969"/>
                      <a:pt x="263" y="18702"/>
                    </a:cubicBezTo>
                    <a:cubicBezTo>
                      <a:pt x="263" y="8435"/>
                      <a:pt x="8587" y="112"/>
                      <a:pt x="18854" y="112"/>
                    </a:cubicBezTo>
                    <a:cubicBezTo>
                      <a:pt x="29121" y="112"/>
                      <a:pt x="37444" y="8435"/>
                      <a:pt x="37444" y="18702"/>
                    </a:cubicBezTo>
                    <a:close/>
                  </a:path>
                </a:pathLst>
              </a:custGeom>
              <a:solidFill>
                <a:srgbClr val="34F734"/>
              </a:solidFill>
              <a:ln w="5753" cap="sq">
                <a:noFill/>
                <a:prstDash val="solid"/>
                <a:miter/>
              </a:ln>
            </p:spPr>
            <p:txBody>
              <a:bodyPr rtlCol="0" anchor="ctr"/>
              <a:lstStyle/>
              <a:p>
                <a:endParaRPr lang="en-US"/>
              </a:p>
            </p:txBody>
          </p:sp>
          <p:sp>
            <p:nvSpPr>
              <p:cNvPr id="2495" name="Freeform: Shape 2494">
                <a:extLst>
                  <a:ext uri="{FF2B5EF4-FFF2-40B4-BE49-F238E27FC236}">
                    <a16:creationId xmlns:a16="http://schemas.microsoft.com/office/drawing/2014/main" id="{04F163DC-62DF-7E6A-CE09-1624C4F95820}"/>
                  </a:ext>
                </a:extLst>
              </p:cNvPr>
              <p:cNvSpPr/>
              <p:nvPr/>
            </p:nvSpPr>
            <p:spPr>
              <a:xfrm>
                <a:off x="7710893" y="7643942"/>
                <a:ext cx="41981" cy="41981"/>
              </a:xfrm>
              <a:custGeom>
                <a:avLst/>
                <a:gdLst>
                  <a:gd name="connsiteX0" fmla="*/ 21254 w 41981"/>
                  <a:gd name="connsiteY0" fmla="*/ 4912 h 41981"/>
                  <a:gd name="connsiteX1" fmla="*/ 37444 w 41981"/>
                  <a:gd name="connsiteY1" fmla="*/ 21102 h 41981"/>
                  <a:gd name="connsiteX2" fmla="*/ 37444 w 41981"/>
                  <a:gd name="connsiteY2" fmla="*/ 21102 h 41981"/>
                  <a:gd name="connsiteX3" fmla="*/ 21254 w 41981"/>
                  <a:gd name="connsiteY3" fmla="*/ 37293 h 41981"/>
                  <a:gd name="connsiteX4" fmla="*/ 5064 w 41981"/>
                  <a:gd name="connsiteY4" fmla="*/ 21102 h 41981"/>
                  <a:gd name="connsiteX5" fmla="*/ 21254 w 41981"/>
                  <a:gd name="connsiteY5" fmla="*/ 4912 h 41981"/>
                  <a:gd name="connsiteX6" fmla="*/ 21254 w 41981"/>
                  <a:gd name="connsiteY6" fmla="*/ 112 h 41981"/>
                  <a:gd name="connsiteX7" fmla="*/ 263 w 41981"/>
                  <a:gd name="connsiteY7" fmla="*/ 21102 h 41981"/>
                  <a:gd name="connsiteX8" fmla="*/ 21254 w 41981"/>
                  <a:gd name="connsiteY8" fmla="*/ 42093 h 41981"/>
                  <a:gd name="connsiteX9" fmla="*/ 42245 w 41981"/>
                  <a:gd name="connsiteY9" fmla="*/ 21102 h 41981"/>
                  <a:gd name="connsiteX10" fmla="*/ 42245 w 41981"/>
                  <a:gd name="connsiteY10" fmla="*/ 21102 h 41981"/>
                  <a:gd name="connsiteX11" fmla="*/ 21254 w 41981"/>
                  <a:gd name="connsiteY11" fmla="*/ 1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12"/>
                    </a:moveTo>
                    <a:cubicBezTo>
                      <a:pt x="30196" y="4912"/>
                      <a:pt x="37444" y="12161"/>
                      <a:pt x="37444" y="21102"/>
                    </a:cubicBezTo>
                    <a:lnTo>
                      <a:pt x="37444" y="21102"/>
                    </a:lnTo>
                    <a:cubicBezTo>
                      <a:pt x="37444" y="30044"/>
                      <a:pt x="30196" y="37293"/>
                      <a:pt x="21254" y="37293"/>
                    </a:cubicBezTo>
                    <a:cubicBezTo>
                      <a:pt x="12312" y="37293"/>
                      <a:pt x="5064" y="30044"/>
                      <a:pt x="5064" y="21102"/>
                    </a:cubicBezTo>
                    <a:cubicBezTo>
                      <a:pt x="5064" y="12161"/>
                      <a:pt x="12312" y="4912"/>
                      <a:pt x="21254" y="4912"/>
                    </a:cubicBezTo>
                    <a:close/>
                    <a:moveTo>
                      <a:pt x="21254" y="112"/>
                    </a:moveTo>
                    <a:cubicBezTo>
                      <a:pt x="9661" y="112"/>
                      <a:pt x="263" y="9510"/>
                      <a:pt x="263" y="21102"/>
                    </a:cubicBezTo>
                    <a:cubicBezTo>
                      <a:pt x="263" y="32695"/>
                      <a:pt x="9661" y="42093"/>
                      <a:pt x="21254" y="42093"/>
                    </a:cubicBezTo>
                    <a:cubicBezTo>
                      <a:pt x="32847" y="42093"/>
                      <a:pt x="42245" y="32695"/>
                      <a:pt x="42245" y="21102"/>
                    </a:cubicBezTo>
                    <a:lnTo>
                      <a:pt x="42245" y="21102"/>
                    </a:lnTo>
                    <a:cubicBezTo>
                      <a:pt x="42245" y="9510"/>
                      <a:pt x="32847" y="112"/>
                      <a:pt x="21254" y="112"/>
                    </a:cubicBezTo>
                    <a:close/>
                  </a:path>
                </a:pathLst>
              </a:custGeom>
              <a:solidFill>
                <a:srgbClr val="000000"/>
              </a:solidFill>
              <a:ln w="4794" cap="sq">
                <a:noFill/>
                <a:prstDash val="solid"/>
                <a:round/>
              </a:ln>
            </p:spPr>
            <p:txBody>
              <a:bodyPr rtlCol="0" anchor="ctr"/>
              <a:lstStyle/>
              <a:p>
                <a:endParaRPr lang="en-US"/>
              </a:p>
            </p:txBody>
          </p:sp>
          <p:sp>
            <p:nvSpPr>
              <p:cNvPr id="2496" name="Freeform: Shape 2495">
                <a:extLst>
                  <a:ext uri="{FF2B5EF4-FFF2-40B4-BE49-F238E27FC236}">
                    <a16:creationId xmlns:a16="http://schemas.microsoft.com/office/drawing/2014/main" id="{8339B304-1576-B175-3B5F-A94E74971FE4}"/>
                  </a:ext>
                </a:extLst>
              </p:cNvPr>
              <p:cNvSpPr/>
              <p:nvPr/>
            </p:nvSpPr>
            <p:spPr>
              <a:xfrm>
                <a:off x="7490490" y="7982519"/>
                <a:ext cx="37180" cy="37180"/>
              </a:xfrm>
              <a:custGeom>
                <a:avLst/>
                <a:gdLst>
                  <a:gd name="connsiteX0" fmla="*/ 37406 w 37180"/>
                  <a:gd name="connsiteY0" fmla="*/ 18761 h 37180"/>
                  <a:gd name="connsiteX1" fmla="*/ 18815 w 37180"/>
                  <a:gd name="connsiteY1" fmla="*/ 37351 h 37180"/>
                  <a:gd name="connsiteX2" fmla="*/ 225 w 37180"/>
                  <a:gd name="connsiteY2" fmla="*/ 18761 h 37180"/>
                  <a:gd name="connsiteX3" fmla="*/ 18815 w 37180"/>
                  <a:gd name="connsiteY3" fmla="*/ 170 h 37180"/>
                  <a:gd name="connsiteX4" fmla="*/ 37406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6" y="18761"/>
                    </a:moveTo>
                    <a:cubicBezTo>
                      <a:pt x="37406" y="29028"/>
                      <a:pt x="29082" y="37351"/>
                      <a:pt x="18815" y="37351"/>
                    </a:cubicBezTo>
                    <a:cubicBezTo>
                      <a:pt x="8548" y="37351"/>
                      <a:pt x="225" y="29028"/>
                      <a:pt x="225" y="18761"/>
                    </a:cubicBezTo>
                    <a:cubicBezTo>
                      <a:pt x="225" y="8493"/>
                      <a:pt x="8548" y="170"/>
                      <a:pt x="18815" y="170"/>
                    </a:cubicBezTo>
                    <a:cubicBezTo>
                      <a:pt x="29082" y="170"/>
                      <a:pt x="37406" y="8493"/>
                      <a:pt x="37406" y="18761"/>
                    </a:cubicBezTo>
                    <a:close/>
                  </a:path>
                </a:pathLst>
              </a:custGeom>
              <a:solidFill>
                <a:srgbClr val="F7A500"/>
              </a:solidFill>
              <a:ln w="5753" cap="sq">
                <a:noFill/>
                <a:prstDash val="solid"/>
                <a:miter/>
              </a:ln>
            </p:spPr>
            <p:txBody>
              <a:bodyPr rtlCol="0" anchor="ctr"/>
              <a:lstStyle/>
              <a:p>
                <a:endParaRPr lang="en-US"/>
              </a:p>
            </p:txBody>
          </p:sp>
          <p:sp>
            <p:nvSpPr>
              <p:cNvPr id="2497" name="Freeform: Shape 2496">
                <a:extLst>
                  <a:ext uri="{FF2B5EF4-FFF2-40B4-BE49-F238E27FC236}">
                    <a16:creationId xmlns:a16="http://schemas.microsoft.com/office/drawing/2014/main" id="{1671D750-2605-C452-1DD8-051BE3767E57}"/>
                  </a:ext>
                </a:extLst>
              </p:cNvPr>
              <p:cNvSpPr/>
              <p:nvPr/>
            </p:nvSpPr>
            <p:spPr>
              <a:xfrm>
                <a:off x="7488090" y="7980119"/>
                <a:ext cx="41981" cy="41981"/>
              </a:xfrm>
              <a:custGeom>
                <a:avLst/>
                <a:gdLst>
                  <a:gd name="connsiteX0" fmla="*/ 21215 w 41981"/>
                  <a:gd name="connsiteY0" fmla="*/ 4970 h 41981"/>
                  <a:gd name="connsiteX1" fmla="*/ 37406 w 41981"/>
                  <a:gd name="connsiteY1" fmla="*/ 21161 h 41981"/>
                  <a:gd name="connsiteX2" fmla="*/ 37406 w 41981"/>
                  <a:gd name="connsiteY2" fmla="*/ 21161 h 41981"/>
                  <a:gd name="connsiteX3" fmla="*/ 21215 w 41981"/>
                  <a:gd name="connsiteY3" fmla="*/ 37351 h 41981"/>
                  <a:gd name="connsiteX4" fmla="*/ 5025 w 41981"/>
                  <a:gd name="connsiteY4" fmla="*/ 21161 h 41981"/>
                  <a:gd name="connsiteX5" fmla="*/ 21215 w 41981"/>
                  <a:gd name="connsiteY5" fmla="*/ 4970 h 41981"/>
                  <a:gd name="connsiteX6" fmla="*/ 21215 w 41981"/>
                  <a:gd name="connsiteY6" fmla="*/ 170 h 41981"/>
                  <a:gd name="connsiteX7" fmla="*/ 225 w 41981"/>
                  <a:gd name="connsiteY7" fmla="*/ 21161 h 41981"/>
                  <a:gd name="connsiteX8" fmla="*/ 21215 w 41981"/>
                  <a:gd name="connsiteY8" fmla="*/ 42151 h 41981"/>
                  <a:gd name="connsiteX9" fmla="*/ 42206 w 41981"/>
                  <a:gd name="connsiteY9" fmla="*/ 21161 h 41981"/>
                  <a:gd name="connsiteX10" fmla="*/ 42206 w 41981"/>
                  <a:gd name="connsiteY10" fmla="*/ 21161 h 41981"/>
                  <a:gd name="connsiteX11" fmla="*/ 21215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5" y="4970"/>
                    </a:moveTo>
                    <a:cubicBezTo>
                      <a:pt x="30157" y="4970"/>
                      <a:pt x="37406" y="12219"/>
                      <a:pt x="37406" y="21161"/>
                    </a:cubicBezTo>
                    <a:lnTo>
                      <a:pt x="37406" y="21161"/>
                    </a:lnTo>
                    <a:cubicBezTo>
                      <a:pt x="37406" y="30103"/>
                      <a:pt x="30157" y="37351"/>
                      <a:pt x="21215" y="37351"/>
                    </a:cubicBezTo>
                    <a:cubicBezTo>
                      <a:pt x="12274" y="37351"/>
                      <a:pt x="5025" y="30103"/>
                      <a:pt x="5025" y="21161"/>
                    </a:cubicBezTo>
                    <a:cubicBezTo>
                      <a:pt x="5025" y="12219"/>
                      <a:pt x="12274" y="4970"/>
                      <a:pt x="21215" y="4970"/>
                    </a:cubicBezTo>
                    <a:close/>
                    <a:moveTo>
                      <a:pt x="21215" y="170"/>
                    </a:moveTo>
                    <a:cubicBezTo>
                      <a:pt x="9623" y="170"/>
                      <a:pt x="225" y="9568"/>
                      <a:pt x="225" y="21161"/>
                    </a:cubicBezTo>
                    <a:cubicBezTo>
                      <a:pt x="225" y="32753"/>
                      <a:pt x="9623" y="42151"/>
                      <a:pt x="21215" y="42151"/>
                    </a:cubicBezTo>
                    <a:cubicBezTo>
                      <a:pt x="32808" y="42151"/>
                      <a:pt x="42206" y="32753"/>
                      <a:pt x="42206" y="21161"/>
                    </a:cubicBezTo>
                    <a:lnTo>
                      <a:pt x="42206" y="21161"/>
                    </a:lnTo>
                    <a:cubicBezTo>
                      <a:pt x="42206" y="9568"/>
                      <a:pt x="32808" y="170"/>
                      <a:pt x="21215" y="170"/>
                    </a:cubicBezTo>
                    <a:close/>
                  </a:path>
                </a:pathLst>
              </a:custGeom>
              <a:solidFill>
                <a:srgbClr val="000000"/>
              </a:solidFill>
              <a:ln w="4794" cap="sq">
                <a:noFill/>
                <a:prstDash val="solid"/>
                <a:round/>
              </a:ln>
            </p:spPr>
            <p:txBody>
              <a:bodyPr rtlCol="0" anchor="ctr"/>
              <a:lstStyle/>
              <a:p>
                <a:endParaRPr lang="en-US"/>
              </a:p>
            </p:txBody>
          </p:sp>
          <p:sp>
            <p:nvSpPr>
              <p:cNvPr id="2498" name="Freeform: Shape 2497">
                <a:extLst>
                  <a:ext uri="{FF2B5EF4-FFF2-40B4-BE49-F238E27FC236}">
                    <a16:creationId xmlns:a16="http://schemas.microsoft.com/office/drawing/2014/main" id="{62B19B48-7AA8-D044-6E9C-6309C76EEDA7}"/>
                  </a:ext>
                </a:extLst>
              </p:cNvPr>
              <p:cNvSpPr/>
              <p:nvPr/>
            </p:nvSpPr>
            <p:spPr>
              <a:xfrm>
                <a:off x="7476586" y="7909620"/>
                <a:ext cx="37180" cy="37180"/>
              </a:xfrm>
              <a:custGeom>
                <a:avLst/>
                <a:gdLst>
                  <a:gd name="connsiteX0" fmla="*/ 37403 w 37180"/>
                  <a:gd name="connsiteY0" fmla="*/ 18748 h 37180"/>
                  <a:gd name="connsiteX1" fmla="*/ 18813 w 37180"/>
                  <a:gd name="connsiteY1" fmla="*/ 37338 h 37180"/>
                  <a:gd name="connsiteX2" fmla="*/ 222 w 37180"/>
                  <a:gd name="connsiteY2" fmla="*/ 18748 h 37180"/>
                  <a:gd name="connsiteX3" fmla="*/ 18813 w 37180"/>
                  <a:gd name="connsiteY3" fmla="*/ 157 h 37180"/>
                  <a:gd name="connsiteX4" fmla="*/ 37403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3" y="18748"/>
                    </a:moveTo>
                    <a:cubicBezTo>
                      <a:pt x="37403" y="29015"/>
                      <a:pt x="29080" y="37338"/>
                      <a:pt x="18813" y="37338"/>
                    </a:cubicBezTo>
                    <a:cubicBezTo>
                      <a:pt x="8546" y="37338"/>
                      <a:pt x="222" y="29015"/>
                      <a:pt x="222" y="18748"/>
                    </a:cubicBezTo>
                    <a:cubicBezTo>
                      <a:pt x="222" y="8481"/>
                      <a:pt x="8546" y="157"/>
                      <a:pt x="18813" y="157"/>
                    </a:cubicBezTo>
                    <a:cubicBezTo>
                      <a:pt x="29080" y="157"/>
                      <a:pt x="37403" y="8481"/>
                      <a:pt x="37403" y="18748"/>
                    </a:cubicBezTo>
                    <a:close/>
                  </a:path>
                </a:pathLst>
              </a:custGeom>
              <a:solidFill>
                <a:srgbClr val="F7C9C9"/>
              </a:solidFill>
              <a:ln w="5753" cap="sq">
                <a:noFill/>
                <a:prstDash val="solid"/>
                <a:miter/>
              </a:ln>
            </p:spPr>
            <p:txBody>
              <a:bodyPr rtlCol="0" anchor="ctr"/>
              <a:lstStyle/>
              <a:p>
                <a:endParaRPr lang="en-US"/>
              </a:p>
            </p:txBody>
          </p:sp>
          <p:sp>
            <p:nvSpPr>
              <p:cNvPr id="2499" name="Freeform: Shape 2498">
                <a:extLst>
                  <a:ext uri="{FF2B5EF4-FFF2-40B4-BE49-F238E27FC236}">
                    <a16:creationId xmlns:a16="http://schemas.microsoft.com/office/drawing/2014/main" id="{547DFEB5-B6BA-D3BB-2F5F-DFCA0F615292}"/>
                  </a:ext>
                </a:extLst>
              </p:cNvPr>
              <p:cNvSpPr/>
              <p:nvPr/>
            </p:nvSpPr>
            <p:spPr>
              <a:xfrm>
                <a:off x="7474186" y="7907220"/>
                <a:ext cx="41981" cy="41981"/>
              </a:xfrm>
              <a:custGeom>
                <a:avLst/>
                <a:gdLst>
                  <a:gd name="connsiteX0" fmla="*/ 21213 w 41981"/>
                  <a:gd name="connsiteY0" fmla="*/ 4958 h 41981"/>
                  <a:gd name="connsiteX1" fmla="*/ 37403 w 41981"/>
                  <a:gd name="connsiteY1" fmla="*/ 21148 h 41981"/>
                  <a:gd name="connsiteX2" fmla="*/ 37403 w 41981"/>
                  <a:gd name="connsiteY2" fmla="*/ 21148 h 41981"/>
                  <a:gd name="connsiteX3" fmla="*/ 21213 w 41981"/>
                  <a:gd name="connsiteY3" fmla="*/ 37338 h 41981"/>
                  <a:gd name="connsiteX4" fmla="*/ 5023 w 41981"/>
                  <a:gd name="connsiteY4" fmla="*/ 21148 h 41981"/>
                  <a:gd name="connsiteX5" fmla="*/ 21213 w 41981"/>
                  <a:gd name="connsiteY5" fmla="*/ 4958 h 41981"/>
                  <a:gd name="connsiteX6" fmla="*/ 21213 w 41981"/>
                  <a:gd name="connsiteY6" fmla="*/ 157 h 41981"/>
                  <a:gd name="connsiteX7" fmla="*/ 222 w 41981"/>
                  <a:gd name="connsiteY7" fmla="*/ 21148 h 41981"/>
                  <a:gd name="connsiteX8" fmla="*/ 21213 w 41981"/>
                  <a:gd name="connsiteY8" fmla="*/ 42139 h 41981"/>
                  <a:gd name="connsiteX9" fmla="*/ 42204 w 41981"/>
                  <a:gd name="connsiteY9" fmla="*/ 21148 h 41981"/>
                  <a:gd name="connsiteX10" fmla="*/ 42204 w 41981"/>
                  <a:gd name="connsiteY10" fmla="*/ 21148 h 41981"/>
                  <a:gd name="connsiteX11" fmla="*/ 21213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3" y="4958"/>
                    </a:moveTo>
                    <a:cubicBezTo>
                      <a:pt x="30155" y="4958"/>
                      <a:pt x="37403" y="12206"/>
                      <a:pt x="37403" y="21148"/>
                    </a:cubicBezTo>
                    <a:lnTo>
                      <a:pt x="37403" y="21148"/>
                    </a:lnTo>
                    <a:cubicBezTo>
                      <a:pt x="37403" y="30090"/>
                      <a:pt x="30155" y="37338"/>
                      <a:pt x="21213" y="37338"/>
                    </a:cubicBezTo>
                    <a:cubicBezTo>
                      <a:pt x="12271" y="37338"/>
                      <a:pt x="5023" y="30090"/>
                      <a:pt x="5023" y="21148"/>
                    </a:cubicBezTo>
                    <a:cubicBezTo>
                      <a:pt x="5023" y="12206"/>
                      <a:pt x="12271" y="4958"/>
                      <a:pt x="21213" y="4958"/>
                    </a:cubicBezTo>
                    <a:close/>
                    <a:moveTo>
                      <a:pt x="21213" y="157"/>
                    </a:moveTo>
                    <a:cubicBezTo>
                      <a:pt x="9620" y="157"/>
                      <a:pt x="222" y="9555"/>
                      <a:pt x="222" y="21148"/>
                    </a:cubicBezTo>
                    <a:cubicBezTo>
                      <a:pt x="222" y="32741"/>
                      <a:pt x="9620" y="42139"/>
                      <a:pt x="21213" y="42139"/>
                    </a:cubicBezTo>
                    <a:cubicBezTo>
                      <a:pt x="32806" y="42139"/>
                      <a:pt x="42204" y="32741"/>
                      <a:pt x="42204" y="21148"/>
                    </a:cubicBezTo>
                    <a:lnTo>
                      <a:pt x="42204" y="21148"/>
                    </a:lnTo>
                    <a:cubicBezTo>
                      <a:pt x="42204" y="9555"/>
                      <a:pt x="32806" y="157"/>
                      <a:pt x="21213" y="157"/>
                    </a:cubicBezTo>
                    <a:close/>
                  </a:path>
                </a:pathLst>
              </a:custGeom>
              <a:solidFill>
                <a:srgbClr val="000000"/>
              </a:solidFill>
              <a:ln w="4794" cap="sq">
                <a:noFill/>
                <a:prstDash val="solid"/>
                <a:round/>
              </a:ln>
            </p:spPr>
            <p:txBody>
              <a:bodyPr rtlCol="0" anchor="ctr"/>
              <a:lstStyle/>
              <a:p>
                <a:endParaRPr lang="en-US"/>
              </a:p>
            </p:txBody>
          </p:sp>
          <p:sp>
            <p:nvSpPr>
              <p:cNvPr id="2500" name="Freeform: Shape 2499">
                <a:extLst>
                  <a:ext uri="{FF2B5EF4-FFF2-40B4-BE49-F238E27FC236}">
                    <a16:creationId xmlns:a16="http://schemas.microsoft.com/office/drawing/2014/main" id="{AF3BE3AB-B381-D4EC-505B-A7707194A456}"/>
                  </a:ext>
                </a:extLst>
              </p:cNvPr>
              <p:cNvSpPr/>
              <p:nvPr/>
            </p:nvSpPr>
            <p:spPr>
              <a:xfrm>
                <a:off x="7606336" y="7847533"/>
                <a:ext cx="37180" cy="37180"/>
              </a:xfrm>
              <a:custGeom>
                <a:avLst/>
                <a:gdLst>
                  <a:gd name="connsiteX0" fmla="*/ 37426 w 37180"/>
                  <a:gd name="connsiteY0" fmla="*/ 18737 h 37180"/>
                  <a:gd name="connsiteX1" fmla="*/ 18835 w 37180"/>
                  <a:gd name="connsiteY1" fmla="*/ 37327 h 37180"/>
                  <a:gd name="connsiteX2" fmla="*/ 245 w 37180"/>
                  <a:gd name="connsiteY2" fmla="*/ 18737 h 37180"/>
                  <a:gd name="connsiteX3" fmla="*/ 18835 w 37180"/>
                  <a:gd name="connsiteY3" fmla="*/ 147 h 37180"/>
                  <a:gd name="connsiteX4" fmla="*/ 37426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37"/>
                    </a:moveTo>
                    <a:cubicBezTo>
                      <a:pt x="37426" y="29004"/>
                      <a:pt x="29102" y="37327"/>
                      <a:pt x="18835" y="37327"/>
                    </a:cubicBezTo>
                    <a:cubicBezTo>
                      <a:pt x="8568" y="37327"/>
                      <a:pt x="245" y="29004"/>
                      <a:pt x="245" y="18737"/>
                    </a:cubicBezTo>
                    <a:cubicBezTo>
                      <a:pt x="245" y="8470"/>
                      <a:pt x="8568" y="147"/>
                      <a:pt x="18835" y="147"/>
                    </a:cubicBezTo>
                    <a:cubicBezTo>
                      <a:pt x="29102" y="147"/>
                      <a:pt x="37426" y="8470"/>
                      <a:pt x="37426" y="18737"/>
                    </a:cubicBezTo>
                    <a:close/>
                  </a:path>
                </a:pathLst>
              </a:custGeom>
              <a:solidFill>
                <a:srgbClr val="ECF7EC"/>
              </a:solidFill>
              <a:ln w="5753" cap="sq">
                <a:noFill/>
                <a:prstDash val="solid"/>
                <a:miter/>
              </a:ln>
            </p:spPr>
            <p:txBody>
              <a:bodyPr rtlCol="0" anchor="ctr"/>
              <a:lstStyle/>
              <a:p>
                <a:endParaRPr lang="en-US"/>
              </a:p>
            </p:txBody>
          </p:sp>
          <p:sp>
            <p:nvSpPr>
              <p:cNvPr id="2501" name="Freeform: Shape 2500">
                <a:extLst>
                  <a:ext uri="{FF2B5EF4-FFF2-40B4-BE49-F238E27FC236}">
                    <a16:creationId xmlns:a16="http://schemas.microsoft.com/office/drawing/2014/main" id="{447CC2D4-027C-C52D-B43D-6E57A70976CB}"/>
                  </a:ext>
                </a:extLst>
              </p:cNvPr>
              <p:cNvSpPr/>
              <p:nvPr/>
            </p:nvSpPr>
            <p:spPr>
              <a:xfrm>
                <a:off x="7603935" y="7845133"/>
                <a:ext cx="41981" cy="41981"/>
              </a:xfrm>
              <a:custGeom>
                <a:avLst/>
                <a:gdLst>
                  <a:gd name="connsiteX0" fmla="*/ 21235 w 41981"/>
                  <a:gd name="connsiteY0" fmla="*/ 4947 h 41981"/>
                  <a:gd name="connsiteX1" fmla="*/ 37426 w 41981"/>
                  <a:gd name="connsiteY1" fmla="*/ 21137 h 41981"/>
                  <a:gd name="connsiteX2" fmla="*/ 37426 w 41981"/>
                  <a:gd name="connsiteY2" fmla="*/ 21137 h 41981"/>
                  <a:gd name="connsiteX3" fmla="*/ 21235 w 41981"/>
                  <a:gd name="connsiteY3" fmla="*/ 37327 h 41981"/>
                  <a:gd name="connsiteX4" fmla="*/ 5045 w 41981"/>
                  <a:gd name="connsiteY4" fmla="*/ 21137 h 41981"/>
                  <a:gd name="connsiteX5" fmla="*/ 21235 w 41981"/>
                  <a:gd name="connsiteY5" fmla="*/ 4947 h 41981"/>
                  <a:gd name="connsiteX6" fmla="*/ 21235 w 41981"/>
                  <a:gd name="connsiteY6" fmla="*/ 147 h 41981"/>
                  <a:gd name="connsiteX7" fmla="*/ 245 w 41981"/>
                  <a:gd name="connsiteY7" fmla="*/ 21137 h 41981"/>
                  <a:gd name="connsiteX8" fmla="*/ 21235 w 41981"/>
                  <a:gd name="connsiteY8" fmla="*/ 42128 h 41981"/>
                  <a:gd name="connsiteX9" fmla="*/ 42226 w 41981"/>
                  <a:gd name="connsiteY9" fmla="*/ 21137 h 41981"/>
                  <a:gd name="connsiteX10" fmla="*/ 42226 w 41981"/>
                  <a:gd name="connsiteY10" fmla="*/ 21137 h 41981"/>
                  <a:gd name="connsiteX11" fmla="*/ 21235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47"/>
                    </a:moveTo>
                    <a:cubicBezTo>
                      <a:pt x="30177" y="4947"/>
                      <a:pt x="37426" y="12195"/>
                      <a:pt x="37426" y="21137"/>
                    </a:cubicBezTo>
                    <a:lnTo>
                      <a:pt x="37426" y="21137"/>
                    </a:lnTo>
                    <a:cubicBezTo>
                      <a:pt x="37426" y="30079"/>
                      <a:pt x="30177" y="37327"/>
                      <a:pt x="21235" y="37327"/>
                    </a:cubicBezTo>
                    <a:cubicBezTo>
                      <a:pt x="12294" y="37327"/>
                      <a:pt x="5045" y="30079"/>
                      <a:pt x="5045" y="21137"/>
                    </a:cubicBezTo>
                    <a:cubicBezTo>
                      <a:pt x="5045" y="12195"/>
                      <a:pt x="12294" y="4947"/>
                      <a:pt x="21235" y="4947"/>
                    </a:cubicBezTo>
                    <a:close/>
                    <a:moveTo>
                      <a:pt x="21235" y="147"/>
                    </a:moveTo>
                    <a:cubicBezTo>
                      <a:pt x="9643" y="147"/>
                      <a:pt x="245" y="9545"/>
                      <a:pt x="245" y="21137"/>
                    </a:cubicBezTo>
                    <a:cubicBezTo>
                      <a:pt x="245" y="32730"/>
                      <a:pt x="9643" y="42128"/>
                      <a:pt x="21235" y="42128"/>
                    </a:cubicBezTo>
                    <a:cubicBezTo>
                      <a:pt x="32828" y="42128"/>
                      <a:pt x="42226" y="32730"/>
                      <a:pt x="42226" y="21137"/>
                    </a:cubicBezTo>
                    <a:lnTo>
                      <a:pt x="42226" y="21137"/>
                    </a:lnTo>
                    <a:cubicBezTo>
                      <a:pt x="42226" y="9545"/>
                      <a:pt x="32828" y="147"/>
                      <a:pt x="21235" y="147"/>
                    </a:cubicBezTo>
                    <a:close/>
                  </a:path>
                </a:pathLst>
              </a:custGeom>
              <a:solidFill>
                <a:srgbClr val="000000"/>
              </a:solidFill>
              <a:ln w="4794" cap="sq">
                <a:noFill/>
                <a:prstDash val="solid"/>
                <a:round/>
              </a:ln>
            </p:spPr>
            <p:txBody>
              <a:bodyPr rtlCol="0" anchor="ctr"/>
              <a:lstStyle/>
              <a:p>
                <a:endParaRPr lang="en-US"/>
              </a:p>
            </p:txBody>
          </p:sp>
          <p:sp>
            <p:nvSpPr>
              <p:cNvPr id="2502" name="Freeform: Shape 2501">
                <a:extLst>
                  <a:ext uri="{FF2B5EF4-FFF2-40B4-BE49-F238E27FC236}">
                    <a16:creationId xmlns:a16="http://schemas.microsoft.com/office/drawing/2014/main" id="{AF9B0090-5872-19A2-695D-9CEF99D28EC8}"/>
                  </a:ext>
                </a:extLst>
              </p:cNvPr>
              <p:cNvSpPr/>
              <p:nvPr/>
            </p:nvSpPr>
            <p:spPr>
              <a:xfrm>
                <a:off x="7625822" y="7818831"/>
                <a:ext cx="37180" cy="37180"/>
              </a:xfrm>
              <a:custGeom>
                <a:avLst/>
                <a:gdLst>
                  <a:gd name="connsiteX0" fmla="*/ 37429 w 37180"/>
                  <a:gd name="connsiteY0" fmla="*/ 18732 h 37180"/>
                  <a:gd name="connsiteX1" fmla="*/ 18839 w 37180"/>
                  <a:gd name="connsiteY1" fmla="*/ 37322 h 37180"/>
                  <a:gd name="connsiteX2" fmla="*/ 248 w 37180"/>
                  <a:gd name="connsiteY2" fmla="*/ 18732 h 37180"/>
                  <a:gd name="connsiteX3" fmla="*/ 18839 w 37180"/>
                  <a:gd name="connsiteY3" fmla="*/ 142 h 37180"/>
                  <a:gd name="connsiteX4" fmla="*/ 37429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32"/>
                    </a:moveTo>
                    <a:cubicBezTo>
                      <a:pt x="37429" y="28999"/>
                      <a:pt x="29106" y="37322"/>
                      <a:pt x="18839" y="37322"/>
                    </a:cubicBezTo>
                    <a:cubicBezTo>
                      <a:pt x="8571" y="37322"/>
                      <a:pt x="248" y="28999"/>
                      <a:pt x="248" y="18732"/>
                    </a:cubicBezTo>
                    <a:cubicBezTo>
                      <a:pt x="248" y="8465"/>
                      <a:pt x="8571" y="142"/>
                      <a:pt x="18839" y="142"/>
                    </a:cubicBezTo>
                    <a:cubicBezTo>
                      <a:pt x="29106" y="142"/>
                      <a:pt x="37429" y="8465"/>
                      <a:pt x="37429" y="18732"/>
                    </a:cubicBezTo>
                    <a:close/>
                  </a:path>
                </a:pathLst>
              </a:custGeom>
              <a:solidFill>
                <a:srgbClr val="B3F7B3"/>
              </a:solidFill>
              <a:ln w="5753" cap="sq">
                <a:noFill/>
                <a:prstDash val="solid"/>
                <a:miter/>
              </a:ln>
            </p:spPr>
            <p:txBody>
              <a:bodyPr rtlCol="0" anchor="ctr"/>
              <a:lstStyle/>
              <a:p>
                <a:endParaRPr lang="en-US"/>
              </a:p>
            </p:txBody>
          </p:sp>
          <p:sp>
            <p:nvSpPr>
              <p:cNvPr id="2503" name="Freeform: Shape 2502">
                <a:extLst>
                  <a:ext uri="{FF2B5EF4-FFF2-40B4-BE49-F238E27FC236}">
                    <a16:creationId xmlns:a16="http://schemas.microsoft.com/office/drawing/2014/main" id="{A2FDB45E-0C11-F5CD-B832-9FAA0F05E22A}"/>
                  </a:ext>
                </a:extLst>
              </p:cNvPr>
              <p:cNvSpPr/>
              <p:nvPr/>
            </p:nvSpPr>
            <p:spPr>
              <a:xfrm>
                <a:off x="7623421" y="7816431"/>
                <a:ext cx="41981" cy="41981"/>
              </a:xfrm>
              <a:custGeom>
                <a:avLst/>
                <a:gdLst>
                  <a:gd name="connsiteX0" fmla="*/ 21239 w 41981"/>
                  <a:gd name="connsiteY0" fmla="*/ 4942 h 41981"/>
                  <a:gd name="connsiteX1" fmla="*/ 37429 w 41981"/>
                  <a:gd name="connsiteY1" fmla="*/ 21132 h 41981"/>
                  <a:gd name="connsiteX2" fmla="*/ 37429 w 41981"/>
                  <a:gd name="connsiteY2" fmla="*/ 21132 h 41981"/>
                  <a:gd name="connsiteX3" fmla="*/ 21239 w 41981"/>
                  <a:gd name="connsiteY3" fmla="*/ 37322 h 41981"/>
                  <a:gd name="connsiteX4" fmla="*/ 5049 w 41981"/>
                  <a:gd name="connsiteY4" fmla="*/ 21132 h 41981"/>
                  <a:gd name="connsiteX5" fmla="*/ 21239 w 41981"/>
                  <a:gd name="connsiteY5" fmla="*/ 4942 h 41981"/>
                  <a:gd name="connsiteX6" fmla="*/ 21239 w 41981"/>
                  <a:gd name="connsiteY6" fmla="*/ 142 h 41981"/>
                  <a:gd name="connsiteX7" fmla="*/ 248 w 41981"/>
                  <a:gd name="connsiteY7" fmla="*/ 21132 h 41981"/>
                  <a:gd name="connsiteX8" fmla="*/ 21239 w 41981"/>
                  <a:gd name="connsiteY8" fmla="*/ 42123 h 41981"/>
                  <a:gd name="connsiteX9" fmla="*/ 42229 w 41981"/>
                  <a:gd name="connsiteY9" fmla="*/ 21132 h 41981"/>
                  <a:gd name="connsiteX10" fmla="*/ 42229 w 41981"/>
                  <a:gd name="connsiteY10" fmla="*/ 21132 h 41981"/>
                  <a:gd name="connsiteX11" fmla="*/ 21239 w 41981"/>
                  <a:gd name="connsiteY11" fmla="*/ 14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42"/>
                    </a:moveTo>
                    <a:cubicBezTo>
                      <a:pt x="30181" y="4942"/>
                      <a:pt x="37429" y="12190"/>
                      <a:pt x="37429" y="21132"/>
                    </a:cubicBezTo>
                    <a:lnTo>
                      <a:pt x="37429" y="21132"/>
                    </a:lnTo>
                    <a:cubicBezTo>
                      <a:pt x="37429" y="30074"/>
                      <a:pt x="30181" y="37322"/>
                      <a:pt x="21239" y="37322"/>
                    </a:cubicBezTo>
                    <a:cubicBezTo>
                      <a:pt x="12297" y="37322"/>
                      <a:pt x="5049" y="30074"/>
                      <a:pt x="5049" y="21132"/>
                    </a:cubicBezTo>
                    <a:cubicBezTo>
                      <a:pt x="5049" y="12190"/>
                      <a:pt x="12297" y="4942"/>
                      <a:pt x="21239" y="4942"/>
                    </a:cubicBezTo>
                    <a:close/>
                    <a:moveTo>
                      <a:pt x="21239" y="142"/>
                    </a:moveTo>
                    <a:cubicBezTo>
                      <a:pt x="9646" y="142"/>
                      <a:pt x="248" y="9540"/>
                      <a:pt x="248" y="21132"/>
                    </a:cubicBezTo>
                    <a:cubicBezTo>
                      <a:pt x="248" y="32725"/>
                      <a:pt x="9646" y="42123"/>
                      <a:pt x="21239" y="42123"/>
                    </a:cubicBezTo>
                    <a:cubicBezTo>
                      <a:pt x="32831" y="42123"/>
                      <a:pt x="42229" y="32725"/>
                      <a:pt x="42229" y="21132"/>
                    </a:cubicBezTo>
                    <a:lnTo>
                      <a:pt x="42229" y="21132"/>
                    </a:lnTo>
                    <a:cubicBezTo>
                      <a:pt x="42229" y="9540"/>
                      <a:pt x="32831" y="142"/>
                      <a:pt x="21239" y="142"/>
                    </a:cubicBezTo>
                    <a:close/>
                  </a:path>
                </a:pathLst>
              </a:custGeom>
              <a:solidFill>
                <a:srgbClr val="000000"/>
              </a:solidFill>
              <a:ln w="4794" cap="sq">
                <a:noFill/>
                <a:prstDash val="solid"/>
                <a:round/>
              </a:ln>
            </p:spPr>
            <p:txBody>
              <a:bodyPr rtlCol="0" anchor="ctr"/>
              <a:lstStyle/>
              <a:p>
                <a:endParaRPr lang="en-US"/>
              </a:p>
            </p:txBody>
          </p:sp>
          <p:sp>
            <p:nvSpPr>
              <p:cNvPr id="2504" name="Freeform: Shape 2503">
                <a:extLst>
                  <a:ext uri="{FF2B5EF4-FFF2-40B4-BE49-F238E27FC236}">
                    <a16:creationId xmlns:a16="http://schemas.microsoft.com/office/drawing/2014/main" id="{6967C9C8-C0E9-1D0F-24CF-C32C173DE7B8}"/>
                  </a:ext>
                </a:extLst>
              </p:cNvPr>
              <p:cNvSpPr/>
              <p:nvPr/>
            </p:nvSpPr>
            <p:spPr>
              <a:xfrm>
                <a:off x="7585847" y="7996723"/>
                <a:ext cx="37180" cy="37180"/>
              </a:xfrm>
              <a:custGeom>
                <a:avLst/>
                <a:gdLst>
                  <a:gd name="connsiteX0" fmla="*/ 37422 w 37180"/>
                  <a:gd name="connsiteY0" fmla="*/ 18763 h 37180"/>
                  <a:gd name="connsiteX1" fmla="*/ 18832 w 37180"/>
                  <a:gd name="connsiteY1" fmla="*/ 37353 h 37180"/>
                  <a:gd name="connsiteX2" fmla="*/ 241 w 37180"/>
                  <a:gd name="connsiteY2" fmla="*/ 18763 h 37180"/>
                  <a:gd name="connsiteX3" fmla="*/ 18832 w 37180"/>
                  <a:gd name="connsiteY3" fmla="*/ 173 h 37180"/>
                  <a:gd name="connsiteX4" fmla="*/ 37422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63"/>
                    </a:moveTo>
                    <a:cubicBezTo>
                      <a:pt x="37422" y="29030"/>
                      <a:pt x="29099" y="37353"/>
                      <a:pt x="18832" y="37353"/>
                    </a:cubicBezTo>
                    <a:cubicBezTo>
                      <a:pt x="8565" y="37353"/>
                      <a:pt x="241" y="29030"/>
                      <a:pt x="241" y="18763"/>
                    </a:cubicBezTo>
                    <a:cubicBezTo>
                      <a:pt x="241" y="8496"/>
                      <a:pt x="8565" y="173"/>
                      <a:pt x="18832" y="173"/>
                    </a:cubicBezTo>
                    <a:cubicBezTo>
                      <a:pt x="29099" y="173"/>
                      <a:pt x="37422" y="8496"/>
                      <a:pt x="37422" y="18763"/>
                    </a:cubicBezTo>
                    <a:close/>
                  </a:path>
                </a:pathLst>
              </a:custGeom>
              <a:solidFill>
                <a:srgbClr val="F7A59F"/>
              </a:solidFill>
              <a:ln w="5753" cap="sq">
                <a:noFill/>
                <a:prstDash val="solid"/>
                <a:miter/>
              </a:ln>
            </p:spPr>
            <p:txBody>
              <a:bodyPr rtlCol="0" anchor="ctr"/>
              <a:lstStyle/>
              <a:p>
                <a:endParaRPr lang="en-US"/>
              </a:p>
            </p:txBody>
          </p:sp>
          <p:sp>
            <p:nvSpPr>
              <p:cNvPr id="2505" name="Freeform: Shape 2504">
                <a:extLst>
                  <a:ext uri="{FF2B5EF4-FFF2-40B4-BE49-F238E27FC236}">
                    <a16:creationId xmlns:a16="http://schemas.microsoft.com/office/drawing/2014/main" id="{D98234C1-8E88-59BF-B189-616004AB063F}"/>
                  </a:ext>
                </a:extLst>
              </p:cNvPr>
              <p:cNvSpPr/>
              <p:nvPr/>
            </p:nvSpPr>
            <p:spPr>
              <a:xfrm>
                <a:off x="7583447" y="7994323"/>
                <a:ext cx="41981" cy="41981"/>
              </a:xfrm>
              <a:custGeom>
                <a:avLst/>
                <a:gdLst>
                  <a:gd name="connsiteX0" fmla="*/ 21232 w 41981"/>
                  <a:gd name="connsiteY0" fmla="*/ 4973 h 41981"/>
                  <a:gd name="connsiteX1" fmla="*/ 37422 w 41981"/>
                  <a:gd name="connsiteY1" fmla="*/ 21163 h 41981"/>
                  <a:gd name="connsiteX2" fmla="*/ 37422 w 41981"/>
                  <a:gd name="connsiteY2" fmla="*/ 21163 h 41981"/>
                  <a:gd name="connsiteX3" fmla="*/ 21232 w 41981"/>
                  <a:gd name="connsiteY3" fmla="*/ 37353 h 41981"/>
                  <a:gd name="connsiteX4" fmla="*/ 5042 w 41981"/>
                  <a:gd name="connsiteY4" fmla="*/ 21163 h 41981"/>
                  <a:gd name="connsiteX5" fmla="*/ 21232 w 41981"/>
                  <a:gd name="connsiteY5" fmla="*/ 4973 h 41981"/>
                  <a:gd name="connsiteX6" fmla="*/ 21232 w 41981"/>
                  <a:gd name="connsiteY6" fmla="*/ 173 h 41981"/>
                  <a:gd name="connsiteX7" fmla="*/ 241 w 41981"/>
                  <a:gd name="connsiteY7" fmla="*/ 21163 h 41981"/>
                  <a:gd name="connsiteX8" fmla="*/ 21232 w 41981"/>
                  <a:gd name="connsiteY8" fmla="*/ 42154 h 41981"/>
                  <a:gd name="connsiteX9" fmla="*/ 42223 w 41981"/>
                  <a:gd name="connsiteY9" fmla="*/ 21163 h 41981"/>
                  <a:gd name="connsiteX10" fmla="*/ 42223 w 41981"/>
                  <a:gd name="connsiteY10" fmla="*/ 21163 h 41981"/>
                  <a:gd name="connsiteX11" fmla="*/ 21232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73"/>
                    </a:moveTo>
                    <a:cubicBezTo>
                      <a:pt x="30174" y="4973"/>
                      <a:pt x="37422" y="12221"/>
                      <a:pt x="37422" y="21163"/>
                    </a:cubicBezTo>
                    <a:lnTo>
                      <a:pt x="37422" y="21163"/>
                    </a:lnTo>
                    <a:cubicBezTo>
                      <a:pt x="37422" y="30105"/>
                      <a:pt x="30174" y="37353"/>
                      <a:pt x="21232" y="37353"/>
                    </a:cubicBezTo>
                    <a:cubicBezTo>
                      <a:pt x="12290" y="37353"/>
                      <a:pt x="5042" y="30105"/>
                      <a:pt x="5042" y="21163"/>
                    </a:cubicBezTo>
                    <a:cubicBezTo>
                      <a:pt x="5042" y="12221"/>
                      <a:pt x="12290" y="4973"/>
                      <a:pt x="21232" y="4973"/>
                    </a:cubicBezTo>
                    <a:close/>
                    <a:moveTo>
                      <a:pt x="21232" y="173"/>
                    </a:moveTo>
                    <a:cubicBezTo>
                      <a:pt x="9639" y="173"/>
                      <a:pt x="241" y="9571"/>
                      <a:pt x="241" y="21163"/>
                    </a:cubicBezTo>
                    <a:cubicBezTo>
                      <a:pt x="241" y="32756"/>
                      <a:pt x="9639" y="42154"/>
                      <a:pt x="21232" y="42154"/>
                    </a:cubicBezTo>
                    <a:cubicBezTo>
                      <a:pt x="32824" y="42154"/>
                      <a:pt x="42223" y="32756"/>
                      <a:pt x="42223" y="21163"/>
                    </a:cubicBezTo>
                    <a:lnTo>
                      <a:pt x="42223" y="21163"/>
                    </a:lnTo>
                    <a:cubicBezTo>
                      <a:pt x="42223" y="9571"/>
                      <a:pt x="32824" y="173"/>
                      <a:pt x="21232" y="173"/>
                    </a:cubicBezTo>
                    <a:close/>
                  </a:path>
                </a:pathLst>
              </a:custGeom>
              <a:solidFill>
                <a:srgbClr val="000000"/>
              </a:solidFill>
              <a:ln w="4794" cap="sq">
                <a:noFill/>
                <a:prstDash val="solid"/>
                <a:round/>
              </a:ln>
            </p:spPr>
            <p:txBody>
              <a:bodyPr rtlCol="0" anchor="ctr"/>
              <a:lstStyle/>
              <a:p>
                <a:endParaRPr lang="en-US"/>
              </a:p>
            </p:txBody>
          </p:sp>
          <p:sp>
            <p:nvSpPr>
              <p:cNvPr id="2506" name="Freeform: Shape 2505">
                <a:extLst>
                  <a:ext uri="{FF2B5EF4-FFF2-40B4-BE49-F238E27FC236}">
                    <a16:creationId xmlns:a16="http://schemas.microsoft.com/office/drawing/2014/main" id="{38F52834-E74B-7698-63B0-92AD614488FD}"/>
                  </a:ext>
                </a:extLst>
              </p:cNvPr>
              <p:cNvSpPr/>
              <p:nvPr/>
            </p:nvSpPr>
            <p:spPr>
              <a:xfrm>
                <a:off x="7603098" y="7886321"/>
                <a:ext cx="37180" cy="37180"/>
              </a:xfrm>
              <a:custGeom>
                <a:avLst/>
                <a:gdLst>
                  <a:gd name="connsiteX0" fmla="*/ 37425 w 37180"/>
                  <a:gd name="connsiteY0" fmla="*/ 18744 h 37180"/>
                  <a:gd name="connsiteX1" fmla="*/ 18835 w 37180"/>
                  <a:gd name="connsiteY1" fmla="*/ 37334 h 37180"/>
                  <a:gd name="connsiteX2" fmla="*/ 244 w 37180"/>
                  <a:gd name="connsiteY2" fmla="*/ 18744 h 37180"/>
                  <a:gd name="connsiteX3" fmla="*/ 18835 w 37180"/>
                  <a:gd name="connsiteY3" fmla="*/ 153 h 37180"/>
                  <a:gd name="connsiteX4" fmla="*/ 37425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44"/>
                    </a:moveTo>
                    <a:cubicBezTo>
                      <a:pt x="37425" y="29011"/>
                      <a:pt x="29102" y="37334"/>
                      <a:pt x="18835" y="37334"/>
                    </a:cubicBezTo>
                    <a:cubicBezTo>
                      <a:pt x="8568" y="37334"/>
                      <a:pt x="244" y="29011"/>
                      <a:pt x="244" y="18744"/>
                    </a:cubicBezTo>
                    <a:cubicBezTo>
                      <a:pt x="244" y="8477"/>
                      <a:pt x="8568" y="153"/>
                      <a:pt x="18835" y="153"/>
                    </a:cubicBezTo>
                    <a:cubicBezTo>
                      <a:pt x="29102" y="153"/>
                      <a:pt x="37425" y="8477"/>
                      <a:pt x="37425" y="18744"/>
                    </a:cubicBezTo>
                    <a:close/>
                  </a:path>
                </a:pathLst>
              </a:custGeom>
              <a:solidFill>
                <a:srgbClr val="F7DADA"/>
              </a:solidFill>
              <a:ln w="5753" cap="sq">
                <a:noFill/>
                <a:prstDash val="solid"/>
                <a:miter/>
              </a:ln>
            </p:spPr>
            <p:txBody>
              <a:bodyPr rtlCol="0" anchor="ctr"/>
              <a:lstStyle/>
              <a:p>
                <a:endParaRPr lang="en-US"/>
              </a:p>
            </p:txBody>
          </p:sp>
          <p:sp>
            <p:nvSpPr>
              <p:cNvPr id="2507" name="Freeform: Shape 2506">
                <a:extLst>
                  <a:ext uri="{FF2B5EF4-FFF2-40B4-BE49-F238E27FC236}">
                    <a16:creationId xmlns:a16="http://schemas.microsoft.com/office/drawing/2014/main" id="{0E982738-244D-E17A-0F09-5BCFD2A6B139}"/>
                  </a:ext>
                </a:extLst>
              </p:cNvPr>
              <p:cNvSpPr/>
              <p:nvPr/>
            </p:nvSpPr>
            <p:spPr>
              <a:xfrm>
                <a:off x="7600698" y="7883921"/>
                <a:ext cx="41981" cy="41981"/>
              </a:xfrm>
              <a:custGeom>
                <a:avLst/>
                <a:gdLst>
                  <a:gd name="connsiteX0" fmla="*/ 21235 w 41981"/>
                  <a:gd name="connsiteY0" fmla="*/ 4954 h 41981"/>
                  <a:gd name="connsiteX1" fmla="*/ 37425 w 41981"/>
                  <a:gd name="connsiteY1" fmla="*/ 21144 h 41981"/>
                  <a:gd name="connsiteX2" fmla="*/ 37425 w 41981"/>
                  <a:gd name="connsiteY2" fmla="*/ 21144 h 41981"/>
                  <a:gd name="connsiteX3" fmla="*/ 21235 w 41981"/>
                  <a:gd name="connsiteY3" fmla="*/ 37334 h 41981"/>
                  <a:gd name="connsiteX4" fmla="*/ 5045 w 41981"/>
                  <a:gd name="connsiteY4" fmla="*/ 21144 h 41981"/>
                  <a:gd name="connsiteX5" fmla="*/ 21235 w 41981"/>
                  <a:gd name="connsiteY5" fmla="*/ 4954 h 41981"/>
                  <a:gd name="connsiteX6" fmla="*/ 21235 w 41981"/>
                  <a:gd name="connsiteY6" fmla="*/ 153 h 41981"/>
                  <a:gd name="connsiteX7" fmla="*/ 244 w 41981"/>
                  <a:gd name="connsiteY7" fmla="*/ 21144 h 41981"/>
                  <a:gd name="connsiteX8" fmla="*/ 21235 w 41981"/>
                  <a:gd name="connsiteY8" fmla="*/ 42135 h 41981"/>
                  <a:gd name="connsiteX9" fmla="*/ 42225 w 41981"/>
                  <a:gd name="connsiteY9" fmla="*/ 21144 h 41981"/>
                  <a:gd name="connsiteX10" fmla="*/ 42225 w 41981"/>
                  <a:gd name="connsiteY10" fmla="*/ 21144 h 41981"/>
                  <a:gd name="connsiteX11" fmla="*/ 21235 w 41981"/>
                  <a:gd name="connsiteY11" fmla="*/ 15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54"/>
                    </a:moveTo>
                    <a:cubicBezTo>
                      <a:pt x="30177" y="4954"/>
                      <a:pt x="37425" y="12202"/>
                      <a:pt x="37425" y="21144"/>
                    </a:cubicBezTo>
                    <a:lnTo>
                      <a:pt x="37425" y="21144"/>
                    </a:lnTo>
                    <a:cubicBezTo>
                      <a:pt x="37425" y="30086"/>
                      <a:pt x="30177" y="37334"/>
                      <a:pt x="21235" y="37334"/>
                    </a:cubicBezTo>
                    <a:cubicBezTo>
                      <a:pt x="12293" y="37334"/>
                      <a:pt x="5045" y="30086"/>
                      <a:pt x="5045" y="21144"/>
                    </a:cubicBezTo>
                    <a:cubicBezTo>
                      <a:pt x="5045" y="12202"/>
                      <a:pt x="12293" y="4954"/>
                      <a:pt x="21235" y="4954"/>
                    </a:cubicBezTo>
                    <a:close/>
                    <a:moveTo>
                      <a:pt x="21235" y="153"/>
                    </a:moveTo>
                    <a:cubicBezTo>
                      <a:pt x="9642" y="153"/>
                      <a:pt x="244" y="9551"/>
                      <a:pt x="244" y="21144"/>
                    </a:cubicBezTo>
                    <a:cubicBezTo>
                      <a:pt x="244" y="32737"/>
                      <a:pt x="9642" y="42135"/>
                      <a:pt x="21235" y="42135"/>
                    </a:cubicBezTo>
                    <a:cubicBezTo>
                      <a:pt x="32827" y="42135"/>
                      <a:pt x="42225" y="32737"/>
                      <a:pt x="42225" y="21144"/>
                    </a:cubicBezTo>
                    <a:lnTo>
                      <a:pt x="42225" y="21144"/>
                    </a:lnTo>
                    <a:cubicBezTo>
                      <a:pt x="42225" y="9551"/>
                      <a:pt x="32827" y="153"/>
                      <a:pt x="21235" y="153"/>
                    </a:cubicBezTo>
                    <a:close/>
                  </a:path>
                </a:pathLst>
              </a:custGeom>
              <a:solidFill>
                <a:srgbClr val="000000"/>
              </a:solidFill>
              <a:ln w="4794" cap="sq">
                <a:noFill/>
                <a:prstDash val="solid"/>
                <a:round/>
              </a:ln>
            </p:spPr>
            <p:txBody>
              <a:bodyPr rtlCol="0" anchor="ctr"/>
              <a:lstStyle/>
              <a:p>
                <a:endParaRPr lang="en-US"/>
              </a:p>
            </p:txBody>
          </p:sp>
          <p:sp>
            <p:nvSpPr>
              <p:cNvPr id="2508" name="Freeform: Shape 2507">
                <a:extLst>
                  <a:ext uri="{FF2B5EF4-FFF2-40B4-BE49-F238E27FC236}">
                    <a16:creationId xmlns:a16="http://schemas.microsoft.com/office/drawing/2014/main" id="{EFD345F5-39C2-AAA2-08D2-24AD7FAE5A8C}"/>
                  </a:ext>
                </a:extLst>
              </p:cNvPr>
              <p:cNvSpPr/>
              <p:nvPr/>
            </p:nvSpPr>
            <p:spPr>
              <a:xfrm>
                <a:off x="7648050" y="7993693"/>
                <a:ext cx="37180" cy="37180"/>
              </a:xfrm>
              <a:custGeom>
                <a:avLst/>
                <a:gdLst>
                  <a:gd name="connsiteX0" fmla="*/ 37433 w 37180"/>
                  <a:gd name="connsiteY0" fmla="*/ 18762 h 37180"/>
                  <a:gd name="connsiteX1" fmla="*/ 18843 w 37180"/>
                  <a:gd name="connsiteY1" fmla="*/ 37353 h 37180"/>
                  <a:gd name="connsiteX2" fmla="*/ 252 w 37180"/>
                  <a:gd name="connsiteY2" fmla="*/ 18762 h 37180"/>
                  <a:gd name="connsiteX3" fmla="*/ 18843 w 37180"/>
                  <a:gd name="connsiteY3" fmla="*/ 172 h 37180"/>
                  <a:gd name="connsiteX4" fmla="*/ 37433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2"/>
                    </a:moveTo>
                    <a:cubicBezTo>
                      <a:pt x="37433" y="29030"/>
                      <a:pt x="29110" y="37353"/>
                      <a:pt x="18843" y="37353"/>
                    </a:cubicBezTo>
                    <a:cubicBezTo>
                      <a:pt x="8575" y="37353"/>
                      <a:pt x="252" y="29030"/>
                      <a:pt x="252" y="18762"/>
                    </a:cubicBezTo>
                    <a:cubicBezTo>
                      <a:pt x="252" y="8495"/>
                      <a:pt x="8575" y="172"/>
                      <a:pt x="18843" y="172"/>
                    </a:cubicBezTo>
                    <a:cubicBezTo>
                      <a:pt x="29110" y="172"/>
                      <a:pt x="37433" y="8495"/>
                      <a:pt x="37433" y="18762"/>
                    </a:cubicBezTo>
                    <a:close/>
                  </a:path>
                </a:pathLst>
              </a:custGeom>
              <a:solidFill>
                <a:srgbClr val="F7E3E3"/>
              </a:solidFill>
              <a:ln w="5753" cap="sq">
                <a:noFill/>
                <a:prstDash val="solid"/>
                <a:miter/>
              </a:ln>
            </p:spPr>
            <p:txBody>
              <a:bodyPr rtlCol="0" anchor="ctr"/>
              <a:lstStyle/>
              <a:p>
                <a:endParaRPr lang="en-US"/>
              </a:p>
            </p:txBody>
          </p:sp>
          <p:sp>
            <p:nvSpPr>
              <p:cNvPr id="2509" name="Freeform: Shape 2508">
                <a:extLst>
                  <a:ext uri="{FF2B5EF4-FFF2-40B4-BE49-F238E27FC236}">
                    <a16:creationId xmlns:a16="http://schemas.microsoft.com/office/drawing/2014/main" id="{F8F70BFC-D644-12DA-5475-4726862E228F}"/>
                  </a:ext>
                </a:extLst>
              </p:cNvPr>
              <p:cNvSpPr/>
              <p:nvPr/>
            </p:nvSpPr>
            <p:spPr>
              <a:xfrm>
                <a:off x="7645649" y="7991293"/>
                <a:ext cx="41981" cy="41981"/>
              </a:xfrm>
              <a:custGeom>
                <a:avLst/>
                <a:gdLst>
                  <a:gd name="connsiteX0" fmla="*/ 21243 w 41981"/>
                  <a:gd name="connsiteY0" fmla="*/ 4972 h 41981"/>
                  <a:gd name="connsiteX1" fmla="*/ 37433 w 41981"/>
                  <a:gd name="connsiteY1" fmla="*/ 21163 h 41981"/>
                  <a:gd name="connsiteX2" fmla="*/ 37433 w 41981"/>
                  <a:gd name="connsiteY2" fmla="*/ 21163 h 41981"/>
                  <a:gd name="connsiteX3" fmla="*/ 21243 w 41981"/>
                  <a:gd name="connsiteY3" fmla="*/ 37353 h 41981"/>
                  <a:gd name="connsiteX4" fmla="*/ 5052 w 41981"/>
                  <a:gd name="connsiteY4" fmla="*/ 21163 h 41981"/>
                  <a:gd name="connsiteX5" fmla="*/ 21243 w 41981"/>
                  <a:gd name="connsiteY5" fmla="*/ 4972 h 41981"/>
                  <a:gd name="connsiteX6" fmla="*/ 21243 w 41981"/>
                  <a:gd name="connsiteY6" fmla="*/ 172 h 41981"/>
                  <a:gd name="connsiteX7" fmla="*/ 252 w 41981"/>
                  <a:gd name="connsiteY7" fmla="*/ 21163 h 41981"/>
                  <a:gd name="connsiteX8" fmla="*/ 21243 w 41981"/>
                  <a:gd name="connsiteY8" fmla="*/ 42153 h 41981"/>
                  <a:gd name="connsiteX9" fmla="*/ 42233 w 41981"/>
                  <a:gd name="connsiteY9" fmla="*/ 21163 h 41981"/>
                  <a:gd name="connsiteX10" fmla="*/ 42233 w 41981"/>
                  <a:gd name="connsiteY10" fmla="*/ 21163 h 41981"/>
                  <a:gd name="connsiteX11" fmla="*/ 21243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72"/>
                    </a:moveTo>
                    <a:cubicBezTo>
                      <a:pt x="30185" y="4972"/>
                      <a:pt x="37433" y="12221"/>
                      <a:pt x="37433" y="21163"/>
                    </a:cubicBezTo>
                    <a:lnTo>
                      <a:pt x="37433" y="21163"/>
                    </a:lnTo>
                    <a:cubicBezTo>
                      <a:pt x="37433" y="30104"/>
                      <a:pt x="30185" y="37353"/>
                      <a:pt x="21243" y="37353"/>
                    </a:cubicBezTo>
                    <a:cubicBezTo>
                      <a:pt x="12301" y="37353"/>
                      <a:pt x="5052" y="30104"/>
                      <a:pt x="5052" y="21163"/>
                    </a:cubicBezTo>
                    <a:cubicBezTo>
                      <a:pt x="5052" y="12221"/>
                      <a:pt x="12301" y="4972"/>
                      <a:pt x="21243" y="4972"/>
                    </a:cubicBezTo>
                    <a:close/>
                    <a:moveTo>
                      <a:pt x="21243" y="172"/>
                    </a:moveTo>
                    <a:cubicBezTo>
                      <a:pt x="9650" y="172"/>
                      <a:pt x="252" y="9570"/>
                      <a:pt x="252" y="21163"/>
                    </a:cubicBezTo>
                    <a:cubicBezTo>
                      <a:pt x="252" y="32755"/>
                      <a:pt x="9650" y="42153"/>
                      <a:pt x="21243" y="42153"/>
                    </a:cubicBezTo>
                    <a:cubicBezTo>
                      <a:pt x="32835" y="42153"/>
                      <a:pt x="42233" y="32755"/>
                      <a:pt x="42233" y="21163"/>
                    </a:cubicBezTo>
                    <a:lnTo>
                      <a:pt x="42233" y="21163"/>
                    </a:lnTo>
                    <a:cubicBezTo>
                      <a:pt x="42233" y="9570"/>
                      <a:pt x="32835" y="172"/>
                      <a:pt x="21243" y="172"/>
                    </a:cubicBezTo>
                    <a:close/>
                  </a:path>
                </a:pathLst>
              </a:custGeom>
              <a:solidFill>
                <a:srgbClr val="000000"/>
              </a:solidFill>
              <a:ln w="4794" cap="sq">
                <a:noFill/>
                <a:prstDash val="solid"/>
                <a:round/>
              </a:ln>
            </p:spPr>
            <p:txBody>
              <a:bodyPr rtlCol="0" anchor="ctr"/>
              <a:lstStyle/>
              <a:p>
                <a:endParaRPr lang="en-US"/>
              </a:p>
            </p:txBody>
          </p:sp>
          <p:sp>
            <p:nvSpPr>
              <p:cNvPr id="2510" name="Freeform: Shape 2509">
                <a:extLst>
                  <a:ext uri="{FF2B5EF4-FFF2-40B4-BE49-F238E27FC236}">
                    <a16:creationId xmlns:a16="http://schemas.microsoft.com/office/drawing/2014/main" id="{CF1904EF-9A82-3297-5D0A-1317B487DBF6}"/>
                  </a:ext>
                </a:extLst>
              </p:cNvPr>
              <p:cNvSpPr/>
              <p:nvPr/>
            </p:nvSpPr>
            <p:spPr>
              <a:xfrm>
                <a:off x="7564322" y="7953897"/>
                <a:ext cx="37180" cy="37180"/>
              </a:xfrm>
              <a:custGeom>
                <a:avLst/>
                <a:gdLst>
                  <a:gd name="connsiteX0" fmla="*/ 37418 w 37180"/>
                  <a:gd name="connsiteY0" fmla="*/ 18756 h 37180"/>
                  <a:gd name="connsiteX1" fmla="*/ 18828 w 37180"/>
                  <a:gd name="connsiteY1" fmla="*/ 37346 h 37180"/>
                  <a:gd name="connsiteX2" fmla="*/ 238 w 37180"/>
                  <a:gd name="connsiteY2" fmla="*/ 18756 h 37180"/>
                  <a:gd name="connsiteX3" fmla="*/ 18828 w 37180"/>
                  <a:gd name="connsiteY3" fmla="*/ 165 h 37180"/>
                  <a:gd name="connsiteX4" fmla="*/ 37418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56"/>
                    </a:moveTo>
                    <a:cubicBezTo>
                      <a:pt x="37418" y="29023"/>
                      <a:pt x="29095" y="37346"/>
                      <a:pt x="18828" y="37346"/>
                    </a:cubicBezTo>
                    <a:cubicBezTo>
                      <a:pt x="8561" y="37346"/>
                      <a:pt x="238" y="29023"/>
                      <a:pt x="238" y="18756"/>
                    </a:cubicBezTo>
                    <a:cubicBezTo>
                      <a:pt x="238" y="8488"/>
                      <a:pt x="8561" y="165"/>
                      <a:pt x="18828" y="165"/>
                    </a:cubicBezTo>
                    <a:cubicBezTo>
                      <a:pt x="29095" y="165"/>
                      <a:pt x="37418" y="8488"/>
                      <a:pt x="37418" y="18756"/>
                    </a:cubicBezTo>
                    <a:close/>
                  </a:path>
                </a:pathLst>
              </a:custGeom>
              <a:solidFill>
                <a:srgbClr val="F7A561"/>
              </a:solidFill>
              <a:ln w="5753" cap="sq">
                <a:noFill/>
                <a:prstDash val="solid"/>
                <a:miter/>
              </a:ln>
            </p:spPr>
            <p:txBody>
              <a:bodyPr rtlCol="0" anchor="ctr"/>
              <a:lstStyle/>
              <a:p>
                <a:endParaRPr lang="en-US"/>
              </a:p>
            </p:txBody>
          </p:sp>
          <p:sp>
            <p:nvSpPr>
              <p:cNvPr id="2511" name="Freeform: Shape 2510">
                <a:extLst>
                  <a:ext uri="{FF2B5EF4-FFF2-40B4-BE49-F238E27FC236}">
                    <a16:creationId xmlns:a16="http://schemas.microsoft.com/office/drawing/2014/main" id="{835D038B-60CA-6B7F-2801-779802D15D9A}"/>
                  </a:ext>
                </a:extLst>
              </p:cNvPr>
              <p:cNvSpPr/>
              <p:nvPr/>
            </p:nvSpPr>
            <p:spPr>
              <a:xfrm>
                <a:off x="7561922" y="7951497"/>
                <a:ext cx="41981" cy="41981"/>
              </a:xfrm>
              <a:custGeom>
                <a:avLst/>
                <a:gdLst>
                  <a:gd name="connsiteX0" fmla="*/ 21228 w 41981"/>
                  <a:gd name="connsiteY0" fmla="*/ 4966 h 41981"/>
                  <a:gd name="connsiteX1" fmla="*/ 37418 w 41981"/>
                  <a:gd name="connsiteY1" fmla="*/ 21156 h 41981"/>
                  <a:gd name="connsiteX2" fmla="*/ 37418 w 41981"/>
                  <a:gd name="connsiteY2" fmla="*/ 21156 h 41981"/>
                  <a:gd name="connsiteX3" fmla="*/ 21228 w 41981"/>
                  <a:gd name="connsiteY3" fmla="*/ 37346 h 41981"/>
                  <a:gd name="connsiteX4" fmla="*/ 5038 w 41981"/>
                  <a:gd name="connsiteY4" fmla="*/ 21156 h 41981"/>
                  <a:gd name="connsiteX5" fmla="*/ 21228 w 41981"/>
                  <a:gd name="connsiteY5" fmla="*/ 4966 h 41981"/>
                  <a:gd name="connsiteX6" fmla="*/ 21228 w 41981"/>
                  <a:gd name="connsiteY6" fmla="*/ 165 h 41981"/>
                  <a:gd name="connsiteX7" fmla="*/ 238 w 41981"/>
                  <a:gd name="connsiteY7" fmla="*/ 21156 h 41981"/>
                  <a:gd name="connsiteX8" fmla="*/ 21228 w 41981"/>
                  <a:gd name="connsiteY8" fmla="*/ 42146 h 41981"/>
                  <a:gd name="connsiteX9" fmla="*/ 42219 w 41981"/>
                  <a:gd name="connsiteY9" fmla="*/ 21156 h 41981"/>
                  <a:gd name="connsiteX10" fmla="*/ 42219 w 41981"/>
                  <a:gd name="connsiteY10" fmla="*/ 21156 h 41981"/>
                  <a:gd name="connsiteX11" fmla="*/ 21228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66"/>
                    </a:moveTo>
                    <a:cubicBezTo>
                      <a:pt x="30170" y="4966"/>
                      <a:pt x="37418" y="12214"/>
                      <a:pt x="37418" y="21156"/>
                    </a:cubicBezTo>
                    <a:lnTo>
                      <a:pt x="37418" y="21156"/>
                    </a:lnTo>
                    <a:cubicBezTo>
                      <a:pt x="37418" y="30098"/>
                      <a:pt x="30170" y="37346"/>
                      <a:pt x="21228" y="37346"/>
                    </a:cubicBezTo>
                    <a:cubicBezTo>
                      <a:pt x="12286" y="37346"/>
                      <a:pt x="5038" y="30098"/>
                      <a:pt x="5038" y="21156"/>
                    </a:cubicBezTo>
                    <a:cubicBezTo>
                      <a:pt x="5038" y="12214"/>
                      <a:pt x="12286" y="4966"/>
                      <a:pt x="21228" y="4966"/>
                    </a:cubicBezTo>
                    <a:close/>
                    <a:moveTo>
                      <a:pt x="21228" y="165"/>
                    </a:moveTo>
                    <a:cubicBezTo>
                      <a:pt x="9636" y="165"/>
                      <a:pt x="238" y="9563"/>
                      <a:pt x="238" y="21156"/>
                    </a:cubicBezTo>
                    <a:cubicBezTo>
                      <a:pt x="238" y="32748"/>
                      <a:pt x="9636" y="42146"/>
                      <a:pt x="21228" y="42146"/>
                    </a:cubicBezTo>
                    <a:cubicBezTo>
                      <a:pt x="32821" y="42146"/>
                      <a:pt x="42219" y="32748"/>
                      <a:pt x="42219" y="21156"/>
                    </a:cubicBezTo>
                    <a:lnTo>
                      <a:pt x="42219" y="21156"/>
                    </a:lnTo>
                    <a:cubicBezTo>
                      <a:pt x="42219" y="9563"/>
                      <a:pt x="32821" y="165"/>
                      <a:pt x="21228" y="165"/>
                    </a:cubicBezTo>
                    <a:close/>
                  </a:path>
                </a:pathLst>
              </a:custGeom>
              <a:solidFill>
                <a:srgbClr val="000000"/>
              </a:solidFill>
              <a:ln w="4794" cap="sq">
                <a:noFill/>
                <a:prstDash val="solid"/>
                <a:round/>
              </a:ln>
            </p:spPr>
            <p:txBody>
              <a:bodyPr rtlCol="0" anchor="ctr"/>
              <a:lstStyle/>
              <a:p>
                <a:endParaRPr lang="en-US"/>
              </a:p>
            </p:txBody>
          </p:sp>
          <p:sp>
            <p:nvSpPr>
              <p:cNvPr id="2512" name="Freeform: Shape 2511">
                <a:extLst>
                  <a:ext uri="{FF2B5EF4-FFF2-40B4-BE49-F238E27FC236}">
                    <a16:creationId xmlns:a16="http://schemas.microsoft.com/office/drawing/2014/main" id="{48049FEB-9AC5-7577-5E9C-8E8C8DEC00C6}"/>
                  </a:ext>
                </a:extLst>
              </p:cNvPr>
              <p:cNvSpPr/>
              <p:nvPr/>
            </p:nvSpPr>
            <p:spPr>
              <a:xfrm>
                <a:off x="7492386" y="7833922"/>
                <a:ext cx="37180" cy="37180"/>
              </a:xfrm>
              <a:custGeom>
                <a:avLst/>
                <a:gdLst>
                  <a:gd name="connsiteX0" fmla="*/ 37406 w 37180"/>
                  <a:gd name="connsiteY0" fmla="*/ 18735 h 37180"/>
                  <a:gd name="connsiteX1" fmla="*/ 18815 w 37180"/>
                  <a:gd name="connsiteY1" fmla="*/ 37325 h 37180"/>
                  <a:gd name="connsiteX2" fmla="*/ 225 w 37180"/>
                  <a:gd name="connsiteY2" fmla="*/ 18735 h 37180"/>
                  <a:gd name="connsiteX3" fmla="*/ 18815 w 37180"/>
                  <a:gd name="connsiteY3" fmla="*/ 144 h 37180"/>
                  <a:gd name="connsiteX4" fmla="*/ 37406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6" y="18735"/>
                    </a:moveTo>
                    <a:cubicBezTo>
                      <a:pt x="37406" y="29002"/>
                      <a:pt x="29083" y="37325"/>
                      <a:pt x="18815" y="37325"/>
                    </a:cubicBezTo>
                    <a:cubicBezTo>
                      <a:pt x="8548" y="37325"/>
                      <a:pt x="225" y="29002"/>
                      <a:pt x="225" y="18735"/>
                    </a:cubicBezTo>
                    <a:cubicBezTo>
                      <a:pt x="225" y="8468"/>
                      <a:pt x="8548" y="144"/>
                      <a:pt x="18815" y="144"/>
                    </a:cubicBezTo>
                    <a:cubicBezTo>
                      <a:pt x="29083" y="144"/>
                      <a:pt x="37406" y="8468"/>
                      <a:pt x="37406" y="18735"/>
                    </a:cubicBezTo>
                    <a:close/>
                  </a:path>
                </a:pathLst>
              </a:custGeom>
              <a:solidFill>
                <a:srgbClr val="F7A500"/>
              </a:solidFill>
              <a:ln w="5753" cap="sq">
                <a:noFill/>
                <a:prstDash val="solid"/>
                <a:miter/>
              </a:ln>
            </p:spPr>
            <p:txBody>
              <a:bodyPr rtlCol="0" anchor="ctr"/>
              <a:lstStyle/>
              <a:p>
                <a:endParaRPr lang="en-US"/>
              </a:p>
            </p:txBody>
          </p:sp>
          <p:sp>
            <p:nvSpPr>
              <p:cNvPr id="2513" name="Freeform: Shape 2512">
                <a:extLst>
                  <a:ext uri="{FF2B5EF4-FFF2-40B4-BE49-F238E27FC236}">
                    <a16:creationId xmlns:a16="http://schemas.microsoft.com/office/drawing/2014/main" id="{AA3E53B3-A723-8D1E-5032-7FB815D4544A}"/>
                  </a:ext>
                </a:extLst>
              </p:cNvPr>
              <p:cNvSpPr/>
              <p:nvPr/>
            </p:nvSpPr>
            <p:spPr>
              <a:xfrm>
                <a:off x="7489985" y="7831522"/>
                <a:ext cx="41981" cy="41981"/>
              </a:xfrm>
              <a:custGeom>
                <a:avLst/>
                <a:gdLst>
                  <a:gd name="connsiteX0" fmla="*/ 21216 w 41981"/>
                  <a:gd name="connsiteY0" fmla="*/ 4945 h 41981"/>
                  <a:gd name="connsiteX1" fmla="*/ 37406 w 41981"/>
                  <a:gd name="connsiteY1" fmla="*/ 21135 h 41981"/>
                  <a:gd name="connsiteX2" fmla="*/ 37406 w 41981"/>
                  <a:gd name="connsiteY2" fmla="*/ 21135 h 41981"/>
                  <a:gd name="connsiteX3" fmla="*/ 21216 w 41981"/>
                  <a:gd name="connsiteY3" fmla="*/ 37325 h 41981"/>
                  <a:gd name="connsiteX4" fmla="*/ 5025 w 41981"/>
                  <a:gd name="connsiteY4" fmla="*/ 21135 h 41981"/>
                  <a:gd name="connsiteX5" fmla="*/ 21216 w 41981"/>
                  <a:gd name="connsiteY5" fmla="*/ 4945 h 41981"/>
                  <a:gd name="connsiteX6" fmla="*/ 21216 w 41981"/>
                  <a:gd name="connsiteY6" fmla="*/ 144 h 41981"/>
                  <a:gd name="connsiteX7" fmla="*/ 225 w 41981"/>
                  <a:gd name="connsiteY7" fmla="*/ 21135 h 41981"/>
                  <a:gd name="connsiteX8" fmla="*/ 21216 w 41981"/>
                  <a:gd name="connsiteY8" fmla="*/ 42125 h 41981"/>
                  <a:gd name="connsiteX9" fmla="*/ 42206 w 41981"/>
                  <a:gd name="connsiteY9" fmla="*/ 21135 h 41981"/>
                  <a:gd name="connsiteX10" fmla="*/ 42206 w 41981"/>
                  <a:gd name="connsiteY10" fmla="*/ 21135 h 41981"/>
                  <a:gd name="connsiteX11" fmla="*/ 21216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6" y="4945"/>
                    </a:moveTo>
                    <a:cubicBezTo>
                      <a:pt x="30158" y="4945"/>
                      <a:pt x="37406" y="12193"/>
                      <a:pt x="37406" y="21135"/>
                    </a:cubicBezTo>
                    <a:lnTo>
                      <a:pt x="37406" y="21135"/>
                    </a:lnTo>
                    <a:cubicBezTo>
                      <a:pt x="37406" y="30077"/>
                      <a:pt x="30158" y="37325"/>
                      <a:pt x="21216" y="37325"/>
                    </a:cubicBezTo>
                    <a:cubicBezTo>
                      <a:pt x="12274" y="37325"/>
                      <a:pt x="5025" y="30077"/>
                      <a:pt x="5025" y="21135"/>
                    </a:cubicBezTo>
                    <a:cubicBezTo>
                      <a:pt x="5025" y="12193"/>
                      <a:pt x="12274" y="4945"/>
                      <a:pt x="21216" y="4945"/>
                    </a:cubicBezTo>
                    <a:close/>
                    <a:moveTo>
                      <a:pt x="21216" y="144"/>
                    </a:moveTo>
                    <a:cubicBezTo>
                      <a:pt x="9623" y="144"/>
                      <a:pt x="225" y="9542"/>
                      <a:pt x="225" y="21135"/>
                    </a:cubicBezTo>
                    <a:cubicBezTo>
                      <a:pt x="225" y="32727"/>
                      <a:pt x="9623" y="42125"/>
                      <a:pt x="21216" y="42125"/>
                    </a:cubicBezTo>
                    <a:cubicBezTo>
                      <a:pt x="32808" y="42125"/>
                      <a:pt x="42206" y="32727"/>
                      <a:pt x="42206" y="21135"/>
                    </a:cubicBezTo>
                    <a:lnTo>
                      <a:pt x="42206" y="21135"/>
                    </a:lnTo>
                    <a:cubicBezTo>
                      <a:pt x="42206" y="9542"/>
                      <a:pt x="32808" y="144"/>
                      <a:pt x="21216" y="144"/>
                    </a:cubicBezTo>
                    <a:close/>
                  </a:path>
                </a:pathLst>
              </a:custGeom>
              <a:solidFill>
                <a:srgbClr val="000000"/>
              </a:solidFill>
              <a:ln w="4794" cap="sq">
                <a:noFill/>
                <a:prstDash val="solid"/>
                <a:round/>
              </a:ln>
            </p:spPr>
            <p:txBody>
              <a:bodyPr rtlCol="0" anchor="ctr"/>
              <a:lstStyle/>
              <a:p>
                <a:endParaRPr lang="en-US"/>
              </a:p>
            </p:txBody>
          </p:sp>
          <p:sp>
            <p:nvSpPr>
              <p:cNvPr id="2514" name="Freeform: Shape 2513">
                <a:extLst>
                  <a:ext uri="{FF2B5EF4-FFF2-40B4-BE49-F238E27FC236}">
                    <a16:creationId xmlns:a16="http://schemas.microsoft.com/office/drawing/2014/main" id="{1DABFEF6-C567-4E89-F855-3F9F1FA4BDDF}"/>
                  </a:ext>
                </a:extLst>
              </p:cNvPr>
              <p:cNvSpPr/>
              <p:nvPr/>
            </p:nvSpPr>
            <p:spPr>
              <a:xfrm>
                <a:off x="7577242" y="8051633"/>
                <a:ext cx="37180" cy="37180"/>
              </a:xfrm>
              <a:custGeom>
                <a:avLst/>
                <a:gdLst>
                  <a:gd name="connsiteX0" fmla="*/ 37421 w 37180"/>
                  <a:gd name="connsiteY0" fmla="*/ 18773 h 37180"/>
                  <a:gd name="connsiteX1" fmla="*/ 18830 w 37180"/>
                  <a:gd name="connsiteY1" fmla="*/ 37363 h 37180"/>
                  <a:gd name="connsiteX2" fmla="*/ 240 w 37180"/>
                  <a:gd name="connsiteY2" fmla="*/ 18773 h 37180"/>
                  <a:gd name="connsiteX3" fmla="*/ 18830 w 37180"/>
                  <a:gd name="connsiteY3" fmla="*/ 182 h 37180"/>
                  <a:gd name="connsiteX4" fmla="*/ 3742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1" y="18773"/>
                    </a:moveTo>
                    <a:cubicBezTo>
                      <a:pt x="37421" y="29040"/>
                      <a:pt x="29097" y="37363"/>
                      <a:pt x="18830" y="37363"/>
                    </a:cubicBezTo>
                    <a:cubicBezTo>
                      <a:pt x="8563" y="37363"/>
                      <a:pt x="240" y="29040"/>
                      <a:pt x="240" y="18773"/>
                    </a:cubicBezTo>
                    <a:cubicBezTo>
                      <a:pt x="240" y="8505"/>
                      <a:pt x="8563" y="182"/>
                      <a:pt x="18830" y="182"/>
                    </a:cubicBezTo>
                    <a:cubicBezTo>
                      <a:pt x="29097" y="182"/>
                      <a:pt x="37421" y="8505"/>
                      <a:pt x="37421" y="18773"/>
                    </a:cubicBezTo>
                    <a:close/>
                  </a:path>
                </a:pathLst>
              </a:custGeom>
              <a:solidFill>
                <a:srgbClr val="EBF7EB"/>
              </a:solidFill>
              <a:ln w="5753" cap="sq">
                <a:noFill/>
                <a:prstDash val="solid"/>
                <a:miter/>
              </a:ln>
            </p:spPr>
            <p:txBody>
              <a:bodyPr rtlCol="0" anchor="ctr"/>
              <a:lstStyle/>
              <a:p>
                <a:endParaRPr lang="en-US"/>
              </a:p>
            </p:txBody>
          </p:sp>
          <p:sp>
            <p:nvSpPr>
              <p:cNvPr id="2515" name="Freeform: Shape 2514">
                <a:extLst>
                  <a:ext uri="{FF2B5EF4-FFF2-40B4-BE49-F238E27FC236}">
                    <a16:creationId xmlns:a16="http://schemas.microsoft.com/office/drawing/2014/main" id="{AD7EB7BF-3E13-2B52-C36F-FFA8A25BE3A9}"/>
                  </a:ext>
                </a:extLst>
              </p:cNvPr>
              <p:cNvSpPr/>
              <p:nvPr/>
            </p:nvSpPr>
            <p:spPr>
              <a:xfrm>
                <a:off x="7574842" y="8049233"/>
                <a:ext cx="41981" cy="41981"/>
              </a:xfrm>
              <a:custGeom>
                <a:avLst/>
                <a:gdLst>
                  <a:gd name="connsiteX0" fmla="*/ 21230 w 41981"/>
                  <a:gd name="connsiteY0" fmla="*/ 4982 h 41981"/>
                  <a:gd name="connsiteX1" fmla="*/ 37421 w 41981"/>
                  <a:gd name="connsiteY1" fmla="*/ 21173 h 41981"/>
                  <a:gd name="connsiteX2" fmla="*/ 37421 w 41981"/>
                  <a:gd name="connsiteY2" fmla="*/ 21173 h 41981"/>
                  <a:gd name="connsiteX3" fmla="*/ 21230 w 41981"/>
                  <a:gd name="connsiteY3" fmla="*/ 37363 h 41981"/>
                  <a:gd name="connsiteX4" fmla="*/ 5040 w 41981"/>
                  <a:gd name="connsiteY4" fmla="*/ 21173 h 41981"/>
                  <a:gd name="connsiteX5" fmla="*/ 21230 w 41981"/>
                  <a:gd name="connsiteY5" fmla="*/ 4982 h 41981"/>
                  <a:gd name="connsiteX6" fmla="*/ 21230 w 41981"/>
                  <a:gd name="connsiteY6" fmla="*/ 182 h 41981"/>
                  <a:gd name="connsiteX7" fmla="*/ 240 w 41981"/>
                  <a:gd name="connsiteY7" fmla="*/ 21173 h 41981"/>
                  <a:gd name="connsiteX8" fmla="*/ 21230 w 41981"/>
                  <a:gd name="connsiteY8" fmla="*/ 42163 h 41981"/>
                  <a:gd name="connsiteX9" fmla="*/ 42221 w 41981"/>
                  <a:gd name="connsiteY9" fmla="*/ 21173 h 41981"/>
                  <a:gd name="connsiteX10" fmla="*/ 42221 w 41981"/>
                  <a:gd name="connsiteY10" fmla="*/ 21173 h 41981"/>
                  <a:gd name="connsiteX11" fmla="*/ 21230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82"/>
                    </a:moveTo>
                    <a:cubicBezTo>
                      <a:pt x="30172" y="4982"/>
                      <a:pt x="37421" y="12231"/>
                      <a:pt x="37421" y="21173"/>
                    </a:cubicBezTo>
                    <a:lnTo>
                      <a:pt x="37421" y="21173"/>
                    </a:lnTo>
                    <a:cubicBezTo>
                      <a:pt x="37421" y="30115"/>
                      <a:pt x="30172" y="37363"/>
                      <a:pt x="21230" y="37363"/>
                    </a:cubicBezTo>
                    <a:cubicBezTo>
                      <a:pt x="12289" y="37363"/>
                      <a:pt x="5040" y="30115"/>
                      <a:pt x="5040" y="21173"/>
                    </a:cubicBezTo>
                    <a:cubicBezTo>
                      <a:pt x="5040" y="12231"/>
                      <a:pt x="12289" y="4982"/>
                      <a:pt x="21230" y="4982"/>
                    </a:cubicBezTo>
                    <a:close/>
                    <a:moveTo>
                      <a:pt x="21230" y="182"/>
                    </a:moveTo>
                    <a:cubicBezTo>
                      <a:pt x="9638" y="182"/>
                      <a:pt x="240" y="9580"/>
                      <a:pt x="240" y="21173"/>
                    </a:cubicBezTo>
                    <a:cubicBezTo>
                      <a:pt x="240" y="32765"/>
                      <a:pt x="9638" y="42163"/>
                      <a:pt x="21230" y="42163"/>
                    </a:cubicBezTo>
                    <a:cubicBezTo>
                      <a:pt x="32823" y="42163"/>
                      <a:pt x="42221" y="32765"/>
                      <a:pt x="42221" y="21173"/>
                    </a:cubicBezTo>
                    <a:lnTo>
                      <a:pt x="42221" y="21173"/>
                    </a:lnTo>
                    <a:cubicBezTo>
                      <a:pt x="42221" y="9580"/>
                      <a:pt x="32823" y="182"/>
                      <a:pt x="21230" y="182"/>
                    </a:cubicBezTo>
                    <a:close/>
                  </a:path>
                </a:pathLst>
              </a:custGeom>
              <a:solidFill>
                <a:srgbClr val="000000"/>
              </a:solidFill>
              <a:ln w="4794" cap="sq">
                <a:noFill/>
                <a:prstDash val="solid"/>
                <a:round/>
              </a:ln>
            </p:spPr>
            <p:txBody>
              <a:bodyPr rtlCol="0" anchor="ctr"/>
              <a:lstStyle/>
              <a:p>
                <a:endParaRPr lang="en-US"/>
              </a:p>
            </p:txBody>
          </p:sp>
          <p:sp>
            <p:nvSpPr>
              <p:cNvPr id="2516" name="Freeform: Shape 2515">
                <a:extLst>
                  <a:ext uri="{FF2B5EF4-FFF2-40B4-BE49-F238E27FC236}">
                    <a16:creationId xmlns:a16="http://schemas.microsoft.com/office/drawing/2014/main" id="{F28B23DD-1FA7-02F2-3F06-A3E049715ACC}"/>
                  </a:ext>
                </a:extLst>
              </p:cNvPr>
              <p:cNvSpPr/>
              <p:nvPr/>
            </p:nvSpPr>
            <p:spPr>
              <a:xfrm>
                <a:off x="7607741" y="8077087"/>
                <a:ext cx="37180" cy="37180"/>
              </a:xfrm>
              <a:custGeom>
                <a:avLst/>
                <a:gdLst>
                  <a:gd name="connsiteX0" fmla="*/ 37426 w 37180"/>
                  <a:gd name="connsiteY0" fmla="*/ 18777 h 37180"/>
                  <a:gd name="connsiteX1" fmla="*/ 18836 w 37180"/>
                  <a:gd name="connsiteY1" fmla="*/ 37367 h 37180"/>
                  <a:gd name="connsiteX2" fmla="*/ 245 w 37180"/>
                  <a:gd name="connsiteY2" fmla="*/ 18777 h 37180"/>
                  <a:gd name="connsiteX3" fmla="*/ 18836 w 37180"/>
                  <a:gd name="connsiteY3" fmla="*/ 187 h 37180"/>
                  <a:gd name="connsiteX4" fmla="*/ 37426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7"/>
                    </a:moveTo>
                    <a:cubicBezTo>
                      <a:pt x="37426" y="29044"/>
                      <a:pt x="29103" y="37367"/>
                      <a:pt x="18836" y="37367"/>
                    </a:cubicBezTo>
                    <a:cubicBezTo>
                      <a:pt x="8568" y="37367"/>
                      <a:pt x="245" y="29044"/>
                      <a:pt x="245" y="18777"/>
                    </a:cubicBezTo>
                    <a:cubicBezTo>
                      <a:pt x="245" y="8510"/>
                      <a:pt x="8568" y="187"/>
                      <a:pt x="18836" y="187"/>
                    </a:cubicBezTo>
                    <a:cubicBezTo>
                      <a:pt x="29103" y="187"/>
                      <a:pt x="37426" y="8510"/>
                      <a:pt x="37426" y="18777"/>
                    </a:cubicBezTo>
                    <a:close/>
                  </a:path>
                </a:pathLst>
              </a:custGeom>
              <a:solidFill>
                <a:srgbClr val="EAF7EA"/>
              </a:solidFill>
              <a:ln w="5753" cap="sq">
                <a:noFill/>
                <a:prstDash val="solid"/>
                <a:miter/>
              </a:ln>
            </p:spPr>
            <p:txBody>
              <a:bodyPr rtlCol="0" anchor="ctr"/>
              <a:lstStyle/>
              <a:p>
                <a:endParaRPr lang="en-US"/>
              </a:p>
            </p:txBody>
          </p:sp>
          <p:sp>
            <p:nvSpPr>
              <p:cNvPr id="2517" name="Freeform: Shape 2516">
                <a:extLst>
                  <a:ext uri="{FF2B5EF4-FFF2-40B4-BE49-F238E27FC236}">
                    <a16:creationId xmlns:a16="http://schemas.microsoft.com/office/drawing/2014/main" id="{46A07F95-760F-CA8C-41C6-FB1A47CC4E83}"/>
                  </a:ext>
                </a:extLst>
              </p:cNvPr>
              <p:cNvSpPr/>
              <p:nvPr/>
            </p:nvSpPr>
            <p:spPr>
              <a:xfrm>
                <a:off x="7605341" y="8074686"/>
                <a:ext cx="41981" cy="41981"/>
              </a:xfrm>
              <a:custGeom>
                <a:avLst/>
                <a:gdLst>
                  <a:gd name="connsiteX0" fmla="*/ 21236 w 41981"/>
                  <a:gd name="connsiteY0" fmla="*/ 4987 h 41981"/>
                  <a:gd name="connsiteX1" fmla="*/ 37426 w 41981"/>
                  <a:gd name="connsiteY1" fmla="*/ 21177 h 41981"/>
                  <a:gd name="connsiteX2" fmla="*/ 37426 w 41981"/>
                  <a:gd name="connsiteY2" fmla="*/ 21177 h 41981"/>
                  <a:gd name="connsiteX3" fmla="*/ 21236 w 41981"/>
                  <a:gd name="connsiteY3" fmla="*/ 37367 h 41981"/>
                  <a:gd name="connsiteX4" fmla="*/ 5046 w 41981"/>
                  <a:gd name="connsiteY4" fmla="*/ 21177 h 41981"/>
                  <a:gd name="connsiteX5" fmla="*/ 21236 w 41981"/>
                  <a:gd name="connsiteY5" fmla="*/ 4987 h 41981"/>
                  <a:gd name="connsiteX6" fmla="*/ 21236 w 41981"/>
                  <a:gd name="connsiteY6" fmla="*/ 187 h 41981"/>
                  <a:gd name="connsiteX7" fmla="*/ 245 w 41981"/>
                  <a:gd name="connsiteY7" fmla="*/ 21177 h 41981"/>
                  <a:gd name="connsiteX8" fmla="*/ 21236 w 41981"/>
                  <a:gd name="connsiteY8" fmla="*/ 42168 h 41981"/>
                  <a:gd name="connsiteX9" fmla="*/ 42226 w 41981"/>
                  <a:gd name="connsiteY9" fmla="*/ 21177 h 41981"/>
                  <a:gd name="connsiteX10" fmla="*/ 42226 w 41981"/>
                  <a:gd name="connsiteY10" fmla="*/ 21177 h 41981"/>
                  <a:gd name="connsiteX11" fmla="*/ 21236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7"/>
                    </a:moveTo>
                    <a:cubicBezTo>
                      <a:pt x="30178" y="4987"/>
                      <a:pt x="37426" y="12235"/>
                      <a:pt x="37426" y="21177"/>
                    </a:cubicBezTo>
                    <a:lnTo>
                      <a:pt x="37426" y="21177"/>
                    </a:lnTo>
                    <a:cubicBezTo>
                      <a:pt x="37426" y="30119"/>
                      <a:pt x="30178" y="37367"/>
                      <a:pt x="21236" y="37367"/>
                    </a:cubicBezTo>
                    <a:cubicBezTo>
                      <a:pt x="12294" y="37367"/>
                      <a:pt x="5046" y="30119"/>
                      <a:pt x="5046" y="21177"/>
                    </a:cubicBezTo>
                    <a:cubicBezTo>
                      <a:pt x="5046" y="12235"/>
                      <a:pt x="12294" y="4987"/>
                      <a:pt x="21236" y="4987"/>
                    </a:cubicBezTo>
                    <a:close/>
                    <a:moveTo>
                      <a:pt x="21236" y="187"/>
                    </a:moveTo>
                    <a:cubicBezTo>
                      <a:pt x="9643" y="187"/>
                      <a:pt x="245" y="9585"/>
                      <a:pt x="245" y="21177"/>
                    </a:cubicBezTo>
                    <a:cubicBezTo>
                      <a:pt x="245" y="32770"/>
                      <a:pt x="9643" y="42168"/>
                      <a:pt x="21236" y="42168"/>
                    </a:cubicBezTo>
                    <a:cubicBezTo>
                      <a:pt x="32828" y="42168"/>
                      <a:pt x="42226" y="32770"/>
                      <a:pt x="42226" y="21177"/>
                    </a:cubicBezTo>
                    <a:lnTo>
                      <a:pt x="42226" y="21177"/>
                    </a:lnTo>
                    <a:cubicBezTo>
                      <a:pt x="42226" y="9585"/>
                      <a:pt x="32828" y="187"/>
                      <a:pt x="21236" y="187"/>
                    </a:cubicBezTo>
                    <a:close/>
                  </a:path>
                </a:pathLst>
              </a:custGeom>
              <a:solidFill>
                <a:srgbClr val="000000"/>
              </a:solidFill>
              <a:ln w="4794" cap="sq">
                <a:noFill/>
                <a:prstDash val="solid"/>
                <a:round/>
              </a:ln>
            </p:spPr>
            <p:txBody>
              <a:bodyPr rtlCol="0" anchor="ctr"/>
              <a:lstStyle/>
              <a:p>
                <a:endParaRPr lang="en-US"/>
              </a:p>
            </p:txBody>
          </p:sp>
          <p:sp>
            <p:nvSpPr>
              <p:cNvPr id="2518" name="Freeform: Shape 2517">
                <a:extLst>
                  <a:ext uri="{FF2B5EF4-FFF2-40B4-BE49-F238E27FC236}">
                    <a16:creationId xmlns:a16="http://schemas.microsoft.com/office/drawing/2014/main" id="{1DB7D98F-3988-D782-9388-DEBB15E7E558}"/>
                  </a:ext>
                </a:extLst>
              </p:cNvPr>
              <p:cNvSpPr/>
              <p:nvPr/>
            </p:nvSpPr>
            <p:spPr>
              <a:xfrm>
                <a:off x="7621962" y="8029595"/>
                <a:ext cx="37180" cy="37180"/>
              </a:xfrm>
              <a:custGeom>
                <a:avLst/>
                <a:gdLst>
                  <a:gd name="connsiteX0" fmla="*/ 37428 w 37180"/>
                  <a:gd name="connsiteY0" fmla="*/ 18769 h 37180"/>
                  <a:gd name="connsiteX1" fmla="*/ 18838 w 37180"/>
                  <a:gd name="connsiteY1" fmla="*/ 37359 h 37180"/>
                  <a:gd name="connsiteX2" fmla="*/ 248 w 37180"/>
                  <a:gd name="connsiteY2" fmla="*/ 18769 h 37180"/>
                  <a:gd name="connsiteX3" fmla="*/ 18838 w 37180"/>
                  <a:gd name="connsiteY3" fmla="*/ 178 h 37180"/>
                  <a:gd name="connsiteX4" fmla="*/ 3742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69"/>
                    </a:moveTo>
                    <a:cubicBezTo>
                      <a:pt x="37428" y="29036"/>
                      <a:pt x="29105" y="37359"/>
                      <a:pt x="18838" y="37359"/>
                    </a:cubicBezTo>
                    <a:cubicBezTo>
                      <a:pt x="8571" y="37359"/>
                      <a:pt x="248" y="29036"/>
                      <a:pt x="248" y="18769"/>
                    </a:cubicBezTo>
                    <a:cubicBezTo>
                      <a:pt x="248" y="8501"/>
                      <a:pt x="8571" y="178"/>
                      <a:pt x="18838" y="178"/>
                    </a:cubicBezTo>
                    <a:cubicBezTo>
                      <a:pt x="29105" y="178"/>
                      <a:pt x="37428" y="8501"/>
                      <a:pt x="37428" y="18769"/>
                    </a:cubicBezTo>
                    <a:close/>
                  </a:path>
                </a:pathLst>
              </a:custGeom>
              <a:solidFill>
                <a:srgbClr val="F7F4F4"/>
              </a:solidFill>
              <a:ln w="5753" cap="sq">
                <a:noFill/>
                <a:prstDash val="solid"/>
                <a:miter/>
              </a:ln>
            </p:spPr>
            <p:txBody>
              <a:bodyPr rtlCol="0" anchor="ctr"/>
              <a:lstStyle/>
              <a:p>
                <a:endParaRPr lang="en-US"/>
              </a:p>
            </p:txBody>
          </p:sp>
          <p:sp>
            <p:nvSpPr>
              <p:cNvPr id="2519" name="Freeform: Shape 2518">
                <a:extLst>
                  <a:ext uri="{FF2B5EF4-FFF2-40B4-BE49-F238E27FC236}">
                    <a16:creationId xmlns:a16="http://schemas.microsoft.com/office/drawing/2014/main" id="{32E4DA50-2C83-1423-EC71-6393E309A33B}"/>
                  </a:ext>
                </a:extLst>
              </p:cNvPr>
              <p:cNvSpPr/>
              <p:nvPr/>
            </p:nvSpPr>
            <p:spPr>
              <a:xfrm>
                <a:off x="7619562" y="8027195"/>
                <a:ext cx="41981" cy="41981"/>
              </a:xfrm>
              <a:custGeom>
                <a:avLst/>
                <a:gdLst>
                  <a:gd name="connsiteX0" fmla="*/ 21238 w 41981"/>
                  <a:gd name="connsiteY0" fmla="*/ 4979 h 41981"/>
                  <a:gd name="connsiteX1" fmla="*/ 37428 w 41981"/>
                  <a:gd name="connsiteY1" fmla="*/ 21169 h 41981"/>
                  <a:gd name="connsiteX2" fmla="*/ 37428 w 41981"/>
                  <a:gd name="connsiteY2" fmla="*/ 21169 h 41981"/>
                  <a:gd name="connsiteX3" fmla="*/ 21238 w 41981"/>
                  <a:gd name="connsiteY3" fmla="*/ 37359 h 41981"/>
                  <a:gd name="connsiteX4" fmla="*/ 5048 w 41981"/>
                  <a:gd name="connsiteY4" fmla="*/ 21169 h 41981"/>
                  <a:gd name="connsiteX5" fmla="*/ 21238 w 41981"/>
                  <a:gd name="connsiteY5" fmla="*/ 4979 h 41981"/>
                  <a:gd name="connsiteX6" fmla="*/ 21238 w 41981"/>
                  <a:gd name="connsiteY6" fmla="*/ 178 h 41981"/>
                  <a:gd name="connsiteX7" fmla="*/ 248 w 41981"/>
                  <a:gd name="connsiteY7" fmla="*/ 21169 h 41981"/>
                  <a:gd name="connsiteX8" fmla="*/ 21238 w 41981"/>
                  <a:gd name="connsiteY8" fmla="*/ 42159 h 41981"/>
                  <a:gd name="connsiteX9" fmla="*/ 42229 w 41981"/>
                  <a:gd name="connsiteY9" fmla="*/ 21169 h 41981"/>
                  <a:gd name="connsiteX10" fmla="*/ 42229 w 41981"/>
                  <a:gd name="connsiteY10" fmla="*/ 21169 h 41981"/>
                  <a:gd name="connsiteX11" fmla="*/ 2123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79"/>
                    </a:moveTo>
                    <a:cubicBezTo>
                      <a:pt x="30180" y="4979"/>
                      <a:pt x="37428" y="12227"/>
                      <a:pt x="37428" y="21169"/>
                    </a:cubicBezTo>
                    <a:lnTo>
                      <a:pt x="37428" y="21169"/>
                    </a:lnTo>
                    <a:cubicBezTo>
                      <a:pt x="37428" y="30111"/>
                      <a:pt x="30180" y="37359"/>
                      <a:pt x="21238" y="37359"/>
                    </a:cubicBezTo>
                    <a:cubicBezTo>
                      <a:pt x="12296" y="37359"/>
                      <a:pt x="5048" y="30111"/>
                      <a:pt x="5048" y="21169"/>
                    </a:cubicBezTo>
                    <a:cubicBezTo>
                      <a:pt x="5048" y="12227"/>
                      <a:pt x="12296" y="4979"/>
                      <a:pt x="21238" y="4979"/>
                    </a:cubicBezTo>
                    <a:close/>
                    <a:moveTo>
                      <a:pt x="21238" y="178"/>
                    </a:moveTo>
                    <a:cubicBezTo>
                      <a:pt x="9646" y="178"/>
                      <a:pt x="248" y="9576"/>
                      <a:pt x="248" y="21169"/>
                    </a:cubicBezTo>
                    <a:cubicBezTo>
                      <a:pt x="248" y="32761"/>
                      <a:pt x="9646" y="42159"/>
                      <a:pt x="21238" y="42159"/>
                    </a:cubicBezTo>
                    <a:cubicBezTo>
                      <a:pt x="32831" y="42159"/>
                      <a:pt x="42229" y="32761"/>
                      <a:pt x="42229" y="21169"/>
                    </a:cubicBezTo>
                    <a:lnTo>
                      <a:pt x="42229" y="21169"/>
                    </a:lnTo>
                    <a:cubicBezTo>
                      <a:pt x="42229" y="9576"/>
                      <a:pt x="32831" y="178"/>
                      <a:pt x="21238" y="178"/>
                    </a:cubicBezTo>
                    <a:close/>
                  </a:path>
                </a:pathLst>
              </a:custGeom>
              <a:solidFill>
                <a:srgbClr val="000000"/>
              </a:solidFill>
              <a:ln w="4794" cap="sq">
                <a:noFill/>
                <a:prstDash val="solid"/>
                <a:round/>
              </a:ln>
            </p:spPr>
            <p:txBody>
              <a:bodyPr rtlCol="0" anchor="ctr"/>
              <a:lstStyle/>
              <a:p>
                <a:endParaRPr lang="en-US"/>
              </a:p>
            </p:txBody>
          </p:sp>
          <p:sp>
            <p:nvSpPr>
              <p:cNvPr id="2520" name="Freeform: Shape 2519">
                <a:extLst>
                  <a:ext uri="{FF2B5EF4-FFF2-40B4-BE49-F238E27FC236}">
                    <a16:creationId xmlns:a16="http://schemas.microsoft.com/office/drawing/2014/main" id="{F396058C-1824-1F5F-1A04-82CF38FFA4A4}"/>
                  </a:ext>
                </a:extLst>
              </p:cNvPr>
              <p:cNvSpPr/>
              <p:nvPr/>
            </p:nvSpPr>
            <p:spPr>
              <a:xfrm>
                <a:off x="7511561" y="8120223"/>
                <a:ext cx="37180" cy="37180"/>
              </a:xfrm>
              <a:custGeom>
                <a:avLst/>
                <a:gdLst>
                  <a:gd name="connsiteX0" fmla="*/ 37409 w 37180"/>
                  <a:gd name="connsiteY0" fmla="*/ 18784 h 37180"/>
                  <a:gd name="connsiteX1" fmla="*/ 18819 w 37180"/>
                  <a:gd name="connsiteY1" fmla="*/ 37375 h 37180"/>
                  <a:gd name="connsiteX2" fmla="*/ 228 w 37180"/>
                  <a:gd name="connsiteY2" fmla="*/ 18784 h 37180"/>
                  <a:gd name="connsiteX3" fmla="*/ 18819 w 37180"/>
                  <a:gd name="connsiteY3" fmla="*/ 194 h 37180"/>
                  <a:gd name="connsiteX4" fmla="*/ 37409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84"/>
                    </a:moveTo>
                    <a:cubicBezTo>
                      <a:pt x="37409" y="29052"/>
                      <a:pt x="29086" y="37375"/>
                      <a:pt x="18819" y="37375"/>
                    </a:cubicBezTo>
                    <a:cubicBezTo>
                      <a:pt x="8552" y="37375"/>
                      <a:pt x="228" y="29052"/>
                      <a:pt x="228" y="18784"/>
                    </a:cubicBezTo>
                    <a:cubicBezTo>
                      <a:pt x="228" y="8517"/>
                      <a:pt x="8552" y="194"/>
                      <a:pt x="18819" y="194"/>
                    </a:cubicBezTo>
                    <a:cubicBezTo>
                      <a:pt x="29086" y="194"/>
                      <a:pt x="37409" y="8517"/>
                      <a:pt x="37409" y="18784"/>
                    </a:cubicBezTo>
                    <a:close/>
                  </a:path>
                </a:pathLst>
              </a:custGeom>
              <a:solidFill>
                <a:srgbClr val="F7C7C7"/>
              </a:solidFill>
              <a:ln w="5753" cap="sq">
                <a:noFill/>
                <a:prstDash val="solid"/>
                <a:miter/>
              </a:ln>
            </p:spPr>
            <p:txBody>
              <a:bodyPr rtlCol="0" anchor="ctr"/>
              <a:lstStyle/>
              <a:p>
                <a:endParaRPr lang="en-US"/>
              </a:p>
            </p:txBody>
          </p:sp>
          <p:sp>
            <p:nvSpPr>
              <p:cNvPr id="2521" name="Freeform: Shape 2520">
                <a:extLst>
                  <a:ext uri="{FF2B5EF4-FFF2-40B4-BE49-F238E27FC236}">
                    <a16:creationId xmlns:a16="http://schemas.microsoft.com/office/drawing/2014/main" id="{5FE5E080-CB20-1B55-E7BF-E49DC12C0D90}"/>
                  </a:ext>
                </a:extLst>
              </p:cNvPr>
              <p:cNvSpPr/>
              <p:nvPr/>
            </p:nvSpPr>
            <p:spPr>
              <a:xfrm>
                <a:off x="7509160" y="8117823"/>
                <a:ext cx="41981" cy="41981"/>
              </a:xfrm>
              <a:custGeom>
                <a:avLst/>
                <a:gdLst>
                  <a:gd name="connsiteX0" fmla="*/ 21219 w 41981"/>
                  <a:gd name="connsiteY0" fmla="*/ 4994 h 41981"/>
                  <a:gd name="connsiteX1" fmla="*/ 37409 w 41981"/>
                  <a:gd name="connsiteY1" fmla="*/ 21185 h 41981"/>
                  <a:gd name="connsiteX2" fmla="*/ 37409 w 41981"/>
                  <a:gd name="connsiteY2" fmla="*/ 21185 h 41981"/>
                  <a:gd name="connsiteX3" fmla="*/ 21219 w 41981"/>
                  <a:gd name="connsiteY3" fmla="*/ 37375 h 41981"/>
                  <a:gd name="connsiteX4" fmla="*/ 5029 w 41981"/>
                  <a:gd name="connsiteY4" fmla="*/ 21185 h 41981"/>
                  <a:gd name="connsiteX5" fmla="*/ 21219 w 41981"/>
                  <a:gd name="connsiteY5" fmla="*/ 4994 h 41981"/>
                  <a:gd name="connsiteX6" fmla="*/ 21219 w 41981"/>
                  <a:gd name="connsiteY6" fmla="*/ 194 h 41981"/>
                  <a:gd name="connsiteX7" fmla="*/ 228 w 41981"/>
                  <a:gd name="connsiteY7" fmla="*/ 21185 h 41981"/>
                  <a:gd name="connsiteX8" fmla="*/ 21219 w 41981"/>
                  <a:gd name="connsiteY8" fmla="*/ 42175 h 41981"/>
                  <a:gd name="connsiteX9" fmla="*/ 42210 w 41981"/>
                  <a:gd name="connsiteY9" fmla="*/ 21185 h 41981"/>
                  <a:gd name="connsiteX10" fmla="*/ 42210 w 41981"/>
                  <a:gd name="connsiteY10" fmla="*/ 21185 h 41981"/>
                  <a:gd name="connsiteX11" fmla="*/ 21219 w 41981"/>
                  <a:gd name="connsiteY11" fmla="*/ 19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9" y="4994"/>
                    </a:moveTo>
                    <a:cubicBezTo>
                      <a:pt x="30161" y="4994"/>
                      <a:pt x="37409" y="12243"/>
                      <a:pt x="37409" y="21185"/>
                    </a:cubicBezTo>
                    <a:lnTo>
                      <a:pt x="37409" y="21185"/>
                    </a:lnTo>
                    <a:cubicBezTo>
                      <a:pt x="37409" y="30126"/>
                      <a:pt x="30161" y="37375"/>
                      <a:pt x="21219" y="37375"/>
                    </a:cubicBezTo>
                    <a:cubicBezTo>
                      <a:pt x="12277" y="37375"/>
                      <a:pt x="5029" y="30126"/>
                      <a:pt x="5029" y="21185"/>
                    </a:cubicBezTo>
                    <a:cubicBezTo>
                      <a:pt x="5029" y="12243"/>
                      <a:pt x="12277" y="4994"/>
                      <a:pt x="21219" y="4994"/>
                    </a:cubicBezTo>
                    <a:close/>
                    <a:moveTo>
                      <a:pt x="21219" y="194"/>
                    </a:moveTo>
                    <a:cubicBezTo>
                      <a:pt x="9626" y="194"/>
                      <a:pt x="228" y="9592"/>
                      <a:pt x="228" y="21185"/>
                    </a:cubicBezTo>
                    <a:cubicBezTo>
                      <a:pt x="228" y="32777"/>
                      <a:pt x="9626" y="42175"/>
                      <a:pt x="21219" y="42175"/>
                    </a:cubicBezTo>
                    <a:cubicBezTo>
                      <a:pt x="32812" y="42175"/>
                      <a:pt x="42210" y="32777"/>
                      <a:pt x="42210" y="21185"/>
                    </a:cubicBezTo>
                    <a:lnTo>
                      <a:pt x="42210" y="21185"/>
                    </a:lnTo>
                    <a:cubicBezTo>
                      <a:pt x="42210" y="9592"/>
                      <a:pt x="32812" y="194"/>
                      <a:pt x="21219" y="194"/>
                    </a:cubicBezTo>
                    <a:close/>
                  </a:path>
                </a:pathLst>
              </a:custGeom>
              <a:solidFill>
                <a:srgbClr val="000000"/>
              </a:solidFill>
              <a:ln w="4794" cap="sq">
                <a:noFill/>
                <a:prstDash val="solid"/>
                <a:round/>
              </a:ln>
            </p:spPr>
            <p:txBody>
              <a:bodyPr rtlCol="0" anchor="ctr"/>
              <a:lstStyle/>
              <a:p>
                <a:endParaRPr lang="en-US"/>
              </a:p>
            </p:txBody>
          </p:sp>
          <p:sp>
            <p:nvSpPr>
              <p:cNvPr id="2522" name="Freeform: Shape 2521">
                <a:extLst>
                  <a:ext uri="{FF2B5EF4-FFF2-40B4-BE49-F238E27FC236}">
                    <a16:creationId xmlns:a16="http://schemas.microsoft.com/office/drawing/2014/main" id="{2ECB9441-43F8-B3BB-F058-2B56A2D6D710}"/>
                  </a:ext>
                </a:extLst>
              </p:cNvPr>
              <p:cNvSpPr/>
              <p:nvPr/>
            </p:nvSpPr>
            <p:spPr>
              <a:xfrm>
                <a:off x="7619290" y="7937994"/>
                <a:ext cx="37180" cy="37180"/>
              </a:xfrm>
              <a:custGeom>
                <a:avLst/>
                <a:gdLst>
                  <a:gd name="connsiteX0" fmla="*/ 37428 w 37180"/>
                  <a:gd name="connsiteY0" fmla="*/ 18753 h 37180"/>
                  <a:gd name="connsiteX1" fmla="*/ 18838 w 37180"/>
                  <a:gd name="connsiteY1" fmla="*/ 37343 h 37180"/>
                  <a:gd name="connsiteX2" fmla="*/ 247 w 37180"/>
                  <a:gd name="connsiteY2" fmla="*/ 18753 h 37180"/>
                  <a:gd name="connsiteX3" fmla="*/ 18838 w 37180"/>
                  <a:gd name="connsiteY3" fmla="*/ 162 h 37180"/>
                  <a:gd name="connsiteX4" fmla="*/ 3742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53"/>
                    </a:moveTo>
                    <a:cubicBezTo>
                      <a:pt x="37428" y="29020"/>
                      <a:pt x="29105" y="37343"/>
                      <a:pt x="18838" y="37343"/>
                    </a:cubicBezTo>
                    <a:cubicBezTo>
                      <a:pt x="8570" y="37343"/>
                      <a:pt x="247" y="29020"/>
                      <a:pt x="247" y="18753"/>
                    </a:cubicBezTo>
                    <a:cubicBezTo>
                      <a:pt x="247" y="8486"/>
                      <a:pt x="8570" y="162"/>
                      <a:pt x="18838" y="162"/>
                    </a:cubicBezTo>
                    <a:cubicBezTo>
                      <a:pt x="29105" y="162"/>
                      <a:pt x="37428" y="8486"/>
                      <a:pt x="37428" y="18753"/>
                    </a:cubicBezTo>
                    <a:close/>
                  </a:path>
                </a:pathLst>
              </a:custGeom>
              <a:solidFill>
                <a:srgbClr val="F7ACAC"/>
              </a:solidFill>
              <a:ln w="5753" cap="sq">
                <a:noFill/>
                <a:prstDash val="solid"/>
                <a:miter/>
              </a:ln>
            </p:spPr>
            <p:txBody>
              <a:bodyPr rtlCol="0" anchor="ctr"/>
              <a:lstStyle/>
              <a:p>
                <a:endParaRPr lang="en-US"/>
              </a:p>
            </p:txBody>
          </p:sp>
          <p:sp>
            <p:nvSpPr>
              <p:cNvPr id="2523" name="Freeform: Shape 2522">
                <a:extLst>
                  <a:ext uri="{FF2B5EF4-FFF2-40B4-BE49-F238E27FC236}">
                    <a16:creationId xmlns:a16="http://schemas.microsoft.com/office/drawing/2014/main" id="{81DFB30A-4C27-20FE-A3AB-73BF94A0E733}"/>
                  </a:ext>
                </a:extLst>
              </p:cNvPr>
              <p:cNvSpPr/>
              <p:nvPr/>
            </p:nvSpPr>
            <p:spPr>
              <a:xfrm>
                <a:off x="7616890" y="7935594"/>
                <a:ext cx="41981" cy="41981"/>
              </a:xfrm>
              <a:custGeom>
                <a:avLst/>
                <a:gdLst>
                  <a:gd name="connsiteX0" fmla="*/ 21238 w 41981"/>
                  <a:gd name="connsiteY0" fmla="*/ 4963 h 41981"/>
                  <a:gd name="connsiteX1" fmla="*/ 37428 w 41981"/>
                  <a:gd name="connsiteY1" fmla="*/ 21153 h 41981"/>
                  <a:gd name="connsiteX2" fmla="*/ 37428 w 41981"/>
                  <a:gd name="connsiteY2" fmla="*/ 21153 h 41981"/>
                  <a:gd name="connsiteX3" fmla="*/ 21238 w 41981"/>
                  <a:gd name="connsiteY3" fmla="*/ 37343 h 41981"/>
                  <a:gd name="connsiteX4" fmla="*/ 5048 w 41981"/>
                  <a:gd name="connsiteY4" fmla="*/ 21153 h 41981"/>
                  <a:gd name="connsiteX5" fmla="*/ 21238 w 41981"/>
                  <a:gd name="connsiteY5" fmla="*/ 4963 h 41981"/>
                  <a:gd name="connsiteX6" fmla="*/ 21238 w 41981"/>
                  <a:gd name="connsiteY6" fmla="*/ 162 h 41981"/>
                  <a:gd name="connsiteX7" fmla="*/ 247 w 41981"/>
                  <a:gd name="connsiteY7" fmla="*/ 21153 h 41981"/>
                  <a:gd name="connsiteX8" fmla="*/ 21238 w 41981"/>
                  <a:gd name="connsiteY8" fmla="*/ 42144 h 41981"/>
                  <a:gd name="connsiteX9" fmla="*/ 42228 w 41981"/>
                  <a:gd name="connsiteY9" fmla="*/ 21153 h 41981"/>
                  <a:gd name="connsiteX10" fmla="*/ 42228 w 41981"/>
                  <a:gd name="connsiteY10" fmla="*/ 21153 h 41981"/>
                  <a:gd name="connsiteX11" fmla="*/ 21238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63"/>
                    </a:moveTo>
                    <a:cubicBezTo>
                      <a:pt x="30180" y="4963"/>
                      <a:pt x="37428" y="12211"/>
                      <a:pt x="37428" y="21153"/>
                    </a:cubicBezTo>
                    <a:lnTo>
                      <a:pt x="37428" y="21153"/>
                    </a:lnTo>
                    <a:cubicBezTo>
                      <a:pt x="37428" y="30095"/>
                      <a:pt x="30180" y="37343"/>
                      <a:pt x="21238" y="37343"/>
                    </a:cubicBezTo>
                    <a:cubicBezTo>
                      <a:pt x="12296" y="37343"/>
                      <a:pt x="5048" y="30095"/>
                      <a:pt x="5048" y="21153"/>
                    </a:cubicBezTo>
                    <a:cubicBezTo>
                      <a:pt x="5048" y="12211"/>
                      <a:pt x="12296" y="4963"/>
                      <a:pt x="21238" y="4963"/>
                    </a:cubicBezTo>
                    <a:close/>
                    <a:moveTo>
                      <a:pt x="21238" y="162"/>
                    </a:moveTo>
                    <a:cubicBezTo>
                      <a:pt x="9645" y="162"/>
                      <a:pt x="247" y="9560"/>
                      <a:pt x="247" y="21153"/>
                    </a:cubicBezTo>
                    <a:cubicBezTo>
                      <a:pt x="247" y="32746"/>
                      <a:pt x="9645" y="42144"/>
                      <a:pt x="21238" y="42144"/>
                    </a:cubicBezTo>
                    <a:cubicBezTo>
                      <a:pt x="32830" y="42144"/>
                      <a:pt x="42228" y="32746"/>
                      <a:pt x="42228" y="21153"/>
                    </a:cubicBezTo>
                    <a:lnTo>
                      <a:pt x="42228" y="21153"/>
                    </a:lnTo>
                    <a:cubicBezTo>
                      <a:pt x="42228" y="9560"/>
                      <a:pt x="32830" y="162"/>
                      <a:pt x="21238" y="162"/>
                    </a:cubicBezTo>
                    <a:close/>
                  </a:path>
                </a:pathLst>
              </a:custGeom>
              <a:solidFill>
                <a:srgbClr val="000000"/>
              </a:solidFill>
              <a:ln w="4794" cap="sq">
                <a:noFill/>
                <a:prstDash val="solid"/>
                <a:round/>
              </a:ln>
            </p:spPr>
            <p:txBody>
              <a:bodyPr rtlCol="0" anchor="ctr"/>
              <a:lstStyle/>
              <a:p>
                <a:endParaRPr lang="en-US"/>
              </a:p>
            </p:txBody>
          </p:sp>
          <p:sp>
            <p:nvSpPr>
              <p:cNvPr id="2524" name="Freeform: Shape 2523">
                <a:extLst>
                  <a:ext uri="{FF2B5EF4-FFF2-40B4-BE49-F238E27FC236}">
                    <a16:creationId xmlns:a16="http://schemas.microsoft.com/office/drawing/2014/main" id="{3D8AC747-93B0-4E53-CE17-8F6A307DE033}"/>
                  </a:ext>
                </a:extLst>
              </p:cNvPr>
              <p:cNvSpPr/>
              <p:nvPr/>
            </p:nvSpPr>
            <p:spPr>
              <a:xfrm>
                <a:off x="7615788" y="7978314"/>
                <a:ext cx="37180" cy="37180"/>
              </a:xfrm>
              <a:custGeom>
                <a:avLst/>
                <a:gdLst>
                  <a:gd name="connsiteX0" fmla="*/ 37427 w 37180"/>
                  <a:gd name="connsiteY0" fmla="*/ 18760 h 37180"/>
                  <a:gd name="connsiteX1" fmla="*/ 18837 w 37180"/>
                  <a:gd name="connsiteY1" fmla="*/ 37350 h 37180"/>
                  <a:gd name="connsiteX2" fmla="*/ 247 w 37180"/>
                  <a:gd name="connsiteY2" fmla="*/ 18760 h 37180"/>
                  <a:gd name="connsiteX3" fmla="*/ 18837 w 37180"/>
                  <a:gd name="connsiteY3" fmla="*/ 169 h 37180"/>
                  <a:gd name="connsiteX4" fmla="*/ 37427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0"/>
                    </a:moveTo>
                    <a:cubicBezTo>
                      <a:pt x="37427" y="29027"/>
                      <a:pt x="29104" y="37350"/>
                      <a:pt x="18837" y="37350"/>
                    </a:cubicBezTo>
                    <a:cubicBezTo>
                      <a:pt x="8570" y="37350"/>
                      <a:pt x="247" y="29027"/>
                      <a:pt x="247" y="18760"/>
                    </a:cubicBezTo>
                    <a:cubicBezTo>
                      <a:pt x="247" y="8493"/>
                      <a:pt x="8570" y="169"/>
                      <a:pt x="18837" y="169"/>
                    </a:cubicBezTo>
                    <a:cubicBezTo>
                      <a:pt x="29104" y="169"/>
                      <a:pt x="37427" y="8493"/>
                      <a:pt x="37427" y="18760"/>
                    </a:cubicBezTo>
                    <a:close/>
                  </a:path>
                </a:pathLst>
              </a:custGeom>
              <a:solidFill>
                <a:srgbClr val="F7F1F1"/>
              </a:solidFill>
              <a:ln w="5753" cap="sq">
                <a:noFill/>
                <a:prstDash val="solid"/>
                <a:miter/>
              </a:ln>
            </p:spPr>
            <p:txBody>
              <a:bodyPr rtlCol="0" anchor="ctr"/>
              <a:lstStyle/>
              <a:p>
                <a:endParaRPr lang="en-US"/>
              </a:p>
            </p:txBody>
          </p:sp>
          <p:sp>
            <p:nvSpPr>
              <p:cNvPr id="2525" name="Freeform: Shape 2524">
                <a:extLst>
                  <a:ext uri="{FF2B5EF4-FFF2-40B4-BE49-F238E27FC236}">
                    <a16:creationId xmlns:a16="http://schemas.microsoft.com/office/drawing/2014/main" id="{CE8395F5-608E-5AC5-3440-8BF33D5D528C}"/>
                  </a:ext>
                </a:extLst>
              </p:cNvPr>
              <p:cNvSpPr/>
              <p:nvPr/>
            </p:nvSpPr>
            <p:spPr>
              <a:xfrm>
                <a:off x="7613388" y="7975914"/>
                <a:ext cx="41981" cy="41981"/>
              </a:xfrm>
              <a:custGeom>
                <a:avLst/>
                <a:gdLst>
                  <a:gd name="connsiteX0" fmla="*/ 21237 w 41981"/>
                  <a:gd name="connsiteY0" fmla="*/ 4970 h 41981"/>
                  <a:gd name="connsiteX1" fmla="*/ 37427 w 41981"/>
                  <a:gd name="connsiteY1" fmla="*/ 21160 h 41981"/>
                  <a:gd name="connsiteX2" fmla="*/ 37427 w 41981"/>
                  <a:gd name="connsiteY2" fmla="*/ 21160 h 41981"/>
                  <a:gd name="connsiteX3" fmla="*/ 21237 w 41981"/>
                  <a:gd name="connsiteY3" fmla="*/ 37350 h 41981"/>
                  <a:gd name="connsiteX4" fmla="*/ 5047 w 41981"/>
                  <a:gd name="connsiteY4" fmla="*/ 21160 h 41981"/>
                  <a:gd name="connsiteX5" fmla="*/ 21237 w 41981"/>
                  <a:gd name="connsiteY5" fmla="*/ 4970 h 41981"/>
                  <a:gd name="connsiteX6" fmla="*/ 21237 w 41981"/>
                  <a:gd name="connsiteY6" fmla="*/ 169 h 41981"/>
                  <a:gd name="connsiteX7" fmla="*/ 247 w 41981"/>
                  <a:gd name="connsiteY7" fmla="*/ 21160 h 41981"/>
                  <a:gd name="connsiteX8" fmla="*/ 21237 w 41981"/>
                  <a:gd name="connsiteY8" fmla="*/ 42151 h 41981"/>
                  <a:gd name="connsiteX9" fmla="*/ 42228 w 41981"/>
                  <a:gd name="connsiteY9" fmla="*/ 21160 h 41981"/>
                  <a:gd name="connsiteX10" fmla="*/ 42228 w 41981"/>
                  <a:gd name="connsiteY10" fmla="*/ 21160 h 41981"/>
                  <a:gd name="connsiteX11" fmla="*/ 21237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0"/>
                    </a:moveTo>
                    <a:cubicBezTo>
                      <a:pt x="30179" y="4970"/>
                      <a:pt x="37427" y="12218"/>
                      <a:pt x="37427" y="21160"/>
                    </a:cubicBezTo>
                    <a:lnTo>
                      <a:pt x="37427" y="21160"/>
                    </a:lnTo>
                    <a:cubicBezTo>
                      <a:pt x="37427" y="30102"/>
                      <a:pt x="30179" y="37350"/>
                      <a:pt x="21237" y="37350"/>
                    </a:cubicBezTo>
                    <a:cubicBezTo>
                      <a:pt x="12295" y="37350"/>
                      <a:pt x="5047" y="30102"/>
                      <a:pt x="5047" y="21160"/>
                    </a:cubicBezTo>
                    <a:cubicBezTo>
                      <a:pt x="5047" y="12218"/>
                      <a:pt x="12295" y="4970"/>
                      <a:pt x="21237" y="4970"/>
                    </a:cubicBezTo>
                    <a:close/>
                    <a:moveTo>
                      <a:pt x="21237" y="169"/>
                    </a:moveTo>
                    <a:cubicBezTo>
                      <a:pt x="9645" y="169"/>
                      <a:pt x="247" y="9567"/>
                      <a:pt x="247" y="21160"/>
                    </a:cubicBezTo>
                    <a:cubicBezTo>
                      <a:pt x="247" y="32753"/>
                      <a:pt x="9645" y="42151"/>
                      <a:pt x="21237" y="42151"/>
                    </a:cubicBezTo>
                    <a:cubicBezTo>
                      <a:pt x="32830" y="42151"/>
                      <a:pt x="42228" y="32753"/>
                      <a:pt x="42228" y="21160"/>
                    </a:cubicBezTo>
                    <a:lnTo>
                      <a:pt x="42228" y="21160"/>
                    </a:lnTo>
                    <a:cubicBezTo>
                      <a:pt x="42228" y="9567"/>
                      <a:pt x="32830" y="169"/>
                      <a:pt x="21237" y="169"/>
                    </a:cubicBezTo>
                    <a:close/>
                  </a:path>
                </a:pathLst>
              </a:custGeom>
              <a:solidFill>
                <a:srgbClr val="000000"/>
              </a:solidFill>
              <a:ln w="4794" cap="sq">
                <a:noFill/>
                <a:prstDash val="solid"/>
                <a:round/>
              </a:ln>
            </p:spPr>
            <p:txBody>
              <a:bodyPr rtlCol="0" anchor="ctr"/>
              <a:lstStyle/>
              <a:p>
                <a:endParaRPr lang="en-US"/>
              </a:p>
            </p:txBody>
          </p:sp>
          <p:sp>
            <p:nvSpPr>
              <p:cNvPr id="2526" name="Freeform: Shape 2525">
                <a:extLst>
                  <a:ext uri="{FF2B5EF4-FFF2-40B4-BE49-F238E27FC236}">
                    <a16:creationId xmlns:a16="http://schemas.microsoft.com/office/drawing/2014/main" id="{82E15A15-5893-0229-C841-F37FDD710E1F}"/>
                  </a:ext>
                </a:extLst>
              </p:cNvPr>
              <p:cNvSpPr/>
              <p:nvPr/>
            </p:nvSpPr>
            <p:spPr>
              <a:xfrm>
                <a:off x="7688790" y="8073446"/>
                <a:ext cx="37180" cy="37180"/>
              </a:xfrm>
              <a:custGeom>
                <a:avLst/>
                <a:gdLst>
                  <a:gd name="connsiteX0" fmla="*/ 37440 w 37180"/>
                  <a:gd name="connsiteY0" fmla="*/ 18776 h 37180"/>
                  <a:gd name="connsiteX1" fmla="*/ 18850 w 37180"/>
                  <a:gd name="connsiteY1" fmla="*/ 37367 h 37180"/>
                  <a:gd name="connsiteX2" fmla="*/ 259 w 37180"/>
                  <a:gd name="connsiteY2" fmla="*/ 18776 h 37180"/>
                  <a:gd name="connsiteX3" fmla="*/ 18850 w 37180"/>
                  <a:gd name="connsiteY3" fmla="*/ 186 h 37180"/>
                  <a:gd name="connsiteX4" fmla="*/ 37440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6"/>
                    </a:moveTo>
                    <a:cubicBezTo>
                      <a:pt x="37440" y="29043"/>
                      <a:pt x="29117" y="37367"/>
                      <a:pt x="18850" y="37367"/>
                    </a:cubicBezTo>
                    <a:cubicBezTo>
                      <a:pt x="8582" y="37367"/>
                      <a:pt x="259" y="29043"/>
                      <a:pt x="259" y="18776"/>
                    </a:cubicBezTo>
                    <a:cubicBezTo>
                      <a:pt x="259" y="8509"/>
                      <a:pt x="8582" y="186"/>
                      <a:pt x="18850" y="186"/>
                    </a:cubicBezTo>
                    <a:cubicBezTo>
                      <a:pt x="29117" y="186"/>
                      <a:pt x="37440" y="8509"/>
                      <a:pt x="37440" y="18776"/>
                    </a:cubicBezTo>
                    <a:close/>
                  </a:path>
                </a:pathLst>
              </a:custGeom>
              <a:solidFill>
                <a:srgbClr val="F7A59F"/>
              </a:solidFill>
              <a:ln w="5753" cap="sq">
                <a:noFill/>
                <a:prstDash val="solid"/>
                <a:miter/>
              </a:ln>
            </p:spPr>
            <p:txBody>
              <a:bodyPr rtlCol="0" anchor="ctr"/>
              <a:lstStyle/>
              <a:p>
                <a:endParaRPr lang="en-US"/>
              </a:p>
            </p:txBody>
          </p:sp>
          <p:sp>
            <p:nvSpPr>
              <p:cNvPr id="2527" name="Freeform: Shape 2526">
                <a:extLst>
                  <a:ext uri="{FF2B5EF4-FFF2-40B4-BE49-F238E27FC236}">
                    <a16:creationId xmlns:a16="http://schemas.microsoft.com/office/drawing/2014/main" id="{84444466-7A15-32E0-2DC9-265190091B5F}"/>
                  </a:ext>
                </a:extLst>
              </p:cNvPr>
              <p:cNvSpPr/>
              <p:nvPr/>
            </p:nvSpPr>
            <p:spPr>
              <a:xfrm>
                <a:off x="7686390" y="8071046"/>
                <a:ext cx="41981" cy="41981"/>
              </a:xfrm>
              <a:custGeom>
                <a:avLst/>
                <a:gdLst>
                  <a:gd name="connsiteX0" fmla="*/ 21250 w 41981"/>
                  <a:gd name="connsiteY0" fmla="*/ 4986 h 41981"/>
                  <a:gd name="connsiteX1" fmla="*/ 37440 w 41981"/>
                  <a:gd name="connsiteY1" fmla="*/ 21176 h 41981"/>
                  <a:gd name="connsiteX2" fmla="*/ 37440 w 41981"/>
                  <a:gd name="connsiteY2" fmla="*/ 21176 h 41981"/>
                  <a:gd name="connsiteX3" fmla="*/ 21250 w 41981"/>
                  <a:gd name="connsiteY3" fmla="*/ 37367 h 41981"/>
                  <a:gd name="connsiteX4" fmla="*/ 5060 w 41981"/>
                  <a:gd name="connsiteY4" fmla="*/ 21176 h 41981"/>
                  <a:gd name="connsiteX5" fmla="*/ 21250 w 41981"/>
                  <a:gd name="connsiteY5" fmla="*/ 4986 h 41981"/>
                  <a:gd name="connsiteX6" fmla="*/ 21250 w 41981"/>
                  <a:gd name="connsiteY6" fmla="*/ 186 h 41981"/>
                  <a:gd name="connsiteX7" fmla="*/ 259 w 41981"/>
                  <a:gd name="connsiteY7" fmla="*/ 21176 h 41981"/>
                  <a:gd name="connsiteX8" fmla="*/ 21250 w 41981"/>
                  <a:gd name="connsiteY8" fmla="*/ 42167 h 41981"/>
                  <a:gd name="connsiteX9" fmla="*/ 42240 w 41981"/>
                  <a:gd name="connsiteY9" fmla="*/ 21176 h 41981"/>
                  <a:gd name="connsiteX10" fmla="*/ 42240 w 41981"/>
                  <a:gd name="connsiteY10" fmla="*/ 21176 h 41981"/>
                  <a:gd name="connsiteX11" fmla="*/ 21250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6"/>
                    </a:moveTo>
                    <a:cubicBezTo>
                      <a:pt x="30192" y="4986"/>
                      <a:pt x="37440" y="12235"/>
                      <a:pt x="37440" y="21176"/>
                    </a:cubicBezTo>
                    <a:lnTo>
                      <a:pt x="37440" y="21176"/>
                    </a:lnTo>
                    <a:cubicBezTo>
                      <a:pt x="37440" y="30118"/>
                      <a:pt x="30192" y="37367"/>
                      <a:pt x="21250" y="37367"/>
                    </a:cubicBezTo>
                    <a:cubicBezTo>
                      <a:pt x="12308" y="37367"/>
                      <a:pt x="5060" y="30118"/>
                      <a:pt x="5060" y="21176"/>
                    </a:cubicBezTo>
                    <a:cubicBezTo>
                      <a:pt x="5060" y="12235"/>
                      <a:pt x="12308" y="4986"/>
                      <a:pt x="21250" y="4986"/>
                    </a:cubicBezTo>
                    <a:close/>
                    <a:moveTo>
                      <a:pt x="21250" y="186"/>
                    </a:moveTo>
                    <a:cubicBezTo>
                      <a:pt x="9657" y="186"/>
                      <a:pt x="259" y="9584"/>
                      <a:pt x="259" y="21176"/>
                    </a:cubicBezTo>
                    <a:cubicBezTo>
                      <a:pt x="259" y="32769"/>
                      <a:pt x="9657" y="42167"/>
                      <a:pt x="21250" y="42167"/>
                    </a:cubicBezTo>
                    <a:cubicBezTo>
                      <a:pt x="32842" y="42167"/>
                      <a:pt x="42240" y="32769"/>
                      <a:pt x="42240" y="21176"/>
                    </a:cubicBezTo>
                    <a:lnTo>
                      <a:pt x="42240" y="21176"/>
                    </a:lnTo>
                    <a:cubicBezTo>
                      <a:pt x="42240" y="9584"/>
                      <a:pt x="32842" y="186"/>
                      <a:pt x="21250" y="186"/>
                    </a:cubicBezTo>
                    <a:close/>
                  </a:path>
                </a:pathLst>
              </a:custGeom>
              <a:solidFill>
                <a:srgbClr val="000000"/>
              </a:solidFill>
              <a:ln w="4794" cap="sq">
                <a:noFill/>
                <a:prstDash val="solid"/>
                <a:round/>
              </a:ln>
            </p:spPr>
            <p:txBody>
              <a:bodyPr rtlCol="0" anchor="ctr"/>
              <a:lstStyle/>
              <a:p>
                <a:endParaRPr lang="en-US"/>
              </a:p>
            </p:txBody>
          </p:sp>
          <p:sp>
            <p:nvSpPr>
              <p:cNvPr id="2528" name="Freeform: Shape 2527">
                <a:extLst>
                  <a:ext uri="{FF2B5EF4-FFF2-40B4-BE49-F238E27FC236}">
                    <a16:creationId xmlns:a16="http://schemas.microsoft.com/office/drawing/2014/main" id="{9F5BB44B-BD84-C5D8-D492-D32D8498269F}"/>
                  </a:ext>
                </a:extLst>
              </p:cNvPr>
              <p:cNvSpPr/>
              <p:nvPr/>
            </p:nvSpPr>
            <p:spPr>
              <a:xfrm>
                <a:off x="7652732" y="7973142"/>
                <a:ext cx="37180" cy="37180"/>
              </a:xfrm>
              <a:custGeom>
                <a:avLst/>
                <a:gdLst>
                  <a:gd name="connsiteX0" fmla="*/ 37434 w 37180"/>
                  <a:gd name="connsiteY0" fmla="*/ 18759 h 37180"/>
                  <a:gd name="connsiteX1" fmla="*/ 18843 w 37180"/>
                  <a:gd name="connsiteY1" fmla="*/ 37349 h 37180"/>
                  <a:gd name="connsiteX2" fmla="*/ 253 w 37180"/>
                  <a:gd name="connsiteY2" fmla="*/ 18759 h 37180"/>
                  <a:gd name="connsiteX3" fmla="*/ 18843 w 37180"/>
                  <a:gd name="connsiteY3" fmla="*/ 168 h 37180"/>
                  <a:gd name="connsiteX4" fmla="*/ 3743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9"/>
                    </a:moveTo>
                    <a:cubicBezTo>
                      <a:pt x="37434" y="29026"/>
                      <a:pt x="29111" y="37349"/>
                      <a:pt x="18843" y="37349"/>
                    </a:cubicBezTo>
                    <a:cubicBezTo>
                      <a:pt x="8576" y="37349"/>
                      <a:pt x="253" y="29026"/>
                      <a:pt x="253" y="18759"/>
                    </a:cubicBezTo>
                    <a:cubicBezTo>
                      <a:pt x="253" y="8492"/>
                      <a:pt x="8576" y="168"/>
                      <a:pt x="18843" y="168"/>
                    </a:cubicBezTo>
                    <a:cubicBezTo>
                      <a:pt x="29111" y="168"/>
                      <a:pt x="37434" y="8492"/>
                      <a:pt x="37434" y="18759"/>
                    </a:cubicBezTo>
                    <a:close/>
                  </a:path>
                </a:pathLst>
              </a:custGeom>
              <a:solidFill>
                <a:srgbClr val="F7F2F2"/>
              </a:solidFill>
              <a:ln w="5753" cap="sq">
                <a:noFill/>
                <a:prstDash val="solid"/>
                <a:miter/>
              </a:ln>
            </p:spPr>
            <p:txBody>
              <a:bodyPr rtlCol="0" anchor="ctr"/>
              <a:lstStyle/>
              <a:p>
                <a:endParaRPr lang="en-US"/>
              </a:p>
            </p:txBody>
          </p:sp>
          <p:sp>
            <p:nvSpPr>
              <p:cNvPr id="2529" name="Freeform: Shape 2528">
                <a:extLst>
                  <a:ext uri="{FF2B5EF4-FFF2-40B4-BE49-F238E27FC236}">
                    <a16:creationId xmlns:a16="http://schemas.microsoft.com/office/drawing/2014/main" id="{DB6BC8B2-DCA8-1DB8-4EF1-E37C65F363FB}"/>
                  </a:ext>
                </a:extLst>
              </p:cNvPr>
              <p:cNvSpPr/>
              <p:nvPr/>
            </p:nvSpPr>
            <p:spPr>
              <a:xfrm>
                <a:off x="7650332" y="7970741"/>
                <a:ext cx="41981" cy="41981"/>
              </a:xfrm>
              <a:custGeom>
                <a:avLst/>
                <a:gdLst>
                  <a:gd name="connsiteX0" fmla="*/ 21244 w 41981"/>
                  <a:gd name="connsiteY0" fmla="*/ 4969 h 41981"/>
                  <a:gd name="connsiteX1" fmla="*/ 37434 w 41981"/>
                  <a:gd name="connsiteY1" fmla="*/ 21159 h 41981"/>
                  <a:gd name="connsiteX2" fmla="*/ 37434 w 41981"/>
                  <a:gd name="connsiteY2" fmla="*/ 21159 h 41981"/>
                  <a:gd name="connsiteX3" fmla="*/ 21244 w 41981"/>
                  <a:gd name="connsiteY3" fmla="*/ 37349 h 41981"/>
                  <a:gd name="connsiteX4" fmla="*/ 5053 w 41981"/>
                  <a:gd name="connsiteY4" fmla="*/ 21159 h 41981"/>
                  <a:gd name="connsiteX5" fmla="*/ 21244 w 41981"/>
                  <a:gd name="connsiteY5" fmla="*/ 4969 h 41981"/>
                  <a:gd name="connsiteX6" fmla="*/ 21244 w 41981"/>
                  <a:gd name="connsiteY6" fmla="*/ 168 h 41981"/>
                  <a:gd name="connsiteX7" fmla="*/ 253 w 41981"/>
                  <a:gd name="connsiteY7" fmla="*/ 21159 h 41981"/>
                  <a:gd name="connsiteX8" fmla="*/ 21244 w 41981"/>
                  <a:gd name="connsiteY8" fmla="*/ 42150 h 41981"/>
                  <a:gd name="connsiteX9" fmla="*/ 42234 w 41981"/>
                  <a:gd name="connsiteY9" fmla="*/ 21159 h 41981"/>
                  <a:gd name="connsiteX10" fmla="*/ 42234 w 41981"/>
                  <a:gd name="connsiteY10" fmla="*/ 21159 h 41981"/>
                  <a:gd name="connsiteX11" fmla="*/ 2124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9"/>
                    </a:moveTo>
                    <a:cubicBezTo>
                      <a:pt x="30185" y="4969"/>
                      <a:pt x="37434" y="12217"/>
                      <a:pt x="37434" y="21159"/>
                    </a:cubicBezTo>
                    <a:lnTo>
                      <a:pt x="37434" y="21159"/>
                    </a:lnTo>
                    <a:cubicBezTo>
                      <a:pt x="37434" y="30101"/>
                      <a:pt x="30185" y="37349"/>
                      <a:pt x="21244" y="37349"/>
                    </a:cubicBezTo>
                    <a:cubicBezTo>
                      <a:pt x="12302" y="37349"/>
                      <a:pt x="5053" y="30101"/>
                      <a:pt x="5053" y="21159"/>
                    </a:cubicBezTo>
                    <a:cubicBezTo>
                      <a:pt x="5053" y="12217"/>
                      <a:pt x="12302" y="4969"/>
                      <a:pt x="21244" y="4969"/>
                    </a:cubicBezTo>
                    <a:close/>
                    <a:moveTo>
                      <a:pt x="21244" y="168"/>
                    </a:moveTo>
                    <a:cubicBezTo>
                      <a:pt x="9651" y="168"/>
                      <a:pt x="253" y="9566"/>
                      <a:pt x="253" y="21159"/>
                    </a:cubicBezTo>
                    <a:cubicBezTo>
                      <a:pt x="253" y="32752"/>
                      <a:pt x="9651" y="42150"/>
                      <a:pt x="21244" y="42150"/>
                    </a:cubicBezTo>
                    <a:cubicBezTo>
                      <a:pt x="32836" y="42150"/>
                      <a:pt x="42234" y="32752"/>
                      <a:pt x="42234" y="21159"/>
                    </a:cubicBezTo>
                    <a:lnTo>
                      <a:pt x="42234" y="21159"/>
                    </a:lnTo>
                    <a:cubicBezTo>
                      <a:pt x="42234" y="9566"/>
                      <a:pt x="32836" y="168"/>
                      <a:pt x="21244" y="168"/>
                    </a:cubicBezTo>
                    <a:close/>
                  </a:path>
                </a:pathLst>
              </a:custGeom>
              <a:solidFill>
                <a:srgbClr val="000000"/>
              </a:solidFill>
              <a:ln w="4794" cap="sq">
                <a:noFill/>
                <a:prstDash val="solid"/>
                <a:round/>
              </a:ln>
            </p:spPr>
            <p:txBody>
              <a:bodyPr rtlCol="0" anchor="ctr"/>
              <a:lstStyle/>
              <a:p>
                <a:endParaRPr lang="en-US"/>
              </a:p>
            </p:txBody>
          </p:sp>
          <p:sp>
            <p:nvSpPr>
              <p:cNvPr id="2530" name="Freeform: Shape 2529">
                <a:extLst>
                  <a:ext uri="{FF2B5EF4-FFF2-40B4-BE49-F238E27FC236}">
                    <a16:creationId xmlns:a16="http://schemas.microsoft.com/office/drawing/2014/main" id="{03E2A01E-7F2D-5C19-9209-670EA35E2964}"/>
                  </a:ext>
                </a:extLst>
              </p:cNvPr>
              <p:cNvSpPr/>
              <p:nvPr/>
            </p:nvSpPr>
            <p:spPr>
              <a:xfrm>
                <a:off x="7633148" y="7949076"/>
                <a:ext cx="37180" cy="37180"/>
              </a:xfrm>
              <a:custGeom>
                <a:avLst/>
                <a:gdLst>
                  <a:gd name="connsiteX0" fmla="*/ 37430 w 37180"/>
                  <a:gd name="connsiteY0" fmla="*/ 18755 h 37180"/>
                  <a:gd name="connsiteX1" fmla="*/ 18840 w 37180"/>
                  <a:gd name="connsiteY1" fmla="*/ 37345 h 37180"/>
                  <a:gd name="connsiteX2" fmla="*/ 250 w 37180"/>
                  <a:gd name="connsiteY2" fmla="*/ 18755 h 37180"/>
                  <a:gd name="connsiteX3" fmla="*/ 18840 w 37180"/>
                  <a:gd name="connsiteY3" fmla="*/ 164 h 37180"/>
                  <a:gd name="connsiteX4" fmla="*/ 37430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55"/>
                    </a:moveTo>
                    <a:cubicBezTo>
                      <a:pt x="37430" y="29022"/>
                      <a:pt x="29107" y="37345"/>
                      <a:pt x="18840" y="37345"/>
                    </a:cubicBezTo>
                    <a:cubicBezTo>
                      <a:pt x="8573" y="37345"/>
                      <a:pt x="250" y="29022"/>
                      <a:pt x="250" y="18755"/>
                    </a:cubicBezTo>
                    <a:cubicBezTo>
                      <a:pt x="250" y="8488"/>
                      <a:pt x="8573" y="164"/>
                      <a:pt x="18840" y="164"/>
                    </a:cubicBezTo>
                    <a:cubicBezTo>
                      <a:pt x="29107" y="164"/>
                      <a:pt x="37430" y="8488"/>
                      <a:pt x="37430" y="18755"/>
                    </a:cubicBezTo>
                    <a:close/>
                  </a:path>
                </a:pathLst>
              </a:custGeom>
              <a:solidFill>
                <a:srgbClr val="F7E4E4"/>
              </a:solidFill>
              <a:ln w="5753" cap="sq">
                <a:noFill/>
                <a:prstDash val="solid"/>
                <a:miter/>
              </a:ln>
            </p:spPr>
            <p:txBody>
              <a:bodyPr rtlCol="0" anchor="ctr"/>
              <a:lstStyle/>
              <a:p>
                <a:endParaRPr lang="en-US"/>
              </a:p>
            </p:txBody>
          </p:sp>
          <p:sp>
            <p:nvSpPr>
              <p:cNvPr id="2531" name="Freeform: Shape 2530">
                <a:extLst>
                  <a:ext uri="{FF2B5EF4-FFF2-40B4-BE49-F238E27FC236}">
                    <a16:creationId xmlns:a16="http://schemas.microsoft.com/office/drawing/2014/main" id="{F45D6B0F-B523-93C4-A056-0A29D621E930}"/>
                  </a:ext>
                </a:extLst>
              </p:cNvPr>
              <p:cNvSpPr/>
              <p:nvPr/>
            </p:nvSpPr>
            <p:spPr>
              <a:xfrm>
                <a:off x="7630748" y="7946676"/>
                <a:ext cx="41981" cy="41981"/>
              </a:xfrm>
              <a:custGeom>
                <a:avLst/>
                <a:gdLst>
                  <a:gd name="connsiteX0" fmla="*/ 21240 w 41981"/>
                  <a:gd name="connsiteY0" fmla="*/ 4965 h 41981"/>
                  <a:gd name="connsiteX1" fmla="*/ 37430 w 41981"/>
                  <a:gd name="connsiteY1" fmla="*/ 21155 h 41981"/>
                  <a:gd name="connsiteX2" fmla="*/ 37430 w 41981"/>
                  <a:gd name="connsiteY2" fmla="*/ 21155 h 41981"/>
                  <a:gd name="connsiteX3" fmla="*/ 21240 w 41981"/>
                  <a:gd name="connsiteY3" fmla="*/ 37345 h 41981"/>
                  <a:gd name="connsiteX4" fmla="*/ 5050 w 41981"/>
                  <a:gd name="connsiteY4" fmla="*/ 21155 h 41981"/>
                  <a:gd name="connsiteX5" fmla="*/ 21240 w 41981"/>
                  <a:gd name="connsiteY5" fmla="*/ 4965 h 41981"/>
                  <a:gd name="connsiteX6" fmla="*/ 21240 w 41981"/>
                  <a:gd name="connsiteY6" fmla="*/ 164 h 41981"/>
                  <a:gd name="connsiteX7" fmla="*/ 250 w 41981"/>
                  <a:gd name="connsiteY7" fmla="*/ 21155 h 41981"/>
                  <a:gd name="connsiteX8" fmla="*/ 21240 w 41981"/>
                  <a:gd name="connsiteY8" fmla="*/ 42145 h 41981"/>
                  <a:gd name="connsiteX9" fmla="*/ 42231 w 41981"/>
                  <a:gd name="connsiteY9" fmla="*/ 21155 h 41981"/>
                  <a:gd name="connsiteX10" fmla="*/ 42231 w 41981"/>
                  <a:gd name="connsiteY10" fmla="*/ 21155 h 41981"/>
                  <a:gd name="connsiteX11" fmla="*/ 21240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65"/>
                    </a:moveTo>
                    <a:cubicBezTo>
                      <a:pt x="30182" y="4965"/>
                      <a:pt x="37430" y="12213"/>
                      <a:pt x="37430" y="21155"/>
                    </a:cubicBezTo>
                    <a:lnTo>
                      <a:pt x="37430" y="21155"/>
                    </a:lnTo>
                    <a:cubicBezTo>
                      <a:pt x="37430" y="30097"/>
                      <a:pt x="30182" y="37345"/>
                      <a:pt x="21240" y="37345"/>
                    </a:cubicBezTo>
                    <a:cubicBezTo>
                      <a:pt x="12298" y="37345"/>
                      <a:pt x="5050" y="30097"/>
                      <a:pt x="5050" y="21155"/>
                    </a:cubicBezTo>
                    <a:cubicBezTo>
                      <a:pt x="5050" y="12213"/>
                      <a:pt x="12298" y="4965"/>
                      <a:pt x="21240" y="4965"/>
                    </a:cubicBezTo>
                    <a:close/>
                    <a:moveTo>
                      <a:pt x="21240" y="164"/>
                    </a:moveTo>
                    <a:cubicBezTo>
                      <a:pt x="9648" y="164"/>
                      <a:pt x="250" y="9562"/>
                      <a:pt x="250" y="21155"/>
                    </a:cubicBezTo>
                    <a:cubicBezTo>
                      <a:pt x="250" y="32747"/>
                      <a:pt x="9648" y="42145"/>
                      <a:pt x="21240" y="42145"/>
                    </a:cubicBezTo>
                    <a:cubicBezTo>
                      <a:pt x="32833" y="42145"/>
                      <a:pt x="42231" y="32747"/>
                      <a:pt x="42231" y="21155"/>
                    </a:cubicBezTo>
                    <a:lnTo>
                      <a:pt x="42231" y="21155"/>
                    </a:lnTo>
                    <a:cubicBezTo>
                      <a:pt x="42231" y="9562"/>
                      <a:pt x="32833" y="164"/>
                      <a:pt x="21240" y="164"/>
                    </a:cubicBezTo>
                    <a:close/>
                  </a:path>
                </a:pathLst>
              </a:custGeom>
              <a:solidFill>
                <a:srgbClr val="000000"/>
              </a:solidFill>
              <a:ln w="4794" cap="sq">
                <a:noFill/>
                <a:prstDash val="solid"/>
                <a:round/>
              </a:ln>
            </p:spPr>
            <p:txBody>
              <a:bodyPr rtlCol="0" anchor="ctr"/>
              <a:lstStyle/>
              <a:p>
                <a:endParaRPr lang="en-US"/>
              </a:p>
            </p:txBody>
          </p:sp>
          <p:sp>
            <p:nvSpPr>
              <p:cNvPr id="2532" name="Freeform: Shape 2531">
                <a:extLst>
                  <a:ext uri="{FF2B5EF4-FFF2-40B4-BE49-F238E27FC236}">
                    <a16:creationId xmlns:a16="http://schemas.microsoft.com/office/drawing/2014/main" id="{FE1838DC-134C-65CA-7B8F-191FC3EFE045}"/>
                  </a:ext>
                </a:extLst>
              </p:cNvPr>
              <p:cNvSpPr/>
              <p:nvPr/>
            </p:nvSpPr>
            <p:spPr>
              <a:xfrm>
                <a:off x="7595196" y="7964144"/>
                <a:ext cx="37180" cy="37180"/>
              </a:xfrm>
              <a:custGeom>
                <a:avLst/>
                <a:gdLst>
                  <a:gd name="connsiteX0" fmla="*/ 37424 w 37180"/>
                  <a:gd name="connsiteY0" fmla="*/ 18757 h 37180"/>
                  <a:gd name="connsiteX1" fmla="*/ 18833 w 37180"/>
                  <a:gd name="connsiteY1" fmla="*/ 37348 h 37180"/>
                  <a:gd name="connsiteX2" fmla="*/ 243 w 37180"/>
                  <a:gd name="connsiteY2" fmla="*/ 18757 h 37180"/>
                  <a:gd name="connsiteX3" fmla="*/ 18833 w 37180"/>
                  <a:gd name="connsiteY3" fmla="*/ 167 h 37180"/>
                  <a:gd name="connsiteX4" fmla="*/ 37424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57"/>
                    </a:moveTo>
                    <a:cubicBezTo>
                      <a:pt x="37424" y="29025"/>
                      <a:pt x="29101" y="37348"/>
                      <a:pt x="18833" y="37348"/>
                    </a:cubicBezTo>
                    <a:cubicBezTo>
                      <a:pt x="8566" y="37348"/>
                      <a:pt x="243" y="29025"/>
                      <a:pt x="243" y="18757"/>
                    </a:cubicBezTo>
                    <a:cubicBezTo>
                      <a:pt x="243" y="8490"/>
                      <a:pt x="8566" y="167"/>
                      <a:pt x="18833" y="167"/>
                    </a:cubicBezTo>
                    <a:cubicBezTo>
                      <a:pt x="29101" y="167"/>
                      <a:pt x="37424" y="8490"/>
                      <a:pt x="37424" y="18757"/>
                    </a:cubicBezTo>
                    <a:close/>
                  </a:path>
                </a:pathLst>
              </a:custGeom>
              <a:solidFill>
                <a:srgbClr val="F5F7F5"/>
              </a:solidFill>
              <a:ln w="5753" cap="sq">
                <a:noFill/>
                <a:prstDash val="solid"/>
                <a:miter/>
              </a:ln>
            </p:spPr>
            <p:txBody>
              <a:bodyPr rtlCol="0" anchor="ctr"/>
              <a:lstStyle/>
              <a:p>
                <a:endParaRPr lang="en-US"/>
              </a:p>
            </p:txBody>
          </p:sp>
          <p:sp>
            <p:nvSpPr>
              <p:cNvPr id="2533" name="Freeform: Shape 2532">
                <a:extLst>
                  <a:ext uri="{FF2B5EF4-FFF2-40B4-BE49-F238E27FC236}">
                    <a16:creationId xmlns:a16="http://schemas.microsoft.com/office/drawing/2014/main" id="{3352C852-EABF-8FD8-13E4-073C0B2EB9A4}"/>
                  </a:ext>
                </a:extLst>
              </p:cNvPr>
              <p:cNvSpPr/>
              <p:nvPr/>
            </p:nvSpPr>
            <p:spPr>
              <a:xfrm>
                <a:off x="7592796" y="7961744"/>
                <a:ext cx="41981" cy="41981"/>
              </a:xfrm>
              <a:custGeom>
                <a:avLst/>
                <a:gdLst>
                  <a:gd name="connsiteX0" fmla="*/ 21234 w 41981"/>
                  <a:gd name="connsiteY0" fmla="*/ 4967 h 41981"/>
                  <a:gd name="connsiteX1" fmla="*/ 37424 w 41981"/>
                  <a:gd name="connsiteY1" fmla="*/ 21158 h 41981"/>
                  <a:gd name="connsiteX2" fmla="*/ 37424 w 41981"/>
                  <a:gd name="connsiteY2" fmla="*/ 21158 h 41981"/>
                  <a:gd name="connsiteX3" fmla="*/ 21234 w 41981"/>
                  <a:gd name="connsiteY3" fmla="*/ 37348 h 41981"/>
                  <a:gd name="connsiteX4" fmla="*/ 5043 w 41981"/>
                  <a:gd name="connsiteY4" fmla="*/ 21158 h 41981"/>
                  <a:gd name="connsiteX5" fmla="*/ 21234 w 41981"/>
                  <a:gd name="connsiteY5" fmla="*/ 4967 h 41981"/>
                  <a:gd name="connsiteX6" fmla="*/ 21234 w 41981"/>
                  <a:gd name="connsiteY6" fmla="*/ 167 h 41981"/>
                  <a:gd name="connsiteX7" fmla="*/ 243 w 41981"/>
                  <a:gd name="connsiteY7" fmla="*/ 21158 h 41981"/>
                  <a:gd name="connsiteX8" fmla="*/ 21234 w 41981"/>
                  <a:gd name="connsiteY8" fmla="*/ 42148 h 41981"/>
                  <a:gd name="connsiteX9" fmla="*/ 42224 w 41981"/>
                  <a:gd name="connsiteY9" fmla="*/ 21158 h 41981"/>
                  <a:gd name="connsiteX10" fmla="*/ 42224 w 41981"/>
                  <a:gd name="connsiteY10" fmla="*/ 21158 h 41981"/>
                  <a:gd name="connsiteX11" fmla="*/ 2123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67"/>
                    </a:moveTo>
                    <a:cubicBezTo>
                      <a:pt x="30175" y="4967"/>
                      <a:pt x="37424" y="12216"/>
                      <a:pt x="37424" y="21158"/>
                    </a:cubicBezTo>
                    <a:lnTo>
                      <a:pt x="37424" y="21158"/>
                    </a:lnTo>
                    <a:cubicBezTo>
                      <a:pt x="37424" y="30099"/>
                      <a:pt x="30175" y="37348"/>
                      <a:pt x="21234" y="37348"/>
                    </a:cubicBezTo>
                    <a:cubicBezTo>
                      <a:pt x="12292" y="37348"/>
                      <a:pt x="5043" y="30099"/>
                      <a:pt x="5043" y="21158"/>
                    </a:cubicBezTo>
                    <a:cubicBezTo>
                      <a:pt x="5043" y="12216"/>
                      <a:pt x="12292" y="4967"/>
                      <a:pt x="21234" y="4967"/>
                    </a:cubicBezTo>
                    <a:close/>
                    <a:moveTo>
                      <a:pt x="21234" y="167"/>
                    </a:moveTo>
                    <a:cubicBezTo>
                      <a:pt x="9641" y="167"/>
                      <a:pt x="243" y="9565"/>
                      <a:pt x="243" y="21158"/>
                    </a:cubicBezTo>
                    <a:cubicBezTo>
                      <a:pt x="243" y="32750"/>
                      <a:pt x="9641" y="42148"/>
                      <a:pt x="21234" y="42148"/>
                    </a:cubicBezTo>
                    <a:cubicBezTo>
                      <a:pt x="32826" y="42148"/>
                      <a:pt x="42224" y="32750"/>
                      <a:pt x="42224" y="21158"/>
                    </a:cubicBezTo>
                    <a:lnTo>
                      <a:pt x="42224" y="21158"/>
                    </a:lnTo>
                    <a:cubicBezTo>
                      <a:pt x="42224" y="9565"/>
                      <a:pt x="32826" y="167"/>
                      <a:pt x="21234" y="167"/>
                    </a:cubicBezTo>
                    <a:close/>
                  </a:path>
                </a:pathLst>
              </a:custGeom>
              <a:solidFill>
                <a:srgbClr val="000000"/>
              </a:solidFill>
              <a:ln w="4794" cap="sq">
                <a:noFill/>
                <a:prstDash val="solid"/>
                <a:round/>
              </a:ln>
            </p:spPr>
            <p:txBody>
              <a:bodyPr rtlCol="0" anchor="ctr"/>
              <a:lstStyle/>
              <a:p>
                <a:endParaRPr lang="en-US"/>
              </a:p>
            </p:txBody>
          </p:sp>
          <p:sp>
            <p:nvSpPr>
              <p:cNvPr id="2534" name="Freeform: Shape 2533">
                <a:extLst>
                  <a:ext uri="{FF2B5EF4-FFF2-40B4-BE49-F238E27FC236}">
                    <a16:creationId xmlns:a16="http://schemas.microsoft.com/office/drawing/2014/main" id="{A038CB2C-F374-4C54-CC46-0D42726BBE80}"/>
                  </a:ext>
                </a:extLst>
              </p:cNvPr>
              <p:cNvSpPr/>
              <p:nvPr/>
            </p:nvSpPr>
            <p:spPr>
              <a:xfrm>
                <a:off x="7600725" y="7898267"/>
                <a:ext cx="37180" cy="37180"/>
              </a:xfrm>
              <a:custGeom>
                <a:avLst/>
                <a:gdLst>
                  <a:gd name="connsiteX0" fmla="*/ 37425 w 37180"/>
                  <a:gd name="connsiteY0" fmla="*/ 18746 h 37180"/>
                  <a:gd name="connsiteX1" fmla="*/ 18834 w 37180"/>
                  <a:gd name="connsiteY1" fmla="*/ 37336 h 37180"/>
                  <a:gd name="connsiteX2" fmla="*/ 244 w 37180"/>
                  <a:gd name="connsiteY2" fmla="*/ 18746 h 37180"/>
                  <a:gd name="connsiteX3" fmla="*/ 18834 w 37180"/>
                  <a:gd name="connsiteY3" fmla="*/ 155 h 37180"/>
                  <a:gd name="connsiteX4" fmla="*/ 37425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46"/>
                    </a:moveTo>
                    <a:cubicBezTo>
                      <a:pt x="37425" y="29013"/>
                      <a:pt x="29101" y="37336"/>
                      <a:pt x="18834" y="37336"/>
                    </a:cubicBezTo>
                    <a:cubicBezTo>
                      <a:pt x="8567" y="37336"/>
                      <a:pt x="244" y="29013"/>
                      <a:pt x="244" y="18746"/>
                    </a:cubicBezTo>
                    <a:cubicBezTo>
                      <a:pt x="244" y="8479"/>
                      <a:pt x="8567" y="155"/>
                      <a:pt x="18834" y="155"/>
                    </a:cubicBezTo>
                    <a:cubicBezTo>
                      <a:pt x="29101" y="155"/>
                      <a:pt x="37425" y="8479"/>
                      <a:pt x="37425" y="18746"/>
                    </a:cubicBezTo>
                    <a:close/>
                  </a:path>
                </a:pathLst>
              </a:custGeom>
              <a:solidFill>
                <a:srgbClr val="F7D6D6"/>
              </a:solidFill>
              <a:ln w="5753" cap="sq">
                <a:noFill/>
                <a:prstDash val="solid"/>
                <a:miter/>
              </a:ln>
            </p:spPr>
            <p:txBody>
              <a:bodyPr rtlCol="0" anchor="ctr"/>
              <a:lstStyle/>
              <a:p>
                <a:endParaRPr lang="en-US"/>
              </a:p>
            </p:txBody>
          </p:sp>
          <p:sp>
            <p:nvSpPr>
              <p:cNvPr id="2535" name="Freeform: Shape 2534">
                <a:extLst>
                  <a:ext uri="{FF2B5EF4-FFF2-40B4-BE49-F238E27FC236}">
                    <a16:creationId xmlns:a16="http://schemas.microsoft.com/office/drawing/2014/main" id="{6288DFBF-503C-5D9A-A403-48A244C60E14}"/>
                  </a:ext>
                </a:extLst>
              </p:cNvPr>
              <p:cNvSpPr/>
              <p:nvPr/>
            </p:nvSpPr>
            <p:spPr>
              <a:xfrm>
                <a:off x="7598325" y="7895867"/>
                <a:ext cx="41981" cy="41981"/>
              </a:xfrm>
              <a:custGeom>
                <a:avLst/>
                <a:gdLst>
                  <a:gd name="connsiteX0" fmla="*/ 21234 w 41981"/>
                  <a:gd name="connsiteY0" fmla="*/ 4956 h 41981"/>
                  <a:gd name="connsiteX1" fmla="*/ 37425 w 41981"/>
                  <a:gd name="connsiteY1" fmla="*/ 21146 h 41981"/>
                  <a:gd name="connsiteX2" fmla="*/ 37425 w 41981"/>
                  <a:gd name="connsiteY2" fmla="*/ 21146 h 41981"/>
                  <a:gd name="connsiteX3" fmla="*/ 21234 w 41981"/>
                  <a:gd name="connsiteY3" fmla="*/ 37336 h 41981"/>
                  <a:gd name="connsiteX4" fmla="*/ 5044 w 41981"/>
                  <a:gd name="connsiteY4" fmla="*/ 21146 h 41981"/>
                  <a:gd name="connsiteX5" fmla="*/ 21234 w 41981"/>
                  <a:gd name="connsiteY5" fmla="*/ 4956 h 41981"/>
                  <a:gd name="connsiteX6" fmla="*/ 21234 w 41981"/>
                  <a:gd name="connsiteY6" fmla="*/ 155 h 41981"/>
                  <a:gd name="connsiteX7" fmla="*/ 244 w 41981"/>
                  <a:gd name="connsiteY7" fmla="*/ 21146 h 41981"/>
                  <a:gd name="connsiteX8" fmla="*/ 21234 w 41981"/>
                  <a:gd name="connsiteY8" fmla="*/ 42137 h 41981"/>
                  <a:gd name="connsiteX9" fmla="*/ 42225 w 41981"/>
                  <a:gd name="connsiteY9" fmla="*/ 21146 h 41981"/>
                  <a:gd name="connsiteX10" fmla="*/ 42225 w 41981"/>
                  <a:gd name="connsiteY10" fmla="*/ 21146 h 41981"/>
                  <a:gd name="connsiteX11" fmla="*/ 21234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56"/>
                    </a:moveTo>
                    <a:cubicBezTo>
                      <a:pt x="30176" y="4956"/>
                      <a:pt x="37425" y="12204"/>
                      <a:pt x="37425" y="21146"/>
                    </a:cubicBezTo>
                    <a:lnTo>
                      <a:pt x="37425" y="21146"/>
                    </a:lnTo>
                    <a:cubicBezTo>
                      <a:pt x="37425" y="30088"/>
                      <a:pt x="30176" y="37336"/>
                      <a:pt x="21234" y="37336"/>
                    </a:cubicBezTo>
                    <a:cubicBezTo>
                      <a:pt x="12293" y="37336"/>
                      <a:pt x="5044" y="30088"/>
                      <a:pt x="5044" y="21146"/>
                    </a:cubicBezTo>
                    <a:cubicBezTo>
                      <a:pt x="5044" y="12204"/>
                      <a:pt x="12293" y="4956"/>
                      <a:pt x="21234" y="4956"/>
                    </a:cubicBezTo>
                    <a:close/>
                    <a:moveTo>
                      <a:pt x="21234" y="155"/>
                    </a:moveTo>
                    <a:cubicBezTo>
                      <a:pt x="9642" y="155"/>
                      <a:pt x="244" y="9553"/>
                      <a:pt x="244" y="21146"/>
                    </a:cubicBezTo>
                    <a:cubicBezTo>
                      <a:pt x="244" y="32739"/>
                      <a:pt x="9642" y="42137"/>
                      <a:pt x="21234" y="42137"/>
                    </a:cubicBezTo>
                    <a:cubicBezTo>
                      <a:pt x="32827" y="42137"/>
                      <a:pt x="42225" y="32739"/>
                      <a:pt x="42225" y="21146"/>
                    </a:cubicBezTo>
                    <a:lnTo>
                      <a:pt x="42225" y="21146"/>
                    </a:lnTo>
                    <a:cubicBezTo>
                      <a:pt x="42225" y="9553"/>
                      <a:pt x="32827" y="155"/>
                      <a:pt x="21234" y="155"/>
                    </a:cubicBezTo>
                    <a:close/>
                  </a:path>
                </a:pathLst>
              </a:custGeom>
              <a:solidFill>
                <a:srgbClr val="000000"/>
              </a:solidFill>
              <a:ln w="4794" cap="sq">
                <a:noFill/>
                <a:prstDash val="solid"/>
                <a:round/>
              </a:ln>
            </p:spPr>
            <p:txBody>
              <a:bodyPr rtlCol="0" anchor="ctr"/>
              <a:lstStyle/>
              <a:p>
                <a:endParaRPr lang="en-US"/>
              </a:p>
            </p:txBody>
          </p:sp>
          <p:sp>
            <p:nvSpPr>
              <p:cNvPr id="2536" name="Freeform: Shape 2535">
                <a:extLst>
                  <a:ext uri="{FF2B5EF4-FFF2-40B4-BE49-F238E27FC236}">
                    <a16:creationId xmlns:a16="http://schemas.microsoft.com/office/drawing/2014/main" id="{7EE5D2F5-C484-BC59-954D-EA605D29575C}"/>
                  </a:ext>
                </a:extLst>
              </p:cNvPr>
              <p:cNvSpPr/>
              <p:nvPr/>
            </p:nvSpPr>
            <p:spPr>
              <a:xfrm>
                <a:off x="7604671" y="7965763"/>
                <a:ext cx="37180" cy="37180"/>
              </a:xfrm>
              <a:custGeom>
                <a:avLst/>
                <a:gdLst>
                  <a:gd name="connsiteX0" fmla="*/ 37425 w 37180"/>
                  <a:gd name="connsiteY0" fmla="*/ 18758 h 37180"/>
                  <a:gd name="connsiteX1" fmla="*/ 18835 w 37180"/>
                  <a:gd name="connsiteY1" fmla="*/ 37348 h 37180"/>
                  <a:gd name="connsiteX2" fmla="*/ 245 w 37180"/>
                  <a:gd name="connsiteY2" fmla="*/ 18758 h 37180"/>
                  <a:gd name="connsiteX3" fmla="*/ 18835 w 37180"/>
                  <a:gd name="connsiteY3" fmla="*/ 167 h 37180"/>
                  <a:gd name="connsiteX4" fmla="*/ 37425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58"/>
                    </a:moveTo>
                    <a:cubicBezTo>
                      <a:pt x="37425" y="29025"/>
                      <a:pt x="29102" y="37348"/>
                      <a:pt x="18835" y="37348"/>
                    </a:cubicBezTo>
                    <a:cubicBezTo>
                      <a:pt x="8568" y="37348"/>
                      <a:pt x="245" y="29025"/>
                      <a:pt x="245" y="18758"/>
                    </a:cubicBezTo>
                    <a:cubicBezTo>
                      <a:pt x="245" y="8490"/>
                      <a:pt x="8568" y="167"/>
                      <a:pt x="18835" y="167"/>
                    </a:cubicBezTo>
                    <a:cubicBezTo>
                      <a:pt x="29102" y="167"/>
                      <a:pt x="37425" y="8490"/>
                      <a:pt x="37425" y="18758"/>
                    </a:cubicBezTo>
                    <a:close/>
                  </a:path>
                </a:pathLst>
              </a:custGeom>
              <a:solidFill>
                <a:srgbClr val="F7DCDC"/>
              </a:solidFill>
              <a:ln w="5753" cap="sq">
                <a:noFill/>
                <a:prstDash val="solid"/>
                <a:miter/>
              </a:ln>
            </p:spPr>
            <p:txBody>
              <a:bodyPr rtlCol="0" anchor="ctr"/>
              <a:lstStyle/>
              <a:p>
                <a:endParaRPr lang="en-US"/>
              </a:p>
            </p:txBody>
          </p:sp>
          <p:sp>
            <p:nvSpPr>
              <p:cNvPr id="2537" name="Freeform: Shape 2536">
                <a:extLst>
                  <a:ext uri="{FF2B5EF4-FFF2-40B4-BE49-F238E27FC236}">
                    <a16:creationId xmlns:a16="http://schemas.microsoft.com/office/drawing/2014/main" id="{F0D74878-65DE-A0EF-1551-655E1E392531}"/>
                  </a:ext>
                </a:extLst>
              </p:cNvPr>
              <p:cNvSpPr/>
              <p:nvPr/>
            </p:nvSpPr>
            <p:spPr>
              <a:xfrm>
                <a:off x="7602271" y="7963363"/>
                <a:ext cx="41981" cy="41981"/>
              </a:xfrm>
              <a:custGeom>
                <a:avLst/>
                <a:gdLst>
                  <a:gd name="connsiteX0" fmla="*/ 21235 w 41981"/>
                  <a:gd name="connsiteY0" fmla="*/ 4968 h 41981"/>
                  <a:gd name="connsiteX1" fmla="*/ 37425 w 41981"/>
                  <a:gd name="connsiteY1" fmla="*/ 21158 h 41981"/>
                  <a:gd name="connsiteX2" fmla="*/ 37425 w 41981"/>
                  <a:gd name="connsiteY2" fmla="*/ 21158 h 41981"/>
                  <a:gd name="connsiteX3" fmla="*/ 21235 w 41981"/>
                  <a:gd name="connsiteY3" fmla="*/ 37348 h 41981"/>
                  <a:gd name="connsiteX4" fmla="*/ 5045 w 41981"/>
                  <a:gd name="connsiteY4" fmla="*/ 21158 h 41981"/>
                  <a:gd name="connsiteX5" fmla="*/ 21235 w 41981"/>
                  <a:gd name="connsiteY5" fmla="*/ 4968 h 41981"/>
                  <a:gd name="connsiteX6" fmla="*/ 21235 w 41981"/>
                  <a:gd name="connsiteY6" fmla="*/ 167 h 41981"/>
                  <a:gd name="connsiteX7" fmla="*/ 245 w 41981"/>
                  <a:gd name="connsiteY7" fmla="*/ 21158 h 41981"/>
                  <a:gd name="connsiteX8" fmla="*/ 21235 w 41981"/>
                  <a:gd name="connsiteY8" fmla="*/ 42148 h 41981"/>
                  <a:gd name="connsiteX9" fmla="*/ 42226 w 41981"/>
                  <a:gd name="connsiteY9" fmla="*/ 21158 h 41981"/>
                  <a:gd name="connsiteX10" fmla="*/ 42226 w 41981"/>
                  <a:gd name="connsiteY10" fmla="*/ 21158 h 41981"/>
                  <a:gd name="connsiteX11" fmla="*/ 21235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68"/>
                    </a:moveTo>
                    <a:cubicBezTo>
                      <a:pt x="30177" y="4968"/>
                      <a:pt x="37425" y="12216"/>
                      <a:pt x="37425" y="21158"/>
                    </a:cubicBezTo>
                    <a:lnTo>
                      <a:pt x="37425" y="21158"/>
                    </a:lnTo>
                    <a:cubicBezTo>
                      <a:pt x="37425" y="30100"/>
                      <a:pt x="30177" y="37348"/>
                      <a:pt x="21235" y="37348"/>
                    </a:cubicBezTo>
                    <a:cubicBezTo>
                      <a:pt x="12293" y="37348"/>
                      <a:pt x="5045" y="30100"/>
                      <a:pt x="5045" y="21158"/>
                    </a:cubicBezTo>
                    <a:cubicBezTo>
                      <a:pt x="5045" y="12216"/>
                      <a:pt x="12293" y="4968"/>
                      <a:pt x="21235" y="4968"/>
                    </a:cubicBezTo>
                    <a:close/>
                    <a:moveTo>
                      <a:pt x="21235" y="167"/>
                    </a:moveTo>
                    <a:cubicBezTo>
                      <a:pt x="9643" y="167"/>
                      <a:pt x="245" y="9565"/>
                      <a:pt x="245" y="21158"/>
                    </a:cubicBezTo>
                    <a:cubicBezTo>
                      <a:pt x="245" y="32750"/>
                      <a:pt x="9643" y="42148"/>
                      <a:pt x="21235" y="42148"/>
                    </a:cubicBezTo>
                    <a:cubicBezTo>
                      <a:pt x="32828" y="42148"/>
                      <a:pt x="42226" y="32750"/>
                      <a:pt x="42226" y="21158"/>
                    </a:cubicBezTo>
                    <a:lnTo>
                      <a:pt x="42226" y="21158"/>
                    </a:lnTo>
                    <a:cubicBezTo>
                      <a:pt x="42226" y="9565"/>
                      <a:pt x="32828" y="167"/>
                      <a:pt x="21235" y="167"/>
                    </a:cubicBezTo>
                    <a:close/>
                  </a:path>
                </a:pathLst>
              </a:custGeom>
              <a:solidFill>
                <a:srgbClr val="000000"/>
              </a:solidFill>
              <a:ln w="4794" cap="sq">
                <a:noFill/>
                <a:prstDash val="solid"/>
                <a:round/>
              </a:ln>
            </p:spPr>
            <p:txBody>
              <a:bodyPr rtlCol="0" anchor="ctr"/>
              <a:lstStyle/>
              <a:p>
                <a:endParaRPr lang="en-US"/>
              </a:p>
            </p:txBody>
          </p:sp>
          <p:sp>
            <p:nvSpPr>
              <p:cNvPr id="2538" name="Freeform: Shape 2537">
                <a:extLst>
                  <a:ext uri="{FF2B5EF4-FFF2-40B4-BE49-F238E27FC236}">
                    <a16:creationId xmlns:a16="http://schemas.microsoft.com/office/drawing/2014/main" id="{CAF90480-2F72-8CC4-04A5-7339BC11F946}"/>
                  </a:ext>
                </a:extLst>
              </p:cNvPr>
              <p:cNvSpPr/>
              <p:nvPr/>
            </p:nvSpPr>
            <p:spPr>
              <a:xfrm>
                <a:off x="7640533" y="8025857"/>
                <a:ext cx="37180" cy="37180"/>
              </a:xfrm>
              <a:custGeom>
                <a:avLst/>
                <a:gdLst>
                  <a:gd name="connsiteX0" fmla="*/ 37432 w 37180"/>
                  <a:gd name="connsiteY0" fmla="*/ 18768 h 37180"/>
                  <a:gd name="connsiteX1" fmla="*/ 18841 w 37180"/>
                  <a:gd name="connsiteY1" fmla="*/ 37358 h 37180"/>
                  <a:gd name="connsiteX2" fmla="*/ 251 w 37180"/>
                  <a:gd name="connsiteY2" fmla="*/ 18768 h 37180"/>
                  <a:gd name="connsiteX3" fmla="*/ 18841 w 37180"/>
                  <a:gd name="connsiteY3" fmla="*/ 178 h 37180"/>
                  <a:gd name="connsiteX4" fmla="*/ 3743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8"/>
                    </a:moveTo>
                    <a:cubicBezTo>
                      <a:pt x="37432" y="29035"/>
                      <a:pt x="29108" y="37358"/>
                      <a:pt x="18841" y="37358"/>
                    </a:cubicBezTo>
                    <a:cubicBezTo>
                      <a:pt x="8574" y="37358"/>
                      <a:pt x="251" y="29035"/>
                      <a:pt x="251" y="18768"/>
                    </a:cubicBezTo>
                    <a:cubicBezTo>
                      <a:pt x="251" y="8501"/>
                      <a:pt x="8574" y="178"/>
                      <a:pt x="18841" y="178"/>
                    </a:cubicBezTo>
                    <a:cubicBezTo>
                      <a:pt x="29108" y="178"/>
                      <a:pt x="37432" y="8501"/>
                      <a:pt x="37432" y="18768"/>
                    </a:cubicBezTo>
                    <a:close/>
                  </a:path>
                </a:pathLst>
              </a:custGeom>
              <a:solidFill>
                <a:srgbClr val="F7E9E9"/>
              </a:solidFill>
              <a:ln w="5753" cap="sq">
                <a:noFill/>
                <a:prstDash val="solid"/>
                <a:miter/>
              </a:ln>
            </p:spPr>
            <p:txBody>
              <a:bodyPr rtlCol="0" anchor="ctr"/>
              <a:lstStyle/>
              <a:p>
                <a:endParaRPr lang="en-US"/>
              </a:p>
            </p:txBody>
          </p:sp>
          <p:sp>
            <p:nvSpPr>
              <p:cNvPr id="2539" name="Freeform: Shape 2538">
                <a:extLst>
                  <a:ext uri="{FF2B5EF4-FFF2-40B4-BE49-F238E27FC236}">
                    <a16:creationId xmlns:a16="http://schemas.microsoft.com/office/drawing/2014/main" id="{2FC133C9-29E6-6F12-B3C2-2FE7C9E81AE0}"/>
                  </a:ext>
                </a:extLst>
              </p:cNvPr>
              <p:cNvSpPr/>
              <p:nvPr/>
            </p:nvSpPr>
            <p:spPr>
              <a:xfrm>
                <a:off x="7638133" y="8023457"/>
                <a:ext cx="41981" cy="41981"/>
              </a:xfrm>
              <a:custGeom>
                <a:avLst/>
                <a:gdLst>
                  <a:gd name="connsiteX0" fmla="*/ 21241 w 41981"/>
                  <a:gd name="connsiteY0" fmla="*/ 4978 h 41981"/>
                  <a:gd name="connsiteX1" fmla="*/ 37432 w 41981"/>
                  <a:gd name="connsiteY1" fmla="*/ 21168 h 41981"/>
                  <a:gd name="connsiteX2" fmla="*/ 37432 w 41981"/>
                  <a:gd name="connsiteY2" fmla="*/ 21168 h 41981"/>
                  <a:gd name="connsiteX3" fmla="*/ 21241 w 41981"/>
                  <a:gd name="connsiteY3" fmla="*/ 37358 h 41981"/>
                  <a:gd name="connsiteX4" fmla="*/ 5051 w 41981"/>
                  <a:gd name="connsiteY4" fmla="*/ 21168 h 41981"/>
                  <a:gd name="connsiteX5" fmla="*/ 21241 w 41981"/>
                  <a:gd name="connsiteY5" fmla="*/ 4978 h 41981"/>
                  <a:gd name="connsiteX6" fmla="*/ 21241 w 41981"/>
                  <a:gd name="connsiteY6" fmla="*/ 178 h 41981"/>
                  <a:gd name="connsiteX7" fmla="*/ 251 w 41981"/>
                  <a:gd name="connsiteY7" fmla="*/ 21168 h 41981"/>
                  <a:gd name="connsiteX8" fmla="*/ 21241 w 41981"/>
                  <a:gd name="connsiteY8" fmla="*/ 42159 h 41981"/>
                  <a:gd name="connsiteX9" fmla="*/ 42232 w 41981"/>
                  <a:gd name="connsiteY9" fmla="*/ 21168 h 41981"/>
                  <a:gd name="connsiteX10" fmla="*/ 42232 w 41981"/>
                  <a:gd name="connsiteY10" fmla="*/ 21168 h 41981"/>
                  <a:gd name="connsiteX11" fmla="*/ 2124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8"/>
                    </a:moveTo>
                    <a:cubicBezTo>
                      <a:pt x="30183" y="4978"/>
                      <a:pt x="37432" y="12226"/>
                      <a:pt x="37432" y="21168"/>
                    </a:cubicBezTo>
                    <a:lnTo>
                      <a:pt x="37432" y="21168"/>
                    </a:lnTo>
                    <a:cubicBezTo>
                      <a:pt x="37432" y="30110"/>
                      <a:pt x="30183" y="37358"/>
                      <a:pt x="21241" y="37358"/>
                    </a:cubicBezTo>
                    <a:cubicBezTo>
                      <a:pt x="12300" y="37358"/>
                      <a:pt x="5051" y="30110"/>
                      <a:pt x="5051" y="21168"/>
                    </a:cubicBezTo>
                    <a:cubicBezTo>
                      <a:pt x="5051" y="12226"/>
                      <a:pt x="12300" y="4978"/>
                      <a:pt x="21241" y="4978"/>
                    </a:cubicBezTo>
                    <a:close/>
                    <a:moveTo>
                      <a:pt x="21241" y="178"/>
                    </a:moveTo>
                    <a:cubicBezTo>
                      <a:pt x="9649" y="178"/>
                      <a:pt x="251" y="9576"/>
                      <a:pt x="251" y="21168"/>
                    </a:cubicBezTo>
                    <a:cubicBezTo>
                      <a:pt x="251" y="32761"/>
                      <a:pt x="9649" y="42159"/>
                      <a:pt x="21241" y="42159"/>
                    </a:cubicBezTo>
                    <a:cubicBezTo>
                      <a:pt x="32834" y="42159"/>
                      <a:pt x="42232" y="32761"/>
                      <a:pt x="42232" y="21168"/>
                    </a:cubicBezTo>
                    <a:lnTo>
                      <a:pt x="42232" y="21168"/>
                    </a:lnTo>
                    <a:cubicBezTo>
                      <a:pt x="42232" y="9576"/>
                      <a:pt x="32834" y="178"/>
                      <a:pt x="21241" y="178"/>
                    </a:cubicBezTo>
                    <a:close/>
                  </a:path>
                </a:pathLst>
              </a:custGeom>
              <a:solidFill>
                <a:srgbClr val="000000"/>
              </a:solidFill>
              <a:ln w="4794" cap="sq">
                <a:noFill/>
                <a:prstDash val="solid"/>
                <a:round/>
              </a:ln>
            </p:spPr>
            <p:txBody>
              <a:bodyPr rtlCol="0" anchor="ctr"/>
              <a:lstStyle/>
              <a:p>
                <a:endParaRPr lang="en-US"/>
              </a:p>
            </p:txBody>
          </p:sp>
          <p:sp>
            <p:nvSpPr>
              <p:cNvPr id="2540" name="Freeform: Shape 2539">
                <a:extLst>
                  <a:ext uri="{FF2B5EF4-FFF2-40B4-BE49-F238E27FC236}">
                    <a16:creationId xmlns:a16="http://schemas.microsoft.com/office/drawing/2014/main" id="{7CE0ADD7-D15B-643D-D8E9-5CDF6352A67D}"/>
                  </a:ext>
                </a:extLst>
              </p:cNvPr>
              <p:cNvSpPr/>
              <p:nvPr/>
            </p:nvSpPr>
            <p:spPr>
              <a:xfrm>
                <a:off x="7703155" y="8000864"/>
                <a:ext cx="37180" cy="37180"/>
              </a:xfrm>
              <a:custGeom>
                <a:avLst/>
                <a:gdLst>
                  <a:gd name="connsiteX0" fmla="*/ 37442 w 37180"/>
                  <a:gd name="connsiteY0" fmla="*/ 18764 h 37180"/>
                  <a:gd name="connsiteX1" fmla="*/ 18852 w 37180"/>
                  <a:gd name="connsiteY1" fmla="*/ 37354 h 37180"/>
                  <a:gd name="connsiteX2" fmla="*/ 262 w 37180"/>
                  <a:gd name="connsiteY2" fmla="*/ 18764 h 37180"/>
                  <a:gd name="connsiteX3" fmla="*/ 18852 w 37180"/>
                  <a:gd name="connsiteY3" fmla="*/ 173 h 37180"/>
                  <a:gd name="connsiteX4" fmla="*/ 37442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4"/>
                    </a:moveTo>
                    <a:cubicBezTo>
                      <a:pt x="37442" y="29031"/>
                      <a:pt x="29119" y="37354"/>
                      <a:pt x="18852" y="37354"/>
                    </a:cubicBezTo>
                    <a:cubicBezTo>
                      <a:pt x="8585" y="37354"/>
                      <a:pt x="262" y="29031"/>
                      <a:pt x="262" y="18764"/>
                    </a:cubicBezTo>
                    <a:cubicBezTo>
                      <a:pt x="262" y="8496"/>
                      <a:pt x="8585" y="173"/>
                      <a:pt x="18852" y="173"/>
                    </a:cubicBezTo>
                    <a:cubicBezTo>
                      <a:pt x="29119" y="173"/>
                      <a:pt x="37442" y="8496"/>
                      <a:pt x="37442" y="18764"/>
                    </a:cubicBezTo>
                    <a:close/>
                  </a:path>
                </a:pathLst>
              </a:custGeom>
              <a:solidFill>
                <a:srgbClr val="F2F7F2"/>
              </a:solidFill>
              <a:ln w="5753" cap="sq">
                <a:noFill/>
                <a:prstDash val="solid"/>
                <a:miter/>
              </a:ln>
            </p:spPr>
            <p:txBody>
              <a:bodyPr rtlCol="0" anchor="ctr"/>
              <a:lstStyle/>
              <a:p>
                <a:endParaRPr lang="en-US"/>
              </a:p>
            </p:txBody>
          </p:sp>
          <p:sp>
            <p:nvSpPr>
              <p:cNvPr id="2541" name="Freeform: Shape 2540">
                <a:extLst>
                  <a:ext uri="{FF2B5EF4-FFF2-40B4-BE49-F238E27FC236}">
                    <a16:creationId xmlns:a16="http://schemas.microsoft.com/office/drawing/2014/main" id="{DFA386F3-50C1-2691-9928-72269B5EA632}"/>
                  </a:ext>
                </a:extLst>
              </p:cNvPr>
              <p:cNvSpPr/>
              <p:nvPr/>
            </p:nvSpPr>
            <p:spPr>
              <a:xfrm>
                <a:off x="7700755" y="7998464"/>
                <a:ext cx="41981" cy="41981"/>
              </a:xfrm>
              <a:custGeom>
                <a:avLst/>
                <a:gdLst>
                  <a:gd name="connsiteX0" fmla="*/ 21252 w 41981"/>
                  <a:gd name="connsiteY0" fmla="*/ 4974 h 41981"/>
                  <a:gd name="connsiteX1" fmla="*/ 37442 w 41981"/>
                  <a:gd name="connsiteY1" fmla="*/ 21164 h 41981"/>
                  <a:gd name="connsiteX2" fmla="*/ 37442 w 41981"/>
                  <a:gd name="connsiteY2" fmla="*/ 21164 h 41981"/>
                  <a:gd name="connsiteX3" fmla="*/ 21252 w 41981"/>
                  <a:gd name="connsiteY3" fmla="*/ 37354 h 41981"/>
                  <a:gd name="connsiteX4" fmla="*/ 5062 w 41981"/>
                  <a:gd name="connsiteY4" fmla="*/ 21164 h 41981"/>
                  <a:gd name="connsiteX5" fmla="*/ 21252 w 41981"/>
                  <a:gd name="connsiteY5" fmla="*/ 4974 h 41981"/>
                  <a:gd name="connsiteX6" fmla="*/ 21252 w 41981"/>
                  <a:gd name="connsiteY6" fmla="*/ 173 h 41981"/>
                  <a:gd name="connsiteX7" fmla="*/ 262 w 41981"/>
                  <a:gd name="connsiteY7" fmla="*/ 21164 h 41981"/>
                  <a:gd name="connsiteX8" fmla="*/ 21252 w 41981"/>
                  <a:gd name="connsiteY8" fmla="*/ 42154 h 41981"/>
                  <a:gd name="connsiteX9" fmla="*/ 42243 w 41981"/>
                  <a:gd name="connsiteY9" fmla="*/ 21164 h 41981"/>
                  <a:gd name="connsiteX10" fmla="*/ 42243 w 41981"/>
                  <a:gd name="connsiteY10" fmla="*/ 21164 h 41981"/>
                  <a:gd name="connsiteX11" fmla="*/ 21252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74"/>
                    </a:moveTo>
                    <a:cubicBezTo>
                      <a:pt x="30194" y="4974"/>
                      <a:pt x="37442" y="12222"/>
                      <a:pt x="37442" y="21164"/>
                    </a:cubicBezTo>
                    <a:lnTo>
                      <a:pt x="37442" y="21164"/>
                    </a:lnTo>
                    <a:cubicBezTo>
                      <a:pt x="37442" y="30106"/>
                      <a:pt x="30194" y="37354"/>
                      <a:pt x="21252" y="37354"/>
                    </a:cubicBezTo>
                    <a:cubicBezTo>
                      <a:pt x="12310" y="37354"/>
                      <a:pt x="5062" y="30106"/>
                      <a:pt x="5062" y="21164"/>
                    </a:cubicBezTo>
                    <a:cubicBezTo>
                      <a:pt x="5062" y="12222"/>
                      <a:pt x="12310" y="4974"/>
                      <a:pt x="21252" y="4974"/>
                    </a:cubicBezTo>
                    <a:close/>
                    <a:moveTo>
                      <a:pt x="21252" y="173"/>
                    </a:moveTo>
                    <a:cubicBezTo>
                      <a:pt x="9660" y="173"/>
                      <a:pt x="262" y="9571"/>
                      <a:pt x="262" y="21164"/>
                    </a:cubicBezTo>
                    <a:cubicBezTo>
                      <a:pt x="262" y="32756"/>
                      <a:pt x="9660" y="42154"/>
                      <a:pt x="21252" y="42154"/>
                    </a:cubicBezTo>
                    <a:cubicBezTo>
                      <a:pt x="32845" y="42154"/>
                      <a:pt x="42243" y="32756"/>
                      <a:pt x="42243" y="21164"/>
                    </a:cubicBezTo>
                    <a:lnTo>
                      <a:pt x="42243" y="21164"/>
                    </a:lnTo>
                    <a:cubicBezTo>
                      <a:pt x="42243" y="9571"/>
                      <a:pt x="32845" y="173"/>
                      <a:pt x="21252" y="173"/>
                    </a:cubicBezTo>
                    <a:close/>
                  </a:path>
                </a:pathLst>
              </a:custGeom>
              <a:solidFill>
                <a:srgbClr val="000000"/>
              </a:solidFill>
              <a:ln w="4794" cap="sq">
                <a:noFill/>
                <a:prstDash val="solid"/>
                <a:round/>
              </a:ln>
            </p:spPr>
            <p:txBody>
              <a:bodyPr rtlCol="0" anchor="ctr"/>
              <a:lstStyle/>
              <a:p>
                <a:endParaRPr lang="en-US"/>
              </a:p>
            </p:txBody>
          </p:sp>
          <p:sp>
            <p:nvSpPr>
              <p:cNvPr id="2542" name="Freeform: Shape 2541">
                <a:extLst>
                  <a:ext uri="{FF2B5EF4-FFF2-40B4-BE49-F238E27FC236}">
                    <a16:creationId xmlns:a16="http://schemas.microsoft.com/office/drawing/2014/main" id="{BA5BFA15-0984-2172-AE2D-5C81549E2150}"/>
                  </a:ext>
                </a:extLst>
              </p:cNvPr>
              <p:cNvSpPr/>
              <p:nvPr/>
            </p:nvSpPr>
            <p:spPr>
              <a:xfrm>
                <a:off x="7657686" y="7962226"/>
                <a:ext cx="37180" cy="37180"/>
              </a:xfrm>
              <a:custGeom>
                <a:avLst/>
                <a:gdLst>
                  <a:gd name="connsiteX0" fmla="*/ 37435 w 37180"/>
                  <a:gd name="connsiteY0" fmla="*/ 18757 h 37180"/>
                  <a:gd name="connsiteX1" fmla="*/ 18844 w 37180"/>
                  <a:gd name="connsiteY1" fmla="*/ 37347 h 37180"/>
                  <a:gd name="connsiteX2" fmla="*/ 254 w 37180"/>
                  <a:gd name="connsiteY2" fmla="*/ 18757 h 37180"/>
                  <a:gd name="connsiteX3" fmla="*/ 18844 w 37180"/>
                  <a:gd name="connsiteY3" fmla="*/ 167 h 37180"/>
                  <a:gd name="connsiteX4" fmla="*/ 37435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7"/>
                    </a:moveTo>
                    <a:cubicBezTo>
                      <a:pt x="37435" y="29024"/>
                      <a:pt x="29111" y="37347"/>
                      <a:pt x="18844" y="37347"/>
                    </a:cubicBezTo>
                    <a:cubicBezTo>
                      <a:pt x="8577" y="37347"/>
                      <a:pt x="254" y="29024"/>
                      <a:pt x="254" y="18757"/>
                    </a:cubicBezTo>
                    <a:cubicBezTo>
                      <a:pt x="254" y="8490"/>
                      <a:pt x="8577" y="167"/>
                      <a:pt x="18844" y="167"/>
                    </a:cubicBezTo>
                    <a:cubicBezTo>
                      <a:pt x="29111" y="167"/>
                      <a:pt x="37435" y="8490"/>
                      <a:pt x="37435" y="18757"/>
                    </a:cubicBezTo>
                    <a:close/>
                  </a:path>
                </a:pathLst>
              </a:custGeom>
              <a:solidFill>
                <a:srgbClr val="F7EBEB"/>
              </a:solidFill>
              <a:ln w="5753" cap="sq">
                <a:noFill/>
                <a:prstDash val="solid"/>
                <a:miter/>
              </a:ln>
            </p:spPr>
            <p:txBody>
              <a:bodyPr rtlCol="0" anchor="ctr"/>
              <a:lstStyle/>
              <a:p>
                <a:endParaRPr lang="en-US"/>
              </a:p>
            </p:txBody>
          </p:sp>
          <p:sp>
            <p:nvSpPr>
              <p:cNvPr id="2543" name="Freeform: Shape 2542">
                <a:extLst>
                  <a:ext uri="{FF2B5EF4-FFF2-40B4-BE49-F238E27FC236}">
                    <a16:creationId xmlns:a16="http://schemas.microsoft.com/office/drawing/2014/main" id="{2248E3DC-FD20-53F2-9D89-0BFF8609EA76}"/>
                  </a:ext>
                </a:extLst>
              </p:cNvPr>
              <p:cNvSpPr/>
              <p:nvPr/>
            </p:nvSpPr>
            <p:spPr>
              <a:xfrm>
                <a:off x="7655286" y="7959826"/>
                <a:ext cx="41981" cy="41981"/>
              </a:xfrm>
              <a:custGeom>
                <a:avLst/>
                <a:gdLst>
                  <a:gd name="connsiteX0" fmla="*/ 21244 w 41981"/>
                  <a:gd name="connsiteY0" fmla="*/ 4967 h 41981"/>
                  <a:gd name="connsiteX1" fmla="*/ 37435 w 41981"/>
                  <a:gd name="connsiteY1" fmla="*/ 21157 h 41981"/>
                  <a:gd name="connsiteX2" fmla="*/ 37435 w 41981"/>
                  <a:gd name="connsiteY2" fmla="*/ 21157 h 41981"/>
                  <a:gd name="connsiteX3" fmla="*/ 21244 w 41981"/>
                  <a:gd name="connsiteY3" fmla="*/ 37347 h 41981"/>
                  <a:gd name="connsiteX4" fmla="*/ 5054 w 41981"/>
                  <a:gd name="connsiteY4" fmla="*/ 21157 h 41981"/>
                  <a:gd name="connsiteX5" fmla="*/ 21244 w 41981"/>
                  <a:gd name="connsiteY5" fmla="*/ 4967 h 41981"/>
                  <a:gd name="connsiteX6" fmla="*/ 21244 w 41981"/>
                  <a:gd name="connsiteY6" fmla="*/ 167 h 41981"/>
                  <a:gd name="connsiteX7" fmla="*/ 254 w 41981"/>
                  <a:gd name="connsiteY7" fmla="*/ 21157 h 41981"/>
                  <a:gd name="connsiteX8" fmla="*/ 21244 w 41981"/>
                  <a:gd name="connsiteY8" fmla="*/ 42148 h 41981"/>
                  <a:gd name="connsiteX9" fmla="*/ 42235 w 41981"/>
                  <a:gd name="connsiteY9" fmla="*/ 21157 h 41981"/>
                  <a:gd name="connsiteX10" fmla="*/ 42235 w 41981"/>
                  <a:gd name="connsiteY10" fmla="*/ 21157 h 41981"/>
                  <a:gd name="connsiteX11" fmla="*/ 2124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7"/>
                    </a:moveTo>
                    <a:cubicBezTo>
                      <a:pt x="30186" y="4967"/>
                      <a:pt x="37435" y="12215"/>
                      <a:pt x="37435" y="21157"/>
                    </a:cubicBezTo>
                    <a:lnTo>
                      <a:pt x="37435" y="21157"/>
                    </a:lnTo>
                    <a:cubicBezTo>
                      <a:pt x="37435" y="30099"/>
                      <a:pt x="30186" y="37347"/>
                      <a:pt x="21244" y="37347"/>
                    </a:cubicBezTo>
                    <a:cubicBezTo>
                      <a:pt x="12303" y="37347"/>
                      <a:pt x="5054" y="30099"/>
                      <a:pt x="5054" y="21157"/>
                    </a:cubicBezTo>
                    <a:cubicBezTo>
                      <a:pt x="5054" y="12215"/>
                      <a:pt x="12303" y="4967"/>
                      <a:pt x="21244" y="4967"/>
                    </a:cubicBezTo>
                    <a:close/>
                    <a:moveTo>
                      <a:pt x="21244" y="167"/>
                    </a:moveTo>
                    <a:cubicBezTo>
                      <a:pt x="9652" y="167"/>
                      <a:pt x="254" y="9565"/>
                      <a:pt x="254" y="21157"/>
                    </a:cubicBezTo>
                    <a:cubicBezTo>
                      <a:pt x="254" y="32750"/>
                      <a:pt x="9652" y="42148"/>
                      <a:pt x="21244" y="42148"/>
                    </a:cubicBezTo>
                    <a:cubicBezTo>
                      <a:pt x="32837" y="42148"/>
                      <a:pt x="42235" y="32750"/>
                      <a:pt x="42235" y="21157"/>
                    </a:cubicBezTo>
                    <a:lnTo>
                      <a:pt x="42235" y="21157"/>
                    </a:lnTo>
                    <a:cubicBezTo>
                      <a:pt x="42235" y="9565"/>
                      <a:pt x="32837" y="167"/>
                      <a:pt x="21244" y="167"/>
                    </a:cubicBezTo>
                    <a:close/>
                  </a:path>
                </a:pathLst>
              </a:custGeom>
              <a:solidFill>
                <a:srgbClr val="000000"/>
              </a:solidFill>
              <a:ln w="4794" cap="sq">
                <a:noFill/>
                <a:prstDash val="solid"/>
                <a:round/>
              </a:ln>
            </p:spPr>
            <p:txBody>
              <a:bodyPr rtlCol="0" anchor="ctr"/>
              <a:lstStyle/>
              <a:p>
                <a:endParaRPr lang="en-US"/>
              </a:p>
            </p:txBody>
          </p:sp>
          <p:sp>
            <p:nvSpPr>
              <p:cNvPr id="2544" name="Freeform: Shape 2543">
                <a:extLst>
                  <a:ext uri="{FF2B5EF4-FFF2-40B4-BE49-F238E27FC236}">
                    <a16:creationId xmlns:a16="http://schemas.microsoft.com/office/drawing/2014/main" id="{76B754AD-165F-6EC0-0A72-E16453FF7EAD}"/>
                  </a:ext>
                </a:extLst>
              </p:cNvPr>
              <p:cNvSpPr/>
              <p:nvPr/>
            </p:nvSpPr>
            <p:spPr>
              <a:xfrm>
                <a:off x="7648597" y="7962382"/>
                <a:ext cx="37180" cy="37180"/>
              </a:xfrm>
              <a:custGeom>
                <a:avLst/>
                <a:gdLst>
                  <a:gd name="connsiteX0" fmla="*/ 37433 w 37180"/>
                  <a:gd name="connsiteY0" fmla="*/ 18757 h 37180"/>
                  <a:gd name="connsiteX1" fmla="*/ 18843 w 37180"/>
                  <a:gd name="connsiteY1" fmla="*/ 37347 h 37180"/>
                  <a:gd name="connsiteX2" fmla="*/ 252 w 37180"/>
                  <a:gd name="connsiteY2" fmla="*/ 18757 h 37180"/>
                  <a:gd name="connsiteX3" fmla="*/ 18843 w 37180"/>
                  <a:gd name="connsiteY3" fmla="*/ 167 h 37180"/>
                  <a:gd name="connsiteX4" fmla="*/ 37433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57"/>
                    </a:moveTo>
                    <a:cubicBezTo>
                      <a:pt x="37433" y="29024"/>
                      <a:pt x="29110" y="37347"/>
                      <a:pt x="18843" y="37347"/>
                    </a:cubicBezTo>
                    <a:cubicBezTo>
                      <a:pt x="8575" y="37347"/>
                      <a:pt x="252" y="29024"/>
                      <a:pt x="252" y="18757"/>
                    </a:cubicBezTo>
                    <a:cubicBezTo>
                      <a:pt x="252" y="8490"/>
                      <a:pt x="8575" y="167"/>
                      <a:pt x="18843" y="167"/>
                    </a:cubicBezTo>
                    <a:cubicBezTo>
                      <a:pt x="29110" y="167"/>
                      <a:pt x="37433" y="8490"/>
                      <a:pt x="37433" y="18757"/>
                    </a:cubicBezTo>
                    <a:close/>
                  </a:path>
                </a:pathLst>
              </a:custGeom>
              <a:solidFill>
                <a:srgbClr val="F7CACA"/>
              </a:solidFill>
              <a:ln w="5753" cap="sq">
                <a:noFill/>
                <a:prstDash val="solid"/>
                <a:miter/>
              </a:ln>
            </p:spPr>
            <p:txBody>
              <a:bodyPr rtlCol="0" anchor="ctr"/>
              <a:lstStyle/>
              <a:p>
                <a:endParaRPr lang="en-US"/>
              </a:p>
            </p:txBody>
          </p:sp>
          <p:sp>
            <p:nvSpPr>
              <p:cNvPr id="2545" name="Freeform: Shape 2544">
                <a:extLst>
                  <a:ext uri="{FF2B5EF4-FFF2-40B4-BE49-F238E27FC236}">
                    <a16:creationId xmlns:a16="http://schemas.microsoft.com/office/drawing/2014/main" id="{635F8B0E-ECD9-736F-99B6-949939FC0E96}"/>
                  </a:ext>
                </a:extLst>
              </p:cNvPr>
              <p:cNvSpPr/>
              <p:nvPr/>
            </p:nvSpPr>
            <p:spPr>
              <a:xfrm>
                <a:off x="7646197" y="7959982"/>
                <a:ext cx="41981" cy="41981"/>
              </a:xfrm>
              <a:custGeom>
                <a:avLst/>
                <a:gdLst>
                  <a:gd name="connsiteX0" fmla="*/ 21243 w 41981"/>
                  <a:gd name="connsiteY0" fmla="*/ 4967 h 41981"/>
                  <a:gd name="connsiteX1" fmla="*/ 37433 w 41981"/>
                  <a:gd name="connsiteY1" fmla="*/ 21157 h 41981"/>
                  <a:gd name="connsiteX2" fmla="*/ 37433 w 41981"/>
                  <a:gd name="connsiteY2" fmla="*/ 21157 h 41981"/>
                  <a:gd name="connsiteX3" fmla="*/ 21243 w 41981"/>
                  <a:gd name="connsiteY3" fmla="*/ 37347 h 41981"/>
                  <a:gd name="connsiteX4" fmla="*/ 5053 w 41981"/>
                  <a:gd name="connsiteY4" fmla="*/ 21157 h 41981"/>
                  <a:gd name="connsiteX5" fmla="*/ 21243 w 41981"/>
                  <a:gd name="connsiteY5" fmla="*/ 4967 h 41981"/>
                  <a:gd name="connsiteX6" fmla="*/ 21243 w 41981"/>
                  <a:gd name="connsiteY6" fmla="*/ 167 h 41981"/>
                  <a:gd name="connsiteX7" fmla="*/ 252 w 41981"/>
                  <a:gd name="connsiteY7" fmla="*/ 21157 h 41981"/>
                  <a:gd name="connsiteX8" fmla="*/ 21243 w 41981"/>
                  <a:gd name="connsiteY8" fmla="*/ 42148 h 41981"/>
                  <a:gd name="connsiteX9" fmla="*/ 42233 w 41981"/>
                  <a:gd name="connsiteY9" fmla="*/ 21157 h 41981"/>
                  <a:gd name="connsiteX10" fmla="*/ 42233 w 41981"/>
                  <a:gd name="connsiteY10" fmla="*/ 21157 h 41981"/>
                  <a:gd name="connsiteX11" fmla="*/ 21243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67"/>
                    </a:moveTo>
                    <a:cubicBezTo>
                      <a:pt x="30185" y="4967"/>
                      <a:pt x="37433" y="12215"/>
                      <a:pt x="37433" y="21157"/>
                    </a:cubicBezTo>
                    <a:lnTo>
                      <a:pt x="37433" y="21157"/>
                    </a:lnTo>
                    <a:cubicBezTo>
                      <a:pt x="37433" y="30099"/>
                      <a:pt x="30185" y="37347"/>
                      <a:pt x="21243" y="37347"/>
                    </a:cubicBezTo>
                    <a:cubicBezTo>
                      <a:pt x="12301" y="37347"/>
                      <a:pt x="5053" y="30099"/>
                      <a:pt x="5053" y="21157"/>
                    </a:cubicBezTo>
                    <a:cubicBezTo>
                      <a:pt x="5053" y="12215"/>
                      <a:pt x="12301" y="4967"/>
                      <a:pt x="21243" y="4967"/>
                    </a:cubicBezTo>
                    <a:close/>
                    <a:moveTo>
                      <a:pt x="21243" y="167"/>
                    </a:moveTo>
                    <a:cubicBezTo>
                      <a:pt x="9650" y="167"/>
                      <a:pt x="252" y="9565"/>
                      <a:pt x="252" y="21157"/>
                    </a:cubicBezTo>
                    <a:cubicBezTo>
                      <a:pt x="252" y="32750"/>
                      <a:pt x="9650" y="42148"/>
                      <a:pt x="21243" y="42148"/>
                    </a:cubicBezTo>
                    <a:cubicBezTo>
                      <a:pt x="32835" y="42148"/>
                      <a:pt x="42233" y="32750"/>
                      <a:pt x="42233" y="21157"/>
                    </a:cubicBezTo>
                    <a:lnTo>
                      <a:pt x="42233" y="21157"/>
                    </a:lnTo>
                    <a:cubicBezTo>
                      <a:pt x="42233" y="9565"/>
                      <a:pt x="32835" y="167"/>
                      <a:pt x="21243" y="167"/>
                    </a:cubicBezTo>
                    <a:close/>
                  </a:path>
                </a:pathLst>
              </a:custGeom>
              <a:solidFill>
                <a:srgbClr val="000000"/>
              </a:solidFill>
              <a:ln w="4794" cap="sq">
                <a:noFill/>
                <a:prstDash val="solid"/>
                <a:round/>
              </a:ln>
            </p:spPr>
            <p:txBody>
              <a:bodyPr rtlCol="0" anchor="ctr"/>
              <a:lstStyle/>
              <a:p>
                <a:endParaRPr lang="en-US"/>
              </a:p>
            </p:txBody>
          </p:sp>
          <p:sp>
            <p:nvSpPr>
              <p:cNvPr id="2546" name="Freeform: Shape 2545">
                <a:extLst>
                  <a:ext uri="{FF2B5EF4-FFF2-40B4-BE49-F238E27FC236}">
                    <a16:creationId xmlns:a16="http://schemas.microsoft.com/office/drawing/2014/main" id="{EADA7626-1700-85F8-BB8C-618DA2643DC7}"/>
                  </a:ext>
                </a:extLst>
              </p:cNvPr>
              <p:cNvSpPr/>
              <p:nvPr/>
            </p:nvSpPr>
            <p:spPr>
              <a:xfrm>
                <a:off x="7609884" y="7991124"/>
                <a:ext cx="37180" cy="37180"/>
              </a:xfrm>
              <a:custGeom>
                <a:avLst/>
                <a:gdLst>
                  <a:gd name="connsiteX0" fmla="*/ 37426 w 37180"/>
                  <a:gd name="connsiteY0" fmla="*/ 18762 h 37180"/>
                  <a:gd name="connsiteX1" fmla="*/ 18836 w 37180"/>
                  <a:gd name="connsiteY1" fmla="*/ 37352 h 37180"/>
                  <a:gd name="connsiteX2" fmla="*/ 245 w 37180"/>
                  <a:gd name="connsiteY2" fmla="*/ 18762 h 37180"/>
                  <a:gd name="connsiteX3" fmla="*/ 18836 w 37180"/>
                  <a:gd name="connsiteY3" fmla="*/ 172 h 37180"/>
                  <a:gd name="connsiteX4" fmla="*/ 37426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62"/>
                    </a:moveTo>
                    <a:cubicBezTo>
                      <a:pt x="37426" y="29029"/>
                      <a:pt x="29103" y="37352"/>
                      <a:pt x="18836" y="37352"/>
                    </a:cubicBezTo>
                    <a:cubicBezTo>
                      <a:pt x="8569" y="37352"/>
                      <a:pt x="245" y="29029"/>
                      <a:pt x="245" y="18762"/>
                    </a:cubicBezTo>
                    <a:cubicBezTo>
                      <a:pt x="245" y="8495"/>
                      <a:pt x="8569" y="172"/>
                      <a:pt x="18836" y="172"/>
                    </a:cubicBezTo>
                    <a:cubicBezTo>
                      <a:pt x="29103" y="172"/>
                      <a:pt x="37426" y="8495"/>
                      <a:pt x="37426" y="18762"/>
                    </a:cubicBezTo>
                    <a:close/>
                  </a:path>
                </a:pathLst>
              </a:custGeom>
              <a:solidFill>
                <a:srgbClr val="F7E8E8"/>
              </a:solidFill>
              <a:ln w="5753" cap="sq">
                <a:noFill/>
                <a:prstDash val="solid"/>
                <a:miter/>
              </a:ln>
            </p:spPr>
            <p:txBody>
              <a:bodyPr rtlCol="0" anchor="ctr"/>
              <a:lstStyle/>
              <a:p>
                <a:endParaRPr lang="en-US"/>
              </a:p>
            </p:txBody>
          </p:sp>
          <p:sp>
            <p:nvSpPr>
              <p:cNvPr id="2547" name="Freeform: Shape 2546">
                <a:extLst>
                  <a:ext uri="{FF2B5EF4-FFF2-40B4-BE49-F238E27FC236}">
                    <a16:creationId xmlns:a16="http://schemas.microsoft.com/office/drawing/2014/main" id="{BD57DE6E-5ACE-D93B-D6DE-3D7273C9A206}"/>
                  </a:ext>
                </a:extLst>
              </p:cNvPr>
              <p:cNvSpPr/>
              <p:nvPr/>
            </p:nvSpPr>
            <p:spPr>
              <a:xfrm>
                <a:off x="7607484" y="7988724"/>
                <a:ext cx="41981" cy="41981"/>
              </a:xfrm>
              <a:custGeom>
                <a:avLst/>
                <a:gdLst>
                  <a:gd name="connsiteX0" fmla="*/ 21236 w 41981"/>
                  <a:gd name="connsiteY0" fmla="*/ 4972 h 41981"/>
                  <a:gd name="connsiteX1" fmla="*/ 37426 w 41981"/>
                  <a:gd name="connsiteY1" fmla="*/ 21162 h 41981"/>
                  <a:gd name="connsiteX2" fmla="*/ 37426 w 41981"/>
                  <a:gd name="connsiteY2" fmla="*/ 21162 h 41981"/>
                  <a:gd name="connsiteX3" fmla="*/ 21236 w 41981"/>
                  <a:gd name="connsiteY3" fmla="*/ 37352 h 41981"/>
                  <a:gd name="connsiteX4" fmla="*/ 5046 w 41981"/>
                  <a:gd name="connsiteY4" fmla="*/ 21162 h 41981"/>
                  <a:gd name="connsiteX5" fmla="*/ 21236 w 41981"/>
                  <a:gd name="connsiteY5" fmla="*/ 4972 h 41981"/>
                  <a:gd name="connsiteX6" fmla="*/ 21236 w 41981"/>
                  <a:gd name="connsiteY6" fmla="*/ 172 h 41981"/>
                  <a:gd name="connsiteX7" fmla="*/ 245 w 41981"/>
                  <a:gd name="connsiteY7" fmla="*/ 21162 h 41981"/>
                  <a:gd name="connsiteX8" fmla="*/ 21236 w 41981"/>
                  <a:gd name="connsiteY8" fmla="*/ 42153 h 41981"/>
                  <a:gd name="connsiteX9" fmla="*/ 42227 w 41981"/>
                  <a:gd name="connsiteY9" fmla="*/ 21162 h 41981"/>
                  <a:gd name="connsiteX10" fmla="*/ 42227 w 41981"/>
                  <a:gd name="connsiteY10" fmla="*/ 21162 h 41981"/>
                  <a:gd name="connsiteX11" fmla="*/ 21236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2"/>
                    </a:moveTo>
                    <a:cubicBezTo>
                      <a:pt x="30178" y="4972"/>
                      <a:pt x="37426" y="12220"/>
                      <a:pt x="37426" y="21162"/>
                    </a:cubicBezTo>
                    <a:lnTo>
                      <a:pt x="37426" y="21162"/>
                    </a:lnTo>
                    <a:cubicBezTo>
                      <a:pt x="37426" y="30104"/>
                      <a:pt x="30178" y="37352"/>
                      <a:pt x="21236" y="37352"/>
                    </a:cubicBezTo>
                    <a:cubicBezTo>
                      <a:pt x="12294" y="37352"/>
                      <a:pt x="5046" y="30104"/>
                      <a:pt x="5046" y="21162"/>
                    </a:cubicBezTo>
                    <a:cubicBezTo>
                      <a:pt x="5046" y="12220"/>
                      <a:pt x="12294" y="4972"/>
                      <a:pt x="21236" y="4972"/>
                    </a:cubicBezTo>
                    <a:close/>
                    <a:moveTo>
                      <a:pt x="21236" y="172"/>
                    </a:moveTo>
                    <a:cubicBezTo>
                      <a:pt x="9644" y="172"/>
                      <a:pt x="245" y="9570"/>
                      <a:pt x="245" y="21162"/>
                    </a:cubicBezTo>
                    <a:cubicBezTo>
                      <a:pt x="245" y="32755"/>
                      <a:pt x="9644" y="42153"/>
                      <a:pt x="21236" y="42153"/>
                    </a:cubicBezTo>
                    <a:cubicBezTo>
                      <a:pt x="32829" y="42153"/>
                      <a:pt x="42227" y="32755"/>
                      <a:pt x="42227" y="21162"/>
                    </a:cubicBezTo>
                    <a:lnTo>
                      <a:pt x="42227" y="21162"/>
                    </a:lnTo>
                    <a:cubicBezTo>
                      <a:pt x="42227" y="9570"/>
                      <a:pt x="32829" y="172"/>
                      <a:pt x="21236" y="172"/>
                    </a:cubicBezTo>
                    <a:close/>
                  </a:path>
                </a:pathLst>
              </a:custGeom>
              <a:solidFill>
                <a:srgbClr val="000000"/>
              </a:solidFill>
              <a:ln w="4794" cap="sq">
                <a:noFill/>
                <a:prstDash val="solid"/>
                <a:round/>
              </a:ln>
            </p:spPr>
            <p:txBody>
              <a:bodyPr rtlCol="0" anchor="ctr"/>
              <a:lstStyle/>
              <a:p>
                <a:endParaRPr lang="en-US"/>
              </a:p>
            </p:txBody>
          </p:sp>
          <p:sp>
            <p:nvSpPr>
              <p:cNvPr id="2548" name="Freeform: Shape 2547">
                <a:extLst>
                  <a:ext uri="{FF2B5EF4-FFF2-40B4-BE49-F238E27FC236}">
                    <a16:creationId xmlns:a16="http://schemas.microsoft.com/office/drawing/2014/main" id="{55DE2F8E-EE28-CDC7-A2ED-105476A5F3BB}"/>
                  </a:ext>
                </a:extLst>
              </p:cNvPr>
              <p:cNvSpPr/>
              <p:nvPr/>
            </p:nvSpPr>
            <p:spPr>
              <a:xfrm>
                <a:off x="7637514" y="8003122"/>
                <a:ext cx="37180" cy="37180"/>
              </a:xfrm>
              <a:custGeom>
                <a:avLst/>
                <a:gdLst>
                  <a:gd name="connsiteX0" fmla="*/ 37431 w 37180"/>
                  <a:gd name="connsiteY0" fmla="*/ 18764 h 37180"/>
                  <a:gd name="connsiteX1" fmla="*/ 18841 w 37180"/>
                  <a:gd name="connsiteY1" fmla="*/ 37354 h 37180"/>
                  <a:gd name="connsiteX2" fmla="*/ 250 w 37180"/>
                  <a:gd name="connsiteY2" fmla="*/ 18764 h 37180"/>
                  <a:gd name="connsiteX3" fmla="*/ 18841 w 37180"/>
                  <a:gd name="connsiteY3" fmla="*/ 174 h 37180"/>
                  <a:gd name="connsiteX4" fmla="*/ 37431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4"/>
                    </a:moveTo>
                    <a:cubicBezTo>
                      <a:pt x="37431" y="29031"/>
                      <a:pt x="29108" y="37354"/>
                      <a:pt x="18841" y="37354"/>
                    </a:cubicBezTo>
                    <a:cubicBezTo>
                      <a:pt x="8573" y="37354"/>
                      <a:pt x="250" y="29031"/>
                      <a:pt x="250" y="18764"/>
                    </a:cubicBezTo>
                    <a:cubicBezTo>
                      <a:pt x="250" y="8497"/>
                      <a:pt x="8573" y="174"/>
                      <a:pt x="18841" y="174"/>
                    </a:cubicBezTo>
                    <a:cubicBezTo>
                      <a:pt x="29108" y="174"/>
                      <a:pt x="37431" y="8497"/>
                      <a:pt x="37431" y="18764"/>
                    </a:cubicBezTo>
                    <a:close/>
                  </a:path>
                </a:pathLst>
              </a:custGeom>
              <a:solidFill>
                <a:srgbClr val="F7E3E3"/>
              </a:solidFill>
              <a:ln w="5753" cap="sq">
                <a:noFill/>
                <a:prstDash val="solid"/>
                <a:miter/>
              </a:ln>
            </p:spPr>
            <p:txBody>
              <a:bodyPr rtlCol="0" anchor="ctr"/>
              <a:lstStyle/>
              <a:p>
                <a:endParaRPr lang="en-US"/>
              </a:p>
            </p:txBody>
          </p:sp>
          <p:sp>
            <p:nvSpPr>
              <p:cNvPr id="2549" name="Freeform: Shape 2548">
                <a:extLst>
                  <a:ext uri="{FF2B5EF4-FFF2-40B4-BE49-F238E27FC236}">
                    <a16:creationId xmlns:a16="http://schemas.microsoft.com/office/drawing/2014/main" id="{FAF1D624-6325-12DD-E17E-501B6C9CFFF0}"/>
                  </a:ext>
                </a:extLst>
              </p:cNvPr>
              <p:cNvSpPr/>
              <p:nvPr/>
            </p:nvSpPr>
            <p:spPr>
              <a:xfrm>
                <a:off x="7635114" y="8000722"/>
                <a:ext cx="41981" cy="41981"/>
              </a:xfrm>
              <a:custGeom>
                <a:avLst/>
                <a:gdLst>
                  <a:gd name="connsiteX0" fmla="*/ 21241 w 41981"/>
                  <a:gd name="connsiteY0" fmla="*/ 4974 h 41981"/>
                  <a:gd name="connsiteX1" fmla="*/ 37431 w 41981"/>
                  <a:gd name="connsiteY1" fmla="*/ 21164 h 41981"/>
                  <a:gd name="connsiteX2" fmla="*/ 37431 w 41981"/>
                  <a:gd name="connsiteY2" fmla="*/ 21164 h 41981"/>
                  <a:gd name="connsiteX3" fmla="*/ 21241 w 41981"/>
                  <a:gd name="connsiteY3" fmla="*/ 37354 h 41981"/>
                  <a:gd name="connsiteX4" fmla="*/ 5051 w 41981"/>
                  <a:gd name="connsiteY4" fmla="*/ 21164 h 41981"/>
                  <a:gd name="connsiteX5" fmla="*/ 21241 w 41981"/>
                  <a:gd name="connsiteY5" fmla="*/ 4974 h 41981"/>
                  <a:gd name="connsiteX6" fmla="*/ 21241 w 41981"/>
                  <a:gd name="connsiteY6" fmla="*/ 174 h 41981"/>
                  <a:gd name="connsiteX7" fmla="*/ 250 w 41981"/>
                  <a:gd name="connsiteY7" fmla="*/ 21164 h 41981"/>
                  <a:gd name="connsiteX8" fmla="*/ 21241 w 41981"/>
                  <a:gd name="connsiteY8" fmla="*/ 42155 h 41981"/>
                  <a:gd name="connsiteX9" fmla="*/ 42231 w 41981"/>
                  <a:gd name="connsiteY9" fmla="*/ 21164 h 41981"/>
                  <a:gd name="connsiteX10" fmla="*/ 42231 w 41981"/>
                  <a:gd name="connsiteY10" fmla="*/ 21164 h 41981"/>
                  <a:gd name="connsiteX11" fmla="*/ 2124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4"/>
                    </a:moveTo>
                    <a:cubicBezTo>
                      <a:pt x="30183" y="4974"/>
                      <a:pt x="37431" y="12222"/>
                      <a:pt x="37431" y="21164"/>
                    </a:cubicBezTo>
                    <a:lnTo>
                      <a:pt x="37431" y="21164"/>
                    </a:lnTo>
                    <a:cubicBezTo>
                      <a:pt x="37431" y="30106"/>
                      <a:pt x="30183" y="37354"/>
                      <a:pt x="21241" y="37354"/>
                    </a:cubicBezTo>
                    <a:cubicBezTo>
                      <a:pt x="12299" y="37354"/>
                      <a:pt x="5051" y="30106"/>
                      <a:pt x="5051" y="21164"/>
                    </a:cubicBezTo>
                    <a:cubicBezTo>
                      <a:pt x="5051" y="12222"/>
                      <a:pt x="12299" y="4974"/>
                      <a:pt x="21241" y="4974"/>
                    </a:cubicBezTo>
                    <a:close/>
                    <a:moveTo>
                      <a:pt x="21241" y="174"/>
                    </a:moveTo>
                    <a:cubicBezTo>
                      <a:pt x="9648" y="174"/>
                      <a:pt x="250" y="9572"/>
                      <a:pt x="250" y="21164"/>
                    </a:cubicBezTo>
                    <a:cubicBezTo>
                      <a:pt x="250" y="32757"/>
                      <a:pt x="9648" y="42155"/>
                      <a:pt x="21241" y="42155"/>
                    </a:cubicBezTo>
                    <a:cubicBezTo>
                      <a:pt x="32833" y="42155"/>
                      <a:pt x="42231" y="32757"/>
                      <a:pt x="42231" y="21164"/>
                    </a:cubicBezTo>
                    <a:lnTo>
                      <a:pt x="42231" y="21164"/>
                    </a:lnTo>
                    <a:cubicBezTo>
                      <a:pt x="42231" y="9572"/>
                      <a:pt x="32833" y="174"/>
                      <a:pt x="21241" y="174"/>
                    </a:cubicBezTo>
                    <a:close/>
                  </a:path>
                </a:pathLst>
              </a:custGeom>
              <a:solidFill>
                <a:srgbClr val="000000"/>
              </a:solidFill>
              <a:ln w="4794" cap="sq">
                <a:noFill/>
                <a:prstDash val="solid"/>
                <a:round/>
              </a:ln>
            </p:spPr>
            <p:txBody>
              <a:bodyPr rtlCol="0" anchor="ctr"/>
              <a:lstStyle/>
              <a:p>
                <a:endParaRPr lang="en-US"/>
              </a:p>
            </p:txBody>
          </p:sp>
          <p:sp>
            <p:nvSpPr>
              <p:cNvPr id="2550" name="Freeform: Shape 2549">
                <a:extLst>
                  <a:ext uri="{FF2B5EF4-FFF2-40B4-BE49-F238E27FC236}">
                    <a16:creationId xmlns:a16="http://schemas.microsoft.com/office/drawing/2014/main" id="{5ECF92C4-04FE-AA1C-7CB8-86CEB9E3DBB2}"/>
                  </a:ext>
                </a:extLst>
              </p:cNvPr>
              <p:cNvSpPr/>
              <p:nvPr/>
            </p:nvSpPr>
            <p:spPr>
              <a:xfrm>
                <a:off x="7633102" y="7994569"/>
                <a:ext cx="37180" cy="37180"/>
              </a:xfrm>
              <a:custGeom>
                <a:avLst/>
                <a:gdLst>
                  <a:gd name="connsiteX0" fmla="*/ 37430 w 37180"/>
                  <a:gd name="connsiteY0" fmla="*/ 18763 h 37180"/>
                  <a:gd name="connsiteX1" fmla="*/ 18840 w 37180"/>
                  <a:gd name="connsiteY1" fmla="*/ 37353 h 37180"/>
                  <a:gd name="connsiteX2" fmla="*/ 250 w 37180"/>
                  <a:gd name="connsiteY2" fmla="*/ 18763 h 37180"/>
                  <a:gd name="connsiteX3" fmla="*/ 18840 w 37180"/>
                  <a:gd name="connsiteY3" fmla="*/ 172 h 37180"/>
                  <a:gd name="connsiteX4" fmla="*/ 37430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3"/>
                    </a:moveTo>
                    <a:cubicBezTo>
                      <a:pt x="37430" y="29030"/>
                      <a:pt x="29107" y="37353"/>
                      <a:pt x="18840" y="37353"/>
                    </a:cubicBezTo>
                    <a:cubicBezTo>
                      <a:pt x="8573" y="37353"/>
                      <a:pt x="250" y="29030"/>
                      <a:pt x="250" y="18763"/>
                    </a:cubicBezTo>
                    <a:cubicBezTo>
                      <a:pt x="250" y="8495"/>
                      <a:pt x="8573" y="172"/>
                      <a:pt x="18840" y="172"/>
                    </a:cubicBezTo>
                    <a:cubicBezTo>
                      <a:pt x="29107" y="172"/>
                      <a:pt x="37430" y="8495"/>
                      <a:pt x="37430" y="18763"/>
                    </a:cubicBezTo>
                    <a:close/>
                  </a:path>
                </a:pathLst>
              </a:custGeom>
              <a:solidFill>
                <a:srgbClr val="F6F7F6"/>
              </a:solidFill>
              <a:ln w="5753" cap="sq">
                <a:noFill/>
                <a:prstDash val="solid"/>
                <a:miter/>
              </a:ln>
            </p:spPr>
            <p:txBody>
              <a:bodyPr rtlCol="0" anchor="ctr"/>
              <a:lstStyle/>
              <a:p>
                <a:endParaRPr lang="en-US"/>
              </a:p>
            </p:txBody>
          </p:sp>
          <p:sp>
            <p:nvSpPr>
              <p:cNvPr id="2551" name="Freeform: Shape 2550">
                <a:extLst>
                  <a:ext uri="{FF2B5EF4-FFF2-40B4-BE49-F238E27FC236}">
                    <a16:creationId xmlns:a16="http://schemas.microsoft.com/office/drawing/2014/main" id="{6303C342-F548-B5CE-5A63-15CB59C4C25B}"/>
                  </a:ext>
                </a:extLst>
              </p:cNvPr>
              <p:cNvSpPr/>
              <p:nvPr/>
            </p:nvSpPr>
            <p:spPr>
              <a:xfrm>
                <a:off x="7630702" y="7992169"/>
                <a:ext cx="41981" cy="41981"/>
              </a:xfrm>
              <a:custGeom>
                <a:avLst/>
                <a:gdLst>
                  <a:gd name="connsiteX0" fmla="*/ 21240 w 41981"/>
                  <a:gd name="connsiteY0" fmla="*/ 4973 h 41981"/>
                  <a:gd name="connsiteX1" fmla="*/ 37430 w 41981"/>
                  <a:gd name="connsiteY1" fmla="*/ 21163 h 41981"/>
                  <a:gd name="connsiteX2" fmla="*/ 37430 w 41981"/>
                  <a:gd name="connsiteY2" fmla="*/ 21163 h 41981"/>
                  <a:gd name="connsiteX3" fmla="*/ 21240 w 41981"/>
                  <a:gd name="connsiteY3" fmla="*/ 37353 h 41981"/>
                  <a:gd name="connsiteX4" fmla="*/ 5050 w 41981"/>
                  <a:gd name="connsiteY4" fmla="*/ 21163 h 41981"/>
                  <a:gd name="connsiteX5" fmla="*/ 21240 w 41981"/>
                  <a:gd name="connsiteY5" fmla="*/ 4973 h 41981"/>
                  <a:gd name="connsiteX6" fmla="*/ 21240 w 41981"/>
                  <a:gd name="connsiteY6" fmla="*/ 172 h 41981"/>
                  <a:gd name="connsiteX7" fmla="*/ 250 w 41981"/>
                  <a:gd name="connsiteY7" fmla="*/ 21163 h 41981"/>
                  <a:gd name="connsiteX8" fmla="*/ 21240 w 41981"/>
                  <a:gd name="connsiteY8" fmla="*/ 42153 h 41981"/>
                  <a:gd name="connsiteX9" fmla="*/ 42231 w 41981"/>
                  <a:gd name="connsiteY9" fmla="*/ 21163 h 41981"/>
                  <a:gd name="connsiteX10" fmla="*/ 42231 w 41981"/>
                  <a:gd name="connsiteY10" fmla="*/ 21163 h 41981"/>
                  <a:gd name="connsiteX11" fmla="*/ 21240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3"/>
                    </a:moveTo>
                    <a:cubicBezTo>
                      <a:pt x="30182" y="4973"/>
                      <a:pt x="37430" y="12221"/>
                      <a:pt x="37430" y="21163"/>
                    </a:cubicBezTo>
                    <a:lnTo>
                      <a:pt x="37430" y="21163"/>
                    </a:lnTo>
                    <a:cubicBezTo>
                      <a:pt x="37430" y="30105"/>
                      <a:pt x="30182" y="37353"/>
                      <a:pt x="21240" y="37353"/>
                    </a:cubicBezTo>
                    <a:cubicBezTo>
                      <a:pt x="12298" y="37353"/>
                      <a:pt x="5050" y="30105"/>
                      <a:pt x="5050" y="21163"/>
                    </a:cubicBezTo>
                    <a:cubicBezTo>
                      <a:pt x="5050" y="12221"/>
                      <a:pt x="12298" y="4973"/>
                      <a:pt x="21240" y="4973"/>
                    </a:cubicBezTo>
                    <a:close/>
                    <a:moveTo>
                      <a:pt x="21240" y="172"/>
                    </a:moveTo>
                    <a:cubicBezTo>
                      <a:pt x="9648" y="172"/>
                      <a:pt x="250" y="9570"/>
                      <a:pt x="250" y="21163"/>
                    </a:cubicBezTo>
                    <a:cubicBezTo>
                      <a:pt x="250" y="32755"/>
                      <a:pt x="9648" y="42153"/>
                      <a:pt x="21240" y="42153"/>
                    </a:cubicBezTo>
                    <a:cubicBezTo>
                      <a:pt x="32833" y="42153"/>
                      <a:pt x="42231" y="32755"/>
                      <a:pt x="42231" y="21163"/>
                    </a:cubicBezTo>
                    <a:lnTo>
                      <a:pt x="42231" y="21163"/>
                    </a:lnTo>
                    <a:cubicBezTo>
                      <a:pt x="42231" y="9570"/>
                      <a:pt x="32833" y="172"/>
                      <a:pt x="21240" y="172"/>
                    </a:cubicBezTo>
                    <a:close/>
                  </a:path>
                </a:pathLst>
              </a:custGeom>
              <a:solidFill>
                <a:srgbClr val="000000"/>
              </a:solidFill>
              <a:ln w="4794" cap="sq">
                <a:noFill/>
                <a:prstDash val="solid"/>
                <a:round/>
              </a:ln>
            </p:spPr>
            <p:txBody>
              <a:bodyPr rtlCol="0" anchor="ctr"/>
              <a:lstStyle/>
              <a:p>
                <a:endParaRPr lang="en-US"/>
              </a:p>
            </p:txBody>
          </p:sp>
          <p:sp>
            <p:nvSpPr>
              <p:cNvPr id="2552" name="Freeform: Shape 2551">
                <a:extLst>
                  <a:ext uri="{FF2B5EF4-FFF2-40B4-BE49-F238E27FC236}">
                    <a16:creationId xmlns:a16="http://schemas.microsoft.com/office/drawing/2014/main" id="{5EA455DE-9477-C6C7-A5CD-643A93A72849}"/>
                  </a:ext>
                </a:extLst>
              </p:cNvPr>
              <p:cNvSpPr/>
              <p:nvPr/>
            </p:nvSpPr>
            <p:spPr>
              <a:xfrm>
                <a:off x="7675047" y="8003537"/>
                <a:ext cx="37180" cy="37180"/>
              </a:xfrm>
              <a:custGeom>
                <a:avLst/>
                <a:gdLst>
                  <a:gd name="connsiteX0" fmla="*/ 37438 w 37180"/>
                  <a:gd name="connsiteY0" fmla="*/ 18764 h 37180"/>
                  <a:gd name="connsiteX1" fmla="*/ 18847 w 37180"/>
                  <a:gd name="connsiteY1" fmla="*/ 37355 h 37180"/>
                  <a:gd name="connsiteX2" fmla="*/ 257 w 37180"/>
                  <a:gd name="connsiteY2" fmla="*/ 18764 h 37180"/>
                  <a:gd name="connsiteX3" fmla="*/ 18847 w 37180"/>
                  <a:gd name="connsiteY3" fmla="*/ 174 h 37180"/>
                  <a:gd name="connsiteX4" fmla="*/ 37438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4"/>
                    </a:moveTo>
                    <a:cubicBezTo>
                      <a:pt x="37438" y="29031"/>
                      <a:pt x="29114" y="37355"/>
                      <a:pt x="18847" y="37355"/>
                    </a:cubicBezTo>
                    <a:cubicBezTo>
                      <a:pt x="8580" y="37355"/>
                      <a:pt x="257" y="29031"/>
                      <a:pt x="257" y="18764"/>
                    </a:cubicBezTo>
                    <a:cubicBezTo>
                      <a:pt x="257" y="8497"/>
                      <a:pt x="8580" y="174"/>
                      <a:pt x="18847" y="174"/>
                    </a:cubicBezTo>
                    <a:cubicBezTo>
                      <a:pt x="29114" y="174"/>
                      <a:pt x="37438" y="8497"/>
                      <a:pt x="37438" y="18764"/>
                    </a:cubicBezTo>
                    <a:close/>
                  </a:path>
                </a:pathLst>
              </a:custGeom>
              <a:solidFill>
                <a:srgbClr val="F7DBDB"/>
              </a:solidFill>
              <a:ln w="5753" cap="sq">
                <a:noFill/>
                <a:prstDash val="solid"/>
                <a:miter/>
              </a:ln>
            </p:spPr>
            <p:txBody>
              <a:bodyPr rtlCol="0" anchor="ctr"/>
              <a:lstStyle/>
              <a:p>
                <a:endParaRPr lang="en-US"/>
              </a:p>
            </p:txBody>
          </p:sp>
          <p:sp>
            <p:nvSpPr>
              <p:cNvPr id="2553" name="Freeform: Shape 2552">
                <a:extLst>
                  <a:ext uri="{FF2B5EF4-FFF2-40B4-BE49-F238E27FC236}">
                    <a16:creationId xmlns:a16="http://schemas.microsoft.com/office/drawing/2014/main" id="{77B8F9EB-BE33-395D-F7B0-1E9891670B6F}"/>
                  </a:ext>
                </a:extLst>
              </p:cNvPr>
              <p:cNvSpPr/>
              <p:nvPr/>
            </p:nvSpPr>
            <p:spPr>
              <a:xfrm>
                <a:off x="7672646" y="8001137"/>
                <a:ext cx="41981" cy="41981"/>
              </a:xfrm>
              <a:custGeom>
                <a:avLst/>
                <a:gdLst>
                  <a:gd name="connsiteX0" fmla="*/ 21247 w 41981"/>
                  <a:gd name="connsiteY0" fmla="*/ 4974 h 41981"/>
                  <a:gd name="connsiteX1" fmla="*/ 37438 w 41981"/>
                  <a:gd name="connsiteY1" fmla="*/ 21164 h 41981"/>
                  <a:gd name="connsiteX2" fmla="*/ 37438 w 41981"/>
                  <a:gd name="connsiteY2" fmla="*/ 21164 h 41981"/>
                  <a:gd name="connsiteX3" fmla="*/ 21247 w 41981"/>
                  <a:gd name="connsiteY3" fmla="*/ 37355 h 41981"/>
                  <a:gd name="connsiteX4" fmla="*/ 5057 w 41981"/>
                  <a:gd name="connsiteY4" fmla="*/ 21164 h 41981"/>
                  <a:gd name="connsiteX5" fmla="*/ 21247 w 41981"/>
                  <a:gd name="connsiteY5" fmla="*/ 4974 h 41981"/>
                  <a:gd name="connsiteX6" fmla="*/ 21247 w 41981"/>
                  <a:gd name="connsiteY6" fmla="*/ 174 h 41981"/>
                  <a:gd name="connsiteX7" fmla="*/ 257 w 41981"/>
                  <a:gd name="connsiteY7" fmla="*/ 21164 h 41981"/>
                  <a:gd name="connsiteX8" fmla="*/ 21247 w 41981"/>
                  <a:gd name="connsiteY8" fmla="*/ 42155 h 41981"/>
                  <a:gd name="connsiteX9" fmla="*/ 42238 w 41981"/>
                  <a:gd name="connsiteY9" fmla="*/ 21164 h 41981"/>
                  <a:gd name="connsiteX10" fmla="*/ 42238 w 41981"/>
                  <a:gd name="connsiteY10" fmla="*/ 21164 h 41981"/>
                  <a:gd name="connsiteX11" fmla="*/ 2124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4"/>
                    </a:moveTo>
                    <a:cubicBezTo>
                      <a:pt x="30189" y="4974"/>
                      <a:pt x="37438" y="12223"/>
                      <a:pt x="37438" y="21164"/>
                    </a:cubicBezTo>
                    <a:lnTo>
                      <a:pt x="37438" y="21164"/>
                    </a:lnTo>
                    <a:cubicBezTo>
                      <a:pt x="37438" y="30106"/>
                      <a:pt x="30189" y="37355"/>
                      <a:pt x="21247" y="37355"/>
                    </a:cubicBezTo>
                    <a:cubicBezTo>
                      <a:pt x="12306" y="37355"/>
                      <a:pt x="5057" y="30106"/>
                      <a:pt x="5057" y="21164"/>
                    </a:cubicBezTo>
                    <a:cubicBezTo>
                      <a:pt x="5057" y="12223"/>
                      <a:pt x="12306" y="4974"/>
                      <a:pt x="21247" y="4974"/>
                    </a:cubicBezTo>
                    <a:close/>
                    <a:moveTo>
                      <a:pt x="21247" y="174"/>
                    </a:moveTo>
                    <a:cubicBezTo>
                      <a:pt x="9655" y="174"/>
                      <a:pt x="257" y="9572"/>
                      <a:pt x="257" y="21164"/>
                    </a:cubicBezTo>
                    <a:cubicBezTo>
                      <a:pt x="257" y="32757"/>
                      <a:pt x="9655" y="42155"/>
                      <a:pt x="21247" y="42155"/>
                    </a:cubicBezTo>
                    <a:cubicBezTo>
                      <a:pt x="32840" y="42155"/>
                      <a:pt x="42238" y="32757"/>
                      <a:pt x="42238" y="21164"/>
                    </a:cubicBezTo>
                    <a:lnTo>
                      <a:pt x="42238" y="21164"/>
                    </a:lnTo>
                    <a:cubicBezTo>
                      <a:pt x="42238" y="9572"/>
                      <a:pt x="32840" y="174"/>
                      <a:pt x="21247" y="174"/>
                    </a:cubicBezTo>
                    <a:close/>
                  </a:path>
                </a:pathLst>
              </a:custGeom>
              <a:solidFill>
                <a:srgbClr val="000000"/>
              </a:solidFill>
              <a:ln w="4794" cap="sq">
                <a:noFill/>
                <a:prstDash val="solid"/>
                <a:round/>
              </a:ln>
            </p:spPr>
            <p:txBody>
              <a:bodyPr rtlCol="0" anchor="ctr"/>
              <a:lstStyle/>
              <a:p>
                <a:endParaRPr lang="en-US"/>
              </a:p>
            </p:txBody>
          </p:sp>
          <p:sp>
            <p:nvSpPr>
              <p:cNvPr id="2554" name="Freeform: Shape 2553">
                <a:extLst>
                  <a:ext uri="{FF2B5EF4-FFF2-40B4-BE49-F238E27FC236}">
                    <a16:creationId xmlns:a16="http://schemas.microsoft.com/office/drawing/2014/main" id="{668FDE44-B33B-3B23-8CBE-88FD267E131F}"/>
                  </a:ext>
                </a:extLst>
              </p:cNvPr>
              <p:cNvSpPr/>
              <p:nvPr/>
            </p:nvSpPr>
            <p:spPr>
              <a:xfrm>
                <a:off x="7688617" y="8022032"/>
                <a:ext cx="37180" cy="37180"/>
              </a:xfrm>
              <a:custGeom>
                <a:avLst/>
                <a:gdLst>
                  <a:gd name="connsiteX0" fmla="*/ 37440 w 37180"/>
                  <a:gd name="connsiteY0" fmla="*/ 18767 h 37180"/>
                  <a:gd name="connsiteX1" fmla="*/ 18850 w 37180"/>
                  <a:gd name="connsiteY1" fmla="*/ 37358 h 37180"/>
                  <a:gd name="connsiteX2" fmla="*/ 259 w 37180"/>
                  <a:gd name="connsiteY2" fmla="*/ 18767 h 37180"/>
                  <a:gd name="connsiteX3" fmla="*/ 18850 w 37180"/>
                  <a:gd name="connsiteY3" fmla="*/ 177 h 37180"/>
                  <a:gd name="connsiteX4" fmla="*/ 37440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7"/>
                    </a:moveTo>
                    <a:cubicBezTo>
                      <a:pt x="37440" y="29035"/>
                      <a:pt x="29117" y="37358"/>
                      <a:pt x="18850" y="37358"/>
                    </a:cubicBezTo>
                    <a:cubicBezTo>
                      <a:pt x="8582" y="37358"/>
                      <a:pt x="259" y="29035"/>
                      <a:pt x="259" y="18767"/>
                    </a:cubicBezTo>
                    <a:cubicBezTo>
                      <a:pt x="259" y="8500"/>
                      <a:pt x="8582" y="177"/>
                      <a:pt x="18850" y="177"/>
                    </a:cubicBezTo>
                    <a:cubicBezTo>
                      <a:pt x="29117" y="177"/>
                      <a:pt x="37440" y="8500"/>
                      <a:pt x="37440" y="18767"/>
                    </a:cubicBezTo>
                    <a:close/>
                  </a:path>
                </a:pathLst>
              </a:custGeom>
              <a:solidFill>
                <a:srgbClr val="F7A58B"/>
              </a:solidFill>
              <a:ln w="5753" cap="sq">
                <a:noFill/>
                <a:prstDash val="solid"/>
                <a:miter/>
              </a:ln>
            </p:spPr>
            <p:txBody>
              <a:bodyPr rtlCol="0" anchor="ctr"/>
              <a:lstStyle/>
              <a:p>
                <a:endParaRPr lang="en-US"/>
              </a:p>
            </p:txBody>
          </p:sp>
          <p:sp>
            <p:nvSpPr>
              <p:cNvPr id="2555" name="Freeform: Shape 2554">
                <a:extLst>
                  <a:ext uri="{FF2B5EF4-FFF2-40B4-BE49-F238E27FC236}">
                    <a16:creationId xmlns:a16="http://schemas.microsoft.com/office/drawing/2014/main" id="{7B2F5EFC-451C-D0B6-883F-0A4010E2A32F}"/>
                  </a:ext>
                </a:extLst>
              </p:cNvPr>
              <p:cNvSpPr/>
              <p:nvPr/>
            </p:nvSpPr>
            <p:spPr>
              <a:xfrm>
                <a:off x="7686217" y="8019632"/>
                <a:ext cx="41981" cy="41981"/>
              </a:xfrm>
              <a:custGeom>
                <a:avLst/>
                <a:gdLst>
                  <a:gd name="connsiteX0" fmla="*/ 21250 w 41981"/>
                  <a:gd name="connsiteY0" fmla="*/ 4977 h 41981"/>
                  <a:gd name="connsiteX1" fmla="*/ 37440 w 41981"/>
                  <a:gd name="connsiteY1" fmla="*/ 21168 h 41981"/>
                  <a:gd name="connsiteX2" fmla="*/ 37440 w 41981"/>
                  <a:gd name="connsiteY2" fmla="*/ 21168 h 41981"/>
                  <a:gd name="connsiteX3" fmla="*/ 21250 w 41981"/>
                  <a:gd name="connsiteY3" fmla="*/ 37358 h 41981"/>
                  <a:gd name="connsiteX4" fmla="*/ 5060 w 41981"/>
                  <a:gd name="connsiteY4" fmla="*/ 21168 h 41981"/>
                  <a:gd name="connsiteX5" fmla="*/ 21250 w 41981"/>
                  <a:gd name="connsiteY5" fmla="*/ 4977 h 41981"/>
                  <a:gd name="connsiteX6" fmla="*/ 21250 w 41981"/>
                  <a:gd name="connsiteY6" fmla="*/ 177 h 41981"/>
                  <a:gd name="connsiteX7" fmla="*/ 259 w 41981"/>
                  <a:gd name="connsiteY7" fmla="*/ 21168 h 41981"/>
                  <a:gd name="connsiteX8" fmla="*/ 21250 w 41981"/>
                  <a:gd name="connsiteY8" fmla="*/ 42158 h 41981"/>
                  <a:gd name="connsiteX9" fmla="*/ 42240 w 41981"/>
                  <a:gd name="connsiteY9" fmla="*/ 21168 h 41981"/>
                  <a:gd name="connsiteX10" fmla="*/ 42240 w 41981"/>
                  <a:gd name="connsiteY10" fmla="*/ 21168 h 41981"/>
                  <a:gd name="connsiteX11" fmla="*/ 21250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7"/>
                    </a:moveTo>
                    <a:cubicBezTo>
                      <a:pt x="30192" y="4977"/>
                      <a:pt x="37440" y="12226"/>
                      <a:pt x="37440" y="21168"/>
                    </a:cubicBezTo>
                    <a:lnTo>
                      <a:pt x="37440" y="21168"/>
                    </a:lnTo>
                    <a:cubicBezTo>
                      <a:pt x="37440" y="30109"/>
                      <a:pt x="30192" y="37358"/>
                      <a:pt x="21250" y="37358"/>
                    </a:cubicBezTo>
                    <a:cubicBezTo>
                      <a:pt x="12308" y="37358"/>
                      <a:pt x="5060" y="30109"/>
                      <a:pt x="5060" y="21168"/>
                    </a:cubicBezTo>
                    <a:cubicBezTo>
                      <a:pt x="5060" y="12226"/>
                      <a:pt x="12308" y="4977"/>
                      <a:pt x="21250" y="4977"/>
                    </a:cubicBezTo>
                    <a:close/>
                    <a:moveTo>
                      <a:pt x="21250" y="177"/>
                    </a:moveTo>
                    <a:cubicBezTo>
                      <a:pt x="9657" y="177"/>
                      <a:pt x="259" y="9575"/>
                      <a:pt x="259" y="21168"/>
                    </a:cubicBezTo>
                    <a:cubicBezTo>
                      <a:pt x="259" y="32760"/>
                      <a:pt x="9657" y="42158"/>
                      <a:pt x="21250" y="42158"/>
                    </a:cubicBezTo>
                    <a:cubicBezTo>
                      <a:pt x="32842" y="42158"/>
                      <a:pt x="42240" y="32760"/>
                      <a:pt x="42240" y="21168"/>
                    </a:cubicBezTo>
                    <a:lnTo>
                      <a:pt x="42240" y="21168"/>
                    </a:lnTo>
                    <a:cubicBezTo>
                      <a:pt x="42240" y="9575"/>
                      <a:pt x="32842" y="177"/>
                      <a:pt x="21250" y="177"/>
                    </a:cubicBezTo>
                    <a:close/>
                  </a:path>
                </a:pathLst>
              </a:custGeom>
              <a:solidFill>
                <a:srgbClr val="000000"/>
              </a:solidFill>
              <a:ln w="4794" cap="sq">
                <a:noFill/>
                <a:prstDash val="solid"/>
                <a:round/>
              </a:ln>
            </p:spPr>
            <p:txBody>
              <a:bodyPr rtlCol="0" anchor="ctr"/>
              <a:lstStyle/>
              <a:p>
                <a:endParaRPr lang="en-US"/>
              </a:p>
            </p:txBody>
          </p:sp>
          <p:sp>
            <p:nvSpPr>
              <p:cNvPr id="2556" name="Freeform: Shape 2555">
                <a:extLst>
                  <a:ext uri="{FF2B5EF4-FFF2-40B4-BE49-F238E27FC236}">
                    <a16:creationId xmlns:a16="http://schemas.microsoft.com/office/drawing/2014/main" id="{C3E05EB7-9FC1-F667-E5FA-6CE03CC0E6DA}"/>
                  </a:ext>
                </a:extLst>
              </p:cNvPr>
              <p:cNvSpPr/>
              <p:nvPr/>
            </p:nvSpPr>
            <p:spPr>
              <a:xfrm>
                <a:off x="7612349" y="7976413"/>
                <a:ext cx="37180" cy="37180"/>
              </a:xfrm>
              <a:custGeom>
                <a:avLst/>
                <a:gdLst>
                  <a:gd name="connsiteX0" fmla="*/ 37427 w 37180"/>
                  <a:gd name="connsiteY0" fmla="*/ 18759 h 37180"/>
                  <a:gd name="connsiteX1" fmla="*/ 18836 w 37180"/>
                  <a:gd name="connsiteY1" fmla="*/ 37350 h 37180"/>
                  <a:gd name="connsiteX2" fmla="*/ 246 w 37180"/>
                  <a:gd name="connsiteY2" fmla="*/ 18759 h 37180"/>
                  <a:gd name="connsiteX3" fmla="*/ 18836 w 37180"/>
                  <a:gd name="connsiteY3" fmla="*/ 169 h 37180"/>
                  <a:gd name="connsiteX4" fmla="*/ 37427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59"/>
                    </a:moveTo>
                    <a:cubicBezTo>
                      <a:pt x="37427" y="29027"/>
                      <a:pt x="29104" y="37350"/>
                      <a:pt x="18836" y="37350"/>
                    </a:cubicBezTo>
                    <a:cubicBezTo>
                      <a:pt x="8569" y="37350"/>
                      <a:pt x="246" y="29027"/>
                      <a:pt x="246" y="18759"/>
                    </a:cubicBezTo>
                    <a:cubicBezTo>
                      <a:pt x="246" y="8492"/>
                      <a:pt x="8569" y="169"/>
                      <a:pt x="18836" y="169"/>
                    </a:cubicBezTo>
                    <a:cubicBezTo>
                      <a:pt x="29104" y="169"/>
                      <a:pt x="37427" y="8492"/>
                      <a:pt x="37427" y="18759"/>
                    </a:cubicBezTo>
                    <a:close/>
                  </a:path>
                </a:pathLst>
              </a:custGeom>
              <a:solidFill>
                <a:srgbClr val="F7EFEF"/>
              </a:solidFill>
              <a:ln w="5753" cap="sq">
                <a:noFill/>
                <a:prstDash val="solid"/>
                <a:miter/>
              </a:ln>
            </p:spPr>
            <p:txBody>
              <a:bodyPr rtlCol="0" anchor="ctr"/>
              <a:lstStyle/>
              <a:p>
                <a:endParaRPr lang="en-US"/>
              </a:p>
            </p:txBody>
          </p:sp>
          <p:sp>
            <p:nvSpPr>
              <p:cNvPr id="2557" name="Freeform: Shape 2556">
                <a:extLst>
                  <a:ext uri="{FF2B5EF4-FFF2-40B4-BE49-F238E27FC236}">
                    <a16:creationId xmlns:a16="http://schemas.microsoft.com/office/drawing/2014/main" id="{0A3D4EE8-A553-CA87-74C7-C48F57A7489D}"/>
                  </a:ext>
                </a:extLst>
              </p:cNvPr>
              <p:cNvSpPr/>
              <p:nvPr/>
            </p:nvSpPr>
            <p:spPr>
              <a:xfrm>
                <a:off x="7609949" y="7974013"/>
                <a:ext cx="41981" cy="41981"/>
              </a:xfrm>
              <a:custGeom>
                <a:avLst/>
                <a:gdLst>
                  <a:gd name="connsiteX0" fmla="*/ 21237 w 41981"/>
                  <a:gd name="connsiteY0" fmla="*/ 4969 h 41981"/>
                  <a:gd name="connsiteX1" fmla="*/ 37427 w 41981"/>
                  <a:gd name="connsiteY1" fmla="*/ 21160 h 41981"/>
                  <a:gd name="connsiteX2" fmla="*/ 37427 w 41981"/>
                  <a:gd name="connsiteY2" fmla="*/ 21160 h 41981"/>
                  <a:gd name="connsiteX3" fmla="*/ 21237 w 41981"/>
                  <a:gd name="connsiteY3" fmla="*/ 37350 h 41981"/>
                  <a:gd name="connsiteX4" fmla="*/ 5046 w 41981"/>
                  <a:gd name="connsiteY4" fmla="*/ 21160 h 41981"/>
                  <a:gd name="connsiteX5" fmla="*/ 21237 w 41981"/>
                  <a:gd name="connsiteY5" fmla="*/ 4969 h 41981"/>
                  <a:gd name="connsiteX6" fmla="*/ 21237 w 41981"/>
                  <a:gd name="connsiteY6" fmla="*/ 169 h 41981"/>
                  <a:gd name="connsiteX7" fmla="*/ 246 w 41981"/>
                  <a:gd name="connsiteY7" fmla="*/ 21160 h 41981"/>
                  <a:gd name="connsiteX8" fmla="*/ 21237 w 41981"/>
                  <a:gd name="connsiteY8" fmla="*/ 42150 h 41981"/>
                  <a:gd name="connsiteX9" fmla="*/ 42227 w 41981"/>
                  <a:gd name="connsiteY9" fmla="*/ 21160 h 41981"/>
                  <a:gd name="connsiteX10" fmla="*/ 42227 w 41981"/>
                  <a:gd name="connsiteY10" fmla="*/ 21160 h 41981"/>
                  <a:gd name="connsiteX11" fmla="*/ 21237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69"/>
                    </a:moveTo>
                    <a:cubicBezTo>
                      <a:pt x="30178" y="4969"/>
                      <a:pt x="37427" y="12218"/>
                      <a:pt x="37427" y="21160"/>
                    </a:cubicBezTo>
                    <a:lnTo>
                      <a:pt x="37427" y="21160"/>
                    </a:lnTo>
                    <a:cubicBezTo>
                      <a:pt x="37427" y="30101"/>
                      <a:pt x="30178" y="37350"/>
                      <a:pt x="21237" y="37350"/>
                    </a:cubicBezTo>
                    <a:cubicBezTo>
                      <a:pt x="12295" y="37350"/>
                      <a:pt x="5046" y="30101"/>
                      <a:pt x="5046" y="21160"/>
                    </a:cubicBezTo>
                    <a:cubicBezTo>
                      <a:pt x="5046" y="12218"/>
                      <a:pt x="12295" y="4969"/>
                      <a:pt x="21237" y="4969"/>
                    </a:cubicBezTo>
                    <a:close/>
                    <a:moveTo>
                      <a:pt x="21237" y="169"/>
                    </a:moveTo>
                    <a:cubicBezTo>
                      <a:pt x="9644" y="169"/>
                      <a:pt x="246" y="9567"/>
                      <a:pt x="246" y="21160"/>
                    </a:cubicBezTo>
                    <a:cubicBezTo>
                      <a:pt x="246" y="32752"/>
                      <a:pt x="9644" y="42150"/>
                      <a:pt x="21237" y="42150"/>
                    </a:cubicBezTo>
                    <a:cubicBezTo>
                      <a:pt x="32829" y="42150"/>
                      <a:pt x="42227" y="32752"/>
                      <a:pt x="42227" y="21160"/>
                    </a:cubicBezTo>
                    <a:lnTo>
                      <a:pt x="42227" y="21160"/>
                    </a:lnTo>
                    <a:cubicBezTo>
                      <a:pt x="42227" y="9567"/>
                      <a:pt x="32829" y="169"/>
                      <a:pt x="21237" y="169"/>
                    </a:cubicBezTo>
                    <a:close/>
                  </a:path>
                </a:pathLst>
              </a:custGeom>
              <a:solidFill>
                <a:srgbClr val="000000"/>
              </a:solidFill>
              <a:ln w="4794" cap="sq">
                <a:noFill/>
                <a:prstDash val="solid"/>
                <a:round/>
              </a:ln>
            </p:spPr>
            <p:txBody>
              <a:bodyPr rtlCol="0" anchor="ctr"/>
              <a:lstStyle/>
              <a:p>
                <a:endParaRPr lang="en-US"/>
              </a:p>
            </p:txBody>
          </p:sp>
          <p:sp>
            <p:nvSpPr>
              <p:cNvPr id="2558" name="Freeform: Shape 2557">
                <a:extLst>
                  <a:ext uri="{FF2B5EF4-FFF2-40B4-BE49-F238E27FC236}">
                    <a16:creationId xmlns:a16="http://schemas.microsoft.com/office/drawing/2014/main" id="{886AE691-3BEA-5208-E177-1BEA155A2AAF}"/>
                  </a:ext>
                </a:extLst>
              </p:cNvPr>
              <p:cNvSpPr/>
              <p:nvPr/>
            </p:nvSpPr>
            <p:spPr>
              <a:xfrm>
                <a:off x="7669022" y="8013490"/>
                <a:ext cx="37180" cy="37180"/>
              </a:xfrm>
              <a:custGeom>
                <a:avLst/>
                <a:gdLst>
                  <a:gd name="connsiteX0" fmla="*/ 37437 w 37180"/>
                  <a:gd name="connsiteY0" fmla="*/ 18766 h 37180"/>
                  <a:gd name="connsiteX1" fmla="*/ 18846 w 37180"/>
                  <a:gd name="connsiteY1" fmla="*/ 37356 h 37180"/>
                  <a:gd name="connsiteX2" fmla="*/ 256 w 37180"/>
                  <a:gd name="connsiteY2" fmla="*/ 18766 h 37180"/>
                  <a:gd name="connsiteX3" fmla="*/ 18846 w 37180"/>
                  <a:gd name="connsiteY3" fmla="*/ 175 h 37180"/>
                  <a:gd name="connsiteX4" fmla="*/ 3743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6"/>
                    </a:moveTo>
                    <a:cubicBezTo>
                      <a:pt x="37437" y="29033"/>
                      <a:pt x="29113" y="37356"/>
                      <a:pt x="18846" y="37356"/>
                    </a:cubicBezTo>
                    <a:cubicBezTo>
                      <a:pt x="8579" y="37356"/>
                      <a:pt x="256" y="29033"/>
                      <a:pt x="256" y="18766"/>
                    </a:cubicBezTo>
                    <a:cubicBezTo>
                      <a:pt x="256" y="8499"/>
                      <a:pt x="8579" y="175"/>
                      <a:pt x="18846" y="175"/>
                    </a:cubicBezTo>
                    <a:cubicBezTo>
                      <a:pt x="29113" y="175"/>
                      <a:pt x="37437" y="8499"/>
                      <a:pt x="37437" y="18766"/>
                    </a:cubicBezTo>
                    <a:close/>
                  </a:path>
                </a:pathLst>
              </a:custGeom>
              <a:solidFill>
                <a:srgbClr val="F7F3F3"/>
              </a:solidFill>
              <a:ln w="5753" cap="sq">
                <a:noFill/>
                <a:prstDash val="solid"/>
                <a:miter/>
              </a:ln>
            </p:spPr>
            <p:txBody>
              <a:bodyPr rtlCol="0" anchor="ctr"/>
              <a:lstStyle/>
              <a:p>
                <a:endParaRPr lang="en-US"/>
              </a:p>
            </p:txBody>
          </p:sp>
          <p:sp>
            <p:nvSpPr>
              <p:cNvPr id="2559" name="Freeform: Shape 2558">
                <a:extLst>
                  <a:ext uri="{FF2B5EF4-FFF2-40B4-BE49-F238E27FC236}">
                    <a16:creationId xmlns:a16="http://schemas.microsoft.com/office/drawing/2014/main" id="{F9F97085-E535-14B5-800A-2F564ADCC6FD}"/>
                  </a:ext>
                </a:extLst>
              </p:cNvPr>
              <p:cNvSpPr/>
              <p:nvPr/>
            </p:nvSpPr>
            <p:spPr>
              <a:xfrm>
                <a:off x="7666621" y="8011090"/>
                <a:ext cx="41981" cy="41981"/>
              </a:xfrm>
              <a:custGeom>
                <a:avLst/>
                <a:gdLst>
                  <a:gd name="connsiteX0" fmla="*/ 21246 w 41981"/>
                  <a:gd name="connsiteY0" fmla="*/ 4976 h 41981"/>
                  <a:gd name="connsiteX1" fmla="*/ 37437 w 41981"/>
                  <a:gd name="connsiteY1" fmla="*/ 21166 h 41981"/>
                  <a:gd name="connsiteX2" fmla="*/ 37437 w 41981"/>
                  <a:gd name="connsiteY2" fmla="*/ 21166 h 41981"/>
                  <a:gd name="connsiteX3" fmla="*/ 21246 w 41981"/>
                  <a:gd name="connsiteY3" fmla="*/ 37356 h 41981"/>
                  <a:gd name="connsiteX4" fmla="*/ 5056 w 41981"/>
                  <a:gd name="connsiteY4" fmla="*/ 21166 h 41981"/>
                  <a:gd name="connsiteX5" fmla="*/ 21246 w 41981"/>
                  <a:gd name="connsiteY5" fmla="*/ 4976 h 41981"/>
                  <a:gd name="connsiteX6" fmla="*/ 21246 w 41981"/>
                  <a:gd name="connsiteY6" fmla="*/ 175 h 41981"/>
                  <a:gd name="connsiteX7" fmla="*/ 256 w 41981"/>
                  <a:gd name="connsiteY7" fmla="*/ 21166 h 41981"/>
                  <a:gd name="connsiteX8" fmla="*/ 21246 w 41981"/>
                  <a:gd name="connsiteY8" fmla="*/ 42157 h 41981"/>
                  <a:gd name="connsiteX9" fmla="*/ 42237 w 41981"/>
                  <a:gd name="connsiteY9" fmla="*/ 21166 h 41981"/>
                  <a:gd name="connsiteX10" fmla="*/ 42237 w 41981"/>
                  <a:gd name="connsiteY10" fmla="*/ 21166 h 41981"/>
                  <a:gd name="connsiteX11" fmla="*/ 2124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76"/>
                    </a:moveTo>
                    <a:cubicBezTo>
                      <a:pt x="30188" y="4976"/>
                      <a:pt x="37437" y="12224"/>
                      <a:pt x="37437" y="21166"/>
                    </a:cubicBezTo>
                    <a:lnTo>
                      <a:pt x="37437" y="21166"/>
                    </a:lnTo>
                    <a:cubicBezTo>
                      <a:pt x="37437" y="30108"/>
                      <a:pt x="30188" y="37356"/>
                      <a:pt x="21246" y="37356"/>
                    </a:cubicBezTo>
                    <a:cubicBezTo>
                      <a:pt x="12305" y="37356"/>
                      <a:pt x="5056" y="30108"/>
                      <a:pt x="5056" y="21166"/>
                    </a:cubicBezTo>
                    <a:cubicBezTo>
                      <a:pt x="5056" y="12224"/>
                      <a:pt x="12305" y="4976"/>
                      <a:pt x="21246" y="4976"/>
                    </a:cubicBezTo>
                    <a:close/>
                    <a:moveTo>
                      <a:pt x="21246" y="175"/>
                    </a:moveTo>
                    <a:cubicBezTo>
                      <a:pt x="9654" y="175"/>
                      <a:pt x="256" y="9573"/>
                      <a:pt x="256" y="21166"/>
                    </a:cubicBezTo>
                    <a:cubicBezTo>
                      <a:pt x="256" y="32759"/>
                      <a:pt x="9654" y="42157"/>
                      <a:pt x="21246" y="42157"/>
                    </a:cubicBezTo>
                    <a:cubicBezTo>
                      <a:pt x="32839" y="42157"/>
                      <a:pt x="42237" y="32759"/>
                      <a:pt x="42237" y="21166"/>
                    </a:cubicBezTo>
                    <a:lnTo>
                      <a:pt x="42237" y="21166"/>
                    </a:lnTo>
                    <a:cubicBezTo>
                      <a:pt x="42237" y="9573"/>
                      <a:pt x="32839" y="175"/>
                      <a:pt x="21246" y="175"/>
                    </a:cubicBezTo>
                    <a:close/>
                  </a:path>
                </a:pathLst>
              </a:custGeom>
              <a:solidFill>
                <a:srgbClr val="000000"/>
              </a:solidFill>
              <a:ln w="4794" cap="sq">
                <a:noFill/>
                <a:prstDash val="solid"/>
                <a:round/>
              </a:ln>
            </p:spPr>
            <p:txBody>
              <a:bodyPr rtlCol="0" anchor="ctr"/>
              <a:lstStyle/>
              <a:p>
                <a:endParaRPr lang="en-US"/>
              </a:p>
            </p:txBody>
          </p:sp>
          <p:sp>
            <p:nvSpPr>
              <p:cNvPr id="2560" name="Freeform: Shape 2559">
                <a:extLst>
                  <a:ext uri="{FF2B5EF4-FFF2-40B4-BE49-F238E27FC236}">
                    <a16:creationId xmlns:a16="http://schemas.microsoft.com/office/drawing/2014/main" id="{E15A4816-6AC1-E0DA-6D28-1BECB4157B0A}"/>
                  </a:ext>
                </a:extLst>
              </p:cNvPr>
              <p:cNvSpPr/>
              <p:nvPr/>
            </p:nvSpPr>
            <p:spPr>
              <a:xfrm>
                <a:off x="7563504" y="7949670"/>
                <a:ext cx="37180" cy="37180"/>
              </a:xfrm>
              <a:custGeom>
                <a:avLst/>
                <a:gdLst>
                  <a:gd name="connsiteX0" fmla="*/ 37418 w 37180"/>
                  <a:gd name="connsiteY0" fmla="*/ 18755 h 37180"/>
                  <a:gd name="connsiteX1" fmla="*/ 18828 w 37180"/>
                  <a:gd name="connsiteY1" fmla="*/ 37345 h 37180"/>
                  <a:gd name="connsiteX2" fmla="*/ 237 w 37180"/>
                  <a:gd name="connsiteY2" fmla="*/ 18755 h 37180"/>
                  <a:gd name="connsiteX3" fmla="*/ 18828 w 37180"/>
                  <a:gd name="connsiteY3" fmla="*/ 164 h 37180"/>
                  <a:gd name="connsiteX4" fmla="*/ 37418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55"/>
                    </a:moveTo>
                    <a:cubicBezTo>
                      <a:pt x="37418" y="29022"/>
                      <a:pt x="29095" y="37345"/>
                      <a:pt x="18828" y="37345"/>
                    </a:cubicBezTo>
                    <a:cubicBezTo>
                      <a:pt x="8561" y="37345"/>
                      <a:pt x="237" y="29022"/>
                      <a:pt x="237" y="18755"/>
                    </a:cubicBezTo>
                    <a:cubicBezTo>
                      <a:pt x="237" y="8488"/>
                      <a:pt x="8561" y="164"/>
                      <a:pt x="18828" y="164"/>
                    </a:cubicBezTo>
                    <a:cubicBezTo>
                      <a:pt x="29095" y="164"/>
                      <a:pt x="37418" y="8488"/>
                      <a:pt x="37418" y="18755"/>
                    </a:cubicBezTo>
                    <a:close/>
                  </a:path>
                </a:pathLst>
              </a:custGeom>
              <a:solidFill>
                <a:srgbClr val="F7D2D2"/>
              </a:solidFill>
              <a:ln w="5753" cap="sq">
                <a:noFill/>
                <a:prstDash val="solid"/>
                <a:miter/>
              </a:ln>
            </p:spPr>
            <p:txBody>
              <a:bodyPr rtlCol="0" anchor="ctr"/>
              <a:lstStyle/>
              <a:p>
                <a:endParaRPr lang="en-US"/>
              </a:p>
            </p:txBody>
          </p:sp>
          <p:sp>
            <p:nvSpPr>
              <p:cNvPr id="2561" name="Freeform: Shape 2560">
                <a:extLst>
                  <a:ext uri="{FF2B5EF4-FFF2-40B4-BE49-F238E27FC236}">
                    <a16:creationId xmlns:a16="http://schemas.microsoft.com/office/drawing/2014/main" id="{28895862-B5E6-2905-A03D-00AD3AA967CB}"/>
                  </a:ext>
                </a:extLst>
              </p:cNvPr>
              <p:cNvSpPr/>
              <p:nvPr/>
            </p:nvSpPr>
            <p:spPr>
              <a:xfrm>
                <a:off x="7561104" y="7947269"/>
                <a:ext cx="41981" cy="41981"/>
              </a:xfrm>
              <a:custGeom>
                <a:avLst/>
                <a:gdLst>
                  <a:gd name="connsiteX0" fmla="*/ 21228 w 41981"/>
                  <a:gd name="connsiteY0" fmla="*/ 4965 h 41981"/>
                  <a:gd name="connsiteX1" fmla="*/ 37418 w 41981"/>
                  <a:gd name="connsiteY1" fmla="*/ 21155 h 41981"/>
                  <a:gd name="connsiteX2" fmla="*/ 37418 w 41981"/>
                  <a:gd name="connsiteY2" fmla="*/ 21155 h 41981"/>
                  <a:gd name="connsiteX3" fmla="*/ 21228 w 41981"/>
                  <a:gd name="connsiteY3" fmla="*/ 37345 h 41981"/>
                  <a:gd name="connsiteX4" fmla="*/ 5038 w 41981"/>
                  <a:gd name="connsiteY4" fmla="*/ 21155 h 41981"/>
                  <a:gd name="connsiteX5" fmla="*/ 21228 w 41981"/>
                  <a:gd name="connsiteY5" fmla="*/ 4965 h 41981"/>
                  <a:gd name="connsiteX6" fmla="*/ 21228 w 41981"/>
                  <a:gd name="connsiteY6" fmla="*/ 164 h 41981"/>
                  <a:gd name="connsiteX7" fmla="*/ 237 w 41981"/>
                  <a:gd name="connsiteY7" fmla="*/ 21155 h 41981"/>
                  <a:gd name="connsiteX8" fmla="*/ 21228 w 41981"/>
                  <a:gd name="connsiteY8" fmla="*/ 42146 h 41981"/>
                  <a:gd name="connsiteX9" fmla="*/ 42219 w 41981"/>
                  <a:gd name="connsiteY9" fmla="*/ 21155 h 41981"/>
                  <a:gd name="connsiteX10" fmla="*/ 42219 w 41981"/>
                  <a:gd name="connsiteY10" fmla="*/ 21155 h 41981"/>
                  <a:gd name="connsiteX11" fmla="*/ 21228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65"/>
                    </a:moveTo>
                    <a:cubicBezTo>
                      <a:pt x="30170" y="4965"/>
                      <a:pt x="37418" y="12213"/>
                      <a:pt x="37418" y="21155"/>
                    </a:cubicBezTo>
                    <a:lnTo>
                      <a:pt x="37418" y="21155"/>
                    </a:lnTo>
                    <a:cubicBezTo>
                      <a:pt x="37418" y="30097"/>
                      <a:pt x="30170" y="37345"/>
                      <a:pt x="21228" y="37345"/>
                    </a:cubicBezTo>
                    <a:cubicBezTo>
                      <a:pt x="12286" y="37345"/>
                      <a:pt x="5038" y="30097"/>
                      <a:pt x="5038" y="21155"/>
                    </a:cubicBezTo>
                    <a:cubicBezTo>
                      <a:pt x="5038" y="12213"/>
                      <a:pt x="12286" y="4965"/>
                      <a:pt x="21228" y="4965"/>
                    </a:cubicBezTo>
                    <a:close/>
                    <a:moveTo>
                      <a:pt x="21228" y="164"/>
                    </a:moveTo>
                    <a:cubicBezTo>
                      <a:pt x="9635" y="164"/>
                      <a:pt x="237" y="9562"/>
                      <a:pt x="237" y="21155"/>
                    </a:cubicBezTo>
                    <a:cubicBezTo>
                      <a:pt x="237" y="32748"/>
                      <a:pt x="9635" y="42146"/>
                      <a:pt x="21228" y="42146"/>
                    </a:cubicBezTo>
                    <a:cubicBezTo>
                      <a:pt x="32821" y="42146"/>
                      <a:pt x="42219" y="32748"/>
                      <a:pt x="42219" y="21155"/>
                    </a:cubicBezTo>
                    <a:lnTo>
                      <a:pt x="42219" y="21155"/>
                    </a:lnTo>
                    <a:cubicBezTo>
                      <a:pt x="42219" y="9562"/>
                      <a:pt x="32821" y="164"/>
                      <a:pt x="21228" y="164"/>
                    </a:cubicBezTo>
                    <a:close/>
                  </a:path>
                </a:pathLst>
              </a:custGeom>
              <a:solidFill>
                <a:srgbClr val="000000"/>
              </a:solidFill>
              <a:ln w="4794" cap="sq">
                <a:noFill/>
                <a:prstDash val="solid"/>
                <a:round/>
              </a:ln>
            </p:spPr>
            <p:txBody>
              <a:bodyPr rtlCol="0" anchor="ctr"/>
              <a:lstStyle/>
              <a:p>
                <a:endParaRPr lang="en-US"/>
              </a:p>
            </p:txBody>
          </p:sp>
          <p:sp>
            <p:nvSpPr>
              <p:cNvPr id="2562" name="Freeform: Shape 2561">
                <a:extLst>
                  <a:ext uri="{FF2B5EF4-FFF2-40B4-BE49-F238E27FC236}">
                    <a16:creationId xmlns:a16="http://schemas.microsoft.com/office/drawing/2014/main" id="{7C438272-1196-695A-B99E-6968E4F011A8}"/>
                  </a:ext>
                </a:extLst>
              </p:cNvPr>
              <p:cNvSpPr/>
              <p:nvPr/>
            </p:nvSpPr>
            <p:spPr>
              <a:xfrm>
                <a:off x="7541731" y="7931900"/>
                <a:ext cx="37180" cy="37180"/>
              </a:xfrm>
              <a:custGeom>
                <a:avLst/>
                <a:gdLst>
                  <a:gd name="connsiteX0" fmla="*/ 37414 w 37180"/>
                  <a:gd name="connsiteY0" fmla="*/ 18752 h 37180"/>
                  <a:gd name="connsiteX1" fmla="*/ 18824 w 37180"/>
                  <a:gd name="connsiteY1" fmla="*/ 37342 h 37180"/>
                  <a:gd name="connsiteX2" fmla="*/ 234 w 37180"/>
                  <a:gd name="connsiteY2" fmla="*/ 18752 h 37180"/>
                  <a:gd name="connsiteX3" fmla="*/ 18824 w 37180"/>
                  <a:gd name="connsiteY3" fmla="*/ 161 h 37180"/>
                  <a:gd name="connsiteX4" fmla="*/ 37414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752"/>
                    </a:moveTo>
                    <a:cubicBezTo>
                      <a:pt x="37414" y="29019"/>
                      <a:pt x="29091" y="37342"/>
                      <a:pt x="18824" y="37342"/>
                    </a:cubicBezTo>
                    <a:cubicBezTo>
                      <a:pt x="8557" y="37342"/>
                      <a:pt x="234" y="29019"/>
                      <a:pt x="234" y="18752"/>
                    </a:cubicBezTo>
                    <a:cubicBezTo>
                      <a:pt x="234" y="8485"/>
                      <a:pt x="8557" y="161"/>
                      <a:pt x="18824" y="161"/>
                    </a:cubicBezTo>
                    <a:cubicBezTo>
                      <a:pt x="29091" y="161"/>
                      <a:pt x="37414" y="8485"/>
                      <a:pt x="37414" y="18752"/>
                    </a:cubicBezTo>
                    <a:close/>
                  </a:path>
                </a:pathLst>
              </a:custGeom>
              <a:solidFill>
                <a:srgbClr val="F7E2E2"/>
              </a:solidFill>
              <a:ln w="5753" cap="sq">
                <a:noFill/>
                <a:prstDash val="solid"/>
                <a:miter/>
              </a:ln>
            </p:spPr>
            <p:txBody>
              <a:bodyPr rtlCol="0" anchor="ctr"/>
              <a:lstStyle/>
              <a:p>
                <a:endParaRPr lang="en-US"/>
              </a:p>
            </p:txBody>
          </p:sp>
          <p:sp>
            <p:nvSpPr>
              <p:cNvPr id="2563" name="Freeform: Shape 2562">
                <a:extLst>
                  <a:ext uri="{FF2B5EF4-FFF2-40B4-BE49-F238E27FC236}">
                    <a16:creationId xmlns:a16="http://schemas.microsoft.com/office/drawing/2014/main" id="{786BA213-2D98-92F3-3D44-7A6DABBB55F8}"/>
                  </a:ext>
                </a:extLst>
              </p:cNvPr>
              <p:cNvSpPr/>
              <p:nvPr/>
            </p:nvSpPr>
            <p:spPr>
              <a:xfrm>
                <a:off x="7539331" y="7929500"/>
                <a:ext cx="41981" cy="41981"/>
              </a:xfrm>
              <a:custGeom>
                <a:avLst/>
                <a:gdLst>
                  <a:gd name="connsiteX0" fmla="*/ 21224 w 41981"/>
                  <a:gd name="connsiteY0" fmla="*/ 4962 h 41981"/>
                  <a:gd name="connsiteX1" fmla="*/ 37414 w 41981"/>
                  <a:gd name="connsiteY1" fmla="*/ 21152 h 41981"/>
                  <a:gd name="connsiteX2" fmla="*/ 37414 w 41981"/>
                  <a:gd name="connsiteY2" fmla="*/ 21152 h 41981"/>
                  <a:gd name="connsiteX3" fmla="*/ 21224 w 41981"/>
                  <a:gd name="connsiteY3" fmla="*/ 37342 h 41981"/>
                  <a:gd name="connsiteX4" fmla="*/ 5034 w 41981"/>
                  <a:gd name="connsiteY4" fmla="*/ 21152 h 41981"/>
                  <a:gd name="connsiteX5" fmla="*/ 21224 w 41981"/>
                  <a:gd name="connsiteY5" fmla="*/ 4962 h 41981"/>
                  <a:gd name="connsiteX6" fmla="*/ 21224 w 41981"/>
                  <a:gd name="connsiteY6" fmla="*/ 161 h 41981"/>
                  <a:gd name="connsiteX7" fmla="*/ 234 w 41981"/>
                  <a:gd name="connsiteY7" fmla="*/ 21152 h 41981"/>
                  <a:gd name="connsiteX8" fmla="*/ 21224 w 41981"/>
                  <a:gd name="connsiteY8" fmla="*/ 42142 h 41981"/>
                  <a:gd name="connsiteX9" fmla="*/ 42215 w 41981"/>
                  <a:gd name="connsiteY9" fmla="*/ 21152 h 41981"/>
                  <a:gd name="connsiteX10" fmla="*/ 42215 w 41981"/>
                  <a:gd name="connsiteY10" fmla="*/ 21152 h 41981"/>
                  <a:gd name="connsiteX11" fmla="*/ 21224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962"/>
                    </a:moveTo>
                    <a:cubicBezTo>
                      <a:pt x="30166" y="4962"/>
                      <a:pt x="37414" y="12210"/>
                      <a:pt x="37414" y="21152"/>
                    </a:cubicBezTo>
                    <a:lnTo>
                      <a:pt x="37414" y="21152"/>
                    </a:lnTo>
                    <a:cubicBezTo>
                      <a:pt x="37414" y="30094"/>
                      <a:pt x="30166" y="37342"/>
                      <a:pt x="21224" y="37342"/>
                    </a:cubicBezTo>
                    <a:cubicBezTo>
                      <a:pt x="12282" y="37342"/>
                      <a:pt x="5034" y="30094"/>
                      <a:pt x="5034" y="21152"/>
                    </a:cubicBezTo>
                    <a:cubicBezTo>
                      <a:pt x="5034" y="12210"/>
                      <a:pt x="12282" y="4962"/>
                      <a:pt x="21224" y="4962"/>
                    </a:cubicBezTo>
                    <a:close/>
                    <a:moveTo>
                      <a:pt x="21224" y="161"/>
                    </a:moveTo>
                    <a:cubicBezTo>
                      <a:pt x="9632" y="161"/>
                      <a:pt x="234" y="9559"/>
                      <a:pt x="234" y="21152"/>
                    </a:cubicBezTo>
                    <a:cubicBezTo>
                      <a:pt x="234" y="32744"/>
                      <a:pt x="9632" y="42142"/>
                      <a:pt x="21224" y="42142"/>
                    </a:cubicBezTo>
                    <a:cubicBezTo>
                      <a:pt x="32817" y="42142"/>
                      <a:pt x="42215" y="32744"/>
                      <a:pt x="42215" y="21152"/>
                    </a:cubicBezTo>
                    <a:lnTo>
                      <a:pt x="42215" y="21152"/>
                    </a:lnTo>
                    <a:cubicBezTo>
                      <a:pt x="42215" y="9559"/>
                      <a:pt x="32817" y="161"/>
                      <a:pt x="21224" y="161"/>
                    </a:cubicBezTo>
                    <a:close/>
                  </a:path>
                </a:pathLst>
              </a:custGeom>
              <a:solidFill>
                <a:srgbClr val="000000"/>
              </a:solidFill>
              <a:ln w="4794" cap="sq">
                <a:noFill/>
                <a:prstDash val="solid"/>
                <a:round/>
              </a:ln>
            </p:spPr>
            <p:txBody>
              <a:bodyPr rtlCol="0" anchor="ctr"/>
              <a:lstStyle/>
              <a:p>
                <a:endParaRPr lang="en-US"/>
              </a:p>
            </p:txBody>
          </p:sp>
          <p:sp>
            <p:nvSpPr>
              <p:cNvPr id="2564" name="Freeform: Shape 2563">
                <a:extLst>
                  <a:ext uri="{FF2B5EF4-FFF2-40B4-BE49-F238E27FC236}">
                    <a16:creationId xmlns:a16="http://schemas.microsoft.com/office/drawing/2014/main" id="{FBBA50A5-18C3-BA4D-3453-F11F8D48A32E}"/>
                  </a:ext>
                </a:extLst>
              </p:cNvPr>
              <p:cNvSpPr/>
              <p:nvPr/>
            </p:nvSpPr>
            <p:spPr>
              <a:xfrm>
                <a:off x="7668042" y="7981684"/>
                <a:ext cx="37180" cy="37180"/>
              </a:xfrm>
              <a:custGeom>
                <a:avLst/>
                <a:gdLst>
                  <a:gd name="connsiteX0" fmla="*/ 37436 w 37180"/>
                  <a:gd name="connsiteY0" fmla="*/ 18760 h 37180"/>
                  <a:gd name="connsiteX1" fmla="*/ 18846 w 37180"/>
                  <a:gd name="connsiteY1" fmla="*/ 37351 h 37180"/>
                  <a:gd name="connsiteX2" fmla="*/ 256 w 37180"/>
                  <a:gd name="connsiteY2" fmla="*/ 18760 h 37180"/>
                  <a:gd name="connsiteX3" fmla="*/ 18846 w 37180"/>
                  <a:gd name="connsiteY3" fmla="*/ 170 h 37180"/>
                  <a:gd name="connsiteX4" fmla="*/ 37436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0"/>
                    </a:moveTo>
                    <a:cubicBezTo>
                      <a:pt x="37436" y="29028"/>
                      <a:pt x="29113" y="37351"/>
                      <a:pt x="18846" y="37351"/>
                    </a:cubicBezTo>
                    <a:cubicBezTo>
                      <a:pt x="8579" y="37351"/>
                      <a:pt x="256" y="29028"/>
                      <a:pt x="256" y="18760"/>
                    </a:cubicBezTo>
                    <a:cubicBezTo>
                      <a:pt x="256" y="8493"/>
                      <a:pt x="8579" y="170"/>
                      <a:pt x="18846" y="170"/>
                    </a:cubicBezTo>
                    <a:cubicBezTo>
                      <a:pt x="29113" y="170"/>
                      <a:pt x="37436" y="8493"/>
                      <a:pt x="37436" y="18760"/>
                    </a:cubicBezTo>
                    <a:close/>
                  </a:path>
                </a:pathLst>
              </a:custGeom>
              <a:solidFill>
                <a:srgbClr val="F7EFEF"/>
              </a:solidFill>
              <a:ln w="5753" cap="sq">
                <a:noFill/>
                <a:prstDash val="solid"/>
                <a:miter/>
              </a:ln>
            </p:spPr>
            <p:txBody>
              <a:bodyPr rtlCol="0" anchor="ctr"/>
              <a:lstStyle/>
              <a:p>
                <a:endParaRPr lang="en-US"/>
              </a:p>
            </p:txBody>
          </p:sp>
          <p:sp>
            <p:nvSpPr>
              <p:cNvPr id="2565" name="Freeform: Shape 2564">
                <a:extLst>
                  <a:ext uri="{FF2B5EF4-FFF2-40B4-BE49-F238E27FC236}">
                    <a16:creationId xmlns:a16="http://schemas.microsoft.com/office/drawing/2014/main" id="{F08B497B-98C9-A8FD-9D02-EC731E778BB2}"/>
                  </a:ext>
                </a:extLst>
              </p:cNvPr>
              <p:cNvSpPr/>
              <p:nvPr/>
            </p:nvSpPr>
            <p:spPr>
              <a:xfrm>
                <a:off x="7665642" y="7979283"/>
                <a:ext cx="41981" cy="41981"/>
              </a:xfrm>
              <a:custGeom>
                <a:avLst/>
                <a:gdLst>
                  <a:gd name="connsiteX0" fmla="*/ 21246 w 41981"/>
                  <a:gd name="connsiteY0" fmla="*/ 4970 h 41981"/>
                  <a:gd name="connsiteX1" fmla="*/ 37436 w 41981"/>
                  <a:gd name="connsiteY1" fmla="*/ 21161 h 41981"/>
                  <a:gd name="connsiteX2" fmla="*/ 37436 w 41981"/>
                  <a:gd name="connsiteY2" fmla="*/ 21161 h 41981"/>
                  <a:gd name="connsiteX3" fmla="*/ 21246 w 41981"/>
                  <a:gd name="connsiteY3" fmla="*/ 37351 h 41981"/>
                  <a:gd name="connsiteX4" fmla="*/ 5056 w 41981"/>
                  <a:gd name="connsiteY4" fmla="*/ 21161 h 41981"/>
                  <a:gd name="connsiteX5" fmla="*/ 21246 w 41981"/>
                  <a:gd name="connsiteY5" fmla="*/ 4970 h 41981"/>
                  <a:gd name="connsiteX6" fmla="*/ 21246 w 41981"/>
                  <a:gd name="connsiteY6" fmla="*/ 170 h 41981"/>
                  <a:gd name="connsiteX7" fmla="*/ 256 w 41981"/>
                  <a:gd name="connsiteY7" fmla="*/ 21161 h 41981"/>
                  <a:gd name="connsiteX8" fmla="*/ 21246 w 41981"/>
                  <a:gd name="connsiteY8" fmla="*/ 42151 h 41981"/>
                  <a:gd name="connsiteX9" fmla="*/ 42237 w 41981"/>
                  <a:gd name="connsiteY9" fmla="*/ 21161 h 41981"/>
                  <a:gd name="connsiteX10" fmla="*/ 42237 w 41981"/>
                  <a:gd name="connsiteY10" fmla="*/ 21161 h 41981"/>
                  <a:gd name="connsiteX11" fmla="*/ 21246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70"/>
                    </a:moveTo>
                    <a:cubicBezTo>
                      <a:pt x="30188" y="4970"/>
                      <a:pt x="37436" y="12219"/>
                      <a:pt x="37436" y="21161"/>
                    </a:cubicBezTo>
                    <a:lnTo>
                      <a:pt x="37436" y="21161"/>
                    </a:lnTo>
                    <a:cubicBezTo>
                      <a:pt x="37436" y="30102"/>
                      <a:pt x="30188" y="37351"/>
                      <a:pt x="21246" y="37351"/>
                    </a:cubicBezTo>
                    <a:cubicBezTo>
                      <a:pt x="12304" y="37351"/>
                      <a:pt x="5056" y="30102"/>
                      <a:pt x="5056" y="21161"/>
                    </a:cubicBezTo>
                    <a:cubicBezTo>
                      <a:pt x="5056" y="12219"/>
                      <a:pt x="12304" y="4970"/>
                      <a:pt x="21246" y="4970"/>
                    </a:cubicBezTo>
                    <a:close/>
                    <a:moveTo>
                      <a:pt x="21246" y="170"/>
                    </a:moveTo>
                    <a:cubicBezTo>
                      <a:pt x="9654" y="170"/>
                      <a:pt x="256" y="9568"/>
                      <a:pt x="256" y="21161"/>
                    </a:cubicBezTo>
                    <a:cubicBezTo>
                      <a:pt x="256" y="32753"/>
                      <a:pt x="9654" y="42151"/>
                      <a:pt x="21246" y="42151"/>
                    </a:cubicBezTo>
                    <a:cubicBezTo>
                      <a:pt x="32839" y="42151"/>
                      <a:pt x="42237" y="32753"/>
                      <a:pt x="42237" y="21161"/>
                    </a:cubicBezTo>
                    <a:lnTo>
                      <a:pt x="42237" y="21161"/>
                    </a:lnTo>
                    <a:cubicBezTo>
                      <a:pt x="42237" y="9568"/>
                      <a:pt x="32839" y="170"/>
                      <a:pt x="21246" y="170"/>
                    </a:cubicBezTo>
                    <a:close/>
                  </a:path>
                </a:pathLst>
              </a:custGeom>
              <a:solidFill>
                <a:srgbClr val="000000"/>
              </a:solidFill>
              <a:ln w="4794" cap="sq">
                <a:noFill/>
                <a:prstDash val="solid"/>
                <a:round/>
              </a:ln>
            </p:spPr>
            <p:txBody>
              <a:bodyPr rtlCol="0" anchor="ctr"/>
              <a:lstStyle/>
              <a:p>
                <a:endParaRPr lang="en-US"/>
              </a:p>
            </p:txBody>
          </p:sp>
          <p:sp>
            <p:nvSpPr>
              <p:cNvPr id="2566" name="Freeform: Shape 2565">
                <a:extLst>
                  <a:ext uri="{FF2B5EF4-FFF2-40B4-BE49-F238E27FC236}">
                    <a16:creationId xmlns:a16="http://schemas.microsoft.com/office/drawing/2014/main" id="{1BBDBECA-78FB-C9F7-178C-A0770283F3A4}"/>
                  </a:ext>
                </a:extLst>
              </p:cNvPr>
              <p:cNvSpPr/>
              <p:nvPr/>
            </p:nvSpPr>
            <p:spPr>
              <a:xfrm>
                <a:off x="7659714" y="7999586"/>
                <a:ext cx="37180" cy="37180"/>
              </a:xfrm>
              <a:custGeom>
                <a:avLst/>
                <a:gdLst>
                  <a:gd name="connsiteX0" fmla="*/ 37435 w 37180"/>
                  <a:gd name="connsiteY0" fmla="*/ 18763 h 37180"/>
                  <a:gd name="connsiteX1" fmla="*/ 18845 w 37180"/>
                  <a:gd name="connsiteY1" fmla="*/ 37354 h 37180"/>
                  <a:gd name="connsiteX2" fmla="*/ 254 w 37180"/>
                  <a:gd name="connsiteY2" fmla="*/ 18763 h 37180"/>
                  <a:gd name="connsiteX3" fmla="*/ 18845 w 37180"/>
                  <a:gd name="connsiteY3" fmla="*/ 173 h 37180"/>
                  <a:gd name="connsiteX4" fmla="*/ 3743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63"/>
                    </a:moveTo>
                    <a:cubicBezTo>
                      <a:pt x="37435" y="29031"/>
                      <a:pt x="29112" y="37354"/>
                      <a:pt x="18845" y="37354"/>
                    </a:cubicBezTo>
                    <a:cubicBezTo>
                      <a:pt x="8577" y="37354"/>
                      <a:pt x="254" y="29031"/>
                      <a:pt x="254" y="18763"/>
                    </a:cubicBezTo>
                    <a:cubicBezTo>
                      <a:pt x="254" y="8496"/>
                      <a:pt x="8577" y="173"/>
                      <a:pt x="18845" y="173"/>
                    </a:cubicBezTo>
                    <a:cubicBezTo>
                      <a:pt x="29112" y="173"/>
                      <a:pt x="37435" y="8496"/>
                      <a:pt x="37435" y="18763"/>
                    </a:cubicBezTo>
                    <a:close/>
                  </a:path>
                </a:pathLst>
              </a:custGeom>
              <a:solidFill>
                <a:srgbClr val="F7CBCB"/>
              </a:solidFill>
              <a:ln w="5753" cap="sq">
                <a:noFill/>
                <a:prstDash val="solid"/>
                <a:miter/>
              </a:ln>
            </p:spPr>
            <p:txBody>
              <a:bodyPr rtlCol="0" anchor="ctr"/>
              <a:lstStyle/>
              <a:p>
                <a:endParaRPr lang="en-US"/>
              </a:p>
            </p:txBody>
          </p:sp>
          <p:sp>
            <p:nvSpPr>
              <p:cNvPr id="2567" name="Freeform: Shape 2566">
                <a:extLst>
                  <a:ext uri="{FF2B5EF4-FFF2-40B4-BE49-F238E27FC236}">
                    <a16:creationId xmlns:a16="http://schemas.microsoft.com/office/drawing/2014/main" id="{678F7B8E-045B-8A51-11AE-F459C0D0EBC0}"/>
                  </a:ext>
                </a:extLst>
              </p:cNvPr>
              <p:cNvSpPr/>
              <p:nvPr/>
            </p:nvSpPr>
            <p:spPr>
              <a:xfrm>
                <a:off x="7657313" y="7997186"/>
                <a:ext cx="41981" cy="41981"/>
              </a:xfrm>
              <a:custGeom>
                <a:avLst/>
                <a:gdLst>
                  <a:gd name="connsiteX0" fmla="*/ 21245 w 41981"/>
                  <a:gd name="connsiteY0" fmla="*/ 4973 h 41981"/>
                  <a:gd name="connsiteX1" fmla="*/ 37435 w 41981"/>
                  <a:gd name="connsiteY1" fmla="*/ 21164 h 41981"/>
                  <a:gd name="connsiteX2" fmla="*/ 37435 w 41981"/>
                  <a:gd name="connsiteY2" fmla="*/ 21164 h 41981"/>
                  <a:gd name="connsiteX3" fmla="*/ 21245 w 41981"/>
                  <a:gd name="connsiteY3" fmla="*/ 37354 h 41981"/>
                  <a:gd name="connsiteX4" fmla="*/ 5055 w 41981"/>
                  <a:gd name="connsiteY4" fmla="*/ 21164 h 41981"/>
                  <a:gd name="connsiteX5" fmla="*/ 21245 w 41981"/>
                  <a:gd name="connsiteY5" fmla="*/ 4973 h 41981"/>
                  <a:gd name="connsiteX6" fmla="*/ 21245 w 41981"/>
                  <a:gd name="connsiteY6" fmla="*/ 173 h 41981"/>
                  <a:gd name="connsiteX7" fmla="*/ 254 w 41981"/>
                  <a:gd name="connsiteY7" fmla="*/ 21164 h 41981"/>
                  <a:gd name="connsiteX8" fmla="*/ 21245 w 41981"/>
                  <a:gd name="connsiteY8" fmla="*/ 42154 h 41981"/>
                  <a:gd name="connsiteX9" fmla="*/ 42235 w 41981"/>
                  <a:gd name="connsiteY9" fmla="*/ 21164 h 41981"/>
                  <a:gd name="connsiteX10" fmla="*/ 42235 w 41981"/>
                  <a:gd name="connsiteY10" fmla="*/ 21164 h 41981"/>
                  <a:gd name="connsiteX11" fmla="*/ 21245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3"/>
                    </a:moveTo>
                    <a:cubicBezTo>
                      <a:pt x="30187" y="4973"/>
                      <a:pt x="37435" y="12222"/>
                      <a:pt x="37435" y="21164"/>
                    </a:cubicBezTo>
                    <a:lnTo>
                      <a:pt x="37435" y="21164"/>
                    </a:lnTo>
                    <a:cubicBezTo>
                      <a:pt x="37435" y="30105"/>
                      <a:pt x="30187" y="37354"/>
                      <a:pt x="21245" y="37354"/>
                    </a:cubicBezTo>
                    <a:cubicBezTo>
                      <a:pt x="12303" y="37354"/>
                      <a:pt x="5055" y="30105"/>
                      <a:pt x="5055" y="21164"/>
                    </a:cubicBezTo>
                    <a:cubicBezTo>
                      <a:pt x="5055" y="12222"/>
                      <a:pt x="12303" y="4973"/>
                      <a:pt x="21245" y="4973"/>
                    </a:cubicBezTo>
                    <a:close/>
                    <a:moveTo>
                      <a:pt x="21245" y="173"/>
                    </a:moveTo>
                    <a:cubicBezTo>
                      <a:pt x="9652" y="173"/>
                      <a:pt x="254" y="9571"/>
                      <a:pt x="254" y="21164"/>
                    </a:cubicBezTo>
                    <a:cubicBezTo>
                      <a:pt x="254" y="32756"/>
                      <a:pt x="9652" y="42154"/>
                      <a:pt x="21245" y="42154"/>
                    </a:cubicBezTo>
                    <a:cubicBezTo>
                      <a:pt x="32837" y="42154"/>
                      <a:pt x="42235" y="32756"/>
                      <a:pt x="42235" y="21164"/>
                    </a:cubicBezTo>
                    <a:lnTo>
                      <a:pt x="42235" y="21164"/>
                    </a:lnTo>
                    <a:cubicBezTo>
                      <a:pt x="42235" y="9571"/>
                      <a:pt x="32837" y="173"/>
                      <a:pt x="21245" y="173"/>
                    </a:cubicBezTo>
                    <a:close/>
                  </a:path>
                </a:pathLst>
              </a:custGeom>
              <a:solidFill>
                <a:srgbClr val="000000"/>
              </a:solidFill>
              <a:ln w="4794" cap="sq">
                <a:noFill/>
                <a:prstDash val="solid"/>
                <a:round/>
              </a:ln>
            </p:spPr>
            <p:txBody>
              <a:bodyPr rtlCol="0" anchor="ctr"/>
              <a:lstStyle/>
              <a:p>
                <a:endParaRPr lang="en-US"/>
              </a:p>
            </p:txBody>
          </p:sp>
          <p:sp>
            <p:nvSpPr>
              <p:cNvPr id="2568" name="Freeform: Shape 2567">
                <a:extLst>
                  <a:ext uri="{FF2B5EF4-FFF2-40B4-BE49-F238E27FC236}">
                    <a16:creationId xmlns:a16="http://schemas.microsoft.com/office/drawing/2014/main" id="{F5BC5D49-A6EA-8AA6-8DFD-F81F6602FF39}"/>
                  </a:ext>
                </a:extLst>
              </p:cNvPr>
              <p:cNvSpPr/>
              <p:nvPr/>
            </p:nvSpPr>
            <p:spPr>
              <a:xfrm>
                <a:off x="7717872" y="7793522"/>
                <a:ext cx="37180" cy="37180"/>
              </a:xfrm>
              <a:custGeom>
                <a:avLst/>
                <a:gdLst>
                  <a:gd name="connsiteX0" fmla="*/ 37445 w 37180"/>
                  <a:gd name="connsiteY0" fmla="*/ 18728 h 37180"/>
                  <a:gd name="connsiteX1" fmla="*/ 18855 w 37180"/>
                  <a:gd name="connsiteY1" fmla="*/ 37318 h 37180"/>
                  <a:gd name="connsiteX2" fmla="*/ 264 w 37180"/>
                  <a:gd name="connsiteY2" fmla="*/ 18728 h 37180"/>
                  <a:gd name="connsiteX3" fmla="*/ 18855 w 37180"/>
                  <a:gd name="connsiteY3" fmla="*/ 137 h 37180"/>
                  <a:gd name="connsiteX4" fmla="*/ 37445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28"/>
                    </a:moveTo>
                    <a:cubicBezTo>
                      <a:pt x="37445" y="28995"/>
                      <a:pt x="29122" y="37318"/>
                      <a:pt x="18855" y="37318"/>
                    </a:cubicBezTo>
                    <a:cubicBezTo>
                      <a:pt x="8587" y="37318"/>
                      <a:pt x="264" y="28995"/>
                      <a:pt x="264" y="18728"/>
                    </a:cubicBezTo>
                    <a:cubicBezTo>
                      <a:pt x="264" y="8460"/>
                      <a:pt x="8587" y="137"/>
                      <a:pt x="18855" y="137"/>
                    </a:cubicBezTo>
                    <a:cubicBezTo>
                      <a:pt x="29122" y="137"/>
                      <a:pt x="37445" y="8460"/>
                      <a:pt x="37445" y="18728"/>
                    </a:cubicBezTo>
                    <a:close/>
                  </a:path>
                </a:pathLst>
              </a:custGeom>
              <a:solidFill>
                <a:srgbClr val="F7C7C7"/>
              </a:solidFill>
              <a:ln w="5753" cap="sq">
                <a:noFill/>
                <a:prstDash val="solid"/>
                <a:miter/>
              </a:ln>
            </p:spPr>
            <p:txBody>
              <a:bodyPr rtlCol="0" anchor="ctr"/>
              <a:lstStyle/>
              <a:p>
                <a:endParaRPr lang="en-US"/>
              </a:p>
            </p:txBody>
          </p:sp>
          <p:sp>
            <p:nvSpPr>
              <p:cNvPr id="2569" name="Freeform: Shape 2568">
                <a:extLst>
                  <a:ext uri="{FF2B5EF4-FFF2-40B4-BE49-F238E27FC236}">
                    <a16:creationId xmlns:a16="http://schemas.microsoft.com/office/drawing/2014/main" id="{66CB4B96-D8E3-9F5F-C460-1CEC4547974A}"/>
                  </a:ext>
                </a:extLst>
              </p:cNvPr>
              <p:cNvSpPr/>
              <p:nvPr/>
            </p:nvSpPr>
            <p:spPr>
              <a:xfrm>
                <a:off x="7715472" y="7791122"/>
                <a:ext cx="41981" cy="41981"/>
              </a:xfrm>
              <a:custGeom>
                <a:avLst/>
                <a:gdLst>
                  <a:gd name="connsiteX0" fmla="*/ 21255 w 41981"/>
                  <a:gd name="connsiteY0" fmla="*/ 4938 h 41981"/>
                  <a:gd name="connsiteX1" fmla="*/ 37445 w 41981"/>
                  <a:gd name="connsiteY1" fmla="*/ 21128 h 41981"/>
                  <a:gd name="connsiteX2" fmla="*/ 37445 w 41981"/>
                  <a:gd name="connsiteY2" fmla="*/ 21128 h 41981"/>
                  <a:gd name="connsiteX3" fmla="*/ 21255 w 41981"/>
                  <a:gd name="connsiteY3" fmla="*/ 37318 h 41981"/>
                  <a:gd name="connsiteX4" fmla="*/ 5065 w 41981"/>
                  <a:gd name="connsiteY4" fmla="*/ 21128 h 41981"/>
                  <a:gd name="connsiteX5" fmla="*/ 21255 w 41981"/>
                  <a:gd name="connsiteY5" fmla="*/ 4938 h 41981"/>
                  <a:gd name="connsiteX6" fmla="*/ 21255 w 41981"/>
                  <a:gd name="connsiteY6" fmla="*/ 137 h 41981"/>
                  <a:gd name="connsiteX7" fmla="*/ 264 w 41981"/>
                  <a:gd name="connsiteY7" fmla="*/ 21128 h 41981"/>
                  <a:gd name="connsiteX8" fmla="*/ 21255 w 41981"/>
                  <a:gd name="connsiteY8" fmla="*/ 42118 h 41981"/>
                  <a:gd name="connsiteX9" fmla="*/ 42245 w 41981"/>
                  <a:gd name="connsiteY9" fmla="*/ 21128 h 41981"/>
                  <a:gd name="connsiteX10" fmla="*/ 42245 w 41981"/>
                  <a:gd name="connsiteY10" fmla="*/ 21128 h 41981"/>
                  <a:gd name="connsiteX11" fmla="*/ 21255 w 41981"/>
                  <a:gd name="connsiteY11" fmla="*/ 13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38"/>
                    </a:moveTo>
                    <a:cubicBezTo>
                      <a:pt x="30197" y="4938"/>
                      <a:pt x="37445" y="12186"/>
                      <a:pt x="37445" y="21128"/>
                    </a:cubicBezTo>
                    <a:lnTo>
                      <a:pt x="37445" y="21128"/>
                    </a:lnTo>
                    <a:cubicBezTo>
                      <a:pt x="37445" y="30070"/>
                      <a:pt x="30197" y="37318"/>
                      <a:pt x="21255" y="37318"/>
                    </a:cubicBezTo>
                    <a:cubicBezTo>
                      <a:pt x="12313" y="37318"/>
                      <a:pt x="5065" y="30070"/>
                      <a:pt x="5065" y="21128"/>
                    </a:cubicBezTo>
                    <a:cubicBezTo>
                      <a:pt x="5065" y="12186"/>
                      <a:pt x="12313" y="4938"/>
                      <a:pt x="21255" y="4938"/>
                    </a:cubicBezTo>
                    <a:close/>
                    <a:moveTo>
                      <a:pt x="21255" y="137"/>
                    </a:moveTo>
                    <a:cubicBezTo>
                      <a:pt x="9662" y="137"/>
                      <a:pt x="264" y="9535"/>
                      <a:pt x="264" y="21128"/>
                    </a:cubicBezTo>
                    <a:cubicBezTo>
                      <a:pt x="264" y="32720"/>
                      <a:pt x="9662" y="42118"/>
                      <a:pt x="21255" y="42118"/>
                    </a:cubicBezTo>
                    <a:cubicBezTo>
                      <a:pt x="32847" y="42118"/>
                      <a:pt x="42245" y="32720"/>
                      <a:pt x="42245" y="21128"/>
                    </a:cubicBezTo>
                    <a:lnTo>
                      <a:pt x="42245" y="21128"/>
                    </a:lnTo>
                    <a:cubicBezTo>
                      <a:pt x="42245" y="9535"/>
                      <a:pt x="32847" y="137"/>
                      <a:pt x="21255" y="137"/>
                    </a:cubicBezTo>
                    <a:close/>
                  </a:path>
                </a:pathLst>
              </a:custGeom>
              <a:solidFill>
                <a:srgbClr val="000000"/>
              </a:solidFill>
              <a:ln w="4794" cap="sq">
                <a:noFill/>
                <a:prstDash val="solid"/>
                <a:round/>
              </a:ln>
            </p:spPr>
            <p:txBody>
              <a:bodyPr rtlCol="0" anchor="ctr"/>
              <a:lstStyle/>
              <a:p>
                <a:endParaRPr lang="en-US"/>
              </a:p>
            </p:txBody>
          </p:sp>
          <p:sp>
            <p:nvSpPr>
              <p:cNvPr id="2570" name="Freeform: Shape 2569">
                <a:extLst>
                  <a:ext uri="{FF2B5EF4-FFF2-40B4-BE49-F238E27FC236}">
                    <a16:creationId xmlns:a16="http://schemas.microsoft.com/office/drawing/2014/main" id="{1876ABB2-3B17-4F5F-13AF-308C53A0C228}"/>
                  </a:ext>
                </a:extLst>
              </p:cNvPr>
              <p:cNvSpPr/>
              <p:nvPr/>
            </p:nvSpPr>
            <p:spPr>
              <a:xfrm>
                <a:off x="7650158" y="7921065"/>
                <a:ext cx="37180" cy="37180"/>
              </a:xfrm>
              <a:custGeom>
                <a:avLst/>
                <a:gdLst>
                  <a:gd name="connsiteX0" fmla="*/ 37433 w 37180"/>
                  <a:gd name="connsiteY0" fmla="*/ 18750 h 37180"/>
                  <a:gd name="connsiteX1" fmla="*/ 18843 w 37180"/>
                  <a:gd name="connsiteY1" fmla="*/ 37340 h 37180"/>
                  <a:gd name="connsiteX2" fmla="*/ 252 w 37180"/>
                  <a:gd name="connsiteY2" fmla="*/ 18750 h 37180"/>
                  <a:gd name="connsiteX3" fmla="*/ 18843 w 37180"/>
                  <a:gd name="connsiteY3" fmla="*/ 159 h 37180"/>
                  <a:gd name="connsiteX4" fmla="*/ 37433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50"/>
                    </a:moveTo>
                    <a:cubicBezTo>
                      <a:pt x="37433" y="29017"/>
                      <a:pt x="29110" y="37340"/>
                      <a:pt x="18843" y="37340"/>
                    </a:cubicBezTo>
                    <a:cubicBezTo>
                      <a:pt x="8576" y="37340"/>
                      <a:pt x="252" y="29017"/>
                      <a:pt x="252" y="18750"/>
                    </a:cubicBezTo>
                    <a:cubicBezTo>
                      <a:pt x="252" y="8483"/>
                      <a:pt x="8576" y="159"/>
                      <a:pt x="18843" y="159"/>
                    </a:cubicBezTo>
                    <a:cubicBezTo>
                      <a:pt x="29110" y="159"/>
                      <a:pt x="37433" y="8483"/>
                      <a:pt x="37433" y="18750"/>
                    </a:cubicBezTo>
                    <a:close/>
                  </a:path>
                </a:pathLst>
              </a:custGeom>
              <a:solidFill>
                <a:srgbClr val="F7D0D0"/>
              </a:solidFill>
              <a:ln w="5753" cap="sq">
                <a:noFill/>
                <a:prstDash val="solid"/>
                <a:miter/>
              </a:ln>
            </p:spPr>
            <p:txBody>
              <a:bodyPr rtlCol="0" anchor="ctr"/>
              <a:lstStyle/>
              <a:p>
                <a:endParaRPr lang="en-US"/>
              </a:p>
            </p:txBody>
          </p:sp>
          <p:sp>
            <p:nvSpPr>
              <p:cNvPr id="2571" name="Freeform: Shape 2570">
                <a:extLst>
                  <a:ext uri="{FF2B5EF4-FFF2-40B4-BE49-F238E27FC236}">
                    <a16:creationId xmlns:a16="http://schemas.microsoft.com/office/drawing/2014/main" id="{0DCD31DA-4459-744E-174D-AD98808F8034}"/>
                  </a:ext>
                </a:extLst>
              </p:cNvPr>
              <p:cNvSpPr/>
              <p:nvPr/>
            </p:nvSpPr>
            <p:spPr>
              <a:xfrm>
                <a:off x="7647757" y="7918665"/>
                <a:ext cx="41981" cy="41981"/>
              </a:xfrm>
              <a:custGeom>
                <a:avLst/>
                <a:gdLst>
                  <a:gd name="connsiteX0" fmla="*/ 21243 w 41981"/>
                  <a:gd name="connsiteY0" fmla="*/ 4960 h 41981"/>
                  <a:gd name="connsiteX1" fmla="*/ 37433 w 41981"/>
                  <a:gd name="connsiteY1" fmla="*/ 21150 h 41981"/>
                  <a:gd name="connsiteX2" fmla="*/ 37433 w 41981"/>
                  <a:gd name="connsiteY2" fmla="*/ 21150 h 41981"/>
                  <a:gd name="connsiteX3" fmla="*/ 21243 w 41981"/>
                  <a:gd name="connsiteY3" fmla="*/ 37340 h 41981"/>
                  <a:gd name="connsiteX4" fmla="*/ 5053 w 41981"/>
                  <a:gd name="connsiteY4" fmla="*/ 21150 h 41981"/>
                  <a:gd name="connsiteX5" fmla="*/ 21243 w 41981"/>
                  <a:gd name="connsiteY5" fmla="*/ 4960 h 41981"/>
                  <a:gd name="connsiteX6" fmla="*/ 21243 w 41981"/>
                  <a:gd name="connsiteY6" fmla="*/ 159 h 41981"/>
                  <a:gd name="connsiteX7" fmla="*/ 252 w 41981"/>
                  <a:gd name="connsiteY7" fmla="*/ 21150 h 41981"/>
                  <a:gd name="connsiteX8" fmla="*/ 21243 w 41981"/>
                  <a:gd name="connsiteY8" fmla="*/ 42141 h 41981"/>
                  <a:gd name="connsiteX9" fmla="*/ 42234 w 41981"/>
                  <a:gd name="connsiteY9" fmla="*/ 21150 h 41981"/>
                  <a:gd name="connsiteX10" fmla="*/ 42234 w 41981"/>
                  <a:gd name="connsiteY10" fmla="*/ 21150 h 41981"/>
                  <a:gd name="connsiteX11" fmla="*/ 2124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60"/>
                    </a:moveTo>
                    <a:cubicBezTo>
                      <a:pt x="30185" y="4960"/>
                      <a:pt x="37433" y="12208"/>
                      <a:pt x="37433" y="21150"/>
                    </a:cubicBezTo>
                    <a:lnTo>
                      <a:pt x="37433" y="21150"/>
                    </a:lnTo>
                    <a:cubicBezTo>
                      <a:pt x="37433" y="30092"/>
                      <a:pt x="30185" y="37340"/>
                      <a:pt x="21243" y="37340"/>
                    </a:cubicBezTo>
                    <a:cubicBezTo>
                      <a:pt x="12301" y="37340"/>
                      <a:pt x="5053" y="30092"/>
                      <a:pt x="5053" y="21150"/>
                    </a:cubicBezTo>
                    <a:cubicBezTo>
                      <a:pt x="5053" y="12208"/>
                      <a:pt x="12301" y="4960"/>
                      <a:pt x="21243" y="4960"/>
                    </a:cubicBezTo>
                    <a:close/>
                    <a:moveTo>
                      <a:pt x="21243" y="159"/>
                    </a:moveTo>
                    <a:cubicBezTo>
                      <a:pt x="9650" y="159"/>
                      <a:pt x="252" y="9557"/>
                      <a:pt x="252" y="21150"/>
                    </a:cubicBezTo>
                    <a:cubicBezTo>
                      <a:pt x="252" y="32743"/>
                      <a:pt x="9650" y="42141"/>
                      <a:pt x="21243" y="42141"/>
                    </a:cubicBezTo>
                    <a:cubicBezTo>
                      <a:pt x="32836" y="42141"/>
                      <a:pt x="42234" y="32743"/>
                      <a:pt x="42234" y="21150"/>
                    </a:cubicBezTo>
                    <a:lnTo>
                      <a:pt x="42234" y="21150"/>
                    </a:lnTo>
                    <a:cubicBezTo>
                      <a:pt x="42234" y="9557"/>
                      <a:pt x="32836" y="159"/>
                      <a:pt x="21243" y="159"/>
                    </a:cubicBezTo>
                    <a:close/>
                  </a:path>
                </a:pathLst>
              </a:custGeom>
              <a:solidFill>
                <a:srgbClr val="000000"/>
              </a:solidFill>
              <a:ln w="4794" cap="sq">
                <a:noFill/>
                <a:prstDash val="solid"/>
                <a:round/>
              </a:ln>
            </p:spPr>
            <p:txBody>
              <a:bodyPr rtlCol="0" anchor="ctr"/>
              <a:lstStyle/>
              <a:p>
                <a:endParaRPr lang="en-US"/>
              </a:p>
            </p:txBody>
          </p:sp>
          <p:sp>
            <p:nvSpPr>
              <p:cNvPr id="2572" name="Freeform: Shape 2571">
                <a:extLst>
                  <a:ext uri="{FF2B5EF4-FFF2-40B4-BE49-F238E27FC236}">
                    <a16:creationId xmlns:a16="http://schemas.microsoft.com/office/drawing/2014/main" id="{95E9CE3B-4EF8-D584-171D-0A5CBA37BE67}"/>
                  </a:ext>
                </a:extLst>
              </p:cNvPr>
              <p:cNvSpPr/>
              <p:nvPr/>
            </p:nvSpPr>
            <p:spPr>
              <a:xfrm>
                <a:off x="7687379" y="8031012"/>
                <a:ext cx="37180" cy="37180"/>
              </a:xfrm>
              <a:custGeom>
                <a:avLst/>
                <a:gdLst>
                  <a:gd name="connsiteX0" fmla="*/ 37440 w 37180"/>
                  <a:gd name="connsiteY0" fmla="*/ 18769 h 37180"/>
                  <a:gd name="connsiteX1" fmla="*/ 18849 w 37180"/>
                  <a:gd name="connsiteY1" fmla="*/ 37359 h 37180"/>
                  <a:gd name="connsiteX2" fmla="*/ 259 w 37180"/>
                  <a:gd name="connsiteY2" fmla="*/ 18769 h 37180"/>
                  <a:gd name="connsiteX3" fmla="*/ 18849 w 37180"/>
                  <a:gd name="connsiteY3" fmla="*/ 179 h 37180"/>
                  <a:gd name="connsiteX4" fmla="*/ 3744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9"/>
                    </a:moveTo>
                    <a:cubicBezTo>
                      <a:pt x="37440" y="29036"/>
                      <a:pt x="29117" y="37359"/>
                      <a:pt x="18849" y="37359"/>
                    </a:cubicBezTo>
                    <a:cubicBezTo>
                      <a:pt x="8582" y="37359"/>
                      <a:pt x="259" y="29036"/>
                      <a:pt x="259" y="18769"/>
                    </a:cubicBezTo>
                    <a:cubicBezTo>
                      <a:pt x="259" y="8502"/>
                      <a:pt x="8582" y="179"/>
                      <a:pt x="18849" y="179"/>
                    </a:cubicBezTo>
                    <a:cubicBezTo>
                      <a:pt x="29117" y="179"/>
                      <a:pt x="37440" y="8502"/>
                      <a:pt x="37440" y="18769"/>
                    </a:cubicBezTo>
                    <a:close/>
                  </a:path>
                </a:pathLst>
              </a:custGeom>
              <a:solidFill>
                <a:srgbClr val="F7F1F1"/>
              </a:solidFill>
              <a:ln w="5753" cap="sq">
                <a:noFill/>
                <a:prstDash val="solid"/>
                <a:miter/>
              </a:ln>
            </p:spPr>
            <p:txBody>
              <a:bodyPr rtlCol="0" anchor="ctr"/>
              <a:lstStyle/>
              <a:p>
                <a:endParaRPr lang="en-US"/>
              </a:p>
            </p:txBody>
          </p:sp>
          <p:sp>
            <p:nvSpPr>
              <p:cNvPr id="2573" name="Freeform: Shape 2572">
                <a:extLst>
                  <a:ext uri="{FF2B5EF4-FFF2-40B4-BE49-F238E27FC236}">
                    <a16:creationId xmlns:a16="http://schemas.microsoft.com/office/drawing/2014/main" id="{2B56CA83-6E87-B7DC-B69F-B0A3E595BACF}"/>
                  </a:ext>
                </a:extLst>
              </p:cNvPr>
              <p:cNvSpPr/>
              <p:nvPr/>
            </p:nvSpPr>
            <p:spPr>
              <a:xfrm>
                <a:off x="7684979" y="8028612"/>
                <a:ext cx="41981" cy="41981"/>
              </a:xfrm>
              <a:custGeom>
                <a:avLst/>
                <a:gdLst>
                  <a:gd name="connsiteX0" fmla="*/ 21250 w 41981"/>
                  <a:gd name="connsiteY0" fmla="*/ 4979 h 41981"/>
                  <a:gd name="connsiteX1" fmla="*/ 37440 w 41981"/>
                  <a:gd name="connsiteY1" fmla="*/ 21169 h 41981"/>
                  <a:gd name="connsiteX2" fmla="*/ 37440 w 41981"/>
                  <a:gd name="connsiteY2" fmla="*/ 21169 h 41981"/>
                  <a:gd name="connsiteX3" fmla="*/ 21250 w 41981"/>
                  <a:gd name="connsiteY3" fmla="*/ 37359 h 41981"/>
                  <a:gd name="connsiteX4" fmla="*/ 5059 w 41981"/>
                  <a:gd name="connsiteY4" fmla="*/ 21169 h 41981"/>
                  <a:gd name="connsiteX5" fmla="*/ 21250 w 41981"/>
                  <a:gd name="connsiteY5" fmla="*/ 4979 h 41981"/>
                  <a:gd name="connsiteX6" fmla="*/ 21250 w 41981"/>
                  <a:gd name="connsiteY6" fmla="*/ 179 h 41981"/>
                  <a:gd name="connsiteX7" fmla="*/ 259 w 41981"/>
                  <a:gd name="connsiteY7" fmla="*/ 21169 h 41981"/>
                  <a:gd name="connsiteX8" fmla="*/ 21250 w 41981"/>
                  <a:gd name="connsiteY8" fmla="*/ 42160 h 41981"/>
                  <a:gd name="connsiteX9" fmla="*/ 42240 w 41981"/>
                  <a:gd name="connsiteY9" fmla="*/ 21169 h 41981"/>
                  <a:gd name="connsiteX10" fmla="*/ 42240 w 41981"/>
                  <a:gd name="connsiteY10" fmla="*/ 21169 h 41981"/>
                  <a:gd name="connsiteX11" fmla="*/ 21250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9"/>
                    </a:moveTo>
                    <a:cubicBezTo>
                      <a:pt x="30191" y="4979"/>
                      <a:pt x="37440" y="12227"/>
                      <a:pt x="37440" y="21169"/>
                    </a:cubicBezTo>
                    <a:lnTo>
                      <a:pt x="37440" y="21169"/>
                    </a:lnTo>
                    <a:cubicBezTo>
                      <a:pt x="37440" y="30111"/>
                      <a:pt x="30191" y="37359"/>
                      <a:pt x="21250" y="37359"/>
                    </a:cubicBezTo>
                    <a:cubicBezTo>
                      <a:pt x="12308" y="37359"/>
                      <a:pt x="5059" y="30111"/>
                      <a:pt x="5059" y="21169"/>
                    </a:cubicBezTo>
                    <a:cubicBezTo>
                      <a:pt x="5059" y="12227"/>
                      <a:pt x="12308" y="4979"/>
                      <a:pt x="21250" y="4979"/>
                    </a:cubicBezTo>
                    <a:close/>
                    <a:moveTo>
                      <a:pt x="21250" y="179"/>
                    </a:moveTo>
                    <a:cubicBezTo>
                      <a:pt x="9657" y="179"/>
                      <a:pt x="259" y="9577"/>
                      <a:pt x="259" y="21169"/>
                    </a:cubicBezTo>
                    <a:cubicBezTo>
                      <a:pt x="259" y="32762"/>
                      <a:pt x="9657" y="42160"/>
                      <a:pt x="21250" y="42160"/>
                    </a:cubicBezTo>
                    <a:cubicBezTo>
                      <a:pt x="32842" y="42160"/>
                      <a:pt x="42240" y="32762"/>
                      <a:pt x="42240" y="21169"/>
                    </a:cubicBezTo>
                    <a:lnTo>
                      <a:pt x="42240" y="21169"/>
                    </a:lnTo>
                    <a:cubicBezTo>
                      <a:pt x="42240" y="9577"/>
                      <a:pt x="32842" y="179"/>
                      <a:pt x="21250" y="179"/>
                    </a:cubicBezTo>
                    <a:close/>
                  </a:path>
                </a:pathLst>
              </a:custGeom>
              <a:solidFill>
                <a:srgbClr val="000000"/>
              </a:solidFill>
              <a:ln w="4794" cap="sq">
                <a:noFill/>
                <a:prstDash val="solid"/>
                <a:round/>
              </a:ln>
            </p:spPr>
            <p:txBody>
              <a:bodyPr rtlCol="0" anchor="ctr"/>
              <a:lstStyle/>
              <a:p>
                <a:endParaRPr lang="en-US"/>
              </a:p>
            </p:txBody>
          </p:sp>
          <p:sp>
            <p:nvSpPr>
              <p:cNvPr id="2574" name="Freeform: Shape 2573">
                <a:extLst>
                  <a:ext uri="{FF2B5EF4-FFF2-40B4-BE49-F238E27FC236}">
                    <a16:creationId xmlns:a16="http://schemas.microsoft.com/office/drawing/2014/main" id="{7E38A8FF-21D7-F84E-0BA3-B823F82B38E4}"/>
                  </a:ext>
                </a:extLst>
              </p:cNvPr>
              <p:cNvSpPr/>
              <p:nvPr/>
            </p:nvSpPr>
            <p:spPr>
              <a:xfrm>
                <a:off x="7586855" y="7958177"/>
                <a:ext cx="37180" cy="37180"/>
              </a:xfrm>
              <a:custGeom>
                <a:avLst/>
                <a:gdLst>
                  <a:gd name="connsiteX0" fmla="*/ 37422 w 37180"/>
                  <a:gd name="connsiteY0" fmla="*/ 18756 h 37180"/>
                  <a:gd name="connsiteX1" fmla="*/ 18832 w 37180"/>
                  <a:gd name="connsiteY1" fmla="*/ 37347 h 37180"/>
                  <a:gd name="connsiteX2" fmla="*/ 241 w 37180"/>
                  <a:gd name="connsiteY2" fmla="*/ 18756 h 37180"/>
                  <a:gd name="connsiteX3" fmla="*/ 18832 w 37180"/>
                  <a:gd name="connsiteY3" fmla="*/ 166 h 37180"/>
                  <a:gd name="connsiteX4" fmla="*/ 37422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56"/>
                    </a:moveTo>
                    <a:cubicBezTo>
                      <a:pt x="37422" y="29023"/>
                      <a:pt x="29099" y="37347"/>
                      <a:pt x="18832" y="37347"/>
                    </a:cubicBezTo>
                    <a:cubicBezTo>
                      <a:pt x="8565" y="37347"/>
                      <a:pt x="241" y="29023"/>
                      <a:pt x="241" y="18756"/>
                    </a:cubicBezTo>
                    <a:cubicBezTo>
                      <a:pt x="241" y="8489"/>
                      <a:pt x="8565" y="166"/>
                      <a:pt x="18832" y="166"/>
                    </a:cubicBezTo>
                    <a:cubicBezTo>
                      <a:pt x="29099" y="166"/>
                      <a:pt x="37422" y="8489"/>
                      <a:pt x="37422" y="18756"/>
                    </a:cubicBezTo>
                    <a:close/>
                  </a:path>
                </a:pathLst>
              </a:custGeom>
              <a:solidFill>
                <a:srgbClr val="F7C8C8"/>
              </a:solidFill>
              <a:ln w="5753" cap="sq">
                <a:noFill/>
                <a:prstDash val="solid"/>
                <a:miter/>
              </a:ln>
            </p:spPr>
            <p:txBody>
              <a:bodyPr rtlCol="0" anchor="ctr"/>
              <a:lstStyle/>
              <a:p>
                <a:endParaRPr lang="en-US"/>
              </a:p>
            </p:txBody>
          </p:sp>
          <p:sp>
            <p:nvSpPr>
              <p:cNvPr id="2575" name="Freeform: Shape 2574">
                <a:extLst>
                  <a:ext uri="{FF2B5EF4-FFF2-40B4-BE49-F238E27FC236}">
                    <a16:creationId xmlns:a16="http://schemas.microsoft.com/office/drawing/2014/main" id="{28215E89-FB3B-6A79-36A4-D98FF3DC889F}"/>
                  </a:ext>
                </a:extLst>
              </p:cNvPr>
              <p:cNvSpPr/>
              <p:nvPr/>
            </p:nvSpPr>
            <p:spPr>
              <a:xfrm>
                <a:off x="7584455" y="7955777"/>
                <a:ext cx="41981" cy="41981"/>
              </a:xfrm>
              <a:custGeom>
                <a:avLst/>
                <a:gdLst>
                  <a:gd name="connsiteX0" fmla="*/ 21232 w 41981"/>
                  <a:gd name="connsiteY0" fmla="*/ 4966 h 41981"/>
                  <a:gd name="connsiteX1" fmla="*/ 37422 w 41981"/>
                  <a:gd name="connsiteY1" fmla="*/ 21156 h 41981"/>
                  <a:gd name="connsiteX2" fmla="*/ 37422 w 41981"/>
                  <a:gd name="connsiteY2" fmla="*/ 21156 h 41981"/>
                  <a:gd name="connsiteX3" fmla="*/ 21232 w 41981"/>
                  <a:gd name="connsiteY3" fmla="*/ 37347 h 41981"/>
                  <a:gd name="connsiteX4" fmla="*/ 5042 w 41981"/>
                  <a:gd name="connsiteY4" fmla="*/ 21156 h 41981"/>
                  <a:gd name="connsiteX5" fmla="*/ 21232 w 41981"/>
                  <a:gd name="connsiteY5" fmla="*/ 4966 h 41981"/>
                  <a:gd name="connsiteX6" fmla="*/ 21232 w 41981"/>
                  <a:gd name="connsiteY6" fmla="*/ 166 h 41981"/>
                  <a:gd name="connsiteX7" fmla="*/ 241 w 41981"/>
                  <a:gd name="connsiteY7" fmla="*/ 21156 h 41981"/>
                  <a:gd name="connsiteX8" fmla="*/ 21232 w 41981"/>
                  <a:gd name="connsiteY8" fmla="*/ 42147 h 41981"/>
                  <a:gd name="connsiteX9" fmla="*/ 42223 w 41981"/>
                  <a:gd name="connsiteY9" fmla="*/ 21156 h 41981"/>
                  <a:gd name="connsiteX10" fmla="*/ 42223 w 41981"/>
                  <a:gd name="connsiteY10" fmla="*/ 21156 h 41981"/>
                  <a:gd name="connsiteX11" fmla="*/ 21232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66"/>
                    </a:moveTo>
                    <a:cubicBezTo>
                      <a:pt x="30174" y="4966"/>
                      <a:pt x="37422" y="12215"/>
                      <a:pt x="37422" y="21156"/>
                    </a:cubicBezTo>
                    <a:lnTo>
                      <a:pt x="37422" y="21156"/>
                    </a:lnTo>
                    <a:cubicBezTo>
                      <a:pt x="37422" y="30098"/>
                      <a:pt x="30174" y="37347"/>
                      <a:pt x="21232" y="37347"/>
                    </a:cubicBezTo>
                    <a:cubicBezTo>
                      <a:pt x="12290" y="37347"/>
                      <a:pt x="5042" y="30098"/>
                      <a:pt x="5042" y="21156"/>
                    </a:cubicBezTo>
                    <a:cubicBezTo>
                      <a:pt x="5042" y="12215"/>
                      <a:pt x="12290" y="4966"/>
                      <a:pt x="21232" y="4966"/>
                    </a:cubicBezTo>
                    <a:close/>
                    <a:moveTo>
                      <a:pt x="21232" y="166"/>
                    </a:moveTo>
                    <a:cubicBezTo>
                      <a:pt x="9640" y="166"/>
                      <a:pt x="241" y="9564"/>
                      <a:pt x="241" y="21156"/>
                    </a:cubicBezTo>
                    <a:cubicBezTo>
                      <a:pt x="241" y="32749"/>
                      <a:pt x="9640" y="42147"/>
                      <a:pt x="21232" y="42147"/>
                    </a:cubicBezTo>
                    <a:cubicBezTo>
                      <a:pt x="32825" y="42147"/>
                      <a:pt x="42223" y="32749"/>
                      <a:pt x="42223" y="21156"/>
                    </a:cubicBezTo>
                    <a:lnTo>
                      <a:pt x="42223" y="21156"/>
                    </a:lnTo>
                    <a:cubicBezTo>
                      <a:pt x="42223" y="9564"/>
                      <a:pt x="32825" y="166"/>
                      <a:pt x="21232" y="166"/>
                    </a:cubicBezTo>
                    <a:close/>
                  </a:path>
                </a:pathLst>
              </a:custGeom>
              <a:solidFill>
                <a:srgbClr val="000000"/>
              </a:solidFill>
              <a:ln w="4794" cap="sq">
                <a:noFill/>
                <a:prstDash val="solid"/>
                <a:round/>
              </a:ln>
            </p:spPr>
            <p:txBody>
              <a:bodyPr rtlCol="0" anchor="ctr"/>
              <a:lstStyle/>
              <a:p>
                <a:endParaRPr lang="en-US"/>
              </a:p>
            </p:txBody>
          </p:sp>
          <p:sp>
            <p:nvSpPr>
              <p:cNvPr id="2576" name="Freeform: Shape 2575">
                <a:extLst>
                  <a:ext uri="{FF2B5EF4-FFF2-40B4-BE49-F238E27FC236}">
                    <a16:creationId xmlns:a16="http://schemas.microsoft.com/office/drawing/2014/main" id="{247DC6F0-0FE3-E72C-FBB3-6173E3B0FBBB}"/>
                  </a:ext>
                </a:extLst>
              </p:cNvPr>
              <p:cNvSpPr/>
              <p:nvPr/>
            </p:nvSpPr>
            <p:spPr>
              <a:xfrm>
                <a:off x="7788219" y="8036496"/>
                <a:ext cx="37180" cy="37180"/>
              </a:xfrm>
              <a:custGeom>
                <a:avLst/>
                <a:gdLst>
                  <a:gd name="connsiteX0" fmla="*/ 37457 w 37180"/>
                  <a:gd name="connsiteY0" fmla="*/ 18770 h 37180"/>
                  <a:gd name="connsiteX1" fmla="*/ 18867 w 37180"/>
                  <a:gd name="connsiteY1" fmla="*/ 37360 h 37180"/>
                  <a:gd name="connsiteX2" fmla="*/ 276 w 37180"/>
                  <a:gd name="connsiteY2" fmla="*/ 18770 h 37180"/>
                  <a:gd name="connsiteX3" fmla="*/ 18867 w 37180"/>
                  <a:gd name="connsiteY3" fmla="*/ 179 h 37180"/>
                  <a:gd name="connsiteX4" fmla="*/ 37457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70"/>
                    </a:moveTo>
                    <a:cubicBezTo>
                      <a:pt x="37457" y="29037"/>
                      <a:pt x="29134" y="37360"/>
                      <a:pt x="18867" y="37360"/>
                    </a:cubicBezTo>
                    <a:cubicBezTo>
                      <a:pt x="8600" y="37360"/>
                      <a:pt x="276" y="29037"/>
                      <a:pt x="276" y="18770"/>
                    </a:cubicBezTo>
                    <a:cubicBezTo>
                      <a:pt x="276" y="8503"/>
                      <a:pt x="8600" y="179"/>
                      <a:pt x="18867" y="179"/>
                    </a:cubicBezTo>
                    <a:cubicBezTo>
                      <a:pt x="29134" y="179"/>
                      <a:pt x="37457" y="8503"/>
                      <a:pt x="37457" y="18770"/>
                    </a:cubicBezTo>
                    <a:close/>
                  </a:path>
                </a:pathLst>
              </a:custGeom>
              <a:solidFill>
                <a:srgbClr val="F7E0E0"/>
              </a:solidFill>
              <a:ln w="5753" cap="sq">
                <a:noFill/>
                <a:prstDash val="solid"/>
                <a:miter/>
              </a:ln>
            </p:spPr>
            <p:txBody>
              <a:bodyPr rtlCol="0" anchor="ctr"/>
              <a:lstStyle/>
              <a:p>
                <a:endParaRPr lang="en-US"/>
              </a:p>
            </p:txBody>
          </p:sp>
          <p:sp>
            <p:nvSpPr>
              <p:cNvPr id="2577" name="Freeform: Shape 2576">
                <a:extLst>
                  <a:ext uri="{FF2B5EF4-FFF2-40B4-BE49-F238E27FC236}">
                    <a16:creationId xmlns:a16="http://schemas.microsoft.com/office/drawing/2014/main" id="{3AF7CC26-0604-62C5-C1F1-12E098F2DBD8}"/>
                  </a:ext>
                </a:extLst>
              </p:cNvPr>
              <p:cNvSpPr/>
              <p:nvPr/>
            </p:nvSpPr>
            <p:spPr>
              <a:xfrm>
                <a:off x="7785819" y="8034096"/>
                <a:ext cx="41981" cy="41981"/>
              </a:xfrm>
              <a:custGeom>
                <a:avLst/>
                <a:gdLst>
                  <a:gd name="connsiteX0" fmla="*/ 21267 w 41981"/>
                  <a:gd name="connsiteY0" fmla="*/ 4980 h 41981"/>
                  <a:gd name="connsiteX1" fmla="*/ 37457 w 41981"/>
                  <a:gd name="connsiteY1" fmla="*/ 21170 h 41981"/>
                  <a:gd name="connsiteX2" fmla="*/ 37457 w 41981"/>
                  <a:gd name="connsiteY2" fmla="*/ 21170 h 41981"/>
                  <a:gd name="connsiteX3" fmla="*/ 21267 w 41981"/>
                  <a:gd name="connsiteY3" fmla="*/ 37360 h 41981"/>
                  <a:gd name="connsiteX4" fmla="*/ 5077 w 41981"/>
                  <a:gd name="connsiteY4" fmla="*/ 21170 h 41981"/>
                  <a:gd name="connsiteX5" fmla="*/ 21267 w 41981"/>
                  <a:gd name="connsiteY5" fmla="*/ 4980 h 41981"/>
                  <a:gd name="connsiteX6" fmla="*/ 21267 w 41981"/>
                  <a:gd name="connsiteY6" fmla="*/ 179 h 41981"/>
                  <a:gd name="connsiteX7" fmla="*/ 276 w 41981"/>
                  <a:gd name="connsiteY7" fmla="*/ 21170 h 41981"/>
                  <a:gd name="connsiteX8" fmla="*/ 21267 w 41981"/>
                  <a:gd name="connsiteY8" fmla="*/ 42161 h 41981"/>
                  <a:gd name="connsiteX9" fmla="*/ 42258 w 41981"/>
                  <a:gd name="connsiteY9" fmla="*/ 21170 h 41981"/>
                  <a:gd name="connsiteX10" fmla="*/ 42258 w 41981"/>
                  <a:gd name="connsiteY10" fmla="*/ 21170 h 41981"/>
                  <a:gd name="connsiteX11" fmla="*/ 21267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80"/>
                    </a:moveTo>
                    <a:cubicBezTo>
                      <a:pt x="30209" y="4980"/>
                      <a:pt x="37457" y="12228"/>
                      <a:pt x="37457" y="21170"/>
                    </a:cubicBezTo>
                    <a:lnTo>
                      <a:pt x="37457" y="21170"/>
                    </a:lnTo>
                    <a:cubicBezTo>
                      <a:pt x="37457" y="30112"/>
                      <a:pt x="30209" y="37360"/>
                      <a:pt x="21267" y="37360"/>
                    </a:cubicBezTo>
                    <a:cubicBezTo>
                      <a:pt x="12325" y="37360"/>
                      <a:pt x="5077" y="30112"/>
                      <a:pt x="5077" y="21170"/>
                    </a:cubicBezTo>
                    <a:cubicBezTo>
                      <a:pt x="5077" y="12228"/>
                      <a:pt x="12325" y="4980"/>
                      <a:pt x="21267" y="4980"/>
                    </a:cubicBezTo>
                    <a:close/>
                    <a:moveTo>
                      <a:pt x="21267" y="179"/>
                    </a:moveTo>
                    <a:cubicBezTo>
                      <a:pt x="9674" y="179"/>
                      <a:pt x="276" y="9577"/>
                      <a:pt x="276" y="21170"/>
                    </a:cubicBezTo>
                    <a:cubicBezTo>
                      <a:pt x="276" y="32763"/>
                      <a:pt x="9674" y="42161"/>
                      <a:pt x="21267" y="42161"/>
                    </a:cubicBezTo>
                    <a:cubicBezTo>
                      <a:pt x="32860" y="42161"/>
                      <a:pt x="42258" y="32763"/>
                      <a:pt x="42258" y="21170"/>
                    </a:cubicBezTo>
                    <a:lnTo>
                      <a:pt x="42258" y="21170"/>
                    </a:lnTo>
                    <a:cubicBezTo>
                      <a:pt x="42258" y="9577"/>
                      <a:pt x="32860" y="179"/>
                      <a:pt x="21267" y="179"/>
                    </a:cubicBezTo>
                    <a:close/>
                  </a:path>
                </a:pathLst>
              </a:custGeom>
              <a:solidFill>
                <a:srgbClr val="000000"/>
              </a:solidFill>
              <a:ln w="4794" cap="sq">
                <a:noFill/>
                <a:prstDash val="solid"/>
                <a:round/>
              </a:ln>
            </p:spPr>
            <p:txBody>
              <a:bodyPr rtlCol="0" anchor="ctr"/>
              <a:lstStyle/>
              <a:p>
                <a:endParaRPr lang="en-US"/>
              </a:p>
            </p:txBody>
          </p:sp>
          <p:sp>
            <p:nvSpPr>
              <p:cNvPr id="2578" name="Freeform: Shape 2577">
                <a:extLst>
                  <a:ext uri="{FF2B5EF4-FFF2-40B4-BE49-F238E27FC236}">
                    <a16:creationId xmlns:a16="http://schemas.microsoft.com/office/drawing/2014/main" id="{D3AADDC0-EEFC-76EB-5BA7-7517D2B72B76}"/>
                  </a:ext>
                </a:extLst>
              </p:cNvPr>
              <p:cNvSpPr/>
              <p:nvPr/>
            </p:nvSpPr>
            <p:spPr>
              <a:xfrm>
                <a:off x="7545723" y="8034676"/>
                <a:ext cx="37180" cy="37180"/>
              </a:xfrm>
              <a:custGeom>
                <a:avLst/>
                <a:gdLst>
                  <a:gd name="connsiteX0" fmla="*/ 37415 w 37180"/>
                  <a:gd name="connsiteY0" fmla="*/ 18770 h 37180"/>
                  <a:gd name="connsiteX1" fmla="*/ 18825 w 37180"/>
                  <a:gd name="connsiteY1" fmla="*/ 37360 h 37180"/>
                  <a:gd name="connsiteX2" fmla="*/ 234 w 37180"/>
                  <a:gd name="connsiteY2" fmla="*/ 18770 h 37180"/>
                  <a:gd name="connsiteX3" fmla="*/ 18825 w 37180"/>
                  <a:gd name="connsiteY3" fmla="*/ 179 h 37180"/>
                  <a:gd name="connsiteX4" fmla="*/ 37415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70"/>
                    </a:moveTo>
                    <a:cubicBezTo>
                      <a:pt x="37415" y="29037"/>
                      <a:pt x="29092" y="37360"/>
                      <a:pt x="18825" y="37360"/>
                    </a:cubicBezTo>
                    <a:cubicBezTo>
                      <a:pt x="8558" y="37360"/>
                      <a:pt x="234" y="29037"/>
                      <a:pt x="234" y="18770"/>
                    </a:cubicBezTo>
                    <a:cubicBezTo>
                      <a:pt x="234" y="8502"/>
                      <a:pt x="8558" y="179"/>
                      <a:pt x="18825" y="179"/>
                    </a:cubicBezTo>
                    <a:cubicBezTo>
                      <a:pt x="29092" y="179"/>
                      <a:pt x="37415" y="8502"/>
                      <a:pt x="37415" y="18770"/>
                    </a:cubicBezTo>
                    <a:close/>
                  </a:path>
                </a:pathLst>
              </a:custGeom>
              <a:solidFill>
                <a:srgbClr val="F7D9D9"/>
              </a:solidFill>
              <a:ln w="5753" cap="sq">
                <a:noFill/>
                <a:prstDash val="solid"/>
                <a:miter/>
              </a:ln>
            </p:spPr>
            <p:txBody>
              <a:bodyPr rtlCol="0" anchor="ctr"/>
              <a:lstStyle/>
              <a:p>
                <a:endParaRPr lang="en-US"/>
              </a:p>
            </p:txBody>
          </p:sp>
          <p:sp>
            <p:nvSpPr>
              <p:cNvPr id="2579" name="Freeform: Shape 2578">
                <a:extLst>
                  <a:ext uri="{FF2B5EF4-FFF2-40B4-BE49-F238E27FC236}">
                    <a16:creationId xmlns:a16="http://schemas.microsoft.com/office/drawing/2014/main" id="{71A19E70-80CA-7478-1574-FCF25F009BD7}"/>
                  </a:ext>
                </a:extLst>
              </p:cNvPr>
              <p:cNvSpPr/>
              <p:nvPr/>
            </p:nvSpPr>
            <p:spPr>
              <a:xfrm>
                <a:off x="7543323" y="8032275"/>
                <a:ext cx="41981" cy="41981"/>
              </a:xfrm>
              <a:custGeom>
                <a:avLst/>
                <a:gdLst>
                  <a:gd name="connsiteX0" fmla="*/ 21225 w 41981"/>
                  <a:gd name="connsiteY0" fmla="*/ 4980 h 41981"/>
                  <a:gd name="connsiteX1" fmla="*/ 37415 w 41981"/>
                  <a:gd name="connsiteY1" fmla="*/ 21170 h 41981"/>
                  <a:gd name="connsiteX2" fmla="*/ 37415 w 41981"/>
                  <a:gd name="connsiteY2" fmla="*/ 21170 h 41981"/>
                  <a:gd name="connsiteX3" fmla="*/ 21225 w 41981"/>
                  <a:gd name="connsiteY3" fmla="*/ 37360 h 41981"/>
                  <a:gd name="connsiteX4" fmla="*/ 5035 w 41981"/>
                  <a:gd name="connsiteY4" fmla="*/ 21170 h 41981"/>
                  <a:gd name="connsiteX5" fmla="*/ 21225 w 41981"/>
                  <a:gd name="connsiteY5" fmla="*/ 4980 h 41981"/>
                  <a:gd name="connsiteX6" fmla="*/ 21225 w 41981"/>
                  <a:gd name="connsiteY6" fmla="*/ 179 h 41981"/>
                  <a:gd name="connsiteX7" fmla="*/ 234 w 41981"/>
                  <a:gd name="connsiteY7" fmla="*/ 21170 h 41981"/>
                  <a:gd name="connsiteX8" fmla="*/ 21225 w 41981"/>
                  <a:gd name="connsiteY8" fmla="*/ 42160 h 41981"/>
                  <a:gd name="connsiteX9" fmla="*/ 42216 w 41981"/>
                  <a:gd name="connsiteY9" fmla="*/ 21170 h 41981"/>
                  <a:gd name="connsiteX10" fmla="*/ 42216 w 41981"/>
                  <a:gd name="connsiteY10" fmla="*/ 21170 h 41981"/>
                  <a:gd name="connsiteX11" fmla="*/ 2122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80"/>
                    </a:moveTo>
                    <a:cubicBezTo>
                      <a:pt x="30167" y="4980"/>
                      <a:pt x="37415" y="12228"/>
                      <a:pt x="37415" y="21170"/>
                    </a:cubicBezTo>
                    <a:lnTo>
                      <a:pt x="37415" y="21170"/>
                    </a:lnTo>
                    <a:cubicBezTo>
                      <a:pt x="37415" y="30112"/>
                      <a:pt x="30167" y="37360"/>
                      <a:pt x="21225" y="37360"/>
                    </a:cubicBezTo>
                    <a:cubicBezTo>
                      <a:pt x="12283" y="37360"/>
                      <a:pt x="5035" y="30112"/>
                      <a:pt x="5035" y="21170"/>
                    </a:cubicBezTo>
                    <a:cubicBezTo>
                      <a:pt x="5035" y="12228"/>
                      <a:pt x="12283" y="4980"/>
                      <a:pt x="21225" y="4980"/>
                    </a:cubicBezTo>
                    <a:close/>
                    <a:moveTo>
                      <a:pt x="21225" y="179"/>
                    </a:moveTo>
                    <a:cubicBezTo>
                      <a:pt x="9632" y="179"/>
                      <a:pt x="234" y="9577"/>
                      <a:pt x="234" y="21170"/>
                    </a:cubicBezTo>
                    <a:cubicBezTo>
                      <a:pt x="234" y="32762"/>
                      <a:pt x="9632" y="42160"/>
                      <a:pt x="21225" y="42160"/>
                    </a:cubicBezTo>
                    <a:cubicBezTo>
                      <a:pt x="32818" y="42160"/>
                      <a:pt x="42216" y="32762"/>
                      <a:pt x="42216" y="21170"/>
                    </a:cubicBezTo>
                    <a:lnTo>
                      <a:pt x="42216" y="21170"/>
                    </a:lnTo>
                    <a:cubicBezTo>
                      <a:pt x="42216" y="9577"/>
                      <a:pt x="32818" y="179"/>
                      <a:pt x="21225" y="179"/>
                    </a:cubicBezTo>
                    <a:close/>
                  </a:path>
                </a:pathLst>
              </a:custGeom>
              <a:solidFill>
                <a:srgbClr val="000000"/>
              </a:solidFill>
              <a:ln w="4794" cap="sq">
                <a:noFill/>
                <a:prstDash val="solid"/>
                <a:round/>
              </a:ln>
            </p:spPr>
            <p:txBody>
              <a:bodyPr rtlCol="0" anchor="ctr"/>
              <a:lstStyle/>
              <a:p>
                <a:endParaRPr lang="en-US"/>
              </a:p>
            </p:txBody>
          </p:sp>
          <p:sp>
            <p:nvSpPr>
              <p:cNvPr id="2580" name="Freeform: Shape 2579">
                <a:extLst>
                  <a:ext uri="{FF2B5EF4-FFF2-40B4-BE49-F238E27FC236}">
                    <a16:creationId xmlns:a16="http://schemas.microsoft.com/office/drawing/2014/main" id="{6E1F7CD7-D4D3-1C44-5ABE-D54F08CD3BBA}"/>
                  </a:ext>
                </a:extLst>
              </p:cNvPr>
              <p:cNvSpPr/>
              <p:nvPr/>
            </p:nvSpPr>
            <p:spPr>
              <a:xfrm>
                <a:off x="7753521" y="8059743"/>
                <a:ext cx="37180" cy="37180"/>
              </a:xfrm>
              <a:custGeom>
                <a:avLst/>
                <a:gdLst>
                  <a:gd name="connsiteX0" fmla="*/ 37451 w 37180"/>
                  <a:gd name="connsiteY0" fmla="*/ 18774 h 37180"/>
                  <a:gd name="connsiteX1" fmla="*/ 18861 w 37180"/>
                  <a:gd name="connsiteY1" fmla="*/ 37364 h 37180"/>
                  <a:gd name="connsiteX2" fmla="*/ 270 w 37180"/>
                  <a:gd name="connsiteY2" fmla="*/ 18774 h 37180"/>
                  <a:gd name="connsiteX3" fmla="*/ 18861 w 37180"/>
                  <a:gd name="connsiteY3" fmla="*/ 184 h 37180"/>
                  <a:gd name="connsiteX4" fmla="*/ 37451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74"/>
                    </a:moveTo>
                    <a:cubicBezTo>
                      <a:pt x="37451" y="29041"/>
                      <a:pt x="29128" y="37364"/>
                      <a:pt x="18861" y="37364"/>
                    </a:cubicBezTo>
                    <a:cubicBezTo>
                      <a:pt x="8594" y="37364"/>
                      <a:pt x="270" y="29041"/>
                      <a:pt x="270" y="18774"/>
                    </a:cubicBezTo>
                    <a:cubicBezTo>
                      <a:pt x="270" y="8507"/>
                      <a:pt x="8594" y="184"/>
                      <a:pt x="18861" y="184"/>
                    </a:cubicBezTo>
                    <a:cubicBezTo>
                      <a:pt x="29128" y="184"/>
                      <a:pt x="37451" y="8507"/>
                      <a:pt x="37451" y="18774"/>
                    </a:cubicBezTo>
                    <a:close/>
                  </a:path>
                </a:pathLst>
              </a:custGeom>
              <a:solidFill>
                <a:srgbClr val="4AF74A"/>
              </a:solidFill>
              <a:ln w="5753" cap="sq">
                <a:noFill/>
                <a:prstDash val="solid"/>
                <a:miter/>
              </a:ln>
            </p:spPr>
            <p:txBody>
              <a:bodyPr rtlCol="0" anchor="ctr"/>
              <a:lstStyle/>
              <a:p>
                <a:endParaRPr lang="en-US"/>
              </a:p>
            </p:txBody>
          </p:sp>
          <p:sp>
            <p:nvSpPr>
              <p:cNvPr id="2581" name="Freeform: Shape 2580">
                <a:extLst>
                  <a:ext uri="{FF2B5EF4-FFF2-40B4-BE49-F238E27FC236}">
                    <a16:creationId xmlns:a16="http://schemas.microsoft.com/office/drawing/2014/main" id="{F6938535-1589-2AB8-73EB-2A5AEAE2BEFA}"/>
                  </a:ext>
                </a:extLst>
              </p:cNvPr>
              <p:cNvSpPr/>
              <p:nvPr/>
            </p:nvSpPr>
            <p:spPr>
              <a:xfrm>
                <a:off x="7751121" y="8057343"/>
                <a:ext cx="41981" cy="41981"/>
              </a:xfrm>
              <a:custGeom>
                <a:avLst/>
                <a:gdLst>
                  <a:gd name="connsiteX0" fmla="*/ 21261 w 41981"/>
                  <a:gd name="connsiteY0" fmla="*/ 4984 h 41981"/>
                  <a:gd name="connsiteX1" fmla="*/ 37451 w 41981"/>
                  <a:gd name="connsiteY1" fmla="*/ 21174 h 41981"/>
                  <a:gd name="connsiteX2" fmla="*/ 37451 w 41981"/>
                  <a:gd name="connsiteY2" fmla="*/ 21174 h 41981"/>
                  <a:gd name="connsiteX3" fmla="*/ 21261 w 41981"/>
                  <a:gd name="connsiteY3" fmla="*/ 37364 h 41981"/>
                  <a:gd name="connsiteX4" fmla="*/ 5071 w 41981"/>
                  <a:gd name="connsiteY4" fmla="*/ 21174 h 41981"/>
                  <a:gd name="connsiteX5" fmla="*/ 21261 w 41981"/>
                  <a:gd name="connsiteY5" fmla="*/ 4984 h 41981"/>
                  <a:gd name="connsiteX6" fmla="*/ 21261 w 41981"/>
                  <a:gd name="connsiteY6" fmla="*/ 184 h 41981"/>
                  <a:gd name="connsiteX7" fmla="*/ 270 w 41981"/>
                  <a:gd name="connsiteY7" fmla="*/ 21174 h 41981"/>
                  <a:gd name="connsiteX8" fmla="*/ 21261 w 41981"/>
                  <a:gd name="connsiteY8" fmla="*/ 42165 h 41981"/>
                  <a:gd name="connsiteX9" fmla="*/ 42252 w 41981"/>
                  <a:gd name="connsiteY9" fmla="*/ 21174 h 41981"/>
                  <a:gd name="connsiteX10" fmla="*/ 42252 w 41981"/>
                  <a:gd name="connsiteY10" fmla="*/ 21174 h 41981"/>
                  <a:gd name="connsiteX11" fmla="*/ 2126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84"/>
                    </a:moveTo>
                    <a:cubicBezTo>
                      <a:pt x="30203" y="4984"/>
                      <a:pt x="37451" y="12232"/>
                      <a:pt x="37451" y="21174"/>
                    </a:cubicBezTo>
                    <a:lnTo>
                      <a:pt x="37451" y="21174"/>
                    </a:lnTo>
                    <a:cubicBezTo>
                      <a:pt x="37451" y="30116"/>
                      <a:pt x="30203" y="37364"/>
                      <a:pt x="21261" y="37364"/>
                    </a:cubicBezTo>
                    <a:cubicBezTo>
                      <a:pt x="12319" y="37364"/>
                      <a:pt x="5071" y="30116"/>
                      <a:pt x="5071" y="21174"/>
                    </a:cubicBezTo>
                    <a:cubicBezTo>
                      <a:pt x="5071" y="12232"/>
                      <a:pt x="12319" y="4984"/>
                      <a:pt x="21261" y="4984"/>
                    </a:cubicBezTo>
                    <a:close/>
                    <a:moveTo>
                      <a:pt x="21261" y="184"/>
                    </a:moveTo>
                    <a:cubicBezTo>
                      <a:pt x="9668" y="184"/>
                      <a:pt x="270" y="9582"/>
                      <a:pt x="270" y="21174"/>
                    </a:cubicBezTo>
                    <a:cubicBezTo>
                      <a:pt x="270" y="32767"/>
                      <a:pt x="9668" y="42165"/>
                      <a:pt x="21261" y="42165"/>
                    </a:cubicBezTo>
                    <a:cubicBezTo>
                      <a:pt x="32854" y="42165"/>
                      <a:pt x="42252" y="32767"/>
                      <a:pt x="42252" y="21174"/>
                    </a:cubicBezTo>
                    <a:lnTo>
                      <a:pt x="42252" y="21174"/>
                    </a:lnTo>
                    <a:cubicBezTo>
                      <a:pt x="42252" y="9582"/>
                      <a:pt x="32854" y="184"/>
                      <a:pt x="21261" y="184"/>
                    </a:cubicBezTo>
                    <a:close/>
                  </a:path>
                </a:pathLst>
              </a:custGeom>
              <a:solidFill>
                <a:srgbClr val="000000"/>
              </a:solidFill>
              <a:ln w="4794" cap="sq">
                <a:noFill/>
                <a:prstDash val="solid"/>
                <a:round/>
              </a:ln>
            </p:spPr>
            <p:txBody>
              <a:bodyPr rtlCol="0" anchor="ctr"/>
              <a:lstStyle/>
              <a:p>
                <a:endParaRPr lang="en-US"/>
              </a:p>
            </p:txBody>
          </p:sp>
          <p:sp>
            <p:nvSpPr>
              <p:cNvPr id="2582" name="Freeform: Shape 2581">
                <a:extLst>
                  <a:ext uri="{FF2B5EF4-FFF2-40B4-BE49-F238E27FC236}">
                    <a16:creationId xmlns:a16="http://schemas.microsoft.com/office/drawing/2014/main" id="{14D538BC-5C1A-A2C0-24D9-91E2FF02557C}"/>
                  </a:ext>
                </a:extLst>
              </p:cNvPr>
              <p:cNvSpPr/>
              <p:nvPr/>
            </p:nvSpPr>
            <p:spPr>
              <a:xfrm>
                <a:off x="7709624" y="8049513"/>
                <a:ext cx="37180" cy="37180"/>
              </a:xfrm>
              <a:custGeom>
                <a:avLst/>
                <a:gdLst>
                  <a:gd name="connsiteX0" fmla="*/ 37444 w 37180"/>
                  <a:gd name="connsiteY0" fmla="*/ 18772 h 37180"/>
                  <a:gd name="connsiteX1" fmla="*/ 18853 w 37180"/>
                  <a:gd name="connsiteY1" fmla="*/ 37363 h 37180"/>
                  <a:gd name="connsiteX2" fmla="*/ 263 w 37180"/>
                  <a:gd name="connsiteY2" fmla="*/ 18772 h 37180"/>
                  <a:gd name="connsiteX3" fmla="*/ 18853 w 37180"/>
                  <a:gd name="connsiteY3" fmla="*/ 182 h 37180"/>
                  <a:gd name="connsiteX4" fmla="*/ 37444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72"/>
                    </a:moveTo>
                    <a:cubicBezTo>
                      <a:pt x="37444" y="29039"/>
                      <a:pt x="29120" y="37363"/>
                      <a:pt x="18853" y="37363"/>
                    </a:cubicBezTo>
                    <a:cubicBezTo>
                      <a:pt x="8586" y="37363"/>
                      <a:pt x="263" y="29039"/>
                      <a:pt x="263" y="18772"/>
                    </a:cubicBezTo>
                    <a:cubicBezTo>
                      <a:pt x="263" y="8505"/>
                      <a:pt x="8586" y="182"/>
                      <a:pt x="18853" y="182"/>
                    </a:cubicBezTo>
                    <a:cubicBezTo>
                      <a:pt x="29120" y="182"/>
                      <a:pt x="37444" y="8505"/>
                      <a:pt x="37444" y="18772"/>
                    </a:cubicBezTo>
                    <a:close/>
                  </a:path>
                </a:pathLst>
              </a:custGeom>
              <a:solidFill>
                <a:srgbClr val="3AF73A"/>
              </a:solidFill>
              <a:ln w="5753" cap="sq">
                <a:noFill/>
                <a:prstDash val="solid"/>
                <a:miter/>
              </a:ln>
            </p:spPr>
            <p:txBody>
              <a:bodyPr rtlCol="0" anchor="ctr"/>
              <a:lstStyle/>
              <a:p>
                <a:endParaRPr lang="en-US"/>
              </a:p>
            </p:txBody>
          </p:sp>
          <p:sp>
            <p:nvSpPr>
              <p:cNvPr id="2583" name="Freeform: Shape 2582">
                <a:extLst>
                  <a:ext uri="{FF2B5EF4-FFF2-40B4-BE49-F238E27FC236}">
                    <a16:creationId xmlns:a16="http://schemas.microsoft.com/office/drawing/2014/main" id="{3C0A6AC4-8A41-B701-2093-B73944D7084D}"/>
                  </a:ext>
                </a:extLst>
              </p:cNvPr>
              <p:cNvSpPr/>
              <p:nvPr/>
            </p:nvSpPr>
            <p:spPr>
              <a:xfrm>
                <a:off x="7707224" y="8047113"/>
                <a:ext cx="41981" cy="41981"/>
              </a:xfrm>
              <a:custGeom>
                <a:avLst/>
                <a:gdLst>
                  <a:gd name="connsiteX0" fmla="*/ 21253 w 41981"/>
                  <a:gd name="connsiteY0" fmla="*/ 4982 h 41981"/>
                  <a:gd name="connsiteX1" fmla="*/ 37444 w 41981"/>
                  <a:gd name="connsiteY1" fmla="*/ 21172 h 41981"/>
                  <a:gd name="connsiteX2" fmla="*/ 37444 w 41981"/>
                  <a:gd name="connsiteY2" fmla="*/ 21172 h 41981"/>
                  <a:gd name="connsiteX3" fmla="*/ 21253 w 41981"/>
                  <a:gd name="connsiteY3" fmla="*/ 37363 h 41981"/>
                  <a:gd name="connsiteX4" fmla="*/ 5063 w 41981"/>
                  <a:gd name="connsiteY4" fmla="*/ 21172 h 41981"/>
                  <a:gd name="connsiteX5" fmla="*/ 21253 w 41981"/>
                  <a:gd name="connsiteY5" fmla="*/ 4982 h 41981"/>
                  <a:gd name="connsiteX6" fmla="*/ 21253 w 41981"/>
                  <a:gd name="connsiteY6" fmla="*/ 182 h 41981"/>
                  <a:gd name="connsiteX7" fmla="*/ 263 w 41981"/>
                  <a:gd name="connsiteY7" fmla="*/ 21172 h 41981"/>
                  <a:gd name="connsiteX8" fmla="*/ 21253 w 41981"/>
                  <a:gd name="connsiteY8" fmla="*/ 42163 h 41981"/>
                  <a:gd name="connsiteX9" fmla="*/ 42244 w 41981"/>
                  <a:gd name="connsiteY9" fmla="*/ 21172 h 41981"/>
                  <a:gd name="connsiteX10" fmla="*/ 42244 w 41981"/>
                  <a:gd name="connsiteY10" fmla="*/ 21172 h 41981"/>
                  <a:gd name="connsiteX11" fmla="*/ 2125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2"/>
                    </a:moveTo>
                    <a:cubicBezTo>
                      <a:pt x="30195" y="4982"/>
                      <a:pt x="37444" y="12231"/>
                      <a:pt x="37444" y="21172"/>
                    </a:cubicBezTo>
                    <a:lnTo>
                      <a:pt x="37444" y="21172"/>
                    </a:lnTo>
                    <a:cubicBezTo>
                      <a:pt x="37444" y="30114"/>
                      <a:pt x="30195" y="37363"/>
                      <a:pt x="21253" y="37363"/>
                    </a:cubicBezTo>
                    <a:cubicBezTo>
                      <a:pt x="12312" y="37363"/>
                      <a:pt x="5063" y="30114"/>
                      <a:pt x="5063" y="21172"/>
                    </a:cubicBezTo>
                    <a:cubicBezTo>
                      <a:pt x="5063" y="12231"/>
                      <a:pt x="12312" y="4982"/>
                      <a:pt x="21253" y="4982"/>
                    </a:cubicBezTo>
                    <a:close/>
                    <a:moveTo>
                      <a:pt x="21253" y="182"/>
                    </a:moveTo>
                    <a:cubicBezTo>
                      <a:pt x="9661" y="182"/>
                      <a:pt x="263" y="9580"/>
                      <a:pt x="263" y="21172"/>
                    </a:cubicBezTo>
                    <a:cubicBezTo>
                      <a:pt x="263" y="32765"/>
                      <a:pt x="9661" y="42163"/>
                      <a:pt x="21253" y="42163"/>
                    </a:cubicBezTo>
                    <a:cubicBezTo>
                      <a:pt x="32846" y="42163"/>
                      <a:pt x="42244" y="32765"/>
                      <a:pt x="42244" y="21172"/>
                    </a:cubicBezTo>
                    <a:lnTo>
                      <a:pt x="42244" y="21172"/>
                    </a:lnTo>
                    <a:cubicBezTo>
                      <a:pt x="42244" y="9580"/>
                      <a:pt x="32846" y="182"/>
                      <a:pt x="21253" y="182"/>
                    </a:cubicBezTo>
                    <a:close/>
                  </a:path>
                </a:pathLst>
              </a:custGeom>
              <a:solidFill>
                <a:srgbClr val="000000"/>
              </a:solidFill>
              <a:ln w="4794" cap="sq">
                <a:noFill/>
                <a:prstDash val="solid"/>
                <a:round/>
              </a:ln>
            </p:spPr>
            <p:txBody>
              <a:bodyPr rtlCol="0" anchor="ctr"/>
              <a:lstStyle/>
              <a:p>
                <a:endParaRPr lang="en-US"/>
              </a:p>
            </p:txBody>
          </p:sp>
          <p:sp>
            <p:nvSpPr>
              <p:cNvPr id="2584" name="Freeform: Shape 2583">
                <a:extLst>
                  <a:ext uri="{FF2B5EF4-FFF2-40B4-BE49-F238E27FC236}">
                    <a16:creationId xmlns:a16="http://schemas.microsoft.com/office/drawing/2014/main" id="{1333AB91-7920-B100-9BE7-C91186D84237}"/>
                  </a:ext>
                </a:extLst>
              </p:cNvPr>
              <p:cNvSpPr/>
              <p:nvPr/>
            </p:nvSpPr>
            <p:spPr>
              <a:xfrm>
                <a:off x="7483314" y="7756036"/>
                <a:ext cx="37180" cy="37180"/>
              </a:xfrm>
              <a:custGeom>
                <a:avLst/>
                <a:gdLst>
                  <a:gd name="connsiteX0" fmla="*/ 37404 w 37180"/>
                  <a:gd name="connsiteY0" fmla="*/ 18721 h 37180"/>
                  <a:gd name="connsiteX1" fmla="*/ 18814 w 37180"/>
                  <a:gd name="connsiteY1" fmla="*/ 37312 h 37180"/>
                  <a:gd name="connsiteX2" fmla="*/ 224 w 37180"/>
                  <a:gd name="connsiteY2" fmla="*/ 18721 h 37180"/>
                  <a:gd name="connsiteX3" fmla="*/ 18814 w 37180"/>
                  <a:gd name="connsiteY3" fmla="*/ 131 h 37180"/>
                  <a:gd name="connsiteX4" fmla="*/ 37404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4" y="18721"/>
                    </a:moveTo>
                    <a:cubicBezTo>
                      <a:pt x="37404" y="28988"/>
                      <a:pt x="29081" y="37312"/>
                      <a:pt x="18814" y="37312"/>
                    </a:cubicBezTo>
                    <a:cubicBezTo>
                      <a:pt x="8547" y="37312"/>
                      <a:pt x="224" y="28988"/>
                      <a:pt x="224" y="18721"/>
                    </a:cubicBezTo>
                    <a:cubicBezTo>
                      <a:pt x="224" y="8454"/>
                      <a:pt x="8547" y="131"/>
                      <a:pt x="18814" y="131"/>
                    </a:cubicBezTo>
                    <a:cubicBezTo>
                      <a:pt x="29081" y="131"/>
                      <a:pt x="37404" y="8454"/>
                      <a:pt x="37404" y="18721"/>
                    </a:cubicBezTo>
                    <a:close/>
                  </a:path>
                </a:pathLst>
              </a:custGeom>
              <a:solidFill>
                <a:srgbClr val="F7A500"/>
              </a:solidFill>
              <a:ln w="5753" cap="sq">
                <a:noFill/>
                <a:prstDash val="solid"/>
                <a:miter/>
              </a:ln>
            </p:spPr>
            <p:txBody>
              <a:bodyPr rtlCol="0" anchor="ctr"/>
              <a:lstStyle/>
              <a:p>
                <a:endParaRPr lang="en-US"/>
              </a:p>
            </p:txBody>
          </p:sp>
          <p:sp>
            <p:nvSpPr>
              <p:cNvPr id="2585" name="Freeform: Shape 2584">
                <a:extLst>
                  <a:ext uri="{FF2B5EF4-FFF2-40B4-BE49-F238E27FC236}">
                    <a16:creationId xmlns:a16="http://schemas.microsoft.com/office/drawing/2014/main" id="{88BB43AE-0E33-2942-16DF-481008C04DD7}"/>
                  </a:ext>
                </a:extLst>
              </p:cNvPr>
              <p:cNvSpPr/>
              <p:nvPr/>
            </p:nvSpPr>
            <p:spPr>
              <a:xfrm>
                <a:off x="7480913" y="7753635"/>
                <a:ext cx="41981" cy="41981"/>
              </a:xfrm>
              <a:custGeom>
                <a:avLst/>
                <a:gdLst>
                  <a:gd name="connsiteX0" fmla="*/ 21214 w 41981"/>
                  <a:gd name="connsiteY0" fmla="*/ 4931 h 41981"/>
                  <a:gd name="connsiteX1" fmla="*/ 37404 w 41981"/>
                  <a:gd name="connsiteY1" fmla="*/ 21121 h 41981"/>
                  <a:gd name="connsiteX2" fmla="*/ 37404 w 41981"/>
                  <a:gd name="connsiteY2" fmla="*/ 21121 h 41981"/>
                  <a:gd name="connsiteX3" fmla="*/ 21214 w 41981"/>
                  <a:gd name="connsiteY3" fmla="*/ 37312 h 41981"/>
                  <a:gd name="connsiteX4" fmla="*/ 5024 w 41981"/>
                  <a:gd name="connsiteY4" fmla="*/ 21121 h 41981"/>
                  <a:gd name="connsiteX5" fmla="*/ 21214 w 41981"/>
                  <a:gd name="connsiteY5" fmla="*/ 4931 h 41981"/>
                  <a:gd name="connsiteX6" fmla="*/ 21214 w 41981"/>
                  <a:gd name="connsiteY6" fmla="*/ 131 h 41981"/>
                  <a:gd name="connsiteX7" fmla="*/ 224 w 41981"/>
                  <a:gd name="connsiteY7" fmla="*/ 21121 h 41981"/>
                  <a:gd name="connsiteX8" fmla="*/ 21214 w 41981"/>
                  <a:gd name="connsiteY8" fmla="*/ 42112 h 41981"/>
                  <a:gd name="connsiteX9" fmla="*/ 42205 w 41981"/>
                  <a:gd name="connsiteY9" fmla="*/ 21121 h 41981"/>
                  <a:gd name="connsiteX10" fmla="*/ 42205 w 41981"/>
                  <a:gd name="connsiteY10" fmla="*/ 21121 h 41981"/>
                  <a:gd name="connsiteX11" fmla="*/ 21214 w 41981"/>
                  <a:gd name="connsiteY11" fmla="*/ 13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4" y="4931"/>
                    </a:moveTo>
                    <a:cubicBezTo>
                      <a:pt x="30156" y="4931"/>
                      <a:pt x="37404" y="12180"/>
                      <a:pt x="37404" y="21121"/>
                    </a:cubicBezTo>
                    <a:lnTo>
                      <a:pt x="37404" y="21121"/>
                    </a:lnTo>
                    <a:cubicBezTo>
                      <a:pt x="37404" y="30063"/>
                      <a:pt x="30156" y="37312"/>
                      <a:pt x="21214" y="37312"/>
                    </a:cubicBezTo>
                    <a:cubicBezTo>
                      <a:pt x="12272" y="37312"/>
                      <a:pt x="5024" y="30063"/>
                      <a:pt x="5024" y="21121"/>
                    </a:cubicBezTo>
                    <a:cubicBezTo>
                      <a:pt x="5024" y="12180"/>
                      <a:pt x="12272" y="4931"/>
                      <a:pt x="21214" y="4931"/>
                    </a:cubicBezTo>
                    <a:close/>
                    <a:moveTo>
                      <a:pt x="21214" y="131"/>
                    </a:moveTo>
                    <a:cubicBezTo>
                      <a:pt x="9622" y="131"/>
                      <a:pt x="224" y="9529"/>
                      <a:pt x="224" y="21121"/>
                    </a:cubicBezTo>
                    <a:cubicBezTo>
                      <a:pt x="224" y="32714"/>
                      <a:pt x="9622" y="42112"/>
                      <a:pt x="21214" y="42112"/>
                    </a:cubicBezTo>
                    <a:cubicBezTo>
                      <a:pt x="32807" y="42112"/>
                      <a:pt x="42205" y="32714"/>
                      <a:pt x="42205" y="21121"/>
                    </a:cubicBezTo>
                    <a:lnTo>
                      <a:pt x="42205" y="21121"/>
                    </a:lnTo>
                    <a:cubicBezTo>
                      <a:pt x="42205" y="9529"/>
                      <a:pt x="32807" y="131"/>
                      <a:pt x="21214" y="131"/>
                    </a:cubicBezTo>
                    <a:close/>
                  </a:path>
                </a:pathLst>
              </a:custGeom>
              <a:solidFill>
                <a:srgbClr val="000000"/>
              </a:solidFill>
              <a:ln w="4794" cap="sq">
                <a:noFill/>
                <a:prstDash val="solid"/>
                <a:round/>
              </a:ln>
            </p:spPr>
            <p:txBody>
              <a:bodyPr rtlCol="0" anchor="ctr"/>
              <a:lstStyle/>
              <a:p>
                <a:endParaRPr lang="en-US"/>
              </a:p>
            </p:txBody>
          </p:sp>
          <p:sp>
            <p:nvSpPr>
              <p:cNvPr id="2586" name="Freeform: Shape 2585">
                <a:extLst>
                  <a:ext uri="{FF2B5EF4-FFF2-40B4-BE49-F238E27FC236}">
                    <a16:creationId xmlns:a16="http://schemas.microsoft.com/office/drawing/2014/main" id="{F9E6F531-498A-E1F7-59AB-F83BDD402BFF}"/>
                  </a:ext>
                </a:extLst>
              </p:cNvPr>
              <p:cNvSpPr/>
              <p:nvPr/>
            </p:nvSpPr>
            <p:spPr>
              <a:xfrm>
                <a:off x="7642583" y="8027936"/>
                <a:ext cx="37180" cy="37180"/>
              </a:xfrm>
              <a:custGeom>
                <a:avLst/>
                <a:gdLst>
                  <a:gd name="connsiteX0" fmla="*/ 37432 w 37180"/>
                  <a:gd name="connsiteY0" fmla="*/ 18768 h 37180"/>
                  <a:gd name="connsiteX1" fmla="*/ 18842 w 37180"/>
                  <a:gd name="connsiteY1" fmla="*/ 37359 h 37180"/>
                  <a:gd name="connsiteX2" fmla="*/ 251 w 37180"/>
                  <a:gd name="connsiteY2" fmla="*/ 18768 h 37180"/>
                  <a:gd name="connsiteX3" fmla="*/ 18842 w 37180"/>
                  <a:gd name="connsiteY3" fmla="*/ 178 h 37180"/>
                  <a:gd name="connsiteX4" fmla="*/ 3743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8"/>
                    </a:moveTo>
                    <a:cubicBezTo>
                      <a:pt x="37432" y="29036"/>
                      <a:pt x="29109" y="37359"/>
                      <a:pt x="18842" y="37359"/>
                    </a:cubicBezTo>
                    <a:cubicBezTo>
                      <a:pt x="8574" y="37359"/>
                      <a:pt x="251" y="29036"/>
                      <a:pt x="251" y="18768"/>
                    </a:cubicBezTo>
                    <a:cubicBezTo>
                      <a:pt x="251" y="8501"/>
                      <a:pt x="8574" y="178"/>
                      <a:pt x="18842" y="178"/>
                    </a:cubicBezTo>
                    <a:cubicBezTo>
                      <a:pt x="29109" y="178"/>
                      <a:pt x="37432" y="8501"/>
                      <a:pt x="37432" y="18768"/>
                    </a:cubicBezTo>
                    <a:close/>
                  </a:path>
                </a:pathLst>
              </a:custGeom>
              <a:solidFill>
                <a:srgbClr val="F7D9D9"/>
              </a:solidFill>
              <a:ln w="5753" cap="sq">
                <a:noFill/>
                <a:prstDash val="solid"/>
                <a:miter/>
              </a:ln>
            </p:spPr>
            <p:txBody>
              <a:bodyPr rtlCol="0" anchor="ctr"/>
              <a:lstStyle/>
              <a:p>
                <a:endParaRPr lang="en-US"/>
              </a:p>
            </p:txBody>
          </p:sp>
          <p:sp>
            <p:nvSpPr>
              <p:cNvPr id="2587" name="Freeform: Shape 2586">
                <a:extLst>
                  <a:ext uri="{FF2B5EF4-FFF2-40B4-BE49-F238E27FC236}">
                    <a16:creationId xmlns:a16="http://schemas.microsoft.com/office/drawing/2014/main" id="{FDEED669-6EA4-010E-A1FA-015DB6EFFCFE}"/>
                  </a:ext>
                </a:extLst>
              </p:cNvPr>
              <p:cNvSpPr/>
              <p:nvPr/>
            </p:nvSpPr>
            <p:spPr>
              <a:xfrm>
                <a:off x="7640183" y="8025536"/>
                <a:ext cx="41981" cy="41981"/>
              </a:xfrm>
              <a:custGeom>
                <a:avLst/>
                <a:gdLst>
                  <a:gd name="connsiteX0" fmla="*/ 21242 w 41981"/>
                  <a:gd name="connsiteY0" fmla="*/ 4978 h 41981"/>
                  <a:gd name="connsiteX1" fmla="*/ 37432 w 41981"/>
                  <a:gd name="connsiteY1" fmla="*/ 21169 h 41981"/>
                  <a:gd name="connsiteX2" fmla="*/ 37432 w 41981"/>
                  <a:gd name="connsiteY2" fmla="*/ 21169 h 41981"/>
                  <a:gd name="connsiteX3" fmla="*/ 21242 w 41981"/>
                  <a:gd name="connsiteY3" fmla="*/ 37359 h 41981"/>
                  <a:gd name="connsiteX4" fmla="*/ 5052 w 41981"/>
                  <a:gd name="connsiteY4" fmla="*/ 21169 h 41981"/>
                  <a:gd name="connsiteX5" fmla="*/ 21242 w 41981"/>
                  <a:gd name="connsiteY5" fmla="*/ 4978 h 41981"/>
                  <a:gd name="connsiteX6" fmla="*/ 21242 w 41981"/>
                  <a:gd name="connsiteY6" fmla="*/ 178 h 41981"/>
                  <a:gd name="connsiteX7" fmla="*/ 251 w 41981"/>
                  <a:gd name="connsiteY7" fmla="*/ 21169 h 41981"/>
                  <a:gd name="connsiteX8" fmla="*/ 21242 w 41981"/>
                  <a:gd name="connsiteY8" fmla="*/ 42159 h 41981"/>
                  <a:gd name="connsiteX9" fmla="*/ 42232 w 41981"/>
                  <a:gd name="connsiteY9" fmla="*/ 21169 h 41981"/>
                  <a:gd name="connsiteX10" fmla="*/ 42232 w 41981"/>
                  <a:gd name="connsiteY10" fmla="*/ 21169 h 41981"/>
                  <a:gd name="connsiteX11" fmla="*/ 21242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8"/>
                    </a:moveTo>
                    <a:cubicBezTo>
                      <a:pt x="30184" y="4978"/>
                      <a:pt x="37432" y="12227"/>
                      <a:pt x="37432" y="21169"/>
                    </a:cubicBezTo>
                    <a:lnTo>
                      <a:pt x="37432" y="21169"/>
                    </a:lnTo>
                    <a:cubicBezTo>
                      <a:pt x="37432" y="30110"/>
                      <a:pt x="30184" y="37359"/>
                      <a:pt x="21242" y="37359"/>
                    </a:cubicBezTo>
                    <a:cubicBezTo>
                      <a:pt x="12300" y="37359"/>
                      <a:pt x="5052" y="30110"/>
                      <a:pt x="5052" y="21169"/>
                    </a:cubicBezTo>
                    <a:cubicBezTo>
                      <a:pt x="5052" y="12227"/>
                      <a:pt x="12300" y="4978"/>
                      <a:pt x="21242" y="4978"/>
                    </a:cubicBezTo>
                    <a:close/>
                    <a:moveTo>
                      <a:pt x="21242" y="178"/>
                    </a:moveTo>
                    <a:cubicBezTo>
                      <a:pt x="9649" y="178"/>
                      <a:pt x="251" y="9576"/>
                      <a:pt x="251" y="21169"/>
                    </a:cubicBezTo>
                    <a:cubicBezTo>
                      <a:pt x="251" y="32761"/>
                      <a:pt x="9649" y="42159"/>
                      <a:pt x="21242" y="42159"/>
                    </a:cubicBezTo>
                    <a:cubicBezTo>
                      <a:pt x="32834" y="42159"/>
                      <a:pt x="42232" y="32761"/>
                      <a:pt x="42232" y="21169"/>
                    </a:cubicBezTo>
                    <a:lnTo>
                      <a:pt x="42232" y="21169"/>
                    </a:lnTo>
                    <a:cubicBezTo>
                      <a:pt x="42232" y="9576"/>
                      <a:pt x="32834" y="178"/>
                      <a:pt x="21242" y="178"/>
                    </a:cubicBezTo>
                    <a:close/>
                  </a:path>
                </a:pathLst>
              </a:custGeom>
              <a:solidFill>
                <a:srgbClr val="000000"/>
              </a:solidFill>
              <a:ln w="4794" cap="sq">
                <a:noFill/>
                <a:prstDash val="solid"/>
                <a:round/>
              </a:ln>
            </p:spPr>
            <p:txBody>
              <a:bodyPr rtlCol="0" anchor="ctr"/>
              <a:lstStyle/>
              <a:p>
                <a:endParaRPr lang="en-US"/>
              </a:p>
            </p:txBody>
          </p:sp>
          <p:sp>
            <p:nvSpPr>
              <p:cNvPr id="2588" name="Freeform: Shape 2587">
                <a:extLst>
                  <a:ext uri="{FF2B5EF4-FFF2-40B4-BE49-F238E27FC236}">
                    <a16:creationId xmlns:a16="http://schemas.microsoft.com/office/drawing/2014/main" id="{DC04B175-E544-E5B6-92E6-8AF236EA81D3}"/>
                  </a:ext>
                </a:extLst>
              </p:cNvPr>
              <p:cNvSpPr/>
              <p:nvPr/>
            </p:nvSpPr>
            <p:spPr>
              <a:xfrm>
                <a:off x="7799307" y="7807392"/>
                <a:ext cx="37180" cy="37180"/>
              </a:xfrm>
              <a:custGeom>
                <a:avLst/>
                <a:gdLst>
                  <a:gd name="connsiteX0" fmla="*/ 37459 w 37180"/>
                  <a:gd name="connsiteY0" fmla="*/ 18730 h 37180"/>
                  <a:gd name="connsiteX1" fmla="*/ 18869 w 37180"/>
                  <a:gd name="connsiteY1" fmla="*/ 37320 h 37180"/>
                  <a:gd name="connsiteX2" fmla="*/ 278 w 37180"/>
                  <a:gd name="connsiteY2" fmla="*/ 18730 h 37180"/>
                  <a:gd name="connsiteX3" fmla="*/ 18869 w 37180"/>
                  <a:gd name="connsiteY3" fmla="*/ 140 h 37180"/>
                  <a:gd name="connsiteX4" fmla="*/ 37459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30"/>
                    </a:moveTo>
                    <a:cubicBezTo>
                      <a:pt x="37459" y="28997"/>
                      <a:pt x="29136" y="37320"/>
                      <a:pt x="18869" y="37320"/>
                    </a:cubicBezTo>
                    <a:cubicBezTo>
                      <a:pt x="8602" y="37320"/>
                      <a:pt x="278" y="28997"/>
                      <a:pt x="278" y="18730"/>
                    </a:cubicBezTo>
                    <a:cubicBezTo>
                      <a:pt x="278" y="8463"/>
                      <a:pt x="8602" y="140"/>
                      <a:pt x="18869" y="140"/>
                    </a:cubicBezTo>
                    <a:cubicBezTo>
                      <a:pt x="29136" y="140"/>
                      <a:pt x="37459" y="8463"/>
                      <a:pt x="37459" y="18730"/>
                    </a:cubicBezTo>
                    <a:close/>
                  </a:path>
                </a:pathLst>
              </a:custGeom>
              <a:solidFill>
                <a:srgbClr val="00F700"/>
              </a:solidFill>
              <a:ln w="5753" cap="sq">
                <a:noFill/>
                <a:prstDash val="solid"/>
                <a:miter/>
              </a:ln>
            </p:spPr>
            <p:txBody>
              <a:bodyPr rtlCol="0" anchor="ctr"/>
              <a:lstStyle/>
              <a:p>
                <a:endParaRPr lang="en-US"/>
              </a:p>
            </p:txBody>
          </p:sp>
          <p:sp>
            <p:nvSpPr>
              <p:cNvPr id="2589" name="Freeform: Shape 2588">
                <a:extLst>
                  <a:ext uri="{FF2B5EF4-FFF2-40B4-BE49-F238E27FC236}">
                    <a16:creationId xmlns:a16="http://schemas.microsoft.com/office/drawing/2014/main" id="{005EC4B1-D909-DAB6-5F91-6CCA63D12048}"/>
                  </a:ext>
                </a:extLst>
              </p:cNvPr>
              <p:cNvSpPr/>
              <p:nvPr/>
            </p:nvSpPr>
            <p:spPr>
              <a:xfrm>
                <a:off x="7796907" y="7804992"/>
                <a:ext cx="41981" cy="41981"/>
              </a:xfrm>
              <a:custGeom>
                <a:avLst/>
                <a:gdLst>
                  <a:gd name="connsiteX0" fmla="*/ 21269 w 41981"/>
                  <a:gd name="connsiteY0" fmla="*/ 4940 h 41981"/>
                  <a:gd name="connsiteX1" fmla="*/ 37459 w 41981"/>
                  <a:gd name="connsiteY1" fmla="*/ 21130 h 41981"/>
                  <a:gd name="connsiteX2" fmla="*/ 37459 w 41981"/>
                  <a:gd name="connsiteY2" fmla="*/ 21130 h 41981"/>
                  <a:gd name="connsiteX3" fmla="*/ 21269 w 41981"/>
                  <a:gd name="connsiteY3" fmla="*/ 37320 h 41981"/>
                  <a:gd name="connsiteX4" fmla="*/ 5079 w 41981"/>
                  <a:gd name="connsiteY4" fmla="*/ 21130 h 41981"/>
                  <a:gd name="connsiteX5" fmla="*/ 21269 w 41981"/>
                  <a:gd name="connsiteY5" fmla="*/ 4940 h 41981"/>
                  <a:gd name="connsiteX6" fmla="*/ 21269 w 41981"/>
                  <a:gd name="connsiteY6" fmla="*/ 140 h 41981"/>
                  <a:gd name="connsiteX7" fmla="*/ 278 w 41981"/>
                  <a:gd name="connsiteY7" fmla="*/ 21130 h 41981"/>
                  <a:gd name="connsiteX8" fmla="*/ 21269 w 41981"/>
                  <a:gd name="connsiteY8" fmla="*/ 42121 h 41981"/>
                  <a:gd name="connsiteX9" fmla="*/ 42260 w 41981"/>
                  <a:gd name="connsiteY9" fmla="*/ 21130 h 41981"/>
                  <a:gd name="connsiteX10" fmla="*/ 42260 w 41981"/>
                  <a:gd name="connsiteY10" fmla="*/ 21130 h 41981"/>
                  <a:gd name="connsiteX11" fmla="*/ 21269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40"/>
                    </a:moveTo>
                    <a:cubicBezTo>
                      <a:pt x="30211" y="4940"/>
                      <a:pt x="37459" y="12188"/>
                      <a:pt x="37459" y="21130"/>
                    </a:cubicBezTo>
                    <a:lnTo>
                      <a:pt x="37459" y="21130"/>
                    </a:lnTo>
                    <a:cubicBezTo>
                      <a:pt x="37459" y="30072"/>
                      <a:pt x="30211" y="37320"/>
                      <a:pt x="21269" y="37320"/>
                    </a:cubicBezTo>
                    <a:cubicBezTo>
                      <a:pt x="12327" y="37320"/>
                      <a:pt x="5079" y="30072"/>
                      <a:pt x="5079" y="21130"/>
                    </a:cubicBezTo>
                    <a:cubicBezTo>
                      <a:pt x="5079" y="12188"/>
                      <a:pt x="12327" y="4940"/>
                      <a:pt x="21269" y="4940"/>
                    </a:cubicBezTo>
                    <a:close/>
                    <a:moveTo>
                      <a:pt x="21269" y="140"/>
                    </a:moveTo>
                    <a:cubicBezTo>
                      <a:pt x="9676" y="140"/>
                      <a:pt x="278" y="9538"/>
                      <a:pt x="278" y="21130"/>
                    </a:cubicBezTo>
                    <a:cubicBezTo>
                      <a:pt x="278" y="32723"/>
                      <a:pt x="9676" y="42121"/>
                      <a:pt x="21269" y="42121"/>
                    </a:cubicBezTo>
                    <a:cubicBezTo>
                      <a:pt x="32862" y="42121"/>
                      <a:pt x="42260" y="32723"/>
                      <a:pt x="42260" y="21130"/>
                    </a:cubicBezTo>
                    <a:lnTo>
                      <a:pt x="42260" y="21130"/>
                    </a:lnTo>
                    <a:cubicBezTo>
                      <a:pt x="42260" y="9538"/>
                      <a:pt x="32862" y="140"/>
                      <a:pt x="21269" y="140"/>
                    </a:cubicBezTo>
                    <a:close/>
                  </a:path>
                </a:pathLst>
              </a:custGeom>
              <a:solidFill>
                <a:srgbClr val="000000"/>
              </a:solidFill>
              <a:ln w="4794" cap="sq">
                <a:noFill/>
                <a:prstDash val="solid"/>
                <a:round/>
              </a:ln>
            </p:spPr>
            <p:txBody>
              <a:bodyPr rtlCol="0" anchor="ctr"/>
              <a:lstStyle/>
              <a:p>
                <a:endParaRPr lang="en-US"/>
              </a:p>
            </p:txBody>
          </p:sp>
          <p:sp>
            <p:nvSpPr>
              <p:cNvPr id="2590" name="Freeform: Shape 2589">
                <a:extLst>
                  <a:ext uri="{FF2B5EF4-FFF2-40B4-BE49-F238E27FC236}">
                    <a16:creationId xmlns:a16="http://schemas.microsoft.com/office/drawing/2014/main" id="{ED518B64-4D86-E754-F6C3-448324F78102}"/>
                  </a:ext>
                </a:extLst>
              </p:cNvPr>
              <p:cNvSpPr/>
              <p:nvPr/>
            </p:nvSpPr>
            <p:spPr>
              <a:xfrm>
                <a:off x="7683134" y="8003284"/>
                <a:ext cx="37180" cy="37180"/>
              </a:xfrm>
              <a:custGeom>
                <a:avLst/>
                <a:gdLst>
                  <a:gd name="connsiteX0" fmla="*/ 37439 w 37180"/>
                  <a:gd name="connsiteY0" fmla="*/ 18764 h 37180"/>
                  <a:gd name="connsiteX1" fmla="*/ 18849 w 37180"/>
                  <a:gd name="connsiteY1" fmla="*/ 37355 h 37180"/>
                  <a:gd name="connsiteX2" fmla="*/ 258 w 37180"/>
                  <a:gd name="connsiteY2" fmla="*/ 18764 h 37180"/>
                  <a:gd name="connsiteX3" fmla="*/ 18849 w 37180"/>
                  <a:gd name="connsiteY3" fmla="*/ 174 h 37180"/>
                  <a:gd name="connsiteX4" fmla="*/ 37439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4"/>
                    </a:moveTo>
                    <a:cubicBezTo>
                      <a:pt x="37439" y="29031"/>
                      <a:pt x="29116" y="37355"/>
                      <a:pt x="18849" y="37355"/>
                    </a:cubicBezTo>
                    <a:cubicBezTo>
                      <a:pt x="8581" y="37355"/>
                      <a:pt x="258" y="29031"/>
                      <a:pt x="258" y="18764"/>
                    </a:cubicBezTo>
                    <a:cubicBezTo>
                      <a:pt x="258" y="8497"/>
                      <a:pt x="8581" y="174"/>
                      <a:pt x="18849" y="174"/>
                    </a:cubicBezTo>
                    <a:cubicBezTo>
                      <a:pt x="29116" y="174"/>
                      <a:pt x="37439" y="8497"/>
                      <a:pt x="37439" y="18764"/>
                    </a:cubicBezTo>
                    <a:close/>
                  </a:path>
                </a:pathLst>
              </a:custGeom>
              <a:solidFill>
                <a:srgbClr val="7FF77F"/>
              </a:solidFill>
              <a:ln w="5753" cap="sq">
                <a:noFill/>
                <a:prstDash val="solid"/>
                <a:miter/>
              </a:ln>
            </p:spPr>
            <p:txBody>
              <a:bodyPr rtlCol="0" anchor="ctr"/>
              <a:lstStyle/>
              <a:p>
                <a:endParaRPr lang="en-US"/>
              </a:p>
            </p:txBody>
          </p:sp>
          <p:sp>
            <p:nvSpPr>
              <p:cNvPr id="2591" name="Freeform: Shape 2590">
                <a:extLst>
                  <a:ext uri="{FF2B5EF4-FFF2-40B4-BE49-F238E27FC236}">
                    <a16:creationId xmlns:a16="http://schemas.microsoft.com/office/drawing/2014/main" id="{9EC09152-1319-D58B-CA72-D5CED74ABD55}"/>
                  </a:ext>
                </a:extLst>
              </p:cNvPr>
              <p:cNvSpPr/>
              <p:nvPr/>
            </p:nvSpPr>
            <p:spPr>
              <a:xfrm>
                <a:off x="7680733" y="8000883"/>
                <a:ext cx="41981" cy="41981"/>
              </a:xfrm>
              <a:custGeom>
                <a:avLst/>
                <a:gdLst>
                  <a:gd name="connsiteX0" fmla="*/ 21249 w 41981"/>
                  <a:gd name="connsiteY0" fmla="*/ 4974 h 41981"/>
                  <a:gd name="connsiteX1" fmla="*/ 37439 w 41981"/>
                  <a:gd name="connsiteY1" fmla="*/ 21164 h 41981"/>
                  <a:gd name="connsiteX2" fmla="*/ 37439 w 41981"/>
                  <a:gd name="connsiteY2" fmla="*/ 21164 h 41981"/>
                  <a:gd name="connsiteX3" fmla="*/ 21249 w 41981"/>
                  <a:gd name="connsiteY3" fmla="*/ 37355 h 41981"/>
                  <a:gd name="connsiteX4" fmla="*/ 5059 w 41981"/>
                  <a:gd name="connsiteY4" fmla="*/ 21164 h 41981"/>
                  <a:gd name="connsiteX5" fmla="*/ 21249 w 41981"/>
                  <a:gd name="connsiteY5" fmla="*/ 4974 h 41981"/>
                  <a:gd name="connsiteX6" fmla="*/ 21249 w 41981"/>
                  <a:gd name="connsiteY6" fmla="*/ 174 h 41981"/>
                  <a:gd name="connsiteX7" fmla="*/ 258 w 41981"/>
                  <a:gd name="connsiteY7" fmla="*/ 21164 h 41981"/>
                  <a:gd name="connsiteX8" fmla="*/ 21249 w 41981"/>
                  <a:gd name="connsiteY8" fmla="*/ 42155 h 41981"/>
                  <a:gd name="connsiteX9" fmla="*/ 42239 w 41981"/>
                  <a:gd name="connsiteY9" fmla="*/ 21164 h 41981"/>
                  <a:gd name="connsiteX10" fmla="*/ 42239 w 41981"/>
                  <a:gd name="connsiteY10" fmla="*/ 21164 h 41981"/>
                  <a:gd name="connsiteX11" fmla="*/ 2124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4"/>
                    </a:moveTo>
                    <a:cubicBezTo>
                      <a:pt x="30191" y="4974"/>
                      <a:pt x="37439" y="12222"/>
                      <a:pt x="37439" y="21164"/>
                    </a:cubicBezTo>
                    <a:lnTo>
                      <a:pt x="37439" y="21164"/>
                    </a:lnTo>
                    <a:cubicBezTo>
                      <a:pt x="37439" y="30106"/>
                      <a:pt x="30191" y="37355"/>
                      <a:pt x="21249" y="37355"/>
                    </a:cubicBezTo>
                    <a:cubicBezTo>
                      <a:pt x="12307" y="37355"/>
                      <a:pt x="5059" y="30106"/>
                      <a:pt x="5059" y="21164"/>
                    </a:cubicBezTo>
                    <a:cubicBezTo>
                      <a:pt x="5059" y="12222"/>
                      <a:pt x="12307" y="4974"/>
                      <a:pt x="21249" y="4974"/>
                    </a:cubicBezTo>
                    <a:close/>
                    <a:moveTo>
                      <a:pt x="21249" y="174"/>
                    </a:moveTo>
                    <a:cubicBezTo>
                      <a:pt x="9656" y="174"/>
                      <a:pt x="258" y="9572"/>
                      <a:pt x="258" y="21164"/>
                    </a:cubicBezTo>
                    <a:cubicBezTo>
                      <a:pt x="258" y="32757"/>
                      <a:pt x="9656" y="42155"/>
                      <a:pt x="21249" y="42155"/>
                    </a:cubicBezTo>
                    <a:cubicBezTo>
                      <a:pt x="32841" y="42155"/>
                      <a:pt x="42239" y="32757"/>
                      <a:pt x="42239" y="21164"/>
                    </a:cubicBezTo>
                    <a:lnTo>
                      <a:pt x="42239" y="21164"/>
                    </a:lnTo>
                    <a:cubicBezTo>
                      <a:pt x="42239" y="9572"/>
                      <a:pt x="32841" y="174"/>
                      <a:pt x="21249" y="174"/>
                    </a:cubicBezTo>
                    <a:close/>
                  </a:path>
                </a:pathLst>
              </a:custGeom>
              <a:solidFill>
                <a:srgbClr val="000000"/>
              </a:solidFill>
              <a:ln w="4794" cap="sq">
                <a:noFill/>
                <a:prstDash val="solid"/>
                <a:round/>
              </a:ln>
            </p:spPr>
            <p:txBody>
              <a:bodyPr rtlCol="0" anchor="ctr"/>
              <a:lstStyle/>
              <a:p>
                <a:endParaRPr lang="en-US"/>
              </a:p>
            </p:txBody>
          </p:sp>
          <p:sp>
            <p:nvSpPr>
              <p:cNvPr id="2592" name="Freeform: Shape 2591">
                <a:extLst>
                  <a:ext uri="{FF2B5EF4-FFF2-40B4-BE49-F238E27FC236}">
                    <a16:creationId xmlns:a16="http://schemas.microsoft.com/office/drawing/2014/main" id="{A16B13D9-BD67-AEA2-49FC-92E918009D88}"/>
                  </a:ext>
                </a:extLst>
              </p:cNvPr>
              <p:cNvSpPr/>
              <p:nvPr/>
            </p:nvSpPr>
            <p:spPr>
              <a:xfrm>
                <a:off x="7783761" y="8101192"/>
                <a:ext cx="37180" cy="37180"/>
              </a:xfrm>
              <a:custGeom>
                <a:avLst/>
                <a:gdLst>
                  <a:gd name="connsiteX0" fmla="*/ 37456 w 37180"/>
                  <a:gd name="connsiteY0" fmla="*/ 18781 h 37180"/>
                  <a:gd name="connsiteX1" fmla="*/ 18866 w 37180"/>
                  <a:gd name="connsiteY1" fmla="*/ 37372 h 37180"/>
                  <a:gd name="connsiteX2" fmla="*/ 276 w 37180"/>
                  <a:gd name="connsiteY2" fmla="*/ 18781 h 37180"/>
                  <a:gd name="connsiteX3" fmla="*/ 18866 w 37180"/>
                  <a:gd name="connsiteY3" fmla="*/ 191 h 37180"/>
                  <a:gd name="connsiteX4" fmla="*/ 37456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81"/>
                    </a:moveTo>
                    <a:cubicBezTo>
                      <a:pt x="37456" y="29048"/>
                      <a:pt x="29133" y="37372"/>
                      <a:pt x="18866" y="37372"/>
                    </a:cubicBezTo>
                    <a:cubicBezTo>
                      <a:pt x="8599" y="37372"/>
                      <a:pt x="276" y="29048"/>
                      <a:pt x="276" y="18781"/>
                    </a:cubicBezTo>
                    <a:cubicBezTo>
                      <a:pt x="276" y="8514"/>
                      <a:pt x="8599" y="191"/>
                      <a:pt x="18866" y="191"/>
                    </a:cubicBezTo>
                    <a:cubicBezTo>
                      <a:pt x="29133" y="191"/>
                      <a:pt x="37456" y="8514"/>
                      <a:pt x="37456" y="18781"/>
                    </a:cubicBezTo>
                    <a:close/>
                  </a:path>
                </a:pathLst>
              </a:custGeom>
              <a:solidFill>
                <a:srgbClr val="9CF79C"/>
              </a:solidFill>
              <a:ln w="5753" cap="sq">
                <a:noFill/>
                <a:prstDash val="solid"/>
                <a:miter/>
              </a:ln>
            </p:spPr>
            <p:txBody>
              <a:bodyPr rtlCol="0" anchor="ctr"/>
              <a:lstStyle/>
              <a:p>
                <a:endParaRPr lang="en-US"/>
              </a:p>
            </p:txBody>
          </p:sp>
          <p:sp>
            <p:nvSpPr>
              <p:cNvPr id="2593" name="Freeform: Shape 2592">
                <a:extLst>
                  <a:ext uri="{FF2B5EF4-FFF2-40B4-BE49-F238E27FC236}">
                    <a16:creationId xmlns:a16="http://schemas.microsoft.com/office/drawing/2014/main" id="{9E416DD5-484C-AFD9-E6EC-948CFA3298C0}"/>
                  </a:ext>
                </a:extLst>
              </p:cNvPr>
              <p:cNvSpPr/>
              <p:nvPr/>
            </p:nvSpPr>
            <p:spPr>
              <a:xfrm>
                <a:off x="7781361" y="8098792"/>
                <a:ext cx="41981" cy="41981"/>
              </a:xfrm>
              <a:custGeom>
                <a:avLst/>
                <a:gdLst>
                  <a:gd name="connsiteX0" fmla="*/ 21266 w 41981"/>
                  <a:gd name="connsiteY0" fmla="*/ 4991 h 41981"/>
                  <a:gd name="connsiteX1" fmla="*/ 37456 w 41981"/>
                  <a:gd name="connsiteY1" fmla="*/ 21181 h 41981"/>
                  <a:gd name="connsiteX2" fmla="*/ 37456 w 41981"/>
                  <a:gd name="connsiteY2" fmla="*/ 21181 h 41981"/>
                  <a:gd name="connsiteX3" fmla="*/ 21266 w 41981"/>
                  <a:gd name="connsiteY3" fmla="*/ 37372 h 41981"/>
                  <a:gd name="connsiteX4" fmla="*/ 5076 w 41981"/>
                  <a:gd name="connsiteY4" fmla="*/ 21181 h 41981"/>
                  <a:gd name="connsiteX5" fmla="*/ 21266 w 41981"/>
                  <a:gd name="connsiteY5" fmla="*/ 4991 h 41981"/>
                  <a:gd name="connsiteX6" fmla="*/ 21266 w 41981"/>
                  <a:gd name="connsiteY6" fmla="*/ 191 h 41981"/>
                  <a:gd name="connsiteX7" fmla="*/ 276 w 41981"/>
                  <a:gd name="connsiteY7" fmla="*/ 21181 h 41981"/>
                  <a:gd name="connsiteX8" fmla="*/ 21266 w 41981"/>
                  <a:gd name="connsiteY8" fmla="*/ 42172 h 41981"/>
                  <a:gd name="connsiteX9" fmla="*/ 42257 w 41981"/>
                  <a:gd name="connsiteY9" fmla="*/ 21181 h 41981"/>
                  <a:gd name="connsiteX10" fmla="*/ 42257 w 41981"/>
                  <a:gd name="connsiteY10" fmla="*/ 21181 h 41981"/>
                  <a:gd name="connsiteX11" fmla="*/ 21266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91"/>
                    </a:moveTo>
                    <a:cubicBezTo>
                      <a:pt x="30208" y="4991"/>
                      <a:pt x="37456" y="12239"/>
                      <a:pt x="37456" y="21181"/>
                    </a:cubicBezTo>
                    <a:lnTo>
                      <a:pt x="37456" y="21181"/>
                    </a:lnTo>
                    <a:cubicBezTo>
                      <a:pt x="37456" y="30123"/>
                      <a:pt x="30208" y="37372"/>
                      <a:pt x="21266" y="37372"/>
                    </a:cubicBezTo>
                    <a:cubicBezTo>
                      <a:pt x="12324" y="37372"/>
                      <a:pt x="5076" y="30123"/>
                      <a:pt x="5076" y="21181"/>
                    </a:cubicBezTo>
                    <a:cubicBezTo>
                      <a:pt x="5076" y="12239"/>
                      <a:pt x="12324" y="4991"/>
                      <a:pt x="21266" y="4991"/>
                    </a:cubicBezTo>
                    <a:close/>
                    <a:moveTo>
                      <a:pt x="21266" y="191"/>
                    </a:moveTo>
                    <a:cubicBezTo>
                      <a:pt x="9674" y="191"/>
                      <a:pt x="276" y="9589"/>
                      <a:pt x="276" y="21181"/>
                    </a:cubicBezTo>
                    <a:cubicBezTo>
                      <a:pt x="276" y="32774"/>
                      <a:pt x="9674" y="42172"/>
                      <a:pt x="21266" y="42172"/>
                    </a:cubicBezTo>
                    <a:cubicBezTo>
                      <a:pt x="32859" y="42172"/>
                      <a:pt x="42257" y="32774"/>
                      <a:pt x="42257" y="21181"/>
                    </a:cubicBezTo>
                    <a:lnTo>
                      <a:pt x="42257" y="21181"/>
                    </a:lnTo>
                    <a:cubicBezTo>
                      <a:pt x="42257" y="9589"/>
                      <a:pt x="32859" y="191"/>
                      <a:pt x="21266" y="191"/>
                    </a:cubicBezTo>
                    <a:close/>
                  </a:path>
                </a:pathLst>
              </a:custGeom>
              <a:solidFill>
                <a:srgbClr val="000000"/>
              </a:solidFill>
              <a:ln w="4794" cap="sq">
                <a:noFill/>
                <a:prstDash val="solid"/>
                <a:round/>
              </a:ln>
            </p:spPr>
            <p:txBody>
              <a:bodyPr rtlCol="0" anchor="ctr"/>
              <a:lstStyle/>
              <a:p>
                <a:endParaRPr lang="en-US"/>
              </a:p>
            </p:txBody>
          </p:sp>
          <p:sp>
            <p:nvSpPr>
              <p:cNvPr id="2594" name="Freeform: Shape 2593">
                <a:extLst>
                  <a:ext uri="{FF2B5EF4-FFF2-40B4-BE49-F238E27FC236}">
                    <a16:creationId xmlns:a16="http://schemas.microsoft.com/office/drawing/2014/main" id="{5949F059-77E6-8FFC-8A0B-A8986F76D4C1}"/>
                  </a:ext>
                </a:extLst>
              </p:cNvPr>
              <p:cNvSpPr/>
              <p:nvPr/>
            </p:nvSpPr>
            <p:spPr>
              <a:xfrm>
                <a:off x="7807100" y="7837448"/>
                <a:ext cx="37180" cy="37180"/>
              </a:xfrm>
              <a:custGeom>
                <a:avLst/>
                <a:gdLst>
                  <a:gd name="connsiteX0" fmla="*/ 37461 w 37180"/>
                  <a:gd name="connsiteY0" fmla="*/ 18735 h 37180"/>
                  <a:gd name="connsiteX1" fmla="*/ 18870 w 37180"/>
                  <a:gd name="connsiteY1" fmla="*/ 37326 h 37180"/>
                  <a:gd name="connsiteX2" fmla="*/ 280 w 37180"/>
                  <a:gd name="connsiteY2" fmla="*/ 18735 h 37180"/>
                  <a:gd name="connsiteX3" fmla="*/ 18870 w 37180"/>
                  <a:gd name="connsiteY3" fmla="*/ 145 h 37180"/>
                  <a:gd name="connsiteX4" fmla="*/ 37461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35"/>
                    </a:moveTo>
                    <a:cubicBezTo>
                      <a:pt x="37461" y="29003"/>
                      <a:pt x="29137" y="37326"/>
                      <a:pt x="18870" y="37326"/>
                    </a:cubicBezTo>
                    <a:cubicBezTo>
                      <a:pt x="8603" y="37326"/>
                      <a:pt x="280" y="29003"/>
                      <a:pt x="280" y="18735"/>
                    </a:cubicBezTo>
                    <a:cubicBezTo>
                      <a:pt x="280" y="8468"/>
                      <a:pt x="8603" y="145"/>
                      <a:pt x="18870" y="145"/>
                    </a:cubicBezTo>
                    <a:cubicBezTo>
                      <a:pt x="29137" y="145"/>
                      <a:pt x="37461" y="8468"/>
                      <a:pt x="37461" y="18735"/>
                    </a:cubicBezTo>
                    <a:close/>
                  </a:path>
                </a:pathLst>
              </a:custGeom>
              <a:solidFill>
                <a:srgbClr val="C2F7C2"/>
              </a:solidFill>
              <a:ln w="5753" cap="sq">
                <a:noFill/>
                <a:prstDash val="solid"/>
                <a:miter/>
              </a:ln>
            </p:spPr>
            <p:txBody>
              <a:bodyPr rtlCol="0" anchor="ctr"/>
              <a:lstStyle/>
              <a:p>
                <a:endParaRPr lang="en-US"/>
              </a:p>
            </p:txBody>
          </p:sp>
          <p:sp>
            <p:nvSpPr>
              <p:cNvPr id="2595" name="Freeform: Shape 2594">
                <a:extLst>
                  <a:ext uri="{FF2B5EF4-FFF2-40B4-BE49-F238E27FC236}">
                    <a16:creationId xmlns:a16="http://schemas.microsoft.com/office/drawing/2014/main" id="{FBB35BC3-C4C4-5221-DDC5-91A5E2BB4938}"/>
                  </a:ext>
                </a:extLst>
              </p:cNvPr>
              <p:cNvSpPr/>
              <p:nvPr/>
            </p:nvSpPr>
            <p:spPr>
              <a:xfrm>
                <a:off x="7804700" y="7835047"/>
                <a:ext cx="41981" cy="41981"/>
              </a:xfrm>
              <a:custGeom>
                <a:avLst/>
                <a:gdLst>
                  <a:gd name="connsiteX0" fmla="*/ 21270 w 41981"/>
                  <a:gd name="connsiteY0" fmla="*/ 4945 h 41981"/>
                  <a:gd name="connsiteX1" fmla="*/ 37461 w 41981"/>
                  <a:gd name="connsiteY1" fmla="*/ 21136 h 41981"/>
                  <a:gd name="connsiteX2" fmla="*/ 37461 w 41981"/>
                  <a:gd name="connsiteY2" fmla="*/ 21136 h 41981"/>
                  <a:gd name="connsiteX3" fmla="*/ 21270 w 41981"/>
                  <a:gd name="connsiteY3" fmla="*/ 37326 h 41981"/>
                  <a:gd name="connsiteX4" fmla="*/ 5080 w 41981"/>
                  <a:gd name="connsiteY4" fmla="*/ 21136 h 41981"/>
                  <a:gd name="connsiteX5" fmla="*/ 21270 w 41981"/>
                  <a:gd name="connsiteY5" fmla="*/ 4945 h 41981"/>
                  <a:gd name="connsiteX6" fmla="*/ 21270 w 41981"/>
                  <a:gd name="connsiteY6" fmla="*/ 145 h 41981"/>
                  <a:gd name="connsiteX7" fmla="*/ 280 w 41981"/>
                  <a:gd name="connsiteY7" fmla="*/ 21136 h 41981"/>
                  <a:gd name="connsiteX8" fmla="*/ 21270 w 41981"/>
                  <a:gd name="connsiteY8" fmla="*/ 42126 h 41981"/>
                  <a:gd name="connsiteX9" fmla="*/ 42261 w 41981"/>
                  <a:gd name="connsiteY9" fmla="*/ 21136 h 41981"/>
                  <a:gd name="connsiteX10" fmla="*/ 42261 w 41981"/>
                  <a:gd name="connsiteY10" fmla="*/ 21136 h 41981"/>
                  <a:gd name="connsiteX11" fmla="*/ 21270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45"/>
                    </a:moveTo>
                    <a:cubicBezTo>
                      <a:pt x="30212" y="4945"/>
                      <a:pt x="37461" y="12194"/>
                      <a:pt x="37461" y="21136"/>
                    </a:cubicBezTo>
                    <a:lnTo>
                      <a:pt x="37461" y="21136"/>
                    </a:lnTo>
                    <a:cubicBezTo>
                      <a:pt x="37461" y="30077"/>
                      <a:pt x="30212" y="37326"/>
                      <a:pt x="21270" y="37326"/>
                    </a:cubicBezTo>
                    <a:cubicBezTo>
                      <a:pt x="12328" y="37326"/>
                      <a:pt x="5080" y="30077"/>
                      <a:pt x="5080" y="21136"/>
                    </a:cubicBezTo>
                    <a:cubicBezTo>
                      <a:pt x="5080" y="12194"/>
                      <a:pt x="12328" y="4945"/>
                      <a:pt x="21270" y="4945"/>
                    </a:cubicBezTo>
                    <a:close/>
                    <a:moveTo>
                      <a:pt x="21270" y="145"/>
                    </a:moveTo>
                    <a:cubicBezTo>
                      <a:pt x="9678" y="145"/>
                      <a:pt x="280" y="9543"/>
                      <a:pt x="280" y="21136"/>
                    </a:cubicBezTo>
                    <a:cubicBezTo>
                      <a:pt x="280" y="32728"/>
                      <a:pt x="9678" y="42126"/>
                      <a:pt x="21270" y="42126"/>
                    </a:cubicBezTo>
                    <a:cubicBezTo>
                      <a:pt x="32863" y="42126"/>
                      <a:pt x="42261" y="32728"/>
                      <a:pt x="42261" y="21136"/>
                    </a:cubicBezTo>
                    <a:lnTo>
                      <a:pt x="42261" y="21136"/>
                    </a:lnTo>
                    <a:cubicBezTo>
                      <a:pt x="42261" y="9543"/>
                      <a:pt x="32863" y="145"/>
                      <a:pt x="21270" y="145"/>
                    </a:cubicBezTo>
                    <a:close/>
                  </a:path>
                </a:pathLst>
              </a:custGeom>
              <a:solidFill>
                <a:srgbClr val="000000"/>
              </a:solidFill>
              <a:ln w="4794" cap="sq">
                <a:noFill/>
                <a:prstDash val="solid"/>
                <a:round/>
              </a:ln>
            </p:spPr>
            <p:txBody>
              <a:bodyPr rtlCol="0" anchor="ctr"/>
              <a:lstStyle/>
              <a:p>
                <a:endParaRPr lang="en-US"/>
              </a:p>
            </p:txBody>
          </p:sp>
          <p:sp>
            <p:nvSpPr>
              <p:cNvPr id="2596" name="Freeform: Shape 2595">
                <a:extLst>
                  <a:ext uri="{FF2B5EF4-FFF2-40B4-BE49-F238E27FC236}">
                    <a16:creationId xmlns:a16="http://schemas.microsoft.com/office/drawing/2014/main" id="{3A864EAC-D34B-DFB9-C2B1-E54897E52699}"/>
                  </a:ext>
                </a:extLst>
              </p:cNvPr>
              <p:cNvSpPr/>
              <p:nvPr/>
            </p:nvSpPr>
            <p:spPr>
              <a:xfrm>
                <a:off x="7729496" y="7964720"/>
                <a:ext cx="37180" cy="37180"/>
              </a:xfrm>
              <a:custGeom>
                <a:avLst/>
                <a:gdLst>
                  <a:gd name="connsiteX0" fmla="*/ 37447 w 37180"/>
                  <a:gd name="connsiteY0" fmla="*/ 18757 h 37180"/>
                  <a:gd name="connsiteX1" fmla="*/ 18857 w 37180"/>
                  <a:gd name="connsiteY1" fmla="*/ 37348 h 37180"/>
                  <a:gd name="connsiteX2" fmla="*/ 266 w 37180"/>
                  <a:gd name="connsiteY2" fmla="*/ 18757 h 37180"/>
                  <a:gd name="connsiteX3" fmla="*/ 18857 w 37180"/>
                  <a:gd name="connsiteY3" fmla="*/ 167 h 37180"/>
                  <a:gd name="connsiteX4" fmla="*/ 37447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7"/>
                    </a:moveTo>
                    <a:cubicBezTo>
                      <a:pt x="37447" y="29025"/>
                      <a:pt x="29124" y="37348"/>
                      <a:pt x="18857" y="37348"/>
                    </a:cubicBezTo>
                    <a:cubicBezTo>
                      <a:pt x="8589" y="37348"/>
                      <a:pt x="266" y="29025"/>
                      <a:pt x="266" y="18757"/>
                    </a:cubicBezTo>
                    <a:cubicBezTo>
                      <a:pt x="266" y="8490"/>
                      <a:pt x="8589" y="167"/>
                      <a:pt x="18857" y="167"/>
                    </a:cubicBezTo>
                    <a:cubicBezTo>
                      <a:pt x="29124" y="167"/>
                      <a:pt x="37447" y="8490"/>
                      <a:pt x="37447" y="18757"/>
                    </a:cubicBezTo>
                    <a:close/>
                  </a:path>
                </a:pathLst>
              </a:custGeom>
              <a:solidFill>
                <a:srgbClr val="C6F7C6"/>
              </a:solidFill>
              <a:ln w="5753" cap="sq">
                <a:noFill/>
                <a:prstDash val="solid"/>
                <a:miter/>
              </a:ln>
            </p:spPr>
            <p:txBody>
              <a:bodyPr rtlCol="0" anchor="ctr"/>
              <a:lstStyle/>
              <a:p>
                <a:endParaRPr lang="en-US"/>
              </a:p>
            </p:txBody>
          </p:sp>
          <p:sp>
            <p:nvSpPr>
              <p:cNvPr id="2597" name="Freeform: Shape 2596">
                <a:extLst>
                  <a:ext uri="{FF2B5EF4-FFF2-40B4-BE49-F238E27FC236}">
                    <a16:creationId xmlns:a16="http://schemas.microsoft.com/office/drawing/2014/main" id="{9ADFB317-3D80-F80A-119C-44A8B17EA4DC}"/>
                  </a:ext>
                </a:extLst>
              </p:cNvPr>
              <p:cNvSpPr/>
              <p:nvPr/>
            </p:nvSpPr>
            <p:spPr>
              <a:xfrm>
                <a:off x="7727096" y="7962320"/>
                <a:ext cx="41981" cy="41981"/>
              </a:xfrm>
              <a:custGeom>
                <a:avLst/>
                <a:gdLst>
                  <a:gd name="connsiteX0" fmla="*/ 21257 w 41981"/>
                  <a:gd name="connsiteY0" fmla="*/ 4967 h 41981"/>
                  <a:gd name="connsiteX1" fmla="*/ 37447 w 41981"/>
                  <a:gd name="connsiteY1" fmla="*/ 21158 h 41981"/>
                  <a:gd name="connsiteX2" fmla="*/ 37447 w 41981"/>
                  <a:gd name="connsiteY2" fmla="*/ 21158 h 41981"/>
                  <a:gd name="connsiteX3" fmla="*/ 21257 w 41981"/>
                  <a:gd name="connsiteY3" fmla="*/ 37348 h 41981"/>
                  <a:gd name="connsiteX4" fmla="*/ 5067 w 41981"/>
                  <a:gd name="connsiteY4" fmla="*/ 21158 h 41981"/>
                  <a:gd name="connsiteX5" fmla="*/ 21257 w 41981"/>
                  <a:gd name="connsiteY5" fmla="*/ 4967 h 41981"/>
                  <a:gd name="connsiteX6" fmla="*/ 21257 w 41981"/>
                  <a:gd name="connsiteY6" fmla="*/ 167 h 41981"/>
                  <a:gd name="connsiteX7" fmla="*/ 266 w 41981"/>
                  <a:gd name="connsiteY7" fmla="*/ 21158 h 41981"/>
                  <a:gd name="connsiteX8" fmla="*/ 21257 w 41981"/>
                  <a:gd name="connsiteY8" fmla="*/ 42148 h 41981"/>
                  <a:gd name="connsiteX9" fmla="*/ 42247 w 41981"/>
                  <a:gd name="connsiteY9" fmla="*/ 21158 h 41981"/>
                  <a:gd name="connsiteX10" fmla="*/ 42247 w 41981"/>
                  <a:gd name="connsiteY10" fmla="*/ 21158 h 41981"/>
                  <a:gd name="connsiteX11" fmla="*/ 21257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7"/>
                    </a:moveTo>
                    <a:cubicBezTo>
                      <a:pt x="30199" y="4967"/>
                      <a:pt x="37447" y="12216"/>
                      <a:pt x="37447" y="21158"/>
                    </a:cubicBezTo>
                    <a:lnTo>
                      <a:pt x="37447" y="21158"/>
                    </a:lnTo>
                    <a:cubicBezTo>
                      <a:pt x="37447" y="30099"/>
                      <a:pt x="30199" y="37348"/>
                      <a:pt x="21257" y="37348"/>
                    </a:cubicBezTo>
                    <a:cubicBezTo>
                      <a:pt x="12315" y="37348"/>
                      <a:pt x="5067" y="30099"/>
                      <a:pt x="5067" y="21158"/>
                    </a:cubicBezTo>
                    <a:cubicBezTo>
                      <a:pt x="5067" y="12216"/>
                      <a:pt x="12315" y="4967"/>
                      <a:pt x="21257" y="4967"/>
                    </a:cubicBezTo>
                    <a:close/>
                    <a:moveTo>
                      <a:pt x="21257" y="167"/>
                    </a:moveTo>
                    <a:cubicBezTo>
                      <a:pt x="9664" y="167"/>
                      <a:pt x="266" y="9565"/>
                      <a:pt x="266" y="21158"/>
                    </a:cubicBezTo>
                    <a:cubicBezTo>
                      <a:pt x="266" y="32750"/>
                      <a:pt x="9664" y="42148"/>
                      <a:pt x="21257" y="42148"/>
                    </a:cubicBezTo>
                    <a:cubicBezTo>
                      <a:pt x="32849" y="42148"/>
                      <a:pt x="42247" y="32750"/>
                      <a:pt x="42247" y="21158"/>
                    </a:cubicBezTo>
                    <a:lnTo>
                      <a:pt x="42247" y="21158"/>
                    </a:lnTo>
                    <a:cubicBezTo>
                      <a:pt x="42247" y="9565"/>
                      <a:pt x="32849" y="167"/>
                      <a:pt x="21257" y="167"/>
                    </a:cubicBezTo>
                    <a:close/>
                  </a:path>
                </a:pathLst>
              </a:custGeom>
              <a:solidFill>
                <a:srgbClr val="000000"/>
              </a:solidFill>
              <a:ln w="4794" cap="sq">
                <a:noFill/>
                <a:prstDash val="solid"/>
                <a:round/>
              </a:ln>
            </p:spPr>
            <p:txBody>
              <a:bodyPr rtlCol="0" anchor="ctr"/>
              <a:lstStyle/>
              <a:p>
                <a:endParaRPr lang="en-US"/>
              </a:p>
            </p:txBody>
          </p:sp>
          <p:sp>
            <p:nvSpPr>
              <p:cNvPr id="2598" name="Freeform: Shape 2597">
                <a:extLst>
                  <a:ext uri="{FF2B5EF4-FFF2-40B4-BE49-F238E27FC236}">
                    <a16:creationId xmlns:a16="http://schemas.microsoft.com/office/drawing/2014/main" id="{69FF4494-B3D1-C24F-90B6-31A97A0B91E3}"/>
                  </a:ext>
                </a:extLst>
              </p:cNvPr>
              <p:cNvSpPr/>
              <p:nvPr/>
            </p:nvSpPr>
            <p:spPr>
              <a:xfrm>
                <a:off x="7690374" y="8079419"/>
                <a:ext cx="37180" cy="37180"/>
              </a:xfrm>
              <a:custGeom>
                <a:avLst/>
                <a:gdLst>
                  <a:gd name="connsiteX0" fmla="*/ 37440 w 37180"/>
                  <a:gd name="connsiteY0" fmla="*/ 18777 h 37180"/>
                  <a:gd name="connsiteX1" fmla="*/ 18850 w 37180"/>
                  <a:gd name="connsiteY1" fmla="*/ 37368 h 37180"/>
                  <a:gd name="connsiteX2" fmla="*/ 259 w 37180"/>
                  <a:gd name="connsiteY2" fmla="*/ 18777 h 37180"/>
                  <a:gd name="connsiteX3" fmla="*/ 18850 w 37180"/>
                  <a:gd name="connsiteY3" fmla="*/ 187 h 37180"/>
                  <a:gd name="connsiteX4" fmla="*/ 37440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7"/>
                    </a:moveTo>
                    <a:cubicBezTo>
                      <a:pt x="37440" y="29045"/>
                      <a:pt x="29117" y="37368"/>
                      <a:pt x="18850" y="37368"/>
                    </a:cubicBezTo>
                    <a:cubicBezTo>
                      <a:pt x="8583" y="37368"/>
                      <a:pt x="259" y="29045"/>
                      <a:pt x="259" y="18777"/>
                    </a:cubicBezTo>
                    <a:cubicBezTo>
                      <a:pt x="259" y="8510"/>
                      <a:pt x="8583" y="187"/>
                      <a:pt x="18850" y="187"/>
                    </a:cubicBezTo>
                    <a:cubicBezTo>
                      <a:pt x="29117" y="187"/>
                      <a:pt x="37440" y="8510"/>
                      <a:pt x="37440" y="18777"/>
                    </a:cubicBezTo>
                    <a:close/>
                  </a:path>
                </a:pathLst>
              </a:custGeom>
              <a:solidFill>
                <a:srgbClr val="F7E5E5"/>
              </a:solidFill>
              <a:ln w="5753" cap="sq">
                <a:noFill/>
                <a:prstDash val="solid"/>
                <a:miter/>
              </a:ln>
            </p:spPr>
            <p:txBody>
              <a:bodyPr rtlCol="0" anchor="ctr"/>
              <a:lstStyle/>
              <a:p>
                <a:endParaRPr lang="en-US"/>
              </a:p>
            </p:txBody>
          </p:sp>
          <p:sp>
            <p:nvSpPr>
              <p:cNvPr id="2599" name="Freeform: Shape 2598">
                <a:extLst>
                  <a:ext uri="{FF2B5EF4-FFF2-40B4-BE49-F238E27FC236}">
                    <a16:creationId xmlns:a16="http://schemas.microsoft.com/office/drawing/2014/main" id="{AA1191BD-4317-776B-A7AD-58B528CE9D00}"/>
                  </a:ext>
                </a:extLst>
              </p:cNvPr>
              <p:cNvSpPr/>
              <p:nvPr/>
            </p:nvSpPr>
            <p:spPr>
              <a:xfrm>
                <a:off x="7687974" y="8077019"/>
                <a:ext cx="41981" cy="41981"/>
              </a:xfrm>
              <a:custGeom>
                <a:avLst/>
                <a:gdLst>
                  <a:gd name="connsiteX0" fmla="*/ 21250 w 41981"/>
                  <a:gd name="connsiteY0" fmla="*/ 4987 h 41981"/>
                  <a:gd name="connsiteX1" fmla="*/ 37440 w 41981"/>
                  <a:gd name="connsiteY1" fmla="*/ 21178 h 41981"/>
                  <a:gd name="connsiteX2" fmla="*/ 37440 w 41981"/>
                  <a:gd name="connsiteY2" fmla="*/ 21178 h 41981"/>
                  <a:gd name="connsiteX3" fmla="*/ 21250 w 41981"/>
                  <a:gd name="connsiteY3" fmla="*/ 37368 h 41981"/>
                  <a:gd name="connsiteX4" fmla="*/ 5060 w 41981"/>
                  <a:gd name="connsiteY4" fmla="*/ 21178 h 41981"/>
                  <a:gd name="connsiteX5" fmla="*/ 21250 w 41981"/>
                  <a:gd name="connsiteY5" fmla="*/ 4987 h 41981"/>
                  <a:gd name="connsiteX6" fmla="*/ 21250 w 41981"/>
                  <a:gd name="connsiteY6" fmla="*/ 187 h 41981"/>
                  <a:gd name="connsiteX7" fmla="*/ 259 w 41981"/>
                  <a:gd name="connsiteY7" fmla="*/ 21178 h 41981"/>
                  <a:gd name="connsiteX8" fmla="*/ 21250 w 41981"/>
                  <a:gd name="connsiteY8" fmla="*/ 42168 h 41981"/>
                  <a:gd name="connsiteX9" fmla="*/ 42241 w 41981"/>
                  <a:gd name="connsiteY9" fmla="*/ 21178 h 41981"/>
                  <a:gd name="connsiteX10" fmla="*/ 42241 w 41981"/>
                  <a:gd name="connsiteY10" fmla="*/ 21178 h 41981"/>
                  <a:gd name="connsiteX11" fmla="*/ 21250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7"/>
                    </a:moveTo>
                    <a:cubicBezTo>
                      <a:pt x="30192" y="4987"/>
                      <a:pt x="37440" y="12236"/>
                      <a:pt x="37440" y="21178"/>
                    </a:cubicBezTo>
                    <a:lnTo>
                      <a:pt x="37440" y="21178"/>
                    </a:lnTo>
                    <a:cubicBezTo>
                      <a:pt x="37440" y="30119"/>
                      <a:pt x="30192" y="37368"/>
                      <a:pt x="21250" y="37368"/>
                    </a:cubicBezTo>
                    <a:cubicBezTo>
                      <a:pt x="12308" y="37368"/>
                      <a:pt x="5060" y="30119"/>
                      <a:pt x="5060" y="21178"/>
                    </a:cubicBezTo>
                    <a:cubicBezTo>
                      <a:pt x="5060" y="12236"/>
                      <a:pt x="12308" y="4987"/>
                      <a:pt x="21250" y="4987"/>
                    </a:cubicBezTo>
                    <a:close/>
                    <a:moveTo>
                      <a:pt x="21250" y="187"/>
                    </a:moveTo>
                    <a:cubicBezTo>
                      <a:pt x="9657" y="187"/>
                      <a:pt x="259" y="9585"/>
                      <a:pt x="259" y="21178"/>
                    </a:cubicBezTo>
                    <a:cubicBezTo>
                      <a:pt x="259" y="32770"/>
                      <a:pt x="9657" y="42168"/>
                      <a:pt x="21250" y="42168"/>
                    </a:cubicBezTo>
                    <a:cubicBezTo>
                      <a:pt x="32843" y="42168"/>
                      <a:pt x="42241" y="32770"/>
                      <a:pt x="42241" y="21178"/>
                    </a:cubicBezTo>
                    <a:lnTo>
                      <a:pt x="42241" y="21178"/>
                    </a:lnTo>
                    <a:cubicBezTo>
                      <a:pt x="42241" y="9585"/>
                      <a:pt x="32843" y="187"/>
                      <a:pt x="21250" y="187"/>
                    </a:cubicBezTo>
                    <a:close/>
                  </a:path>
                </a:pathLst>
              </a:custGeom>
              <a:solidFill>
                <a:srgbClr val="000000"/>
              </a:solidFill>
              <a:ln w="4794" cap="sq">
                <a:noFill/>
                <a:prstDash val="solid"/>
                <a:round/>
              </a:ln>
            </p:spPr>
            <p:txBody>
              <a:bodyPr rtlCol="0" anchor="ctr"/>
              <a:lstStyle/>
              <a:p>
                <a:endParaRPr lang="en-US"/>
              </a:p>
            </p:txBody>
          </p:sp>
          <p:sp>
            <p:nvSpPr>
              <p:cNvPr id="2600" name="Freeform: Shape 2599">
                <a:extLst>
                  <a:ext uri="{FF2B5EF4-FFF2-40B4-BE49-F238E27FC236}">
                    <a16:creationId xmlns:a16="http://schemas.microsoft.com/office/drawing/2014/main" id="{0D891D38-E8F4-67D7-C2B0-43958E79B9B2}"/>
                  </a:ext>
                </a:extLst>
              </p:cNvPr>
              <p:cNvSpPr/>
              <p:nvPr/>
            </p:nvSpPr>
            <p:spPr>
              <a:xfrm>
                <a:off x="7695731" y="7982265"/>
                <a:ext cx="37180" cy="37180"/>
              </a:xfrm>
              <a:custGeom>
                <a:avLst/>
                <a:gdLst>
                  <a:gd name="connsiteX0" fmla="*/ 37441 w 37180"/>
                  <a:gd name="connsiteY0" fmla="*/ 18760 h 37180"/>
                  <a:gd name="connsiteX1" fmla="*/ 18851 w 37180"/>
                  <a:gd name="connsiteY1" fmla="*/ 37351 h 37180"/>
                  <a:gd name="connsiteX2" fmla="*/ 260 w 37180"/>
                  <a:gd name="connsiteY2" fmla="*/ 18760 h 37180"/>
                  <a:gd name="connsiteX3" fmla="*/ 18851 w 37180"/>
                  <a:gd name="connsiteY3" fmla="*/ 170 h 37180"/>
                  <a:gd name="connsiteX4" fmla="*/ 3744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0"/>
                    </a:moveTo>
                    <a:cubicBezTo>
                      <a:pt x="37441" y="29028"/>
                      <a:pt x="29118" y="37351"/>
                      <a:pt x="18851" y="37351"/>
                    </a:cubicBezTo>
                    <a:cubicBezTo>
                      <a:pt x="8584" y="37351"/>
                      <a:pt x="260" y="29028"/>
                      <a:pt x="260" y="18760"/>
                    </a:cubicBezTo>
                    <a:cubicBezTo>
                      <a:pt x="260" y="8493"/>
                      <a:pt x="8584" y="170"/>
                      <a:pt x="18851" y="170"/>
                    </a:cubicBezTo>
                    <a:cubicBezTo>
                      <a:pt x="29118" y="170"/>
                      <a:pt x="37441" y="8493"/>
                      <a:pt x="37441" y="18760"/>
                    </a:cubicBezTo>
                    <a:close/>
                  </a:path>
                </a:pathLst>
              </a:custGeom>
              <a:solidFill>
                <a:srgbClr val="F7F2F2"/>
              </a:solidFill>
              <a:ln w="5753" cap="sq">
                <a:noFill/>
                <a:prstDash val="solid"/>
                <a:miter/>
              </a:ln>
            </p:spPr>
            <p:txBody>
              <a:bodyPr rtlCol="0" anchor="ctr"/>
              <a:lstStyle/>
              <a:p>
                <a:endParaRPr lang="en-US"/>
              </a:p>
            </p:txBody>
          </p:sp>
          <p:sp>
            <p:nvSpPr>
              <p:cNvPr id="2601" name="Freeform: Shape 2600">
                <a:extLst>
                  <a:ext uri="{FF2B5EF4-FFF2-40B4-BE49-F238E27FC236}">
                    <a16:creationId xmlns:a16="http://schemas.microsoft.com/office/drawing/2014/main" id="{CB902E84-4B0E-5763-4400-168B7009D6B6}"/>
                  </a:ext>
                </a:extLst>
              </p:cNvPr>
              <p:cNvSpPr/>
              <p:nvPr/>
            </p:nvSpPr>
            <p:spPr>
              <a:xfrm>
                <a:off x="7693331" y="7979865"/>
                <a:ext cx="41981" cy="41981"/>
              </a:xfrm>
              <a:custGeom>
                <a:avLst/>
                <a:gdLst>
                  <a:gd name="connsiteX0" fmla="*/ 21251 w 41981"/>
                  <a:gd name="connsiteY0" fmla="*/ 4970 h 41981"/>
                  <a:gd name="connsiteX1" fmla="*/ 37441 w 41981"/>
                  <a:gd name="connsiteY1" fmla="*/ 21161 h 41981"/>
                  <a:gd name="connsiteX2" fmla="*/ 37441 w 41981"/>
                  <a:gd name="connsiteY2" fmla="*/ 21161 h 41981"/>
                  <a:gd name="connsiteX3" fmla="*/ 21251 w 41981"/>
                  <a:gd name="connsiteY3" fmla="*/ 37351 h 41981"/>
                  <a:gd name="connsiteX4" fmla="*/ 5061 w 41981"/>
                  <a:gd name="connsiteY4" fmla="*/ 21161 h 41981"/>
                  <a:gd name="connsiteX5" fmla="*/ 21251 w 41981"/>
                  <a:gd name="connsiteY5" fmla="*/ 4970 h 41981"/>
                  <a:gd name="connsiteX6" fmla="*/ 21251 w 41981"/>
                  <a:gd name="connsiteY6" fmla="*/ 170 h 41981"/>
                  <a:gd name="connsiteX7" fmla="*/ 260 w 41981"/>
                  <a:gd name="connsiteY7" fmla="*/ 21161 h 41981"/>
                  <a:gd name="connsiteX8" fmla="*/ 21251 w 41981"/>
                  <a:gd name="connsiteY8" fmla="*/ 42151 h 41981"/>
                  <a:gd name="connsiteX9" fmla="*/ 42242 w 41981"/>
                  <a:gd name="connsiteY9" fmla="*/ 21161 h 41981"/>
                  <a:gd name="connsiteX10" fmla="*/ 42242 w 41981"/>
                  <a:gd name="connsiteY10" fmla="*/ 21161 h 41981"/>
                  <a:gd name="connsiteX11" fmla="*/ 2125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0"/>
                    </a:moveTo>
                    <a:cubicBezTo>
                      <a:pt x="30193" y="4970"/>
                      <a:pt x="37441" y="12219"/>
                      <a:pt x="37441" y="21161"/>
                    </a:cubicBezTo>
                    <a:lnTo>
                      <a:pt x="37441" y="21161"/>
                    </a:lnTo>
                    <a:cubicBezTo>
                      <a:pt x="37441" y="30102"/>
                      <a:pt x="30193" y="37351"/>
                      <a:pt x="21251" y="37351"/>
                    </a:cubicBezTo>
                    <a:cubicBezTo>
                      <a:pt x="12309" y="37351"/>
                      <a:pt x="5061" y="30102"/>
                      <a:pt x="5061" y="21161"/>
                    </a:cubicBezTo>
                    <a:cubicBezTo>
                      <a:pt x="5061" y="12219"/>
                      <a:pt x="12309" y="4970"/>
                      <a:pt x="21251" y="4970"/>
                    </a:cubicBezTo>
                    <a:close/>
                    <a:moveTo>
                      <a:pt x="21251" y="170"/>
                    </a:moveTo>
                    <a:cubicBezTo>
                      <a:pt x="9658" y="170"/>
                      <a:pt x="260" y="9568"/>
                      <a:pt x="260" y="21161"/>
                    </a:cubicBezTo>
                    <a:cubicBezTo>
                      <a:pt x="260" y="32753"/>
                      <a:pt x="9658" y="42151"/>
                      <a:pt x="21251" y="42151"/>
                    </a:cubicBezTo>
                    <a:cubicBezTo>
                      <a:pt x="32844" y="42151"/>
                      <a:pt x="42242" y="32753"/>
                      <a:pt x="42242" y="21161"/>
                    </a:cubicBezTo>
                    <a:lnTo>
                      <a:pt x="42242" y="21161"/>
                    </a:lnTo>
                    <a:cubicBezTo>
                      <a:pt x="42242" y="9568"/>
                      <a:pt x="32844" y="170"/>
                      <a:pt x="21251" y="170"/>
                    </a:cubicBezTo>
                    <a:close/>
                  </a:path>
                </a:pathLst>
              </a:custGeom>
              <a:solidFill>
                <a:srgbClr val="000000"/>
              </a:solidFill>
              <a:ln w="4794" cap="sq">
                <a:noFill/>
                <a:prstDash val="solid"/>
                <a:round/>
              </a:ln>
            </p:spPr>
            <p:txBody>
              <a:bodyPr rtlCol="0" anchor="ctr"/>
              <a:lstStyle/>
              <a:p>
                <a:endParaRPr lang="en-US"/>
              </a:p>
            </p:txBody>
          </p:sp>
          <p:sp>
            <p:nvSpPr>
              <p:cNvPr id="2602" name="Freeform: Shape 2601">
                <a:extLst>
                  <a:ext uri="{FF2B5EF4-FFF2-40B4-BE49-F238E27FC236}">
                    <a16:creationId xmlns:a16="http://schemas.microsoft.com/office/drawing/2014/main" id="{5ED9C31E-AB2C-6DC7-B116-873DBB798465}"/>
                  </a:ext>
                </a:extLst>
              </p:cNvPr>
              <p:cNvSpPr/>
              <p:nvPr/>
            </p:nvSpPr>
            <p:spPr>
              <a:xfrm>
                <a:off x="7644208" y="8043978"/>
                <a:ext cx="37180" cy="37180"/>
              </a:xfrm>
              <a:custGeom>
                <a:avLst/>
                <a:gdLst>
                  <a:gd name="connsiteX0" fmla="*/ 37432 w 37180"/>
                  <a:gd name="connsiteY0" fmla="*/ 18771 h 37180"/>
                  <a:gd name="connsiteX1" fmla="*/ 18842 w 37180"/>
                  <a:gd name="connsiteY1" fmla="*/ 37362 h 37180"/>
                  <a:gd name="connsiteX2" fmla="*/ 251 w 37180"/>
                  <a:gd name="connsiteY2" fmla="*/ 18771 h 37180"/>
                  <a:gd name="connsiteX3" fmla="*/ 18842 w 37180"/>
                  <a:gd name="connsiteY3" fmla="*/ 181 h 37180"/>
                  <a:gd name="connsiteX4" fmla="*/ 37432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1"/>
                    </a:moveTo>
                    <a:cubicBezTo>
                      <a:pt x="37432" y="29038"/>
                      <a:pt x="29109" y="37362"/>
                      <a:pt x="18842" y="37362"/>
                    </a:cubicBezTo>
                    <a:cubicBezTo>
                      <a:pt x="8575" y="37362"/>
                      <a:pt x="251" y="29038"/>
                      <a:pt x="251" y="18771"/>
                    </a:cubicBezTo>
                    <a:cubicBezTo>
                      <a:pt x="251" y="8504"/>
                      <a:pt x="8575" y="181"/>
                      <a:pt x="18842" y="181"/>
                    </a:cubicBezTo>
                    <a:cubicBezTo>
                      <a:pt x="29109" y="181"/>
                      <a:pt x="37432" y="8504"/>
                      <a:pt x="37432" y="18771"/>
                    </a:cubicBezTo>
                    <a:close/>
                  </a:path>
                </a:pathLst>
              </a:custGeom>
              <a:solidFill>
                <a:srgbClr val="F7DCDC"/>
              </a:solidFill>
              <a:ln w="5753" cap="sq">
                <a:noFill/>
                <a:prstDash val="solid"/>
                <a:miter/>
              </a:ln>
            </p:spPr>
            <p:txBody>
              <a:bodyPr rtlCol="0" anchor="ctr"/>
              <a:lstStyle/>
              <a:p>
                <a:endParaRPr lang="en-US"/>
              </a:p>
            </p:txBody>
          </p:sp>
          <p:sp>
            <p:nvSpPr>
              <p:cNvPr id="2603" name="Freeform: Shape 2602">
                <a:extLst>
                  <a:ext uri="{FF2B5EF4-FFF2-40B4-BE49-F238E27FC236}">
                    <a16:creationId xmlns:a16="http://schemas.microsoft.com/office/drawing/2014/main" id="{39649C47-FF5D-4F2A-37E1-1DAF882375D0}"/>
                  </a:ext>
                </a:extLst>
              </p:cNvPr>
              <p:cNvSpPr/>
              <p:nvPr/>
            </p:nvSpPr>
            <p:spPr>
              <a:xfrm>
                <a:off x="7641807" y="8041578"/>
                <a:ext cx="41981" cy="41981"/>
              </a:xfrm>
              <a:custGeom>
                <a:avLst/>
                <a:gdLst>
                  <a:gd name="connsiteX0" fmla="*/ 21242 w 41981"/>
                  <a:gd name="connsiteY0" fmla="*/ 4981 h 41981"/>
                  <a:gd name="connsiteX1" fmla="*/ 37432 w 41981"/>
                  <a:gd name="connsiteY1" fmla="*/ 21171 h 41981"/>
                  <a:gd name="connsiteX2" fmla="*/ 37432 w 41981"/>
                  <a:gd name="connsiteY2" fmla="*/ 21171 h 41981"/>
                  <a:gd name="connsiteX3" fmla="*/ 21242 w 41981"/>
                  <a:gd name="connsiteY3" fmla="*/ 37362 h 41981"/>
                  <a:gd name="connsiteX4" fmla="*/ 5052 w 41981"/>
                  <a:gd name="connsiteY4" fmla="*/ 21171 h 41981"/>
                  <a:gd name="connsiteX5" fmla="*/ 21242 w 41981"/>
                  <a:gd name="connsiteY5" fmla="*/ 4981 h 41981"/>
                  <a:gd name="connsiteX6" fmla="*/ 21242 w 41981"/>
                  <a:gd name="connsiteY6" fmla="*/ 181 h 41981"/>
                  <a:gd name="connsiteX7" fmla="*/ 251 w 41981"/>
                  <a:gd name="connsiteY7" fmla="*/ 21171 h 41981"/>
                  <a:gd name="connsiteX8" fmla="*/ 21242 w 41981"/>
                  <a:gd name="connsiteY8" fmla="*/ 42162 h 41981"/>
                  <a:gd name="connsiteX9" fmla="*/ 42233 w 41981"/>
                  <a:gd name="connsiteY9" fmla="*/ 21171 h 41981"/>
                  <a:gd name="connsiteX10" fmla="*/ 42233 w 41981"/>
                  <a:gd name="connsiteY10" fmla="*/ 21171 h 41981"/>
                  <a:gd name="connsiteX11" fmla="*/ 21242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1"/>
                    </a:moveTo>
                    <a:cubicBezTo>
                      <a:pt x="30184" y="4981"/>
                      <a:pt x="37432" y="12230"/>
                      <a:pt x="37432" y="21171"/>
                    </a:cubicBezTo>
                    <a:lnTo>
                      <a:pt x="37432" y="21171"/>
                    </a:lnTo>
                    <a:cubicBezTo>
                      <a:pt x="37432" y="30113"/>
                      <a:pt x="30184" y="37362"/>
                      <a:pt x="21242" y="37362"/>
                    </a:cubicBezTo>
                    <a:cubicBezTo>
                      <a:pt x="12300" y="37362"/>
                      <a:pt x="5052" y="30113"/>
                      <a:pt x="5052" y="21171"/>
                    </a:cubicBezTo>
                    <a:cubicBezTo>
                      <a:pt x="5052" y="12230"/>
                      <a:pt x="12300" y="4981"/>
                      <a:pt x="21242" y="4981"/>
                    </a:cubicBezTo>
                    <a:close/>
                    <a:moveTo>
                      <a:pt x="21242" y="181"/>
                    </a:moveTo>
                    <a:cubicBezTo>
                      <a:pt x="9649" y="181"/>
                      <a:pt x="251" y="9579"/>
                      <a:pt x="251" y="21171"/>
                    </a:cubicBezTo>
                    <a:cubicBezTo>
                      <a:pt x="251" y="32764"/>
                      <a:pt x="9649" y="42162"/>
                      <a:pt x="21242" y="42162"/>
                    </a:cubicBezTo>
                    <a:cubicBezTo>
                      <a:pt x="32835" y="42162"/>
                      <a:pt x="42233" y="32764"/>
                      <a:pt x="42233" y="21171"/>
                    </a:cubicBezTo>
                    <a:lnTo>
                      <a:pt x="42233" y="21171"/>
                    </a:lnTo>
                    <a:cubicBezTo>
                      <a:pt x="42233" y="9579"/>
                      <a:pt x="32835" y="181"/>
                      <a:pt x="21242" y="181"/>
                    </a:cubicBezTo>
                    <a:close/>
                  </a:path>
                </a:pathLst>
              </a:custGeom>
              <a:solidFill>
                <a:srgbClr val="000000"/>
              </a:solidFill>
              <a:ln w="4794" cap="sq">
                <a:noFill/>
                <a:prstDash val="solid"/>
                <a:round/>
              </a:ln>
            </p:spPr>
            <p:txBody>
              <a:bodyPr rtlCol="0" anchor="ctr"/>
              <a:lstStyle/>
              <a:p>
                <a:endParaRPr lang="en-US"/>
              </a:p>
            </p:txBody>
          </p:sp>
          <p:sp>
            <p:nvSpPr>
              <p:cNvPr id="2604" name="Freeform: Shape 2603">
                <a:extLst>
                  <a:ext uri="{FF2B5EF4-FFF2-40B4-BE49-F238E27FC236}">
                    <a16:creationId xmlns:a16="http://schemas.microsoft.com/office/drawing/2014/main" id="{62285669-87B3-3D03-7A28-A761720418B1}"/>
                  </a:ext>
                </a:extLst>
              </p:cNvPr>
              <p:cNvSpPr/>
              <p:nvPr/>
            </p:nvSpPr>
            <p:spPr>
              <a:xfrm>
                <a:off x="7691958" y="7963361"/>
                <a:ext cx="37180" cy="37180"/>
              </a:xfrm>
              <a:custGeom>
                <a:avLst/>
                <a:gdLst>
                  <a:gd name="connsiteX0" fmla="*/ 37441 w 37180"/>
                  <a:gd name="connsiteY0" fmla="*/ 18757 h 37180"/>
                  <a:gd name="connsiteX1" fmla="*/ 18850 w 37180"/>
                  <a:gd name="connsiteY1" fmla="*/ 37348 h 37180"/>
                  <a:gd name="connsiteX2" fmla="*/ 260 w 37180"/>
                  <a:gd name="connsiteY2" fmla="*/ 18757 h 37180"/>
                  <a:gd name="connsiteX3" fmla="*/ 18850 w 37180"/>
                  <a:gd name="connsiteY3" fmla="*/ 167 h 37180"/>
                  <a:gd name="connsiteX4" fmla="*/ 37441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7"/>
                    </a:moveTo>
                    <a:cubicBezTo>
                      <a:pt x="37441" y="29024"/>
                      <a:pt x="29117" y="37348"/>
                      <a:pt x="18850" y="37348"/>
                    </a:cubicBezTo>
                    <a:cubicBezTo>
                      <a:pt x="8583" y="37348"/>
                      <a:pt x="260" y="29024"/>
                      <a:pt x="260" y="18757"/>
                    </a:cubicBezTo>
                    <a:cubicBezTo>
                      <a:pt x="260" y="8490"/>
                      <a:pt x="8583" y="167"/>
                      <a:pt x="18850" y="167"/>
                    </a:cubicBezTo>
                    <a:cubicBezTo>
                      <a:pt x="29117" y="167"/>
                      <a:pt x="37441" y="8490"/>
                      <a:pt x="37441" y="18757"/>
                    </a:cubicBezTo>
                    <a:close/>
                  </a:path>
                </a:pathLst>
              </a:custGeom>
              <a:solidFill>
                <a:srgbClr val="F7CDCD"/>
              </a:solidFill>
              <a:ln w="5753" cap="sq">
                <a:noFill/>
                <a:prstDash val="solid"/>
                <a:miter/>
              </a:ln>
            </p:spPr>
            <p:txBody>
              <a:bodyPr rtlCol="0" anchor="ctr"/>
              <a:lstStyle/>
              <a:p>
                <a:endParaRPr lang="en-US"/>
              </a:p>
            </p:txBody>
          </p:sp>
          <p:sp>
            <p:nvSpPr>
              <p:cNvPr id="2605" name="Freeform: Shape 2604">
                <a:extLst>
                  <a:ext uri="{FF2B5EF4-FFF2-40B4-BE49-F238E27FC236}">
                    <a16:creationId xmlns:a16="http://schemas.microsoft.com/office/drawing/2014/main" id="{E17886F6-CA43-DA85-11B5-FFE9E1DDC2C5}"/>
                  </a:ext>
                </a:extLst>
              </p:cNvPr>
              <p:cNvSpPr/>
              <p:nvPr/>
            </p:nvSpPr>
            <p:spPr>
              <a:xfrm>
                <a:off x="7689558" y="7960961"/>
                <a:ext cx="41981" cy="41981"/>
              </a:xfrm>
              <a:custGeom>
                <a:avLst/>
                <a:gdLst>
                  <a:gd name="connsiteX0" fmla="*/ 21250 w 41981"/>
                  <a:gd name="connsiteY0" fmla="*/ 4967 h 41981"/>
                  <a:gd name="connsiteX1" fmla="*/ 37441 w 41981"/>
                  <a:gd name="connsiteY1" fmla="*/ 21157 h 41981"/>
                  <a:gd name="connsiteX2" fmla="*/ 37441 w 41981"/>
                  <a:gd name="connsiteY2" fmla="*/ 21157 h 41981"/>
                  <a:gd name="connsiteX3" fmla="*/ 21250 w 41981"/>
                  <a:gd name="connsiteY3" fmla="*/ 37348 h 41981"/>
                  <a:gd name="connsiteX4" fmla="*/ 5060 w 41981"/>
                  <a:gd name="connsiteY4" fmla="*/ 21157 h 41981"/>
                  <a:gd name="connsiteX5" fmla="*/ 21250 w 41981"/>
                  <a:gd name="connsiteY5" fmla="*/ 4967 h 41981"/>
                  <a:gd name="connsiteX6" fmla="*/ 21250 w 41981"/>
                  <a:gd name="connsiteY6" fmla="*/ 167 h 41981"/>
                  <a:gd name="connsiteX7" fmla="*/ 260 w 41981"/>
                  <a:gd name="connsiteY7" fmla="*/ 21157 h 41981"/>
                  <a:gd name="connsiteX8" fmla="*/ 21250 w 41981"/>
                  <a:gd name="connsiteY8" fmla="*/ 42148 h 41981"/>
                  <a:gd name="connsiteX9" fmla="*/ 42241 w 41981"/>
                  <a:gd name="connsiteY9" fmla="*/ 21157 h 41981"/>
                  <a:gd name="connsiteX10" fmla="*/ 42241 w 41981"/>
                  <a:gd name="connsiteY10" fmla="*/ 21157 h 41981"/>
                  <a:gd name="connsiteX11" fmla="*/ 21250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7"/>
                    </a:moveTo>
                    <a:cubicBezTo>
                      <a:pt x="30192" y="4967"/>
                      <a:pt x="37441" y="12216"/>
                      <a:pt x="37441" y="21157"/>
                    </a:cubicBezTo>
                    <a:lnTo>
                      <a:pt x="37441" y="21157"/>
                    </a:lnTo>
                    <a:cubicBezTo>
                      <a:pt x="37441" y="30099"/>
                      <a:pt x="30192" y="37348"/>
                      <a:pt x="21250" y="37348"/>
                    </a:cubicBezTo>
                    <a:cubicBezTo>
                      <a:pt x="12309" y="37348"/>
                      <a:pt x="5060" y="30099"/>
                      <a:pt x="5060" y="21157"/>
                    </a:cubicBezTo>
                    <a:cubicBezTo>
                      <a:pt x="5060" y="12216"/>
                      <a:pt x="12309" y="4967"/>
                      <a:pt x="21250" y="4967"/>
                    </a:cubicBezTo>
                    <a:close/>
                    <a:moveTo>
                      <a:pt x="21250" y="167"/>
                    </a:moveTo>
                    <a:cubicBezTo>
                      <a:pt x="9658" y="167"/>
                      <a:pt x="260" y="9565"/>
                      <a:pt x="260" y="21157"/>
                    </a:cubicBezTo>
                    <a:cubicBezTo>
                      <a:pt x="260" y="32750"/>
                      <a:pt x="9658" y="42148"/>
                      <a:pt x="21250" y="42148"/>
                    </a:cubicBezTo>
                    <a:cubicBezTo>
                      <a:pt x="32843" y="42148"/>
                      <a:pt x="42241" y="32750"/>
                      <a:pt x="42241" y="21157"/>
                    </a:cubicBezTo>
                    <a:lnTo>
                      <a:pt x="42241" y="21157"/>
                    </a:lnTo>
                    <a:cubicBezTo>
                      <a:pt x="42241" y="9565"/>
                      <a:pt x="32843" y="167"/>
                      <a:pt x="21250" y="167"/>
                    </a:cubicBezTo>
                    <a:close/>
                  </a:path>
                </a:pathLst>
              </a:custGeom>
              <a:solidFill>
                <a:srgbClr val="000000"/>
              </a:solidFill>
              <a:ln w="4794" cap="sq">
                <a:noFill/>
                <a:prstDash val="solid"/>
                <a:round/>
              </a:ln>
            </p:spPr>
            <p:txBody>
              <a:bodyPr rtlCol="0" anchor="ctr"/>
              <a:lstStyle/>
              <a:p>
                <a:endParaRPr lang="en-US"/>
              </a:p>
            </p:txBody>
          </p:sp>
          <p:sp>
            <p:nvSpPr>
              <p:cNvPr id="2606" name="Freeform: Shape 2605">
                <a:extLst>
                  <a:ext uri="{FF2B5EF4-FFF2-40B4-BE49-F238E27FC236}">
                    <a16:creationId xmlns:a16="http://schemas.microsoft.com/office/drawing/2014/main" id="{E42DAF3F-172E-B8CB-0196-A9DD3ED56BF6}"/>
                  </a:ext>
                </a:extLst>
              </p:cNvPr>
              <p:cNvSpPr/>
              <p:nvPr/>
            </p:nvSpPr>
            <p:spPr>
              <a:xfrm>
                <a:off x="7512292" y="8196445"/>
                <a:ext cx="37180" cy="37180"/>
              </a:xfrm>
              <a:custGeom>
                <a:avLst/>
                <a:gdLst>
                  <a:gd name="connsiteX0" fmla="*/ 37409 w 37180"/>
                  <a:gd name="connsiteY0" fmla="*/ 18798 h 37180"/>
                  <a:gd name="connsiteX1" fmla="*/ 18819 w 37180"/>
                  <a:gd name="connsiteY1" fmla="*/ 37388 h 37180"/>
                  <a:gd name="connsiteX2" fmla="*/ 229 w 37180"/>
                  <a:gd name="connsiteY2" fmla="*/ 18798 h 37180"/>
                  <a:gd name="connsiteX3" fmla="*/ 18819 w 37180"/>
                  <a:gd name="connsiteY3" fmla="*/ 207 h 37180"/>
                  <a:gd name="connsiteX4" fmla="*/ 37409 w 37180"/>
                  <a:gd name="connsiteY4" fmla="*/ 1879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98"/>
                    </a:moveTo>
                    <a:cubicBezTo>
                      <a:pt x="37409" y="29065"/>
                      <a:pt x="29086" y="37388"/>
                      <a:pt x="18819" y="37388"/>
                    </a:cubicBezTo>
                    <a:cubicBezTo>
                      <a:pt x="8552" y="37388"/>
                      <a:pt x="229" y="29065"/>
                      <a:pt x="229" y="18798"/>
                    </a:cubicBezTo>
                    <a:cubicBezTo>
                      <a:pt x="229" y="8530"/>
                      <a:pt x="8552" y="207"/>
                      <a:pt x="18819" y="207"/>
                    </a:cubicBezTo>
                    <a:cubicBezTo>
                      <a:pt x="29086" y="207"/>
                      <a:pt x="37409" y="8530"/>
                      <a:pt x="37409" y="18798"/>
                    </a:cubicBezTo>
                    <a:close/>
                  </a:path>
                </a:pathLst>
              </a:custGeom>
              <a:solidFill>
                <a:srgbClr val="F7C5C5"/>
              </a:solidFill>
              <a:ln w="5753" cap="sq">
                <a:noFill/>
                <a:prstDash val="solid"/>
                <a:miter/>
              </a:ln>
            </p:spPr>
            <p:txBody>
              <a:bodyPr rtlCol="0" anchor="ctr"/>
              <a:lstStyle/>
              <a:p>
                <a:endParaRPr lang="en-US"/>
              </a:p>
            </p:txBody>
          </p:sp>
          <p:sp>
            <p:nvSpPr>
              <p:cNvPr id="2607" name="Freeform: Shape 2606">
                <a:extLst>
                  <a:ext uri="{FF2B5EF4-FFF2-40B4-BE49-F238E27FC236}">
                    <a16:creationId xmlns:a16="http://schemas.microsoft.com/office/drawing/2014/main" id="{CA84965A-A35A-6576-47D7-10DB95D6B450}"/>
                  </a:ext>
                </a:extLst>
              </p:cNvPr>
              <p:cNvSpPr/>
              <p:nvPr/>
            </p:nvSpPr>
            <p:spPr>
              <a:xfrm>
                <a:off x="7509892" y="8194045"/>
                <a:ext cx="41981" cy="41981"/>
              </a:xfrm>
              <a:custGeom>
                <a:avLst/>
                <a:gdLst>
                  <a:gd name="connsiteX0" fmla="*/ 21219 w 41981"/>
                  <a:gd name="connsiteY0" fmla="*/ 5008 h 41981"/>
                  <a:gd name="connsiteX1" fmla="*/ 37409 w 41981"/>
                  <a:gd name="connsiteY1" fmla="*/ 21198 h 41981"/>
                  <a:gd name="connsiteX2" fmla="*/ 37409 w 41981"/>
                  <a:gd name="connsiteY2" fmla="*/ 21198 h 41981"/>
                  <a:gd name="connsiteX3" fmla="*/ 21219 w 41981"/>
                  <a:gd name="connsiteY3" fmla="*/ 37388 h 41981"/>
                  <a:gd name="connsiteX4" fmla="*/ 5029 w 41981"/>
                  <a:gd name="connsiteY4" fmla="*/ 21198 h 41981"/>
                  <a:gd name="connsiteX5" fmla="*/ 21219 w 41981"/>
                  <a:gd name="connsiteY5" fmla="*/ 5008 h 41981"/>
                  <a:gd name="connsiteX6" fmla="*/ 21219 w 41981"/>
                  <a:gd name="connsiteY6" fmla="*/ 207 h 41981"/>
                  <a:gd name="connsiteX7" fmla="*/ 229 w 41981"/>
                  <a:gd name="connsiteY7" fmla="*/ 21198 h 41981"/>
                  <a:gd name="connsiteX8" fmla="*/ 21219 w 41981"/>
                  <a:gd name="connsiteY8" fmla="*/ 42188 h 41981"/>
                  <a:gd name="connsiteX9" fmla="*/ 42210 w 41981"/>
                  <a:gd name="connsiteY9" fmla="*/ 21198 h 41981"/>
                  <a:gd name="connsiteX10" fmla="*/ 42210 w 41981"/>
                  <a:gd name="connsiteY10" fmla="*/ 21198 h 41981"/>
                  <a:gd name="connsiteX11" fmla="*/ 21219 w 41981"/>
                  <a:gd name="connsiteY11" fmla="*/ 20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9" y="5008"/>
                    </a:moveTo>
                    <a:cubicBezTo>
                      <a:pt x="30161" y="5008"/>
                      <a:pt x="37409" y="12256"/>
                      <a:pt x="37409" y="21198"/>
                    </a:cubicBezTo>
                    <a:lnTo>
                      <a:pt x="37409" y="21198"/>
                    </a:lnTo>
                    <a:cubicBezTo>
                      <a:pt x="37409" y="30140"/>
                      <a:pt x="30161" y="37388"/>
                      <a:pt x="21219" y="37388"/>
                    </a:cubicBezTo>
                    <a:cubicBezTo>
                      <a:pt x="12277" y="37388"/>
                      <a:pt x="5029" y="30140"/>
                      <a:pt x="5029" y="21198"/>
                    </a:cubicBezTo>
                    <a:cubicBezTo>
                      <a:pt x="5029" y="12256"/>
                      <a:pt x="12277" y="5008"/>
                      <a:pt x="21219" y="5008"/>
                    </a:cubicBezTo>
                    <a:close/>
                    <a:moveTo>
                      <a:pt x="21219" y="207"/>
                    </a:moveTo>
                    <a:cubicBezTo>
                      <a:pt x="9627" y="207"/>
                      <a:pt x="229" y="9605"/>
                      <a:pt x="229" y="21198"/>
                    </a:cubicBezTo>
                    <a:cubicBezTo>
                      <a:pt x="229" y="32790"/>
                      <a:pt x="9627" y="42188"/>
                      <a:pt x="21219" y="42188"/>
                    </a:cubicBezTo>
                    <a:cubicBezTo>
                      <a:pt x="32812" y="42188"/>
                      <a:pt x="42210" y="32790"/>
                      <a:pt x="42210" y="21198"/>
                    </a:cubicBezTo>
                    <a:lnTo>
                      <a:pt x="42210" y="21198"/>
                    </a:lnTo>
                    <a:cubicBezTo>
                      <a:pt x="42210" y="9605"/>
                      <a:pt x="32812" y="207"/>
                      <a:pt x="21219" y="207"/>
                    </a:cubicBezTo>
                    <a:close/>
                  </a:path>
                </a:pathLst>
              </a:custGeom>
              <a:solidFill>
                <a:srgbClr val="000000"/>
              </a:solidFill>
              <a:ln w="4794" cap="sq">
                <a:noFill/>
                <a:prstDash val="solid"/>
                <a:round/>
              </a:ln>
            </p:spPr>
            <p:txBody>
              <a:bodyPr rtlCol="0" anchor="ctr"/>
              <a:lstStyle/>
              <a:p>
                <a:endParaRPr lang="en-US"/>
              </a:p>
            </p:txBody>
          </p:sp>
          <p:sp>
            <p:nvSpPr>
              <p:cNvPr id="2608" name="Freeform: Shape 2607">
                <a:extLst>
                  <a:ext uri="{FF2B5EF4-FFF2-40B4-BE49-F238E27FC236}">
                    <a16:creationId xmlns:a16="http://schemas.microsoft.com/office/drawing/2014/main" id="{B5F6D8A3-AFCE-0549-3310-FCB892A9BFEC}"/>
                  </a:ext>
                </a:extLst>
              </p:cNvPr>
              <p:cNvSpPr/>
              <p:nvPr/>
            </p:nvSpPr>
            <p:spPr>
              <a:xfrm>
                <a:off x="7676233" y="8013888"/>
                <a:ext cx="37180" cy="37180"/>
              </a:xfrm>
              <a:custGeom>
                <a:avLst/>
                <a:gdLst>
                  <a:gd name="connsiteX0" fmla="*/ 37438 w 37180"/>
                  <a:gd name="connsiteY0" fmla="*/ 18766 h 37180"/>
                  <a:gd name="connsiteX1" fmla="*/ 18847 w 37180"/>
                  <a:gd name="connsiteY1" fmla="*/ 37356 h 37180"/>
                  <a:gd name="connsiteX2" fmla="*/ 257 w 37180"/>
                  <a:gd name="connsiteY2" fmla="*/ 18766 h 37180"/>
                  <a:gd name="connsiteX3" fmla="*/ 18847 w 37180"/>
                  <a:gd name="connsiteY3" fmla="*/ 176 h 37180"/>
                  <a:gd name="connsiteX4" fmla="*/ 37438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6"/>
                    </a:moveTo>
                    <a:cubicBezTo>
                      <a:pt x="37438" y="29033"/>
                      <a:pt x="29115" y="37356"/>
                      <a:pt x="18847" y="37356"/>
                    </a:cubicBezTo>
                    <a:cubicBezTo>
                      <a:pt x="8580" y="37356"/>
                      <a:pt x="257" y="29033"/>
                      <a:pt x="257" y="18766"/>
                    </a:cubicBezTo>
                    <a:cubicBezTo>
                      <a:pt x="257" y="8499"/>
                      <a:pt x="8580" y="176"/>
                      <a:pt x="18847" y="176"/>
                    </a:cubicBezTo>
                    <a:cubicBezTo>
                      <a:pt x="29115" y="176"/>
                      <a:pt x="37438" y="8499"/>
                      <a:pt x="37438" y="18766"/>
                    </a:cubicBezTo>
                    <a:close/>
                  </a:path>
                </a:pathLst>
              </a:custGeom>
              <a:solidFill>
                <a:srgbClr val="F7EEEE"/>
              </a:solidFill>
              <a:ln w="5753" cap="sq">
                <a:noFill/>
                <a:prstDash val="solid"/>
                <a:miter/>
              </a:ln>
            </p:spPr>
            <p:txBody>
              <a:bodyPr rtlCol="0" anchor="ctr"/>
              <a:lstStyle/>
              <a:p>
                <a:endParaRPr lang="en-US"/>
              </a:p>
            </p:txBody>
          </p:sp>
          <p:sp>
            <p:nvSpPr>
              <p:cNvPr id="2609" name="Freeform: Shape 2608">
                <a:extLst>
                  <a:ext uri="{FF2B5EF4-FFF2-40B4-BE49-F238E27FC236}">
                    <a16:creationId xmlns:a16="http://schemas.microsoft.com/office/drawing/2014/main" id="{D3C37778-F99F-02DB-49F0-D3EE6E03AE04}"/>
                  </a:ext>
                </a:extLst>
              </p:cNvPr>
              <p:cNvSpPr/>
              <p:nvPr/>
            </p:nvSpPr>
            <p:spPr>
              <a:xfrm>
                <a:off x="7673833" y="8011488"/>
                <a:ext cx="41981" cy="41981"/>
              </a:xfrm>
              <a:custGeom>
                <a:avLst/>
                <a:gdLst>
                  <a:gd name="connsiteX0" fmla="*/ 21248 w 41981"/>
                  <a:gd name="connsiteY0" fmla="*/ 4976 h 41981"/>
                  <a:gd name="connsiteX1" fmla="*/ 37438 w 41981"/>
                  <a:gd name="connsiteY1" fmla="*/ 21166 h 41981"/>
                  <a:gd name="connsiteX2" fmla="*/ 37438 w 41981"/>
                  <a:gd name="connsiteY2" fmla="*/ 21166 h 41981"/>
                  <a:gd name="connsiteX3" fmla="*/ 21248 w 41981"/>
                  <a:gd name="connsiteY3" fmla="*/ 37356 h 41981"/>
                  <a:gd name="connsiteX4" fmla="*/ 5057 w 41981"/>
                  <a:gd name="connsiteY4" fmla="*/ 21166 h 41981"/>
                  <a:gd name="connsiteX5" fmla="*/ 21248 w 41981"/>
                  <a:gd name="connsiteY5" fmla="*/ 4976 h 41981"/>
                  <a:gd name="connsiteX6" fmla="*/ 21248 w 41981"/>
                  <a:gd name="connsiteY6" fmla="*/ 176 h 41981"/>
                  <a:gd name="connsiteX7" fmla="*/ 257 w 41981"/>
                  <a:gd name="connsiteY7" fmla="*/ 21166 h 41981"/>
                  <a:gd name="connsiteX8" fmla="*/ 21248 w 41981"/>
                  <a:gd name="connsiteY8" fmla="*/ 42157 h 41981"/>
                  <a:gd name="connsiteX9" fmla="*/ 42238 w 41981"/>
                  <a:gd name="connsiteY9" fmla="*/ 21166 h 41981"/>
                  <a:gd name="connsiteX10" fmla="*/ 42238 w 41981"/>
                  <a:gd name="connsiteY10" fmla="*/ 21166 h 41981"/>
                  <a:gd name="connsiteX11" fmla="*/ 21248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6"/>
                    </a:moveTo>
                    <a:cubicBezTo>
                      <a:pt x="30189" y="4976"/>
                      <a:pt x="37438" y="12224"/>
                      <a:pt x="37438" y="21166"/>
                    </a:cubicBezTo>
                    <a:lnTo>
                      <a:pt x="37438" y="21166"/>
                    </a:lnTo>
                    <a:cubicBezTo>
                      <a:pt x="37438" y="30108"/>
                      <a:pt x="30189" y="37356"/>
                      <a:pt x="21248" y="37356"/>
                    </a:cubicBezTo>
                    <a:cubicBezTo>
                      <a:pt x="12306" y="37356"/>
                      <a:pt x="5057" y="30108"/>
                      <a:pt x="5057" y="21166"/>
                    </a:cubicBezTo>
                    <a:cubicBezTo>
                      <a:pt x="5057" y="12224"/>
                      <a:pt x="12306" y="4976"/>
                      <a:pt x="21248" y="4976"/>
                    </a:cubicBezTo>
                    <a:close/>
                    <a:moveTo>
                      <a:pt x="21248" y="176"/>
                    </a:moveTo>
                    <a:cubicBezTo>
                      <a:pt x="9655" y="176"/>
                      <a:pt x="257" y="9574"/>
                      <a:pt x="257" y="21166"/>
                    </a:cubicBezTo>
                    <a:cubicBezTo>
                      <a:pt x="257" y="32759"/>
                      <a:pt x="9655" y="42157"/>
                      <a:pt x="21248" y="42157"/>
                    </a:cubicBezTo>
                    <a:cubicBezTo>
                      <a:pt x="32840" y="42157"/>
                      <a:pt x="42238" y="32759"/>
                      <a:pt x="42238" y="21166"/>
                    </a:cubicBezTo>
                    <a:lnTo>
                      <a:pt x="42238" y="21166"/>
                    </a:lnTo>
                    <a:cubicBezTo>
                      <a:pt x="42238" y="9574"/>
                      <a:pt x="32840" y="176"/>
                      <a:pt x="21248" y="176"/>
                    </a:cubicBezTo>
                    <a:close/>
                  </a:path>
                </a:pathLst>
              </a:custGeom>
              <a:solidFill>
                <a:srgbClr val="000000"/>
              </a:solidFill>
              <a:ln w="4794" cap="sq">
                <a:noFill/>
                <a:prstDash val="solid"/>
                <a:round/>
              </a:ln>
            </p:spPr>
            <p:txBody>
              <a:bodyPr rtlCol="0" anchor="ctr"/>
              <a:lstStyle/>
              <a:p>
                <a:endParaRPr lang="en-US"/>
              </a:p>
            </p:txBody>
          </p:sp>
          <p:sp>
            <p:nvSpPr>
              <p:cNvPr id="2610" name="Freeform: Shape 2609">
                <a:extLst>
                  <a:ext uri="{FF2B5EF4-FFF2-40B4-BE49-F238E27FC236}">
                    <a16:creationId xmlns:a16="http://schemas.microsoft.com/office/drawing/2014/main" id="{664906EE-D7C8-2A52-9CA9-C43028F97867}"/>
                  </a:ext>
                </a:extLst>
              </p:cNvPr>
              <p:cNvSpPr/>
              <p:nvPr/>
            </p:nvSpPr>
            <p:spPr>
              <a:xfrm>
                <a:off x="7764707" y="7918594"/>
                <a:ext cx="37180" cy="37180"/>
              </a:xfrm>
              <a:custGeom>
                <a:avLst/>
                <a:gdLst>
                  <a:gd name="connsiteX0" fmla="*/ 37453 w 37180"/>
                  <a:gd name="connsiteY0" fmla="*/ 18749 h 37180"/>
                  <a:gd name="connsiteX1" fmla="*/ 18863 w 37180"/>
                  <a:gd name="connsiteY1" fmla="*/ 37340 h 37180"/>
                  <a:gd name="connsiteX2" fmla="*/ 272 w 37180"/>
                  <a:gd name="connsiteY2" fmla="*/ 18749 h 37180"/>
                  <a:gd name="connsiteX3" fmla="*/ 18863 w 37180"/>
                  <a:gd name="connsiteY3" fmla="*/ 159 h 37180"/>
                  <a:gd name="connsiteX4" fmla="*/ 37453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49"/>
                    </a:moveTo>
                    <a:cubicBezTo>
                      <a:pt x="37453" y="29017"/>
                      <a:pt x="29130" y="37340"/>
                      <a:pt x="18863" y="37340"/>
                    </a:cubicBezTo>
                    <a:cubicBezTo>
                      <a:pt x="8596" y="37340"/>
                      <a:pt x="272" y="29017"/>
                      <a:pt x="272" y="18749"/>
                    </a:cubicBezTo>
                    <a:cubicBezTo>
                      <a:pt x="272" y="8482"/>
                      <a:pt x="8596" y="159"/>
                      <a:pt x="18863" y="159"/>
                    </a:cubicBezTo>
                    <a:cubicBezTo>
                      <a:pt x="29130" y="159"/>
                      <a:pt x="37453" y="8482"/>
                      <a:pt x="37453" y="18749"/>
                    </a:cubicBezTo>
                    <a:close/>
                  </a:path>
                </a:pathLst>
              </a:custGeom>
              <a:solidFill>
                <a:srgbClr val="93F793"/>
              </a:solidFill>
              <a:ln w="5753" cap="sq">
                <a:noFill/>
                <a:prstDash val="solid"/>
                <a:miter/>
              </a:ln>
            </p:spPr>
            <p:txBody>
              <a:bodyPr rtlCol="0" anchor="ctr"/>
              <a:lstStyle/>
              <a:p>
                <a:endParaRPr lang="en-US"/>
              </a:p>
            </p:txBody>
          </p:sp>
          <p:sp>
            <p:nvSpPr>
              <p:cNvPr id="2611" name="Freeform: Shape 2610">
                <a:extLst>
                  <a:ext uri="{FF2B5EF4-FFF2-40B4-BE49-F238E27FC236}">
                    <a16:creationId xmlns:a16="http://schemas.microsoft.com/office/drawing/2014/main" id="{D81F3183-918E-3A2F-BC60-9F863FAB22D1}"/>
                  </a:ext>
                </a:extLst>
              </p:cNvPr>
              <p:cNvSpPr/>
              <p:nvPr/>
            </p:nvSpPr>
            <p:spPr>
              <a:xfrm>
                <a:off x="7762307" y="7916194"/>
                <a:ext cx="41981" cy="41981"/>
              </a:xfrm>
              <a:custGeom>
                <a:avLst/>
                <a:gdLst>
                  <a:gd name="connsiteX0" fmla="*/ 21263 w 41981"/>
                  <a:gd name="connsiteY0" fmla="*/ 4959 h 41981"/>
                  <a:gd name="connsiteX1" fmla="*/ 37453 w 41981"/>
                  <a:gd name="connsiteY1" fmla="*/ 21150 h 41981"/>
                  <a:gd name="connsiteX2" fmla="*/ 37453 w 41981"/>
                  <a:gd name="connsiteY2" fmla="*/ 21150 h 41981"/>
                  <a:gd name="connsiteX3" fmla="*/ 21263 w 41981"/>
                  <a:gd name="connsiteY3" fmla="*/ 37340 h 41981"/>
                  <a:gd name="connsiteX4" fmla="*/ 5073 w 41981"/>
                  <a:gd name="connsiteY4" fmla="*/ 21150 h 41981"/>
                  <a:gd name="connsiteX5" fmla="*/ 21263 w 41981"/>
                  <a:gd name="connsiteY5" fmla="*/ 4959 h 41981"/>
                  <a:gd name="connsiteX6" fmla="*/ 21263 w 41981"/>
                  <a:gd name="connsiteY6" fmla="*/ 159 h 41981"/>
                  <a:gd name="connsiteX7" fmla="*/ 272 w 41981"/>
                  <a:gd name="connsiteY7" fmla="*/ 21150 h 41981"/>
                  <a:gd name="connsiteX8" fmla="*/ 21263 w 41981"/>
                  <a:gd name="connsiteY8" fmla="*/ 42140 h 41981"/>
                  <a:gd name="connsiteX9" fmla="*/ 42254 w 41981"/>
                  <a:gd name="connsiteY9" fmla="*/ 21150 h 41981"/>
                  <a:gd name="connsiteX10" fmla="*/ 42254 w 41981"/>
                  <a:gd name="connsiteY10" fmla="*/ 21150 h 41981"/>
                  <a:gd name="connsiteX11" fmla="*/ 2126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59"/>
                    </a:moveTo>
                    <a:cubicBezTo>
                      <a:pt x="30205" y="4959"/>
                      <a:pt x="37453" y="12208"/>
                      <a:pt x="37453" y="21150"/>
                    </a:cubicBezTo>
                    <a:lnTo>
                      <a:pt x="37453" y="21150"/>
                    </a:lnTo>
                    <a:cubicBezTo>
                      <a:pt x="37453" y="30091"/>
                      <a:pt x="30205" y="37340"/>
                      <a:pt x="21263" y="37340"/>
                    </a:cubicBezTo>
                    <a:cubicBezTo>
                      <a:pt x="12321" y="37340"/>
                      <a:pt x="5073" y="30091"/>
                      <a:pt x="5073" y="21150"/>
                    </a:cubicBezTo>
                    <a:cubicBezTo>
                      <a:pt x="5073" y="12208"/>
                      <a:pt x="12321" y="4959"/>
                      <a:pt x="21263" y="4959"/>
                    </a:cubicBezTo>
                    <a:close/>
                    <a:moveTo>
                      <a:pt x="21263" y="159"/>
                    </a:moveTo>
                    <a:cubicBezTo>
                      <a:pt x="9670" y="159"/>
                      <a:pt x="272" y="9557"/>
                      <a:pt x="272" y="21150"/>
                    </a:cubicBezTo>
                    <a:cubicBezTo>
                      <a:pt x="272" y="32742"/>
                      <a:pt x="9670" y="42140"/>
                      <a:pt x="21263" y="42140"/>
                    </a:cubicBezTo>
                    <a:cubicBezTo>
                      <a:pt x="32856" y="42140"/>
                      <a:pt x="42254" y="32742"/>
                      <a:pt x="42254" y="21150"/>
                    </a:cubicBezTo>
                    <a:lnTo>
                      <a:pt x="42254" y="21150"/>
                    </a:lnTo>
                    <a:cubicBezTo>
                      <a:pt x="42254" y="9557"/>
                      <a:pt x="32856" y="159"/>
                      <a:pt x="21263" y="159"/>
                    </a:cubicBezTo>
                    <a:close/>
                  </a:path>
                </a:pathLst>
              </a:custGeom>
              <a:solidFill>
                <a:srgbClr val="000000"/>
              </a:solidFill>
              <a:ln w="4794" cap="sq">
                <a:noFill/>
                <a:prstDash val="solid"/>
                <a:round/>
              </a:ln>
            </p:spPr>
            <p:txBody>
              <a:bodyPr rtlCol="0" anchor="ctr"/>
              <a:lstStyle/>
              <a:p>
                <a:endParaRPr lang="en-US"/>
              </a:p>
            </p:txBody>
          </p:sp>
          <p:sp>
            <p:nvSpPr>
              <p:cNvPr id="2612" name="Freeform: Shape 2611">
                <a:extLst>
                  <a:ext uri="{FF2B5EF4-FFF2-40B4-BE49-F238E27FC236}">
                    <a16:creationId xmlns:a16="http://schemas.microsoft.com/office/drawing/2014/main" id="{67C5F82C-F521-26C9-640D-6FA670979847}"/>
                  </a:ext>
                </a:extLst>
              </p:cNvPr>
              <p:cNvSpPr/>
              <p:nvPr/>
            </p:nvSpPr>
            <p:spPr>
              <a:xfrm>
                <a:off x="7721743" y="8047198"/>
                <a:ext cx="37180" cy="37180"/>
              </a:xfrm>
              <a:custGeom>
                <a:avLst/>
                <a:gdLst>
                  <a:gd name="connsiteX0" fmla="*/ 37446 w 37180"/>
                  <a:gd name="connsiteY0" fmla="*/ 18772 h 37180"/>
                  <a:gd name="connsiteX1" fmla="*/ 18855 w 37180"/>
                  <a:gd name="connsiteY1" fmla="*/ 37362 h 37180"/>
                  <a:gd name="connsiteX2" fmla="*/ 265 w 37180"/>
                  <a:gd name="connsiteY2" fmla="*/ 18772 h 37180"/>
                  <a:gd name="connsiteX3" fmla="*/ 18855 w 37180"/>
                  <a:gd name="connsiteY3" fmla="*/ 181 h 37180"/>
                  <a:gd name="connsiteX4" fmla="*/ 3744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2"/>
                    </a:moveTo>
                    <a:cubicBezTo>
                      <a:pt x="37446" y="29039"/>
                      <a:pt x="29123" y="37362"/>
                      <a:pt x="18855" y="37362"/>
                    </a:cubicBezTo>
                    <a:cubicBezTo>
                      <a:pt x="8588" y="37362"/>
                      <a:pt x="265" y="29039"/>
                      <a:pt x="265" y="18772"/>
                    </a:cubicBezTo>
                    <a:cubicBezTo>
                      <a:pt x="265" y="8505"/>
                      <a:pt x="8588" y="181"/>
                      <a:pt x="18855" y="181"/>
                    </a:cubicBezTo>
                    <a:cubicBezTo>
                      <a:pt x="29123" y="181"/>
                      <a:pt x="37446" y="8505"/>
                      <a:pt x="37446" y="18772"/>
                    </a:cubicBezTo>
                    <a:close/>
                  </a:path>
                </a:pathLst>
              </a:custGeom>
              <a:solidFill>
                <a:srgbClr val="F7EBEB"/>
              </a:solidFill>
              <a:ln w="5753" cap="sq">
                <a:noFill/>
                <a:prstDash val="solid"/>
                <a:miter/>
              </a:ln>
            </p:spPr>
            <p:txBody>
              <a:bodyPr rtlCol="0" anchor="ctr"/>
              <a:lstStyle/>
              <a:p>
                <a:endParaRPr lang="en-US"/>
              </a:p>
            </p:txBody>
          </p:sp>
          <p:sp>
            <p:nvSpPr>
              <p:cNvPr id="2613" name="Freeform: Shape 2612">
                <a:extLst>
                  <a:ext uri="{FF2B5EF4-FFF2-40B4-BE49-F238E27FC236}">
                    <a16:creationId xmlns:a16="http://schemas.microsoft.com/office/drawing/2014/main" id="{5848ED41-14F2-9217-0975-119C53217D1C}"/>
                  </a:ext>
                </a:extLst>
              </p:cNvPr>
              <p:cNvSpPr/>
              <p:nvPr/>
            </p:nvSpPr>
            <p:spPr>
              <a:xfrm>
                <a:off x="7719343" y="8044798"/>
                <a:ext cx="41981" cy="41981"/>
              </a:xfrm>
              <a:custGeom>
                <a:avLst/>
                <a:gdLst>
                  <a:gd name="connsiteX0" fmla="*/ 21256 w 41981"/>
                  <a:gd name="connsiteY0" fmla="*/ 4982 h 41981"/>
                  <a:gd name="connsiteX1" fmla="*/ 37446 w 41981"/>
                  <a:gd name="connsiteY1" fmla="*/ 21172 h 41981"/>
                  <a:gd name="connsiteX2" fmla="*/ 37446 w 41981"/>
                  <a:gd name="connsiteY2" fmla="*/ 21172 h 41981"/>
                  <a:gd name="connsiteX3" fmla="*/ 21256 w 41981"/>
                  <a:gd name="connsiteY3" fmla="*/ 37362 h 41981"/>
                  <a:gd name="connsiteX4" fmla="*/ 5065 w 41981"/>
                  <a:gd name="connsiteY4" fmla="*/ 21172 h 41981"/>
                  <a:gd name="connsiteX5" fmla="*/ 21256 w 41981"/>
                  <a:gd name="connsiteY5" fmla="*/ 4982 h 41981"/>
                  <a:gd name="connsiteX6" fmla="*/ 21256 w 41981"/>
                  <a:gd name="connsiteY6" fmla="*/ 181 h 41981"/>
                  <a:gd name="connsiteX7" fmla="*/ 265 w 41981"/>
                  <a:gd name="connsiteY7" fmla="*/ 21172 h 41981"/>
                  <a:gd name="connsiteX8" fmla="*/ 21256 w 41981"/>
                  <a:gd name="connsiteY8" fmla="*/ 42163 h 41981"/>
                  <a:gd name="connsiteX9" fmla="*/ 42246 w 41981"/>
                  <a:gd name="connsiteY9" fmla="*/ 21172 h 41981"/>
                  <a:gd name="connsiteX10" fmla="*/ 42246 w 41981"/>
                  <a:gd name="connsiteY10" fmla="*/ 21172 h 41981"/>
                  <a:gd name="connsiteX11" fmla="*/ 21256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2"/>
                    </a:moveTo>
                    <a:cubicBezTo>
                      <a:pt x="30197" y="4982"/>
                      <a:pt x="37446" y="12230"/>
                      <a:pt x="37446" y="21172"/>
                    </a:cubicBezTo>
                    <a:lnTo>
                      <a:pt x="37446" y="21172"/>
                    </a:lnTo>
                    <a:cubicBezTo>
                      <a:pt x="37446" y="30114"/>
                      <a:pt x="30197" y="37362"/>
                      <a:pt x="21256" y="37362"/>
                    </a:cubicBezTo>
                    <a:cubicBezTo>
                      <a:pt x="12314" y="37362"/>
                      <a:pt x="5065" y="30114"/>
                      <a:pt x="5065" y="21172"/>
                    </a:cubicBezTo>
                    <a:cubicBezTo>
                      <a:pt x="5065" y="12230"/>
                      <a:pt x="12314" y="4982"/>
                      <a:pt x="21256" y="4982"/>
                    </a:cubicBezTo>
                    <a:close/>
                    <a:moveTo>
                      <a:pt x="21256" y="181"/>
                    </a:moveTo>
                    <a:cubicBezTo>
                      <a:pt x="9663" y="181"/>
                      <a:pt x="265" y="9579"/>
                      <a:pt x="265" y="21172"/>
                    </a:cubicBezTo>
                    <a:cubicBezTo>
                      <a:pt x="265" y="32764"/>
                      <a:pt x="9663" y="42163"/>
                      <a:pt x="21256" y="42163"/>
                    </a:cubicBezTo>
                    <a:cubicBezTo>
                      <a:pt x="32848" y="42163"/>
                      <a:pt x="42246" y="32764"/>
                      <a:pt x="42246" y="21172"/>
                    </a:cubicBezTo>
                    <a:lnTo>
                      <a:pt x="42246" y="21172"/>
                    </a:lnTo>
                    <a:cubicBezTo>
                      <a:pt x="42246" y="9579"/>
                      <a:pt x="32848" y="181"/>
                      <a:pt x="21256" y="181"/>
                    </a:cubicBezTo>
                    <a:close/>
                  </a:path>
                </a:pathLst>
              </a:custGeom>
              <a:solidFill>
                <a:srgbClr val="000000"/>
              </a:solidFill>
              <a:ln w="4794" cap="sq">
                <a:noFill/>
                <a:prstDash val="solid"/>
                <a:round/>
              </a:ln>
            </p:spPr>
            <p:txBody>
              <a:bodyPr rtlCol="0" anchor="ctr"/>
              <a:lstStyle/>
              <a:p>
                <a:endParaRPr lang="en-US"/>
              </a:p>
            </p:txBody>
          </p:sp>
          <p:sp>
            <p:nvSpPr>
              <p:cNvPr id="2614" name="Freeform: Shape 2613">
                <a:extLst>
                  <a:ext uri="{FF2B5EF4-FFF2-40B4-BE49-F238E27FC236}">
                    <a16:creationId xmlns:a16="http://schemas.microsoft.com/office/drawing/2014/main" id="{362E47FA-831C-28D5-90BF-FE661907E8D3}"/>
                  </a:ext>
                </a:extLst>
              </p:cNvPr>
              <p:cNvSpPr/>
              <p:nvPr/>
            </p:nvSpPr>
            <p:spPr>
              <a:xfrm>
                <a:off x="7537365" y="7918923"/>
                <a:ext cx="37180" cy="37180"/>
              </a:xfrm>
              <a:custGeom>
                <a:avLst/>
                <a:gdLst>
                  <a:gd name="connsiteX0" fmla="*/ 37414 w 37180"/>
                  <a:gd name="connsiteY0" fmla="*/ 18749 h 37180"/>
                  <a:gd name="connsiteX1" fmla="*/ 18823 w 37180"/>
                  <a:gd name="connsiteY1" fmla="*/ 37340 h 37180"/>
                  <a:gd name="connsiteX2" fmla="*/ 233 w 37180"/>
                  <a:gd name="connsiteY2" fmla="*/ 18749 h 37180"/>
                  <a:gd name="connsiteX3" fmla="*/ 18823 w 37180"/>
                  <a:gd name="connsiteY3" fmla="*/ 159 h 37180"/>
                  <a:gd name="connsiteX4" fmla="*/ 37414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749"/>
                    </a:moveTo>
                    <a:cubicBezTo>
                      <a:pt x="37414" y="29017"/>
                      <a:pt x="29090" y="37340"/>
                      <a:pt x="18823" y="37340"/>
                    </a:cubicBezTo>
                    <a:cubicBezTo>
                      <a:pt x="8556" y="37340"/>
                      <a:pt x="233" y="29017"/>
                      <a:pt x="233" y="18749"/>
                    </a:cubicBezTo>
                    <a:cubicBezTo>
                      <a:pt x="233" y="8482"/>
                      <a:pt x="8556" y="159"/>
                      <a:pt x="18823" y="159"/>
                    </a:cubicBezTo>
                    <a:cubicBezTo>
                      <a:pt x="29090" y="159"/>
                      <a:pt x="37414" y="8482"/>
                      <a:pt x="37414" y="18749"/>
                    </a:cubicBezTo>
                    <a:close/>
                  </a:path>
                </a:pathLst>
              </a:custGeom>
              <a:solidFill>
                <a:srgbClr val="81F781"/>
              </a:solidFill>
              <a:ln w="5753" cap="sq">
                <a:noFill/>
                <a:prstDash val="solid"/>
                <a:miter/>
              </a:ln>
            </p:spPr>
            <p:txBody>
              <a:bodyPr rtlCol="0" anchor="ctr"/>
              <a:lstStyle/>
              <a:p>
                <a:endParaRPr lang="en-US"/>
              </a:p>
            </p:txBody>
          </p:sp>
          <p:sp>
            <p:nvSpPr>
              <p:cNvPr id="2615" name="Freeform: Shape 2614">
                <a:extLst>
                  <a:ext uri="{FF2B5EF4-FFF2-40B4-BE49-F238E27FC236}">
                    <a16:creationId xmlns:a16="http://schemas.microsoft.com/office/drawing/2014/main" id="{4E7E0F88-0271-8B1A-741E-D7EFD584ED24}"/>
                  </a:ext>
                </a:extLst>
              </p:cNvPr>
              <p:cNvSpPr/>
              <p:nvPr/>
            </p:nvSpPr>
            <p:spPr>
              <a:xfrm>
                <a:off x="7534965" y="7916523"/>
                <a:ext cx="41981" cy="41981"/>
              </a:xfrm>
              <a:custGeom>
                <a:avLst/>
                <a:gdLst>
                  <a:gd name="connsiteX0" fmla="*/ 21223 w 41981"/>
                  <a:gd name="connsiteY0" fmla="*/ 4959 h 41981"/>
                  <a:gd name="connsiteX1" fmla="*/ 37414 w 41981"/>
                  <a:gd name="connsiteY1" fmla="*/ 21150 h 41981"/>
                  <a:gd name="connsiteX2" fmla="*/ 37414 w 41981"/>
                  <a:gd name="connsiteY2" fmla="*/ 21150 h 41981"/>
                  <a:gd name="connsiteX3" fmla="*/ 21223 w 41981"/>
                  <a:gd name="connsiteY3" fmla="*/ 37340 h 41981"/>
                  <a:gd name="connsiteX4" fmla="*/ 5033 w 41981"/>
                  <a:gd name="connsiteY4" fmla="*/ 21150 h 41981"/>
                  <a:gd name="connsiteX5" fmla="*/ 21223 w 41981"/>
                  <a:gd name="connsiteY5" fmla="*/ 4959 h 41981"/>
                  <a:gd name="connsiteX6" fmla="*/ 21223 w 41981"/>
                  <a:gd name="connsiteY6" fmla="*/ 159 h 41981"/>
                  <a:gd name="connsiteX7" fmla="*/ 233 w 41981"/>
                  <a:gd name="connsiteY7" fmla="*/ 21150 h 41981"/>
                  <a:gd name="connsiteX8" fmla="*/ 21223 w 41981"/>
                  <a:gd name="connsiteY8" fmla="*/ 42140 h 41981"/>
                  <a:gd name="connsiteX9" fmla="*/ 42214 w 41981"/>
                  <a:gd name="connsiteY9" fmla="*/ 21150 h 41981"/>
                  <a:gd name="connsiteX10" fmla="*/ 42214 w 41981"/>
                  <a:gd name="connsiteY10" fmla="*/ 21150 h 41981"/>
                  <a:gd name="connsiteX11" fmla="*/ 21223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59"/>
                    </a:moveTo>
                    <a:cubicBezTo>
                      <a:pt x="30165" y="4959"/>
                      <a:pt x="37414" y="12208"/>
                      <a:pt x="37414" y="21150"/>
                    </a:cubicBezTo>
                    <a:lnTo>
                      <a:pt x="37414" y="21150"/>
                    </a:lnTo>
                    <a:cubicBezTo>
                      <a:pt x="37414" y="30091"/>
                      <a:pt x="30165" y="37340"/>
                      <a:pt x="21223" y="37340"/>
                    </a:cubicBezTo>
                    <a:cubicBezTo>
                      <a:pt x="12282" y="37340"/>
                      <a:pt x="5033" y="30091"/>
                      <a:pt x="5033" y="21150"/>
                    </a:cubicBezTo>
                    <a:cubicBezTo>
                      <a:pt x="5033" y="12208"/>
                      <a:pt x="12282" y="4959"/>
                      <a:pt x="21223" y="4959"/>
                    </a:cubicBezTo>
                    <a:close/>
                    <a:moveTo>
                      <a:pt x="21223" y="159"/>
                    </a:moveTo>
                    <a:cubicBezTo>
                      <a:pt x="9631" y="159"/>
                      <a:pt x="233" y="9557"/>
                      <a:pt x="233" y="21150"/>
                    </a:cubicBezTo>
                    <a:cubicBezTo>
                      <a:pt x="233" y="32742"/>
                      <a:pt x="9631" y="42140"/>
                      <a:pt x="21223" y="42140"/>
                    </a:cubicBezTo>
                    <a:cubicBezTo>
                      <a:pt x="32816" y="42140"/>
                      <a:pt x="42214" y="32742"/>
                      <a:pt x="42214" y="21150"/>
                    </a:cubicBezTo>
                    <a:lnTo>
                      <a:pt x="42214" y="21150"/>
                    </a:lnTo>
                    <a:cubicBezTo>
                      <a:pt x="42214" y="9557"/>
                      <a:pt x="32816" y="159"/>
                      <a:pt x="21223" y="159"/>
                    </a:cubicBezTo>
                    <a:close/>
                  </a:path>
                </a:pathLst>
              </a:custGeom>
              <a:solidFill>
                <a:srgbClr val="000000"/>
              </a:solidFill>
              <a:ln w="4794" cap="sq">
                <a:noFill/>
                <a:prstDash val="solid"/>
                <a:round/>
              </a:ln>
            </p:spPr>
            <p:txBody>
              <a:bodyPr rtlCol="0" anchor="ctr"/>
              <a:lstStyle/>
              <a:p>
                <a:endParaRPr lang="en-US"/>
              </a:p>
            </p:txBody>
          </p:sp>
          <p:sp>
            <p:nvSpPr>
              <p:cNvPr id="2616" name="Freeform: Shape 2615">
                <a:extLst>
                  <a:ext uri="{FF2B5EF4-FFF2-40B4-BE49-F238E27FC236}">
                    <a16:creationId xmlns:a16="http://schemas.microsoft.com/office/drawing/2014/main" id="{90368397-CE89-0C83-E061-82CC0FB66FB0}"/>
                  </a:ext>
                </a:extLst>
              </p:cNvPr>
              <p:cNvSpPr/>
              <p:nvPr/>
            </p:nvSpPr>
            <p:spPr>
              <a:xfrm>
                <a:off x="7674609" y="7936180"/>
                <a:ext cx="37180" cy="37180"/>
              </a:xfrm>
              <a:custGeom>
                <a:avLst/>
                <a:gdLst>
                  <a:gd name="connsiteX0" fmla="*/ 37438 w 37180"/>
                  <a:gd name="connsiteY0" fmla="*/ 18752 h 37180"/>
                  <a:gd name="connsiteX1" fmla="*/ 18847 w 37180"/>
                  <a:gd name="connsiteY1" fmla="*/ 37343 h 37180"/>
                  <a:gd name="connsiteX2" fmla="*/ 257 w 37180"/>
                  <a:gd name="connsiteY2" fmla="*/ 18752 h 37180"/>
                  <a:gd name="connsiteX3" fmla="*/ 18847 w 37180"/>
                  <a:gd name="connsiteY3" fmla="*/ 162 h 37180"/>
                  <a:gd name="connsiteX4" fmla="*/ 3743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2"/>
                    </a:moveTo>
                    <a:cubicBezTo>
                      <a:pt x="37438" y="29020"/>
                      <a:pt x="29114" y="37343"/>
                      <a:pt x="18847" y="37343"/>
                    </a:cubicBezTo>
                    <a:cubicBezTo>
                      <a:pt x="8580" y="37343"/>
                      <a:pt x="257" y="29020"/>
                      <a:pt x="257" y="18752"/>
                    </a:cubicBezTo>
                    <a:cubicBezTo>
                      <a:pt x="257" y="8485"/>
                      <a:pt x="8580" y="162"/>
                      <a:pt x="18847" y="162"/>
                    </a:cubicBezTo>
                    <a:cubicBezTo>
                      <a:pt x="29114" y="162"/>
                      <a:pt x="37438" y="8485"/>
                      <a:pt x="37438" y="18752"/>
                    </a:cubicBezTo>
                    <a:close/>
                  </a:path>
                </a:pathLst>
              </a:custGeom>
              <a:solidFill>
                <a:srgbClr val="EDF7ED"/>
              </a:solidFill>
              <a:ln w="5753" cap="sq">
                <a:noFill/>
                <a:prstDash val="solid"/>
                <a:miter/>
              </a:ln>
            </p:spPr>
            <p:txBody>
              <a:bodyPr rtlCol="0" anchor="ctr"/>
              <a:lstStyle/>
              <a:p>
                <a:endParaRPr lang="en-US"/>
              </a:p>
            </p:txBody>
          </p:sp>
          <p:sp>
            <p:nvSpPr>
              <p:cNvPr id="2617" name="Freeform: Shape 2616">
                <a:extLst>
                  <a:ext uri="{FF2B5EF4-FFF2-40B4-BE49-F238E27FC236}">
                    <a16:creationId xmlns:a16="http://schemas.microsoft.com/office/drawing/2014/main" id="{6D52FCC1-D5FB-D32A-D788-8928124B0D44}"/>
                  </a:ext>
                </a:extLst>
              </p:cNvPr>
              <p:cNvSpPr/>
              <p:nvPr/>
            </p:nvSpPr>
            <p:spPr>
              <a:xfrm>
                <a:off x="7672209" y="7933779"/>
                <a:ext cx="41981" cy="41981"/>
              </a:xfrm>
              <a:custGeom>
                <a:avLst/>
                <a:gdLst>
                  <a:gd name="connsiteX0" fmla="*/ 21247 w 41981"/>
                  <a:gd name="connsiteY0" fmla="*/ 4962 h 41981"/>
                  <a:gd name="connsiteX1" fmla="*/ 37438 w 41981"/>
                  <a:gd name="connsiteY1" fmla="*/ 21153 h 41981"/>
                  <a:gd name="connsiteX2" fmla="*/ 37438 w 41981"/>
                  <a:gd name="connsiteY2" fmla="*/ 21153 h 41981"/>
                  <a:gd name="connsiteX3" fmla="*/ 21247 w 41981"/>
                  <a:gd name="connsiteY3" fmla="*/ 37343 h 41981"/>
                  <a:gd name="connsiteX4" fmla="*/ 5057 w 41981"/>
                  <a:gd name="connsiteY4" fmla="*/ 21153 h 41981"/>
                  <a:gd name="connsiteX5" fmla="*/ 21247 w 41981"/>
                  <a:gd name="connsiteY5" fmla="*/ 4962 h 41981"/>
                  <a:gd name="connsiteX6" fmla="*/ 21247 w 41981"/>
                  <a:gd name="connsiteY6" fmla="*/ 162 h 41981"/>
                  <a:gd name="connsiteX7" fmla="*/ 257 w 41981"/>
                  <a:gd name="connsiteY7" fmla="*/ 21153 h 41981"/>
                  <a:gd name="connsiteX8" fmla="*/ 21247 w 41981"/>
                  <a:gd name="connsiteY8" fmla="*/ 42143 h 41981"/>
                  <a:gd name="connsiteX9" fmla="*/ 42238 w 41981"/>
                  <a:gd name="connsiteY9" fmla="*/ 21153 h 41981"/>
                  <a:gd name="connsiteX10" fmla="*/ 42238 w 41981"/>
                  <a:gd name="connsiteY10" fmla="*/ 21153 h 41981"/>
                  <a:gd name="connsiteX11" fmla="*/ 21247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62"/>
                    </a:moveTo>
                    <a:cubicBezTo>
                      <a:pt x="30189" y="4962"/>
                      <a:pt x="37438" y="12211"/>
                      <a:pt x="37438" y="21153"/>
                    </a:cubicBezTo>
                    <a:lnTo>
                      <a:pt x="37438" y="21153"/>
                    </a:lnTo>
                    <a:cubicBezTo>
                      <a:pt x="37438" y="30094"/>
                      <a:pt x="30189" y="37343"/>
                      <a:pt x="21247" y="37343"/>
                    </a:cubicBezTo>
                    <a:cubicBezTo>
                      <a:pt x="12305" y="37343"/>
                      <a:pt x="5057" y="30094"/>
                      <a:pt x="5057" y="21153"/>
                    </a:cubicBezTo>
                    <a:cubicBezTo>
                      <a:pt x="5057" y="12211"/>
                      <a:pt x="12305" y="4962"/>
                      <a:pt x="21247" y="4962"/>
                    </a:cubicBezTo>
                    <a:close/>
                    <a:moveTo>
                      <a:pt x="21247" y="162"/>
                    </a:moveTo>
                    <a:cubicBezTo>
                      <a:pt x="9655" y="162"/>
                      <a:pt x="257" y="9560"/>
                      <a:pt x="257" y="21153"/>
                    </a:cubicBezTo>
                    <a:cubicBezTo>
                      <a:pt x="257" y="32745"/>
                      <a:pt x="9655" y="42143"/>
                      <a:pt x="21247" y="42143"/>
                    </a:cubicBezTo>
                    <a:cubicBezTo>
                      <a:pt x="32840" y="42143"/>
                      <a:pt x="42238" y="32745"/>
                      <a:pt x="42238" y="21153"/>
                    </a:cubicBezTo>
                    <a:lnTo>
                      <a:pt x="42238" y="21153"/>
                    </a:lnTo>
                    <a:cubicBezTo>
                      <a:pt x="42238" y="9560"/>
                      <a:pt x="32840" y="162"/>
                      <a:pt x="21247" y="162"/>
                    </a:cubicBezTo>
                    <a:close/>
                  </a:path>
                </a:pathLst>
              </a:custGeom>
              <a:solidFill>
                <a:srgbClr val="000000"/>
              </a:solidFill>
              <a:ln w="4794" cap="sq">
                <a:noFill/>
                <a:prstDash val="solid"/>
                <a:round/>
              </a:ln>
            </p:spPr>
            <p:txBody>
              <a:bodyPr rtlCol="0" anchor="ctr"/>
              <a:lstStyle/>
              <a:p>
                <a:endParaRPr lang="en-US"/>
              </a:p>
            </p:txBody>
          </p:sp>
          <p:sp>
            <p:nvSpPr>
              <p:cNvPr id="2618" name="Freeform: Shape 2617">
                <a:extLst>
                  <a:ext uri="{FF2B5EF4-FFF2-40B4-BE49-F238E27FC236}">
                    <a16:creationId xmlns:a16="http://schemas.microsoft.com/office/drawing/2014/main" id="{838452DD-E954-81D6-0621-93E5E0003DB8}"/>
                  </a:ext>
                </a:extLst>
              </p:cNvPr>
              <p:cNvSpPr/>
              <p:nvPr/>
            </p:nvSpPr>
            <p:spPr>
              <a:xfrm>
                <a:off x="7652629" y="7923801"/>
                <a:ext cx="37180" cy="37180"/>
              </a:xfrm>
              <a:custGeom>
                <a:avLst/>
                <a:gdLst>
                  <a:gd name="connsiteX0" fmla="*/ 37434 w 37180"/>
                  <a:gd name="connsiteY0" fmla="*/ 18750 h 37180"/>
                  <a:gd name="connsiteX1" fmla="*/ 18843 w 37180"/>
                  <a:gd name="connsiteY1" fmla="*/ 37341 h 37180"/>
                  <a:gd name="connsiteX2" fmla="*/ 253 w 37180"/>
                  <a:gd name="connsiteY2" fmla="*/ 18750 h 37180"/>
                  <a:gd name="connsiteX3" fmla="*/ 18843 w 37180"/>
                  <a:gd name="connsiteY3" fmla="*/ 160 h 37180"/>
                  <a:gd name="connsiteX4" fmla="*/ 37434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50"/>
                    </a:moveTo>
                    <a:cubicBezTo>
                      <a:pt x="37434" y="29018"/>
                      <a:pt x="29111" y="37341"/>
                      <a:pt x="18843" y="37341"/>
                    </a:cubicBezTo>
                    <a:cubicBezTo>
                      <a:pt x="8576" y="37341"/>
                      <a:pt x="253" y="29018"/>
                      <a:pt x="253" y="18750"/>
                    </a:cubicBezTo>
                    <a:cubicBezTo>
                      <a:pt x="253" y="8483"/>
                      <a:pt x="8576" y="160"/>
                      <a:pt x="18843" y="160"/>
                    </a:cubicBezTo>
                    <a:cubicBezTo>
                      <a:pt x="29111" y="160"/>
                      <a:pt x="37434" y="8483"/>
                      <a:pt x="37434" y="18750"/>
                    </a:cubicBezTo>
                    <a:close/>
                  </a:path>
                </a:pathLst>
              </a:custGeom>
              <a:solidFill>
                <a:srgbClr val="DCF7DC"/>
              </a:solidFill>
              <a:ln w="5753" cap="sq">
                <a:noFill/>
                <a:prstDash val="solid"/>
                <a:miter/>
              </a:ln>
            </p:spPr>
            <p:txBody>
              <a:bodyPr rtlCol="0" anchor="ctr"/>
              <a:lstStyle/>
              <a:p>
                <a:endParaRPr lang="en-US"/>
              </a:p>
            </p:txBody>
          </p:sp>
          <p:sp>
            <p:nvSpPr>
              <p:cNvPr id="2619" name="Freeform: Shape 2618">
                <a:extLst>
                  <a:ext uri="{FF2B5EF4-FFF2-40B4-BE49-F238E27FC236}">
                    <a16:creationId xmlns:a16="http://schemas.microsoft.com/office/drawing/2014/main" id="{E64E81ED-8945-C003-6568-F9DCDD2B8449}"/>
                  </a:ext>
                </a:extLst>
              </p:cNvPr>
              <p:cNvSpPr/>
              <p:nvPr/>
            </p:nvSpPr>
            <p:spPr>
              <a:xfrm>
                <a:off x="7650229" y="7921401"/>
                <a:ext cx="41981" cy="41981"/>
              </a:xfrm>
              <a:custGeom>
                <a:avLst/>
                <a:gdLst>
                  <a:gd name="connsiteX0" fmla="*/ 21244 w 41981"/>
                  <a:gd name="connsiteY0" fmla="*/ 4960 h 41981"/>
                  <a:gd name="connsiteX1" fmla="*/ 37434 w 41981"/>
                  <a:gd name="connsiteY1" fmla="*/ 21151 h 41981"/>
                  <a:gd name="connsiteX2" fmla="*/ 37434 w 41981"/>
                  <a:gd name="connsiteY2" fmla="*/ 21151 h 41981"/>
                  <a:gd name="connsiteX3" fmla="*/ 21244 w 41981"/>
                  <a:gd name="connsiteY3" fmla="*/ 37341 h 41981"/>
                  <a:gd name="connsiteX4" fmla="*/ 5053 w 41981"/>
                  <a:gd name="connsiteY4" fmla="*/ 21151 h 41981"/>
                  <a:gd name="connsiteX5" fmla="*/ 21244 w 41981"/>
                  <a:gd name="connsiteY5" fmla="*/ 4960 h 41981"/>
                  <a:gd name="connsiteX6" fmla="*/ 21244 w 41981"/>
                  <a:gd name="connsiteY6" fmla="*/ 160 h 41981"/>
                  <a:gd name="connsiteX7" fmla="*/ 253 w 41981"/>
                  <a:gd name="connsiteY7" fmla="*/ 21151 h 41981"/>
                  <a:gd name="connsiteX8" fmla="*/ 21244 w 41981"/>
                  <a:gd name="connsiteY8" fmla="*/ 42141 h 41981"/>
                  <a:gd name="connsiteX9" fmla="*/ 42234 w 41981"/>
                  <a:gd name="connsiteY9" fmla="*/ 21151 h 41981"/>
                  <a:gd name="connsiteX10" fmla="*/ 42234 w 41981"/>
                  <a:gd name="connsiteY10" fmla="*/ 21151 h 41981"/>
                  <a:gd name="connsiteX11" fmla="*/ 21244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60"/>
                    </a:moveTo>
                    <a:cubicBezTo>
                      <a:pt x="30185" y="4960"/>
                      <a:pt x="37434" y="12209"/>
                      <a:pt x="37434" y="21151"/>
                    </a:cubicBezTo>
                    <a:lnTo>
                      <a:pt x="37434" y="21151"/>
                    </a:lnTo>
                    <a:cubicBezTo>
                      <a:pt x="37434" y="30092"/>
                      <a:pt x="30185" y="37341"/>
                      <a:pt x="21244" y="37341"/>
                    </a:cubicBezTo>
                    <a:cubicBezTo>
                      <a:pt x="12302" y="37341"/>
                      <a:pt x="5053" y="30092"/>
                      <a:pt x="5053" y="21151"/>
                    </a:cubicBezTo>
                    <a:cubicBezTo>
                      <a:pt x="5053" y="12209"/>
                      <a:pt x="12302" y="4960"/>
                      <a:pt x="21244" y="4960"/>
                    </a:cubicBezTo>
                    <a:close/>
                    <a:moveTo>
                      <a:pt x="21244" y="160"/>
                    </a:moveTo>
                    <a:cubicBezTo>
                      <a:pt x="9651" y="160"/>
                      <a:pt x="253" y="9558"/>
                      <a:pt x="253" y="21151"/>
                    </a:cubicBezTo>
                    <a:cubicBezTo>
                      <a:pt x="253" y="32743"/>
                      <a:pt x="9651" y="42141"/>
                      <a:pt x="21244" y="42141"/>
                    </a:cubicBezTo>
                    <a:cubicBezTo>
                      <a:pt x="32836" y="42141"/>
                      <a:pt x="42234" y="32743"/>
                      <a:pt x="42234" y="21151"/>
                    </a:cubicBezTo>
                    <a:lnTo>
                      <a:pt x="42234" y="21151"/>
                    </a:lnTo>
                    <a:cubicBezTo>
                      <a:pt x="42234" y="9558"/>
                      <a:pt x="32836" y="160"/>
                      <a:pt x="21244" y="160"/>
                    </a:cubicBezTo>
                    <a:close/>
                  </a:path>
                </a:pathLst>
              </a:custGeom>
              <a:solidFill>
                <a:srgbClr val="000000"/>
              </a:solidFill>
              <a:ln w="4794" cap="sq">
                <a:noFill/>
                <a:prstDash val="solid"/>
                <a:round/>
              </a:ln>
            </p:spPr>
            <p:txBody>
              <a:bodyPr rtlCol="0" anchor="ctr"/>
              <a:lstStyle/>
              <a:p>
                <a:endParaRPr lang="en-US"/>
              </a:p>
            </p:txBody>
          </p:sp>
          <p:sp>
            <p:nvSpPr>
              <p:cNvPr id="2620" name="Freeform: Shape 2619">
                <a:extLst>
                  <a:ext uri="{FF2B5EF4-FFF2-40B4-BE49-F238E27FC236}">
                    <a16:creationId xmlns:a16="http://schemas.microsoft.com/office/drawing/2014/main" id="{89F26D39-2D35-EAE6-CBBF-45976A950DE3}"/>
                  </a:ext>
                </a:extLst>
              </p:cNvPr>
              <p:cNvSpPr/>
              <p:nvPr/>
            </p:nvSpPr>
            <p:spPr>
              <a:xfrm>
                <a:off x="7665381" y="8083060"/>
                <a:ext cx="37180" cy="37180"/>
              </a:xfrm>
              <a:custGeom>
                <a:avLst/>
                <a:gdLst>
                  <a:gd name="connsiteX0" fmla="*/ 37436 w 37180"/>
                  <a:gd name="connsiteY0" fmla="*/ 18778 h 37180"/>
                  <a:gd name="connsiteX1" fmla="*/ 18846 w 37180"/>
                  <a:gd name="connsiteY1" fmla="*/ 37368 h 37180"/>
                  <a:gd name="connsiteX2" fmla="*/ 255 w 37180"/>
                  <a:gd name="connsiteY2" fmla="*/ 18778 h 37180"/>
                  <a:gd name="connsiteX3" fmla="*/ 18846 w 37180"/>
                  <a:gd name="connsiteY3" fmla="*/ 188 h 37180"/>
                  <a:gd name="connsiteX4" fmla="*/ 37436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8"/>
                    </a:moveTo>
                    <a:cubicBezTo>
                      <a:pt x="37436" y="29045"/>
                      <a:pt x="29113" y="37368"/>
                      <a:pt x="18846" y="37368"/>
                    </a:cubicBezTo>
                    <a:cubicBezTo>
                      <a:pt x="8578" y="37368"/>
                      <a:pt x="255" y="29045"/>
                      <a:pt x="255" y="18778"/>
                    </a:cubicBezTo>
                    <a:cubicBezTo>
                      <a:pt x="255" y="8511"/>
                      <a:pt x="8578" y="188"/>
                      <a:pt x="18846" y="188"/>
                    </a:cubicBezTo>
                    <a:cubicBezTo>
                      <a:pt x="29113" y="188"/>
                      <a:pt x="37436" y="8511"/>
                      <a:pt x="37436" y="18778"/>
                    </a:cubicBezTo>
                    <a:close/>
                  </a:path>
                </a:pathLst>
              </a:custGeom>
              <a:solidFill>
                <a:srgbClr val="F7E4E4"/>
              </a:solidFill>
              <a:ln w="5753" cap="sq">
                <a:noFill/>
                <a:prstDash val="solid"/>
                <a:miter/>
              </a:ln>
            </p:spPr>
            <p:txBody>
              <a:bodyPr rtlCol="0" anchor="ctr"/>
              <a:lstStyle/>
              <a:p>
                <a:endParaRPr lang="en-US"/>
              </a:p>
            </p:txBody>
          </p:sp>
          <p:sp>
            <p:nvSpPr>
              <p:cNvPr id="2621" name="Freeform: Shape 2620">
                <a:extLst>
                  <a:ext uri="{FF2B5EF4-FFF2-40B4-BE49-F238E27FC236}">
                    <a16:creationId xmlns:a16="http://schemas.microsoft.com/office/drawing/2014/main" id="{99B9EE04-E341-8E3F-92A0-23BB597D2E4A}"/>
                  </a:ext>
                </a:extLst>
              </p:cNvPr>
              <p:cNvSpPr/>
              <p:nvPr/>
            </p:nvSpPr>
            <p:spPr>
              <a:xfrm>
                <a:off x="7662981" y="8080659"/>
                <a:ext cx="41981" cy="41981"/>
              </a:xfrm>
              <a:custGeom>
                <a:avLst/>
                <a:gdLst>
                  <a:gd name="connsiteX0" fmla="*/ 21246 w 41981"/>
                  <a:gd name="connsiteY0" fmla="*/ 4988 h 41981"/>
                  <a:gd name="connsiteX1" fmla="*/ 37436 w 41981"/>
                  <a:gd name="connsiteY1" fmla="*/ 21178 h 41981"/>
                  <a:gd name="connsiteX2" fmla="*/ 37436 w 41981"/>
                  <a:gd name="connsiteY2" fmla="*/ 21178 h 41981"/>
                  <a:gd name="connsiteX3" fmla="*/ 21246 w 41981"/>
                  <a:gd name="connsiteY3" fmla="*/ 37368 h 41981"/>
                  <a:gd name="connsiteX4" fmla="*/ 5056 w 41981"/>
                  <a:gd name="connsiteY4" fmla="*/ 21178 h 41981"/>
                  <a:gd name="connsiteX5" fmla="*/ 21246 w 41981"/>
                  <a:gd name="connsiteY5" fmla="*/ 4988 h 41981"/>
                  <a:gd name="connsiteX6" fmla="*/ 21246 w 41981"/>
                  <a:gd name="connsiteY6" fmla="*/ 188 h 41981"/>
                  <a:gd name="connsiteX7" fmla="*/ 255 w 41981"/>
                  <a:gd name="connsiteY7" fmla="*/ 21178 h 41981"/>
                  <a:gd name="connsiteX8" fmla="*/ 21246 w 41981"/>
                  <a:gd name="connsiteY8" fmla="*/ 42169 h 41981"/>
                  <a:gd name="connsiteX9" fmla="*/ 42236 w 41981"/>
                  <a:gd name="connsiteY9" fmla="*/ 21178 h 41981"/>
                  <a:gd name="connsiteX10" fmla="*/ 42236 w 41981"/>
                  <a:gd name="connsiteY10" fmla="*/ 21178 h 41981"/>
                  <a:gd name="connsiteX11" fmla="*/ 21246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8"/>
                    </a:moveTo>
                    <a:cubicBezTo>
                      <a:pt x="30188" y="4988"/>
                      <a:pt x="37436" y="12236"/>
                      <a:pt x="37436" y="21178"/>
                    </a:cubicBezTo>
                    <a:lnTo>
                      <a:pt x="37436" y="21178"/>
                    </a:lnTo>
                    <a:cubicBezTo>
                      <a:pt x="37436" y="30120"/>
                      <a:pt x="30188" y="37368"/>
                      <a:pt x="21246" y="37368"/>
                    </a:cubicBezTo>
                    <a:cubicBezTo>
                      <a:pt x="12304" y="37368"/>
                      <a:pt x="5056" y="30120"/>
                      <a:pt x="5056" y="21178"/>
                    </a:cubicBezTo>
                    <a:cubicBezTo>
                      <a:pt x="5056" y="12236"/>
                      <a:pt x="12304" y="4988"/>
                      <a:pt x="21246" y="4988"/>
                    </a:cubicBezTo>
                    <a:close/>
                    <a:moveTo>
                      <a:pt x="21246" y="188"/>
                    </a:moveTo>
                    <a:cubicBezTo>
                      <a:pt x="9653" y="188"/>
                      <a:pt x="255" y="9586"/>
                      <a:pt x="255" y="21178"/>
                    </a:cubicBezTo>
                    <a:cubicBezTo>
                      <a:pt x="255" y="32771"/>
                      <a:pt x="9653" y="42169"/>
                      <a:pt x="21246" y="42169"/>
                    </a:cubicBezTo>
                    <a:cubicBezTo>
                      <a:pt x="32838" y="42169"/>
                      <a:pt x="42236" y="32771"/>
                      <a:pt x="42236" y="21178"/>
                    </a:cubicBezTo>
                    <a:lnTo>
                      <a:pt x="42236" y="21178"/>
                    </a:lnTo>
                    <a:cubicBezTo>
                      <a:pt x="42236" y="9586"/>
                      <a:pt x="32838" y="188"/>
                      <a:pt x="21246" y="188"/>
                    </a:cubicBezTo>
                    <a:close/>
                  </a:path>
                </a:pathLst>
              </a:custGeom>
              <a:solidFill>
                <a:srgbClr val="000000"/>
              </a:solidFill>
              <a:ln w="4794" cap="sq">
                <a:noFill/>
                <a:prstDash val="solid"/>
                <a:round/>
              </a:ln>
            </p:spPr>
            <p:txBody>
              <a:bodyPr rtlCol="0" anchor="ctr"/>
              <a:lstStyle/>
              <a:p>
                <a:endParaRPr lang="en-US"/>
              </a:p>
            </p:txBody>
          </p:sp>
          <p:sp>
            <p:nvSpPr>
              <p:cNvPr id="2622" name="Freeform: Shape 2621">
                <a:extLst>
                  <a:ext uri="{FF2B5EF4-FFF2-40B4-BE49-F238E27FC236}">
                    <a16:creationId xmlns:a16="http://schemas.microsoft.com/office/drawing/2014/main" id="{79D9590A-3D94-0487-4290-70FD391B8821}"/>
                  </a:ext>
                </a:extLst>
              </p:cNvPr>
              <p:cNvSpPr/>
              <p:nvPr/>
            </p:nvSpPr>
            <p:spPr>
              <a:xfrm>
                <a:off x="7741592" y="8043316"/>
                <a:ext cx="37180" cy="37180"/>
              </a:xfrm>
              <a:custGeom>
                <a:avLst/>
                <a:gdLst>
                  <a:gd name="connsiteX0" fmla="*/ 37449 w 37180"/>
                  <a:gd name="connsiteY0" fmla="*/ 18771 h 37180"/>
                  <a:gd name="connsiteX1" fmla="*/ 18859 w 37180"/>
                  <a:gd name="connsiteY1" fmla="*/ 37361 h 37180"/>
                  <a:gd name="connsiteX2" fmla="*/ 268 w 37180"/>
                  <a:gd name="connsiteY2" fmla="*/ 18771 h 37180"/>
                  <a:gd name="connsiteX3" fmla="*/ 18859 w 37180"/>
                  <a:gd name="connsiteY3" fmla="*/ 181 h 37180"/>
                  <a:gd name="connsiteX4" fmla="*/ 3744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71"/>
                    </a:moveTo>
                    <a:cubicBezTo>
                      <a:pt x="37449" y="29038"/>
                      <a:pt x="29126" y="37361"/>
                      <a:pt x="18859" y="37361"/>
                    </a:cubicBezTo>
                    <a:cubicBezTo>
                      <a:pt x="8592" y="37361"/>
                      <a:pt x="268" y="29038"/>
                      <a:pt x="268" y="18771"/>
                    </a:cubicBezTo>
                    <a:cubicBezTo>
                      <a:pt x="268" y="8504"/>
                      <a:pt x="8592" y="181"/>
                      <a:pt x="18859" y="181"/>
                    </a:cubicBezTo>
                    <a:cubicBezTo>
                      <a:pt x="29126" y="181"/>
                      <a:pt x="37449" y="8504"/>
                      <a:pt x="37449" y="18771"/>
                    </a:cubicBezTo>
                    <a:close/>
                  </a:path>
                </a:pathLst>
              </a:custGeom>
              <a:solidFill>
                <a:srgbClr val="0DF70D"/>
              </a:solidFill>
              <a:ln w="5753" cap="sq">
                <a:noFill/>
                <a:prstDash val="solid"/>
                <a:miter/>
              </a:ln>
            </p:spPr>
            <p:txBody>
              <a:bodyPr rtlCol="0" anchor="ctr"/>
              <a:lstStyle/>
              <a:p>
                <a:endParaRPr lang="en-US"/>
              </a:p>
            </p:txBody>
          </p:sp>
          <p:sp>
            <p:nvSpPr>
              <p:cNvPr id="2623" name="Freeform: Shape 2622">
                <a:extLst>
                  <a:ext uri="{FF2B5EF4-FFF2-40B4-BE49-F238E27FC236}">
                    <a16:creationId xmlns:a16="http://schemas.microsoft.com/office/drawing/2014/main" id="{1E0C7BA2-461B-3A6C-18F2-39910E83FC85}"/>
                  </a:ext>
                </a:extLst>
              </p:cNvPr>
              <p:cNvSpPr/>
              <p:nvPr/>
            </p:nvSpPr>
            <p:spPr>
              <a:xfrm>
                <a:off x="7739192" y="8040915"/>
                <a:ext cx="41981" cy="41981"/>
              </a:xfrm>
              <a:custGeom>
                <a:avLst/>
                <a:gdLst>
                  <a:gd name="connsiteX0" fmla="*/ 21259 w 41981"/>
                  <a:gd name="connsiteY0" fmla="*/ 4981 h 41981"/>
                  <a:gd name="connsiteX1" fmla="*/ 37449 w 41981"/>
                  <a:gd name="connsiteY1" fmla="*/ 21171 h 41981"/>
                  <a:gd name="connsiteX2" fmla="*/ 37449 w 41981"/>
                  <a:gd name="connsiteY2" fmla="*/ 21171 h 41981"/>
                  <a:gd name="connsiteX3" fmla="*/ 21259 w 41981"/>
                  <a:gd name="connsiteY3" fmla="*/ 37361 h 41981"/>
                  <a:gd name="connsiteX4" fmla="*/ 5069 w 41981"/>
                  <a:gd name="connsiteY4" fmla="*/ 21171 h 41981"/>
                  <a:gd name="connsiteX5" fmla="*/ 21259 w 41981"/>
                  <a:gd name="connsiteY5" fmla="*/ 4981 h 41981"/>
                  <a:gd name="connsiteX6" fmla="*/ 21259 w 41981"/>
                  <a:gd name="connsiteY6" fmla="*/ 181 h 41981"/>
                  <a:gd name="connsiteX7" fmla="*/ 268 w 41981"/>
                  <a:gd name="connsiteY7" fmla="*/ 21171 h 41981"/>
                  <a:gd name="connsiteX8" fmla="*/ 21259 w 41981"/>
                  <a:gd name="connsiteY8" fmla="*/ 42162 h 41981"/>
                  <a:gd name="connsiteX9" fmla="*/ 42250 w 41981"/>
                  <a:gd name="connsiteY9" fmla="*/ 21171 h 41981"/>
                  <a:gd name="connsiteX10" fmla="*/ 42250 w 41981"/>
                  <a:gd name="connsiteY10" fmla="*/ 21171 h 41981"/>
                  <a:gd name="connsiteX11" fmla="*/ 2125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81"/>
                    </a:moveTo>
                    <a:cubicBezTo>
                      <a:pt x="30201" y="4981"/>
                      <a:pt x="37449" y="12229"/>
                      <a:pt x="37449" y="21171"/>
                    </a:cubicBezTo>
                    <a:lnTo>
                      <a:pt x="37449" y="21171"/>
                    </a:lnTo>
                    <a:cubicBezTo>
                      <a:pt x="37449" y="30113"/>
                      <a:pt x="30201" y="37361"/>
                      <a:pt x="21259" y="37361"/>
                    </a:cubicBezTo>
                    <a:cubicBezTo>
                      <a:pt x="12317" y="37361"/>
                      <a:pt x="5069" y="30113"/>
                      <a:pt x="5069" y="21171"/>
                    </a:cubicBezTo>
                    <a:cubicBezTo>
                      <a:pt x="5069" y="12229"/>
                      <a:pt x="12317" y="4981"/>
                      <a:pt x="21259" y="4981"/>
                    </a:cubicBezTo>
                    <a:close/>
                    <a:moveTo>
                      <a:pt x="21259" y="181"/>
                    </a:moveTo>
                    <a:cubicBezTo>
                      <a:pt x="9666" y="181"/>
                      <a:pt x="268" y="9579"/>
                      <a:pt x="268" y="21171"/>
                    </a:cubicBezTo>
                    <a:cubicBezTo>
                      <a:pt x="268" y="32764"/>
                      <a:pt x="9666" y="42162"/>
                      <a:pt x="21259" y="42162"/>
                    </a:cubicBezTo>
                    <a:cubicBezTo>
                      <a:pt x="32852" y="42162"/>
                      <a:pt x="42250" y="32764"/>
                      <a:pt x="42250" y="21171"/>
                    </a:cubicBezTo>
                    <a:lnTo>
                      <a:pt x="42250" y="21171"/>
                    </a:lnTo>
                    <a:cubicBezTo>
                      <a:pt x="42250" y="9579"/>
                      <a:pt x="32852" y="181"/>
                      <a:pt x="21259" y="181"/>
                    </a:cubicBezTo>
                    <a:close/>
                  </a:path>
                </a:pathLst>
              </a:custGeom>
              <a:solidFill>
                <a:srgbClr val="000000"/>
              </a:solidFill>
              <a:ln w="4794" cap="sq">
                <a:noFill/>
                <a:prstDash val="solid"/>
                <a:round/>
              </a:ln>
            </p:spPr>
            <p:txBody>
              <a:bodyPr rtlCol="0" anchor="ctr"/>
              <a:lstStyle/>
              <a:p>
                <a:endParaRPr lang="en-US"/>
              </a:p>
            </p:txBody>
          </p:sp>
          <p:sp>
            <p:nvSpPr>
              <p:cNvPr id="2624" name="Freeform: Shape 2623">
                <a:extLst>
                  <a:ext uri="{FF2B5EF4-FFF2-40B4-BE49-F238E27FC236}">
                    <a16:creationId xmlns:a16="http://schemas.microsoft.com/office/drawing/2014/main" id="{3197706A-6D5E-6EF2-E232-EF0D9F2A6056}"/>
                  </a:ext>
                </a:extLst>
              </p:cNvPr>
              <p:cNvSpPr/>
              <p:nvPr/>
            </p:nvSpPr>
            <p:spPr>
              <a:xfrm>
                <a:off x="7791623" y="7957434"/>
                <a:ext cx="37180" cy="37180"/>
              </a:xfrm>
              <a:custGeom>
                <a:avLst/>
                <a:gdLst>
                  <a:gd name="connsiteX0" fmla="*/ 37458 w 37180"/>
                  <a:gd name="connsiteY0" fmla="*/ 18756 h 37180"/>
                  <a:gd name="connsiteX1" fmla="*/ 18867 w 37180"/>
                  <a:gd name="connsiteY1" fmla="*/ 37347 h 37180"/>
                  <a:gd name="connsiteX2" fmla="*/ 277 w 37180"/>
                  <a:gd name="connsiteY2" fmla="*/ 18756 h 37180"/>
                  <a:gd name="connsiteX3" fmla="*/ 18867 w 37180"/>
                  <a:gd name="connsiteY3" fmla="*/ 166 h 37180"/>
                  <a:gd name="connsiteX4" fmla="*/ 37458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56"/>
                    </a:moveTo>
                    <a:cubicBezTo>
                      <a:pt x="37458" y="29023"/>
                      <a:pt x="29135" y="37347"/>
                      <a:pt x="18867" y="37347"/>
                    </a:cubicBezTo>
                    <a:cubicBezTo>
                      <a:pt x="8600" y="37347"/>
                      <a:pt x="277" y="29023"/>
                      <a:pt x="277" y="18756"/>
                    </a:cubicBezTo>
                    <a:cubicBezTo>
                      <a:pt x="277" y="8489"/>
                      <a:pt x="8600" y="166"/>
                      <a:pt x="18867" y="166"/>
                    </a:cubicBezTo>
                    <a:cubicBezTo>
                      <a:pt x="29135" y="166"/>
                      <a:pt x="37458" y="8489"/>
                      <a:pt x="37458" y="18756"/>
                    </a:cubicBezTo>
                    <a:close/>
                  </a:path>
                </a:pathLst>
              </a:custGeom>
              <a:solidFill>
                <a:srgbClr val="10F710"/>
              </a:solidFill>
              <a:ln w="5753" cap="sq">
                <a:noFill/>
                <a:prstDash val="solid"/>
                <a:miter/>
              </a:ln>
            </p:spPr>
            <p:txBody>
              <a:bodyPr rtlCol="0" anchor="ctr"/>
              <a:lstStyle/>
              <a:p>
                <a:endParaRPr lang="en-US"/>
              </a:p>
            </p:txBody>
          </p:sp>
          <p:sp>
            <p:nvSpPr>
              <p:cNvPr id="2625" name="Freeform: Shape 2624">
                <a:extLst>
                  <a:ext uri="{FF2B5EF4-FFF2-40B4-BE49-F238E27FC236}">
                    <a16:creationId xmlns:a16="http://schemas.microsoft.com/office/drawing/2014/main" id="{14573820-50CE-AEEB-4387-10158E5ACA99}"/>
                  </a:ext>
                </a:extLst>
              </p:cNvPr>
              <p:cNvSpPr/>
              <p:nvPr/>
            </p:nvSpPr>
            <p:spPr>
              <a:xfrm>
                <a:off x="7789223" y="7955034"/>
                <a:ext cx="41981" cy="41981"/>
              </a:xfrm>
              <a:custGeom>
                <a:avLst/>
                <a:gdLst>
                  <a:gd name="connsiteX0" fmla="*/ 21268 w 41981"/>
                  <a:gd name="connsiteY0" fmla="*/ 4966 h 41981"/>
                  <a:gd name="connsiteX1" fmla="*/ 37458 w 41981"/>
                  <a:gd name="connsiteY1" fmla="*/ 21156 h 41981"/>
                  <a:gd name="connsiteX2" fmla="*/ 37458 w 41981"/>
                  <a:gd name="connsiteY2" fmla="*/ 21156 h 41981"/>
                  <a:gd name="connsiteX3" fmla="*/ 21268 w 41981"/>
                  <a:gd name="connsiteY3" fmla="*/ 37347 h 41981"/>
                  <a:gd name="connsiteX4" fmla="*/ 5077 w 41981"/>
                  <a:gd name="connsiteY4" fmla="*/ 21156 h 41981"/>
                  <a:gd name="connsiteX5" fmla="*/ 21268 w 41981"/>
                  <a:gd name="connsiteY5" fmla="*/ 4966 h 41981"/>
                  <a:gd name="connsiteX6" fmla="*/ 21268 w 41981"/>
                  <a:gd name="connsiteY6" fmla="*/ 166 h 41981"/>
                  <a:gd name="connsiteX7" fmla="*/ 277 w 41981"/>
                  <a:gd name="connsiteY7" fmla="*/ 21156 h 41981"/>
                  <a:gd name="connsiteX8" fmla="*/ 21268 w 41981"/>
                  <a:gd name="connsiteY8" fmla="*/ 42147 h 41981"/>
                  <a:gd name="connsiteX9" fmla="*/ 42258 w 41981"/>
                  <a:gd name="connsiteY9" fmla="*/ 21156 h 41981"/>
                  <a:gd name="connsiteX10" fmla="*/ 42258 w 41981"/>
                  <a:gd name="connsiteY10" fmla="*/ 21156 h 41981"/>
                  <a:gd name="connsiteX11" fmla="*/ 21268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66"/>
                    </a:moveTo>
                    <a:cubicBezTo>
                      <a:pt x="30209" y="4966"/>
                      <a:pt x="37458" y="12215"/>
                      <a:pt x="37458" y="21156"/>
                    </a:cubicBezTo>
                    <a:lnTo>
                      <a:pt x="37458" y="21156"/>
                    </a:lnTo>
                    <a:cubicBezTo>
                      <a:pt x="37458" y="30098"/>
                      <a:pt x="30209" y="37347"/>
                      <a:pt x="21268" y="37347"/>
                    </a:cubicBezTo>
                    <a:cubicBezTo>
                      <a:pt x="12326" y="37347"/>
                      <a:pt x="5077" y="30098"/>
                      <a:pt x="5077" y="21156"/>
                    </a:cubicBezTo>
                    <a:cubicBezTo>
                      <a:pt x="5077" y="12215"/>
                      <a:pt x="12326" y="4966"/>
                      <a:pt x="21268" y="4966"/>
                    </a:cubicBezTo>
                    <a:close/>
                    <a:moveTo>
                      <a:pt x="21268" y="166"/>
                    </a:moveTo>
                    <a:cubicBezTo>
                      <a:pt x="9675" y="166"/>
                      <a:pt x="277" y="9564"/>
                      <a:pt x="277" y="21156"/>
                    </a:cubicBezTo>
                    <a:cubicBezTo>
                      <a:pt x="277" y="32749"/>
                      <a:pt x="9675" y="42147"/>
                      <a:pt x="21268" y="42147"/>
                    </a:cubicBezTo>
                    <a:cubicBezTo>
                      <a:pt x="32860" y="42147"/>
                      <a:pt x="42258" y="32749"/>
                      <a:pt x="42258" y="21156"/>
                    </a:cubicBezTo>
                    <a:lnTo>
                      <a:pt x="42258" y="21156"/>
                    </a:lnTo>
                    <a:cubicBezTo>
                      <a:pt x="42258" y="9564"/>
                      <a:pt x="32860" y="166"/>
                      <a:pt x="21268" y="166"/>
                    </a:cubicBezTo>
                    <a:close/>
                  </a:path>
                </a:pathLst>
              </a:custGeom>
              <a:solidFill>
                <a:srgbClr val="000000"/>
              </a:solidFill>
              <a:ln w="4794" cap="sq">
                <a:noFill/>
                <a:prstDash val="solid"/>
                <a:round/>
              </a:ln>
            </p:spPr>
            <p:txBody>
              <a:bodyPr rtlCol="0" anchor="ctr"/>
              <a:lstStyle/>
              <a:p>
                <a:endParaRPr lang="en-US"/>
              </a:p>
            </p:txBody>
          </p:sp>
          <p:sp>
            <p:nvSpPr>
              <p:cNvPr id="2626" name="Freeform: Shape 2625">
                <a:extLst>
                  <a:ext uri="{FF2B5EF4-FFF2-40B4-BE49-F238E27FC236}">
                    <a16:creationId xmlns:a16="http://schemas.microsoft.com/office/drawing/2014/main" id="{CC35BBD8-98B2-7299-03CB-4B48266BA706}"/>
                  </a:ext>
                </a:extLst>
              </p:cNvPr>
              <p:cNvSpPr/>
              <p:nvPr/>
            </p:nvSpPr>
            <p:spPr>
              <a:xfrm>
                <a:off x="7575600" y="7945649"/>
                <a:ext cx="37180" cy="37180"/>
              </a:xfrm>
              <a:custGeom>
                <a:avLst/>
                <a:gdLst>
                  <a:gd name="connsiteX0" fmla="*/ 37420 w 37180"/>
                  <a:gd name="connsiteY0" fmla="*/ 18754 h 37180"/>
                  <a:gd name="connsiteX1" fmla="*/ 18830 w 37180"/>
                  <a:gd name="connsiteY1" fmla="*/ 37345 h 37180"/>
                  <a:gd name="connsiteX2" fmla="*/ 240 w 37180"/>
                  <a:gd name="connsiteY2" fmla="*/ 18754 h 37180"/>
                  <a:gd name="connsiteX3" fmla="*/ 18830 w 37180"/>
                  <a:gd name="connsiteY3" fmla="*/ 164 h 37180"/>
                  <a:gd name="connsiteX4" fmla="*/ 37420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54"/>
                    </a:moveTo>
                    <a:cubicBezTo>
                      <a:pt x="37420" y="29021"/>
                      <a:pt x="29097" y="37345"/>
                      <a:pt x="18830" y="37345"/>
                    </a:cubicBezTo>
                    <a:cubicBezTo>
                      <a:pt x="8563" y="37345"/>
                      <a:pt x="240" y="29021"/>
                      <a:pt x="240" y="18754"/>
                    </a:cubicBezTo>
                    <a:cubicBezTo>
                      <a:pt x="240" y="8487"/>
                      <a:pt x="8563" y="164"/>
                      <a:pt x="18830" y="164"/>
                    </a:cubicBezTo>
                    <a:cubicBezTo>
                      <a:pt x="29097" y="164"/>
                      <a:pt x="37420" y="8487"/>
                      <a:pt x="37420" y="18754"/>
                    </a:cubicBezTo>
                    <a:close/>
                  </a:path>
                </a:pathLst>
              </a:custGeom>
              <a:solidFill>
                <a:srgbClr val="F7CBCB"/>
              </a:solidFill>
              <a:ln w="5753" cap="sq">
                <a:noFill/>
                <a:prstDash val="solid"/>
                <a:miter/>
              </a:ln>
            </p:spPr>
            <p:txBody>
              <a:bodyPr rtlCol="0" anchor="ctr"/>
              <a:lstStyle/>
              <a:p>
                <a:endParaRPr lang="en-US"/>
              </a:p>
            </p:txBody>
          </p:sp>
          <p:sp>
            <p:nvSpPr>
              <p:cNvPr id="2627" name="Freeform: Shape 2626">
                <a:extLst>
                  <a:ext uri="{FF2B5EF4-FFF2-40B4-BE49-F238E27FC236}">
                    <a16:creationId xmlns:a16="http://schemas.microsoft.com/office/drawing/2014/main" id="{6AEA3515-2172-B519-A1E8-84683D5533CF}"/>
                  </a:ext>
                </a:extLst>
              </p:cNvPr>
              <p:cNvSpPr/>
              <p:nvPr/>
            </p:nvSpPr>
            <p:spPr>
              <a:xfrm>
                <a:off x="7573200" y="7943249"/>
                <a:ext cx="41981" cy="41981"/>
              </a:xfrm>
              <a:custGeom>
                <a:avLst/>
                <a:gdLst>
                  <a:gd name="connsiteX0" fmla="*/ 21230 w 41981"/>
                  <a:gd name="connsiteY0" fmla="*/ 4964 h 41981"/>
                  <a:gd name="connsiteX1" fmla="*/ 37420 w 41981"/>
                  <a:gd name="connsiteY1" fmla="*/ 21154 h 41981"/>
                  <a:gd name="connsiteX2" fmla="*/ 37420 w 41981"/>
                  <a:gd name="connsiteY2" fmla="*/ 21154 h 41981"/>
                  <a:gd name="connsiteX3" fmla="*/ 21230 w 41981"/>
                  <a:gd name="connsiteY3" fmla="*/ 37345 h 41981"/>
                  <a:gd name="connsiteX4" fmla="*/ 5040 w 41981"/>
                  <a:gd name="connsiteY4" fmla="*/ 21154 h 41981"/>
                  <a:gd name="connsiteX5" fmla="*/ 21230 w 41981"/>
                  <a:gd name="connsiteY5" fmla="*/ 4964 h 41981"/>
                  <a:gd name="connsiteX6" fmla="*/ 21230 w 41981"/>
                  <a:gd name="connsiteY6" fmla="*/ 164 h 41981"/>
                  <a:gd name="connsiteX7" fmla="*/ 240 w 41981"/>
                  <a:gd name="connsiteY7" fmla="*/ 21154 h 41981"/>
                  <a:gd name="connsiteX8" fmla="*/ 21230 w 41981"/>
                  <a:gd name="connsiteY8" fmla="*/ 42145 h 41981"/>
                  <a:gd name="connsiteX9" fmla="*/ 42221 w 41981"/>
                  <a:gd name="connsiteY9" fmla="*/ 21154 h 41981"/>
                  <a:gd name="connsiteX10" fmla="*/ 42221 w 41981"/>
                  <a:gd name="connsiteY10" fmla="*/ 21154 h 41981"/>
                  <a:gd name="connsiteX11" fmla="*/ 21230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64"/>
                    </a:moveTo>
                    <a:cubicBezTo>
                      <a:pt x="30172" y="4964"/>
                      <a:pt x="37420" y="12212"/>
                      <a:pt x="37420" y="21154"/>
                    </a:cubicBezTo>
                    <a:lnTo>
                      <a:pt x="37420" y="21154"/>
                    </a:lnTo>
                    <a:cubicBezTo>
                      <a:pt x="37420" y="30096"/>
                      <a:pt x="30172" y="37345"/>
                      <a:pt x="21230" y="37345"/>
                    </a:cubicBezTo>
                    <a:cubicBezTo>
                      <a:pt x="12288" y="37345"/>
                      <a:pt x="5040" y="30096"/>
                      <a:pt x="5040" y="21154"/>
                    </a:cubicBezTo>
                    <a:cubicBezTo>
                      <a:pt x="5040" y="12212"/>
                      <a:pt x="12288" y="4964"/>
                      <a:pt x="21230" y="4964"/>
                    </a:cubicBezTo>
                    <a:close/>
                    <a:moveTo>
                      <a:pt x="21230" y="164"/>
                    </a:moveTo>
                    <a:cubicBezTo>
                      <a:pt x="9638" y="164"/>
                      <a:pt x="240" y="9562"/>
                      <a:pt x="240" y="21154"/>
                    </a:cubicBezTo>
                    <a:cubicBezTo>
                      <a:pt x="240" y="32747"/>
                      <a:pt x="9638" y="42145"/>
                      <a:pt x="21230" y="42145"/>
                    </a:cubicBezTo>
                    <a:cubicBezTo>
                      <a:pt x="32823" y="42145"/>
                      <a:pt x="42221" y="32747"/>
                      <a:pt x="42221" y="21154"/>
                    </a:cubicBezTo>
                    <a:lnTo>
                      <a:pt x="42221" y="21154"/>
                    </a:lnTo>
                    <a:cubicBezTo>
                      <a:pt x="42221" y="9562"/>
                      <a:pt x="32823" y="164"/>
                      <a:pt x="21230" y="164"/>
                    </a:cubicBezTo>
                    <a:close/>
                  </a:path>
                </a:pathLst>
              </a:custGeom>
              <a:solidFill>
                <a:srgbClr val="000000"/>
              </a:solidFill>
              <a:ln w="4794" cap="sq">
                <a:noFill/>
                <a:prstDash val="solid"/>
                <a:round/>
              </a:ln>
            </p:spPr>
            <p:txBody>
              <a:bodyPr rtlCol="0" anchor="ctr"/>
              <a:lstStyle/>
              <a:p>
                <a:endParaRPr lang="en-US"/>
              </a:p>
            </p:txBody>
          </p:sp>
          <p:sp>
            <p:nvSpPr>
              <p:cNvPr id="2628" name="Freeform: Shape 2627">
                <a:extLst>
                  <a:ext uri="{FF2B5EF4-FFF2-40B4-BE49-F238E27FC236}">
                    <a16:creationId xmlns:a16="http://schemas.microsoft.com/office/drawing/2014/main" id="{516A3D4C-2459-0A45-2CF0-9D54836949C8}"/>
                  </a:ext>
                </a:extLst>
              </p:cNvPr>
              <p:cNvSpPr/>
              <p:nvPr/>
            </p:nvSpPr>
            <p:spPr>
              <a:xfrm>
                <a:off x="7829150" y="7924562"/>
                <a:ext cx="37180" cy="37180"/>
              </a:xfrm>
              <a:custGeom>
                <a:avLst/>
                <a:gdLst>
                  <a:gd name="connsiteX0" fmla="*/ 37464 w 37180"/>
                  <a:gd name="connsiteY0" fmla="*/ 18750 h 37180"/>
                  <a:gd name="connsiteX1" fmla="*/ 18874 w 37180"/>
                  <a:gd name="connsiteY1" fmla="*/ 37341 h 37180"/>
                  <a:gd name="connsiteX2" fmla="*/ 284 w 37180"/>
                  <a:gd name="connsiteY2" fmla="*/ 18750 h 37180"/>
                  <a:gd name="connsiteX3" fmla="*/ 18874 w 37180"/>
                  <a:gd name="connsiteY3" fmla="*/ 160 h 37180"/>
                  <a:gd name="connsiteX4" fmla="*/ 37464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50"/>
                    </a:moveTo>
                    <a:cubicBezTo>
                      <a:pt x="37464" y="29018"/>
                      <a:pt x="29141" y="37341"/>
                      <a:pt x="18874" y="37341"/>
                    </a:cubicBezTo>
                    <a:cubicBezTo>
                      <a:pt x="8607" y="37341"/>
                      <a:pt x="284" y="29018"/>
                      <a:pt x="284" y="18750"/>
                    </a:cubicBezTo>
                    <a:cubicBezTo>
                      <a:pt x="284" y="8483"/>
                      <a:pt x="8607" y="160"/>
                      <a:pt x="18874" y="160"/>
                    </a:cubicBezTo>
                    <a:cubicBezTo>
                      <a:pt x="29141" y="160"/>
                      <a:pt x="37464" y="8483"/>
                      <a:pt x="37464" y="18750"/>
                    </a:cubicBezTo>
                    <a:close/>
                  </a:path>
                </a:pathLst>
              </a:custGeom>
              <a:solidFill>
                <a:srgbClr val="F7E4E4"/>
              </a:solidFill>
              <a:ln w="5753" cap="sq">
                <a:noFill/>
                <a:prstDash val="solid"/>
                <a:miter/>
              </a:ln>
            </p:spPr>
            <p:txBody>
              <a:bodyPr rtlCol="0" anchor="ctr"/>
              <a:lstStyle/>
              <a:p>
                <a:endParaRPr lang="en-US"/>
              </a:p>
            </p:txBody>
          </p:sp>
          <p:sp>
            <p:nvSpPr>
              <p:cNvPr id="2629" name="Freeform: Shape 2628">
                <a:extLst>
                  <a:ext uri="{FF2B5EF4-FFF2-40B4-BE49-F238E27FC236}">
                    <a16:creationId xmlns:a16="http://schemas.microsoft.com/office/drawing/2014/main" id="{FD20D69E-9543-D2AA-E85B-BE5E99254522}"/>
                  </a:ext>
                </a:extLst>
              </p:cNvPr>
              <p:cNvSpPr/>
              <p:nvPr/>
            </p:nvSpPr>
            <p:spPr>
              <a:xfrm>
                <a:off x="7826749" y="7922162"/>
                <a:ext cx="41981" cy="41981"/>
              </a:xfrm>
              <a:custGeom>
                <a:avLst/>
                <a:gdLst>
                  <a:gd name="connsiteX0" fmla="*/ 21274 w 41981"/>
                  <a:gd name="connsiteY0" fmla="*/ 4960 h 41981"/>
                  <a:gd name="connsiteX1" fmla="*/ 37464 w 41981"/>
                  <a:gd name="connsiteY1" fmla="*/ 21151 h 41981"/>
                  <a:gd name="connsiteX2" fmla="*/ 37464 w 41981"/>
                  <a:gd name="connsiteY2" fmla="*/ 21151 h 41981"/>
                  <a:gd name="connsiteX3" fmla="*/ 21274 w 41981"/>
                  <a:gd name="connsiteY3" fmla="*/ 37341 h 41981"/>
                  <a:gd name="connsiteX4" fmla="*/ 5084 w 41981"/>
                  <a:gd name="connsiteY4" fmla="*/ 21151 h 41981"/>
                  <a:gd name="connsiteX5" fmla="*/ 21274 w 41981"/>
                  <a:gd name="connsiteY5" fmla="*/ 4960 h 41981"/>
                  <a:gd name="connsiteX6" fmla="*/ 21274 w 41981"/>
                  <a:gd name="connsiteY6" fmla="*/ 160 h 41981"/>
                  <a:gd name="connsiteX7" fmla="*/ 284 w 41981"/>
                  <a:gd name="connsiteY7" fmla="*/ 21151 h 41981"/>
                  <a:gd name="connsiteX8" fmla="*/ 21274 w 41981"/>
                  <a:gd name="connsiteY8" fmla="*/ 42141 h 41981"/>
                  <a:gd name="connsiteX9" fmla="*/ 42265 w 41981"/>
                  <a:gd name="connsiteY9" fmla="*/ 21151 h 41981"/>
                  <a:gd name="connsiteX10" fmla="*/ 42265 w 41981"/>
                  <a:gd name="connsiteY10" fmla="*/ 21151 h 41981"/>
                  <a:gd name="connsiteX11" fmla="*/ 21274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60"/>
                    </a:moveTo>
                    <a:cubicBezTo>
                      <a:pt x="30216" y="4960"/>
                      <a:pt x="37464" y="12209"/>
                      <a:pt x="37464" y="21151"/>
                    </a:cubicBezTo>
                    <a:lnTo>
                      <a:pt x="37464" y="21151"/>
                    </a:lnTo>
                    <a:cubicBezTo>
                      <a:pt x="37464" y="30092"/>
                      <a:pt x="30216" y="37341"/>
                      <a:pt x="21274" y="37341"/>
                    </a:cubicBezTo>
                    <a:cubicBezTo>
                      <a:pt x="12332" y="37341"/>
                      <a:pt x="5084" y="30092"/>
                      <a:pt x="5084" y="21151"/>
                    </a:cubicBezTo>
                    <a:cubicBezTo>
                      <a:pt x="5084" y="12209"/>
                      <a:pt x="12332" y="4960"/>
                      <a:pt x="21274" y="4960"/>
                    </a:cubicBezTo>
                    <a:close/>
                    <a:moveTo>
                      <a:pt x="21274" y="160"/>
                    </a:moveTo>
                    <a:cubicBezTo>
                      <a:pt x="9682" y="160"/>
                      <a:pt x="284" y="9558"/>
                      <a:pt x="284" y="21151"/>
                    </a:cubicBezTo>
                    <a:cubicBezTo>
                      <a:pt x="284" y="32743"/>
                      <a:pt x="9682" y="42141"/>
                      <a:pt x="21274" y="42141"/>
                    </a:cubicBezTo>
                    <a:cubicBezTo>
                      <a:pt x="32867" y="42141"/>
                      <a:pt x="42265" y="32743"/>
                      <a:pt x="42265" y="21151"/>
                    </a:cubicBezTo>
                    <a:lnTo>
                      <a:pt x="42265" y="21151"/>
                    </a:lnTo>
                    <a:cubicBezTo>
                      <a:pt x="42265" y="9558"/>
                      <a:pt x="32867" y="160"/>
                      <a:pt x="21274" y="160"/>
                    </a:cubicBezTo>
                    <a:close/>
                  </a:path>
                </a:pathLst>
              </a:custGeom>
              <a:solidFill>
                <a:srgbClr val="000000"/>
              </a:solidFill>
              <a:ln w="4794" cap="sq">
                <a:noFill/>
                <a:prstDash val="solid"/>
                <a:round/>
              </a:ln>
            </p:spPr>
            <p:txBody>
              <a:bodyPr rtlCol="0" anchor="ctr"/>
              <a:lstStyle/>
              <a:p>
                <a:endParaRPr lang="en-US"/>
              </a:p>
            </p:txBody>
          </p:sp>
          <p:sp>
            <p:nvSpPr>
              <p:cNvPr id="2630" name="Freeform: Shape 2629">
                <a:extLst>
                  <a:ext uri="{FF2B5EF4-FFF2-40B4-BE49-F238E27FC236}">
                    <a16:creationId xmlns:a16="http://schemas.microsoft.com/office/drawing/2014/main" id="{E85364E9-F249-9322-FB43-6DC25ACFFB32}"/>
                  </a:ext>
                </a:extLst>
              </p:cNvPr>
              <p:cNvSpPr/>
              <p:nvPr/>
            </p:nvSpPr>
            <p:spPr>
              <a:xfrm>
                <a:off x="7608334" y="8091527"/>
                <a:ext cx="37180" cy="37180"/>
              </a:xfrm>
              <a:custGeom>
                <a:avLst/>
                <a:gdLst>
                  <a:gd name="connsiteX0" fmla="*/ 37426 w 37180"/>
                  <a:gd name="connsiteY0" fmla="*/ 18779 h 37180"/>
                  <a:gd name="connsiteX1" fmla="*/ 18836 w 37180"/>
                  <a:gd name="connsiteY1" fmla="*/ 37370 h 37180"/>
                  <a:gd name="connsiteX2" fmla="*/ 245 w 37180"/>
                  <a:gd name="connsiteY2" fmla="*/ 18779 h 37180"/>
                  <a:gd name="connsiteX3" fmla="*/ 18836 w 37180"/>
                  <a:gd name="connsiteY3" fmla="*/ 189 h 37180"/>
                  <a:gd name="connsiteX4" fmla="*/ 37426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79"/>
                    </a:moveTo>
                    <a:cubicBezTo>
                      <a:pt x="37426" y="29047"/>
                      <a:pt x="29103" y="37370"/>
                      <a:pt x="18836" y="37370"/>
                    </a:cubicBezTo>
                    <a:cubicBezTo>
                      <a:pt x="8568" y="37370"/>
                      <a:pt x="245" y="29047"/>
                      <a:pt x="245" y="18779"/>
                    </a:cubicBezTo>
                    <a:cubicBezTo>
                      <a:pt x="245" y="8512"/>
                      <a:pt x="8568" y="189"/>
                      <a:pt x="18836" y="189"/>
                    </a:cubicBezTo>
                    <a:cubicBezTo>
                      <a:pt x="29103" y="189"/>
                      <a:pt x="37426" y="8512"/>
                      <a:pt x="37426" y="18779"/>
                    </a:cubicBezTo>
                    <a:close/>
                  </a:path>
                </a:pathLst>
              </a:custGeom>
              <a:solidFill>
                <a:srgbClr val="F7E0E0"/>
              </a:solidFill>
              <a:ln w="5753" cap="sq">
                <a:noFill/>
                <a:prstDash val="solid"/>
                <a:miter/>
              </a:ln>
            </p:spPr>
            <p:txBody>
              <a:bodyPr rtlCol="0" anchor="ctr"/>
              <a:lstStyle/>
              <a:p>
                <a:endParaRPr lang="en-US"/>
              </a:p>
            </p:txBody>
          </p:sp>
          <p:sp>
            <p:nvSpPr>
              <p:cNvPr id="2631" name="Freeform: Shape 2630">
                <a:extLst>
                  <a:ext uri="{FF2B5EF4-FFF2-40B4-BE49-F238E27FC236}">
                    <a16:creationId xmlns:a16="http://schemas.microsoft.com/office/drawing/2014/main" id="{6A823C1B-2D54-D7D2-9538-D9684287E406}"/>
                  </a:ext>
                </a:extLst>
              </p:cNvPr>
              <p:cNvSpPr/>
              <p:nvPr/>
            </p:nvSpPr>
            <p:spPr>
              <a:xfrm>
                <a:off x="7605934" y="8089127"/>
                <a:ext cx="41981" cy="41981"/>
              </a:xfrm>
              <a:custGeom>
                <a:avLst/>
                <a:gdLst>
                  <a:gd name="connsiteX0" fmla="*/ 21236 w 41981"/>
                  <a:gd name="connsiteY0" fmla="*/ 4989 h 41981"/>
                  <a:gd name="connsiteX1" fmla="*/ 37426 w 41981"/>
                  <a:gd name="connsiteY1" fmla="*/ 21180 h 41981"/>
                  <a:gd name="connsiteX2" fmla="*/ 37426 w 41981"/>
                  <a:gd name="connsiteY2" fmla="*/ 21180 h 41981"/>
                  <a:gd name="connsiteX3" fmla="*/ 21236 w 41981"/>
                  <a:gd name="connsiteY3" fmla="*/ 37370 h 41981"/>
                  <a:gd name="connsiteX4" fmla="*/ 5046 w 41981"/>
                  <a:gd name="connsiteY4" fmla="*/ 21180 h 41981"/>
                  <a:gd name="connsiteX5" fmla="*/ 21236 w 41981"/>
                  <a:gd name="connsiteY5" fmla="*/ 4989 h 41981"/>
                  <a:gd name="connsiteX6" fmla="*/ 21236 w 41981"/>
                  <a:gd name="connsiteY6" fmla="*/ 189 h 41981"/>
                  <a:gd name="connsiteX7" fmla="*/ 245 w 41981"/>
                  <a:gd name="connsiteY7" fmla="*/ 21180 h 41981"/>
                  <a:gd name="connsiteX8" fmla="*/ 21236 w 41981"/>
                  <a:gd name="connsiteY8" fmla="*/ 42170 h 41981"/>
                  <a:gd name="connsiteX9" fmla="*/ 42226 w 41981"/>
                  <a:gd name="connsiteY9" fmla="*/ 21180 h 41981"/>
                  <a:gd name="connsiteX10" fmla="*/ 42226 w 41981"/>
                  <a:gd name="connsiteY10" fmla="*/ 21180 h 41981"/>
                  <a:gd name="connsiteX11" fmla="*/ 21236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89"/>
                    </a:moveTo>
                    <a:cubicBezTo>
                      <a:pt x="30178" y="4989"/>
                      <a:pt x="37426" y="12238"/>
                      <a:pt x="37426" y="21180"/>
                    </a:cubicBezTo>
                    <a:lnTo>
                      <a:pt x="37426" y="21180"/>
                    </a:lnTo>
                    <a:cubicBezTo>
                      <a:pt x="37426" y="30121"/>
                      <a:pt x="30178" y="37370"/>
                      <a:pt x="21236" y="37370"/>
                    </a:cubicBezTo>
                    <a:cubicBezTo>
                      <a:pt x="12294" y="37370"/>
                      <a:pt x="5046" y="30121"/>
                      <a:pt x="5046" y="21180"/>
                    </a:cubicBezTo>
                    <a:cubicBezTo>
                      <a:pt x="5046" y="12238"/>
                      <a:pt x="12294" y="4989"/>
                      <a:pt x="21236" y="4989"/>
                    </a:cubicBezTo>
                    <a:close/>
                    <a:moveTo>
                      <a:pt x="21236" y="189"/>
                    </a:moveTo>
                    <a:cubicBezTo>
                      <a:pt x="9643" y="189"/>
                      <a:pt x="245" y="9587"/>
                      <a:pt x="245" y="21180"/>
                    </a:cubicBezTo>
                    <a:cubicBezTo>
                      <a:pt x="245" y="32772"/>
                      <a:pt x="9643" y="42170"/>
                      <a:pt x="21236" y="42170"/>
                    </a:cubicBezTo>
                    <a:cubicBezTo>
                      <a:pt x="32828" y="42170"/>
                      <a:pt x="42226" y="32772"/>
                      <a:pt x="42226" y="21180"/>
                    </a:cubicBezTo>
                    <a:lnTo>
                      <a:pt x="42226" y="21180"/>
                    </a:lnTo>
                    <a:cubicBezTo>
                      <a:pt x="42226" y="9587"/>
                      <a:pt x="32828" y="189"/>
                      <a:pt x="21236" y="189"/>
                    </a:cubicBezTo>
                    <a:close/>
                  </a:path>
                </a:pathLst>
              </a:custGeom>
              <a:solidFill>
                <a:srgbClr val="000000"/>
              </a:solidFill>
              <a:ln w="4794" cap="sq">
                <a:noFill/>
                <a:prstDash val="solid"/>
                <a:round/>
              </a:ln>
            </p:spPr>
            <p:txBody>
              <a:bodyPr rtlCol="0" anchor="ctr"/>
              <a:lstStyle/>
              <a:p>
                <a:endParaRPr lang="en-US"/>
              </a:p>
            </p:txBody>
          </p:sp>
          <p:sp>
            <p:nvSpPr>
              <p:cNvPr id="2632" name="Freeform: Shape 2631">
                <a:extLst>
                  <a:ext uri="{FF2B5EF4-FFF2-40B4-BE49-F238E27FC236}">
                    <a16:creationId xmlns:a16="http://schemas.microsoft.com/office/drawing/2014/main" id="{20EBA8FE-D41E-E75A-9369-35ED7AE56BCB}"/>
                  </a:ext>
                </a:extLst>
              </p:cNvPr>
              <p:cNvSpPr/>
              <p:nvPr/>
            </p:nvSpPr>
            <p:spPr>
              <a:xfrm>
                <a:off x="7695909" y="7937182"/>
                <a:ext cx="37180" cy="37180"/>
              </a:xfrm>
              <a:custGeom>
                <a:avLst/>
                <a:gdLst>
                  <a:gd name="connsiteX0" fmla="*/ 37441 w 37180"/>
                  <a:gd name="connsiteY0" fmla="*/ 18753 h 37180"/>
                  <a:gd name="connsiteX1" fmla="*/ 18851 w 37180"/>
                  <a:gd name="connsiteY1" fmla="*/ 37343 h 37180"/>
                  <a:gd name="connsiteX2" fmla="*/ 260 w 37180"/>
                  <a:gd name="connsiteY2" fmla="*/ 18753 h 37180"/>
                  <a:gd name="connsiteX3" fmla="*/ 18851 w 37180"/>
                  <a:gd name="connsiteY3" fmla="*/ 162 h 37180"/>
                  <a:gd name="connsiteX4" fmla="*/ 37441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53"/>
                    </a:moveTo>
                    <a:cubicBezTo>
                      <a:pt x="37441" y="29020"/>
                      <a:pt x="29118" y="37343"/>
                      <a:pt x="18851" y="37343"/>
                    </a:cubicBezTo>
                    <a:cubicBezTo>
                      <a:pt x="8584" y="37343"/>
                      <a:pt x="260" y="29020"/>
                      <a:pt x="260" y="18753"/>
                    </a:cubicBezTo>
                    <a:cubicBezTo>
                      <a:pt x="260" y="8485"/>
                      <a:pt x="8584" y="162"/>
                      <a:pt x="18851" y="162"/>
                    </a:cubicBezTo>
                    <a:cubicBezTo>
                      <a:pt x="29118" y="162"/>
                      <a:pt x="37441" y="8485"/>
                      <a:pt x="37441" y="18753"/>
                    </a:cubicBezTo>
                    <a:close/>
                  </a:path>
                </a:pathLst>
              </a:custGeom>
              <a:solidFill>
                <a:srgbClr val="21F721"/>
              </a:solidFill>
              <a:ln w="5753" cap="sq">
                <a:noFill/>
                <a:prstDash val="solid"/>
                <a:miter/>
              </a:ln>
            </p:spPr>
            <p:txBody>
              <a:bodyPr rtlCol="0" anchor="ctr"/>
              <a:lstStyle/>
              <a:p>
                <a:endParaRPr lang="en-US"/>
              </a:p>
            </p:txBody>
          </p:sp>
          <p:sp>
            <p:nvSpPr>
              <p:cNvPr id="2633" name="Freeform: Shape 2632">
                <a:extLst>
                  <a:ext uri="{FF2B5EF4-FFF2-40B4-BE49-F238E27FC236}">
                    <a16:creationId xmlns:a16="http://schemas.microsoft.com/office/drawing/2014/main" id="{1544E9B5-35FF-F6A0-4590-B2A0B4FC7AAB}"/>
                  </a:ext>
                </a:extLst>
              </p:cNvPr>
              <p:cNvSpPr/>
              <p:nvPr/>
            </p:nvSpPr>
            <p:spPr>
              <a:xfrm>
                <a:off x="7693509" y="7934782"/>
                <a:ext cx="41981" cy="41981"/>
              </a:xfrm>
              <a:custGeom>
                <a:avLst/>
                <a:gdLst>
                  <a:gd name="connsiteX0" fmla="*/ 21251 w 41981"/>
                  <a:gd name="connsiteY0" fmla="*/ 4963 h 41981"/>
                  <a:gd name="connsiteX1" fmla="*/ 37441 w 41981"/>
                  <a:gd name="connsiteY1" fmla="*/ 21153 h 41981"/>
                  <a:gd name="connsiteX2" fmla="*/ 37441 w 41981"/>
                  <a:gd name="connsiteY2" fmla="*/ 21153 h 41981"/>
                  <a:gd name="connsiteX3" fmla="*/ 21251 w 41981"/>
                  <a:gd name="connsiteY3" fmla="*/ 37343 h 41981"/>
                  <a:gd name="connsiteX4" fmla="*/ 5061 w 41981"/>
                  <a:gd name="connsiteY4" fmla="*/ 21153 h 41981"/>
                  <a:gd name="connsiteX5" fmla="*/ 21251 w 41981"/>
                  <a:gd name="connsiteY5" fmla="*/ 4963 h 41981"/>
                  <a:gd name="connsiteX6" fmla="*/ 21251 w 41981"/>
                  <a:gd name="connsiteY6" fmla="*/ 162 h 41981"/>
                  <a:gd name="connsiteX7" fmla="*/ 260 w 41981"/>
                  <a:gd name="connsiteY7" fmla="*/ 21153 h 41981"/>
                  <a:gd name="connsiteX8" fmla="*/ 21251 w 41981"/>
                  <a:gd name="connsiteY8" fmla="*/ 42143 h 41981"/>
                  <a:gd name="connsiteX9" fmla="*/ 42242 w 41981"/>
                  <a:gd name="connsiteY9" fmla="*/ 21153 h 41981"/>
                  <a:gd name="connsiteX10" fmla="*/ 42242 w 41981"/>
                  <a:gd name="connsiteY10" fmla="*/ 21153 h 41981"/>
                  <a:gd name="connsiteX11" fmla="*/ 21251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3"/>
                    </a:moveTo>
                    <a:cubicBezTo>
                      <a:pt x="30193" y="4963"/>
                      <a:pt x="37441" y="12211"/>
                      <a:pt x="37441" y="21153"/>
                    </a:cubicBezTo>
                    <a:lnTo>
                      <a:pt x="37441" y="21153"/>
                    </a:lnTo>
                    <a:cubicBezTo>
                      <a:pt x="37441" y="30095"/>
                      <a:pt x="30193" y="37343"/>
                      <a:pt x="21251" y="37343"/>
                    </a:cubicBezTo>
                    <a:cubicBezTo>
                      <a:pt x="12309" y="37343"/>
                      <a:pt x="5061" y="30095"/>
                      <a:pt x="5061" y="21153"/>
                    </a:cubicBezTo>
                    <a:cubicBezTo>
                      <a:pt x="5061" y="12211"/>
                      <a:pt x="12309" y="4963"/>
                      <a:pt x="21251" y="4963"/>
                    </a:cubicBezTo>
                    <a:close/>
                    <a:moveTo>
                      <a:pt x="21251" y="162"/>
                    </a:moveTo>
                    <a:cubicBezTo>
                      <a:pt x="9658" y="162"/>
                      <a:pt x="260" y="9560"/>
                      <a:pt x="260" y="21153"/>
                    </a:cubicBezTo>
                    <a:cubicBezTo>
                      <a:pt x="260" y="32745"/>
                      <a:pt x="9658" y="42143"/>
                      <a:pt x="21251" y="42143"/>
                    </a:cubicBezTo>
                    <a:cubicBezTo>
                      <a:pt x="32844" y="42143"/>
                      <a:pt x="42242" y="32745"/>
                      <a:pt x="42242" y="21153"/>
                    </a:cubicBezTo>
                    <a:lnTo>
                      <a:pt x="42242" y="21153"/>
                    </a:lnTo>
                    <a:cubicBezTo>
                      <a:pt x="42242" y="9560"/>
                      <a:pt x="32844" y="162"/>
                      <a:pt x="21251" y="162"/>
                    </a:cubicBezTo>
                    <a:close/>
                  </a:path>
                </a:pathLst>
              </a:custGeom>
              <a:solidFill>
                <a:srgbClr val="000000"/>
              </a:solidFill>
              <a:ln w="4794" cap="sq">
                <a:noFill/>
                <a:prstDash val="solid"/>
                <a:round/>
              </a:ln>
            </p:spPr>
            <p:txBody>
              <a:bodyPr rtlCol="0" anchor="ctr"/>
              <a:lstStyle/>
              <a:p>
                <a:endParaRPr lang="en-US"/>
              </a:p>
            </p:txBody>
          </p:sp>
          <p:sp>
            <p:nvSpPr>
              <p:cNvPr id="2634" name="Freeform: Shape 2633">
                <a:extLst>
                  <a:ext uri="{FF2B5EF4-FFF2-40B4-BE49-F238E27FC236}">
                    <a16:creationId xmlns:a16="http://schemas.microsoft.com/office/drawing/2014/main" id="{011C5F92-AF1F-0599-54B1-22A1120A26E0}"/>
                  </a:ext>
                </a:extLst>
              </p:cNvPr>
              <p:cNvSpPr/>
              <p:nvPr/>
            </p:nvSpPr>
            <p:spPr>
              <a:xfrm>
                <a:off x="7638787" y="7839567"/>
                <a:ext cx="37180" cy="37180"/>
              </a:xfrm>
              <a:custGeom>
                <a:avLst/>
                <a:gdLst>
                  <a:gd name="connsiteX0" fmla="*/ 37431 w 37180"/>
                  <a:gd name="connsiteY0" fmla="*/ 18736 h 37180"/>
                  <a:gd name="connsiteX1" fmla="*/ 18841 w 37180"/>
                  <a:gd name="connsiteY1" fmla="*/ 37326 h 37180"/>
                  <a:gd name="connsiteX2" fmla="*/ 251 w 37180"/>
                  <a:gd name="connsiteY2" fmla="*/ 18736 h 37180"/>
                  <a:gd name="connsiteX3" fmla="*/ 18841 w 37180"/>
                  <a:gd name="connsiteY3" fmla="*/ 145 h 37180"/>
                  <a:gd name="connsiteX4" fmla="*/ 37431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36"/>
                    </a:moveTo>
                    <a:cubicBezTo>
                      <a:pt x="37431" y="29003"/>
                      <a:pt x="29108" y="37326"/>
                      <a:pt x="18841" y="37326"/>
                    </a:cubicBezTo>
                    <a:cubicBezTo>
                      <a:pt x="8574" y="37326"/>
                      <a:pt x="251" y="29003"/>
                      <a:pt x="251" y="18736"/>
                    </a:cubicBezTo>
                    <a:cubicBezTo>
                      <a:pt x="251" y="8468"/>
                      <a:pt x="8574" y="145"/>
                      <a:pt x="18841" y="145"/>
                    </a:cubicBezTo>
                    <a:cubicBezTo>
                      <a:pt x="29108" y="145"/>
                      <a:pt x="37431" y="8468"/>
                      <a:pt x="37431" y="18736"/>
                    </a:cubicBezTo>
                    <a:close/>
                  </a:path>
                </a:pathLst>
              </a:custGeom>
              <a:solidFill>
                <a:srgbClr val="C9F7C9"/>
              </a:solidFill>
              <a:ln w="5753" cap="sq">
                <a:noFill/>
                <a:prstDash val="solid"/>
                <a:miter/>
              </a:ln>
            </p:spPr>
            <p:txBody>
              <a:bodyPr rtlCol="0" anchor="ctr"/>
              <a:lstStyle/>
              <a:p>
                <a:endParaRPr lang="en-US"/>
              </a:p>
            </p:txBody>
          </p:sp>
          <p:sp>
            <p:nvSpPr>
              <p:cNvPr id="2635" name="Freeform: Shape 2634">
                <a:extLst>
                  <a:ext uri="{FF2B5EF4-FFF2-40B4-BE49-F238E27FC236}">
                    <a16:creationId xmlns:a16="http://schemas.microsoft.com/office/drawing/2014/main" id="{6573ED97-F7D2-57FC-99FB-7AED8470E8D6}"/>
                  </a:ext>
                </a:extLst>
              </p:cNvPr>
              <p:cNvSpPr/>
              <p:nvPr/>
            </p:nvSpPr>
            <p:spPr>
              <a:xfrm>
                <a:off x="7636387" y="7837167"/>
                <a:ext cx="41981" cy="41981"/>
              </a:xfrm>
              <a:custGeom>
                <a:avLst/>
                <a:gdLst>
                  <a:gd name="connsiteX0" fmla="*/ 21241 w 41981"/>
                  <a:gd name="connsiteY0" fmla="*/ 4946 h 41981"/>
                  <a:gd name="connsiteX1" fmla="*/ 37431 w 41981"/>
                  <a:gd name="connsiteY1" fmla="*/ 21136 h 41981"/>
                  <a:gd name="connsiteX2" fmla="*/ 37431 w 41981"/>
                  <a:gd name="connsiteY2" fmla="*/ 21136 h 41981"/>
                  <a:gd name="connsiteX3" fmla="*/ 21241 w 41981"/>
                  <a:gd name="connsiteY3" fmla="*/ 37326 h 41981"/>
                  <a:gd name="connsiteX4" fmla="*/ 5051 w 41981"/>
                  <a:gd name="connsiteY4" fmla="*/ 21136 h 41981"/>
                  <a:gd name="connsiteX5" fmla="*/ 21241 w 41981"/>
                  <a:gd name="connsiteY5" fmla="*/ 4946 h 41981"/>
                  <a:gd name="connsiteX6" fmla="*/ 21241 w 41981"/>
                  <a:gd name="connsiteY6" fmla="*/ 145 h 41981"/>
                  <a:gd name="connsiteX7" fmla="*/ 251 w 41981"/>
                  <a:gd name="connsiteY7" fmla="*/ 21136 h 41981"/>
                  <a:gd name="connsiteX8" fmla="*/ 21241 w 41981"/>
                  <a:gd name="connsiteY8" fmla="*/ 42126 h 41981"/>
                  <a:gd name="connsiteX9" fmla="*/ 42232 w 41981"/>
                  <a:gd name="connsiteY9" fmla="*/ 21136 h 41981"/>
                  <a:gd name="connsiteX10" fmla="*/ 42232 w 41981"/>
                  <a:gd name="connsiteY10" fmla="*/ 21136 h 41981"/>
                  <a:gd name="connsiteX11" fmla="*/ 21241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46"/>
                    </a:moveTo>
                    <a:cubicBezTo>
                      <a:pt x="30183" y="4946"/>
                      <a:pt x="37431" y="12194"/>
                      <a:pt x="37431" y="21136"/>
                    </a:cubicBezTo>
                    <a:lnTo>
                      <a:pt x="37431" y="21136"/>
                    </a:lnTo>
                    <a:cubicBezTo>
                      <a:pt x="37431" y="30078"/>
                      <a:pt x="30183" y="37326"/>
                      <a:pt x="21241" y="37326"/>
                    </a:cubicBezTo>
                    <a:cubicBezTo>
                      <a:pt x="12299" y="37326"/>
                      <a:pt x="5051" y="30078"/>
                      <a:pt x="5051" y="21136"/>
                    </a:cubicBezTo>
                    <a:cubicBezTo>
                      <a:pt x="5051" y="12194"/>
                      <a:pt x="12299" y="4946"/>
                      <a:pt x="21241" y="4946"/>
                    </a:cubicBezTo>
                    <a:close/>
                    <a:moveTo>
                      <a:pt x="21241" y="145"/>
                    </a:moveTo>
                    <a:cubicBezTo>
                      <a:pt x="9649" y="145"/>
                      <a:pt x="251" y="9543"/>
                      <a:pt x="251" y="21136"/>
                    </a:cubicBezTo>
                    <a:cubicBezTo>
                      <a:pt x="251" y="32728"/>
                      <a:pt x="9649" y="42126"/>
                      <a:pt x="21241" y="42126"/>
                    </a:cubicBezTo>
                    <a:cubicBezTo>
                      <a:pt x="32834" y="42126"/>
                      <a:pt x="42232" y="32728"/>
                      <a:pt x="42232" y="21136"/>
                    </a:cubicBezTo>
                    <a:lnTo>
                      <a:pt x="42232" y="21136"/>
                    </a:lnTo>
                    <a:cubicBezTo>
                      <a:pt x="42232" y="9543"/>
                      <a:pt x="32834" y="145"/>
                      <a:pt x="21241" y="145"/>
                    </a:cubicBezTo>
                    <a:close/>
                  </a:path>
                </a:pathLst>
              </a:custGeom>
              <a:solidFill>
                <a:srgbClr val="000000"/>
              </a:solidFill>
              <a:ln w="4794" cap="sq">
                <a:noFill/>
                <a:prstDash val="solid"/>
                <a:round/>
              </a:ln>
            </p:spPr>
            <p:txBody>
              <a:bodyPr rtlCol="0" anchor="ctr"/>
              <a:lstStyle/>
              <a:p>
                <a:endParaRPr lang="en-US"/>
              </a:p>
            </p:txBody>
          </p:sp>
          <p:sp>
            <p:nvSpPr>
              <p:cNvPr id="2636" name="Freeform: Shape 2635">
                <a:extLst>
                  <a:ext uri="{FF2B5EF4-FFF2-40B4-BE49-F238E27FC236}">
                    <a16:creationId xmlns:a16="http://schemas.microsoft.com/office/drawing/2014/main" id="{23B69D3A-CD5E-E9DA-2347-B59D119CA696}"/>
                  </a:ext>
                </a:extLst>
              </p:cNvPr>
              <p:cNvSpPr/>
              <p:nvPr/>
            </p:nvSpPr>
            <p:spPr>
              <a:xfrm>
                <a:off x="7659080" y="8085202"/>
                <a:ext cx="37180" cy="37180"/>
              </a:xfrm>
              <a:custGeom>
                <a:avLst/>
                <a:gdLst>
                  <a:gd name="connsiteX0" fmla="*/ 37435 w 37180"/>
                  <a:gd name="connsiteY0" fmla="*/ 18778 h 37180"/>
                  <a:gd name="connsiteX1" fmla="*/ 18844 w 37180"/>
                  <a:gd name="connsiteY1" fmla="*/ 37369 h 37180"/>
                  <a:gd name="connsiteX2" fmla="*/ 254 w 37180"/>
                  <a:gd name="connsiteY2" fmla="*/ 18778 h 37180"/>
                  <a:gd name="connsiteX3" fmla="*/ 18844 w 37180"/>
                  <a:gd name="connsiteY3" fmla="*/ 188 h 37180"/>
                  <a:gd name="connsiteX4" fmla="*/ 37435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8"/>
                    </a:moveTo>
                    <a:cubicBezTo>
                      <a:pt x="37435" y="29046"/>
                      <a:pt x="29112" y="37369"/>
                      <a:pt x="18844" y="37369"/>
                    </a:cubicBezTo>
                    <a:cubicBezTo>
                      <a:pt x="8577" y="37369"/>
                      <a:pt x="254" y="29046"/>
                      <a:pt x="254" y="18778"/>
                    </a:cubicBezTo>
                    <a:cubicBezTo>
                      <a:pt x="254" y="8511"/>
                      <a:pt x="8577" y="188"/>
                      <a:pt x="18844" y="188"/>
                    </a:cubicBezTo>
                    <a:cubicBezTo>
                      <a:pt x="29112" y="188"/>
                      <a:pt x="37435" y="8511"/>
                      <a:pt x="37435" y="18778"/>
                    </a:cubicBezTo>
                    <a:close/>
                  </a:path>
                </a:pathLst>
              </a:custGeom>
              <a:solidFill>
                <a:srgbClr val="F7D0D0"/>
              </a:solidFill>
              <a:ln w="5753" cap="sq">
                <a:noFill/>
                <a:prstDash val="solid"/>
                <a:miter/>
              </a:ln>
            </p:spPr>
            <p:txBody>
              <a:bodyPr rtlCol="0" anchor="ctr"/>
              <a:lstStyle/>
              <a:p>
                <a:endParaRPr lang="en-US"/>
              </a:p>
            </p:txBody>
          </p:sp>
          <p:sp>
            <p:nvSpPr>
              <p:cNvPr id="2637" name="Freeform: Shape 2636">
                <a:extLst>
                  <a:ext uri="{FF2B5EF4-FFF2-40B4-BE49-F238E27FC236}">
                    <a16:creationId xmlns:a16="http://schemas.microsoft.com/office/drawing/2014/main" id="{9412CAC6-0992-8010-FC3A-DA7F9B5121BC}"/>
                  </a:ext>
                </a:extLst>
              </p:cNvPr>
              <p:cNvSpPr/>
              <p:nvPr/>
            </p:nvSpPr>
            <p:spPr>
              <a:xfrm>
                <a:off x="7656680" y="8082802"/>
                <a:ext cx="41981" cy="41981"/>
              </a:xfrm>
              <a:custGeom>
                <a:avLst/>
                <a:gdLst>
                  <a:gd name="connsiteX0" fmla="*/ 21245 w 41981"/>
                  <a:gd name="connsiteY0" fmla="*/ 4988 h 41981"/>
                  <a:gd name="connsiteX1" fmla="*/ 37435 w 41981"/>
                  <a:gd name="connsiteY1" fmla="*/ 21179 h 41981"/>
                  <a:gd name="connsiteX2" fmla="*/ 37435 w 41981"/>
                  <a:gd name="connsiteY2" fmla="*/ 21179 h 41981"/>
                  <a:gd name="connsiteX3" fmla="*/ 21245 w 41981"/>
                  <a:gd name="connsiteY3" fmla="*/ 37369 h 41981"/>
                  <a:gd name="connsiteX4" fmla="*/ 5054 w 41981"/>
                  <a:gd name="connsiteY4" fmla="*/ 21179 h 41981"/>
                  <a:gd name="connsiteX5" fmla="*/ 21245 w 41981"/>
                  <a:gd name="connsiteY5" fmla="*/ 4988 h 41981"/>
                  <a:gd name="connsiteX6" fmla="*/ 21245 w 41981"/>
                  <a:gd name="connsiteY6" fmla="*/ 188 h 41981"/>
                  <a:gd name="connsiteX7" fmla="*/ 254 w 41981"/>
                  <a:gd name="connsiteY7" fmla="*/ 21179 h 41981"/>
                  <a:gd name="connsiteX8" fmla="*/ 21245 w 41981"/>
                  <a:gd name="connsiteY8" fmla="*/ 42169 h 41981"/>
                  <a:gd name="connsiteX9" fmla="*/ 42235 w 41981"/>
                  <a:gd name="connsiteY9" fmla="*/ 21179 h 41981"/>
                  <a:gd name="connsiteX10" fmla="*/ 42235 w 41981"/>
                  <a:gd name="connsiteY10" fmla="*/ 21179 h 41981"/>
                  <a:gd name="connsiteX11" fmla="*/ 21245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88"/>
                    </a:moveTo>
                    <a:cubicBezTo>
                      <a:pt x="30186" y="4988"/>
                      <a:pt x="37435" y="12237"/>
                      <a:pt x="37435" y="21179"/>
                    </a:cubicBezTo>
                    <a:lnTo>
                      <a:pt x="37435" y="21179"/>
                    </a:lnTo>
                    <a:cubicBezTo>
                      <a:pt x="37435" y="30120"/>
                      <a:pt x="30186" y="37369"/>
                      <a:pt x="21245" y="37369"/>
                    </a:cubicBezTo>
                    <a:cubicBezTo>
                      <a:pt x="12303" y="37369"/>
                      <a:pt x="5054" y="30120"/>
                      <a:pt x="5054" y="21179"/>
                    </a:cubicBezTo>
                    <a:cubicBezTo>
                      <a:pt x="5054" y="12237"/>
                      <a:pt x="12303" y="4988"/>
                      <a:pt x="21245" y="4988"/>
                    </a:cubicBezTo>
                    <a:close/>
                    <a:moveTo>
                      <a:pt x="21245" y="188"/>
                    </a:moveTo>
                    <a:cubicBezTo>
                      <a:pt x="9652" y="188"/>
                      <a:pt x="254" y="9586"/>
                      <a:pt x="254" y="21179"/>
                    </a:cubicBezTo>
                    <a:cubicBezTo>
                      <a:pt x="254" y="32771"/>
                      <a:pt x="9652" y="42169"/>
                      <a:pt x="21245" y="42169"/>
                    </a:cubicBezTo>
                    <a:cubicBezTo>
                      <a:pt x="32837" y="42169"/>
                      <a:pt x="42235" y="32771"/>
                      <a:pt x="42235" y="21179"/>
                    </a:cubicBezTo>
                    <a:lnTo>
                      <a:pt x="42235" y="21179"/>
                    </a:lnTo>
                    <a:cubicBezTo>
                      <a:pt x="42235" y="9586"/>
                      <a:pt x="32837" y="188"/>
                      <a:pt x="21245" y="188"/>
                    </a:cubicBezTo>
                    <a:close/>
                  </a:path>
                </a:pathLst>
              </a:custGeom>
              <a:solidFill>
                <a:srgbClr val="000000"/>
              </a:solidFill>
              <a:ln w="4794" cap="sq">
                <a:noFill/>
                <a:prstDash val="solid"/>
                <a:round/>
              </a:ln>
            </p:spPr>
            <p:txBody>
              <a:bodyPr rtlCol="0" anchor="ctr"/>
              <a:lstStyle/>
              <a:p>
                <a:endParaRPr lang="en-US"/>
              </a:p>
            </p:txBody>
          </p:sp>
          <p:sp>
            <p:nvSpPr>
              <p:cNvPr id="2638" name="Freeform: Shape 2637">
                <a:extLst>
                  <a:ext uri="{FF2B5EF4-FFF2-40B4-BE49-F238E27FC236}">
                    <a16:creationId xmlns:a16="http://schemas.microsoft.com/office/drawing/2014/main" id="{8A922B6F-8993-5DEE-99F0-82CE6F529719}"/>
                  </a:ext>
                </a:extLst>
              </p:cNvPr>
              <p:cNvSpPr/>
              <p:nvPr/>
            </p:nvSpPr>
            <p:spPr>
              <a:xfrm>
                <a:off x="7718633" y="8139323"/>
                <a:ext cx="37180" cy="37180"/>
              </a:xfrm>
              <a:custGeom>
                <a:avLst/>
                <a:gdLst>
                  <a:gd name="connsiteX0" fmla="*/ 37445 w 37180"/>
                  <a:gd name="connsiteY0" fmla="*/ 18788 h 37180"/>
                  <a:gd name="connsiteX1" fmla="*/ 18855 w 37180"/>
                  <a:gd name="connsiteY1" fmla="*/ 37378 h 37180"/>
                  <a:gd name="connsiteX2" fmla="*/ 264 w 37180"/>
                  <a:gd name="connsiteY2" fmla="*/ 18788 h 37180"/>
                  <a:gd name="connsiteX3" fmla="*/ 18855 w 37180"/>
                  <a:gd name="connsiteY3" fmla="*/ 197 h 37180"/>
                  <a:gd name="connsiteX4" fmla="*/ 37445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88"/>
                    </a:moveTo>
                    <a:cubicBezTo>
                      <a:pt x="37445" y="29055"/>
                      <a:pt x="29122" y="37378"/>
                      <a:pt x="18855" y="37378"/>
                    </a:cubicBezTo>
                    <a:cubicBezTo>
                      <a:pt x="8588" y="37378"/>
                      <a:pt x="264" y="29055"/>
                      <a:pt x="264" y="18788"/>
                    </a:cubicBezTo>
                    <a:cubicBezTo>
                      <a:pt x="264" y="8521"/>
                      <a:pt x="8588" y="197"/>
                      <a:pt x="18855" y="197"/>
                    </a:cubicBezTo>
                    <a:cubicBezTo>
                      <a:pt x="29122" y="197"/>
                      <a:pt x="37445" y="8521"/>
                      <a:pt x="37445" y="18788"/>
                    </a:cubicBezTo>
                    <a:close/>
                  </a:path>
                </a:pathLst>
              </a:custGeom>
              <a:solidFill>
                <a:srgbClr val="E5F7E5"/>
              </a:solidFill>
              <a:ln w="5753" cap="sq">
                <a:noFill/>
                <a:prstDash val="solid"/>
                <a:miter/>
              </a:ln>
            </p:spPr>
            <p:txBody>
              <a:bodyPr rtlCol="0" anchor="ctr"/>
              <a:lstStyle/>
              <a:p>
                <a:endParaRPr lang="en-US"/>
              </a:p>
            </p:txBody>
          </p:sp>
          <p:sp>
            <p:nvSpPr>
              <p:cNvPr id="2639" name="Freeform: Shape 2638">
                <a:extLst>
                  <a:ext uri="{FF2B5EF4-FFF2-40B4-BE49-F238E27FC236}">
                    <a16:creationId xmlns:a16="http://schemas.microsoft.com/office/drawing/2014/main" id="{7761B5FF-7672-EB54-2F57-1EABA7791542}"/>
                  </a:ext>
                </a:extLst>
              </p:cNvPr>
              <p:cNvSpPr/>
              <p:nvPr/>
            </p:nvSpPr>
            <p:spPr>
              <a:xfrm>
                <a:off x="7716232" y="8136923"/>
                <a:ext cx="41981" cy="41981"/>
              </a:xfrm>
              <a:custGeom>
                <a:avLst/>
                <a:gdLst>
                  <a:gd name="connsiteX0" fmla="*/ 21255 w 41981"/>
                  <a:gd name="connsiteY0" fmla="*/ 4998 h 41981"/>
                  <a:gd name="connsiteX1" fmla="*/ 37445 w 41981"/>
                  <a:gd name="connsiteY1" fmla="*/ 21188 h 41981"/>
                  <a:gd name="connsiteX2" fmla="*/ 37445 w 41981"/>
                  <a:gd name="connsiteY2" fmla="*/ 21188 h 41981"/>
                  <a:gd name="connsiteX3" fmla="*/ 21255 w 41981"/>
                  <a:gd name="connsiteY3" fmla="*/ 37378 h 41981"/>
                  <a:gd name="connsiteX4" fmla="*/ 5065 w 41981"/>
                  <a:gd name="connsiteY4" fmla="*/ 21188 h 41981"/>
                  <a:gd name="connsiteX5" fmla="*/ 21255 w 41981"/>
                  <a:gd name="connsiteY5" fmla="*/ 4998 h 41981"/>
                  <a:gd name="connsiteX6" fmla="*/ 21255 w 41981"/>
                  <a:gd name="connsiteY6" fmla="*/ 197 h 41981"/>
                  <a:gd name="connsiteX7" fmla="*/ 264 w 41981"/>
                  <a:gd name="connsiteY7" fmla="*/ 21188 h 41981"/>
                  <a:gd name="connsiteX8" fmla="*/ 21255 w 41981"/>
                  <a:gd name="connsiteY8" fmla="*/ 42179 h 41981"/>
                  <a:gd name="connsiteX9" fmla="*/ 42246 w 41981"/>
                  <a:gd name="connsiteY9" fmla="*/ 21188 h 41981"/>
                  <a:gd name="connsiteX10" fmla="*/ 42246 w 41981"/>
                  <a:gd name="connsiteY10" fmla="*/ 21188 h 41981"/>
                  <a:gd name="connsiteX11" fmla="*/ 21255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98"/>
                    </a:moveTo>
                    <a:cubicBezTo>
                      <a:pt x="30197" y="4998"/>
                      <a:pt x="37445" y="12246"/>
                      <a:pt x="37445" y="21188"/>
                    </a:cubicBezTo>
                    <a:lnTo>
                      <a:pt x="37445" y="21188"/>
                    </a:lnTo>
                    <a:cubicBezTo>
                      <a:pt x="37445" y="30130"/>
                      <a:pt x="30197" y="37378"/>
                      <a:pt x="21255" y="37378"/>
                    </a:cubicBezTo>
                    <a:cubicBezTo>
                      <a:pt x="12313" y="37378"/>
                      <a:pt x="5065" y="30130"/>
                      <a:pt x="5065" y="21188"/>
                    </a:cubicBezTo>
                    <a:cubicBezTo>
                      <a:pt x="5065" y="12246"/>
                      <a:pt x="12313" y="4998"/>
                      <a:pt x="21255" y="4998"/>
                    </a:cubicBezTo>
                    <a:close/>
                    <a:moveTo>
                      <a:pt x="21255" y="197"/>
                    </a:moveTo>
                    <a:cubicBezTo>
                      <a:pt x="9662" y="197"/>
                      <a:pt x="264" y="9595"/>
                      <a:pt x="264" y="21188"/>
                    </a:cubicBezTo>
                    <a:cubicBezTo>
                      <a:pt x="264" y="32780"/>
                      <a:pt x="9662" y="42179"/>
                      <a:pt x="21255" y="42179"/>
                    </a:cubicBezTo>
                    <a:cubicBezTo>
                      <a:pt x="32848" y="42179"/>
                      <a:pt x="42246" y="32780"/>
                      <a:pt x="42246" y="21188"/>
                    </a:cubicBezTo>
                    <a:lnTo>
                      <a:pt x="42246" y="21188"/>
                    </a:lnTo>
                    <a:cubicBezTo>
                      <a:pt x="42246" y="9595"/>
                      <a:pt x="32848" y="197"/>
                      <a:pt x="21255" y="197"/>
                    </a:cubicBezTo>
                    <a:close/>
                  </a:path>
                </a:pathLst>
              </a:custGeom>
              <a:solidFill>
                <a:srgbClr val="000000"/>
              </a:solidFill>
              <a:ln w="4794" cap="sq">
                <a:noFill/>
                <a:prstDash val="solid"/>
                <a:round/>
              </a:ln>
            </p:spPr>
            <p:txBody>
              <a:bodyPr rtlCol="0" anchor="ctr"/>
              <a:lstStyle/>
              <a:p>
                <a:endParaRPr lang="en-US"/>
              </a:p>
            </p:txBody>
          </p:sp>
          <p:sp>
            <p:nvSpPr>
              <p:cNvPr id="2640" name="Freeform: Shape 2639">
                <a:extLst>
                  <a:ext uri="{FF2B5EF4-FFF2-40B4-BE49-F238E27FC236}">
                    <a16:creationId xmlns:a16="http://schemas.microsoft.com/office/drawing/2014/main" id="{BFA73D2A-1072-0AA5-2CC5-8A95930B6664}"/>
                  </a:ext>
                </a:extLst>
              </p:cNvPr>
              <p:cNvSpPr/>
              <p:nvPr/>
            </p:nvSpPr>
            <p:spPr>
              <a:xfrm>
                <a:off x="7611756" y="7786408"/>
                <a:ext cx="37180" cy="37180"/>
              </a:xfrm>
              <a:custGeom>
                <a:avLst/>
                <a:gdLst>
                  <a:gd name="connsiteX0" fmla="*/ 37427 w 37180"/>
                  <a:gd name="connsiteY0" fmla="*/ 18726 h 37180"/>
                  <a:gd name="connsiteX1" fmla="*/ 18836 w 37180"/>
                  <a:gd name="connsiteY1" fmla="*/ 37317 h 37180"/>
                  <a:gd name="connsiteX2" fmla="*/ 246 w 37180"/>
                  <a:gd name="connsiteY2" fmla="*/ 18726 h 37180"/>
                  <a:gd name="connsiteX3" fmla="*/ 18836 w 37180"/>
                  <a:gd name="connsiteY3" fmla="*/ 136 h 37180"/>
                  <a:gd name="connsiteX4" fmla="*/ 37427 w 37180"/>
                  <a:gd name="connsiteY4" fmla="*/ 1872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26"/>
                    </a:moveTo>
                    <a:cubicBezTo>
                      <a:pt x="37427" y="28994"/>
                      <a:pt x="29103" y="37317"/>
                      <a:pt x="18836" y="37317"/>
                    </a:cubicBezTo>
                    <a:cubicBezTo>
                      <a:pt x="8569" y="37317"/>
                      <a:pt x="246" y="28994"/>
                      <a:pt x="246" y="18726"/>
                    </a:cubicBezTo>
                    <a:cubicBezTo>
                      <a:pt x="246" y="8459"/>
                      <a:pt x="8569" y="136"/>
                      <a:pt x="18836" y="136"/>
                    </a:cubicBezTo>
                    <a:cubicBezTo>
                      <a:pt x="29103" y="136"/>
                      <a:pt x="37427" y="8459"/>
                      <a:pt x="37427" y="18726"/>
                    </a:cubicBezTo>
                    <a:close/>
                  </a:path>
                </a:pathLst>
              </a:custGeom>
              <a:solidFill>
                <a:srgbClr val="7FF77F"/>
              </a:solidFill>
              <a:ln w="5753" cap="sq">
                <a:noFill/>
                <a:prstDash val="solid"/>
                <a:miter/>
              </a:ln>
            </p:spPr>
            <p:txBody>
              <a:bodyPr rtlCol="0" anchor="ctr"/>
              <a:lstStyle/>
              <a:p>
                <a:endParaRPr lang="en-US"/>
              </a:p>
            </p:txBody>
          </p:sp>
          <p:sp>
            <p:nvSpPr>
              <p:cNvPr id="2641" name="Freeform: Shape 2640">
                <a:extLst>
                  <a:ext uri="{FF2B5EF4-FFF2-40B4-BE49-F238E27FC236}">
                    <a16:creationId xmlns:a16="http://schemas.microsoft.com/office/drawing/2014/main" id="{93EDB3CF-48B3-AFEE-52CC-695317FC51F1}"/>
                  </a:ext>
                </a:extLst>
              </p:cNvPr>
              <p:cNvSpPr/>
              <p:nvPr/>
            </p:nvSpPr>
            <p:spPr>
              <a:xfrm>
                <a:off x="7609356" y="7784008"/>
                <a:ext cx="41981" cy="41981"/>
              </a:xfrm>
              <a:custGeom>
                <a:avLst/>
                <a:gdLst>
                  <a:gd name="connsiteX0" fmla="*/ 21236 w 41981"/>
                  <a:gd name="connsiteY0" fmla="*/ 4936 h 41981"/>
                  <a:gd name="connsiteX1" fmla="*/ 37427 w 41981"/>
                  <a:gd name="connsiteY1" fmla="*/ 21127 h 41981"/>
                  <a:gd name="connsiteX2" fmla="*/ 37427 w 41981"/>
                  <a:gd name="connsiteY2" fmla="*/ 21127 h 41981"/>
                  <a:gd name="connsiteX3" fmla="*/ 21236 w 41981"/>
                  <a:gd name="connsiteY3" fmla="*/ 37317 h 41981"/>
                  <a:gd name="connsiteX4" fmla="*/ 5046 w 41981"/>
                  <a:gd name="connsiteY4" fmla="*/ 21127 h 41981"/>
                  <a:gd name="connsiteX5" fmla="*/ 21236 w 41981"/>
                  <a:gd name="connsiteY5" fmla="*/ 4936 h 41981"/>
                  <a:gd name="connsiteX6" fmla="*/ 21236 w 41981"/>
                  <a:gd name="connsiteY6" fmla="*/ 136 h 41981"/>
                  <a:gd name="connsiteX7" fmla="*/ 246 w 41981"/>
                  <a:gd name="connsiteY7" fmla="*/ 21127 h 41981"/>
                  <a:gd name="connsiteX8" fmla="*/ 21236 w 41981"/>
                  <a:gd name="connsiteY8" fmla="*/ 42117 h 41981"/>
                  <a:gd name="connsiteX9" fmla="*/ 42227 w 41981"/>
                  <a:gd name="connsiteY9" fmla="*/ 21127 h 41981"/>
                  <a:gd name="connsiteX10" fmla="*/ 42227 w 41981"/>
                  <a:gd name="connsiteY10" fmla="*/ 21127 h 41981"/>
                  <a:gd name="connsiteX11" fmla="*/ 21236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36"/>
                    </a:moveTo>
                    <a:cubicBezTo>
                      <a:pt x="30178" y="4936"/>
                      <a:pt x="37427" y="12185"/>
                      <a:pt x="37427" y="21127"/>
                    </a:cubicBezTo>
                    <a:lnTo>
                      <a:pt x="37427" y="21127"/>
                    </a:lnTo>
                    <a:cubicBezTo>
                      <a:pt x="37427" y="30068"/>
                      <a:pt x="30178" y="37317"/>
                      <a:pt x="21236" y="37317"/>
                    </a:cubicBezTo>
                    <a:cubicBezTo>
                      <a:pt x="12295" y="37317"/>
                      <a:pt x="5046" y="30068"/>
                      <a:pt x="5046" y="21127"/>
                    </a:cubicBezTo>
                    <a:cubicBezTo>
                      <a:pt x="5046" y="12185"/>
                      <a:pt x="12295" y="4936"/>
                      <a:pt x="21236" y="4936"/>
                    </a:cubicBezTo>
                    <a:close/>
                    <a:moveTo>
                      <a:pt x="21236" y="136"/>
                    </a:moveTo>
                    <a:cubicBezTo>
                      <a:pt x="9644" y="136"/>
                      <a:pt x="246" y="9534"/>
                      <a:pt x="246" y="21127"/>
                    </a:cubicBezTo>
                    <a:cubicBezTo>
                      <a:pt x="246" y="32719"/>
                      <a:pt x="9644" y="42117"/>
                      <a:pt x="21236" y="42117"/>
                    </a:cubicBezTo>
                    <a:cubicBezTo>
                      <a:pt x="32829" y="42117"/>
                      <a:pt x="42227" y="32719"/>
                      <a:pt x="42227" y="21127"/>
                    </a:cubicBezTo>
                    <a:lnTo>
                      <a:pt x="42227" y="21127"/>
                    </a:lnTo>
                    <a:cubicBezTo>
                      <a:pt x="42227" y="9534"/>
                      <a:pt x="32829" y="136"/>
                      <a:pt x="21236" y="136"/>
                    </a:cubicBezTo>
                    <a:close/>
                  </a:path>
                </a:pathLst>
              </a:custGeom>
              <a:solidFill>
                <a:srgbClr val="000000"/>
              </a:solidFill>
              <a:ln w="4794" cap="sq">
                <a:noFill/>
                <a:prstDash val="solid"/>
                <a:round/>
              </a:ln>
            </p:spPr>
            <p:txBody>
              <a:bodyPr rtlCol="0" anchor="ctr"/>
              <a:lstStyle/>
              <a:p>
                <a:endParaRPr lang="en-US"/>
              </a:p>
            </p:txBody>
          </p:sp>
          <p:sp>
            <p:nvSpPr>
              <p:cNvPr id="2642" name="Freeform: Shape 2641">
                <a:extLst>
                  <a:ext uri="{FF2B5EF4-FFF2-40B4-BE49-F238E27FC236}">
                    <a16:creationId xmlns:a16="http://schemas.microsoft.com/office/drawing/2014/main" id="{510A0AEA-BC86-1A0F-30DF-C622BF83D4FD}"/>
                  </a:ext>
                </a:extLst>
              </p:cNvPr>
              <p:cNvSpPr/>
              <p:nvPr/>
            </p:nvSpPr>
            <p:spPr>
              <a:xfrm>
                <a:off x="7533068" y="7846796"/>
                <a:ext cx="37180" cy="37180"/>
              </a:xfrm>
              <a:custGeom>
                <a:avLst/>
                <a:gdLst>
                  <a:gd name="connsiteX0" fmla="*/ 37413 w 37180"/>
                  <a:gd name="connsiteY0" fmla="*/ 18737 h 37180"/>
                  <a:gd name="connsiteX1" fmla="*/ 18823 w 37180"/>
                  <a:gd name="connsiteY1" fmla="*/ 37327 h 37180"/>
                  <a:gd name="connsiteX2" fmla="*/ 232 w 37180"/>
                  <a:gd name="connsiteY2" fmla="*/ 18737 h 37180"/>
                  <a:gd name="connsiteX3" fmla="*/ 18823 w 37180"/>
                  <a:gd name="connsiteY3" fmla="*/ 147 h 37180"/>
                  <a:gd name="connsiteX4" fmla="*/ 37413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3" y="18737"/>
                    </a:moveTo>
                    <a:cubicBezTo>
                      <a:pt x="37413" y="29004"/>
                      <a:pt x="29090" y="37327"/>
                      <a:pt x="18823" y="37327"/>
                    </a:cubicBezTo>
                    <a:cubicBezTo>
                      <a:pt x="8555" y="37327"/>
                      <a:pt x="232" y="29004"/>
                      <a:pt x="232" y="18737"/>
                    </a:cubicBezTo>
                    <a:cubicBezTo>
                      <a:pt x="232" y="8470"/>
                      <a:pt x="8555" y="147"/>
                      <a:pt x="18823" y="147"/>
                    </a:cubicBezTo>
                    <a:cubicBezTo>
                      <a:pt x="29090" y="147"/>
                      <a:pt x="37413" y="8470"/>
                      <a:pt x="37413" y="18737"/>
                    </a:cubicBezTo>
                    <a:close/>
                  </a:path>
                </a:pathLst>
              </a:custGeom>
              <a:solidFill>
                <a:srgbClr val="F7E5E5"/>
              </a:solidFill>
              <a:ln w="5753" cap="sq">
                <a:noFill/>
                <a:prstDash val="solid"/>
                <a:miter/>
              </a:ln>
            </p:spPr>
            <p:txBody>
              <a:bodyPr rtlCol="0" anchor="ctr"/>
              <a:lstStyle/>
              <a:p>
                <a:endParaRPr lang="en-US"/>
              </a:p>
            </p:txBody>
          </p:sp>
          <p:sp>
            <p:nvSpPr>
              <p:cNvPr id="2643" name="Freeform: Shape 2642">
                <a:extLst>
                  <a:ext uri="{FF2B5EF4-FFF2-40B4-BE49-F238E27FC236}">
                    <a16:creationId xmlns:a16="http://schemas.microsoft.com/office/drawing/2014/main" id="{52C9E237-D885-69E3-742B-159D44EDD55D}"/>
                  </a:ext>
                </a:extLst>
              </p:cNvPr>
              <p:cNvSpPr/>
              <p:nvPr/>
            </p:nvSpPr>
            <p:spPr>
              <a:xfrm>
                <a:off x="7530668" y="7844396"/>
                <a:ext cx="41981" cy="41981"/>
              </a:xfrm>
              <a:custGeom>
                <a:avLst/>
                <a:gdLst>
                  <a:gd name="connsiteX0" fmla="*/ 21223 w 41981"/>
                  <a:gd name="connsiteY0" fmla="*/ 4947 h 41981"/>
                  <a:gd name="connsiteX1" fmla="*/ 37413 w 41981"/>
                  <a:gd name="connsiteY1" fmla="*/ 21137 h 41981"/>
                  <a:gd name="connsiteX2" fmla="*/ 37413 w 41981"/>
                  <a:gd name="connsiteY2" fmla="*/ 21137 h 41981"/>
                  <a:gd name="connsiteX3" fmla="*/ 21223 w 41981"/>
                  <a:gd name="connsiteY3" fmla="*/ 37327 h 41981"/>
                  <a:gd name="connsiteX4" fmla="*/ 5033 w 41981"/>
                  <a:gd name="connsiteY4" fmla="*/ 21137 h 41981"/>
                  <a:gd name="connsiteX5" fmla="*/ 21223 w 41981"/>
                  <a:gd name="connsiteY5" fmla="*/ 4947 h 41981"/>
                  <a:gd name="connsiteX6" fmla="*/ 21223 w 41981"/>
                  <a:gd name="connsiteY6" fmla="*/ 147 h 41981"/>
                  <a:gd name="connsiteX7" fmla="*/ 232 w 41981"/>
                  <a:gd name="connsiteY7" fmla="*/ 21137 h 41981"/>
                  <a:gd name="connsiteX8" fmla="*/ 21223 w 41981"/>
                  <a:gd name="connsiteY8" fmla="*/ 42128 h 41981"/>
                  <a:gd name="connsiteX9" fmla="*/ 42213 w 41981"/>
                  <a:gd name="connsiteY9" fmla="*/ 21137 h 41981"/>
                  <a:gd name="connsiteX10" fmla="*/ 42213 w 41981"/>
                  <a:gd name="connsiteY10" fmla="*/ 21137 h 41981"/>
                  <a:gd name="connsiteX11" fmla="*/ 21223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3" y="4947"/>
                    </a:moveTo>
                    <a:cubicBezTo>
                      <a:pt x="30165" y="4947"/>
                      <a:pt x="37413" y="12195"/>
                      <a:pt x="37413" y="21137"/>
                    </a:cubicBezTo>
                    <a:lnTo>
                      <a:pt x="37413" y="21137"/>
                    </a:lnTo>
                    <a:cubicBezTo>
                      <a:pt x="37413" y="30079"/>
                      <a:pt x="30165" y="37327"/>
                      <a:pt x="21223" y="37327"/>
                    </a:cubicBezTo>
                    <a:cubicBezTo>
                      <a:pt x="12281" y="37327"/>
                      <a:pt x="5033" y="30079"/>
                      <a:pt x="5033" y="21137"/>
                    </a:cubicBezTo>
                    <a:cubicBezTo>
                      <a:pt x="5033" y="12195"/>
                      <a:pt x="12281" y="4947"/>
                      <a:pt x="21223" y="4947"/>
                    </a:cubicBezTo>
                    <a:close/>
                    <a:moveTo>
                      <a:pt x="21223" y="147"/>
                    </a:moveTo>
                    <a:cubicBezTo>
                      <a:pt x="9630" y="147"/>
                      <a:pt x="232" y="9545"/>
                      <a:pt x="232" y="21137"/>
                    </a:cubicBezTo>
                    <a:cubicBezTo>
                      <a:pt x="232" y="32730"/>
                      <a:pt x="9630" y="42128"/>
                      <a:pt x="21223" y="42128"/>
                    </a:cubicBezTo>
                    <a:cubicBezTo>
                      <a:pt x="32815" y="42128"/>
                      <a:pt x="42213" y="32730"/>
                      <a:pt x="42213" y="21137"/>
                    </a:cubicBezTo>
                    <a:lnTo>
                      <a:pt x="42213" y="21137"/>
                    </a:lnTo>
                    <a:cubicBezTo>
                      <a:pt x="42213" y="9545"/>
                      <a:pt x="32815" y="147"/>
                      <a:pt x="21223" y="147"/>
                    </a:cubicBezTo>
                    <a:close/>
                  </a:path>
                </a:pathLst>
              </a:custGeom>
              <a:solidFill>
                <a:srgbClr val="000000"/>
              </a:solidFill>
              <a:ln w="4794" cap="sq">
                <a:noFill/>
                <a:prstDash val="solid"/>
                <a:round/>
              </a:ln>
            </p:spPr>
            <p:txBody>
              <a:bodyPr rtlCol="0" anchor="ctr"/>
              <a:lstStyle/>
              <a:p>
                <a:endParaRPr lang="en-US"/>
              </a:p>
            </p:txBody>
          </p:sp>
          <p:sp>
            <p:nvSpPr>
              <p:cNvPr id="2644" name="Freeform: Shape 2643">
                <a:extLst>
                  <a:ext uri="{FF2B5EF4-FFF2-40B4-BE49-F238E27FC236}">
                    <a16:creationId xmlns:a16="http://schemas.microsoft.com/office/drawing/2014/main" id="{F726A13B-E6DB-2836-D5B4-78E3F882E48D}"/>
                  </a:ext>
                </a:extLst>
              </p:cNvPr>
              <p:cNvSpPr/>
              <p:nvPr/>
            </p:nvSpPr>
            <p:spPr>
              <a:xfrm>
                <a:off x="7683237" y="7970688"/>
                <a:ext cx="37180" cy="37180"/>
              </a:xfrm>
              <a:custGeom>
                <a:avLst/>
                <a:gdLst>
                  <a:gd name="connsiteX0" fmla="*/ 37439 w 37180"/>
                  <a:gd name="connsiteY0" fmla="*/ 18758 h 37180"/>
                  <a:gd name="connsiteX1" fmla="*/ 18849 w 37180"/>
                  <a:gd name="connsiteY1" fmla="*/ 37349 h 37180"/>
                  <a:gd name="connsiteX2" fmla="*/ 258 w 37180"/>
                  <a:gd name="connsiteY2" fmla="*/ 18758 h 37180"/>
                  <a:gd name="connsiteX3" fmla="*/ 18849 w 37180"/>
                  <a:gd name="connsiteY3" fmla="*/ 168 h 37180"/>
                  <a:gd name="connsiteX4" fmla="*/ 37439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58"/>
                    </a:moveTo>
                    <a:cubicBezTo>
                      <a:pt x="37439" y="29026"/>
                      <a:pt x="29116" y="37349"/>
                      <a:pt x="18849" y="37349"/>
                    </a:cubicBezTo>
                    <a:cubicBezTo>
                      <a:pt x="8581" y="37349"/>
                      <a:pt x="258" y="29026"/>
                      <a:pt x="258" y="18758"/>
                    </a:cubicBezTo>
                    <a:cubicBezTo>
                      <a:pt x="258" y="8491"/>
                      <a:pt x="8581" y="168"/>
                      <a:pt x="18849" y="168"/>
                    </a:cubicBezTo>
                    <a:cubicBezTo>
                      <a:pt x="29116" y="168"/>
                      <a:pt x="37439" y="8491"/>
                      <a:pt x="37439" y="18758"/>
                    </a:cubicBezTo>
                    <a:close/>
                  </a:path>
                </a:pathLst>
              </a:custGeom>
              <a:solidFill>
                <a:srgbClr val="F7C4C4"/>
              </a:solidFill>
              <a:ln w="5753" cap="sq">
                <a:noFill/>
                <a:prstDash val="solid"/>
                <a:miter/>
              </a:ln>
            </p:spPr>
            <p:txBody>
              <a:bodyPr rtlCol="0" anchor="ctr"/>
              <a:lstStyle/>
              <a:p>
                <a:endParaRPr lang="en-US"/>
              </a:p>
            </p:txBody>
          </p:sp>
          <p:sp>
            <p:nvSpPr>
              <p:cNvPr id="2645" name="Freeform: Shape 2644">
                <a:extLst>
                  <a:ext uri="{FF2B5EF4-FFF2-40B4-BE49-F238E27FC236}">
                    <a16:creationId xmlns:a16="http://schemas.microsoft.com/office/drawing/2014/main" id="{F6E230E3-F28A-5C4B-DBF4-246557637575}"/>
                  </a:ext>
                </a:extLst>
              </p:cNvPr>
              <p:cNvSpPr/>
              <p:nvPr/>
            </p:nvSpPr>
            <p:spPr>
              <a:xfrm>
                <a:off x="7680837" y="7968288"/>
                <a:ext cx="41981" cy="41981"/>
              </a:xfrm>
              <a:custGeom>
                <a:avLst/>
                <a:gdLst>
                  <a:gd name="connsiteX0" fmla="*/ 21249 w 41981"/>
                  <a:gd name="connsiteY0" fmla="*/ 4968 h 41981"/>
                  <a:gd name="connsiteX1" fmla="*/ 37439 w 41981"/>
                  <a:gd name="connsiteY1" fmla="*/ 21159 h 41981"/>
                  <a:gd name="connsiteX2" fmla="*/ 37439 w 41981"/>
                  <a:gd name="connsiteY2" fmla="*/ 21159 h 41981"/>
                  <a:gd name="connsiteX3" fmla="*/ 21249 w 41981"/>
                  <a:gd name="connsiteY3" fmla="*/ 37349 h 41981"/>
                  <a:gd name="connsiteX4" fmla="*/ 5059 w 41981"/>
                  <a:gd name="connsiteY4" fmla="*/ 21159 h 41981"/>
                  <a:gd name="connsiteX5" fmla="*/ 21249 w 41981"/>
                  <a:gd name="connsiteY5" fmla="*/ 4968 h 41981"/>
                  <a:gd name="connsiteX6" fmla="*/ 21249 w 41981"/>
                  <a:gd name="connsiteY6" fmla="*/ 168 h 41981"/>
                  <a:gd name="connsiteX7" fmla="*/ 258 w 41981"/>
                  <a:gd name="connsiteY7" fmla="*/ 21159 h 41981"/>
                  <a:gd name="connsiteX8" fmla="*/ 21249 w 41981"/>
                  <a:gd name="connsiteY8" fmla="*/ 42149 h 41981"/>
                  <a:gd name="connsiteX9" fmla="*/ 42239 w 41981"/>
                  <a:gd name="connsiteY9" fmla="*/ 21159 h 41981"/>
                  <a:gd name="connsiteX10" fmla="*/ 42239 w 41981"/>
                  <a:gd name="connsiteY10" fmla="*/ 21159 h 41981"/>
                  <a:gd name="connsiteX11" fmla="*/ 21249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8"/>
                    </a:moveTo>
                    <a:cubicBezTo>
                      <a:pt x="30191" y="4968"/>
                      <a:pt x="37439" y="12217"/>
                      <a:pt x="37439" y="21159"/>
                    </a:cubicBezTo>
                    <a:lnTo>
                      <a:pt x="37439" y="21159"/>
                    </a:lnTo>
                    <a:cubicBezTo>
                      <a:pt x="37439" y="30100"/>
                      <a:pt x="30191" y="37349"/>
                      <a:pt x="21249" y="37349"/>
                    </a:cubicBezTo>
                    <a:cubicBezTo>
                      <a:pt x="12307" y="37349"/>
                      <a:pt x="5059" y="30100"/>
                      <a:pt x="5059" y="21159"/>
                    </a:cubicBezTo>
                    <a:cubicBezTo>
                      <a:pt x="5059" y="12217"/>
                      <a:pt x="12307" y="4968"/>
                      <a:pt x="21249" y="4968"/>
                    </a:cubicBezTo>
                    <a:close/>
                    <a:moveTo>
                      <a:pt x="21249" y="168"/>
                    </a:moveTo>
                    <a:cubicBezTo>
                      <a:pt x="9656" y="168"/>
                      <a:pt x="258" y="9566"/>
                      <a:pt x="258" y="21159"/>
                    </a:cubicBezTo>
                    <a:cubicBezTo>
                      <a:pt x="258" y="32751"/>
                      <a:pt x="9656" y="42149"/>
                      <a:pt x="21249" y="42149"/>
                    </a:cubicBezTo>
                    <a:cubicBezTo>
                      <a:pt x="32841" y="42149"/>
                      <a:pt x="42239" y="32751"/>
                      <a:pt x="42239" y="21159"/>
                    </a:cubicBezTo>
                    <a:lnTo>
                      <a:pt x="42239" y="21159"/>
                    </a:lnTo>
                    <a:cubicBezTo>
                      <a:pt x="42239" y="9566"/>
                      <a:pt x="32841" y="168"/>
                      <a:pt x="21249" y="168"/>
                    </a:cubicBezTo>
                    <a:close/>
                  </a:path>
                </a:pathLst>
              </a:custGeom>
              <a:solidFill>
                <a:srgbClr val="000000"/>
              </a:solidFill>
              <a:ln w="4794" cap="sq">
                <a:noFill/>
                <a:prstDash val="solid"/>
                <a:round/>
              </a:ln>
            </p:spPr>
            <p:txBody>
              <a:bodyPr rtlCol="0" anchor="ctr"/>
              <a:lstStyle/>
              <a:p>
                <a:endParaRPr lang="en-US"/>
              </a:p>
            </p:txBody>
          </p:sp>
          <p:sp>
            <p:nvSpPr>
              <p:cNvPr id="2646" name="Freeform: Shape 2645">
                <a:extLst>
                  <a:ext uri="{FF2B5EF4-FFF2-40B4-BE49-F238E27FC236}">
                    <a16:creationId xmlns:a16="http://schemas.microsoft.com/office/drawing/2014/main" id="{35A966FA-5AA6-E511-F36B-CEF059ACC735}"/>
                  </a:ext>
                </a:extLst>
              </p:cNvPr>
              <p:cNvSpPr/>
              <p:nvPr/>
            </p:nvSpPr>
            <p:spPr>
              <a:xfrm>
                <a:off x="7671550" y="8030500"/>
                <a:ext cx="37180" cy="37180"/>
              </a:xfrm>
              <a:custGeom>
                <a:avLst/>
                <a:gdLst>
                  <a:gd name="connsiteX0" fmla="*/ 37437 w 37180"/>
                  <a:gd name="connsiteY0" fmla="*/ 18769 h 37180"/>
                  <a:gd name="connsiteX1" fmla="*/ 18847 w 37180"/>
                  <a:gd name="connsiteY1" fmla="*/ 37359 h 37180"/>
                  <a:gd name="connsiteX2" fmla="*/ 256 w 37180"/>
                  <a:gd name="connsiteY2" fmla="*/ 18769 h 37180"/>
                  <a:gd name="connsiteX3" fmla="*/ 18847 w 37180"/>
                  <a:gd name="connsiteY3" fmla="*/ 178 h 37180"/>
                  <a:gd name="connsiteX4" fmla="*/ 37437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9"/>
                    </a:moveTo>
                    <a:cubicBezTo>
                      <a:pt x="37437" y="29036"/>
                      <a:pt x="29114" y="37359"/>
                      <a:pt x="18847" y="37359"/>
                    </a:cubicBezTo>
                    <a:cubicBezTo>
                      <a:pt x="8579" y="37359"/>
                      <a:pt x="256" y="29036"/>
                      <a:pt x="256" y="18769"/>
                    </a:cubicBezTo>
                    <a:cubicBezTo>
                      <a:pt x="256" y="8502"/>
                      <a:pt x="8579" y="178"/>
                      <a:pt x="18847" y="178"/>
                    </a:cubicBezTo>
                    <a:cubicBezTo>
                      <a:pt x="29114" y="178"/>
                      <a:pt x="37437" y="8502"/>
                      <a:pt x="37437" y="18769"/>
                    </a:cubicBezTo>
                    <a:close/>
                  </a:path>
                </a:pathLst>
              </a:custGeom>
              <a:solidFill>
                <a:srgbClr val="F7D2D2"/>
              </a:solidFill>
              <a:ln w="5753" cap="sq">
                <a:noFill/>
                <a:prstDash val="solid"/>
                <a:miter/>
              </a:ln>
            </p:spPr>
            <p:txBody>
              <a:bodyPr rtlCol="0" anchor="ctr"/>
              <a:lstStyle/>
              <a:p>
                <a:endParaRPr lang="en-US"/>
              </a:p>
            </p:txBody>
          </p:sp>
          <p:sp>
            <p:nvSpPr>
              <p:cNvPr id="2647" name="Freeform: Shape 2646">
                <a:extLst>
                  <a:ext uri="{FF2B5EF4-FFF2-40B4-BE49-F238E27FC236}">
                    <a16:creationId xmlns:a16="http://schemas.microsoft.com/office/drawing/2014/main" id="{6B9115B0-08C6-1A10-30BB-7CF62DE11BC8}"/>
                  </a:ext>
                </a:extLst>
              </p:cNvPr>
              <p:cNvSpPr/>
              <p:nvPr/>
            </p:nvSpPr>
            <p:spPr>
              <a:xfrm>
                <a:off x="7669150" y="8028099"/>
                <a:ext cx="41981" cy="41981"/>
              </a:xfrm>
              <a:custGeom>
                <a:avLst/>
                <a:gdLst>
                  <a:gd name="connsiteX0" fmla="*/ 21247 w 41981"/>
                  <a:gd name="connsiteY0" fmla="*/ 4979 h 41981"/>
                  <a:gd name="connsiteX1" fmla="*/ 37437 w 41981"/>
                  <a:gd name="connsiteY1" fmla="*/ 21169 h 41981"/>
                  <a:gd name="connsiteX2" fmla="*/ 37437 w 41981"/>
                  <a:gd name="connsiteY2" fmla="*/ 21169 h 41981"/>
                  <a:gd name="connsiteX3" fmla="*/ 21247 w 41981"/>
                  <a:gd name="connsiteY3" fmla="*/ 37359 h 41981"/>
                  <a:gd name="connsiteX4" fmla="*/ 5057 w 41981"/>
                  <a:gd name="connsiteY4" fmla="*/ 21169 h 41981"/>
                  <a:gd name="connsiteX5" fmla="*/ 21247 w 41981"/>
                  <a:gd name="connsiteY5" fmla="*/ 4979 h 41981"/>
                  <a:gd name="connsiteX6" fmla="*/ 21247 w 41981"/>
                  <a:gd name="connsiteY6" fmla="*/ 178 h 41981"/>
                  <a:gd name="connsiteX7" fmla="*/ 256 w 41981"/>
                  <a:gd name="connsiteY7" fmla="*/ 21169 h 41981"/>
                  <a:gd name="connsiteX8" fmla="*/ 21247 w 41981"/>
                  <a:gd name="connsiteY8" fmla="*/ 42160 h 41981"/>
                  <a:gd name="connsiteX9" fmla="*/ 42237 w 41981"/>
                  <a:gd name="connsiteY9" fmla="*/ 21169 h 41981"/>
                  <a:gd name="connsiteX10" fmla="*/ 42237 w 41981"/>
                  <a:gd name="connsiteY10" fmla="*/ 21169 h 41981"/>
                  <a:gd name="connsiteX11" fmla="*/ 21247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9"/>
                    </a:moveTo>
                    <a:cubicBezTo>
                      <a:pt x="30189" y="4979"/>
                      <a:pt x="37437" y="12227"/>
                      <a:pt x="37437" y="21169"/>
                    </a:cubicBezTo>
                    <a:lnTo>
                      <a:pt x="37437" y="21169"/>
                    </a:lnTo>
                    <a:cubicBezTo>
                      <a:pt x="37437" y="30111"/>
                      <a:pt x="30189" y="37359"/>
                      <a:pt x="21247" y="37359"/>
                    </a:cubicBezTo>
                    <a:cubicBezTo>
                      <a:pt x="12305" y="37359"/>
                      <a:pt x="5057" y="30111"/>
                      <a:pt x="5057" y="21169"/>
                    </a:cubicBezTo>
                    <a:cubicBezTo>
                      <a:pt x="5057" y="12227"/>
                      <a:pt x="12305" y="4979"/>
                      <a:pt x="21247" y="4979"/>
                    </a:cubicBezTo>
                    <a:close/>
                    <a:moveTo>
                      <a:pt x="21247" y="178"/>
                    </a:moveTo>
                    <a:cubicBezTo>
                      <a:pt x="9654" y="178"/>
                      <a:pt x="256" y="9576"/>
                      <a:pt x="256" y="21169"/>
                    </a:cubicBezTo>
                    <a:cubicBezTo>
                      <a:pt x="256" y="32762"/>
                      <a:pt x="9654" y="42160"/>
                      <a:pt x="21247" y="42160"/>
                    </a:cubicBezTo>
                    <a:cubicBezTo>
                      <a:pt x="32839" y="42160"/>
                      <a:pt x="42237" y="32762"/>
                      <a:pt x="42237" y="21169"/>
                    </a:cubicBezTo>
                    <a:lnTo>
                      <a:pt x="42237" y="21169"/>
                    </a:lnTo>
                    <a:cubicBezTo>
                      <a:pt x="42237" y="9576"/>
                      <a:pt x="32839" y="178"/>
                      <a:pt x="21247" y="178"/>
                    </a:cubicBezTo>
                    <a:close/>
                  </a:path>
                </a:pathLst>
              </a:custGeom>
              <a:solidFill>
                <a:srgbClr val="000000"/>
              </a:solidFill>
              <a:ln w="4794" cap="sq">
                <a:noFill/>
                <a:prstDash val="solid"/>
                <a:round/>
              </a:ln>
            </p:spPr>
            <p:txBody>
              <a:bodyPr rtlCol="0" anchor="ctr"/>
              <a:lstStyle/>
              <a:p>
                <a:endParaRPr lang="en-US"/>
              </a:p>
            </p:txBody>
          </p:sp>
          <p:sp>
            <p:nvSpPr>
              <p:cNvPr id="2648" name="Freeform: Shape 2647">
                <a:extLst>
                  <a:ext uri="{FF2B5EF4-FFF2-40B4-BE49-F238E27FC236}">
                    <a16:creationId xmlns:a16="http://schemas.microsoft.com/office/drawing/2014/main" id="{C6F9CEC3-7BBA-5C82-11C3-A1E105734A36}"/>
                  </a:ext>
                </a:extLst>
              </p:cNvPr>
              <p:cNvSpPr/>
              <p:nvPr/>
            </p:nvSpPr>
            <p:spPr>
              <a:xfrm>
                <a:off x="7648280" y="8156897"/>
                <a:ext cx="37180" cy="37180"/>
              </a:xfrm>
              <a:custGeom>
                <a:avLst/>
                <a:gdLst>
                  <a:gd name="connsiteX0" fmla="*/ 37433 w 37180"/>
                  <a:gd name="connsiteY0" fmla="*/ 18791 h 37180"/>
                  <a:gd name="connsiteX1" fmla="*/ 18843 w 37180"/>
                  <a:gd name="connsiteY1" fmla="*/ 37381 h 37180"/>
                  <a:gd name="connsiteX2" fmla="*/ 252 w 37180"/>
                  <a:gd name="connsiteY2" fmla="*/ 18791 h 37180"/>
                  <a:gd name="connsiteX3" fmla="*/ 18843 w 37180"/>
                  <a:gd name="connsiteY3" fmla="*/ 200 h 37180"/>
                  <a:gd name="connsiteX4" fmla="*/ 37433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91"/>
                    </a:moveTo>
                    <a:cubicBezTo>
                      <a:pt x="37433" y="29058"/>
                      <a:pt x="29110" y="37381"/>
                      <a:pt x="18843" y="37381"/>
                    </a:cubicBezTo>
                    <a:cubicBezTo>
                      <a:pt x="8575" y="37381"/>
                      <a:pt x="252" y="29058"/>
                      <a:pt x="252" y="18791"/>
                    </a:cubicBezTo>
                    <a:cubicBezTo>
                      <a:pt x="252" y="8524"/>
                      <a:pt x="8575" y="200"/>
                      <a:pt x="18843" y="200"/>
                    </a:cubicBezTo>
                    <a:cubicBezTo>
                      <a:pt x="29110" y="200"/>
                      <a:pt x="37433" y="8524"/>
                      <a:pt x="37433" y="18791"/>
                    </a:cubicBezTo>
                    <a:close/>
                  </a:path>
                </a:pathLst>
              </a:custGeom>
              <a:solidFill>
                <a:srgbClr val="EEF7EE"/>
              </a:solidFill>
              <a:ln w="5753" cap="sq">
                <a:noFill/>
                <a:prstDash val="solid"/>
                <a:miter/>
              </a:ln>
            </p:spPr>
            <p:txBody>
              <a:bodyPr rtlCol="0" anchor="ctr"/>
              <a:lstStyle/>
              <a:p>
                <a:endParaRPr lang="en-US"/>
              </a:p>
            </p:txBody>
          </p:sp>
          <p:sp>
            <p:nvSpPr>
              <p:cNvPr id="2649" name="Freeform: Shape 2648">
                <a:extLst>
                  <a:ext uri="{FF2B5EF4-FFF2-40B4-BE49-F238E27FC236}">
                    <a16:creationId xmlns:a16="http://schemas.microsoft.com/office/drawing/2014/main" id="{589C87C6-3946-ECEE-1246-85494A96AF33}"/>
                  </a:ext>
                </a:extLst>
              </p:cNvPr>
              <p:cNvSpPr/>
              <p:nvPr/>
            </p:nvSpPr>
            <p:spPr>
              <a:xfrm>
                <a:off x="7645880" y="8154497"/>
                <a:ext cx="41981" cy="41981"/>
              </a:xfrm>
              <a:custGeom>
                <a:avLst/>
                <a:gdLst>
                  <a:gd name="connsiteX0" fmla="*/ 21243 w 41981"/>
                  <a:gd name="connsiteY0" fmla="*/ 5001 h 41981"/>
                  <a:gd name="connsiteX1" fmla="*/ 37433 w 41981"/>
                  <a:gd name="connsiteY1" fmla="*/ 21191 h 41981"/>
                  <a:gd name="connsiteX2" fmla="*/ 37433 w 41981"/>
                  <a:gd name="connsiteY2" fmla="*/ 21191 h 41981"/>
                  <a:gd name="connsiteX3" fmla="*/ 21243 w 41981"/>
                  <a:gd name="connsiteY3" fmla="*/ 37381 h 41981"/>
                  <a:gd name="connsiteX4" fmla="*/ 5053 w 41981"/>
                  <a:gd name="connsiteY4" fmla="*/ 21191 h 41981"/>
                  <a:gd name="connsiteX5" fmla="*/ 21243 w 41981"/>
                  <a:gd name="connsiteY5" fmla="*/ 5001 h 41981"/>
                  <a:gd name="connsiteX6" fmla="*/ 21243 w 41981"/>
                  <a:gd name="connsiteY6" fmla="*/ 200 h 41981"/>
                  <a:gd name="connsiteX7" fmla="*/ 252 w 41981"/>
                  <a:gd name="connsiteY7" fmla="*/ 21191 h 41981"/>
                  <a:gd name="connsiteX8" fmla="*/ 21243 w 41981"/>
                  <a:gd name="connsiteY8" fmla="*/ 42182 h 41981"/>
                  <a:gd name="connsiteX9" fmla="*/ 42233 w 41981"/>
                  <a:gd name="connsiteY9" fmla="*/ 21191 h 41981"/>
                  <a:gd name="connsiteX10" fmla="*/ 42233 w 41981"/>
                  <a:gd name="connsiteY10" fmla="*/ 21191 h 41981"/>
                  <a:gd name="connsiteX11" fmla="*/ 21243 w 41981"/>
                  <a:gd name="connsiteY11" fmla="*/ 20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5001"/>
                    </a:moveTo>
                    <a:cubicBezTo>
                      <a:pt x="30185" y="5001"/>
                      <a:pt x="37433" y="12249"/>
                      <a:pt x="37433" y="21191"/>
                    </a:cubicBezTo>
                    <a:lnTo>
                      <a:pt x="37433" y="21191"/>
                    </a:lnTo>
                    <a:cubicBezTo>
                      <a:pt x="37433" y="30133"/>
                      <a:pt x="30185" y="37381"/>
                      <a:pt x="21243" y="37381"/>
                    </a:cubicBezTo>
                    <a:cubicBezTo>
                      <a:pt x="12301" y="37381"/>
                      <a:pt x="5053" y="30133"/>
                      <a:pt x="5053" y="21191"/>
                    </a:cubicBezTo>
                    <a:cubicBezTo>
                      <a:pt x="5053" y="12249"/>
                      <a:pt x="12301" y="5001"/>
                      <a:pt x="21243" y="5001"/>
                    </a:cubicBezTo>
                    <a:close/>
                    <a:moveTo>
                      <a:pt x="21243" y="200"/>
                    </a:moveTo>
                    <a:cubicBezTo>
                      <a:pt x="9650" y="200"/>
                      <a:pt x="252" y="9598"/>
                      <a:pt x="252" y="21191"/>
                    </a:cubicBezTo>
                    <a:cubicBezTo>
                      <a:pt x="252" y="32784"/>
                      <a:pt x="9650" y="42182"/>
                      <a:pt x="21243" y="42182"/>
                    </a:cubicBezTo>
                    <a:cubicBezTo>
                      <a:pt x="32835" y="42182"/>
                      <a:pt x="42233" y="32784"/>
                      <a:pt x="42233" y="21191"/>
                    </a:cubicBezTo>
                    <a:lnTo>
                      <a:pt x="42233" y="21191"/>
                    </a:lnTo>
                    <a:cubicBezTo>
                      <a:pt x="42233" y="9598"/>
                      <a:pt x="32835" y="200"/>
                      <a:pt x="21243" y="200"/>
                    </a:cubicBezTo>
                    <a:close/>
                  </a:path>
                </a:pathLst>
              </a:custGeom>
              <a:solidFill>
                <a:srgbClr val="000000"/>
              </a:solidFill>
              <a:ln w="4794" cap="sq">
                <a:noFill/>
                <a:prstDash val="solid"/>
                <a:round/>
              </a:ln>
            </p:spPr>
            <p:txBody>
              <a:bodyPr rtlCol="0" anchor="ctr"/>
              <a:lstStyle/>
              <a:p>
                <a:endParaRPr lang="en-US"/>
              </a:p>
            </p:txBody>
          </p:sp>
          <p:sp>
            <p:nvSpPr>
              <p:cNvPr id="2650" name="Freeform: Shape 2649">
                <a:extLst>
                  <a:ext uri="{FF2B5EF4-FFF2-40B4-BE49-F238E27FC236}">
                    <a16:creationId xmlns:a16="http://schemas.microsoft.com/office/drawing/2014/main" id="{D3FEBC1C-8592-B22C-9E7A-F45AE255F13C}"/>
                  </a:ext>
                </a:extLst>
              </p:cNvPr>
              <p:cNvSpPr/>
              <p:nvPr/>
            </p:nvSpPr>
            <p:spPr>
              <a:xfrm>
                <a:off x="7672714" y="8013922"/>
                <a:ext cx="37180" cy="37180"/>
              </a:xfrm>
              <a:custGeom>
                <a:avLst/>
                <a:gdLst>
                  <a:gd name="connsiteX0" fmla="*/ 37437 w 37180"/>
                  <a:gd name="connsiteY0" fmla="*/ 18766 h 37180"/>
                  <a:gd name="connsiteX1" fmla="*/ 18847 w 37180"/>
                  <a:gd name="connsiteY1" fmla="*/ 37356 h 37180"/>
                  <a:gd name="connsiteX2" fmla="*/ 256 w 37180"/>
                  <a:gd name="connsiteY2" fmla="*/ 18766 h 37180"/>
                  <a:gd name="connsiteX3" fmla="*/ 18847 w 37180"/>
                  <a:gd name="connsiteY3" fmla="*/ 176 h 37180"/>
                  <a:gd name="connsiteX4" fmla="*/ 3743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66"/>
                    </a:moveTo>
                    <a:cubicBezTo>
                      <a:pt x="37437" y="29033"/>
                      <a:pt x="29114" y="37356"/>
                      <a:pt x="18847" y="37356"/>
                    </a:cubicBezTo>
                    <a:cubicBezTo>
                      <a:pt x="8580" y="37356"/>
                      <a:pt x="256" y="29033"/>
                      <a:pt x="256" y="18766"/>
                    </a:cubicBezTo>
                    <a:cubicBezTo>
                      <a:pt x="256" y="8499"/>
                      <a:pt x="8580" y="176"/>
                      <a:pt x="18847" y="176"/>
                    </a:cubicBezTo>
                    <a:cubicBezTo>
                      <a:pt x="29114" y="176"/>
                      <a:pt x="37437" y="8499"/>
                      <a:pt x="37437" y="18766"/>
                    </a:cubicBezTo>
                    <a:close/>
                  </a:path>
                </a:pathLst>
              </a:custGeom>
              <a:solidFill>
                <a:srgbClr val="9DF79D"/>
              </a:solidFill>
              <a:ln w="5753" cap="sq">
                <a:noFill/>
                <a:prstDash val="solid"/>
                <a:miter/>
              </a:ln>
            </p:spPr>
            <p:txBody>
              <a:bodyPr rtlCol="0" anchor="ctr"/>
              <a:lstStyle/>
              <a:p>
                <a:endParaRPr lang="en-US"/>
              </a:p>
            </p:txBody>
          </p:sp>
          <p:sp>
            <p:nvSpPr>
              <p:cNvPr id="2651" name="Freeform: Shape 2650">
                <a:extLst>
                  <a:ext uri="{FF2B5EF4-FFF2-40B4-BE49-F238E27FC236}">
                    <a16:creationId xmlns:a16="http://schemas.microsoft.com/office/drawing/2014/main" id="{3FA06250-0CC6-77F1-471C-3D82AB51D740}"/>
                  </a:ext>
                </a:extLst>
              </p:cNvPr>
              <p:cNvSpPr/>
              <p:nvPr/>
            </p:nvSpPr>
            <p:spPr>
              <a:xfrm>
                <a:off x="7670314" y="8011522"/>
                <a:ext cx="41981" cy="41981"/>
              </a:xfrm>
              <a:custGeom>
                <a:avLst/>
                <a:gdLst>
                  <a:gd name="connsiteX0" fmla="*/ 21247 w 41981"/>
                  <a:gd name="connsiteY0" fmla="*/ 4976 h 41981"/>
                  <a:gd name="connsiteX1" fmla="*/ 37437 w 41981"/>
                  <a:gd name="connsiteY1" fmla="*/ 21166 h 41981"/>
                  <a:gd name="connsiteX2" fmla="*/ 37437 w 41981"/>
                  <a:gd name="connsiteY2" fmla="*/ 21166 h 41981"/>
                  <a:gd name="connsiteX3" fmla="*/ 21247 w 41981"/>
                  <a:gd name="connsiteY3" fmla="*/ 37356 h 41981"/>
                  <a:gd name="connsiteX4" fmla="*/ 5057 w 41981"/>
                  <a:gd name="connsiteY4" fmla="*/ 21166 h 41981"/>
                  <a:gd name="connsiteX5" fmla="*/ 21247 w 41981"/>
                  <a:gd name="connsiteY5" fmla="*/ 4976 h 41981"/>
                  <a:gd name="connsiteX6" fmla="*/ 21247 w 41981"/>
                  <a:gd name="connsiteY6" fmla="*/ 176 h 41981"/>
                  <a:gd name="connsiteX7" fmla="*/ 256 w 41981"/>
                  <a:gd name="connsiteY7" fmla="*/ 21166 h 41981"/>
                  <a:gd name="connsiteX8" fmla="*/ 21247 w 41981"/>
                  <a:gd name="connsiteY8" fmla="*/ 42157 h 41981"/>
                  <a:gd name="connsiteX9" fmla="*/ 42238 w 41981"/>
                  <a:gd name="connsiteY9" fmla="*/ 21166 h 41981"/>
                  <a:gd name="connsiteX10" fmla="*/ 42238 w 41981"/>
                  <a:gd name="connsiteY10" fmla="*/ 21166 h 41981"/>
                  <a:gd name="connsiteX11" fmla="*/ 2124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76"/>
                    </a:moveTo>
                    <a:cubicBezTo>
                      <a:pt x="30189" y="4976"/>
                      <a:pt x="37437" y="12224"/>
                      <a:pt x="37437" y="21166"/>
                    </a:cubicBezTo>
                    <a:lnTo>
                      <a:pt x="37437" y="21166"/>
                    </a:lnTo>
                    <a:cubicBezTo>
                      <a:pt x="37437" y="30108"/>
                      <a:pt x="30189" y="37356"/>
                      <a:pt x="21247" y="37356"/>
                    </a:cubicBezTo>
                    <a:cubicBezTo>
                      <a:pt x="12305" y="37356"/>
                      <a:pt x="5057" y="30108"/>
                      <a:pt x="5057" y="21166"/>
                    </a:cubicBezTo>
                    <a:cubicBezTo>
                      <a:pt x="5057" y="12224"/>
                      <a:pt x="12305" y="4976"/>
                      <a:pt x="21247" y="4976"/>
                    </a:cubicBezTo>
                    <a:close/>
                    <a:moveTo>
                      <a:pt x="21247" y="176"/>
                    </a:moveTo>
                    <a:cubicBezTo>
                      <a:pt x="9654" y="176"/>
                      <a:pt x="256" y="9574"/>
                      <a:pt x="256" y="21166"/>
                    </a:cubicBezTo>
                    <a:cubicBezTo>
                      <a:pt x="256" y="32759"/>
                      <a:pt x="9654" y="42157"/>
                      <a:pt x="21247" y="42157"/>
                    </a:cubicBezTo>
                    <a:cubicBezTo>
                      <a:pt x="32840" y="42157"/>
                      <a:pt x="42238" y="32759"/>
                      <a:pt x="42238" y="21166"/>
                    </a:cubicBezTo>
                    <a:lnTo>
                      <a:pt x="42238" y="21166"/>
                    </a:lnTo>
                    <a:cubicBezTo>
                      <a:pt x="42238" y="9574"/>
                      <a:pt x="32840" y="176"/>
                      <a:pt x="21247" y="176"/>
                    </a:cubicBezTo>
                    <a:close/>
                  </a:path>
                </a:pathLst>
              </a:custGeom>
              <a:solidFill>
                <a:srgbClr val="000000"/>
              </a:solidFill>
              <a:ln w="4794" cap="sq">
                <a:noFill/>
                <a:prstDash val="solid"/>
                <a:round/>
              </a:ln>
            </p:spPr>
            <p:txBody>
              <a:bodyPr rtlCol="0" anchor="ctr"/>
              <a:lstStyle/>
              <a:p>
                <a:endParaRPr lang="en-US"/>
              </a:p>
            </p:txBody>
          </p:sp>
          <p:sp>
            <p:nvSpPr>
              <p:cNvPr id="2652" name="Freeform: Shape 2651">
                <a:extLst>
                  <a:ext uri="{FF2B5EF4-FFF2-40B4-BE49-F238E27FC236}">
                    <a16:creationId xmlns:a16="http://schemas.microsoft.com/office/drawing/2014/main" id="{08585CD9-A79F-A978-EFAC-6F1856642943}"/>
                  </a:ext>
                </a:extLst>
              </p:cNvPr>
              <p:cNvSpPr/>
              <p:nvPr/>
            </p:nvSpPr>
            <p:spPr>
              <a:xfrm>
                <a:off x="7815015" y="7805071"/>
                <a:ext cx="37180" cy="37180"/>
              </a:xfrm>
              <a:custGeom>
                <a:avLst/>
                <a:gdLst>
                  <a:gd name="connsiteX0" fmla="*/ 37462 w 37180"/>
                  <a:gd name="connsiteY0" fmla="*/ 18730 h 37180"/>
                  <a:gd name="connsiteX1" fmla="*/ 18872 w 37180"/>
                  <a:gd name="connsiteY1" fmla="*/ 37320 h 37180"/>
                  <a:gd name="connsiteX2" fmla="*/ 281 w 37180"/>
                  <a:gd name="connsiteY2" fmla="*/ 18730 h 37180"/>
                  <a:gd name="connsiteX3" fmla="*/ 18872 w 37180"/>
                  <a:gd name="connsiteY3" fmla="*/ 139 h 37180"/>
                  <a:gd name="connsiteX4" fmla="*/ 37462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30"/>
                    </a:moveTo>
                    <a:cubicBezTo>
                      <a:pt x="37462" y="28997"/>
                      <a:pt x="29139" y="37320"/>
                      <a:pt x="18872" y="37320"/>
                    </a:cubicBezTo>
                    <a:cubicBezTo>
                      <a:pt x="8604" y="37320"/>
                      <a:pt x="281" y="28997"/>
                      <a:pt x="281" y="18730"/>
                    </a:cubicBezTo>
                    <a:cubicBezTo>
                      <a:pt x="281" y="8462"/>
                      <a:pt x="8604" y="139"/>
                      <a:pt x="18872" y="139"/>
                    </a:cubicBezTo>
                    <a:cubicBezTo>
                      <a:pt x="29139" y="139"/>
                      <a:pt x="37462" y="8463"/>
                      <a:pt x="37462" y="18730"/>
                    </a:cubicBezTo>
                    <a:close/>
                  </a:path>
                </a:pathLst>
              </a:custGeom>
              <a:solidFill>
                <a:srgbClr val="C4F7C4"/>
              </a:solidFill>
              <a:ln w="5753" cap="sq">
                <a:noFill/>
                <a:prstDash val="solid"/>
                <a:miter/>
              </a:ln>
            </p:spPr>
            <p:txBody>
              <a:bodyPr rtlCol="0" anchor="ctr"/>
              <a:lstStyle/>
              <a:p>
                <a:endParaRPr lang="en-US"/>
              </a:p>
            </p:txBody>
          </p:sp>
          <p:sp>
            <p:nvSpPr>
              <p:cNvPr id="2653" name="Freeform: Shape 2652">
                <a:extLst>
                  <a:ext uri="{FF2B5EF4-FFF2-40B4-BE49-F238E27FC236}">
                    <a16:creationId xmlns:a16="http://schemas.microsoft.com/office/drawing/2014/main" id="{D8F956F8-DB2C-F8D0-9404-932F16FF1E73}"/>
                  </a:ext>
                </a:extLst>
              </p:cNvPr>
              <p:cNvSpPr/>
              <p:nvPr/>
            </p:nvSpPr>
            <p:spPr>
              <a:xfrm>
                <a:off x="7812614" y="7802670"/>
                <a:ext cx="41981" cy="41981"/>
              </a:xfrm>
              <a:custGeom>
                <a:avLst/>
                <a:gdLst>
                  <a:gd name="connsiteX0" fmla="*/ 21272 w 41981"/>
                  <a:gd name="connsiteY0" fmla="*/ 4940 h 41981"/>
                  <a:gd name="connsiteX1" fmla="*/ 37462 w 41981"/>
                  <a:gd name="connsiteY1" fmla="*/ 21130 h 41981"/>
                  <a:gd name="connsiteX2" fmla="*/ 37462 w 41981"/>
                  <a:gd name="connsiteY2" fmla="*/ 21130 h 41981"/>
                  <a:gd name="connsiteX3" fmla="*/ 21272 w 41981"/>
                  <a:gd name="connsiteY3" fmla="*/ 37320 h 41981"/>
                  <a:gd name="connsiteX4" fmla="*/ 5081 w 41981"/>
                  <a:gd name="connsiteY4" fmla="*/ 21130 h 41981"/>
                  <a:gd name="connsiteX5" fmla="*/ 21272 w 41981"/>
                  <a:gd name="connsiteY5" fmla="*/ 4940 h 41981"/>
                  <a:gd name="connsiteX6" fmla="*/ 21272 w 41981"/>
                  <a:gd name="connsiteY6" fmla="*/ 139 h 41981"/>
                  <a:gd name="connsiteX7" fmla="*/ 281 w 41981"/>
                  <a:gd name="connsiteY7" fmla="*/ 21130 h 41981"/>
                  <a:gd name="connsiteX8" fmla="*/ 21272 w 41981"/>
                  <a:gd name="connsiteY8" fmla="*/ 42120 h 41981"/>
                  <a:gd name="connsiteX9" fmla="*/ 42262 w 41981"/>
                  <a:gd name="connsiteY9" fmla="*/ 21130 h 41981"/>
                  <a:gd name="connsiteX10" fmla="*/ 42262 w 41981"/>
                  <a:gd name="connsiteY10" fmla="*/ 21130 h 41981"/>
                  <a:gd name="connsiteX11" fmla="*/ 21272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40"/>
                    </a:moveTo>
                    <a:cubicBezTo>
                      <a:pt x="30214" y="4940"/>
                      <a:pt x="37462" y="12188"/>
                      <a:pt x="37462" y="21130"/>
                    </a:cubicBezTo>
                    <a:lnTo>
                      <a:pt x="37462" y="21130"/>
                    </a:lnTo>
                    <a:cubicBezTo>
                      <a:pt x="37462" y="30072"/>
                      <a:pt x="30214" y="37320"/>
                      <a:pt x="21272" y="37320"/>
                    </a:cubicBezTo>
                    <a:cubicBezTo>
                      <a:pt x="12330" y="37320"/>
                      <a:pt x="5081" y="30072"/>
                      <a:pt x="5081" y="21130"/>
                    </a:cubicBezTo>
                    <a:cubicBezTo>
                      <a:pt x="5081" y="12188"/>
                      <a:pt x="12330" y="4940"/>
                      <a:pt x="21272" y="4940"/>
                    </a:cubicBezTo>
                    <a:close/>
                    <a:moveTo>
                      <a:pt x="21272" y="139"/>
                    </a:moveTo>
                    <a:cubicBezTo>
                      <a:pt x="9679" y="139"/>
                      <a:pt x="281" y="9537"/>
                      <a:pt x="281" y="21130"/>
                    </a:cubicBezTo>
                    <a:cubicBezTo>
                      <a:pt x="281" y="32722"/>
                      <a:pt x="9679" y="42120"/>
                      <a:pt x="21272" y="42120"/>
                    </a:cubicBezTo>
                    <a:cubicBezTo>
                      <a:pt x="32864" y="42120"/>
                      <a:pt x="42262" y="32722"/>
                      <a:pt x="42262" y="21130"/>
                    </a:cubicBezTo>
                    <a:lnTo>
                      <a:pt x="42262" y="21130"/>
                    </a:lnTo>
                    <a:cubicBezTo>
                      <a:pt x="42262" y="9537"/>
                      <a:pt x="32864" y="139"/>
                      <a:pt x="21272" y="139"/>
                    </a:cubicBezTo>
                    <a:close/>
                  </a:path>
                </a:pathLst>
              </a:custGeom>
              <a:solidFill>
                <a:srgbClr val="000000"/>
              </a:solidFill>
              <a:ln w="4794" cap="sq">
                <a:noFill/>
                <a:prstDash val="solid"/>
                <a:round/>
              </a:ln>
            </p:spPr>
            <p:txBody>
              <a:bodyPr rtlCol="0" anchor="ctr"/>
              <a:lstStyle/>
              <a:p>
                <a:endParaRPr lang="en-US"/>
              </a:p>
            </p:txBody>
          </p:sp>
          <p:sp>
            <p:nvSpPr>
              <p:cNvPr id="2654" name="Freeform: Shape 2653">
                <a:extLst>
                  <a:ext uri="{FF2B5EF4-FFF2-40B4-BE49-F238E27FC236}">
                    <a16:creationId xmlns:a16="http://schemas.microsoft.com/office/drawing/2014/main" id="{31F02CD5-579C-077E-BD02-EABA7DF90B70}"/>
                  </a:ext>
                </a:extLst>
              </p:cNvPr>
              <p:cNvSpPr/>
              <p:nvPr/>
            </p:nvSpPr>
            <p:spPr>
              <a:xfrm>
                <a:off x="7715747" y="7967514"/>
                <a:ext cx="37180" cy="37180"/>
              </a:xfrm>
              <a:custGeom>
                <a:avLst/>
                <a:gdLst>
                  <a:gd name="connsiteX0" fmla="*/ 37445 w 37180"/>
                  <a:gd name="connsiteY0" fmla="*/ 18758 h 37180"/>
                  <a:gd name="connsiteX1" fmla="*/ 18854 w 37180"/>
                  <a:gd name="connsiteY1" fmla="*/ 37348 h 37180"/>
                  <a:gd name="connsiteX2" fmla="*/ 264 w 37180"/>
                  <a:gd name="connsiteY2" fmla="*/ 18758 h 37180"/>
                  <a:gd name="connsiteX3" fmla="*/ 18854 w 37180"/>
                  <a:gd name="connsiteY3" fmla="*/ 167 h 37180"/>
                  <a:gd name="connsiteX4" fmla="*/ 37445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8"/>
                    </a:moveTo>
                    <a:cubicBezTo>
                      <a:pt x="37445" y="29025"/>
                      <a:pt x="29121" y="37348"/>
                      <a:pt x="18854" y="37348"/>
                    </a:cubicBezTo>
                    <a:cubicBezTo>
                      <a:pt x="8587" y="37348"/>
                      <a:pt x="264" y="29025"/>
                      <a:pt x="264" y="18758"/>
                    </a:cubicBezTo>
                    <a:cubicBezTo>
                      <a:pt x="264" y="8491"/>
                      <a:pt x="8587" y="167"/>
                      <a:pt x="18854" y="167"/>
                    </a:cubicBezTo>
                    <a:cubicBezTo>
                      <a:pt x="29121" y="167"/>
                      <a:pt x="37445" y="8491"/>
                      <a:pt x="37445" y="18758"/>
                    </a:cubicBezTo>
                    <a:close/>
                  </a:path>
                </a:pathLst>
              </a:custGeom>
              <a:solidFill>
                <a:srgbClr val="F7F1F1"/>
              </a:solidFill>
              <a:ln w="5753" cap="sq">
                <a:noFill/>
                <a:prstDash val="solid"/>
                <a:miter/>
              </a:ln>
            </p:spPr>
            <p:txBody>
              <a:bodyPr rtlCol="0" anchor="ctr"/>
              <a:lstStyle/>
              <a:p>
                <a:endParaRPr lang="en-US"/>
              </a:p>
            </p:txBody>
          </p:sp>
          <p:sp>
            <p:nvSpPr>
              <p:cNvPr id="2655" name="Freeform: Shape 2654">
                <a:extLst>
                  <a:ext uri="{FF2B5EF4-FFF2-40B4-BE49-F238E27FC236}">
                    <a16:creationId xmlns:a16="http://schemas.microsoft.com/office/drawing/2014/main" id="{3BA2EBFD-D7F5-C139-09A9-0A0E8EA31E52}"/>
                  </a:ext>
                </a:extLst>
              </p:cNvPr>
              <p:cNvSpPr/>
              <p:nvPr/>
            </p:nvSpPr>
            <p:spPr>
              <a:xfrm>
                <a:off x="7713347" y="7965114"/>
                <a:ext cx="41981" cy="41981"/>
              </a:xfrm>
              <a:custGeom>
                <a:avLst/>
                <a:gdLst>
                  <a:gd name="connsiteX0" fmla="*/ 21254 w 41981"/>
                  <a:gd name="connsiteY0" fmla="*/ 4968 h 41981"/>
                  <a:gd name="connsiteX1" fmla="*/ 37445 w 41981"/>
                  <a:gd name="connsiteY1" fmla="*/ 21158 h 41981"/>
                  <a:gd name="connsiteX2" fmla="*/ 37445 w 41981"/>
                  <a:gd name="connsiteY2" fmla="*/ 21158 h 41981"/>
                  <a:gd name="connsiteX3" fmla="*/ 21254 w 41981"/>
                  <a:gd name="connsiteY3" fmla="*/ 37348 h 41981"/>
                  <a:gd name="connsiteX4" fmla="*/ 5064 w 41981"/>
                  <a:gd name="connsiteY4" fmla="*/ 21158 h 41981"/>
                  <a:gd name="connsiteX5" fmla="*/ 21254 w 41981"/>
                  <a:gd name="connsiteY5" fmla="*/ 4968 h 41981"/>
                  <a:gd name="connsiteX6" fmla="*/ 21254 w 41981"/>
                  <a:gd name="connsiteY6" fmla="*/ 167 h 41981"/>
                  <a:gd name="connsiteX7" fmla="*/ 264 w 41981"/>
                  <a:gd name="connsiteY7" fmla="*/ 21158 h 41981"/>
                  <a:gd name="connsiteX8" fmla="*/ 21254 w 41981"/>
                  <a:gd name="connsiteY8" fmla="*/ 42149 h 41981"/>
                  <a:gd name="connsiteX9" fmla="*/ 42245 w 41981"/>
                  <a:gd name="connsiteY9" fmla="*/ 21158 h 41981"/>
                  <a:gd name="connsiteX10" fmla="*/ 42245 w 41981"/>
                  <a:gd name="connsiteY10" fmla="*/ 21158 h 41981"/>
                  <a:gd name="connsiteX11" fmla="*/ 21254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8"/>
                    </a:moveTo>
                    <a:cubicBezTo>
                      <a:pt x="30196" y="4968"/>
                      <a:pt x="37445" y="12216"/>
                      <a:pt x="37445" y="21158"/>
                    </a:cubicBezTo>
                    <a:lnTo>
                      <a:pt x="37445" y="21158"/>
                    </a:lnTo>
                    <a:cubicBezTo>
                      <a:pt x="37445" y="30100"/>
                      <a:pt x="30196" y="37348"/>
                      <a:pt x="21254" y="37348"/>
                    </a:cubicBezTo>
                    <a:cubicBezTo>
                      <a:pt x="12313" y="37348"/>
                      <a:pt x="5064" y="30100"/>
                      <a:pt x="5064" y="21158"/>
                    </a:cubicBezTo>
                    <a:cubicBezTo>
                      <a:pt x="5064" y="12216"/>
                      <a:pt x="12313" y="4968"/>
                      <a:pt x="21254" y="4968"/>
                    </a:cubicBezTo>
                    <a:close/>
                    <a:moveTo>
                      <a:pt x="21254" y="167"/>
                    </a:moveTo>
                    <a:cubicBezTo>
                      <a:pt x="9662" y="167"/>
                      <a:pt x="264" y="9566"/>
                      <a:pt x="264" y="21158"/>
                    </a:cubicBezTo>
                    <a:cubicBezTo>
                      <a:pt x="264" y="32751"/>
                      <a:pt x="9662" y="42149"/>
                      <a:pt x="21254" y="42149"/>
                    </a:cubicBezTo>
                    <a:cubicBezTo>
                      <a:pt x="32847" y="42149"/>
                      <a:pt x="42245" y="32751"/>
                      <a:pt x="42245" y="21158"/>
                    </a:cubicBezTo>
                    <a:lnTo>
                      <a:pt x="42245" y="21158"/>
                    </a:lnTo>
                    <a:cubicBezTo>
                      <a:pt x="42245" y="9566"/>
                      <a:pt x="32847" y="167"/>
                      <a:pt x="21254" y="167"/>
                    </a:cubicBezTo>
                    <a:close/>
                  </a:path>
                </a:pathLst>
              </a:custGeom>
              <a:solidFill>
                <a:srgbClr val="000000"/>
              </a:solidFill>
              <a:ln w="4794" cap="sq">
                <a:noFill/>
                <a:prstDash val="solid"/>
                <a:round/>
              </a:ln>
            </p:spPr>
            <p:txBody>
              <a:bodyPr rtlCol="0" anchor="ctr"/>
              <a:lstStyle/>
              <a:p>
                <a:endParaRPr lang="en-US"/>
              </a:p>
            </p:txBody>
          </p:sp>
          <p:sp>
            <p:nvSpPr>
              <p:cNvPr id="2656" name="Freeform: Shape 2655">
                <a:extLst>
                  <a:ext uri="{FF2B5EF4-FFF2-40B4-BE49-F238E27FC236}">
                    <a16:creationId xmlns:a16="http://schemas.microsoft.com/office/drawing/2014/main" id="{71EBA56D-4013-B7F8-7D63-D3442CC27803}"/>
                  </a:ext>
                </a:extLst>
              </p:cNvPr>
              <p:cNvSpPr/>
              <p:nvPr/>
            </p:nvSpPr>
            <p:spPr>
              <a:xfrm>
                <a:off x="7628846" y="8043753"/>
                <a:ext cx="37180" cy="37180"/>
              </a:xfrm>
              <a:custGeom>
                <a:avLst/>
                <a:gdLst>
                  <a:gd name="connsiteX0" fmla="*/ 37430 w 37180"/>
                  <a:gd name="connsiteY0" fmla="*/ 18771 h 37180"/>
                  <a:gd name="connsiteX1" fmla="*/ 18839 w 37180"/>
                  <a:gd name="connsiteY1" fmla="*/ 37362 h 37180"/>
                  <a:gd name="connsiteX2" fmla="*/ 249 w 37180"/>
                  <a:gd name="connsiteY2" fmla="*/ 18771 h 37180"/>
                  <a:gd name="connsiteX3" fmla="*/ 18839 w 37180"/>
                  <a:gd name="connsiteY3" fmla="*/ 181 h 37180"/>
                  <a:gd name="connsiteX4" fmla="*/ 37430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1"/>
                    </a:moveTo>
                    <a:cubicBezTo>
                      <a:pt x="37430" y="29038"/>
                      <a:pt x="29106" y="37362"/>
                      <a:pt x="18839" y="37362"/>
                    </a:cubicBezTo>
                    <a:cubicBezTo>
                      <a:pt x="8572" y="37362"/>
                      <a:pt x="249" y="29038"/>
                      <a:pt x="249" y="18771"/>
                    </a:cubicBezTo>
                    <a:cubicBezTo>
                      <a:pt x="249" y="8504"/>
                      <a:pt x="8572" y="181"/>
                      <a:pt x="18839" y="181"/>
                    </a:cubicBezTo>
                    <a:cubicBezTo>
                      <a:pt x="29106" y="181"/>
                      <a:pt x="37430" y="8504"/>
                      <a:pt x="37430" y="18771"/>
                    </a:cubicBezTo>
                    <a:close/>
                  </a:path>
                </a:pathLst>
              </a:custGeom>
              <a:solidFill>
                <a:srgbClr val="F7A8A8"/>
              </a:solidFill>
              <a:ln w="5753" cap="sq">
                <a:noFill/>
                <a:prstDash val="solid"/>
                <a:miter/>
              </a:ln>
            </p:spPr>
            <p:txBody>
              <a:bodyPr rtlCol="0" anchor="ctr"/>
              <a:lstStyle/>
              <a:p>
                <a:endParaRPr lang="en-US"/>
              </a:p>
            </p:txBody>
          </p:sp>
          <p:sp>
            <p:nvSpPr>
              <p:cNvPr id="2657" name="Freeform: Shape 2656">
                <a:extLst>
                  <a:ext uri="{FF2B5EF4-FFF2-40B4-BE49-F238E27FC236}">
                    <a16:creationId xmlns:a16="http://schemas.microsoft.com/office/drawing/2014/main" id="{CA04F27B-98DA-0063-56B0-3D892E3CA1C2}"/>
                  </a:ext>
                </a:extLst>
              </p:cNvPr>
              <p:cNvSpPr/>
              <p:nvPr/>
            </p:nvSpPr>
            <p:spPr>
              <a:xfrm>
                <a:off x="7626445" y="8041353"/>
                <a:ext cx="41981" cy="41981"/>
              </a:xfrm>
              <a:custGeom>
                <a:avLst/>
                <a:gdLst>
                  <a:gd name="connsiteX0" fmla="*/ 21239 w 41981"/>
                  <a:gd name="connsiteY0" fmla="*/ 4981 h 41981"/>
                  <a:gd name="connsiteX1" fmla="*/ 37430 w 41981"/>
                  <a:gd name="connsiteY1" fmla="*/ 21171 h 41981"/>
                  <a:gd name="connsiteX2" fmla="*/ 37430 w 41981"/>
                  <a:gd name="connsiteY2" fmla="*/ 21171 h 41981"/>
                  <a:gd name="connsiteX3" fmla="*/ 21239 w 41981"/>
                  <a:gd name="connsiteY3" fmla="*/ 37362 h 41981"/>
                  <a:gd name="connsiteX4" fmla="*/ 5049 w 41981"/>
                  <a:gd name="connsiteY4" fmla="*/ 21171 h 41981"/>
                  <a:gd name="connsiteX5" fmla="*/ 21239 w 41981"/>
                  <a:gd name="connsiteY5" fmla="*/ 4981 h 41981"/>
                  <a:gd name="connsiteX6" fmla="*/ 21239 w 41981"/>
                  <a:gd name="connsiteY6" fmla="*/ 181 h 41981"/>
                  <a:gd name="connsiteX7" fmla="*/ 249 w 41981"/>
                  <a:gd name="connsiteY7" fmla="*/ 21171 h 41981"/>
                  <a:gd name="connsiteX8" fmla="*/ 21239 w 41981"/>
                  <a:gd name="connsiteY8" fmla="*/ 42162 h 41981"/>
                  <a:gd name="connsiteX9" fmla="*/ 42230 w 41981"/>
                  <a:gd name="connsiteY9" fmla="*/ 21171 h 41981"/>
                  <a:gd name="connsiteX10" fmla="*/ 42230 w 41981"/>
                  <a:gd name="connsiteY10" fmla="*/ 21171 h 41981"/>
                  <a:gd name="connsiteX11" fmla="*/ 2123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81"/>
                    </a:moveTo>
                    <a:cubicBezTo>
                      <a:pt x="30181" y="4981"/>
                      <a:pt x="37430" y="12230"/>
                      <a:pt x="37430" y="21171"/>
                    </a:cubicBezTo>
                    <a:lnTo>
                      <a:pt x="37430" y="21171"/>
                    </a:lnTo>
                    <a:cubicBezTo>
                      <a:pt x="37430" y="30113"/>
                      <a:pt x="30181" y="37362"/>
                      <a:pt x="21239" y="37362"/>
                    </a:cubicBezTo>
                    <a:cubicBezTo>
                      <a:pt x="12298" y="37362"/>
                      <a:pt x="5049" y="30113"/>
                      <a:pt x="5049" y="21171"/>
                    </a:cubicBezTo>
                    <a:cubicBezTo>
                      <a:pt x="5049" y="12230"/>
                      <a:pt x="12298" y="4981"/>
                      <a:pt x="21239" y="4981"/>
                    </a:cubicBezTo>
                    <a:close/>
                    <a:moveTo>
                      <a:pt x="21239" y="181"/>
                    </a:moveTo>
                    <a:cubicBezTo>
                      <a:pt x="9647" y="181"/>
                      <a:pt x="249" y="9579"/>
                      <a:pt x="249" y="21171"/>
                    </a:cubicBezTo>
                    <a:cubicBezTo>
                      <a:pt x="249" y="32764"/>
                      <a:pt x="9647" y="42162"/>
                      <a:pt x="21239" y="42162"/>
                    </a:cubicBezTo>
                    <a:cubicBezTo>
                      <a:pt x="32832" y="42162"/>
                      <a:pt x="42230" y="32764"/>
                      <a:pt x="42230" y="21171"/>
                    </a:cubicBezTo>
                    <a:lnTo>
                      <a:pt x="42230" y="21171"/>
                    </a:lnTo>
                    <a:cubicBezTo>
                      <a:pt x="42230" y="9579"/>
                      <a:pt x="32832" y="181"/>
                      <a:pt x="21239" y="181"/>
                    </a:cubicBezTo>
                    <a:close/>
                  </a:path>
                </a:pathLst>
              </a:custGeom>
              <a:solidFill>
                <a:srgbClr val="000000"/>
              </a:solidFill>
              <a:ln w="4794" cap="sq">
                <a:noFill/>
                <a:prstDash val="solid"/>
                <a:round/>
              </a:ln>
            </p:spPr>
            <p:txBody>
              <a:bodyPr rtlCol="0" anchor="ctr"/>
              <a:lstStyle/>
              <a:p>
                <a:endParaRPr lang="en-US"/>
              </a:p>
            </p:txBody>
          </p:sp>
          <p:sp>
            <p:nvSpPr>
              <p:cNvPr id="2658" name="Freeform: Shape 2657">
                <a:extLst>
                  <a:ext uri="{FF2B5EF4-FFF2-40B4-BE49-F238E27FC236}">
                    <a16:creationId xmlns:a16="http://schemas.microsoft.com/office/drawing/2014/main" id="{0095BD98-B0C1-D792-B580-86D072A43B74}"/>
                  </a:ext>
                </a:extLst>
              </p:cNvPr>
              <p:cNvSpPr/>
              <p:nvPr/>
            </p:nvSpPr>
            <p:spPr>
              <a:xfrm>
                <a:off x="7573878" y="8040038"/>
                <a:ext cx="37180" cy="37180"/>
              </a:xfrm>
              <a:custGeom>
                <a:avLst/>
                <a:gdLst>
                  <a:gd name="connsiteX0" fmla="*/ 37420 w 37180"/>
                  <a:gd name="connsiteY0" fmla="*/ 18770 h 37180"/>
                  <a:gd name="connsiteX1" fmla="*/ 18830 w 37180"/>
                  <a:gd name="connsiteY1" fmla="*/ 37361 h 37180"/>
                  <a:gd name="connsiteX2" fmla="*/ 239 w 37180"/>
                  <a:gd name="connsiteY2" fmla="*/ 18770 h 37180"/>
                  <a:gd name="connsiteX3" fmla="*/ 18830 w 37180"/>
                  <a:gd name="connsiteY3" fmla="*/ 180 h 37180"/>
                  <a:gd name="connsiteX4" fmla="*/ 37420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70"/>
                    </a:moveTo>
                    <a:cubicBezTo>
                      <a:pt x="37420" y="29038"/>
                      <a:pt x="29097" y="37361"/>
                      <a:pt x="18830" y="37361"/>
                    </a:cubicBezTo>
                    <a:cubicBezTo>
                      <a:pt x="8562" y="37361"/>
                      <a:pt x="239" y="29038"/>
                      <a:pt x="239" y="18770"/>
                    </a:cubicBezTo>
                    <a:cubicBezTo>
                      <a:pt x="239" y="8503"/>
                      <a:pt x="8562" y="180"/>
                      <a:pt x="18830" y="180"/>
                    </a:cubicBezTo>
                    <a:cubicBezTo>
                      <a:pt x="29097" y="180"/>
                      <a:pt x="37420" y="8503"/>
                      <a:pt x="37420" y="18770"/>
                    </a:cubicBezTo>
                    <a:close/>
                  </a:path>
                </a:pathLst>
              </a:custGeom>
              <a:solidFill>
                <a:srgbClr val="F7E0E0"/>
              </a:solidFill>
              <a:ln w="5753" cap="sq">
                <a:noFill/>
                <a:prstDash val="solid"/>
                <a:miter/>
              </a:ln>
            </p:spPr>
            <p:txBody>
              <a:bodyPr rtlCol="0" anchor="ctr"/>
              <a:lstStyle/>
              <a:p>
                <a:endParaRPr lang="en-US"/>
              </a:p>
            </p:txBody>
          </p:sp>
          <p:sp>
            <p:nvSpPr>
              <p:cNvPr id="2659" name="Freeform: Shape 2658">
                <a:extLst>
                  <a:ext uri="{FF2B5EF4-FFF2-40B4-BE49-F238E27FC236}">
                    <a16:creationId xmlns:a16="http://schemas.microsoft.com/office/drawing/2014/main" id="{1CE6CB07-2D7D-1ADF-CB70-8F1FB42D2511}"/>
                  </a:ext>
                </a:extLst>
              </p:cNvPr>
              <p:cNvSpPr/>
              <p:nvPr/>
            </p:nvSpPr>
            <p:spPr>
              <a:xfrm>
                <a:off x="7571478" y="8037638"/>
                <a:ext cx="41981" cy="41981"/>
              </a:xfrm>
              <a:custGeom>
                <a:avLst/>
                <a:gdLst>
                  <a:gd name="connsiteX0" fmla="*/ 21230 w 41981"/>
                  <a:gd name="connsiteY0" fmla="*/ 4980 h 41981"/>
                  <a:gd name="connsiteX1" fmla="*/ 37420 w 41981"/>
                  <a:gd name="connsiteY1" fmla="*/ 21171 h 41981"/>
                  <a:gd name="connsiteX2" fmla="*/ 37420 w 41981"/>
                  <a:gd name="connsiteY2" fmla="*/ 21171 h 41981"/>
                  <a:gd name="connsiteX3" fmla="*/ 21230 w 41981"/>
                  <a:gd name="connsiteY3" fmla="*/ 37361 h 41981"/>
                  <a:gd name="connsiteX4" fmla="*/ 5040 w 41981"/>
                  <a:gd name="connsiteY4" fmla="*/ 21171 h 41981"/>
                  <a:gd name="connsiteX5" fmla="*/ 21230 w 41981"/>
                  <a:gd name="connsiteY5" fmla="*/ 4980 h 41981"/>
                  <a:gd name="connsiteX6" fmla="*/ 21230 w 41981"/>
                  <a:gd name="connsiteY6" fmla="*/ 180 h 41981"/>
                  <a:gd name="connsiteX7" fmla="*/ 239 w 41981"/>
                  <a:gd name="connsiteY7" fmla="*/ 21171 h 41981"/>
                  <a:gd name="connsiteX8" fmla="*/ 21230 w 41981"/>
                  <a:gd name="connsiteY8" fmla="*/ 42161 h 41981"/>
                  <a:gd name="connsiteX9" fmla="*/ 42220 w 41981"/>
                  <a:gd name="connsiteY9" fmla="*/ 21171 h 41981"/>
                  <a:gd name="connsiteX10" fmla="*/ 42220 w 41981"/>
                  <a:gd name="connsiteY10" fmla="*/ 21171 h 41981"/>
                  <a:gd name="connsiteX11" fmla="*/ 21230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80"/>
                    </a:moveTo>
                    <a:cubicBezTo>
                      <a:pt x="30172" y="4980"/>
                      <a:pt x="37420" y="12229"/>
                      <a:pt x="37420" y="21171"/>
                    </a:cubicBezTo>
                    <a:lnTo>
                      <a:pt x="37420" y="21171"/>
                    </a:lnTo>
                    <a:cubicBezTo>
                      <a:pt x="37420" y="30113"/>
                      <a:pt x="30172" y="37361"/>
                      <a:pt x="21230" y="37361"/>
                    </a:cubicBezTo>
                    <a:cubicBezTo>
                      <a:pt x="12288" y="37361"/>
                      <a:pt x="5040" y="30113"/>
                      <a:pt x="5040" y="21171"/>
                    </a:cubicBezTo>
                    <a:cubicBezTo>
                      <a:pt x="5040" y="12229"/>
                      <a:pt x="12288" y="4980"/>
                      <a:pt x="21230" y="4980"/>
                    </a:cubicBezTo>
                    <a:close/>
                    <a:moveTo>
                      <a:pt x="21230" y="180"/>
                    </a:moveTo>
                    <a:cubicBezTo>
                      <a:pt x="9637" y="180"/>
                      <a:pt x="239" y="9578"/>
                      <a:pt x="239" y="21171"/>
                    </a:cubicBezTo>
                    <a:cubicBezTo>
                      <a:pt x="239" y="32763"/>
                      <a:pt x="9637" y="42161"/>
                      <a:pt x="21230" y="42161"/>
                    </a:cubicBezTo>
                    <a:cubicBezTo>
                      <a:pt x="32822" y="42161"/>
                      <a:pt x="42220" y="32763"/>
                      <a:pt x="42220" y="21171"/>
                    </a:cubicBezTo>
                    <a:lnTo>
                      <a:pt x="42220" y="21171"/>
                    </a:lnTo>
                    <a:cubicBezTo>
                      <a:pt x="42220" y="9578"/>
                      <a:pt x="32822" y="180"/>
                      <a:pt x="21230" y="180"/>
                    </a:cubicBezTo>
                    <a:close/>
                  </a:path>
                </a:pathLst>
              </a:custGeom>
              <a:solidFill>
                <a:srgbClr val="000000"/>
              </a:solidFill>
              <a:ln w="4794" cap="sq">
                <a:noFill/>
                <a:prstDash val="solid"/>
                <a:round/>
              </a:ln>
            </p:spPr>
            <p:txBody>
              <a:bodyPr rtlCol="0" anchor="ctr"/>
              <a:lstStyle/>
              <a:p>
                <a:endParaRPr lang="en-US"/>
              </a:p>
            </p:txBody>
          </p:sp>
          <p:sp>
            <p:nvSpPr>
              <p:cNvPr id="2660" name="Freeform: Shape 2659">
                <a:extLst>
                  <a:ext uri="{FF2B5EF4-FFF2-40B4-BE49-F238E27FC236}">
                    <a16:creationId xmlns:a16="http://schemas.microsoft.com/office/drawing/2014/main" id="{F2EF08DC-4F80-4796-DF8D-74B437445490}"/>
                  </a:ext>
                </a:extLst>
              </p:cNvPr>
              <p:cNvSpPr/>
              <p:nvPr/>
            </p:nvSpPr>
            <p:spPr>
              <a:xfrm>
                <a:off x="7712752" y="7981275"/>
                <a:ext cx="37180" cy="37180"/>
              </a:xfrm>
              <a:custGeom>
                <a:avLst/>
                <a:gdLst>
                  <a:gd name="connsiteX0" fmla="*/ 37444 w 37180"/>
                  <a:gd name="connsiteY0" fmla="*/ 18760 h 37180"/>
                  <a:gd name="connsiteX1" fmla="*/ 18854 w 37180"/>
                  <a:gd name="connsiteY1" fmla="*/ 37351 h 37180"/>
                  <a:gd name="connsiteX2" fmla="*/ 263 w 37180"/>
                  <a:gd name="connsiteY2" fmla="*/ 18760 h 37180"/>
                  <a:gd name="connsiteX3" fmla="*/ 18854 w 37180"/>
                  <a:gd name="connsiteY3" fmla="*/ 170 h 37180"/>
                  <a:gd name="connsiteX4" fmla="*/ 37444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0"/>
                    </a:moveTo>
                    <a:cubicBezTo>
                      <a:pt x="37444" y="29027"/>
                      <a:pt x="29121" y="37351"/>
                      <a:pt x="18854" y="37351"/>
                    </a:cubicBezTo>
                    <a:cubicBezTo>
                      <a:pt x="8587" y="37351"/>
                      <a:pt x="263" y="29027"/>
                      <a:pt x="263" y="18760"/>
                    </a:cubicBezTo>
                    <a:cubicBezTo>
                      <a:pt x="263" y="8493"/>
                      <a:pt x="8587" y="170"/>
                      <a:pt x="18854" y="170"/>
                    </a:cubicBezTo>
                    <a:cubicBezTo>
                      <a:pt x="29121" y="170"/>
                      <a:pt x="37444" y="8493"/>
                      <a:pt x="37444" y="18760"/>
                    </a:cubicBezTo>
                    <a:close/>
                  </a:path>
                </a:pathLst>
              </a:custGeom>
              <a:solidFill>
                <a:srgbClr val="F7F1F1"/>
              </a:solidFill>
              <a:ln w="5753" cap="sq">
                <a:noFill/>
                <a:prstDash val="solid"/>
                <a:miter/>
              </a:ln>
            </p:spPr>
            <p:txBody>
              <a:bodyPr rtlCol="0" anchor="ctr"/>
              <a:lstStyle/>
              <a:p>
                <a:endParaRPr lang="en-US"/>
              </a:p>
            </p:txBody>
          </p:sp>
          <p:sp>
            <p:nvSpPr>
              <p:cNvPr id="2661" name="Freeform: Shape 2660">
                <a:extLst>
                  <a:ext uri="{FF2B5EF4-FFF2-40B4-BE49-F238E27FC236}">
                    <a16:creationId xmlns:a16="http://schemas.microsoft.com/office/drawing/2014/main" id="{42AB3F7E-C9D3-FB84-9073-290A3EE1590D}"/>
                  </a:ext>
                </a:extLst>
              </p:cNvPr>
              <p:cNvSpPr/>
              <p:nvPr/>
            </p:nvSpPr>
            <p:spPr>
              <a:xfrm>
                <a:off x="7710351" y="7978875"/>
                <a:ext cx="41981" cy="41981"/>
              </a:xfrm>
              <a:custGeom>
                <a:avLst/>
                <a:gdLst>
                  <a:gd name="connsiteX0" fmla="*/ 21254 w 41981"/>
                  <a:gd name="connsiteY0" fmla="*/ 4970 h 41981"/>
                  <a:gd name="connsiteX1" fmla="*/ 37444 w 41981"/>
                  <a:gd name="connsiteY1" fmla="*/ 21160 h 41981"/>
                  <a:gd name="connsiteX2" fmla="*/ 37444 w 41981"/>
                  <a:gd name="connsiteY2" fmla="*/ 21160 h 41981"/>
                  <a:gd name="connsiteX3" fmla="*/ 21254 w 41981"/>
                  <a:gd name="connsiteY3" fmla="*/ 37351 h 41981"/>
                  <a:gd name="connsiteX4" fmla="*/ 5064 w 41981"/>
                  <a:gd name="connsiteY4" fmla="*/ 21160 h 41981"/>
                  <a:gd name="connsiteX5" fmla="*/ 21254 w 41981"/>
                  <a:gd name="connsiteY5" fmla="*/ 4970 h 41981"/>
                  <a:gd name="connsiteX6" fmla="*/ 21254 w 41981"/>
                  <a:gd name="connsiteY6" fmla="*/ 170 h 41981"/>
                  <a:gd name="connsiteX7" fmla="*/ 263 w 41981"/>
                  <a:gd name="connsiteY7" fmla="*/ 21160 h 41981"/>
                  <a:gd name="connsiteX8" fmla="*/ 21254 w 41981"/>
                  <a:gd name="connsiteY8" fmla="*/ 42151 h 41981"/>
                  <a:gd name="connsiteX9" fmla="*/ 42245 w 41981"/>
                  <a:gd name="connsiteY9" fmla="*/ 21160 h 41981"/>
                  <a:gd name="connsiteX10" fmla="*/ 42245 w 41981"/>
                  <a:gd name="connsiteY10" fmla="*/ 21160 h 41981"/>
                  <a:gd name="connsiteX11" fmla="*/ 21254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0"/>
                    </a:moveTo>
                    <a:cubicBezTo>
                      <a:pt x="30196" y="4970"/>
                      <a:pt x="37444" y="12219"/>
                      <a:pt x="37444" y="21160"/>
                    </a:cubicBezTo>
                    <a:lnTo>
                      <a:pt x="37444" y="21160"/>
                    </a:lnTo>
                    <a:cubicBezTo>
                      <a:pt x="37444" y="30102"/>
                      <a:pt x="30196" y="37351"/>
                      <a:pt x="21254" y="37351"/>
                    </a:cubicBezTo>
                    <a:cubicBezTo>
                      <a:pt x="12312" y="37351"/>
                      <a:pt x="5064" y="30102"/>
                      <a:pt x="5064" y="21160"/>
                    </a:cubicBezTo>
                    <a:cubicBezTo>
                      <a:pt x="5064" y="12219"/>
                      <a:pt x="12312" y="4970"/>
                      <a:pt x="21254" y="4970"/>
                    </a:cubicBezTo>
                    <a:close/>
                    <a:moveTo>
                      <a:pt x="21254" y="170"/>
                    </a:moveTo>
                    <a:cubicBezTo>
                      <a:pt x="9661" y="170"/>
                      <a:pt x="263" y="9568"/>
                      <a:pt x="263" y="21160"/>
                    </a:cubicBezTo>
                    <a:cubicBezTo>
                      <a:pt x="263" y="32753"/>
                      <a:pt x="9661" y="42151"/>
                      <a:pt x="21254" y="42151"/>
                    </a:cubicBezTo>
                    <a:cubicBezTo>
                      <a:pt x="32847" y="42151"/>
                      <a:pt x="42245" y="32753"/>
                      <a:pt x="42245" y="21160"/>
                    </a:cubicBezTo>
                    <a:lnTo>
                      <a:pt x="42245" y="21160"/>
                    </a:lnTo>
                    <a:cubicBezTo>
                      <a:pt x="42245" y="9568"/>
                      <a:pt x="32847" y="170"/>
                      <a:pt x="21254" y="170"/>
                    </a:cubicBezTo>
                    <a:close/>
                  </a:path>
                </a:pathLst>
              </a:custGeom>
              <a:solidFill>
                <a:srgbClr val="000000"/>
              </a:solidFill>
              <a:ln w="4794" cap="sq">
                <a:noFill/>
                <a:prstDash val="solid"/>
                <a:round/>
              </a:ln>
            </p:spPr>
            <p:txBody>
              <a:bodyPr rtlCol="0" anchor="ctr"/>
              <a:lstStyle/>
              <a:p>
                <a:endParaRPr lang="en-US"/>
              </a:p>
            </p:txBody>
          </p:sp>
          <p:sp>
            <p:nvSpPr>
              <p:cNvPr id="2662" name="Freeform: Shape 2661">
                <a:extLst>
                  <a:ext uri="{FF2B5EF4-FFF2-40B4-BE49-F238E27FC236}">
                    <a16:creationId xmlns:a16="http://schemas.microsoft.com/office/drawing/2014/main" id="{E18F588E-A082-05B2-840B-5420A3F87ABE}"/>
                  </a:ext>
                </a:extLst>
              </p:cNvPr>
              <p:cNvSpPr/>
              <p:nvPr/>
            </p:nvSpPr>
            <p:spPr>
              <a:xfrm>
                <a:off x="7593030" y="7862734"/>
                <a:ext cx="37180" cy="37180"/>
              </a:xfrm>
              <a:custGeom>
                <a:avLst/>
                <a:gdLst>
                  <a:gd name="connsiteX0" fmla="*/ 37423 w 37180"/>
                  <a:gd name="connsiteY0" fmla="*/ 18740 h 37180"/>
                  <a:gd name="connsiteX1" fmla="*/ 18833 w 37180"/>
                  <a:gd name="connsiteY1" fmla="*/ 37330 h 37180"/>
                  <a:gd name="connsiteX2" fmla="*/ 243 w 37180"/>
                  <a:gd name="connsiteY2" fmla="*/ 18740 h 37180"/>
                  <a:gd name="connsiteX3" fmla="*/ 18833 w 37180"/>
                  <a:gd name="connsiteY3" fmla="*/ 149 h 37180"/>
                  <a:gd name="connsiteX4" fmla="*/ 37423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40"/>
                    </a:moveTo>
                    <a:cubicBezTo>
                      <a:pt x="37423" y="29007"/>
                      <a:pt x="29100" y="37330"/>
                      <a:pt x="18833" y="37330"/>
                    </a:cubicBezTo>
                    <a:cubicBezTo>
                      <a:pt x="8566" y="37330"/>
                      <a:pt x="243" y="29007"/>
                      <a:pt x="243" y="18740"/>
                    </a:cubicBezTo>
                    <a:cubicBezTo>
                      <a:pt x="243" y="8473"/>
                      <a:pt x="8566" y="149"/>
                      <a:pt x="18833" y="149"/>
                    </a:cubicBezTo>
                    <a:cubicBezTo>
                      <a:pt x="29100" y="149"/>
                      <a:pt x="37423" y="8473"/>
                      <a:pt x="37423" y="18740"/>
                    </a:cubicBezTo>
                    <a:close/>
                  </a:path>
                </a:pathLst>
              </a:custGeom>
              <a:solidFill>
                <a:srgbClr val="F7A552"/>
              </a:solidFill>
              <a:ln w="5753" cap="sq">
                <a:noFill/>
                <a:prstDash val="solid"/>
                <a:miter/>
              </a:ln>
            </p:spPr>
            <p:txBody>
              <a:bodyPr rtlCol="0" anchor="ctr"/>
              <a:lstStyle/>
              <a:p>
                <a:endParaRPr lang="en-US"/>
              </a:p>
            </p:txBody>
          </p:sp>
          <p:sp>
            <p:nvSpPr>
              <p:cNvPr id="2663" name="Freeform: Shape 2662">
                <a:extLst>
                  <a:ext uri="{FF2B5EF4-FFF2-40B4-BE49-F238E27FC236}">
                    <a16:creationId xmlns:a16="http://schemas.microsoft.com/office/drawing/2014/main" id="{71470164-262B-9E1B-E801-C8B5194CE464}"/>
                  </a:ext>
                </a:extLst>
              </p:cNvPr>
              <p:cNvSpPr/>
              <p:nvPr/>
            </p:nvSpPr>
            <p:spPr>
              <a:xfrm>
                <a:off x="7590630" y="7860334"/>
                <a:ext cx="41981" cy="41981"/>
              </a:xfrm>
              <a:custGeom>
                <a:avLst/>
                <a:gdLst>
                  <a:gd name="connsiteX0" fmla="*/ 21233 w 41981"/>
                  <a:gd name="connsiteY0" fmla="*/ 4950 h 41981"/>
                  <a:gd name="connsiteX1" fmla="*/ 37423 w 41981"/>
                  <a:gd name="connsiteY1" fmla="*/ 21140 h 41981"/>
                  <a:gd name="connsiteX2" fmla="*/ 37423 w 41981"/>
                  <a:gd name="connsiteY2" fmla="*/ 21140 h 41981"/>
                  <a:gd name="connsiteX3" fmla="*/ 21233 w 41981"/>
                  <a:gd name="connsiteY3" fmla="*/ 37330 h 41981"/>
                  <a:gd name="connsiteX4" fmla="*/ 5043 w 41981"/>
                  <a:gd name="connsiteY4" fmla="*/ 21140 h 41981"/>
                  <a:gd name="connsiteX5" fmla="*/ 21233 w 41981"/>
                  <a:gd name="connsiteY5" fmla="*/ 4950 h 41981"/>
                  <a:gd name="connsiteX6" fmla="*/ 21233 w 41981"/>
                  <a:gd name="connsiteY6" fmla="*/ 149 h 41981"/>
                  <a:gd name="connsiteX7" fmla="*/ 243 w 41981"/>
                  <a:gd name="connsiteY7" fmla="*/ 21140 h 41981"/>
                  <a:gd name="connsiteX8" fmla="*/ 21233 w 41981"/>
                  <a:gd name="connsiteY8" fmla="*/ 42130 h 41981"/>
                  <a:gd name="connsiteX9" fmla="*/ 42224 w 41981"/>
                  <a:gd name="connsiteY9" fmla="*/ 21140 h 41981"/>
                  <a:gd name="connsiteX10" fmla="*/ 42224 w 41981"/>
                  <a:gd name="connsiteY10" fmla="*/ 21140 h 41981"/>
                  <a:gd name="connsiteX11" fmla="*/ 21233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50"/>
                    </a:moveTo>
                    <a:cubicBezTo>
                      <a:pt x="30175" y="4950"/>
                      <a:pt x="37423" y="12198"/>
                      <a:pt x="37423" y="21140"/>
                    </a:cubicBezTo>
                    <a:lnTo>
                      <a:pt x="37423" y="21140"/>
                    </a:lnTo>
                    <a:cubicBezTo>
                      <a:pt x="37423" y="30082"/>
                      <a:pt x="30175" y="37330"/>
                      <a:pt x="21233" y="37330"/>
                    </a:cubicBezTo>
                    <a:cubicBezTo>
                      <a:pt x="12291" y="37330"/>
                      <a:pt x="5043" y="30082"/>
                      <a:pt x="5043" y="21140"/>
                    </a:cubicBezTo>
                    <a:cubicBezTo>
                      <a:pt x="5043" y="12198"/>
                      <a:pt x="12291" y="4950"/>
                      <a:pt x="21233" y="4950"/>
                    </a:cubicBezTo>
                    <a:close/>
                    <a:moveTo>
                      <a:pt x="21233" y="149"/>
                    </a:moveTo>
                    <a:cubicBezTo>
                      <a:pt x="9641" y="149"/>
                      <a:pt x="243" y="9547"/>
                      <a:pt x="243" y="21140"/>
                    </a:cubicBezTo>
                    <a:cubicBezTo>
                      <a:pt x="243" y="32732"/>
                      <a:pt x="9641" y="42130"/>
                      <a:pt x="21233" y="42130"/>
                    </a:cubicBezTo>
                    <a:cubicBezTo>
                      <a:pt x="32826" y="42130"/>
                      <a:pt x="42224" y="32732"/>
                      <a:pt x="42224" y="21140"/>
                    </a:cubicBezTo>
                    <a:lnTo>
                      <a:pt x="42224" y="21140"/>
                    </a:lnTo>
                    <a:cubicBezTo>
                      <a:pt x="42224" y="9547"/>
                      <a:pt x="32826" y="149"/>
                      <a:pt x="21233" y="149"/>
                    </a:cubicBezTo>
                    <a:close/>
                  </a:path>
                </a:pathLst>
              </a:custGeom>
              <a:solidFill>
                <a:srgbClr val="000000"/>
              </a:solidFill>
              <a:ln w="4794" cap="sq">
                <a:noFill/>
                <a:prstDash val="solid"/>
                <a:round/>
              </a:ln>
            </p:spPr>
            <p:txBody>
              <a:bodyPr rtlCol="0" anchor="ctr"/>
              <a:lstStyle/>
              <a:p>
                <a:endParaRPr lang="en-US"/>
              </a:p>
            </p:txBody>
          </p:sp>
          <p:sp>
            <p:nvSpPr>
              <p:cNvPr id="2664" name="Freeform: Shape 2663">
                <a:extLst>
                  <a:ext uri="{FF2B5EF4-FFF2-40B4-BE49-F238E27FC236}">
                    <a16:creationId xmlns:a16="http://schemas.microsoft.com/office/drawing/2014/main" id="{DE536CEC-8C9C-6B38-39CC-BBFD8BE64190}"/>
                  </a:ext>
                </a:extLst>
              </p:cNvPr>
              <p:cNvSpPr/>
              <p:nvPr/>
            </p:nvSpPr>
            <p:spPr>
              <a:xfrm>
                <a:off x="7673307" y="7931151"/>
                <a:ext cx="37180" cy="37180"/>
              </a:xfrm>
              <a:custGeom>
                <a:avLst/>
                <a:gdLst>
                  <a:gd name="connsiteX0" fmla="*/ 37437 w 37180"/>
                  <a:gd name="connsiteY0" fmla="*/ 18752 h 37180"/>
                  <a:gd name="connsiteX1" fmla="*/ 18847 w 37180"/>
                  <a:gd name="connsiteY1" fmla="*/ 37342 h 37180"/>
                  <a:gd name="connsiteX2" fmla="*/ 257 w 37180"/>
                  <a:gd name="connsiteY2" fmla="*/ 18752 h 37180"/>
                  <a:gd name="connsiteX3" fmla="*/ 18847 w 37180"/>
                  <a:gd name="connsiteY3" fmla="*/ 161 h 37180"/>
                  <a:gd name="connsiteX4" fmla="*/ 37437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52"/>
                    </a:moveTo>
                    <a:cubicBezTo>
                      <a:pt x="37437" y="29019"/>
                      <a:pt x="29114" y="37342"/>
                      <a:pt x="18847" y="37342"/>
                    </a:cubicBezTo>
                    <a:cubicBezTo>
                      <a:pt x="8580" y="37342"/>
                      <a:pt x="257" y="29019"/>
                      <a:pt x="257" y="18752"/>
                    </a:cubicBezTo>
                    <a:cubicBezTo>
                      <a:pt x="257" y="8484"/>
                      <a:pt x="8580" y="161"/>
                      <a:pt x="18847" y="161"/>
                    </a:cubicBezTo>
                    <a:cubicBezTo>
                      <a:pt x="29114" y="161"/>
                      <a:pt x="37437" y="8484"/>
                      <a:pt x="37437" y="18752"/>
                    </a:cubicBezTo>
                    <a:close/>
                  </a:path>
                </a:pathLst>
              </a:custGeom>
              <a:solidFill>
                <a:srgbClr val="D6F7D6"/>
              </a:solidFill>
              <a:ln w="5753" cap="sq">
                <a:noFill/>
                <a:prstDash val="solid"/>
                <a:miter/>
              </a:ln>
            </p:spPr>
            <p:txBody>
              <a:bodyPr rtlCol="0" anchor="ctr"/>
              <a:lstStyle/>
              <a:p>
                <a:endParaRPr lang="en-US"/>
              </a:p>
            </p:txBody>
          </p:sp>
          <p:sp>
            <p:nvSpPr>
              <p:cNvPr id="2665" name="Freeform: Shape 2664">
                <a:extLst>
                  <a:ext uri="{FF2B5EF4-FFF2-40B4-BE49-F238E27FC236}">
                    <a16:creationId xmlns:a16="http://schemas.microsoft.com/office/drawing/2014/main" id="{20560FA6-7A99-2525-9640-CA78613D4B87}"/>
                  </a:ext>
                </a:extLst>
              </p:cNvPr>
              <p:cNvSpPr/>
              <p:nvPr/>
            </p:nvSpPr>
            <p:spPr>
              <a:xfrm>
                <a:off x="7670907" y="7928751"/>
                <a:ext cx="41981" cy="41981"/>
              </a:xfrm>
              <a:custGeom>
                <a:avLst/>
                <a:gdLst>
                  <a:gd name="connsiteX0" fmla="*/ 21247 w 41981"/>
                  <a:gd name="connsiteY0" fmla="*/ 4962 h 41981"/>
                  <a:gd name="connsiteX1" fmla="*/ 37437 w 41981"/>
                  <a:gd name="connsiteY1" fmla="*/ 21152 h 41981"/>
                  <a:gd name="connsiteX2" fmla="*/ 37437 w 41981"/>
                  <a:gd name="connsiteY2" fmla="*/ 21152 h 41981"/>
                  <a:gd name="connsiteX3" fmla="*/ 21247 w 41981"/>
                  <a:gd name="connsiteY3" fmla="*/ 37342 h 41981"/>
                  <a:gd name="connsiteX4" fmla="*/ 5057 w 41981"/>
                  <a:gd name="connsiteY4" fmla="*/ 21152 h 41981"/>
                  <a:gd name="connsiteX5" fmla="*/ 21247 w 41981"/>
                  <a:gd name="connsiteY5" fmla="*/ 4962 h 41981"/>
                  <a:gd name="connsiteX6" fmla="*/ 21247 w 41981"/>
                  <a:gd name="connsiteY6" fmla="*/ 161 h 41981"/>
                  <a:gd name="connsiteX7" fmla="*/ 257 w 41981"/>
                  <a:gd name="connsiteY7" fmla="*/ 21152 h 41981"/>
                  <a:gd name="connsiteX8" fmla="*/ 21247 w 41981"/>
                  <a:gd name="connsiteY8" fmla="*/ 42142 h 41981"/>
                  <a:gd name="connsiteX9" fmla="*/ 42238 w 41981"/>
                  <a:gd name="connsiteY9" fmla="*/ 21152 h 41981"/>
                  <a:gd name="connsiteX10" fmla="*/ 42238 w 41981"/>
                  <a:gd name="connsiteY10" fmla="*/ 21152 h 41981"/>
                  <a:gd name="connsiteX11" fmla="*/ 21247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62"/>
                    </a:moveTo>
                    <a:cubicBezTo>
                      <a:pt x="30189" y="4962"/>
                      <a:pt x="37437" y="12210"/>
                      <a:pt x="37437" y="21152"/>
                    </a:cubicBezTo>
                    <a:lnTo>
                      <a:pt x="37437" y="21152"/>
                    </a:lnTo>
                    <a:cubicBezTo>
                      <a:pt x="37437" y="30094"/>
                      <a:pt x="30189" y="37342"/>
                      <a:pt x="21247" y="37342"/>
                    </a:cubicBezTo>
                    <a:cubicBezTo>
                      <a:pt x="12305" y="37342"/>
                      <a:pt x="5057" y="30094"/>
                      <a:pt x="5057" y="21152"/>
                    </a:cubicBezTo>
                    <a:cubicBezTo>
                      <a:pt x="5057" y="12210"/>
                      <a:pt x="12305" y="4962"/>
                      <a:pt x="21247" y="4962"/>
                    </a:cubicBezTo>
                    <a:close/>
                    <a:moveTo>
                      <a:pt x="21247" y="161"/>
                    </a:moveTo>
                    <a:cubicBezTo>
                      <a:pt x="9655" y="161"/>
                      <a:pt x="257" y="9559"/>
                      <a:pt x="257" y="21152"/>
                    </a:cubicBezTo>
                    <a:cubicBezTo>
                      <a:pt x="257" y="32744"/>
                      <a:pt x="9655" y="42142"/>
                      <a:pt x="21247" y="42142"/>
                    </a:cubicBezTo>
                    <a:cubicBezTo>
                      <a:pt x="32840" y="42142"/>
                      <a:pt x="42238" y="32744"/>
                      <a:pt x="42238" y="21152"/>
                    </a:cubicBezTo>
                    <a:lnTo>
                      <a:pt x="42238" y="21152"/>
                    </a:lnTo>
                    <a:cubicBezTo>
                      <a:pt x="42238" y="9559"/>
                      <a:pt x="32840" y="161"/>
                      <a:pt x="21247" y="161"/>
                    </a:cubicBezTo>
                    <a:close/>
                  </a:path>
                </a:pathLst>
              </a:custGeom>
              <a:solidFill>
                <a:srgbClr val="000000"/>
              </a:solidFill>
              <a:ln w="4794" cap="sq">
                <a:noFill/>
                <a:prstDash val="solid"/>
                <a:round/>
              </a:ln>
            </p:spPr>
            <p:txBody>
              <a:bodyPr rtlCol="0" anchor="ctr"/>
              <a:lstStyle/>
              <a:p>
                <a:endParaRPr lang="en-US"/>
              </a:p>
            </p:txBody>
          </p:sp>
          <p:sp>
            <p:nvSpPr>
              <p:cNvPr id="2666" name="Freeform: Shape 2665">
                <a:extLst>
                  <a:ext uri="{FF2B5EF4-FFF2-40B4-BE49-F238E27FC236}">
                    <a16:creationId xmlns:a16="http://schemas.microsoft.com/office/drawing/2014/main" id="{A7F595CD-8AE2-096E-C6D5-B7E4A88AB983}"/>
                  </a:ext>
                </a:extLst>
              </p:cNvPr>
              <p:cNvSpPr/>
              <p:nvPr/>
            </p:nvSpPr>
            <p:spPr>
              <a:xfrm>
                <a:off x="7622665" y="8051132"/>
                <a:ext cx="37180" cy="37180"/>
              </a:xfrm>
              <a:custGeom>
                <a:avLst/>
                <a:gdLst>
                  <a:gd name="connsiteX0" fmla="*/ 37429 w 37180"/>
                  <a:gd name="connsiteY0" fmla="*/ 18772 h 37180"/>
                  <a:gd name="connsiteX1" fmla="*/ 18838 w 37180"/>
                  <a:gd name="connsiteY1" fmla="*/ 37363 h 37180"/>
                  <a:gd name="connsiteX2" fmla="*/ 248 w 37180"/>
                  <a:gd name="connsiteY2" fmla="*/ 18772 h 37180"/>
                  <a:gd name="connsiteX3" fmla="*/ 18838 w 37180"/>
                  <a:gd name="connsiteY3" fmla="*/ 182 h 37180"/>
                  <a:gd name="connsiteX4" fmla="*/ 37429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72"/>
                    </a:moveTo>
                    <a:cubicBezTo>
                      <a:pt x="37429" y="29040"/>
                      <a:pt x="29105" y="37363"/>
                      <a:pt x="18838" y="37363"/>
                    </a:cubicBezTo>
                    <a:cubicBezTo>
                      <a:pt x="8571" y="37363"/>
                      <a:pt x="248" y="29040"/>
                      <a:pt x="248" y="18772"/>
                    </a:cubicBezTo>
                    <a:cubicBezTo>
                      <a:pt x="248" y="8505"/>
                      <a:pt x="8571" y="182"/>
                      <a:pt x="18838" y="182"/>
                    </a:cubicBezTo>
                    <a:cubicBezTo>
                      <a:pt x="29105" y="182"/>
                      <a:pt x="37429" y="8505"/>
                      <a:pt x="37429" y="18772"/>
                    </a:cubicBezTo>
                    <a:close/>
                  </a:path>
                </a:pathLst>
              </a:custGeom>
              <a:solidFill>
                <a:srgbClr val="F7F1F1"/>
              </a:solidFill>
              <a:ln w="5753" cap="sq">
                <a:noFill/>
                <a:prstDash val="solid"/>
                <a:miter/>
              </a:ln>
            </p:spPr>
            <p:txBody>
              <a:bodyPr rtlCol="0" anchor="ctr"/>
              <a:lstStyle/>
              <a:p>
                <a:endParaRPr lang="en-US"/>
              </a:p>
            </p:txBody>
          </p:sp>
          <p:sp>
            <p:nvSpPr>
              <p:cNvPr id="2667" name="Freeform: Shape 2666">
                <a:extLst>
                  <a:ext uri="{FF2B5EF4-FFF2-40B4-BE49-F238E27FC236}">
                    <a16:creationId xmlns:a16="http://schemas.microsoft.com/office/drawing/2014/main" id="{F4B47677-CEB3-31F6-CCC8-43AB119167E6}"/>
                  </a:ext>
                </a:extLst>
              </p:cNvPr>
              <p:cNvSpPr/>
              <p:nvPr/>
            </p:nvSpPr>
            <p:spPr>
              <a:xfrm>
                <a:off x="7620265" y="8048732"/>
                <a:ext cx="41981" cy="41981"/>
              </a:xfrm>
              <a:custGeom>
                <a:avLst/>
                <a:gdLst>
                  <a:gd name="connsiteX0" fmla="*/ 21238 w 41981"/>
                  <a:gd name="connsiteY0" fmla="*/ 4982 h 41981"/>
                  <a:gd name="connsiteX1" fmla="*/ 37429 w 41981"/>
                  <a:gd name="connsiteY1" fmla="*/ 21173 h 41981"/>
                  <a:gd name="connsiteX2" fmla="*/ 37429 w 41981"/>
                  <a:gd name="connsiteY2" fmla="*/ 21173 h 41981"/>
                  <a:gd name="connsiteX3" fmla="*/ 21238 w 41981"/>
                  <a:gd name="connsiteY3" fmla="*/ 37363 h 41981"/>
                  <a:gd name="connsiteX4" fmla="*/ 5048 w 41981"/>
                  <a:gd name="connsiteY4" fmla="*/ 21173 h 41981"/>
                  <a:gd name="connsiteX5" fmla="*/ 21238 w 41981"/>
                  <a:gd name="connsiteY5" fmla="*/ 4982 h 41981"/>
                  <a:gd name="connsiteX6" fmla="*/ 21238 w 41981"/>
                  <a:gd name="connsiteY6" fmla="*/ 182 h 41981"/>
                  <a:gd name="connsiteX7" fmla="*/ 248 w 41981"/>
                  <a:gd name="connsiteY7" fmla="*/ 21173 h 41981"/>
                  <a:gd name="connsiteX8" fmla="*/ 21238 w 41981"/>
                  <a:gd name="connsiteY8" fmla="*/ 42163 h 41981"/>
                  <a:gd name="connsiteX9" fmla="*/ 42229 w 41981"/>
                  <a:gd name="connsiteY9" fmla="*/ 21173 h 41981"/>
                  <a:gd name="connsiteX10" fmla="*/ 42229 w 41981"/>
                  <a:gd name="connsiteY10" fmla="*/ 21173 h 41981"/>
                  <a:gd name="connsiteX11" fmla="*/ 21238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82"/>
                    </a:moveTo>
                    <a:cubicBezTo>
                      <a:pt x="30180" y="4982"/>
                      <a:pt x="37429" y="12231"/>
                      <a:pt x="37429" y="21173"/>
                    </a:cubicBezTo>
                    <a:lnTo>
                      <a:pt x="37429" y="21173"/>
                    </a:lnTo>
                    <a:cubicBezTo>
                      <a:pt x="37429" y="30114"/>
                      <a:pt x="30180" y="37363"/>
                      <a:pt x="21238" y="37363"/>
                    </a:cubicBezTo>
                    <a:cubicBezTo>
                      <a:pt x="12296" y="37363"/>
                      <a:pt x="5048" y="30114"/>
                      <a:pt x="5048" y="21173"/>
                    </a:cubicBezTo>
                    <a:cubicBezTo>
                      <a:pt x="5048" y="12231"/>
                      <a:pt x="12296" y="4982"/>
                      <a:pt x="21238" y="4982"/>
                    </a:cubicBezTo>
                    <a:close/>
                    <a:moveTo>
                      <a:pt x="21238" y="182"/>
                    </a:moveTo>
                    <a:cubicBezTo>
                      <a:pt x="9646" y="182"/>
                      <a:pt x="248" y="9580"/>
                      <a:pt x="248" y="21173"/>
                    </a:cubicBezTo>
                    <a:cubicBezTo>
                      <a:pt x="248" y="32765"/>
                      <a:pt x="9646" y="42163"/>
                      <a:pt x="21238" y="42163"/>
                    </a:cubicBezTo>
                    <a:cubicBezTo>
                      <a:pt x="32831" y="42163"/>
                      <a:pt x="42229" y="32765"/>
                      <a:pt x="42229" y="21173"/>
                    </a:cubicBezTo>
                    <a:lnTo>
                      <a:pt x="42229" y="21173"/>
                    </a:lnTo>
                    <a:cubicBezTo>
                      <a:pt x="42229" y="9580"/>
                      <a:pt x="32831" y="182"/>
                      <a:pt x="21238" y="182"/>
                    </a:cubicBezTo>
                    <a:close/>
                  </a:path>
                </a:pathLst>
              </a:custGeom>
              <a:solidFill>
                <a:srgbClr val="000000"/>
              </a:solidFill>
              <a:ln w="4794" cap="sq">
                <a:noFill/>
                <a:prstDash val="solid"/>
                <a:round/>
              </a:ln>
            </p:spPr>
            <p:txBody>
              <a:bodyPr rtlCol="0" anchor="ctr"/>
              <a:lstStyle/>
              <a:p>
                <a:endParaRPr lang="en-US"/>
              </a:p>
            </p:txBody>
          </p:sp>
          <p:sp>
            <p:nvSpPr>
              <p:cNvPr id="2668" name="Freeform: Shape 2667">
                <a:extLst>
                  <a:ext uri="{FF2B5EF4-FFF2-40B4-BE49-F238E27FC236}">
                    <a16:creationId xmlns:a16="http://schemas.microsoft.com/office/drawing/2014/main" id="{7483B672-1FBF-B611-9F7F-40A2E7FC1891}"/>
                  </a:ext>
                </a:extLst>
              </p:cNvPr>
              <p:cNvSpPr/>
              <p:nvPr/>
            </p:nvSpPr>
            <p:spPr>
              <a:xfrm>
                <a:off x="7788536" y="7988815"/>
                <a:ext cx="37180" cy="37180"/>
              </a:xfrm>
              <a:custGeom>
                <a:avLst/>
                <a:gdLst>
                  <a:gd name="connsiteX0" fmla="*/ 37457 w 37180"/>
                  <a:gd name="connsiteY0" fmla="*/ 18762 h 37180"/>
                  <a:gd name="connsiteX1" fmla="*/ 18867 w 37180"/>
                  <a:gd name="connsiteY1" fmla="*/ 37352 h 37180"/>
                  <a:gd name="connsiteX2" fmla="*/ 277 w 37180"/>
                  <a:gd name="connsiteY2" fmla="*/ 18762 h 37180"/>
                  <a:gd name="connsiteX3" fmla="*/ 18867 w 37180"/>
                  <a:gd name="connsiteY3" fmla="*/ 171 h 37180"/>
                  <a:gd name="connsiteX4" fmla="*/ 3745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62"/>
                    </a:moveTo>
                    <a:cubicBezTo>
                      <a:pt x="37457" y="29029"/>
                      <a:pt x="29134" y="37352"/>
                      <a:pt x="18867" y="37352"/>
                    </a:cubicBezTo>
                    <a:cubicBezTo>
                      <a:pt x="8600" y="37352"/>
                      <a:pt x="277" y="29029"/>
                      <a:pt x="277" y="18762"/>
                    </a:cubicBezTo>
                    <a:cubicBezTo>
                      <a:pt x="277" y="8494"/>
                      <a:pt x="8600" y="171"/>
                      <a:pt x="18867" y="171"/>
                    </a:cubicBezTo>
                    <a:cubicBezTo>
                      <a:pt x="29134" y="171"/>
                      <a:pt x="37457" y="8494"/>
                      <a:pt x="37457" y="18762"/>
                    </a:cubicBezTo>
                    <a:close/>
                  </a:path>
                </a:pathLst>
              </a:custGeom>
              <a:solidFill>
                <a:srgbClr val="D0F7D0"/>
              </a:solidFill>
              <a:ln w="5753" cap="sq">
                <a:noFill/>
                <a:prstDash val="solid"/>
                <a:miter/>
              </a:ln>
            </p:spPr>
            <p:txBody>
              <a:bodyPr rtlCol="0" anchor="ctr"/>
              <a:lstStyle/>
              <a:p>
                <a:endParaRPr lang="en-US"/>
              </a:p>
            </p:txBody>
          </p:sp>
          <p:sp>
            <p:nvSpPr>
              <p:cNvPr id="2669" name="Freeform: Shape 2668">
                <a:extLst>
                  <a:ext uri="{FF2B5EF4-FFF2-40B4-BE49-F238E27FC236}">
                    <a16:creationId xmlns:a16="http://schemas.microsoft.com/office/drawing/2014/main" id="{62457661-9EDF-3F65-6AED-E32E3F550158}"/>
                  </a:ext>
                </a:extLst>
              </p:cNvPr>
              <p:cNvSpPr/>
              <p:nvPr/>
            </p:nvSpPr>
            <p:spPr>
              <a:xfrm>
                <a:off x="7786136" y="7986414"/>
                <a:ext cx="41981" cy="41981"/>
              </a:xfrm>
              <a:custGeom>
                <a:avLst/>
                <a:gdLst>
                  <a:gd name="connsiteX0" fmla="*/ 21267 w 41981"/>
                  <a:gd name="connsiteY0" fmla="*/ 4972 h 41981"/>
                  <a:gd name="connsiteX1" fmla="*/ 37457 w 41981"/>
                  <a:gd name="connsiteY1" fmla="*/ 21162 h 41981"/>
                  <a:gd name="connsiteX2" fmla="*/ 37457 w 41981"/>
                  <a:gd name="connsiteY2" fmla="*/ 21162 h 41981"/>
                  <a:gd name="connsiteX3" fmla="*/ 21267 w 41981"/>
                  <a:gd name="connsiteY3" fmla="*/ 37352 h 41981"/>
                  <a:gd name="connsiteX4" fmla="*/ 5077 w 41981"/>
                  <a:gd name="connsiteY4" fmla="*/ 21162 h 41981"/>
                  <a:gd name="connsiteX5" fmla="*/ 21267 w 41981"/>
                  <a:gd name="connsiteY5" fmla="*/ 4972 h 41981"/>
                  <a:gd name="connsiteX6" fmla="*/ 21267 w 41981"/>
                  <a:gd name="connsiteY6" fmla="*/ 171 h 41981"/>
                  <a:gd name="connsiteX7" fmla="*/ 277 w 41981"/>
                  <a:gd name="connsiteY7" fmla="*/ 21162 h 41981"/>
                  <a:gd name="connsiteX8" fmla="*/ 21267 w 41981"/>
                  <a:gd name="connsiteY8" fmla="*/ 42152 h 41981"/>
                  <a:gd name="connsiteX9" fmla="*/ 42258 w 41981"/>
                  <a:gd name="connsiteY9" fmla="*/ 21162 h 41981"/>
                  <a:gd name="connsiteX10" fmla="*/ 42258 w 41981"/>
                  <a:gd name="connsiteY10" fmla="*/ 21162 h 41981"/>
                  <a:gd name="connsiteX11" fmla="*/ 21267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2"/>
                    </a:moveTo>
                    <a:cubicBezTo>
                      <a:pt x="30209" y="4972"/>
                      <a:pt x="37457" y="12220"/>
                      <a:pt x="37457" y="21162"/>
                    </a:cubicBezTo>
                    <a:lnTo>
                      <a:pt x="37457" y="21162"/>
                    </a:lnTo>
                    <a:cubicBezTo>
                      <a:pt x="37457" y="30104"/>
                      <a:pt x="30209" y="37352"/>
                      <a:pt x="21267" y="37352"/>
                    </a:cubicBezTo>
                    <a:cubicBezTo>
                      <a:pt x="12325" y="37352"/>
                      <a:pt x="5077" y="30104"/>
                      <a:pt x="5077" y="21162"/>
                    </a:cubicBezTo>
                    <a:cubicBezTo>
                      <a:pt x="5077" y="12220"/>
                      <a:pt x="12325" y="4972"/>
                      <a:pt x="21267" y="4972"/>
                    </a:cubicBezTo>
                    <a:close/>
                    <a:moveTo>
                      <a:pt x="21267" y="171"/>
                    </a:moveTo>
                    <a:cubicBezTo>
                      <a:pt x="9675" y="171"/>
                      <a:pt x="277" y="9569"/>
                      <a:pt x="277" y="21162"/>
                    </a:cubicBezTo>
                    <a:cubicBezTo>
                      <a:pt x="277" y="32754"/>
                      <a:pt x="9675" y="42152"/>
                      <a:pt x="21267" y="42152"/>
                    </a:cubicBezTo>
                    <a:cubicBezTo>
                      <a:pt x="32860" y="42152"/>
                      <a:pt x="42258" y="32754"/>
                      <a:pt x="42258" y="21162"/>
                    </a:cubicBezTo>
                    <a:lnTo>
                      <a:pt x="42258" y="21162"/>
                    </a:lnTo>
                    <a:cubicBezTo>
                      <a:pt x="42258" y="9569"/>
                      <a:pt x="32860" y="171"/>
                      <a:pt x="21267" y="171"/>
                    </a:cubicBezTo>
                    <a:close/>
                  </a:path>
                </a:pathLst>
              </a:custGeom>
              <a:solidFill>
                <a:srgbClr val="000000"/>
              </a:solidFill>
              <a:ln w="4794" cap="sq">
                <a:noFill/>
                <a:prstDash val="solid"/>
                <a:round/>
              </a:ln>
            </p:spPr>
            <p:txBody>
              <a:bodyPr rtlCol="0" anchor="ctr"/>
              <a:lstStyle/>
              <a:p>
                <a:endParaRPr lang="en-US"/>
              </a:p>
            </p:txBody>
          </p:sp>
          <p:sp>
            <p:nvSpPr>
              <p:cNvPr id="2670" name="Freeform: Shape 2669">
                <a:extLst>
                  <a:ext uri="{FF2B5EF4-FFF2-40B4-BE49-F238E27FC236}">
                    <a16:creationId xmlns:a16="http://schemas.microsoft.com/office/drawing/2014/main" id="{B298E930-CCD4-4D47-96A1-0218A4EFFFE0}"/>
                  </a:ext>
                </a:extLst>
              </p:cNvPr>
              <p:cNvSpPr/>
              <p:nvPr/>
            </p:nvSpPr>
            <p:spPr>
              <a:xfrm>
                <a:off x="7703945" y="8098744"/>
                <a:ext cx="37180" cy="37180"/>
              </a:xfrm>
              <a:custGeom>
                <a:avLst/>
                <a:gdLst>
                  <a:gd name="connsiteX0" fmla="*/ 37443 w 37180"/>
                  <a:gd name="connsiteY0" fmla="*/ 18781 h 37180"/>
                  <a:gd name="connsiteX1" fmla="*/ 18852 w 37180"/>
                  <a:gd name="connsiteY1" fmla="*/ 37371 h 37180"/>
                  <a:gd name="connsiteX2" fmla="*/ 262 w 37180"/>
                  <a:gd name="connsiteY2" fmla="*/ 18781 h 37180"/>
                  <a:gd name="connsiteX3" fmla="*/ 18852 w 37180"/>
                  <a:gd name="connsiteY3" fmla="*/ 190 h 37180"/>
                  <a:gd name="connsiteX4" fmla="*/ 37443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81"/>
                    </a:moveTo>
                    <a:cubicBezTo>
                      <a:pt x="37443" y="29048"/>
                      <a:pt x="29119" y="37371"/>
                      <a:pt x="18852" y="37371"/>
                    </a:cubicBezTo>
                    <a:cubicBezTo>
                      <a:pt x="8585" y="37371"/>
                      <a:pt x="262" y="29048"/>
                      <a:pt x="262" y="18781"/>
                    </a:cubicBezTo>
                    <a:cubicBezTo>
                      <a:pt x="262" y="8513"/>
                      <a:pt x="8585" y="190"/>
                      <a:pt x="18852" y="190"/>
                    </a:cubicBezTo>
                    <a:cubicBezTo>
                      <a:pt x="29119" y="190"/>
                      <a:pt x="37443" y="8513"/>
                      <a:pt x="37443" y="18781"/>
                    </a:cubicBezTo>
                    <a:close/>
                  </a:path>
                </a:pathLst>
              </a:custGeom>
              <a:solidFill>
                <a:srgbClr val="DBF7DB"/>
              </a:solidFill>
              <a:ln w="5753" cap="sq">
                <a:noFill/>
                <a:prstDash val="solid"/>
                <a:miter/>
              </a:ln>
            </p:spPr>
            <p:txBody>
              <a:bodyPr rtlCol="0" anchor="ctr"/>
              <a:lstStyle/>
              <a:p>
                <a:endParaRPr lang="en-US"/>
              </a:p>
            </p:txBody>
          </p:sp>
          <p:sp>
            <p:nvSpPr>
              <p:cNvPr id="2671" name="Freeform: Shape 2670">
                <a:extLst>
                  <a:ext uri="{FF2B5EF4-FFF2-40B4-BE49-F238E27FC236}">
                    <a16:creationId xmlns:a16="http://schemas.microsoft.com/office/drawing/2014/main" id="{3C8E86D7-534D-96E2-CA76-0D857373A463}"/>
                  </a:ext>
                </a:extLst>
              </p:cNvPr>
              <p:cNvSpPr/>
              <p:nvPr/>
            </p:nvSpPr>
            <p:spPr>
              <a:xfrm>
                <a:off x="7701544" y="8096344"/>
                <a:ext cx="41981" cy="41981"/>
              </a:xfrm>
              <a:custGeom>
                <a:avLst/>
                <a:gdLst>
                  <a:gd name="connsiteX0" fmla="*/ 21252 w 41981"/>
                  <a:gd name="connsiteY0" fmla="*/ 4991 h 41981"/>
                  <a:gd name="connsiteX1" fmla="*/ 37443 w 41981"/>
                  <a:gd name="connsiteY1" fmla="*/ 21181 h 41981"/>
                  <a:gd name="connsiteX2" fmla="*/ 37443 w 41981"/>
                  <a:gd name="connsiteY2" fmla="*/ 21181 h 41981"/>
                  <a:gd name="connsiteX3" fmla="*/ 21252 w 41981"/>
                  <a:gd name="connsiteY3" fmla="*/ 37371 h 41981"/>
                  <a:gd name="connsiteX4" fmla="*/ 5062 w 41981"/>
                  <a:gd name="connsiteY4" fmla="*/ 21181 h 41981"/>
                  <a:gd name="connsiteX5" fmla="*/ 21252 w 41981"/>
                  <a:gd name="connsiteY5" fmla="*/ 4991 h 41981"/>
                  <a:gd name="connsiteX6" fmla="*/ 21252 w 41981"/>
                  <a:gd name="connsiteY6" fmla="*/ 190 h 41981"/>
                  <a:gd name="connsiteX7" fmla="*/ 262 w 41981"/>
                  <a:gd name="connsiteY7" fmla="*/ 21181 h 41981"/>
                  <a:gd name="connsiteX8" fmla="*/ 21252 w 41981"/>
                  <a:gd name="connsiteY8" fmla="*/ 42171 h 41981"/>
                  <a:gd name="connsiteX9" fmla="*/ 42243 w 41981"/>
                  <a:gd name="connsiteY9" fmla="*/ 21181 h 41981"/>
                  <a:gd name="connsiteX10" fmla="*/ 42243 w 41981"/>
                  <a:gd name="connsiteY10" fmla="*/ 21181 h 41981"/>
                  <a:gd name="connsiteX11" fmla="*/ 21252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91"/>
                    </a:moveTo>
                    <a:cubicBezTo>
                      <a:pt x="30194" y="4991"/>
                      <a:pt x="37443" y="12239"/>
                      <a:pt x="37443" y="21181"/>
                    </a:cubicBezTo>
                    <a:lnTo>
                      <a:pt x="37443" y="21181"/>
                    </a:lnTo>
                    <a:cubicBezTo>
                      <a:pt x="37443" y="30123"/>
                      <a:pt x="30194" y="37371"/>
                      <a:pt x="21252" y="37371"/>
                    </a:cubicBezTo>
                    <a:cubicBezTo>
                      <a:pt x="12311" y="37371"/>
                      <a:pt x="5062" y="30123"/>
                      <a:pt x="5062" y="21181"/>
                    </a:cubicBezTo>
                    <a:cubicBezTo>
                      <a:pt x="5062" y="12239"/>
                      <a:pt x="12311" y="4991"/>
                      <a:pt x="21252" y="4991"/>
                    </a:cubicBezTo>
                    <a:close/>
                    <a:moveTo>
                      <a:pt x="21252" y="190"/>
                    </a:moveTo>
                    <a:cubicBezTo>
                      <a:pt x="9660" y="190"/>
                      <a:pt x="262" y="9588"/>
                      <a:pt x="262" y="21181"/>
                    </a:cubicBezTo>
                    <a:cubicBezTo>
                      <a:pt x="262" y="32773"/>
                      <a:pt x="9660" y="42171"/>
                      <a:pt x="21252" y="42171"/>
                    </a:cubicBezTo>
                    <a:cubicBezTo>
                      <a:pt x="32845" y="42171"/>
                      <a:pt x="42243" y="32773"/>
                      <a:pt x="42243" y="21181"/>
                    </a:cubicBezTo>
                    <a:lnTo>
                      <a:pt x="42243" y="21181"/>
                    </a:lnTo>
                    <a:cubicBezTo>
                      <a:pt x="42243" y="9588"/>
                      <a:pt x="32845" y="190"/>
                      <a:pt x="21252" y="190"/>
                    </a:cubicBezTo>
                    <a:close/>
                  </a:path>
                </a:pathLst>
              </a:custGeom>
              <a:solidFill>
                <a:srgbClr val="000000"/>
              </a:solidFill>
              <a:ln w="4794" cap="sq">
                <a:noFill/>
                <a:prstDash val="solid"/>
                <a:round/>
              </a:ln>
            </p:spPr>
            <p:txBody>
              <a:bodyPr rtlCol="0" anchor="ctr"/>
              <a:lstStyle/>
              <a:p>
                <a:endParaRPr lang="en-US"/>
              </a:p>
            </p:txBody>
          </p:sp>
          <p:sp>
            <p:nvSpPr>
              <p:cNvPr id="2672" name="Freeform: Shape 2671">
                <a:extLst>
                  <a:ext uri="{FF2B5EF4-FFF2-40B4-BE49-F238E27FC236}">
                    <a16:creationId xmlns:a16="http://schemas.microsoft.com/office/drawing/2014/main" id="{36034C7D-3CA4-7A2B-65CC-746B5C2CF439}"/>
                  </a:ext>
                </a:extLst>
              </p:cNvPr>
              <p:cNvSpPr/>
              <p:nvPr/>
            </p:nvSpPr>
            <p:spPr>
              <a:xfrm>
                <a:off x="7694256" y="7879547"/>
                <a:ext cx="37180" cy="37180"/>
              </a:xfrm>
              <a:custGeom>
                <a:avLst/>
                <a:gdLst>
                  <a:gd name="connsiteX0" fmla="*/ 37441 w 37180"/>
                  <a:gd name="connsiteY0" fmla="*/ 18743 h 37180"/>
                  <a:gd name="connsiteX1" fmla="*/ 18851 w 37180"/>
                  <a:gd name="connsiteY1" fmla="*/ 37333 h 37180"/>
                  <a:gd name="connsiteX2" fmla="*/ 260 w 37180"/>
                  <a:gd name="connsiteY2" fmla="*/ 18743 h 37180"/>
                  <a:gd name="connsiteX3" fmla="*/ 18851 w 37180"/>
                  <a:gd name="connsiteY3" fmla="*/ 152 h 37180"/>
                  <a:gd name="connsiteX4" fmla="*/ 37441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43"/>
                    </a:moveTo>
                    <a:cubicBezTo>
                      <a:pt x="37441" y="29010"/>
                      <a:pt x="29118" y="37333"/>
                      <a:pt x="18851" y="37333"/>
                    </a:cubicBezTo>
                    <a:cubicBezTo>
                      <a:pt x="8583" y="37333"/>
                      <a:pt x="260" y="29010"/>
                      <a:pt x="260" y="18743"/>
                    </a:cubicBezTo>
                    <a:cubicBezTo>
                      <a:pt x="260" y="8475"/>
                      <a:pt x="8583" y="152"/>
                      <a:pt x="18851" y="152"/>
                    </a:cubicBezTo>
                    <a:cubicBezTo>
                      <a:pt x="29118" y="152"/>
                      <a:pt x="37441" y="8475"/>
                      <a:pt x="37441" y="18743"/>
                    </a:cubicBezTo>
                    <a:close/>
                  </a:path>
                </a:pathLst>
              </a:custGeom>
              <a:solidFill>
                <a:srgbClr val="57F757"/>
              </a:solidFill>
              <a:ln w="5753" cap="sq">
                <a:noFill/>
                <a:prstDash val="solid"/>
                <a:miter/>
              </a:ln>
            </p:spPr>
            <p:txBody>
              <a:bodyPr rtlCol="0" anchor="ctr"/>
              <a:lstStyle/>
              <a:p>
                <a:endParaRPr lang="en-US"/>
              </a:p>
            </p:txBody>
          </p:sp>
          <p:sp>
            <p:nvSpPr>
              <p:cNvPr id="2673" name="Freeform: Shape 2672">
                <a:extLst>
                  <a:ext uri="{FF2B5EF4-FFF2-40B4-BE49-F238E27FC236}">
                    <a16:creationId xmlns:a16="http://schemas.microsoft.com/office/drawing/2014/main" id="{D6AF724B-0E29-8494-F61B-68DB484F71B3}"/>
                  </a:ext>
                </a:extLst>
              </p:cNvPr>
              <p:cNvSpPr/>
              <p:nvPr/>
            </p:nvSpPr>
            <p:spPr>
              <a:xfrm>
                <a:off x="7691856" y="7877147"/>
                <a:ext cx="41981" cy="41981"/>
              </a:xfrm>
              <a:custGeom>
                <a:avLst/>
                <a:gdLst>
                  <a:gd name="connsiteX0" fmla="*/ 21251 w 41981"/>
                  <a:gd name="connsiteY0" fmla="*/ 4953 h 41981"/>
                  <a:gd name="connsiteX1" fmla="*/ 37441 w 41981"/>
                  <a:gd name="connsiteY1" fmla="*/ 21143 h 41981"/>
                  <a:gd name="connsiteX2" fmla="*/ 37441 w 41981"/>
                  <a:gd name="connsiteY2" fmla="*/ 21143 h 41981"/>
                  <a:gd name="connsiteX3" fmla="*/ 21251 w 41981"/>
                  <a:gd name="connsiteY3" fmla="*/ 37333 h 41981"/>
                  <a:gd name="connsiteX4" fmla="*/ 5061 w 41981"/>
                  <a:gd name="connsiteY4" fmla="*/ 21143 h 41981"/>
                  <a:gd name="connsiteX5" fmla="*/ 21251 w 41981"/>
                  <a:gd name="connsiteY5" fmla="*/ 4953 h 41981"/>
                  <a:gd name="connsiteX6" fmla="*/ 21251 w 41981"/>
                  <a:gd name="connsiteY6" fmla="*/ 152 h 41981"/>
                  <a:gd name="connsiteX7" fmla="*/ 260 w 41981"/>
                  <a:gd name="connsiteY7" fmla="*/ 21143 h 41981"/>
                  <a:gd name="connsiteX8" fmla="*/ 21251 w 41981"/>
                  <a:gd name="connsiteY8" fmla="*/ 42133 h 41981"/>
                  <a:gd name="connsiteX9" fmla="*/ 42241 w 41981"/>
                  <a:gd name="connsiteY9" fmla="*/ 21143 h 41981"/>
                  <a:gd name="connsiteX10" fmla="*/ 42241 w 41981"/>
                  <a:gd name="connsiteY10" fmla="*/ 21143 h 41981"/>
                  <a:gd name="connsiteX11" fmla="*/ 21251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53"/>
                    </a:moveTo>
                    <a:cubicBezTo>
                      <a:pt x="30193" y="4953"/>
                      <a:pt x="37441" y="12201"/>
                      <a:pt x="37441" y="21143"/>
                    </a:cubicBezTo>
                    <a:lnTo>
                      <a:pt x="37441" y="21143"/>
                    </a:lnTo>
                    <a:cubicBezTo>
                      <a:pt x="37441" y="30085"/>
                      <a:pt x="30193" y="37333"/>
                      <a:pt x="21251" y="37333"/>
                    </a:cubicBezTo>
                    <a:cubicBezTo>
                      <a:pt x="12309" y="37333"/>
                      <a:pt x="5061" y="30085"/>
                      <a:pt x="5061" y="21143"/>
                    </a:cubicBezTo>
                    <a:cubicBezTo>
                      <a:pt x="5061" y="12201"/>
                      <a:pt x="12309" y="4953"/>
                      <a:pt x="21251" y="4953"/>
                    </a:cubicBezTo>
                    <a:close/>
                    <a:moveTo>
                      <a:pt x="21251" y="152"/>
                    </a:moveTo>
                    <a:cubicBezTo>
                      <a:pt x="9658" y="152"/>
                      <a:pt x="260" y="9550"/>
                      <a:pt x="260" y="21143"/>
                    </a:cubicBezTo>
                    <a:cubicBezTo>
                      <a:pt x="260" y="32735"/>
                      <a:pt x="9658" y="42133"/>
                      <a:pt x="21251" y="42133"/>
                    </a:cubicBezTo>
                    <a:cubicBezTo>
                      <a:pt x="32843" y="42133"/>
                      <a:pt x="42241" y="32735"/>
                      <a:pt x="42241" y="21143"/>
                    </a:cubicBezTo>
                    <a:lnTo>
                      <a:pt x="42241" y="21143"/>
                    </a:lnTo>
                    <a:cubicBezTo>
                      <a:pt x="42241" y="9550"/>
                      <a:pt x="32843" y="152"/>
                      <a:pt x="21251" y="152"/>
                    </a:cubicBezTo>
                    <a:close/>
                  </a:path>
                </a:pathLst>
              </a:custGeom>
              <a:solidFill>
                <a:srgbClr val="000000"/>
              </a:solidFill>
              <a:ln w="4794" cap="sq">
                <a:noFill/>
                <a:prstDash val="solid"/>
                <a:round/>
              </a:ln>
            </p:spPr>
            <p:txBody>
              <a:bodyPr rtlCol="0" anchor="ctr"/>
              <a:lstStyle/>
              <a:p>
                <a:endParaRPr lang="en-US"/>
              </a:p>
            </p:txBody>
          </p:sp>
          <p:sp>
            <p:nvSpPr>
              <p:cNvPr id="2674" name="Freeform: Shape 2673">
                <a:extLst>
                  <a:ext uri="{FF2B5EF4-FFF2-40B4-BE49-F238E27FC236}">
                    <a16:creationId xmlns:a16="http://schemas.microsoft.com/office/drawing/2014/main" id="{79C5DB77-5D38-4D87-F000-496010BED506}"/>
                  </a:ext>
                </a:extLst>
              </p:cNvPr>
              <p:cNvSpPr/>
              <p:nvPr/>
            </p:nvSpPr>
            <p:spPr>
              <a:xfrm>
                <a:off x="7685910" y="8028178"/>
                <a:ext cx="37180" cy="37180"/>
              </a:xfrm>
              <a:custGeom>
                <a:avLst/>
                <a:gdLst>
                  <a:gd name="connsiteX0" fmla="*/ 37439 w 37180"/>
                  <a:gd name="connsiteY0" fmla="*/ 18768 h 37180"/>
                  <a:gd name="connsiteX1" fmla="*/ 18849 w 37180"/>
                  <a:gd name="connsiteY1" fmla="*/ 37359 h 37180"/>
                  <a:gd name="connsiteX2" fmla="*/ 259 w 37180"/>
                  <a:gd name="connsiteY2" fmla="*/ 18768 h 37180"/>
                  <a:gd name="connsiteX3" fmla="*/ 18849 w 37180"/>
                  <a:gd name="connsiteY3" fmla="*/ 178 h 37180"/>
                  <a:gd name="connsiteX4" fmla="*/ 37439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8"/>
                    </a:moveTo>
                    <a:cubicBezTo>
                      <a:pt x="37439" y="29036"/>
                      <a:pt x="29116" y="37359"/>
                      <a:pt x="18849" y="37359"/>
                    </a:cubicBezTo>
                    <a:cubicBezTo>
                      <a:pt x="8582" y="37359"/>
                      <a:pt x="259" y="29036"/>
                      <a:pt x="259" y="18768"/>
                    </a:cubicBezTo>
                    <a:cubicBezTo>
                      <a:pt x="259" y="8501"/>
                      <a:pt x="8582" y="178"/>
                      <a:pt x="18849" y="178"/>
                    </a:cubicBezTo>
                    <a:cubicBezTo>
                      <a:pt x="29116" y="178"/>
                      <a:pt x="37439" y="8501"/>
                      <a:pt x="37439" y="18768"/>
                    </a:cubicBezTo>
                    <a:close/>
                  </a:path>
                </a:pathLst>
              </a:custGeom>
              <a:solidFill>
                <a:srgbClr val="A5F7A5"/>
              </a:solidFill>
              <a:ln w="5753" cap="sq">
                <a:noFill/>
                <a:prstDash val="solid"/>
                <a:miter/>
              </a:ln>
            </p:spPr>
            <p:txBody>
              <a:bodyPr rtlCol="0" anchor="ctr"/>
              <a:lstStyle/>
              <a:p>
                <a:endParaRPr lang="en-US"/>
              </a:p>
            </p:txBody>
          </p:sp>
          <p:sp>
            <p:nvSpPr>
              <p:cNvPr id="2675" name="Freeform: Shape 2674">
                <a:extLst>
                  <a:ext uri="{FF2B5EF4-FFF2-40B4-BE49-F238E27FC236}">
                    <a16:creationId xmlns:a16="http://schemas.microsoft.com/office/drawing/2014/main" id="{C45F7EDC-C087-4FD1-837C-CBBB7B784B98}"/>
                  </a:ext>
                </a:extLst>
              </p:cNvPr>
              <p:cNvSpPr/>
              <p:nvPr/>
            </p:nvSpPr>
            <p:spPr>
              <a:xfrm>
                <a:off x="7683510" y="8025778"/>
                <a:ext cx="41981" cy="41981"/>
              </a:xfrm>
              <a:custGeom>
                <a:avLst/>
                <a:gdLst>
                  <a:gd name="connsiteX0" fmla="*/ 21249 w 41981"/>
                  <a:gd name="connsiteY0" fmla="*/ 4978 h 41981"/>
                  <a:gd name="connsiteX1" fmla="*/ 37439 w 41981"/>
                  <a:gd name="connsiteY1" fmla="*/ 21169 h 41981"/>
                  <a:gd name="connsiteX2" fmla="*/ 37439 w 41981"/>
                  <a:gd name="connsiteY2" fmla="*/ 21169 h 41981"/>
                  <a:gd name="connsiteX3" fmla="*/ 21249 w 41981"/>
                  <a:gd name="connsiteY3" fmla="*/ 37359 h 41981"/>
                  <a:gd name="connsiteX4" fmla="*/ 5059 w 41981"/>
                  <a:gd name="connsiteY4" fmla="*/ 21169 h 41981"/>
                  <a:gd name="connsiteX5" fmla="*/ 21249 w 41981"/>
                  <a:gd name="connsiteY5" fmla="*/ 4978 h 41981"/>
                  <a:gd name="connsiteX6" fmla="*/ 21249 w 41981"/>
                  <a:gd name="connsiteY6" fmla="*/ 178 h 41981"/>
                  <a:gd name="connsiteX7" fmla="*/ 259 w 41981"/>
                  <a:gd name="connsiteY7" fmla="*/ 21169 h 41981"/>
                  <a:gd name="connsiteX8" fmla="*/ 21249 w 41981"/>
                  <a:gd name="connsiteY8" fmla="*/ 42159 h 41981"/>
                  <a:gd name="connsiteX9" fmla="*/ 42240 w 41981"/>
                  <a:gd name="connsiteY9" fmla="*/ 21169 h 41981"/>
                  <a:gd name="connsiteX10" fmla="*/ 42240 w 41981"/>
                  <a:gd name="connsiteY10" fmla="*/ 21169 h 41981"/>
                  <a:gd name="connsiteX11" fmla="*/ 21249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8"/>
                    </a:moveTo>
                    <a:cubicBezTo>
                      <a:pt x="30191" y="4978"/>
                      <a:pt x="37439" y="12227"/>
                      <a:pt x="37439" y="21169"/>
                    </a:cubicBezTo>
                    <a:lnTo>
                      <a:pt x="37439" y="21169"/>
                    </a:lnTo>
                    <a:cubicBezTo>
                      <a:pt x="37439" y="30110"/>
                      <a:pt x="30191" y="37359"/>
                      <a:pt x="21249" y="37359"/>
                    </a:cubicBezTo>
                    <a:cubicBezTo>
                      <a:pt x="12307" y="37359"/>
                      <a:pt x="5059" y="30110"/>
                      <a:pt x="5059" y="21169"/>
                    </a:cubicBezTo>
                    <a:cubicBezTo>
                      <a:pt x="5059" y="12227"/>
                      <a:pt x="12307" y="4978"/>
                      <a:pt x="21249" y="4978"/>
                    </a:cubicBezTo>
                    <a:close/>
                    <a:moveTo>
                      <a:pt x="21249" y="178"/>
                    </a:moveTo>
                    <a:cubicBezTo>
                      <a:pt x="9657" y="178"/>
                      <a:pt x="259" y="9576"/>
                      <a:pt x="259" y="21169"/>
                    </a:cubicBezTo>
                    <a:cubicBezTo>
                      <a:pt x="259" y="32761"/>
                      <a:pt x="9657" y="42159"/>
                      <a:pt x="21249" y="42159"/>
                    </a:cubicBezTo>
                    <a:cubicBezTo>
                      <a:pt x="32842" y="42159"/>
                      <a:pt x="42240" y="32761"/>
                      <a:pt x="42240" y="21169"/>
                    </a:cubicBezTo>
                    <a:lnTo>
                      <a:pt x="42240" y="21169"/>
                    </a:lnTo>
                    <a:cubicBezTo>
                      <a:pt x="42240" y="9576"/>
                      <a:pt x="32842" y="178"/>
                      <a:pt x="21249" y="178"/>
                    </a:cubicBezTo>
                    <a:close/>
                  </a:path>
                </a:pathLst>
              </a:custGeom>
              <a:solidFill>
                <a:srgbClr val="000000"/>
              </a:solidFill>
              <a:ln w="4794" cap="sq">
                <a:noFill/>
                <a:prstDash val="solid"/>
                <a:round/>
              </a:ln>
            </p:spPr>
            <p:txBody>
              <a:bodyPr rtlCol="0" anchor="ctr"/>
              <a:lstStyle/>
              <a:p>
                <a:endParaRPr lang="en-US"/>
              </a:p>
            </p:txBody>
          </p:sp>
          <p:sp>
            <p:nvSpPr>
              <p:cNvPr id="2676" name="Freeform: Shape 2675">
                <a:extLst>
                  <a:ext uri="{FF2B5EF4-FFF2-40B4-BE49-F238E27FC236}">
                    <a16:creationId xmlns:a16="http://schemas.microsoft.com/office/drawing/2014/main" id="{EFFC1625-00BD-BADD-F6DA-D9433F9398E3}"/>
                  </a:ext>
                </a:extLst>
              </p:cNvPr>
              <p:cNvSpPr/>
              <p:nvPr/>
            </p:nvSpPr>
            <p:spPr>
              <a:xfrm>
                <a:off x="7647099" y="7940972"/>
                <a:ext cx="37180" cy="37180"/>
              </a:xfrm>
              <a:custGeom>
                <a:avLst/>
                <a:gdLst>
                  <a:gd name="connsiteX0" fmla="*/ 37433 w 37180"/>
                  <a:gd name="connsiteY0" fmla="*/ 18753 h 37180"/>
                  <a:gd name="connsiteX1" fmla="*/ 18842 w 37180"/>
                  <a:gd name="connsiteY1" fmla="*/ 37344 h 37180"/>
                  <a:gd name="connsiteX2" fmla="*/ 252 w 37180"/>
                  <a:gd name="connsiteY2" fmla="*/ 18753 h 37180"/>
                  <a:gd name="connsiteX3" fmla="*/ 18842 w 37180"/>
                  <a:gd name="connsiteY3" fmla="*/ 163 h 37180"/>
                  <a:gd name="connsiteX4" fmla="*/ 37433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53"/>
                    </a:moveTo>
                    <a:cubicBezTo>
                      <a:pt x="37433" y="29020"/>
                      <a:pt x="29110" y="37344"/>
                      <a:pt x="18842" y="37344"/>
                    </a:cubicBezTo>
                    <a:cubicBezTo>
                      <a:pt x="8575" y="37344"/>
                      <a:pt x="252" y="29020"/>
                      <a:pt x="252" y="18753"/>
                    </a:cubicBezTo>
                    <a:cubicBezTo>
                      <a:pt x="252" y="8486"/>
                      <a:pt x="8575" y="163"/>
                      <a:pt x="18842" y="163"/>
                    </a:cubicBezTo>
                    <a:cubicBezTo>
                      <a:pt x="29110" y="163"/>
                      <a:pt x="37433" y="8486"/>
                      <a:pt x="37433" y="18753"/>
                    </a:cubicBezTo>
                    <a:close/>
                  </a:path>
                </a:pathLst>
              </a:custGeom>
              <a:solidFill>
                <a:srgbClr val="F7E0E0"/>
              </a:solidFill>
              <a:ln w="5753" cap="sq">
                <a:noFill/>
                <a:prstDash val="solid"/>
                <a:miter/>
              </a:ln>
            </p:spPr>
            <p:txBody>
              <a:bodyPr rtlCol="0" anchor="ctr"/>
              <a:lstStyle/>
              <a:p>
                <a:endParaRPr lang="en-US"/>
              </a:p>
            </p:txBody>
          </p:sp>
          <p:sp>
            <p:nvSpPr>
              <p:cNvPr id="2677" name="Freeform: Shape 2676">
                <a:extLst>
                  <a:ext uri="{FF2B5EF4-FFF2-40B4-BE49-F238E27FC236}">
                    <a16:creationId xmlns:a16="http://schemas.microsoft.com/office/drawing/2014/main" id="{1C59E46F-C93F-4070-B73E-4BC95D218B07}"/>
                  </a:ext>
                </a:extLst>
              </p:cNvPr>
              <p:cNvSpPr/>
              <p:nvPr/>
            </p:nvSpPr>
            <p:spPr>
              <a:xfrm>
                <a:off x="7644699" y="7938572"/>
                <a:ext cx="41981" cy="41981"/>
              </a:xfrm>
              <a:custGeom>
                <a:avLst/>
                <a:gdLst>
                  <a:gd name="connsiteX0" fmla="*/ 21243 w 41981"/>
                  <a:gd name="connsiteY0" fmla="*/ 4963 h 41981"/>
                  <a:gd name="connsiteX1" fmla="*/ 37433 w 41981"/>
                  <a:gd name="connsiteY1" fmla="*/ 21153 h 41981"/>
                  <a:gd name="connsiteX2" fmla="*/ 37433 w 41981"/>
                  <a:gd name="connsiteY2" fmla="*/ 21153 h 41981"/>
                  <a:gd name="connsiteX3" fmla="*/ 21243 w 41981"/>
                  <a:gd name="connsiteY3" fmla="*/ 37344 h 41981"/>
                  <a:gd name="connsiteX4" fmla="*/ 5052 w 41981"/>
                  <a:gd name="connsiteY4" fmla="*/ 21153 h 41981"/>
                  <a:gd name="connsiteX5" fmla="*/ 21243 w 41981"/>
                  <a:gd name="connsiteY5" fmla="*/ 4963 h 41981"/>
                  <a:gd name="connsiteX6" fmla="*/ 21243 w 41981"/>
                  <a:gd name="connsiteY6" fmla="*/ 163 h 41981"/>
                  <a:gd name="connsiteX7" fmla="*/ 252 w 41981"/>
                  <a:gd name="connsiteY7" fmla="*/ 21153 h 41981"/>
                  <a:gd name="connsiteX8" fmla="*/ 21243 w 41981"/>
                  <a:gd name="connsiteY8" fmla="*/ 42144 h 41981"/>
                  <a:gd name="connsiteX9" fmla="*/ 42233 w 41981"/>
                  <a:gd name="connsiteY9" fmla="*/ 21153 h 41981"/>
                  <a:gd name="connsiteX10" fmla="*/ 42233 w 41981"/>
                  <a:gd name="connsiteY10" fmla="*/ 21153 h 41981"/>
                  <a:gd name="connsiteX11" fmla="*/ 21243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63"/>
                    </a:moveTo>
                    <a:cubicBezTo>
                      <a:pt x="30184" y="4963"/>
                      <a:pt x="37433" y="12212"/>
                      <a:pt x="37433" y="21153"/>
                    </a:cubicBezTo>
                    <a:lnTo>
                      <a:pt x="37433" y="21153"/>
                    </a:lnTo>
                    <a:cubicBezTo>
                      <a:pt x="37433" y="30095"/>
                      <a:pt x="30184" y="37344"/>
                      <a:pt x="21243" y="37344"/>
                    </a:cubicBezTo>
                    <a:cubicBezTo>
                      <a:pt x="12301" y="37344"/>
                      <a:pt x="5052" y="30095"/>
                      <a:pt x="5052" y="21153"/>
                    </a:cubicBezTo>
                    <a:cubicBezTo>
                      <a:pt x="5052" y="12212"/>
                      <a:pt x="12301" y="4963"/>
                      <a:pt x="21243" y="4963"/>
                    </a:cubicBezTo>
                    <a:close/>
                    <a:moveTo>
                      <a:pt x="21243" y="163"/>
                    </a:moveTo>
                    <a:cubicBezTo>
                      <a:pt x="9650" y="163"/>
                      <a:pt x="252" y="9561"/>
                      <a:pt x="252" y="21153"/>
                    </a:cubicBezTo>
                    <a:cubicBezTo>
                      <a:pt x="252" y="32746"/>
                      <a:pt x="9650" y="42144"/>
                      <a:pt x="21243" y="42144"/>
                    </a:cubicBezTo>
                    <a:cubicBezTo>
                      <a:pt x="32835" y="42144"/>
                      <a:pt x="42233" y="32746"/>
                      <a:pt x="42233" y="21153"/>
                    </a:cubicBezTo>
                    <a:lnTo>
                      <a:pt x="42233" y="21153"/>
                    </a:lnTo>
                    <a:cubicBezTo>
                      <a:pt x="42233" y="9561"/>
                      <a:pt x="32835" y="163"/>
                      <a:pt x="21243" y="163"/>
                    </a:cubicBezTo>
                    <a:close/>
                  </a:path>
                </a:pathLst>
              </a:custGeom>
              <a:solidFill>
                <a:srgbClr val="000000"/>
              </a:solidFill>
              <a:ln w="4794" cap="sq">
                <a:noFill/>
                <a:prstDash val="solid"/>
                <a:round/>
              </a:ln>
            </p:spPr>
            <p:txBody>
              <a:bodyPr rtlCol="0" anchor="ctr"/>
              <a:lstStyle/>
              <a:p>
                <a:endParaRPr lang="en-US"/>
              </a:p>
            </p:txBody>
          </p:sp>
          <p:sp>
            <p:nvSpPr>
              <p:cNvPr id="2678" name="Freeform: Shape 2677">
                <a:extLst>
                  <a:ext uri="{FF2B5EF4-FFF2-40B4-BE49-F238E27FC236}">
                    <a16:creationId xmlns:a16="http://schemas.microsoft.com/office/drawing/2014/main" id="{A972A4AE-9D8B-C6D9-2B6A-4F2A1467A46B}"/>
                  </a:ext>
                </a:extLst>
              </p:cNvPr>
              <p:cNvSpPr/>
              <p:nvPr/>
            </p:nvSpPr>
            <p:spPr>
              <a:xfrm>
                <a:off x="7542256" y="7906832"/>
                <a:ext cx="37180" cy="37180"/>
              </a:xfrm>
              <a:custGeom>
                <a:avLst/>
                <a:gdLst>
                  <a:gd name="connsiteX0" fmla="*/ 37415 w 37180"/>
                  <a:gd name="connsiteY0" fmla="*/ 18747 h 37180"/>
                  <a:gd name="connsiteX1" fmla="*/ 18824 w 37180"/>
                  <a:gd name="connsiteY1" fmla="*/ 37338 h 37180"/>
                  <a:gd name="connsiteX2" fmla="*/ 234 w 37180"/>
                  <a:gd name="connsiteY2" fmla="*/ 18747 h 37180"/>
                  <a:gd name="connsiteX3" fmla="*/ 18824 w 37180"/>
                  <a:gd name="connsiteY3" fmla="*/ 157 h 37180"/>
                  <a:gd name="connsiteX4" fmla="*/ 37415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47"/>
                    </a:moveTo>
                    <a:cubicBezTo>
                      <a:pt x="37415" y="29015"/>
                      <a:pt x="29091" y="37338"/>
                      <a:pt x="18824" y="37338"/>
                    </a:cubicBezTo>
                    <a:cubicBezTo>
                      <a:pt x="8557" y="37338"/>
                      <a:pt x="234" y="29015"/>
                      <a:pt x="234" y="18747"/>
                    </a:cubicBezTo>
                    <a:cubicBezTo>
                      <a:pt x="234" y="8480"/>
                      <a:pt x="8557" y="157"/>
                      <a:pt x="18824" y="157"/>
                    </a:cubicBezTo>
                    <a:cubicBezTo>
                      <a:pt x="29091" y="157"/>
                      <a:pt x="37415" y="8480"/>
                      <a:pt x="37415" y="18747"/>
                    </a:cubicBezTo>
                    <a:close/>
                  </a:path>
                </a:pathLst>
              </a:custGeom>
              <a:solidFill>
                <a:srgbClr val="F7A523"/>
              </a:solidFill>
              <a:ln w="5753" cap="sq">
                <a:noFill/>
                <a:prstDash val="solid"/>
                <a:miter/>
              </a:ln>
            </p:spPr>
            <p:txBody>
              <a:bodyPr rtlCol="0" anchor="ctr"/>
              <a:lstStyle/>
              <a:p>
                <a:endParaRPr lang="en-US"/>
              </a:p>
            </p:txBody>
          </p:sp>
          <p:sp>
            <p:nvSpPr>
              <p:cNvPr id="2679" name="Freeform: Shape 2678">
                <a:extLst>
                  <a:ext uri="{FF2B5EF4-FFF2-40B4-BE49-F238E27FC236}">
                    <a16:creationId xmlns:a16="http://schemas.microsoft.com/office/drawing/2014/main" id="{3D367491-4502-A4F3-03D5-C0389D551EC7}"/>
                  </a:ext>
                </a:extLst>
              </p:cNvPr>
              <p:cNvSpPr/>
              <p:nvPr/>
            </p:nvSpPr>
            <p:spPr>
              <a:xfrm>
                <a:off x="7539855" y="7904432"/>
                <a:ext cx="41981" cy="41981"/>
              </a:xfrm>
              <a:custGeom>
                <a:avLst/>
                <a:gdLst>
                  <a:gd name="connsiteX0" fmla="*/ 21224 w 41981"/>
                  <a:gd name="connsiteY0" fmla="*/ 4957 h 41981"/>
                  <a:gd name="connsiteX1" fmla="*/ 37415 w 41981"/>
                  <a:gd name="connsiteY1" fmla="*/ 21148 h 41981"/>
                  <a:gd name="connsiteX2" fmla="*/ 37415 w 41981"/>
                  <a:gd name="connsiteY2" fmla="*/ 21148 h 41981"/>
                  <a:gd name="connsiteX3" fmla="*/ 21224 w 41981"/>
                  <a:gd name="connsiteY3" fmla="*/ 37338 h 41981"/>
                  <a:gd name="connsiteX4" fmla="*/ 5034 w 41981"/>
                  <a:gd name="connsiteY4" fmla="*/ 21148 h 41981"/>
                  <a:gd name="connsiteX5" fmla="*/ 21224 w 41981"/>
                  <a:gd name="connsiteY5" fmla="*/ 4957 h 41981"/>
                  <a:gd name="connsiteX6" fmla="*/ 21224 w 41981"/>
                  <a:gd name="connsiteY6" fmla="*/ 157 h 41981"/>
                  <a:gd name="connsiteX7" fmla="*/ 234 w 41981"/>
                  <a:gd name="connsiteY7" fmla="*/ 21148 h 41981"/>
                  <a:gd name="connsiteX8" fmla="*/ 21224 w 41981"/>
                  <a:gd name="connsiteY8" fmla="*/ 42138 h 41981"/>
                  <a:gd name="connsiteX9" fmla="*/ 42215 w 41981"/>
                  <a:gd name="connsiteY9" fmla="*/ 21148 h 41981"/>
                  <a:gd name="connsiteX10" fmla="*/ 42215 w 41981"/>
                  <a:gd name="connsiteY10" fmla="*/ 21148 h 41981"/>
                  <a:gd name="connsiteX11" fmla="*/ 21224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957"/>
                    </a:moveTo>
                    <a:cubicBezTo>
                      <a:pt x="30166" y="4957"/>
                      <a:pt x="37415" y="12206"/>
                      <a:pt x="37415" y="21148"/>
                    </a:cubicBezTo>
                    <a:lnTo>
                      <a:pt x="37415" y="21148"/>
                    </a:lnTo>
                    <a:cubicBezTo>
                      <a:pt x="37415" y="30089"/>
                      <a:pt x="30166" y="37338"/>
                      <a:pt x="21224" y="37338"/>
                    </a:cubicBezTo>
                    <a:cubicBezTo>
                      <a:pt x="12283" y="37338"/>
                      <a:pt x="5034" y="30089"/>
                      <a:pt x="5034" y="21148"/>
                    </a:cubicBezTo>
                    <a:cubicBezTo>
                      <a:pt x="5034" y="12206"/>
                      <a:pt x="12283" y="4957"/>
                      <a:pt x="21224" y="4957"/>
                    </a:cubicBezTo>
                    <a:close/>
                    <a:moveTo>
                      <a:pt x="21224" y="157"/>
                    </a:moveTo>
                    <a:cubicBezTo>
                      <a:pt x="9632" y="157"/>
                      <a:pt x="234" y="9555"/>
                      <a:pt x="234" y="21148"/>
                    </a:cubicBezTo>
                    <a:cubicBezTo>
                      <a:pt x="234" y="32740"/>
                      <a:pt x="9632" y="42138"/>
                      <a:pt x="21224" y="42138"/>
                    </a:cubicBezTo>
                    <a:cubicBezTo>
                      <a:pt x="32817" y="42138"/>
                      <a:pt x="42215" y="32740"/>
                      <a:pt x="42215" y="21148"/>
                    </a:cubicBezTo>
                    <a:lnTo>
                      <a:pt x="42215" y="21148"/>
                    </a:lnTo>
                    <a:cubicBezTo>
                      <a:pt x="42215" y="9555"/>
                      <a:pt x="32817" y="157"/>
                      <a:pt x="21224" y="157"/>
                    </a:cubicBezTo>
                    <a:close/>
                  </a:path>
                </a:pathLst>
              </a:custGeom>
              <a:solidFill>
                <a:srgbClr val="000000"/>
              </a:solidFill>
              <a:ln w="4794" cap="sq">
                <a:noFill/>
                <a:prstDash val="solid"/>
                <a:round/>
              </a:ln>
            </p:spPr>
            <p:txBody>
              <a:bodyPr rtlCol="0" anchor="ctr"/>
              <a:lstStyle/>
              <a:p>
                <a:endParaRPr lang="en-US"/>
              </a:p>
            </p:txBody>
          </p:sp>
          <p:sp>
            <p:nvSpPr>
              <p:cNvPr id="2680" name="Freeform: Shape 2679">
                <a:extLst>
                  <a:ext uri="{FF2B5EF4-FFF2-40B4-BE49-F238E27FC236}">
                    <a16:creationId xmlns:a16="http://schemas.microsoft.com/office/drawing/2014/main" id="{01431B91-8EEE-0634-D844-AE03B0F57BAD}"/>
                  </a:ext>
                </a:extLst>
              </p:cNvPr>
              <p:cNvSpPr/>
              <p:nvPr/>
            </p:nvSpPr>
            <p:spPr>
              <a:xfrm>
                <a:off x="7769925" y="7804512"/>
                <a:ext cx="37180" cy="37180"/>
              </a:xfrm>
              <a:custGeom>
                <a:avLst/>
                <a:gdLst>
                  <a:gd name="connsiteX0" fmla="*/ 37454 w 37180"/>
                  <a:gd name="connsiteY0" fmla="*/ 18730 h 37180"/>
                  <a:gd name="connsiteX1" fmla="*/ 18864 w 37180"/>
                  <a:gd name="connsiteY1" fmla="*/ 37320 h 37180"/>
                  <a:gd name="connsiteX2" fmla="*/ 273 w 37180"/>
                  <a:gd name="connsiteY2" fmla="*/ 18730 h 37180"/>
                  <a:gd name="connsiteX3" fmla="*/ 18864 w 37180"/>
                  <a:gd name="connsiteY3" fmla="*/ 139 h 37180"/>
                  <a:gd name="connsiteX4" fmla="*/ 37454 w 37180"/>
                  <a:gd name="connsiteY4" fmla="*/ 1873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30"/>
                    </a:moveTo>
                    <a:cubicBezTo>
                      <a:pt x="37454" y="28997"/>
                      <a:pt x="29131" y="37320"/>
                      <a:pt x="18864" y="37320"/>
                    </a:cubicBezTo>
                    <a:cubicBezTo>
                      <a:pt x="8596" y="37320"/>
                      <a:pt x="273" y="28997"/>
                      <a:pt x="273" y="18730"/>
                    </a:cubicBezTo>
                    <a:cubicBezTo>
                      <a:pt x="273" y="8462"/>
                      <a:pt x="8596" y="139"/>
                      <a:pt x="18864" y="139"/>
                    </a:cubicBezTo>
                    <a:cubicBezTo>
                      <a:pt x="29131" y="139"/>
                      <a:pt x="37454" y="8462"/>
                      <a:pt x="37454" y="18730"/>
                    </a:cubicBezTo>
                    <a:close/>
                  </a:path>
                </a:pathLst>
              </a:custGeom>
              <a:solidFill>
                <a:srgbClr val="BCF7BC"/>
              </a:solidFill>
              <a:ln w="5753" cap="sq">
                <a:noFill/>
                <a:prstDash val="solid"/>
                <a:miter/>
              </a:ln>
            </p:spPr>
            <p:txBody>
              <a:bodyPr rtlCol="0" anchor="ctr"/>
              <a:lstStyle/>
              <a:p>
                <a:endParaRPr lang="en-US"/>
              </a:p>
            </p:txBody>
          </p:sp>
          <p:sp>
            <p:nvSpPr>
              <p:cNvPr id="2681" name="Freeform: Shape 2680">
                <a:extLst>
                  <a:ext uri="{FF2B5EF4-FFF2-40B4-BE49-F238E27FC236}">
                    <a16:creationId xmlns:a16="http://schemas.microsoft.com/office/drawing/2014/main" id="{98818846-958A-14DD-6D99-DB41DD7F2C0D}"/>
                  </a:ext>
                </a:extLst>
              </p:cNvPr>
              <p:cNvSpPr/>
              <p:nvPr/>
            </p:nvSpPr>
            <p:spPr>
              <a:xfrm>
                <a:off x="7767525" y="7802112"/>
                <a:ext cx="41981" cy="41981"/>
              </a:xfrm>
              <a:custGeom>
                <a:avLst/>
                <a:gdLst>
                  <a:gd name="connsiteX0" fmla="*/ 21264 w 41981"/>
                  <a:gd name="connsiteY0" fmla="*/ 4940 h 41981"/>
                  <a:gd name="connsiteX1" fmla="*/ 37454 w 41981"/>
                  <a:gd name="connsiteY1" fmla="*/ 21130 h 41981"/>
                  <a:gd name="connsiteX2" fmla="*/ 37454 w 41981"/>
                  <a:gd name="connsiteY2" fmla="*/ 21130 h 41981"/>
                  <a:gd name="connsiteX3" fmla="*/ 21264 w 41981"/>
                  <a:gd name="connsiteY3" fmla="*/ 37320 h 41981"/>
                  <a:gd name="connsiteX4" fmla="*/ 5074 w 41981"/>
                  <a:gd name="connsiteY4" fmla="*/ 21130 h 41981"/>
                  <a:gd name="connsiteX5" fmla="*/ 21264 w 41981"/>
                  <a:gd name="connsiteY5" fmla="*/ 4940 h 41981"/>
                  <a:gd name="connsiteX6" fmla="*/ 21264 w 41981"/>
                  <a:gd name="connsiteY6" fmla="*/ 139 h 41981"/>
                  <a:gd name="connsiteX7" fmla="*/ 273 w 41981"/>
                  <a:gd name="connsiteY7" fmla="*/ 21130 h 41981"/>
                  <a:gd name="connsiteX8" fmla="*/ 21264 w 41981"/>
                  <a:gd name="connsiteY8" fmla="*/ 42120 h 41981"/>
                  <a:gd name="connsiteX9" fmla="*/ 42254 w 41981"/>
                  <a:gd name="connsiteY9" fmla="*/ 21130 h 41981"/>
                  <a:gd name="connsiteX10" fmla="*/ 42254 w 41981"/>
                  <a:gd name="connsiteY10" fmla="*/ 21130 h 41981"/>
                  <a:gd name="connsiteX11" fmla="*/ 21264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40"/>
                    </a:moveTo>
                    <a:cubicBezTo>
                      <a:pt x="30206" y="4940"/>
                      <a:pt x="37454" y="12188"/>
                      <a:pt x="37454" y="21130"/>
                    </a:cubicBezTo>
                    <a:lnTo>
                      <a:pt x="37454" y="21130"/>
                    </a:lnTo>
                    <a:cubicBezTo>
                      <a:pt x="37454" y="30072"/>
                      <a:pt x="30206" y="37320"/>
                      <a:pt x="21264" y="37320"/>
                    </a:cubicBezTo>
                    <a:cubicBezTo>
                      <a:pt x="12322" y="37320"/>
                      <a:pt x="5074" y="30072"/>
                      <a:pt x="5074" y="21130"/>
                    </a:cubicBezTo>
                    <a:cubicBezTo>
                      <a:pt x="5074" y="12188"/>
                      <a:pt x="12322" y="4940"/>
                      <a:pt x="21264" y="4940"/>
                    </a:cubicBezTo>
                    <a:close/>
                    <a:moveTo>
                      <a:pt x="21264" y="139"/>
                    </a:moveTo>
                    <a:cubicBezTo>
                      <a:pt x="9671" y="139"/>
                      <a:pt x="273" y="9537"/>
                      <a:pt x="273" y="21130"/>
                    </a:cubicBezTo>
                    <a:cubicBezTo>
                      <a:pt x="273" y="32722"/>
                      <a:pt x="9671" y="42120"/>
                      <a:pt x="21264" y="42120"/>
                    </a:cubicBezTo>
                    <a:cubicBezTo>
                      <a:pt x="32856" y="42120"/>
                      <a:pt x="42254" y="32722"/>
                      <a:pt x="42254" y="21130"/>
                    </a:cubicBezTo>
                    <a:lnTo>
                      <a:pt x="42254" y="21130"/>
                    </a:lnTo>
                    <a:cubicBezTo>
                      <a:pt x="42254" y="9537"/>
                      <a:pt x="32856" y="139"/>
                      <a:pt x="21264" y="139"/>
                    </a:cubicBezTo>
                    <a:close/>
                  </a:path>
                </a:pathLst>
              </a:custGeom>
              <a:solidFill>
                <a:srgbClr val="000000"/>
              </a:solidFill>
              <a:ln w="4794" cap="sq">
                <a:noFill/>
                <a:prstDash val="solid"/>
                <a:round/>
              </a:ln>
            </p:spPr>
            <p:txBody>
              <a:bodyPr rtlCol="0" anchor="ctr"/>
              <a:lstStyle/>
              <a:p>
                <a:endParaRPr lang="en-US"/>
              </a:p>
            </p:txBody>
          </p:sp>
          <p:sp>
            <p:nvSpPr>
              <p:cNvPr id="2682" name="Freeform: Shape 2681">
                <a:extLst>
                  <a:ext uri="{FF2B5EF4-FFF2-40B4-BE49-F238E27FC236}">
                    <a16:creationId xmlns:a16="http://schemas.microsoft.com/office/drawing/2014/main" id="{ED6503B7-64F2-4E9B-435B-3C7859B4BC92}"/>
                  </a:ext>
                </a:extLst>
              </p:cNvPr>
              <p:cNvSpPr/>
              <p:nvPr/>
            </p:nvSpPr>
            <p:spPr>
              <a:xfrm>
                <a:off x="7541242" y="7849711"/>
                <a:ext cx="37180" cy="37180"/>
              </a:xfrm>
              <a:custGeom>
                <a:avLst/>
                <a:gdLst>
                  <a:gd name="connsiteX0" fmla="*/ 37414 w 37180"/>
                  <a:gd name="connsiteY0" fmla="*/ 18737 h 37180"/>
                  <a:gd name="connsiteX1" fmla="*/ 18824 w 37180"/>
                  <a:gd name="connsiteY1" fmla="*/ 37328 h 37180"/>
                  <a:gd name="connsiteX2" fmla="*/ 234 w 37180"/>
                  <a:gd name="connsiteY2" fmla="*/ 18737 h 37180"/>
                  <a:gd name="connsiteX3" fmla="*/ 18824 w 37180"/>
                  <a:gd name="connsiteY3" fmla="*/ 147 h 37180"/>
                  <a:gd name="connsiteX4" fmla="*/ 37414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4" y="18737"/>
                    </a:moveTo>
                    <a:cubicBezTo>
                      <a:pt x="37414" y="29005"/>
                      <a:pt x="29091" y="37328"/>
                      <a:pt x="18824" y="37328"/>
                    </a:cubicBezTo>
                    <a:cubicBezTo>
                      <a:pt x="8557" y="37328"/>
                      <a:pt x="234" y="29005"/>
                      <a:pt x="234" y="18737"/>
                    </a:cubicBezTo>
                    <a:cubicBezTo>
                      <a:pt x="234" y="8470"/>
                      <a:pt x="8557" y="147"/>
                      <a:pt x="18824" y="147"/>
                    </a:cubicBezTo>
                    <a:cubicBezTo>
                      <a:pt x="29091" y="147"/>
                      <a:pt x="37414" y="8470"/>
                      <a:pt x="37414" y="18737"/>
                    </a:cubicBezTo>
                    <a:close/>
                  </a:path>
                </a:pathLst>
              </a:custGeom>
              <a:solidFill>
                <a:srgbClr val="5FF75F"/>
              </a:solidFill>
              <a:ln w="5753" cap="sq">
                <a:noFill/>
                <a:prstDash val="solid"/>
                <a:miter/>
              </a:ln>
            </p:spPr>
            <p:txBody>
              <a:bodyPr rtlCol="0" anchor="ctr"/>
              <a:lstStyle/>
              <a:p>
                <a:endParaRPr lang="en-US"/>
              </a:p>
            </p:txBody>
          </p:sp>
          <p:sp>
            <p:nvSpPr>
              <p:cNvPr id="2683" name="Freeform: Shape 2682">
                <a:extLst>
                  <a:ext uri="{FF2B5EF4-FFF2-40B4-BE49-F238E27FC236}">
                    <a16:creationId xmlns:a16="http://schemas.microsoft.com/office/drawing/2014/main" id="{D259B1DF-A8DC-3553-85EB-0DACA4189FA1}"/>
                  </a:ext>
                </a:extLst>
              </p:cNvPr>
              <p:cNvSpPr/>
              <p:nvPr/>
            </p:nvSpPr>
            <p:spPr>
              <a:xfrm>
                <a:off x="7538842" y="7847310"/>
                <a:ext cx="41981" cy="41981"/>
              </a:xfrm>
              <a:custGeom>
                <a:avLst/>
                <a:gdLst>
                  <a:gd name="connsiteX0" fmla="*/ 21224 w 41981"/>
                  <a:gd name="connsiteY0" fmla="*/ 4947 h 41981"/>
                  <a:gd name="connsiteX1" fmla="*/ 37414 w 41981"/>
                  <a:gd name="connsiteY1" fmla="*/ 21138 h 41981"/>
                  <a:gd name="connsiteX2" fmla="*/ 37414 w 41981"/>
                  <a:gd name="connsiteY2" fmla="*/ 21138 h 41981"/>
                  <a:gd name="connsiteX3" fmla="*/ 21224 w 41981"/>
                  <a:gd name="connsiteY3" fmla="*/ 37328 h 41981"/>
                  <a:gd name="connsiteX4" fmla="*/ 5034 w 41981"/>
                  <a:gd name="connsiteY4" fmla="*/ 21138 h 41981"/>
                  <a:gd name="connsiteX5" fmla="*/ 21224 w 41981"/>
                  <a:gd name="connsiteY5" fmla="*/ 4947 h 41981"/>
                  <a:gd name="connsiteX6" fmla="*/ 21224 w 41981"/>
                  <a:gd name="connsiteY6" fmla="*/ 147 h 41981"/>
                  <a:gd name="connsiteX7" fmla="*/ 234 w 41981"/>
                  <a:gd name="connsiteY7" fmla="*/ 21138 h 41981"/>
                  <a:gd name="connsiteX8" fmla="*/ 21224 w 41981"/>
                  <a:gd name="connsiteY8" fmla="*/ 42128 h 41981"/>
                  <a:gd name="connsiteX9" fmla="*/ 42215 w 41981"/>
                  <a:gd name="connsiteY9" fmla="*/ 21138 h 41981"/>
                  <a:gd name="connsiteX10" fmla="*/ 42215 w 41981"/>
                  <a:gd name="connsiteY10" fmla="*/ 21138 h 41981"/>
                  <a:gd name="connsiteX11" fmla="*/ 21224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4" y="4947"/>
                    </a:moveTo>
                    <a:cubicBezTo>
                      <a:pt x="30166" y="4947"/>
                      <a:pt x="37414" y="12196"/>
                      <a:pt x="37414" y="21138"/>
                    </a:cubicBezTo>
                    <a:lnTo>
                      <a:pt x="37414" y="21138"/>
                    </a:lnTo>
                    <a:cubicBezTo>
                      <a:pt x="37414" y="30079"/>
                      <a:pt x="30166" y="37328"/>
                      <a:pt x="21224" y="37328"/>
                    </a:cubicBezTo>
                    <a:cubicBezTo>
                      <a:pt x="12282" y="37328"/>
                      <a:pt x="5034" y="30079"/>
                      <a:pt x="5034" y="21138"/>
                    </a:cubicBezTo>
                    <a:cubicBezTo>
                      <a:pt x="5034" y="12196"/>
                      <a:pt x="12282" y="4947"/>
                      <a:pt x="21224" y="4947"/>
                    </a:cubicBezTo>
                    <a:close/>
                    <a:moveTo>
                      <a:pt x="21224" y="147"/>
                    </a:moveTo>
                    <a:cubicBezTo>
                      <a:pt x="9632" y="147"/>
                      <a:pt x="234" y="9545"/>
                      <a:pt x="234" y="21138"/>
                    </a:cubicBezTo>
                    <a:cubicBezTo>
                      <a:pt x="234" y="32730"/>
                      <a:pt x="9632" y="42128"/>
                      <a:pt x="21224" y="42128"/>
                    </a:cubicBezTo>
                    <a:cubicBezTo>
                      <a:pt x="32817" y="42128"/>
                      <a:pt x="42215" y="32730"/>
                      <a:pt x="42215" y="21138"/>
                    </a:cubicBezTo>
                    <a:lnTo>
                      <a:pt x="42215" y="21138"/>
                    </a:lnTo>
                    <a:cubicBezTo>
                      <a:pt x="42215" y="9545"/>
                      <a:pt x="32817" y="147"/>
                      <a:pt x="21224" y="147"/>
                    </a:cubicBezTo>
                    <a:close/>
                  </a:path>
                </a:pathLst>
              </a:custGeom>
              <a:solidFill>
                <a:srgbClr val="000000"/>
              </a:solidFill>
              <a:ln w="4794" cap="sq">
                <a:noFill/>
                <a:prstDash val="solid"/>
                <a:round/>
              </a:ln>
            </p:spPr>
            <p:txBody>
              <a:bodyPr rtlCol="0" anchor="ctr"/>
              <a:lstStyle/>
              <a:p>
                <a:endParaRPr lang="en-US"/>
              </a:p>
            </p:txBody>
          </p:sp>
          <p:sp>
            <p:nvSpPr>
              <p:cNvPr id="2684" name="Freeform: Shape 2683">
                <a:extLst>
                  <a:ext uri="{FF2B5EF4-FFF2-40B4-BE49-F238E27FC236}">
                    <a16:creationId xmlns:a16="http://schemas.microsoft.com/office/drawing/2014/main" id="{1449A439-A996-01C9-973C-D26818A2201E}"/>
                  </a:ext>
                </a:extLst>
              </p:cNvPr>
              <p:cNvSpPr/>
              <p:nvPr/>
            </p:nvSpPr>
            <p:spPr>
              <a:xfrm>
                <a:off x="7673538" y="7844129"/>
                <a:ext cx="37180" cy="37180"/>
              </a:xfrm>
              <a:custGeom>
                <a:avLst/>
                <a:gdLst>
                  <a:gd name="connsiteX0" fmla="*/ 37437 w 37180"/>
                  <a:gd name="connsiteY0" fmla="*/ 18736 h 37180"/>
                  <a:gd name="connsiteX1" fmla="*/ 18847 w 37180"/>
                  <a:gd name="connsiteY1" fmla="*/ 37327 h 37180"/>
                  <a:gd name="connsiteX2" fmla="*/ 257 w 37180"/>
                  <a:gd name="connsiteY2" fmla="*/ 18736 h 37180"/>
                  <a:gd name="connsiteX3" fmla="*/ 18847 w 37180"/>
                  <a:gd name="connsiteY3" fmla="*/ 146 h 37180"/>
                  <a:gd name="connsiteX4" fmla="*/ 37437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36"/>
                    </a:moveTo>
                    <a:cubicBezTo>
                      <a:pt x="37437" y="29004"/>
                      <a:pt x="29114" y="37327"/>
                      <a:pt x="18847" y="37327"/>
                    </a:cubicBezTo>
                    <a:cubicBezTo>
                      <a:pt x="8580" y="37327"/>
                      <a:pt x="257" y="29004"/>
                      <a:pt x="257" y="18736"/>
                    </a:cubicBezTo>
                    <a:cubicBezTo>
                      <a:pt x="257" y="8469"/>
                      <a:pt x="8580" y="146"/>
                      <a:pt x="18847" y="146"/>
                    </a:cubicBezTo>
                    <a:cubicBezTo>
                      <a:pt x="29114" y="146"/>
                      <a:pt x="37437" y="8469"/>
                      <a:pt x="37437" y="18736"/>
                    </a:cubicBezTo>
                    <a:close/>
                  </a:path>
                </a:pathLst>
              </a:custGeom>
              <a:solidFill>
                <a:srgbClr val="C2F7C2"/>
              </a:solidFill>
              <a:ln w="5753" cap="sq">
                <a:noFill/>
                <a:prstDash val="solid"/>
                <a:miter/>
              </a:ln>
            </p:spPr>
            <p:txBody>
              <a:bodyPr rtlCol="0" anchor="ctr"/>
              <a:lstStyle/>
              <a:p>
                <a:endParaRPr lang="en-US"/>
              </a:p>
            </p:txBody>
          </p:sp>
          <p:sp>
            <p:nvSpPr>
              <p:cNvPr id="2685" name="Freeform: Shape 2684">
                <a:extLst>
                  <a:ext uri="{FF2B5EF4-FFF2-40B4-BE49-F238E27FC236}">
                    <a16:creationId xmlns:a16="http://schemas.microsoft.com/office/drawing/2014/main" id="{3379ABBF-4DF5-E239-88E5-630D0A458C68}"/>
                  </a:ext>
                </a:extLst>
              </p:cNvPr>
              <p:cNvSpPr/>
              <p:nvPr/>
            </p:nvSpPr>
            <p:spPr>
              <a:xfrm>
                <a:off x="7671137" y="7841729"/>
                <a:ext cx="41981" cy="41981"/>
              </a:xfrm>
              <a:custGeom>
                <a:avLst/>
                <a:gdLst>
                  <a:gd name="connsiteX0" fmla="*/ 21247 w 41981"/>
                  <a:gd name="connsiteY0" fmla="*/ 4946 h 41981"/>
                  <a:gd name="connsiteX1" fmla="*/ 37437 w 41981"/>
                  <a:gd name="connsiteY1" fmla="*/ 21137 h 41981"/>
                  <a:gd name="connsiteX2" fmla="*/ 37437 w 41981"/>
                  <a:gd name="connsiteY2" fmla="*/ 21137 h 41981"/>
                  <a:gd name="connsiteX3" fmla="*/ 21247 w 41981"/>
                  <a:gd name="connsiteY3" fmla="*/ 37327 h 41981"/>
                  <a:gd name="connsiteX4" fmla="*/ 5057 w 41981"/>
                  <a:gd name="connsiteY4" fmla="*/ 21137 h 41981"/>
                  <a:gd name="connsiteX5" fmla="*/ 21247 w 41981"/>
                  <a:gd name="connsiteY5" fmla="*/ 4946 h 41981"/>
                  <a:gd name="connsiteX6" fmla="*/ 21247 w 41981"/>
                  <a:gd name="connsiteY6" fmla="*/ 146 h 41981"/>
                  <a:gd name="connsiteX7" fmla="*/ 257 w 41981"/>
                  <a:gd name="connsiteY7" fmla="*/ 21137 h 41981"/>
                  <a:gd name="connsiteX8" fmla="*/ 21247 w 41981"/>
                  <a:gd name="connsiteY8" fmla="*/ 42127 h 41981"/>
                  <a:gd name="connsiteX9" fmla="*/ 42238 w 41981"/>
                  <a:gd name="connsiteY9" fmla="*/ 21137 h 41981"/>
                  <a:gd name="connsiteX10" fmla="*/ 42238 w 41981"/>
                  <a:gd name="connsiteY10" fmla="*/ 21137 h 41981"/>
                  <a:gd name="connsiteX11" fmla="*/ 21247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46"/>
                    </a:moveTo>
                    <a:cubicBezTo>
                      <a:pt x="30189" y="4946"/>
                      <a:pt x="37437" y="12195"/>
                      <a:pt x="37437" y="21137"/>
                    </a:cubicBezTo>
                    <a:lnTo>
                      <a:pt x="37437" y="21137"/>
                    </a:lnTo>
                    <a:cubicBezTo>
                      <a:pt x="37437" y="30078"/>
                      <a:pt x="30189" y="37327"/>
                      <a:pt x="21247" y="37327"/>
                    </a:cubicBezTo>
                    <a:cubicBezTo>
                      <a:pt x="12305" y="37327"/>
                      <a:pt x="5057" y="30078"/>
                      <a:pt x="5057" y="21137"/>
                    </a:cubicBezTo>
                    <a:cubicBezTo>
                      <a:pt x="5057" y="12195"/>
                      <a:pt x="12305" y="4946"/>
                      <a:pt x="21247" y="4946"/>
                    </a:cubicBezTo>
                    <a:close/>
                    <a:moveTo>
                      <a:pt x="21247" y="146"/>
                    </a:moveTo>
                    <a:cubicBezTo>
                      <a:pt x="9655" y="146"/>
                      <a:pt x="257" y="9544"/>
                      <a:pt x="257" y="21137"/>
                    </a:cubicBezTo>
                    <a:cubicBezTo>
                      <a:pt x="257" y="32729"/>
                      <a:pt x="9655" y="42127"/>
                      <a:pt x="21247" y="42127"/>
                    </a:cubicBezTo>
                    <a:cubicBezTo>
                      <a:pt x="32840" y="42127"/>
                      <a:pt x="42238" y="32729"/>
                      <a:pt x="42238" y="21137"/>
                    </a:cubicBezTo>
                    <a:lnTo>
                      <a:pt x="42238" y="21137"/>
                    </a:lnTo>
                    <a:cubicBezTo>
                      <a:pt x="42238" y="9544"/>
                      <a:pt x="32840" y="146"/>
                      <a:pt x="21247" y="146"/>
                    </a:cubicBezTo>
                    <a:close/>
                  </a:path>
                </a:pathLst>
              </a:custGeom>
              <a:solidFill>
                <a:srgbClr val="000000"/>
              </a:solidFill>
              <a:ln w="4794" cap="sq">
                <a:noFill/>
                <a:prstDash val="solid"/>
                <a:round/>
              </a:ln>
            </p:spPr>
            <p:txBody>
              <a:bodyPr rtlCol="0" anchor="ctr"/>
              <a:lstStyle/>
              <a:p>
                <a:endParaRPr lang="en-US"/>
              </a:p>
            </p:txBody>
          </p:sp>
          <p:sp>
            <p:nvSpPr>
              <p:cNvPr id="2686" name="Freeform: Shape 2685">
                <a:extLst>
                  <a:ext uri="{FF2B5EF4-FFF2-40B4-BE49-F238E27FC236}">
                    <a16:creationId xmlns:a16="http://schemas.microsoft.com/office/drawing/2014/main" id="{27272409-9A49-0CBC-573C-B34D79D1BC85}"/>
                  </a:ext>
                </a:extLst>
              </p:cNvPr>
              <p:cNvSpPr/>
              <p:nvPr/>
            </p:nvSpPr>
            <p:spPr>
              <a:xfrm>
                <a:off x="7698081" y="7889201"/>
                <a:ext cx="37180" cy="37180"/>
              </a:xfrm>
              <a:custGeom>
                <a:avLst/>
                <a:gdLst>
                  <a:gd name="connsiteX0" fmla="*/ 37442 w 37180"/>
                  <a:gd name="connsiteY0" fmla="*/ 18744 h 37180"/>
                  <a:gd name="connsiteX1" fmla="*/ 18851 w 37180"/>
                  <a:gd name="connsiteY1" fmla="*/ 37335 h 37180"/>
                  <a:gd name="connsiteX2" fmla="*/ 261 w 37180"/>
                  <a:gd name="connsiteY2" fmla="*/ 18744 h 37180"/>
                  <a:gd name="connsiteX3" fmla="*/ 18851 w 37180"/>
                  <a:gd name="connsiteY3" fmla="*/ 154 h 37180"/>
                  <a:gd name="connsiteX4" fmla="*/ 37442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44"/>
                    </a:moveTo>
                    <a:cubicBezTo>
                      <a:pt x="37442" y="29011"/>
                      <a:pt x="29118" y="37335"/>
                      <a:pt x="18851" y="37335"/>
                    </a:cubicBezTo>
                    <a:cubicBezTo>
                      <a:pt x="8584" y="37335"/>
                      <a:pt x="261" y="29011"/>
                      <a:pt x="261" y="18744"/>
                    </a:cubicBezTo>
                    <a:cubicBezTo>
                      <a:pt x="261" y="8477"/>
                      <a:pt x="8584" y="154"/>
                      <a:pt x="18851" y="154"/>
                    </a:cubicBezTo>
                    <a:cubicBezTo>
                      <a:pt x="29118" y="154"/>
                      <a:pt x="37442" y="8477"/>
                      <a:pt x="37442" y="18744"/>
                    </a:cubicBezTo>
                    <a:close/>
                  </a:path>
                </a:pathLst>
              </a:custGeom>
              <a:solidFill>
                <a:srgbClr val="F7F2F2"/>
              </a:solidFill>
              <a:ln w="5753" cap="sq">
                <a:noFill/>
                <a:prstDash val="solid"/>
                <a:miter/>
              </a:ln>
            </p:spPr>
            <p:txBody>
              <a:bodyPr rtlCol="0" anchor="ctr"/>
              <a:lstStyle/>
              <a:p>
                <a:endParaRPr lang="en-US"/>
              </a:p>
            </p:txBody>
          </p:sp>
          <p:sp>
            <p:nvSpPr>
              <p:cNvPr id="2687" name="Freeform: Shape 2686">
                <a:extLst>
                  <a:ext uri="{FF2B5EF4-FFF2-40B4-BE49-F238E27FC236}">
                    <a16:creationId xmlns:a16="http://schemas.microsoft.com/office/drawing/2014/main" id="{455A9402-71E6-5413-5320-EE16A2735BAF}"/>
                  </a:ext>
                </a:extLst>
              </p:cNvPr>
              <p:cNvSpPr/>
              <p:nvPr/>
            </p:nvSpPr>
            <p:spPr>
              <a:xfrm>
                <a:off x="7695681" y="7886801"/>
                <a:ext cx="41981" cy="41981"/>
              </a:xfrm>
              <a:custGeom>
                <a:avLst/>
                <a:gdLst>
                  <a:gd name="connsiteX0" fmla="*/ 21251 w 41981"/>
                  <a:gd name="connsiteY0" fmla="*/ 4954 h 41981"/>
                  <a:gd name="connsiteX1" fmla="*/ 37442 w 41981"/>
                  <a:gd name="connsiteY1" fmla="*/ 21144 h 41981"/>
                  <a:gd name="connsiteX2" fmla="*/ 37442 w 41981"/>
                  <a:gd name="connsiteY2" fmla="*/ 21144 h 41981"/>
                  <a:gd name="connsiteX3" fmla="*/ 21251 w 41981"/>
                  <a:gd name="connsiteY3" fmla="*/ 37335 h 41981"/>
                  <a:gd name="connsiteX4" fmla="*/ 5061 w 41981"/>
                  <a:gd name="connsiteY4" fmla="*/ 21144 h 41981"/>
                  <a:gd name="connsiteX5" fmla="*/ 21251 w 41981"/>
                  <a:gd name="connsiteY5" fmla="*/ 4954 h 41981"/>
                  <a:gd name="connsiteX6" fmla="*/ 21251 w 41981"/>
                  <a:gd name="connsiteY6" fmla="*/ 154 h 41981"/>
                  <a:gd name="connsiteX7" fmla="*/ 261 w 41981"/>
                  <a:gd name="connsiteY7" fmla="*/ 21144 h 41981"/>
                  <a:gd name="connsiteX8" fmla="*/ 21251 w 41981"/>
                  <a:gd name="connsiteY8" fmla="*/ 42135 h 41981"/>
                  <a:gd name="connsiteX9" fmla="*/ 42242 w 41981"/>
                  <a:gd name="connsiteY9" fmla="*/ 21144 h 41981"/>
                  <a:gd name="connsiteX10" fmla="*/ 42242 w 41981"/>
                  <a:gd name="connsiteY10" fmla="*/ 21144 h 41981"/>
                  <a:gd name="connsiteX11" fmla="*/ 21251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54"/>
                    </a:moveTo>
                    <a:cubicBezTo>
                      <a:pt x="30193" y="4954"/>
                      <a:pt x="37442" y="12203"/>
                      <a:pt x="37442" y="21144"/>
                    </a:cubicBezTo>
                    <a:lnTo>
                      <a:pt x="37442" y="21144"/>
                    </a:lnTo>
                    <a:cubicBezTo>
                      <a:pt x="37442" y="30086"/>
                      <a:pt x="30193" y="37335"/>
                      <a:pt x="21251" y="37335"/>
                    </a:cubicBezTo>
                    <a:cubicBezTo>
                      <a:pt x="12310" y="37335"/>
                      <a:pt x="5061" y="30086"/>
                      <a:pt x="5061" y="21144"/>
                    </a:cubicBezTo>
                    <a:cubicBezTo>
                      <a:pt x="5061" y="12203"/>
                      <a:pt x="12310" y="4954"/>
                      <a:pt x="21251" y="4954"/>
                    </a:cubicBezTo>
                    <a:close/>
                    <a:moveTo>
                      <a:pt x="21251" y="154"/>
                    </a:moveTo>
                    <a:cubicBezTo>
                      <a:pt x="9659" y="154"/>
                      <a:pt x="261" y="9552"/>
                      <a:pt x="261" y="21144"/>
                    </a:cubicBezTo>
                    <a:cubicBezTo>
                      <a:pt x="261" y="32737"/>
                      <a:pt x="9659" y="42135"/>
                      <a:pt x="21251" y="42135"/>
                    </a:cubicBezTo>
                    <a:cubicBezTo>
                      <a:pt x="32844" y="42135"/>
                      <a:pt x="42242" y="32737"/>
                      <a:pt x="42242" y="21144"/>
                    </a:cubicBezTo>
                    <a:lnTo>
                      <a:pt x="42242" y="21144"/>
                    </a:lnTo>
                    <a:cubicBezTo>
                      <a:pt x="42242" y="9552"/>
                      <a:pt x="32844" y="154"/>
                      <a:pt x="21251" y="154"/>
                    </a:cubicBezTo>
                    <a:close/>
                  </a:path>
                </a:pathLst>
              </a:custGeom>
              <a:solidFill>
                <a:srgbClr val="000000"/>
              </a:solidFill>
              <a:ln w="4794" cap="sq">
                <a:noFill/>
                <a:prstDash val="solid"/>
                <a:round/>
              </a:ln>
            </p:spPr>
            <p:txBody>
              <a:bodyPr rtlCol="0" anchor="ctr"/>
              <a:lstStyle/>
              <a:p>
                <a:endParaRPr lang="en-US"/>
              </a:p>
            </p:txBody>
          </p:sp>
          <p:sp>
            <p:nvSpPr>
              <p:cNvPr id="2688" name="Freeform: Shape 2687">
                <a:extLst>
                  <a:ext uri="{FF2B5EF4-FFF2-40B4-BE49-F238E27FC236}">
                    <a16:creationId xmlns:a16="http://schemas.microsoft.com/office/drawing/2014/main" id="{724BE794-BD97-FCB3-B84B-E26D5FF4F181}"/>
                  </a:ext>
                </a:extLst>
              </p:cNvPr>
              <p:cNvSpPr/>
              <p:nvPr/>
            </p:nvSpPr>
            <p:spPr>
              <a:xfrm>
                <a:off x="7688508" y="7948564"/>
                <a:ext cx="37180" cy="37180"/>
              </a:xfrm>
              <a:custGeom>
                <a:avLst/>
                <a:gdLst>
                  <a:gd name="connsiteX0" fmla="*/ 37440 w 37180"/>
                  <a:gd name="connsiteY0" fmla="*/ 18755 h 37180"/>
                  <a:gd name="connsiteX1" fmla="*/ 18850 w 37180"/>
                  <a:gd name="connsiteY1" fmla="*/ 37345 h 37180"/>
                  <a:gd name="connsiteX2" fmla="*/ 259 w 37180"/>
                  <a:gd name="connsiteY2" fmla="*/ 18755 h 37180"/>
                  <a:gd name="connsiteX3" fmla="*/ 18850 w 37180"/>
                  <a:gd name="connsiteY3" fmla="*/ 164 h 37180"/>
                  <a:gd name="connsiteX4" fmla="*/ 37440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5"/>
                    </a:moveTo>
                    <a:cubicBezTo>
                      <a:pt x="37440" y="29022"/>
                      <a:pt x="29117" y="37345"/>
                      <a:pt x="18850" y="37345"/>
                    </a:cubicBezTo>
                    <a:cubicBezTo>
                      <a:pt x="8582" y="37345"/>
                      <a:pt x="259" y="29022"/>
                      <a:pt x="259" y="18755"/>
                    </a:cubicBezTo>
                    <a:cubicBezTo>
                      <a:pt x="259" y="8487"/>
                      <a:pt x="8582" y="164"/>
                      <a:pt x="18850" y="164"/>
                    </a:cubicBezTo>
                    <a:cubicBezTo>
                      <a:pt x="29117" y="164"/>
                      <a:pt x="37440" y="8487"/>
                      <a:pt x="37440" y="18755"/>
                    </a:cubicBezTo>
                    <a:close/>
                  </a:path>
                </a:pathLst>
              </a:custGeom>
              <a:solidFill>
                <a:srgbClr val="F7E4E4"/>
              </a:solidFill>
              <a:ln w="5753" cap="sq">
                <a:noFill/>
                <a:prstDash val="solid"/>
                <a:miter/>
              </a:ln>
            </p:spPr>
            <p:txBody>
              <a:bodyPr rtlCol="0" anchor="ctr"/>
              <a:lstStyle/>
              <a:p>
                <a:endParaRPr lang="en-US"/>
              </a:p>
            </p:txBody>
          </p:sp>
          <p:sp>
            <p:nvSpPr>
              <p:cNvPr id="2689" name="Freeform: Shape 2688">
                <a:extLst>
                  <a:ext uri="{FF2B5EF4-FFF2-40B4-BE49-F238E27FC236}">
                    <a16:creationId xmlns:a16="http://schemas.microsoft.com/office/drawing/2014/main" id="{9245F38C-4D62-7464-F98F-378B8A9F3521}"/>
                  </a:ext>
                </a:extLst>
              </p:cNvPr>
              <p:cNvSpPr/>
              <p:nvPr/>
            </p:nvSpPr>
            <p:spPr>
              <a:xfrm>
                <a:off x="7686108" y="7946163"/>
                <a:ext cx="41981" cy="41981"/>
              </a:xfrm>
              <a:custGeom>
                <a:avLst/>
                <a:gdLst>
                  <a:gd name="connsiteX0" fmla="*/ 21250 w 41981"/>
                  <a:gd name="connsiteY0" fmla="*/ 4965 h 41981"/>
                  <a:gd name="connsiteX1" fmla="*/ 37440 w 41981"/>
                  <a:gd name="connsiteY1" fmla="*/ 21155 h 41981"/>
                  <a:gd name="connsiteX2" fmla="*/ 37440 w 41981"/>
                  <a:gd name="connsiteY2" fmla="*/ 21155 h 41981"/>
                  <a:gd name="connsiteX3" fmla="*/ 21250 w 41981"/>
                  <a:gd name="connsiteY3" fmla="*/ 37345 h 41981"/>
                  <a:gd name="connsiteX4" fmla="*/ 5060 w 41981"/>
                  <a:gd name="connsiteY4" fmla="*/ 21155 h 41981"/>
                  <a:gd name="connsiteX5" fmla="*/ 21250 w 41981"/>
                  <a:gd name="connsiteY5" fmla="*/ 4965 h 41981"/>
                  <a:gd name="connsiteX6" fmla="*/ 21250 w 41981"/>
                  <a:gd name="connsiteY6" fmla="*/ 164 h 41981"/>
                  <a:gd name="connsiteX7" fmla="*/ 259 w 41981"/>
                  <a:gd name="connsiteY7" fmla="*/ 21155 h 41981"/>
                  <a:gd name="connsiteX8" fmla="*/ 21250 w 41981"/>
                  <a:gd name="connsiteY8" fmla="*/ 42145 h 41981"/>
                  <a:gd name="connsiteX9" fmla="*/ 42240 w 41981"/>
                  <a:gd name="connsiteY9" fmla="*/ 21155 h 41981"/>
                  <a:gd name="connsiteX10" fmla="*/ 42240 w 41981"/>
                  <a:gd name="connsiteY10" fmla="*/ 21155 h 41981"/>
                  <a:gd name="connsiteX11" fmla="*/ 21250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5"/>
                    </a:moveTo>
                    <a:cubicBezTo>
                      <a:pt x="30192" y="4965"/>
                      <a:pt x="37440" y="12213"/>
                      <a:pt x="37440" y="21155"/>
                    </a:cubicBezTo>
                    <a:lnTo>
                      <a:pt x="37440" y="21155"/>
                    </a:lnTo>
                    <a:cubicBezTo>
                      <a:pt x="37440" y="30097"/>
                      <a:pt x="30192" y="37345"/>
                      <a:pt x="21250" y="37345"/>
                    </a:cubicBezTo>
                    <a:cubicBezTo>
                      <a:pt x="12308" y="37345"/>
                      <a:pt x="5060" y="30097"/>
                      <a:pt x="5060" y="21155"/>
                    </a:cubicBezTo>
                    <a:cubicBezTo>
                      <a:pt x="5060" y="12213"/>
                      <a:pt x="12308" y="4965"/>
                      <a:pt x="21250" y="4965"/>
                    </a:cubicBezTo>
                    <a:close/>
                    <a:moveTo>
                      <a:pt x="21250" y="164"/>
                    </a:moveTo>
                    <a:cubicBezTo>
                      <a:pt x="9657" y="164"/>
                      <a:pt x="259" y="9562"/>
                      <a:pt x="259" y="21155"/>
                    </a:cubicBezTo>
                    <a:cubicBezTo>
                      <a:pt x="259" y="32747"/>
                      <a:pt x="9657" y="42145"/>
                      <a:pt x="21250" y="42145"/>
                    </a:cubicBezTo>
                    <a:cubicBezTo>
                      <a:pt x="32842" y="42145"/>
                      <a:pt x="42240" y="32747"/>
                      <a:pt x="42240" y="21155"/>
                    </a:cubicBezTo>
                    <a:lnTo>
                      <a:pt x="42240" y="21155"/>
                    </a:lnTo>
                    <a:cubicBezTo>
                      <a:pt x="42240" y="9562"/>
                      <a:pt x="32842" y="164"/>
                      <a:pt x="21250" y="164"/>
                    </a:cubicBezTo>
                    <a:close/>
                  </a:path>
                </a:pathLst>
              </a:custGeom>
              <a:solidFill>
                <a:srgbClr val="000000"/>
              </a:solidFill>
              <a:ln w="4794" cap="sq">
                <a:noFill/>
                <a:prstDash val="solid"/>
                <a:round/>
              </a:ln>
            </p:spPr>
            <p:txBody>
              <a:bodyPr rtlCol="0" anchor="ctr"/>
              <a:lstStyle/>
              <a:p>
                <a:endParaRPr lang="en-US"/>
              </a:p>
            </p:txBody>
          </p:sp>
          <p:sp>
            <p:nvSpPr>
              <p:cNvPr id="2690" name="Freeform: Shape 2689">
                <a:extLst>
                  <a:ext uri="{FF2B5EF4-FFF2-40B4-BE49-F238E27FC236}">
                    <a16:creationId xmlns:a16="http://schemas.microsoft.com/office/drawing/2014/main" id="{26929230-3276-5825-A5DA-F2459663120C}"/>
                  </a:ext>
                </a:extLst>
              </p:cNvPr>
              <p:cNvSpPr/>
              <p:nvPr/>
            </p:nvSpPr>
            <p:spPr>
              <a:xfrm>
                <a:off x="7742634" y="7828185"/>
                <a:ext cx="37180" cy="37180"/>
              </a:xfrm>
              <a:custGeom>
                <a:avLst/>
                <a:gdLst>
                  <a:gd name="connsiteX0" fmla="*/ 37449 w 37180"/>
                  <a:gd name="connsiteY0" fmla="*/ 18734 h 37180"/>
                  <a:gd name="connsiteX1" fmla="*/ 18859 w 37180"/>
                  <a:gd name="connsiteY1" fmla="*/ 37324 h 37180"/>
                  <a:gd name="connsiteX2" fmla="*/ 269 w 37180"/>
                  <a:gd name="connsiteY2" fmla="*/ 18734 h 37180"/>
                  <a:gd name="connsiteX3" fmla="*/ 18859 w 37180"/>
                  <a:gd name="connsiteY3" fmla="*/ 143 h 37180"/>
                  <a:gd name="connsiteX4" fmla="*/ 37449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34"/>
                    </a:moveTo>
                    <a:cubicBezTo>
                      <a:pt x="37449" y="29001"/>
                      <a:pt x="29126" y="37324"/>
                      <a:pt x="18859" y="37324"/>
                    </a:cubicBezTo>
                    <a:cubicBezTo>
                      <a:pt x="8592" y="37324"/>
                      <a:pt x="269" y="29001"/>
                      <a:pt x="269" y="18734"/>
                    </a:cubicBezTo>
                    <a:cubicBezTo>
                      <a:pt x="269" y="8467"/>
                      <a:pt x="8592" y="143"/>
                      <a:pt x="18859" y="143"/>
                    </a:cubicBezTo>
                    <a:cubicBezTo>
                      <a:pt x="29126" y="143"/>
                      <a:pt x="37449" y="8467"/>
                      <a:pt x="37449" y="18734"/>
                    </a:cubicBezTo>
                    <a:close/>
                  </a:path>
                </a:pathLst>
              </a:custGeom>
              <a:solidFill>
                <a:srgbClr val="E9F7E9"/>
              </a:solidFill>
              <a:ln w="5753" cap="sq">
                <a:noFill/>
                <a:prstDash val="solid"/>
                <a:miter/>
              </a:ln>
            </p:spPr>
            <p:txBody>
              <a:bodyPr rtlCol="0" anchor="ctr"/>
              <a:lstStyle/>
              <a:p>
                <a:endParaRPr lang="en-US"/>
              </a:p>
            </p:txBody>
          </p:sp>
          <p:sp>
            <p:nvSpPr>
              <p:cNvPr id="2691" name="Freeform: Shape 2690">
                <a:extLst>
                  <a:ext uri="{FF2B5EF4-FFF2-40B4-BE49-F238E27FC236}">
                    <a16:creationId xmlns:a16="http://schemas.microsoft.com/office/drawing/2014/main" id="{8A58AB05-2E17-81AA-327C-3097BF6DDEA7}"/>
                  </a:ext>
                </a:extLst>
              </p:cNvPr>
              <p:cNvSpPr/>
              <p:nvPr/>
            </p:nvSpPr>
            <p:spPr>
              <a:xfrm>
                <a:off x="7740234" y="7825785"/>
                <a:ext cx="41981" cy="41981"/>
              </a:xfrm>
              <a:custGeom>
                <a:avLst/>
                <a:gdLst>
                  <a:gd name="connsiteX0" fmla="*/ 21259 w 41981"/>
                  <a:gd name="connsiteY0" fmla="*/ 4944 h 41981"/>
                  <a:gd name="connsiteX1" fmla="*/ 37449 w 41981"/>
                  <a:gd name="connsiteY1" fmla="*/ 21134 h 41981"/>
                  <a:gd name="connsiteX2" fmla="*/ 37449 w 41981"/>
                  <a:gd name="connsiteY2" fmla="*/ 21134 h 41981"/>
                  <a:gd name="connsiteX3" fmla="*/ 21259 w 41981"/>
                  <a:gd name="connsiteY3" fmla="*/ 37324 h 41981"/>
                  <a:gd name="connsiteX4" fmla="*/ 5069 w 41981"/>
                  <a:gd name="connsiteY4" fmla="*/ 21134 h 41981"/>
                  <a:gd name="connsiteX5" fmla="*/ 21259 w 41981"/>
                  <a:gd name="connsiteY5" fmla="*/ 4944 h 41981"/>
                  <a:gd name="connsiteX6" fmla="*/ 21259 w 41981"/>
                  <a:gd name="connsiteY6" fmla="*/ 143 h 41981"/>
                  <a:gd name="connsiteX7" fmla="*/ 269 w 41981"/>
                  <a:gd name="connsiteY7" fmla="*/ 21134 h 41981"/>
                  <a:gd name="connsiteX8" fmla="*/ 21259 w 41981"/>
                  <a:gd name="connsiteY8" fmla="*/ 42124 h 41981"/>
                  <a:gd name="connsiteX9" fmla="*/ 42250 w 41981"/>
                  <a:gd name="connsiteY9" fmla="*/ 21134 h 41981"/>
                  <a:gd name="connsiteX10" fmla="*/ 42250 w 41981"/>
                  <a:gd name="connsiteY10" fmla="*/ 21134 h 41981"/>
                  <a:gd name="connsiteX11" fmla="*/ 21259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44"/>
                    </a:moveTo>
                    <a:cubicBezTo>
                      <a:pt x="30201" y="4944"/>
                      <a:pt x="37449" y="12192"/>
                      <a:pt x="37449" y="21134"/>
                    </a:cubicBezTo>
                    <a:lnTo>
                      <a:pt x="37449" y="21134"/>
                    </a:lnTo>
                    <a:cubicBezTo>
                      <a:pt x="37449" y="30076"/>
                      <a:pt x="30201" y="37324"/>
                      <a:pt x="21259" y="37324"/>
                    </a:cubicBezTo>
                    <a:cubicBezTo>
                      <a:pt x="12317" y="37324"/>
                      <a:pt x="5069" y="30076"/>
                      <a:pt x="5069" y="21134"/>
                    </a:cubicBezTo>
                    <a:cubicBezTo>
                      <a:pt x="5069" y="12192"/>
                      <a:pt x="12317" y="4944"/>
                      <a:pt x="21259" y="4944"/>
                    </a:cubicBezTo>
                    <a:close/>
                    <a:moveTo>
                      <a:pt x="21259" y="143"/>
                    </a:moveTo>
                    <a:cubicBezTo>
                      <a:pt x="9667" y="143"/>
                      <a:pt x="269" y="9541"/>
                      <a:pt x="269" y="21134"/>
                    </a:cubicBezTo>
                    <a:cubicBezTo>
                      <a:pt x="269" y="32726"/>
                      <a:pt x="9667" y="42124"/>
                      <a:pt x="21259" y="42124"/>
                    </a:cubicBezTo>
                    <a:cubicBezTo>
                      <a:pt x="32852" y="42124"/>
                      <a:pt x="42250" y="32726"/>
                      <a:pt x="42250" y="21134"/>
                    </a:cubicBezTo>
                    <a:lnTo>
                      <a:pt x="42250" y="21134"/>
                    </a:lnTo>
                    <a:cubicBezTo>
                      <a:pt x="42250" y="9541"/>
                      <a:pt x="32852" y="143"/>
                      <a:pt x="21259" y="143"/>
                    </a:cubicBezTo>
                    <a:close/>
                  </a:path>
                </a:pathLst>
              </a:custGeom>
              <a:solidFill>
                <a:srgbClr val="000000"/>
              </a:solidFill>
              <a:ln w="4794" cap="sq">
                <a:noFill/>
                <a:prstDash val="solid"/>
                <a:round/>
              </a:ln>
            </p:spPr>
            <p:txBody>
              <a:bodyPr rtlCol="0" anchor="ctr"/>
              <a:lstStyle/>
              <a:p>
                <a:endParaRPr lang="en-US"/>
              </a:p>
            </p:txBody>
          </p:sp>
          <p:sp>
            <p:nvSpPr>
              <p:cNvPr id="2692" name="Freeform: Shape 2691">
                <a:extLst>
                  <a:ext uri="{FF2B5EF4-FFF2-40B4-BE49-F238E27FC236}">
                    <a16:creationId xmlns:a16="http://schemas.microsoft.com/office/drawing/2014/main" id="{5EECDB51-7A1F-C4F0-49BB-3729BAB5D8A5}"/>
                  </a:ext>
                </a:extLst>
              </p:cNvPr>
              <p:cNvSpPr/>
              <p:nvPr/>
            </p:nvSpPr>
            <p:spPr>
              <a:xfrm>
                <a:off x="7760001" y="7986925"/>
                <a:ext cx="37180" cy="37180"/>
              </a:xfrm>
              <a:custGeom>
                <a:avLst/>
                <a:gdLst>
                  <a:gd name="connsiteX0" fmla="*/ 37452 w 37180"/>
                  <a:gd name="connsiteY0" fmla="*/ 18761 h 37180"/>
                  <a:gd name="connsiteX1" fmla="*/ 18862 w 37180"/>
                  <a:gd name="connsiteY1" fmla="*/ 37352 h 37180"/>
                  <a:gd name="connsiteX2" fmla="*/ 272 w 37180"/>
                  <a:gd name="connsiteY2" fmla="*/ 18761 h 37180"/>
                  <a:gd name="connsiteX3" fmla="*/ 18862 w 37180"/>
                  <a:gd name="connsiteY3" fmla="*/ 171 h 37180"/>
                  <a:gd name="connsiteX4" fmla="*/ 37452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1"/>
                    </a:moveTo>
                    <a:cubicBezTo>
                      <a:pt x="37452" y="29028"/>
                      <a:pt x="29129" y="37352"/>
                      <a:pt x="18862" y="37352"/>
                    </a:cubicBezTo>
                    <a:cubicBezTo>
                      <a:pt x="8595" y="37352"/>
                      <a:pt x="272" y="29028"/>
                      <a:pt x="272" y="18761"/>
                    </a:cubicBezTo>
                    <a:cubicBezTo>
                      <a:pt x="272" y="8494"/>
                      <a:pt x="8595" y="171"/>
                      <a:pt x="18862" y="171"/>
                    </a:cubicBezTo>
                    <a:cubicBezTo>
                      <a:pt x="29129" y="171"/>
                      <a:pt x="37452" y="8494"/>
                      <a:pt x="37452" y="18761"/>
                    </a:cubicBezTo>
                    <a:close/>
                  </a:path>
                </a:pathLst>
              </a:custGeom>
              <a:solidFill>
                <a:srgbClr val="F7E9E9"/>
              </a:solidFill>
              <a:ln w="5753" cap="sq">
                <a:noFill/>
                <a:prstDash val="solid"/>
                <a:miter/>
              </a:ln>
            </p:spPr>
            <p:txBody>
              <a:bodyPr rtlCol="0" anchor="ctr"/>
              <a:lstStyle/>
              <a:p>
                <a:endParaRPr lang="en-US"/>
              </a:p>
            </p:txBody>
          </p:sp>
          <p:sp>
            <p:nvSpPr>
              <p:cNvPr id="2693" name="Freeform: Shape 2692">
                <a:extLst>
                  <a:ext uri="{FF2B5EF4-FFF2-40B4-BE49-F238E27FC236}">
                    <a16:creationId xmlns:a16="http://schemas.microsoft.com/office/drawing/2014/main" id="{31BE4414-6079-361A-73DF-061A3E3D15A5}"/>
                  </a:ext>
                </a:extLst>
              </p:cNvPr>
              <p:cNvSpPr/>
              <p:nvPr/>
            </p:nvSpPr>
            <p:spPr>
              <a:xfrm>
                <a:off x="7757601" y="7984525"/>
                <a:ext cx="41981" cy="41981"/>
              </a:xfrm>
              <a:custGeom>
                <a:avLst/>
                <a:gdLst>
                  <a:gd name="connsiteX0" fmla="*/ 21262 w 41981"/>
                  <a:gd name="connsiteY0" fmla="*/ 4971 h 41981"/>
                  <a:gd name="connsiteX1" fmla="*/ 37452 w 41981"/>
                  <a:gd name="connsiteY1" fmla="*/ 21161 h 41981"/>
                  <a:gd name="connsiteX2" fmla="*/ 37452 w 41981"/>
                  <a:gd name="connsiteY2" fmla="*/ 21161 h 41981"/>
                  <a:gd name="connsiteX3" fmla="*/ 21262 w 41981"/>
                  <a:gd name="connsiteY3" fmla="*/ 37352 h 41981"/>
                  <a:gd name="connsiteX4" fmla="*/ 5072 w 41981"/>
                  <a:gd name="connsiteY4" fmla="*/ 21161 h 41981"/>
                  <a:gd name="connsiteX5" fmla="*/ 21262 w 41981"/>
                  <a:gd name="connsiteY5" fmla="*/ 4971 h 41981"/>
                  <a:gd name="connsiteX6" fmla="*/ 21262 w 41981"/>
                  <a:gd name="connsiteY6" fmla="*/ 171 h 41981"/>
                  <a:gd name="connsiteX7" fmla="*/ 272 w 41981"/>
                  <a:gd name="connsiteY7" fmla="*/ 21161 h 41981"/>
                  <a:gd name="connsiteX8" fmla="*/ 21262 w 41981"/>
                  <a:gd name="connsiteY8" fmla="*/ 42152 h 41981"/>
                  <a:gd name="connsiteX9" fmla="*/ 42253 w 41981"/>
                  <a:gd name="connsiteY9" fmla="*/ 21161 h 41981"/>
                  <a:gd name="connsiteX10" fmla="*/ 42253 w 41981"/>
                  <a:gd name="connsiteY10" fmla="*/ 21161 h 41981"/>
                  <a:gd name="connsiteX11" fmla="*/ 21262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1"/>
                    </a:moveTo>
                    <a:cubicBezTo>
                      <a:pt x="30204" y="4971"/>
                      <a:pt x="37452" y="12220"/>
                      <a:pt x="37452" y="21161"/>
                    </a:cubicBezTo>
                    <a:lnTo>
                      <a:pt x="37452" y="21161"/>
                    </a:lnTo>
                    <a:cubicBezTo>
                      <a:pt x="37452" y="30103"/>
                      <a:pt x="30204" y="37352"/>
                      <a:pt x="21262" y="37352"/>
                    </a:cubicBezTo>
                    <a:cubicBezTo>
                      <a:pt x="12320" y="37352"/>
                      <a:pt x="5072" y="30103"/>
                      <a:pt x="5072" y="21161"/>
                    </a:cubicBezTo>
                    <a:cubicBezTo>
                      <a:pt x="5072" y="12220"/>
                      <a:pt x="12320" y="4971"/>
                      <a:pt x="21262" y="4971"/>
                    </a:cubicBezTo>
                    <a:close/>
                    <a:moveTo>
                      <a:pt x="21262" y="171"/>
                    </a:moveTo>
                    <a:cubicBezTo>
                      <a:pt x="9670" y="171"/>
                      <a:pt x="272" y="9569"/>
                      <a:pt x="272" y="21161"/>
                    </a:cubicBezTo>
                    <a:cubicBezTo>
                      <a:pt x="272" y="32754"/>
                      <a:pt x="9670" y="42152"/>
                      <a:pt x="21262" y="42152"/>
                    </a:cubicBezTo>
                    <a:cubicBezTo>
                      <a:pt x="32855" y="42152"/>
                      <a:pt x="42253" y="32754"/>
                      <a:pt x="42253" y="21161"/>
                    </a:cubicBezTo>
                    <a:lnTo>
                      <a:pt x="42253" y="21161"/>
                    </a:lnTo>
                    <a:cubicBezTo>
                      <a:pt x="42253" y="9569"/>
                      <a:pt x="32855" y="171"/>
                      <a:pt x="21262" y="171"/>
                    </a:cubicBezTo>
                    <a:close/>
                  </a:path>
                </a:pathLst>
              </a:custGeom>
              <a:solidFill>
                <a:srgbClr val="000000"/>
              </a:solidFill>
              <a:ln w="4794" cap="sq">
                <a:noFill/>
                <a:prstDash val="solid"/>
                <a:round/>
              </a:ln>
            </p:spPr>
            <p:txBody>
              <a:bodyPr rtlCol="0" anchor="ctr"/>
              <a:lstStyle/>
              <a:p>
                <a:endParaRPr lang="en-US"/>
              </a:p>
            </p:txBody>
          </p:sp>
          <p:sp>
            <p:nvSpPr>
              <p:cNvPr id="2694" name="Freeform: Shape 2693">
                <a:extLst>
                  <a:ext uri="{FF2B5EF4-FFF2-40B4-BE49-F238E27FC236}">
                    <a16:creationId xmlns:a16="http://schemas.microsoft.com/office/drawing/2014/main" id="{B058D17D-B7F7-1C78-BDEE-B23CD0347DD7}"/>
                  </a:ext>
                </a:extLst>
              </p:cNvPr>
              <p:cNvSpPr/>
              <p:nvPr/>
            </p:nvSpPr>
            <p:spPr>
              <a:xfrm>
                <a:off x="7655906" y="8098952"/>
                <a:ext cx="37180" cy="37180"/>
              </a:xfrm>
              <a:custGeom>
                <a:avLst/>
                <a:gdLst>
                  <a:gd name="connsiteX0" fmla="*/ 37434 w 37180"/>
                  <a:gd name="connsiteY0" fmla="*/ 18781 h 37180"/>
                  <a:gd name="connsiteX1" fmla="*/ 18844 w 37180"/>
                  <a:gd name="connsiteY1" fmla="*/ 37371 h 37180"/>
                  <a:gd name="connsiteX2" fmla="*/ 253 w 37180"/>
                  <a:gd name="connsiteY2" fmla="*/ 18781 h 37180"/>
                  <a:gd name="connsiteX3" fmla="*/ 18844 w 37180"/>
                  <a:gd name="connsiteY3" fmla="*/ 190 h 37180"/>
                  <a:gd name="connsiteX4" fmla="*/ 37434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81"/>
                    </a:moveTo>
                    <a:cubicBezTo>
                      <a:pt x="37434" y="29048"/>
                      <a:pt x="29111" y="37371"/>
                      <a:pt x="18844" y="37371"/>
                    </a:cubicBezTo>
                    <a:cubicBezTo>
                      <a:pt x="8577" y="37371"/>
                      <a:pt x="253" y="29048"/>
                      <a:pt x="253" y="18781"/>
                    </a:cubicBezTo>
                    <a:cubicBezTo>
                      <a:pt x="253" y="8514"/>
                      <a:pt x="8577" y="190"/>
                      <a:pt x="18844" y="190"/>
                    </a:cubicBezTo>
                    <a:cubicBezTo>
                      <a:pt x="29111" y="190"/>
                      <a:pt x="37434" y="8514"/>
                      <a:pt x="37434" y="18781"/>
                    </a:cubicBezTo>
                    <a:close/>
                  </a:path>
                </a:pathLst>
              </a:custGeom>
              <a:solidFill>
                <a:srgbClr val="F4F7F4"/>
              </a:solidFill>
              <a:ln w="5753" cap="sq">
                <a:noFill/>
                <a:prstDash val="solid"/>
                <a:miter/>
              </a:ln>
            </p:spPr>
            <p:txBody>
              <a:bodyPr rtlCol="0" anchor="ctr"/>
              <a:lstStyle/>
              <a:p>
                <a:endParaRPr lang="en-US"/>
              </a:p>
            </p:txBody>
          </p:sp>
          <p:sp>
            <p:nvSpPr>
              <p:cNvPr id="2695" name="Freeform: Shape 2694">
                <a:extLst>
                  <a:ext uri="{FF2B5EF4-FFF2-40B4-BE49-F238E27FC236}">
                    <a16:creationId xmlns:a16="http://schemas.microsoft.com/office/drawing/2014/main" id="{000CB410-60FD-FFD9-5714-6A0AA93F4715}"/>
                  </a:ext>
                </a:extLst>
              </p:cNvPr>
              <p:cNvSpPr/>
              <p:nvPr/>
            </p:nvSpPr>
            <p:spPr>
              <a:xfrm>
                <a:off x="7653506" y="8096551"/>
                <a:ext cx="41981" cy="41981"/>
              </a:xfrm>
              <a:custGeom>
                <a:avLst/>
                <a:gdLst>
                  <a:gd name="connsiteX0" fmla="*/ 21244 w 41981"/>
                  <a:gd name="connsiteY0" fmla="*/ 4991 h 41981"/>
                  <a:gd name="connsiteX1" fmla="*/ 37434 w 41981"/>
                  <a:gd name="connsiteY1" fmla="*/ 21181 h 41981"/>
                  <a:gd name="connsiteX2" fmla="*/ 37434 w 41981"/>
                  <a:gd name="connsiteY2" fmla="*/ 21181 h 41981"/>
                  <a:gd name="connsiteX3" fmla="*/ 21244 w 41981"/>
                  <a:gd name="connsiteY3" fmla="*/ 37371 h 41981"/>
                  <a:gd name="connsiteX4" fmla="*/ 5054 w 41981"/>
                  <a:gd name="connsiteY4" fmla="*/ 21181 h 41981"/>
                  <a:gd name="connsiteX5" fmla="*/ 21244 w 41981"/>
                  <a:gd name="connsiteY5" fmla="*/ 4991 h 41981"/>
                  <a:gd name="connsiteX6" fmla="*/ 21244 w 41981"/>
                  <a:gd name="connsiteY6" fmla="*/ 190 h 41981"/>
                  <a:gd name="connsiteX7" fmla="*/ 253 w 41981"/>
                  <a:gd name="connsiteY7" fmla="*/ 21181 h 41981"/>
                  <a:gd name="connsiteX8" fmla="*/ 21244 w 41981"/>
                  <a:gd name="connsiteY8" fmla="*/ 42172 h 41981"/>
                  <a:gd name="connsiteX9" fmla="*/ 42235 w 41981"/>
                  <a:gd name="connsiteY9" fmla="*/ 21181 h 41981"/>
                  <a:gd name="connsiteX10" fmla="*/ 42235 w 41981"/>
                  <a:gd name="connsiteY10" fmla="*/ 21181 h 41981"/>
                  <a:gd name="connsiteX11" fmla="*/ 21244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4991"/>
                    </a:moveTo>
                    <a:cubicBezTo>
                      <a:pt x="30186" y="4991"/>
                      <a:pt x="37434" y="12239"/>
                      <a:pt x="37434" y="21181"/>
                    </a:cubicBezTo>
                    <a:lnTo>
                      <a:pt x="37434" y="21181"/>
                    </a:lnTo>
                    <a:cubicBezTo>
                      <a:pt x="37434" y="30123"/>
                      <a:pt x="30186" y="37371"/>
                      <a:pt x="21244" y="37371"/>
                    </a:cubicBezTo>
                    <a:cubicBezTo>
                      <a:pt x="12302" y="37371"/>
                      <a:pt x="5054" y="30123"/>
                      <a:pt x="5054" y="21181"/>
                    </a:cubicBezTo>
                    <a:cubicBezTo>
                      <a:pt x="5054" y="12239"/>
                      <a:pt x="12302" y="4991"/>
                      <a:pt x="21244" y="4991"/>
                    </a:cubicBezTo>
                    <a:close/>
                    <a:moveTo>
                      <a:pt x="21244" y="190"/>
                    </a:moveTo>
                    <a:cubicBezTo>
                      <a:pt x="9651" y="190"/>
                      <a:pt x="253" y="9588"/>
                      <a:pt x="253" y="21181"/>
                    </a:cubicBezTo>
                    <a:cubicBezTo>
                      <a:pt x="253" y="32773"/>
                      <a:pt x="9651" y="42172"/>
                      <a:pt x="21244" y="42172"/>
                    </a:cubicBezTo>
                    <a:cubicBezTo>
                      <a:pt x="32837" y="42172"/>
                      <a:pt x="42235" y="32773"/>
                      <a:pt x="42235" y="21181"/>
                    </a:cubicBezTo>
                    <a:lnTo>
                      <a:pt x="42235" y="21181"/>
                    </a:lnTo>
                    <a:cubicBezTo>
                      <a:pt x="42235" y="9588"/>
                      <a:pt x="32837" y="190"/>
                      <a:pt x="21244" y="190"/>
                    </a:cubicBezTo>
                    <a:close/>
                  </a:path>
                </a:pathLst>
              </a:custGeom>
              <a:solidFill>
                <a:srgbClr val="000000"/>
              </a:solidFill>
              <a:ln w="4794" cap="sq">
                <a:noFill/>
                <a:prstDash val="solid"/>
                <a:round/>
              </a:ln>
            </p:spPr>
            <p:txBody>
              <a:bodyPr rtlCol="0" anchor="ctr"/>
              <a:lstStyle/>
              <a:p>
                <a:endParaRPr lang="en-US"/>
              </a:p>
            </p:txBody>
          </p:sp>
          <p:sp>
            <p:nvSpPr>
              <p:cNvPr id="2696" name="Freeform: Shape 2695">
                <a:extLst>
                  <a:ext uri="{FF2B5EF4-FFF2-40B4-BE49-F238E27FC236}">
                    <a16:creationId xmlns:a16="http://schemas.microsoft.com/office/drawing/2014/main" id="{187668D8-D8BD-96A8-D211-7E3ED705F354}"/>
                  </a:ext>
                </a:extLst>
              </p:cNvPr>
              <p:cNvSpPr/>
              <p:nvPr/>
            </p:nvSpPr>
            <p:spPr>
              <a:xfrm>
                <a:off x="7494062" y="8172576"/>
                <a:ext cx="37180" cy="37180"/>
              </a:xfrm>
              <a:custGeom>
                <a:avLst/>
                <a:gdLst>
                  <a:gd name="connsiteX0" fmla="*/ 37406 w 37180"/>
                  <a:gd name="connsiteY0" fmla="*/ 18793 h 37180"/>
                  <a:gd name="connsiteX1" fmla="*/ 18816 w 37180"/>
                  <a:gd name="connsiteY1" fmla="*/ 37384 h 37180"/>
                  <a:gd name="connsiteX2" fmla="*/ 225 w 37180"/>
                  <a:gd name="connsiteY2" fmla="*/ 18793 h 37180"/>
                  <a:gd name="connsiteX3" fmla="*/ 18816 w 37180"/>
                  <a:gd name="connsiteY3" fmla="*/ 203 h 37180"/>
                  <a:gd name="connsiteX4" fmla="*/ 37406 w 37180"/>
                  <a:gd name="connsiteY4" fmla="*/ 1879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6" y="18793"/>
                    </a:moveTo>
                    <a:cubicBezTo>
                      <a:pt x="37406" y="29061"/>
                      <a:pt x="29083" y="37384"/>
                      <a:pt x="18816" y="37384"/>
                    </a:cubicBezTo>
                    <a:cubicBezTo>
                      <a:pt x="8549" y="37384"/>
                      <a:pt x="225" y="29061"/>
                      <a:pt x="225" y="18793"/>
                    </a:cubicBezTo>
                    <a:cubicBezTo>
                      <a:pt x="225" y="8526"/>
                      <a:pt x="8549" y="203"/>
                      <a:pt x="18816" y="203"/>
                    </a:cubicBezTo>
                    <a:cubicBezTo>
                      <a:pt x="29083" y="203"/>
                      <a:pt x="37406" y="8526"/>
                      <a:pt x="37406" y="18793"/>
                    </a:cubicBezTo>
                    <a:close/>
                  </a:path>
                </a:pathLst>
              </a:custGeom>
              <a:solidFill>
                <a:srgbClr val="F7A56D"/>
              </a:solidFill>
              <a:ln w="5753" cap="sq">
                <a:noFill/>
                <a:prstDash val="solid"/>
                <a:miter/>
              </a:ln>
            </p:spPr>
            <p:txBody>
              <a:bodyPr rtlCol="0" anchor="ctr"/>
              <a:lstStyle/>
              <a:p>
                <a:endParaRPr lang="en-US"/>
              </a:p>
            </p:txBody>
          </p:sp>
          <p:sp>
            <p:nvSpPr>
              <p:cNvPr id="2697" name="Freeform: Shape 2696">
                <a:extLst>
                  <a:ext uri="{FF2B5EF4-FFF2-40B4-BE49-F238E27FC236}">
                    <a16:creationId xmlns:a16="http://schemas.microsoft.com/office/drawing/2014/main" id="{6F681AC8-5B82-12EF-8D7B-C9A9734B6945}"/>
                  </a:ext>
                </a:extLst>
              </p:cNvPr>
              <p:cNvSpPr/>
              <p:nvPr/>
            </p:nvSpPr>
            <p:spPr>
              <a:xfrm>
                <a:off x="7491661" y="8170176"/>
                <a:ext cx="41981" cy="41981"/>
              </a:xfrm>
              <a:custGeom>
                <a:avLst/>
                <a:gdLst>
                  <a:gd name="connsiteX0" fmla="*/ 21216 w 41981"/>
                  <a:gd name="connsiteY0" fmla="*/ 5003 h 41981"/>
                  <a:gd name="connsiteX1" fmla="*/ 37406 w 41981"/>
                  <a:gd name="connsiteY1" fmla="*/ 21194 h 41981"/>
                  <a:gd name="connsiteX2" fmla="*/ 37406 w 41981"/>
                  <a:gd name="connsiteY2" fmla="*/ 21194 h 41981"/>
                  <a:gd name="connsiteX3" fmla="*/ 21216 w 41981"/>
                  <a:gd name="connsiteY3" fmla="*/ 37384 h 41981"/>
                  <a:gd name="connsiteX4" fmla="*/ 5026 w 41981"/>
                  <a:gd name="connsiteY4" fmla="*/ 21194 h 41981"/>
                  <a:gd name="connsiteX5" fmla="*/ 21216 w 41981"/>
                  <a:gd name="connsiteY5" fmla="*/ 5003 h 41981"/>
                  <a:gd name="connsiteX6" fmla="*/ 21216 w 41981"/>
                  <a:gd name="connsiteY6" fmla="*/ 203 h 41981"/>
                  <a:gd name="connsiteX7" fmla="*/ 225 w 41981"/>
                  <a:gd name="connsiteY7" fmla="*/ 21194 h 41981"/>
                  <a:gd name="connsiteX8" fmla="*/ 21216 w 41981"/>
                  <a:gd name="connsiteY8" fmla="*/ 42184 h 41981"/>
                  <a:gd name="connsiteX9" fmla="*/ 42207 w 41981"/>
                  <a:gd name="connsiteY9" fmla="*/ 21194 h 41981"/>
                  <a:gd name="connsiteX10" fmla="*/ 42207 w 41981"/>
                  <a:gd name="connsiteY10" fmla="*/ 21194 h 41981"/>
                  <a:gd name="connsiteX11" fmla="*/ 21216 w 41981"/>
                  <a:gd name="connsiteY11" fmla="*/ 20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6" y="5003"/>
                    </a:moveTo>
                    <a:cubicBezTo>
                      <a:pt x="30158" y="5003"/>
                      <a:pt x="37406" y="12252"/>
                      <a:pt x="37406" y="21194"/>
                    </a:cubicBezTo>
                    <a:lnTo>
                      <a:pt x="37406" y="21194"/>
                    </a:lnTo>
                    <a:cubicBezTo>
                      <a:pt x="37406" y="30136"/>
                      <a:pt x="30158" y="37384"/>
                      <a:pt x="21216" y="37384"/>
                    </a:cubicBezTo>
                    <a:cubicBezTo>
                      <a:pt x="12274" y="37384"/>
                      <a:pt x="5026" y="30136"/>
                      <a:pt x="5026" y="21194"/>
                    </a:cubicBezTo>
                    <a:cubicBezTo>
                      <a:pt x="5026" y="12252"/>
                      <a:pt x="12274" y="5003"/>
                      <a:pt x="21216" y="5003"/>
                    </a:cubicBezTo>
                    <a:close/>
                    <a:moveTo>
                      <a:pt x="21216" y="203"/>
                    </a:moveTo>
                    <a:cubicBezTo>
                      <a:pt x="9623" y="203"/>
                      <a:pt x="225" y="9601"/>
                      <a:pt x="225" y="21194"/>
                    </a:cubicBezTo>
                    <a:cubicBezTo>
                      <a:pt x="225" y="32786"/>
                      <a:pt x="9623" y="42184"/>
                      <a:pt x="21216" y="42184"/>
                    </a:cubicBezTo>
                    <a:cubicBezTo>
                      <a:pt x="32809" y="42184"/>
                      <a:pt x="42207" y="32786"/>
                      <a:pt x="42207" y="21194"/>
                    </a:cubicBezTo>
                    <a:lnTo>
                      <a:pt x="42207" y="21194"/>
                    </a:lnTo>
                    <a:cubicBezTo>
                      <a:pt x="42207" y="9601"/>
                      <a:pt x="32809" y="203"/>
                      <a:pt x="21216" y="203"/>
                    </a:cubicBezTo>
                    <a:close/>
                  </a:path>
                </a:pathLst>
              </a:custGeom>
              <a:solidFill>
                <a:srgbClr val="000000"/>
              </a:solidFill>
              <a:ln w="4794" cap="sq">
                <a:noFill/>
                <a:prstDash val="solid"/>
                <a:round/>
              </a:ln>
            </p:spPr>
            <p:txBody>
              <a:bodyPr rtlCol="0" anchor="ctr"/>
              <a:lstStyle/>
              <a:p>
                <a:endParaRPr lang="en-US"/>
              </a:p>
            </p:txBody>
          </p:sp>
          <p:sp>
            <p:nvSpPr>
              <p:cNvPr id="2698" name="Freeform: Shape 2697">
                <a:extLst>
                  <a:ext uri="{FF2B5EF4-FFF2-40B4-BE49-F238E27FC236}">
                    <a16:creationId xmlns:a16="http://schemas.microsoft.com/office/drawing/2014/main" id="{9400038B-EEDA-1587-C933-464CD9F68E39}"/>
                  </a:ext>
                </a:extLst>
              </p:cNvPr>
              <p:cNvSpPr/>
              <p:nvPr/>
            </p:nvSpPr>
            <p:spPr>
              <a:xfrm>
                <a:off x="7659282" y="7971465"/>
                <a:ext cx="37180" cy="37180"/>
              </a:xfrm>
              <a:custGeom>
                <a:avLst/>
                <a:gdLst>
                  <a:gd name="connsiteX0" fmla="*/ 37435 w 37180"/>
                  <a:gd name="connsiteY0" fmla="*/ 18759 h 37180"/>
                  <a:gd name="connsiteX1" fmla="*/ 18844 w 37180"/>
                  <a:gd name="connsiteY1" fmla="*/ 37349 h 37180"/>
                  <a:gd name="connsiteX2" fmla="*/ 254 w 37180"/>
                  <a:gd name="connsiteY2" fmla="*/ 18759 h 37180"/>
                  <a:gd name="connsiteX3" fmla="*/ 18844 w 37180"/>
                  <a:gd name="connsiteY3" fmla="*/ 168 h 37180"/>
                  <a:gd name="connsiteX4" fmla="*/ 37435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9"/>
                    </a:moveTo>
                    <a:cubicBezTo>
                      <a:pt x="37435" y="29026"/>
                      <a:pt x="29112" y="37349"/>
                      <a:pt x="18844" y="37349"/>
                    </a:cubicBezTo>
                    <a:cubicBezTo>
                      <a:pt x="8577" y="37349"/>
                      <a:pt x="254" y="29026"/>
                      <a:pt x="254" y="18759"/>
                    </a:cubicBezTo>
                    <a:cubicBezTo>
                      <a:pt x="254" y="8491"/>
                      <a:pt x="8577" y="168"/>
                      <a:pt x="18844" y="168"/>
                    </a:cubicBezTo>
                    <a:cubicBezTo>
                      <a:pt x="29112" y="168"/>
                      <a:pt x="37435" y="8491"/>
                      <a:pt x="37435" y="18759"/>
                    </a:cubicBezTo>
                    <a:close/>
                  </a:path>
                </a:pathLst>
              </a:custGeom>
              <a:solidFill>
                <a:srgbClr val="F7A500"/>
              </a:solidFill>
              <a:ln w="5753" cap="sq">
                <a:noFill/>
                <a:prstDash val="solid"/>
                <a:miter/>
              </a:ln>
            </p:spPr>
            <p:txBody>
              <a:bodyPr rtlCol="0" anchor="ctr"/>
              <a:lstStyle/>
              <a:p>
                <a:endParaRPr lang="en-US"/>
              </a:p>
            </p:txBody>
          </p:sp>
          <p:sp>
            <p:nvSpPr>
              <p:cNvPr id="2699" name="Freeform: Shape 2698">
                <a:extLst>
                  <a:ext uri="{FF2B5EF4-FFF2-40B4-BE49-F238E27FC236}">
                    <a16:creationId xmlns:a16="http://schemas.microsoft.com/office/drawing/2014/main" id="{99E24626-C5B2-D1E1-2512-6B9401AEC817}"/>
                  </a:ext>
                </a:extLst>
              </p:cNvPr>
              <p:cNvSpPr/>
              <p:nvPr/>
            </p:nvSpPr>
            <p:spPr>
              <a:xfrm>
                <a:off x="7656881" y="7969065"/>
                <a:ext cx="41981" cy="41981"/>
              </a:xfrm>
              <a:custGeom>
                <a:avLst/>
                <a:gdLst>
                  <a:gd name="connsiteX0" fmla="*/ 21245 w 41981"/>
                  <a:gd name="connsiteY0" fmla="*/ 4969 h 41981"/>
                  <a:gd name="connsiteX1" fmla="*/ 37435 w 41981"/>
                  <a:gd name="connsiteY1" fmla="*/ 21159 h 41981"/>
                  <a:gd name="connsiteX2" fmla="*/ 37435 w 41981"/>
                  <a:gd name="connsiteY2" fmla="*/ 21159 h 41981"/>
                  <a:gd name="connsiteX3" fmla="*/ 21245 w 41981"/>
                  <a:gd name="connsiteY3" fmla="*/ 37349 h 41981"/>
                  <a:gd name="connsiteX4" fmla="*/ 5054 w 41981"/>
                  <a:gd name="connsiteY4" fmla="*/ 21159 h 41981"/>
                  <a:gd name="connsiteX5" fmla="*/ 21245 w 41981"/>
                  <a:gd name="connsiteY5" fmla="*/ 4969 h 41981"/>
                  <a:gd name="connsiteX6" fmla="*/ 21245 w 41981"/>
                  <a:gd name="connsiteY6" fmla="*/ 168 h 41981"/>
                  <a:gd name="connsiteX7" fmla="*/ 254 w 41981"/>
                  <a:gd name="connsiteY7" fmla="*/ 21159 h 41981"/>
                  <a:gd name="connsiteX8" fmla="*/ 21245 w 41981"/>
                  <a:gd name="connsiteY8" fmla="*/ 42149 h 41981"/>
                  <a:gd name="connsiteX9" fmla="*/ 42235 w 41981"/>
                  <a:gd name="connsiteY9" fmla="*/ 21159 h 41981"/>
                  <a:gd name="connsiteX10" fmla="*/ 42235 w 41981"/>
                  <a:gd name="connsiteY10" fmla="*/ 21159 h 41981"/>
                  <a:gd name="connsiteX11" fmla="*/ 21245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9"/>
                    </a:moveTo>
                    <a:cubicBezTo>
                      <a:pt x="30186" y="4969"/>
                      <a:pt x="37435" y="12217"/>
                      <a:pt x="37435" y="21159"/>
                    </a:cubicBezTo>
                    <a:lnTo>
                      <a:pt x="37435" y="21159"/>
                    </a:lnTo>
                    <a:cubicBezTo>
                      <a:pt x="37435" y="30101"/>
                      <a:pt x="30186" y="37349"/>
                      <a:pt x="21245" y="37349"/>
                    </a:cubicBezTo>
                    <a:cubicBezTo>
                      <a:pt x="12303" y="37349"/>
                      <a:pt x="5054" y="30101"/>
                      <a:pt x="5054" y="21159"/>
                    </a:cubicBezTo>
                    <a:cubicBezTo>
                      <a:pt x="5054" y="12217"/>
                      <a:pt x="12303" y="4969"/>
                      <a:pt x="21245" y="4969"/>
                    </a:cubicBezTo>
                    <a:close/>
                    <a:moveTo>
                      <a:pt x="21245" y="168"/>
                    </a:moveTo>
                    <a:cubicBezTo>
                      <a:pt x="9652" y="168"/>
                      <a:pt x="254" y="9566"/>
                      <a:pt x="254" y="21159"/>
                    </a:cubicBezTo>
                    <a:cubicBezTo>
                      <a:pt x="254" y="32751"/>
                      <a:pt x="9652" y="42149"/>
                      <a:pt x="21245" y="42149"/>
                    </a:cubicBezTo>
                    <a:cubicBezTo>
                      <a:pt x="32837" y="42149"/>
                      <a:pt x="42235" y="32751"/>
                      <a:pt x="42235" y="21159"/>
                    </a:cubicBezTo>
                    <a:lnTo>
                      <a:pt x="42235" y="21159"/>
                    </a:lnTo>
                    <a:cubicBezTo>
                      <a:pt x="42235" y="9566"/>
                      <a:pt x="32837" y="168"/>
                      <a:pt x="21245" y="168"/>
                    </a:cubicBezTo>
                    <a:close/>
                  </a:path>
                </a:pathLst>
              </a:custGeom>
              <a:solidFill>
                <a:srgbClr val="000000"/>
              </a:solidFill>
              <a:ln w="4794" cap="sq">
                <a:noFill/>
                <a:prstDash val="solid"/>
                <a:round/>
              </a:ln>
            </p:spPr>
            <p:txBody>
              <a:bodyPr rtlCol="0" anchor="ctr"/>
              <a:lstStyle/>
              <a:p>
                <a:endParaRPr lang="en-US"/>
              </a:p>
            </p:txBody>
          </p:sp>
          <p:sp>
            <p:nvSpPr>
              <p:cNvPr id="2700" name="Freeform: Shape 2699">
                <a:extLst>
                  <a:ext uri="{FF2B5EF4-FFF2-40B4-BE49-F238E27FC236}">
                    <a16:creationId xmlns:a16="http://schemas.microsoft.com/office/drawing/2014/main" id="{7EB0510E-FA6A-7517-5A5D-968177BE2E54}"/>
                  </a:ext>
                </a:extLst>
              </p:cNvPr>
              <p:cNvSpPr/>
              <p:nvPr/>
            </p:nvSpPr>
            <p:spPr>
              <a:xfrm>
                <a:off x="7648672" y="8073965"/>
                <a:ext cx="37180" cy="37180"/>
              </a:xfrm>
              <a:custGeom>
                <a:avLst/>
                <a:gdLst>
                  <a:gd name="connsiteX0" fmla="*/ 37433 w 37180"/>
                  <a:gd name="connsiteY0" fmla="*/ 18776 h 37180"/>
                  <a:gd name="connsiteX1" fmla="*/ 18843 w 37180"/>
                  <a:gd name="connsiteY1" fmla="*/ 37367 h 37180"/>
                  <a:gd name="connsiteX2" fmla="*/ 252 w 37180"/>
                  <a:gd name="connsiteY2" fmla="*/ 18776 h 37180"/>
                  <a:gd name="connsiteX3" fmla="*/ 18843 w 37180"/>
                  <a:gd name="connsiteY3" fmla="*/ 186 h 37180"/>
                  <a:gd name="connsiteX4" fmla="*/ 37433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6"/>
                    </a:moveTo>
                    <a:cubicBezTo>
                      <a:pt x="37433" y="29044"/>
                      <a:pt x="29110" y="37367"/>
                      <a:pt x="18843" y="37367"/>
                    </a:cubicBezTo>
                    <a:cubicBezTo>
                      <a:pt x="8575" y="37367"/>
                      <a:pt x="252" y="29044"/>
                      <a:pt x="252" y="18776"/>
                    </a:cubicBezTo>
                    <a:cubicBezTo>
                      <a:pt x="252" y="8509"/>
                      <a:pt x="8575" y="186"/>
                      <a:pt x="18843" y="186"/>
                    </a:cubicBezTo>
                    <a:cubicBezTo>
                      <a:pt x="29110" y="186"/>
                      <a:pt x="37433" y="8509"/>
                      <a:pt x="37433" y="18776"/>
                    </a:cubicBezTo>
                    <a:close/>
                  </a:path>
                </a:pathLst>
              </a:custGeom>
              <a:solidFill>
                <a:srgbClr val="EDF7ED"/>
              </a:solidFill>
              <a:ln w="5753" cap="sq">
                <a:noFill/>
                <a:prstDash val="solid"/>
                <a:miter/>
              </a:ln>
            </p:spPr>
            <p:txBody>
              <a:bodyPr rtlCol="0" anchor="ctr"/>
              <a:lstStyle/>
              <a:p>
                <a:endParaRPr lang="en-US"/>
              </a:p>
            </p:txBody>
          </p:sp>
          <p:sp>
            <p:nvSpPr>
              <p:cNvPr id="2701" name="Freeform: Shape 2700">
                <a:extLst>
                  <a:ext uri="{FF2B5EF4-FFF2-40B4-BE49-F238E27FC236}">
                    <a16:creationId xmlns:a16="http://schemas.microsoft.com/office/drawing/2014/main" id="{B9656381-7213-6686-9C65-7AC784A1B6BA}"/>
                  </a:ext>
                </a:extLst>
              </p:cNvPr>
              <p:cNvSpPr/>
              <p:nvPr/>
            </p:nvSpPr>
            <p:spPr>
              <a:xfrm>
                <a:off x="7646271" y="8071564"/>
                <a:ext cx="41981" cy="41981"/>
              </a:xfrm>
              <a:custGeom>
                <a:avLst/>
                <a:gdLst>
                  <a:gd name="connsiteX0" fmla="*/ 21243 w 41981"/>
                  <a:gd name="connsiteY0" fmla="*/ 4986 h 41981"/>
                  <a:gd name="connsiteX1" fmla="*/ 37433 w 41981"/>
                  <a:gd name="connsiteY1" fmla="*/ 21177 h 41981"/>
                  <a:gd name="connsiteX2" fmla="*/ 37433 w 41981"/>
                  <a:gd name="connsiteY2" fmla="*/ 21177 h 41981"/>
                  <a:gd name="connsiteX3" fmla="*/ 21243 w 41981"/>
                  <a:gd name="connsiteY3" fmla="*/ 37367 h 41981"/>
                  <a:gd name="connsiteX4" fmla="*/ 5053 w 41981"/>
                  <a:gd name="connsiteY4" fmla="*/ 21177 h 41981"/>
                  <a:gd name="connsiteX5" fmla="*/ 21243 w 41981"/>
                  <a:gd name="connsiteY5" fmla="*/ 4986 h 41981"/>
                  <a:gd name="connsiteX6" fmla="*/ 21243 w 41981"/>
                  <a:gd name="connsiteY6" fmla="*/ 186 h 41981"/>
                  <a:gd name="connsiteX7" fmla="*/ 252 w 41981"/>
                  <a:gd name="connsiteY7" fmla="*/ 21177 h 41981"/>
                  <a:gd name="connsiteX8" fmla="*/ 21243 w 41981"/>
                  <a:gd name="connsiteY8" fmla="*/ 42167 h 41981"/>
                  <a:gd name="connsiteX9" fmla="*/ 42233 w 41981"/>
                  <a:gd name="connsiteY9" fmla="*/ 21177 h 41981"/>
                  <a:gd name="connsiteX10" fmla="*/ 42233 w 41981"/>
                  <a:gd name="connsiteY10" fmla="*/ 21177 h 41981"/>
                  <a:gd name="connsiteX11" fmla="*/ 21243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6"/>
                    </a:moveTo>
                    <a:cubicBezTo>
                      <a:pt x="30185" y="4986"/>
                      <a:pt x="37433" y="12235"/>
                      <a:pt x="37433" y="21177"/>
                    </a:cubicBezTo>
                    <a:lnTo>
                      <a:pt x="37433" y="21177"/>
                    </a:lnTo>
                    <a:cubicBezTo>
                      <a:pt x="37433" y="30118"/>
                      <a:pt x="30185" y="37367"/>
                      <a:pt x="21243" y="37367"/>
                    </a:cubicBezTo>
                    <a:cubicBezTo>
                      <a:pt x="12301" y="37367"/>
                      <a:pt x="5053" y="30118"/>
                      <a:pt x="5053" y="21177"/>
                    </a:cubicBezTo>
                    <a:cubicBezTo>
                      <a:pt x="5053" y="12235"/>
                      <a:pt x="12301" y="4986"/>
                      <a:pt x="21243" y="4986"/>
                    </a:cubicBezTo>
                    <a:close/>
                    <a:moveTo>
                      <a:pt x="21243" y="186"/>
                    </a:moveTo>
                    <a:cubicBezTo>
                      <a:pt x="9650" y="186"/>
                      <a:pt x="252" y="9584"/>
                      <a:pt x="252" y="21177"/>
                    </a:cubicBezTo>
                    <a:cubicBezTo>
                      <a:pt x="252" y="32769"/>
                      <a:pt x="9650" y="42167"/>
                      <a:pt x="21243" y="42167"/>
                    </a:cubicBezTo>
                    <a:cubicBezTo>
                      <a:pt x="32835" y="42167"/>
                      <a:pt x="42233" y="32769"/>
                      <a:pt x="42233" y="21177"/>
                    </a:cubicBezTo>
                    <a:lnTo>
                      <a:pt x="42233" y="21177"/>
                    </a:lnTo>
                    <a:cubicBezTo>
                      <a:pt x="42233" y="9584"/>
                      <a:pt x="32835" y="186"/>
                      <a:pt x="21243" y="186"/>
                    </a:cubicBezTo>
                    <a:close/>
                  </a:path>
                </a:pathLst>
              </a:custGeom>
              <a:solidFill>
                <a:srgbClr val="000000"/>
              </a:solidFill>
              <a:ln w="4794" cap="sq">
                <a:noFill/>
                <a:prstDash val="solid"/>
                <a:round/>
              </a:ln>
            </p:spPr>
            <p:txBody>
              <a:bodyPr rtlCol="0" anchor="ctr"/>
              <a:lstStyle/>
              <a:p>
                <a:endParaRPr lang="en-US"/>
              </a:p>
            </p:txBody>
          </p:sp>
          <p:sp>
            <p:nvSpPr>
              <p:cNvPr id="2702" name="Freeform: Shape 2701">
                <a:extLst>
                  <a:ext uri="{FF2B5EF4-FFF2-40B4-BE49-F238E27FC236}">
                    <a16:creationId xmlns:a16="http://schemas.microsoft.com/office/drawing/2014/main" id="{846A44B8-49E7-A67D-47ED-F1A85A8CD432}"/>
                  </a:ext>
                </a:extLst>
              </p:cNvPr>
              <p:cNvSpPr/>
              <p:nvPr/>
            </p:nvSpPr>
            <p:spPr>
              <a:xfrm>
                <a:off x="7806617" y="8069224"/>
                <a:ext cx="37180" cy="37180"/>
              </a:xfrm>
              <a:custGeom>
                <a:avLst/>
                <a:gdLst>
                  <a:gd name="connsiteX0" fmla="*/ 37460 w 37180"/>
                  <a:gd name="connsiteY0" fmla="*/ 18776 h 37180"/>
                  <a:gd name="connsiteX1" fmla="*/ 18870 w 37180"/>
                  <a:gd name="connsiteY1" fmla="*/ 37366 h 37180"/>
                  <a:gd name="connsiteX2" fmla="*/ 280 w 37180"/>
                  <a:gd name="connsiteY2" fmla="*/ 18776 h 37180"/>
                  <a:gd name="connsiteX3" fmla="*/ 18870 w 37180"/>
                  <a:gd name="connsiteY3" fmla="*/ 185 h 37180"/>
                  <a:gd name="connsiteX4" fmla="*/ 37460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76"/>
                    </a:moveTo>
                    <a:cubicBezTo>
                      <a:pt x="37460" y="29043"/>
                      <a:pt x="29137" y="37366"/>
                      <a:pt x="18870" y="37366"/>
                    </a:cubicBezTo>
                    <a:cubicBezTo>
                      <a:pt x="8603" y="37366"/>
                      <a:pt x="280" y="29043"/>
                      <a:pt x="280" y="18776"/>
                    </a:cubicBezTo>
                    <a:cubicBezTo>
                      <a:pt x="280" y="8508"/>
                      <a:pt x="8603" y="185"/>
                      <a:pt x="18870" y="185"/>
                    </a:cubicBezTo>
                    <a:cubicBezTo>
                      <a:pt x="29137" y="185"/>
                      <a:pt x="37460" y="8508"/>
                      <a:pt x="37460" y="18776"/>
                    </a:cubicBezTo>
                    <a:close/>
                  </a:path>
                </a:pathLst>
              </a:custGeom>
              <a:solidFill>
                <a:srgbClr val="75F775"/>
              </a:solidFill>
              <a:ln w="5753" cap="sq">
                <a:noFill/>
                <a:prstDash val="solid"/>
                <a:miter/>
              </a:ln>
            </p:spPr>
            <p:txBody>
              <a:bodyPr rtlCol="0" anchor="ctr"/>
              <a:lstStyle/>
              <a:p>
                <a:endParaRPr lang="en-US"/>
              </a:p>
            </p:txBody>
          </p:sp>
          <p:sp>
            <p:nvSpPr>
              <p:cNvPr id="2703" name="Freeform: Shape 2702">
                <a:extLst>
                  <a:ext uri="{FF2B5EF4-FFF2-40B4-BE49-F238E27FC236}">
                    <a16:creationId xmlns:a16="http://schemas.microsoft.com/office/drawing/2014/main" id="{729AA7BA-8E7C-A18C-5364-2C9E4F1F839E}"/>
                  </a:ext>
                </a:extLst>
              </p:cNvPr>
              <p:cNvSpPr/>
              <p:nvPr/>
            </p:nvSpPr>
            <p:spPr>
              <a:xfrm>
                <a:off x="7804216" y="8066824"/>
                <a:ext cx="41981" cy="41981"/>
              </a:xfrm>
              <a:custGeom>
                <a:avLst/>
                <a:gdLst>
                  <a:gd name="connsiteX0" fmla="*/ 21270 w 41981"/>
                  <a:gd name="connsiteY0" fmla="*/ 4986 h 41981"/>
                  <a:gd name="connsiteX1" fmla="*/ 37460 w 41981"/>
                  <a:gd name="connsiteY1" fmla="*/ 21176 h 41981"/>
                  <a:gd name="connsiteX2" fmla="*/ 37460 w 41981"/>
                  <a:gd name="connsiteY2" fmla="*/ 21176 h 41981"/>
                  <a:gd name="connsiteX3" fmla="*/ 21270 w 41981"/>
                  <a:gd name="connsiteY3" fmla="*/ 37366 h 41981"/>
                  <a:gd name="connsiteX4" fmla="*/ 5080 w 41981"/>
                  <a:gd name="connsiteY4" fmla="*/ 21176 h 41981"/>
                  <a:gd name="connsiteX5" fmla="*/ 21270 w 41981"/>
                  <a:gd name="connsiteY5" fmla="*/ 4986 h 41981"/>
                  <a:gd name="connsiteX6" fmla="*/ 21270 w 41981"/>
                  <a:gd name="connsiteY6" fmla="*/ 185 h 41981"/>
                  <a:gd name="connsiteX7" fmla="*/ 280 w 41981"/>
                  <a:gd name="connsiteY7" fmla="*/ 21176 h 41981"/>
                  <a:gd name="connsiteX8" fmla="*/ 21270 w 41981"/>
                  <a:gd name="connsiteY8" fmla="*/ 42166 h 41981"/>
                  <a:gd name="connsiteX9" fmla="*/ 42261 w 41981"/>
                  <a:gd name="connsiteY9" fmla="*/ 21176 h 41981"/>
                  <a:gd name="connsiteX10" fmla="*/ 42261 w 41981"/>
                  <a:gd name="connsiteY10" fmla="*/ 21176 h 41981"/>
                  <a:gd name="connsiteX11" fmla="*/ 21270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86"/>
                    </a:moveTo>
                    <a:cubicBezTo>
                      <a:pt x="30212" y="4986"/>
                      <a:pt x="37460" y="12234"/>
                      <a:pt x="37460" y="21176"/>
                    </a:cubicBezTo>
                    <a:lnTo>
                      <a:pt x="37460" y="21176"/>
                    </a:lnTo>
                    <a:cubicBezTo>
                      <a:pt x="37460" y="30118"/>
                      <a:pt x="30212" y="37366"/>
                      <a:pt x="21270" y="37366"/>
                    </a:cubicBezTo>
                    <a:cubicBezTo>
                      <a:pt x="12328" y="37366"/>
                      <a:pt x="5080" y="30118"/>
                      <a:pt x="5080" y="21176"/>
                    </a:cubicBezTo>
                    <a:cubicBezTo>
                      <a:pt x="5080" y="12234"/>
                      <a:pt x="12328" y="4986"/>
                      <a:pt x="21270" y="4986"/>
                    </a:cubicBezTo>
                    <a:close/>
                    <a:moveTo>
                      <a:pt x="21270" y="185"/>
                    </a:moveTo>
                    <a:cubicBezTo>
                      <a:pt x="9678" y="185"/>
                      <a:pt x="280" y="9583"/>
                      <a:pt x="280" y="21176"/>
                    </a:cubicBezTo>
                    <a:cubicBezTo>
                      <a:pt x="280" y="32768"/>
                      <a:pt x="9678" y="42166"/>
                      <a:pt x="21270" y="42166"/>
                    </a:cubicBezTo>
                    <a:cubicBezTo>
                      <a:pt x="32863" y="42166"/>
                      <a:pt x="42261" y="32768"/>
                      <a:pt x="42261" y="21176"/>
                    </a:cubicBezTo>
                    <a:lnTo>
                      <a:pt x="42261" y="21176"/>
                    </a:lnTo>
                    <a:cubicBezTo>
                      <a:pt x="42261" y="9583"/>
                      <a:pt x="32863" y="185"/>
                      <a:pt x="21270" y="185"/>
                    </a:cubicBezTo>
                    <a:close/>
                  </a:path>
                </a:pathLst>
              </a:custGeom>
              <a:solidFill>
                <a:srgbClr val="000000"/>
              </a:solidFill>
              <a:ln w="4794" cap="sq">
                <a:noFill/>
                <a:prstDash val="solid"/>
                <a:round/>
              </a:ln>
            </p:spPr>
            <p:txBody>
              <a:bodyPr rtlCol="0" anchor="ctr"/>
              <a:lstStyle/>
              <a:p>
                <a:endParaRPr lang="en-US"/>
              </a:p>
            </p:txBody>
          </p:sp>
          <p:sp>
            <p:nvSpPr>
              <p:cNvPr id="2704" name="Freeform: Shape 2703">
                <a:extLst>
                  <a:ext uri="{FF2B5EF4-FFF2-40B4-BE49-F238E27FC236}">
                    <a16:creationId xmlns:a16="http://schemas.microsoft.com/office/drawing/2014/main" id="{5AC8F225-8C53-FBBA-BEB2-E3DEDB9FAF3A}"/>
                  </a:ext>
                </a:extLst>
              </p:cNvPr>
              <p:cNvSpPr/>
              <p:nvPr/>
            </p:nvSpPr>
            <p:spPr>
              <a:xfrm>
                <a:off x="7709394" y="7976171"/>
                <a:ext cx="37180" cy="37180"/>
              </a:xfrm>
              <a:custGeom>
                <a:avLst/>
                <a:gdLst>
                  <a:gd name="connsiteX0" fmla="*/ 37444 w 37180"/>
                  <a:gd name="connsiteY0" fmla="*/ 18759 h 37180"/>
                  <a:gd name="connsiteX1" fmla="*/ 18853 w 37180"/>
                  <a:gd name="connsiteY1" fmla="*/ 37350 h 37180"/>
                  <a:gd name="connsiteX2" fmla="*/ 263 w 37180"/>
                  <a:gd name="connsiteY2" fmla="*/ 18759 h 37180"/>
                  <a:gd name="connsiteX3" fmla="*/ 18853 w 37180"/>
                  <a:gd name="connsiteY3" fmla="*/ 169 h 37180"/>
                  <a:gd name="connsiteX4" fmla="*/ 3744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9"/>
                    </a:moveTo>
                    <a:cubicBezTo>
                      <a:pt x="37444" y="29027"/>
                      <a:pt x="29120" y="37350"/>
                      <a:pt x="18853" y="37350"/>
                    </a:cubicBezTo>
                    <a:cubicBezTo>
                      <a:pt x="8586" y="37350"/>
                      <a:pt x="263" y="29027"/>
                      <a:pt x="263" y="18759"/>
                    </a:cubicBezTo>
                    <a:cubicBezTo>
                      <a:pt x="263" y="8492"/>
                      <a:pt x="8586" y="169"/>
                      <a:pt x="18853" y="169"/>
                    </a:cubicBezTo>
                    <a:cubicBezTo>
                      <a:pt x="29120" y="169"/>
                      <a:pt x="37444" y="8492"/>
                      <a:pt x="37444" y="18759"/>
                    </a:cubicBezTo>
                    <a:close/>
                  </a:path>
                </a:pathLst>
              </a:custGeom>
              <a:solidFill>
                <a:srgbClr val="C4F7C4"/>
              </a:solidFill>
              <a:ln w="5753" cap="sq">
                <a:noFill/>
                <a:prstDash val="solid"/>
                <a:miter/>
              </a:ln>
            </p:spPr>
            <p:txBody>
              <a:bodyPr rtlCol="0" anchor="ctr"/>
              <a:lstStyle/>
              <a:p>
                <a:endParaRPr lang="en-US"/>
              </a:p>
            </p:txBody>
          </p:sp>
          <p:sp>
            <p:nvSpPr>
              <p:cNvPr id="2705" name="Freeform: Shape 2704">
                <a:extLst>
                  <a:ext uri="{FF2B5EF4-FFF2-40B4-BE49-F238E27FC236}">
                    <a16:creationId xmlns:a16="http://schemas.microsoft.com/office/drawing/2014/main" id="{88D8BAAF-2C83-3EE2-08C5-5E72CC4C6187}"/>
                  </a:ext>
                </a:extLst>
              </p:cNvPr>
              <p:cNvSpPr/>
              <p:nvPr/>
            </p:nvSpPr>
            <p:spPr>
              <a:xfrm>
                <a:off x="7706993" y="7973771"/>
                <a:ext cx="41981" cy="41981"/>
              </a:xfrm>
              <a:custGeom>
                <a:avLst/>
                <a:gdLst>
                  <a:gd name="connsiteX0" fmla="*/ 21253 w 41981"/>
                  <a:gd name="connsiteY0" fmla="*/ 4969 h 41981"/>
                  <a:gd name="connsiteX1" fmla="*/ 37444 w 41981"/>
                  <a:gd name="connsiteY1" fmla="*/ 21160 h 41981"/>
                  <a:gd name="connsiteX2" fmla="*/ 37444 w 41981"/>
                  <a:gd name="connsiteY2" fmla="*/ 21160 h 41981"/>
                  <a:gd name="connsiteX3" fmla="*/ 21253 w 41981"/>
                  <a:gd name="connsiteY3" fmla="*/ 37350 h 41981"/>
                  <a:gd name="connsiteX4" fmla="*/ 5063 w 41981"/>
                  <a:gd name="connsiteY4" fmla="*/ 21160 h 41981"/>
                  <a:gd name="connsiteX5" fmla="*/ 21253 w 41981"/>
                  <a:gd name="connsiteY5" fmla="*/ 4969 h 41981"/>
                  <a:gd name="connsiteX6" fmla="*/ 21253 w 41981"/>
                  <a:gd name="connsiteY6" fmla="*/ 169 h 41981"/>
                  <a:gd name="connsiteX7" fmla="*/ 263 w 41981"/>
                  <a:gd name="connsiteY7" fmla="*/ 21160 h 41981"/>
                  <a:gd name="connsiteX8" fmla="*/ 21253 w 41981"/>
                  <a:gd name="connsiteY8" fmla="*/ 42150 h 41981"/>
                  <a:gd name="connsiteX9" fmla="*/ 42244 w 41981"/>
                  <a:gd name="connsiteY9" fmla="*/ 21160 h 41981"/>
                  <a:gd name="connsiteX10" fmla="*/ 42244 w 41981"/>
                  <a:gd name="connsiteY10" fmla="*/ 21160 h 41981"/>
                  <a:gd name="connsiteX11" fmla="*/ 21253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9"/>
                    </a:moveTo>
                    <a:cubicBezTo>
                      <a:pt x="30195" y="4969"/>
                      <a:pt x="37444" y="12218"/>
                      <a:pt x="37444" y="21160"/>
                    </a:cubicBezTo>
                    <a:lnTo>
                      <a:pt x="37444" y="21160"/>
                    </a:lnTo>
                    <a:cubicBezTo>
                      <a:pt x="37444" y="30101"/>
                      <a:pt x="30195" y="37350"/>
                      <a:pt x="21253" y="37350"/>
                    </a:cubicBezTo>
                    <a:cubicBezTo>
                      <a:pt x="12312" y="37350"/>
                      <a:pt x="5063" y="30101"/>
                      <a:pt x="5063" y="21160"/>
                    </a:cubicBezTo>
                    <a:cubicBezTo>
                      <a:pt x="5063" y="12218"/>
                      <a:pt x="12312" y="4969"/>
                      <a:pt x="21253" y="4969"/>
                    </a:cubicBezTo>
                    <a:close/>
                    <a:moveTo>
                      <a:pt x="21253" y="169"/>
                    </a:moveTo>
                    <a:cubicBezTo>
                      <a:pt x="9661" y="169"/>
                      <a:pt x="263" y="9567"/>
                      <a:pt x="263" y="21160"/>
                    </a:cubicBezTo>
                    <a:cubicBezTo>
                      <a:pt x="263" y="32752"/>
                      <a:pt x="9661" y="42150"/>
                      <a:pt x="21253" y="42150"/>
                    </a:cubicBezTo>
                    <a:cubicBezTo>
                      <a:pt x="32846" y="42150"/>
                      <a:pt x="42244" y="32752"/>
                      <a:pt x="42244" y="21160"/>
                    </a:cubicBezTo>
                    <a:lnTo>
                      <a:pt x="42244" y="21160"/>
                    </a:lnTo>
                    <a:cubicBezTo>
                      <a:pt x="42244" y="9567"/>
                      <a:pt x="32846" y="169"/>
                      <a:pt x="21253" y="169"/>
                    </a:cubicBezTo>
                    <a:close/>
                  </a:path>
                </a:pathLst>
              </a:custGeom>
              <a:solidFill>
                <a:srgbClr val="000000"/>
              </a:solidFill>
              <a:ln w="4794" cap="sq">
                <a:noFill/>
                <a:prstDash val="solid"/>
                <a:round/>
              </a:ln>
            </p:spPr>
            <p:txBody>
              <a:bodyPr rtlCol="0" anchor="ctr"/>
              <a:lstStyle/>
              <a:p>
                <a:endParaRPr lang="en-US"/>
              </a:p>
            </p:txBody>
          </p:sp>
          <p:sp>
            <p:nvSpPr>
              <p:cNvPr id="2706" name="Freeform: Shape 2705">
                <a:extLst>
                  <a:ext uri="{FF2B5EF4-FFF2-40B4-BE49-F238E27FC236}">
                    <a16:creationId xmlns:a16="http://schemas.microsoft.com/office/drawing/2014/main" id="{1BC89ECF-2AB2-C822-5D08-B5F4C76738FD}"/>
                  </a:ext>
                </a:extLst>
              </p:cNvPr>
              <p:cNvSpPr/>
              <p:nvPr/>
            </p:nvSpPr>
            <p:spPr>
              <a:xfrm>
                <a:off x="7675047" y="7889161"/>
                <a:ext cx="37180" cy="37180"/>
              </a:xfrm>
              <a:custGeom>
                <a:avLst/>
                <a:gdLst>
                  <a:gd name="connsiteX0" fmla="*/ 37438 w 37180"/>
                  <a:gd name="connsiteY0" fmla="*/ 18744 h 37180"/>
                  <a:gd name="connsiteX1" fmla="*/ 18847 w 37180"/>
                  <a:gd name="connsiteY1" fmla="*/ 37335 h 37180"/>
                  <a:gd name="connsiteX2" fmla="*/ 257 w 37180"/>
                  <a:gd name="connsiteY2" fmla="*/ 18744 h 37180"/>
                  <a:gd name="connsiteX3" fmla="*/ 18847 w 37180"/>
                  <a:gd name="connsiteY3" fmla="*/ 154 h 37180"/>
                  <a:gd name="connsiteX4" fmla="*/ 37438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44"/>
                    </a:moveTo>
                    <a:cubicBezTo>
                      <a:pt x="37438" y="29011"/>
                      <a:pt x="29114" y="37335"/>
                      <a:pt x="18847" y="37335"/>
                    </a:cubicBezTo>
                    <a:cubicBezTo>
                      <a:pt x="8580" y="37335"/>
                      <a:pt x="257" y="29011"/>
                      <a:pt x="257" y="18744"/>
                    </a:cubicBezTo>
                    <a:cubicBezTo>
                      <a:pt x="257" y="8477"/>
                      <a:pt x="8580" y="154"/>
                      <a:pt x="18847" y="154"/>
                    </a:cubicBezTo>
                    <a:cubicBezTo>
                      <a:pt x="29114" y="154"/>
                      <a:pt x="37438" y="8477"/>
                      <a:pt x="37438" y="18744"/>
                    </a:cubicBezTo>
                    <a:close/>
                  </a:path>
                </a:pathLst>
              </a:custGeom>
              <a:solidFill>
                <a:srgbClr val="77F777"/>
              </a:solidFill>
              <a:ln w="5753" cap="sq">
                <a:noFill/>
                <a:prstDash val="solid"/>
                <a:miter/>
              </a:ln>
            </p:spPr>
            <p:txBody>
              <a:bodyPr rtlCol="0" anchor="ctr"/>
              <a:lstStyle/>
              <a:p>
                <a:endParaRPr lang="en-US"/>
              </a:p>
            </p:txBody>
          </p:sp>
          <p:sp>
            <p:nvSpPr>
              <p:cNvPr id="2707" name="Freeform: Shape 2706">
                <a:extLst>
                  <a:ext uri="{FF2B5EF4-FFF2-40B4-BE49-F238E27FC236}">
                    <a16:creationId xmlns:a16="http://schemas.microsoft.com/office/drawing/2014/main" id="{8B15B919-039C-6493-EC61-F82D10C171F6}"/>
                  </a:ext>
                </a:extLst>
              </p:cNvPr>
              <p:cNvSpPr/>
              <p:nvPr/>
            </p:nvSpPr>
            <p:spPr>
              <a:xfrm>
                <a:off x="7672646" y="7886761"/>
                <a:ext cx="41981" cy="41981"/>
              </a:xfrm>
              <a:custGeom>
                <a:avLst/>
                <a:gdLst>
                  <a:gd name="connsiteX0" fmla="*/ 21247 w 41981"/>
                  <a:gd name="connsiteY0" fmla="*/ 4954 h 41981"/>
                  <a:gd name="connsiteX1" fmla="*/ 37438 w 41981"/>
                  <a:gd name="connsiteY1" fmla="*/ 21144 h 41981"/>
                  <a:gd name="connsiteX2" fmla="*/ 37438 w 41981"/>
                  <a:gd name="connsiteY2" fmla="*/ 21144 h 41981"/>
                  <a:gd name="connsiteX3" fmla="*/ 21247 w 41981"/>
                  <a:gd name="connsiteY3" fmla="*/ 37335 h 41981"/>
                  <a:gd name="connsiteX4" fmla="*/ 5057 w 41981"/>
                  <a:gd name="connsiteY4" fmla="*/ 21144 h 41981"/>
                  <a:gd name="connsiteX5" fmla="*/ 21247 w 41981"/>
                  <a:gd name="connsiteY5" fmla="*/ 4954 h 41981"/>
                  <a:gd name="connsiteX6" fmla="*/ 21247 w 41981"/>
                  <a:gd name="connsiteY6" fmla="*/ 154 h 41981"/>
                  <a:gd name="connsiteX7" fmla="*/ 257 w 41981"/>
                  <a:gd name="connsiteY7" fmla="*/ 21144 h 41981"/>
                  <a:gd name="connsiteX8" fmla="*/ 21247 w 41981"/>
                  <a:gd name="connsiteY8" fmla="*/ 42135 h 41981"/>
                  <a:gd name="connsiteX9" fmla="*/ 42238 w 41981"/>
                  <a:gd name="connsiteY9" fmla="*/ 21144 h 41981"/>
                  <a:gd name="connsiteX10" fmla="*/ 42238 w 41981"/>
                  <a:gd name="connsiteY10" fmla="*/ 21144 h 41981"/>
                  <a:gd name="connsiteX11" fmla="*/ 21247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54"/>
                    </a:moveTo>
                    <a:cubicBezTo>
                      <a:pt x="30189" y="4954"/>
                      <a:pt x="37438" y="12203"/>
                      <a:pt x="37438" y="21144"/>
                    </a:cubicBezTo>
                    <a:lnTo>
                      <a:pt x="37438" y="21144"/>
                    </a:lnTo>
                    <a:cubicBezTo>
                      <a:pt x="37438" y="30086"/>
                      <a:pt x="30189" y="37335"/>
                      <a:pt x="21247" y="37335"/>
                    </a:cubicBezTo>
                    <a:cubicBezTo>
                      <a:pt x="12306" y="37335"/>
                      <a:pt x="5057" y="30086"/>
                      <a:pt x="5057" y="21144"/>
                    </a:cubicBezTo>
                    <a:cubicBezTo>
                      <a:pt x="5057" y="12203"/>
                      <a:pt x="12306" y="4954"/>
                      <a:pt x="21247" y="4954"/>
                    </a:cubicBezTo>
                    <a:close/>
                    <a:moveTo>
                      <a:pt x="21247" y="154"/>
                    </a:moveTo>
                    <a:cubicBezTo>
                      <a:pt x="9655" y="154"/>
                      <a:pt x="257" y="9552"/>
                      <a:pt x="257" y="21144"/>
                    </a:cubicBezTo>
                    <a:cubicBezTo>
                      <a:pt x="257" y="32737"/>
                      <a:pt x="9655" y="42135"/>
                      <a:pt x="21247" y="42135"/>
                    </a:cubicBezTo>
                    <a:cubicBezTo>
                      <a:pt x="32840" y="42135"/>
                      <a:pt x="42238" y="32737"/>
                      <a:pt x="42238" y="21144"/>
                    </a:cubicBezTo>
                    <a:lnTo>
                      <a:pt x="42238" y="21144"/>
                    </a:lnTo>
                    <a:cubicBezTo>
                      <a:pt x="42238" y="9552"/>
                      <a:pt x="32840" y="154"/>
                      <a:pt x="21247" y="154"/>
                    </a:cubicBezTo>
                    <a:close/>
                  </a:path>
                </a:pathLst>
              </a:custGeom>
              <a:solidFill>
                <a:srgbClr val="000000"/>
              </a:solidFill>
              <a:ln w="4794" cap="sq">
                <a:noFill/>
                <a:prstDash val="solid"/>
                <a:round/>
              </a:ln>
            </p:spPr>
            <p:txBody>
              <a:bodyPr rtlCol="0" anchor="ctr"/>
              <a:lstStyle/>
              <a:p>
                <a:endParaRPr lang="en-US"/>
              </a:p>
            </p:txBody>
          </p:sp>
          <p:sp>
            <p:nvSpPr>
              <p:cNvPr id="2708" name="Freeform: Shape 2707">
                <a:extLst>
                  <a:ext uri="{FF2B5EF4-FFF2-40B4-BE49-F238E27FC236}">
                    <a16:creationId xmlns:a16="http://schemas.microsoft.com/office/drawing/2014/main" id="{4C0F8BC8-598A-8D1C-4AA9-2AE66F9D32A3}"/>
                  </a:ext>
                </a:extLst>
              </p:cNvPr>
              <p:cNvSpPr/>
              <p:nvPr/>
            </p:nvSpPr>
            <p:spPr>
              <a:xfrm>
                <a:off x="7719007" y="7941663"/>
                <a:ext cx="37180" cy="37180"/>
              </a:xfrm>
              <a:custGeom>
                <a:avLst/>
                <a:gdLst>
                  <a:gd name="connsiteX0" fmla="*/ 37445 w 37180"/>
                  <a:gd name="connsiteY0" fmla="*/ 18753 h 37180"/>
                  <a:gd name="connsiteX1" fmla="*/ 18855 w 37180"/>
                  <a:gd name="connsiteY1" fmla="*/ 37344 h 37180"/>
                  <a:gd name="connsiteX2" fmla="*/ 264 w 37180"/>
                  <a:gd name="connsiteY2" fmla="*/ 18753 h 37180"/>
                  <a:gd name="connsiteX3" fmla="*/ 18855 w 37180"/>
                  <a:gd name="connsiteY3" fmla="*/ 163 h 37180"/>
                  <a:gd name="connsiteX4" fmla="*/ 37445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3"/>
                    </a:moveTo>
                    <a:cubicBezTo>
                      <a:pt x="37445" y="29021"/>
                      <a:pt x="29122" y="37344"/>
                      <a:pt x="18855" y="37344"/>
                    </a:cubicBezTo>
                    <a:cubicBezTo>
                      <a:pt x="8588" y="37344"/>
                      <a:pt x="264" y="29021"/>
                      <a:pt x="264" y="18753"/>
                    </a:cubicBezTo>
                    <a:cubicBezTo>
                      <a:pt x="264" y="8486"/>
                      <a:pt x="8588" y="163"/>
                      <a:pt x="18855" y="163"/>
                    </a:cubicBezTo>
                    <a:cubicBezTo>
                      <a:pt x="29122" y="163"/>
                      <a:pt x="37445" y="8486"/>
                      <a:pt x="37445" y="18753"/>
                    </a:cubicBezTo>
                    <a:close/>
                  </a:path>
                </a:pathLst>
              </a:custGeom>
              <a:solidFill>
                <a:srgbClr val="E9F7E9"/>
              </a:solidFill>
              <a:ln w="5753" cap="sq">
                <a:noFill/>
                <a:prstDash val="solid"/>
                <a:miter/>
              </a:ln>
            </p:spPr>
            <p:txBody>
              <a:bodyPr rtlCol="0" anchor="ctr"/>
              <a:lstStyle/>
              <a:p>
                <a:endParaRPr lang="en-US"/>
              </a:p>
            </p:txBody>
          </p:sp>
          <p:sp>
            <p:nvSpPr>
              <p:cNvPr id="2709" name="Freeform: Shape 2708">
                <a:extLst>
                  <a:ext uri="{FF2B5EF4-FFF2-40B4-BE49-F238E27FC236}">
                    <a16:creationId xmlns:a16="http://schemas.microsoft.com/office/drawing/2014/main" id="{C98FEFBC-8262-E21F-71C3-50BFA132327B}"/>
                  </a:ext>
                </a:extLst>
              </p:cNvPr>
              <p:cNvSpPr/>
              <p:nvPr/>
            </p:nvSpPr>
            <p:spPr>
              <a:xfrm>
                <a:off x="7716607" y="7939263"/>
                <a:ext cx="41981" cy="41981"/>
              </a:xfrm>
              <a:custGeom>
                <a:avLst/>
                <a:gdLst>
                  <a:gd name="connsiteX0" fmla="*/ 21255 w 41981"/>
                  <a:gd name="connsiteY0" fmla="*/ 4963 h 41981"/>
                  <a:gd name="connsiteX1" fmla="*/ 37445 w 41981"/>
                  <a:gd name="connsiteY1" fmla="*/ 21154 h 41981"/>
                  <a:gd name="connsiteX2" fmla="*/ 37445 w 41981"/>
                  <a:gd name="connsiteY2" fmla="*/ 21154 h 41981"/>
                  <a:gd name="connsiteX3" fmla="*/ 21255 w 41981"/>
                  <a:gd name="connsiteY3" fmla="*/ 37344 h 41981"/>
                  <a:gd name="connsiteX4" fmla="*/ 5065 w 41981"/>
                  <a:gd name="connsiteY4" fmla="*/ 21154 h 41981"/>
                  <a:gd name="connsiteX5" fmla="*/ 21255 w 41981"/>
                  <a:gd name="connsiteY5" fmla="*/ 4963 h 41981"/>
                  <a:gd name="connsiteX6" fmla="*/ 21255 w 41981"/>
                  <a:gd name="connsiteY6" fmla="*/ 163 h 41981"/>
                  <a:gd name="connsiteX7" fmla="*/ 264 w 41981"/>
                  <a:gd name="connsiteY7" fmla="*/ 21154 h 41981"/>
                  <a:gd name="connsiteX8" fmla="*/ 21255 w 41981"/>
                  <a:gd name="connsiteY8" fmla="*/ 42144 h 41981"/>
                  <a:gd name="connsiteX9" fmla="*/ 42246 w 41981"/>
                  <a:gd name="connsiteY9" fmla="*/ 21154 h 41981"/>
                  <a:gd name="connsiteX10" fmla="*/ 42246 w 41981"/>
                  <a:gd name="connsiteY10" fmla="*/ 21154 h 41981"/>
                  <a:gd name="connsiteX11" fmla="*/ 21255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63"/>
                    </a:moveTo>
                    <a:cubicBezTo>
                      <a:pt x="30197" y="4963"/>
                      <a:pt x="37445" y="12212"/>
                      <a:pt x="37445" y="21154"/>
                    </a:cubicBezTo>
                    <a:lnTo>
                      <a:pt x="37445" y="21154"/>
                    </a:lnTo>
                    <a:cubicBezTo>
                      <a:pt x="37445" y="30095"/>
                      <a:pt x="30197" y="37344"/>
                      <a:pt x="21255" y="37344"/>
                    </a:cubicBezTo>
                    <a:cubicBezTo>
                      <a:pt x="12313" y="37344"/>
                      <a:pt x="5065" y="30095"/>
                      <a:pt x="5065" y="21154"/>
                    </a:cubicBezTo>
                    <a:cubicBezTo>
                      <a:pt x="5065" y="12212"/>
                      <a:pt x="12313" y="4963"/>
                      <a:pt x="21255" y="4963"/>
                    </a:cubicBezTo>
                    <a:close/>
                    <a:moveTo>
                      <a:pt x="21255" y="163"/>
                    </a:moveTo>
                    <a:cubicBezTo>
                      <a:pt x="9662" y="163"/>
                      <a:pt x="264" y="9561"/>
                      <a:pt x="264" y="21154"/>
                    </a:cubicBezTo>
                    <a:cubicBezTo>
                      <a:pt x="264" y="32746"/>
                      <a:pt x="9662" y="42144"/>
                      <a:pt x="21255" y="42144"/>
                    </a:cubicBezTo>
                    <a:cubicBezTo>
                      <a:pt x="32848" y="42144"/>
                      <a:pt x="42246" y="32746"/>
                      <a:pt x="42246" y="21154"/>
                    </a:cubicBezTo>
                    <a:lnTo>
                      <a:pt x="42246" y="21154"/>
                    </a:lnTo>
                    <a:cubicBezTo>
                      <a:pt x="42246" y="9561"/>
                      <a:pt x="32848" y="163"/>
                      <a:pt x="21255" y="163"/>
                    </a:cubicBezTo>
                    <a:close/>
                  </a:path>
                </a:pathLst>
              </a:custGeom>
              <a:solidFill>
                <a:srgbClr val="000000"/>
              </a:solidFill>
              <a:ln w="4794" cap="sq">
                <a:noFill/>
                <a:prstDash val="solid"/>
                <a:round/>
              </a:ln>
            </p:spPr>
            <p:txBody>
              <a:bodyPr rtlCol="0" anchor="ctr"/>
              <a:lstStyle/>
              <a:p>
                <a:endParaRPr lang="en-US"/>
              </a:p>
            </p:txBody>
          </p:sp>
          <p:sp>
            <p:nvSpPr>
              <p:cNvPr id="2710" name="Freeform: Shape 2709">
                <a:extLst>
                  <a:ext uri="{FF2B5EF4-FFF2-40B4-BE49-F238E27FC236}">
                    <a16:creationId xmlns:a16="http://schemas.microsoft.com/office/drawing/2014/main" id="{BC7A2579-4AC1-A583-E869-96528ED9B426}"/>
                  </a:ext>
                </a:extLst>
              </p:cNvPr>
              <p:cNvSpPr/>
              <p:nvPr/>
            </p:nvSpPr>
            <p:spPr>
              <a:xfrm>
                <a:off x="7592247" y="7982116"/>
                <a:ext cx="37180" cy="37180"/>
              </a:xfrm>
              <a:custGeom>
                <a:avLst/>
                <a:gdLst>
                  <a:gd name="connsiteX0" fmla="*/ 37423 w 37180"/>
                  <a:gd name="connsiteY0" fmla="*/ 18760 h 37180"/>
                  <a:gd name="connsiteX1" fmla="*/ 18833 w 37180"/>
                  <a:gd name="connsiteY1" fmla="*/ 37351 h 37180"/>
                  <a:gd name="connsiteX2" fmla="*/ 242 w 37180"/>
                  <a:gd name="connsiteY2" fmla="*/ 18760 h 37180"/>
                  <a:gd name="connsiteX3" fmla="*/ 18833 w 37180"/>
                  <a:gd name="connsiteY3" fmla="*/ 170 h 37180"/>
                  <a:gd name="connsiteX4" fmla="*/ 37423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3" y="18760"/>
                    </a:moveTo>
                    <a:cubicBezTo>
                      <a:pt x="37423" y="29028"/>
                      <a:pt x="29100" y="37351"/>
                      <a:pt x="18833" y="37351"/>
                    </a:cubicBezTo>
                    <a:cubicBezTo>
                      <a:pt x="8566" y="37351"/>
                      <a:pt x="242" y="29028"/>
                      <a:pt x="242" y="18760"/>
                    </a:cubicBezTo>
                    <a:cubicBezTo>
                      <a:pt x="242" y="8493"/>
                      <a:pt x="8566" y="170"/>
                      <a:pt x="18833" y="170"/>
                    </a:cubicBezTo>
                    <a:cubicBezTo>
                      <a:pt x="29100" y="170"/>
                      <a:pt x="37423" y="8493"/>
                      <a:pt x="37423" y="18760"/>
                    </a:cubicBezTo>
                    <a:close/>
                  </a:path>
                </a:pathLst>
              </a:custGeom>
              <a:solidFill>
                <a:srgbClr val="F7E0E0"/>
              </a:solidFill>
              <a:ln w="5753" cap="sq">
                <a:noFill/>
                <a:prstDash val="solid"/>
                <a:miter/>
              </a:ln>
            </p:spPr>
            <p:txBody>
              <a:bodyPr rtlCol="0" anchor="ctr"/>
              <a:lstStyle/>
              <a:p>
                <a:endParaRPr lang="en-US"/>
              </a:p>
            </p:txBody>
          </p:sp>
          <p:sp>
            <p:nvSpPr>
              <p:cNvPr id="2711" name="Freeform: Shape 2710">
                <a:extLst>
                  <a:ext uri="{FF2B5EF4-FFF2-40B4-BE49-F238E27FC236}">
                    <a16:creationId xmlns:a16="http://schemas.microsoft.com/office/drawing/2014/main" id="{847B35FC-CD19-F7AF-131D-01A42FAC3599}"/>
                  </a:ext>
                </a:extLst>
              </p:cNvPr>
              <p:cNvSpPr/>
              <p:nvPr/>
            </p:nvSpPr>
            <p:spPr>
              <a:xfrm>
                <a:off x="7589846" y="7979715"/>
                <a:ext cx="41981" cy="41981"/>
              </a:xfrm>
              <a:custGeom>
                <a:avLst/>
                <a:gdLst>
                  <a:gd name="connsiteX0" fmla="*/ 21233 w 41981"/>
                  <a:gd name="connsiteY0" fmla="*/ 4970 h 41981"/>
                  <a:gd name="connsiteX1" fmla="*/ 37423 w 41981"/>
                  <a:gd name="connsiteY1" fmla="*/ 21161 h 41981"/>
                  <a:gd name="connsiteX2" fmla="*/ 37423 w 41981"/>
                  <a:gd name="connsiteY2" fmla="*/ 21161 h 41981"/>
                  <a:gd name="connsiteX3" fmla="*/ 21233 w 41981"/>
                  <a:gd name="connsiteY3" fmla="*/ 37351 h 41981"/>
                  <a:gd name="connsiteX4" fmla="*/ 5043 w 41981"/>
                  <a:gd name="connsiteY4" fmla="*/ 21161 h 41981"/>
                  <a:gd name="connsiteX5" fmla="*/ 21233 w 41981"/>
                  <a:gd name="connsiteY5" fmla="*/ 4970 h 41981"/>
                  <a:gd name="connsiteX6" fmla="*/ 21233 w 41981"/>
                  <a:gd name="connsiteY6" fmla="*/ 170 h 41981"/>
                  <a:gd name="connsiteX7" fmla="*/ 242 w 41981"/>
                  <a:gd name="connsiteY7" fmla="*/ 21161 h 41981"/>
                  <a:gd name="connsiteX8" fmla="*/ 21233 w 41981"/>
                  <a:gd name="connsiteY8" fmla="*/ 42151 h 41981"/>
                  <a:gd name="connsiteX9" fmla="*/ 42224 w 41981"/>
                  <a:gd name="connsiteY9" fmla="*/ 21161 h 41981"/>
                  <a:gd name="connsiteX10" fmla="*/ 42224 w 41981"/>
                  <a:gd name="connsiteY10" fmla="*/ 21161 h 41981"/>
                  <a:gd name="connsiteX11" fmla="*/ 21233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3" y="4970"/>
                    </a:moveTo>
                    <a:cubicBezTo>
                      <a:pt x="30175" y="4970"/>
                      <a:pt x="37423" y="12219"/>
                      <a:pt x="37423" y="21161"/>
                    </a:cubicBezTo>
                    <a:lnTo>
                      <a:pt x="37423" y="21161"/>
                    </a:lnTo>
                    <a:cubicBezTo>
                      <a:pt x="37423" y="30102"/>
                      <a:pt x="30175" y="37351"/>
                      <a:pt x="21233" y="37351"/>
                    </a:cubicBezTo>
                    <a:cubicBezTo>
                      <a:pt x="12291" y="37351"/>
                      <a:pt x="5043" y="30102"/>
                      <a:pt x="5043" y="21161"/>
                    </a:cubicBezTo>
                    <a:cubicBezTo>
                      <a:pt x="5043" y="12219"/>
                      <a:pt x="12291" y="4970"/>
                      <a:pt x="21233" y="4970"/>
                    </a:cubicBezTo>
                    <a:close/>
                    <a:moveTo>
                      <a:pt x="21233" y="170"/>
                    </a:moveTo>
                    <a:cubicBezTo>
                      <a:pt x="9640" y="170"/>
                      <a:pt x="242" y="9568"/>
                      <a:pt x="242" y="21161"/>
                    </a:cubicBezTo>
                    <a:cubicBezTo>
                      <a:pt x="242" y="32753"/>
                      <a:pt x="9640" y="42151"/>
                      <a:pt x="21233" y="42151"/>
                    </a:cubicBezTo>
                    <a:cubicBezTo>
                      <a:pt x="32826" y="42151"/>
                      <a:pt x="42224" y="32753"/>
                      <a:pt x="42224" y="21161"/>
                    </a:cubicBezTo>
                    <a:lnTo>
                      <a:pt x="42224" y="21161"/>
                    </a:lnTo>
                    <a:cubicBezTo>
                      <a:pt x="42224" y="9568"/>
                      <a:pt x="32826" y="170"/>
                      <a:pt x="21233" y="170"/>
                    </a:cubicBezTo>
                    <a:close/>
                  </a:path>
                </a:pathLst>
              </a:custGeom>
              <a:solidFill>
                <a:srgbClr val="000000"/>
              </a:solidFill>
              <a:ln w="4794" cap="sq">
                <a:noFill/>
                <a:prstDash val="solid"/>
                <a:round/>
              </a:ln>
            </p:spPr>
            <p:txBody>
              <a:bodyPr rtlCol="0" anchor="ctr"/>
              <a:lstStyle/>
              <a:p>
                <a:endParaRPr lang="en-US"/>
              </a:p>
            </p:txBody>
          </p:sp>
          <p:sp>
            <p:nvSpPr>
              <p:cNvPr id="2712" name="Freeform: Shape 2711">
                <a:extLst>
                  <a:ext uri="{FF2B5EF4-FFF2-40B4-BE49-F238E27FC236}">
                    <a16:creationId xmlns:a16="http://schemas.microsoft.com/office/drawing/2014/main" id="{22947BD6-8686-5CC1-1C46-A2A07E42C6F4}"/>
                  </a:ext>
                </a:extLst>
              </p:cNvPr>
              <p:cNvSpPr/>
              <p:nvPr/>
            </p:nvSpPr>
            <p:spPr>
              <a:xfrm>
                <a:off x="7870236" y="8206485"/>
                <a:ext cx="37180" cy="37180"/>
              </a:xfrm>
              <a:custGeom>
                <a:avLst/>
                <a:gdLst>
                  <a:gd name="connsiteX0" fmla="*/ 37471 w 37180"/>
                  <a:gd name="connsiteY0" fmla="*/ 18799 h 37180"/>
                  <a:gd name="connsiteX1" fmla="*/ 18881 w 37180"/>
                  <a:gd name="connsiteY1" fmla="*/ 37390 h 37180"/>
                  <a:gd name="connsiteX2" fmla="*/ 291 w 37180"/>
                  <a:gd name="connsiteY2" fmla="*/ 18799 h 37180"/>
                  <a:gd name="connsiteX3" fmla="*/ 18881 w 37180"/>
                  <a:gd name="connsiteY3" fmla="*/ 209 h 37180"/>
                  <a:gd name="connsiteX4" fmla="*/ 37471 w 37180"/>
                  <a:gd name="connsiteY4" fmla="*/ 187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99"/>
                    </a:moveTo>
                    <a:cubicBezTo>
                      <a:pt x="37471" y="29067"/>
                      <a:pt x="29148" y="37390"/>
                      <a:pt x="18881" y="37390"/>
                    </a:cubicBezTo>
                    <a:cubicBezTo>
                      <a:pt x="8614" y="37390"/>
                      <a:pt x="291" y="29067"/>
                      <a:pt x="291" y="18799"/>
                    </a:cubicBezTo>
                    <a:cubicBezTo>
                      <a:pt x="291" y="8532"/>
                      <a:pt x="8614" y="209"/>
                      <a:pt x="18881" y="209"/>
                    </a:cubicBezTo>
                    <a:cubicBezTo>
                      <a:pt x="29148" y="209"/>
                      <a:pt x="37471" y="8532"/>
                      <a:pt x="37471" y="18799"/>
                    </a:cubicBezTo>
                    <a:close/>
                  </a:path>
                </a:pathLst>
              </a:custGeom>
              <a:solidFill>
                <a:srgbClr val="C5F7C5"/>
              </a:solidFill>
              <a:ln w="5753" cap="sq">
                <a:noFill/>
                <a:prstDash val="solid"/>
                <a:miter/>
              </a:ln>
            </p:spPr>
            <p:txBody>
              <a:bodyPr rtlCol="0" anchor="ctr"/>
              <a:lstStyle/>
              <a:p>
                <a:endParaRPr lang="en-US"/>
              </a:p>
            </p:txBody>
          </p:sp>
          <p:sp>
            <p:nvSpPr>
              <p:cNvPr id="2713" name="Freeform: Shape 2712">
                <a:extLst>
                  <a:ext uri="{FF2B5EF4-FFF2-40B4-BE49-F238E27FC236}">
                    <a16:creationId xmlns:a16="http://schemas.microsoft.com/office/drawing/2014/main" id="{BA4C0F48-7C4C-1FF0-4292-F12E23F37039}"/>
                  </a:ext>
                </a:extLst>
              </p:cNvPr>
              <p:cNvSpPr/>
              <p:nvPr/>
            </p:nvSpPr>
            <p:spPr>
              <a:xfrm>
                <a:off x="7867836" y="8204085"/>
                <a:ext cx="41981" cy="41981"/>
              </a:xfrm>
              <a:custGeom>
                <a:avLst/>
                <a:gdLst>
                  <a:gd name="connsiteX0" fmla="*/ 21281 w 41981"/>
                  <a:gd name="connsiteY0" fmla="*/ 5009 h 41981"/>
                  <a:gd name="connsiteX1" fmla="*/ 37471 w 41981"/>
                  <a:gd name="connsiteY1" fmla="*/ 21200 h 41981"/>
                  <a:gd name="connsiteX2" fmla="*/ 37471 w 41981"/>
                  <a:gd name="connsiteY2" fmla="*/ 21200 h 41981"/>
                  <a:gd name="connsiteX3" fmla="*/ 21281 w 41981"/>
                  <a:gd name="connsiteY3" fmla="*/ 37390 h 41981"/>
                  <a:gd name="connsiteX4" fmla="*/ 5091 w 41981"/>
                  <a:gd name="connsiteY4" fmla="*/ 21200 h 41981"/>
                  <a:gd name="connsiteX5" fmla="*/ 21281 w 41981"/>
                  <a:gd name="connsiteY5" fmla="*/ 5009 h 41981"/>
                  <a:gd name="connsiteX6" fmla="*/ 21281 w 41981"/>
                  <a:gd name="connsiteY6" fmla="*/ 209 h 41981"/>
                  <a:gd name="connsiteX7" fmla="*/ 291 w 41981"/>
                  <a:gd name="connsiteY7" fmla="*/ 21200 h 41981"/>
                  <a:gd name="connsiteX8" fmla="*/ 21281 w 41981"/>
                  <a:gd name="connsiteY8" fmla="*/ 42190 h 41981"/>
                  <a:gd name="connsiteX9" fmla="*/ 42272 w 41981"/>
                  <a:gd name="connsiteY9" fmla="*/ 21200 h 41981"/>
                  <a:gd name="connsiteX10" fmla="*/ 42272 w 41981"/>
                  <a:gd name="connsiteY10" fmla="*/ 21200 h 41981"/>
                  <a:gd name="connsiteX11" fmla="*/ 21281 w 41981"/>
                  <a:gd name="connsiteY11" fmla="*/ 2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5009"/>
                    </a:moveTo>
                    <a:cubicBezTo>
                      <a:pt x="30223" y="5009"/>
                      <a:pt x="37471" y="12258"/>
                      <a:pt x="37471" y="21200"/>
                    </a:cubicBezTo>
                    <a:lnTo>
                      <a:pt x="37471" y="21200"/>
                    </a:lnTo>
                    <a:cubicBezTo>
                      <a:pt x="37471" y="30141"/>
                      <a:pt x="30223" y="37390"/>
                      <a:pt x="21281" y="37390"/>
                    </a:cubicBezTo>
                    <a:cubicBezTo>
                      <a:pt x="12339" y="37390"/>
                      <a:pt x="5091" y="30141"/>
                      <a:pt x="5091" y="21200"/>
                    </a:cubicBezTo>
                    <a:cubicBezTo>
                      <a:pt x="5091" y="12258"/>
                      <a:pt x="12339" y="5009"/>
                      <a:pt x="21281" y="5009"/>
                    </a:cubicBezTo>
                    <a:close/>
                    <a:moveTo>
                      <a:pt x="21281" y="209"/>
                    </a:moveTo>
                    <a:cubicBezTo>
                      <a:pt x="9689" y="209"/>
                      <a:pt x="291" y="9607"/>
                      <a:pt x="291" y="21200"/>
                    </a:cubicBezTo>
                    <a:cubicBezTo>
                      <a:pt x="291" y="32792"/>
                      <a:pt x="9689" y="42190"/>
                      <a:pt x="21281" y="42190"/>
                    </a:cubicBezTo>
                    <a:cubicBezTo>
                      <a:pt x="32874" y="42190"/>
                      <a:pt x="42272" y="32792"/>
                      <a:pt x="42272" y="21200"/>
                    </a:cubicBezTo>
                    <a:lnTo>
                      <a:pt x="42272" y="21200"/>
                    </a:lnTo>
                    <a:cubicBezTo>
                      <a:pt x="42272" y="9607"/>
                      <a:pt x="32874" y="209"/>
                      <a:pt x="21281" y="209"/>
                    </a:cubicBezTo>
                    <a:close/>
                  </a:path>
                </a:pathLst>
              </a:custGeom>
              <a:solidFill>
                <a:srgbClr val="000000"/>
              </a:solidFill>
              <a:ln w="4794" cap="sq">
                <a:noFill/>
                <a:prstDash val="solid"/>
                <a:round/>
              </a:ln>
            </p:spPr>
            <p:txBody>
              <a:bodyPr rtlCol="0" anchor="ctr"/>
              <a:lstStyle/>
              <a:p>
                <a:endParaRPr lang="en-US"/>
              </a:p>
            </p:txBody>
          </p:sp>
          <p:sp>
            <p:nvSpPr>
              <p:cNvPr id="2714" name="Freeform: Shape 2713">
                <a:extLst>
                  <a:ext uri="{FF2B5EF4-FFF2-40B4-BE49-F238E27FC236}">
                    <a16:creationId xmlns:a16="http://schemas.microsoft.com/office/drawing/2014/main" id="{B88079B5-EF54-A306-0E41-CAE7F1B46523}"/>
                  </a:ext>
                </a:extLst>
              </p:cNvPr>
              <p:cNvSpPr/>
              <p:nvPr/>
            </p:nvSpPr>
            <p:spPr>
              <a:xfrm>
                <a:off x="7772172" y="8033570"/>
                <a:ext cx="37180" cy="37180"/>
              </a:xfrm>
              <a:custGeom>
                <a:avLst/>
                <a:gdLst>
                  <a:gd name="connsiteX0" fmla="*/ 37454 w 37180"/>
                  <a:gd name="connsiteY0" fmla="*/ 18769 h 37180"/>
                  <a:gd name="connsiteX1" fmla="*/ 18864 w 37180"/>
                  <a:gd name="connsiteY1" fmla="*/ 37360 h 37180"/>
                  <a:gd name="connsiteX2" fmla="*/ 274 w 37180"/>
                  <a:gd name="connsiteY2" fmla="*/ 18769 h 37180"/>
                  <a:gd name="connsiteX3" fmla="*/ 18864 w 37180"/>
                  <a:gd name="connsiteY3" fmla="*/ 179 h 37180"/>
                  <a:gd name="connsiteX4" fmla="*/ 37454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69"/>
                    </a:moveTo>
                    <a:cubicBezTo>
                      <a:pt x="37454" y="29037"/>
                      <a:pt x="29131" y="37360"/>
                      <a:pt x="18864" y="37360"/>
                    </a:cubicBezTo>
                    <a:cubicBezTo>
                      <a:pt x="8597" y="37360"/>
                      <a:pt x="274" y="29037"/>
                      <a:pt x="274" y="18769"/>
                    </a:cubicBezTo>
                    <a:cubicBezTo>
                      <a:pt x="274" y="8502"/>
                      <a:pt x="8597" y="179"/>
                      <a:pt x="18864" y="179"/>
                    </a:cubicBezTo>
                    <a:cubicBezTo>
                      <a:pt x="29131" y="179"/>
                      <a:pt x="37454" y="8502"/>
                      <a:pt x="37454" y="18769"/>
                    </a:cubicBezTo>
                    <a:close/>
                  </a:path>
                </a:pathLst>
              </a:custGeom>
              <a:solidFill>
                <a:srgbClr val="E7F7E7"/>
              </a:solidFill>
              <a:ln w="5753" cap="sq">
                <a:noFill/>
                <a:prstDash val="solid"/>
                <a:miter/>
              </a:ln>
            </p:spPr>
            <p:txBody>
              <a:bodyPr rtlCol="0" anchor="ctr"/>
              <a:lstStyle/>
              <a:p>
                <a:endParaRPr lang="en-US"/>
              </a:p>
            </p:txBody>
          </p:sp>
          <p:sp>
            <p:nvSpPr>
              <p:cNvPr id="2715" name="Freeform: Shape 2714">
                <a:extLst>
                  <a:ext uri="{FF2B5EF4-FFF2-40B4-BE49-F238E27FC236}">
                    <a16:creationId xmlns:a16="http://schemas.microsoft.com/office/drawing/2014/main" id="{B5AF4469-E329-A473-7524-8ECD06219D49}"/>
                  </a:ext>
                </a:extLst>
              </p:cNvPr>
              <p:cNvSpPr/>
              <p:nvPr/>
            </p:nvSpPr>
            <p:spPr>
              <a:xfrm>
                <a:off x="7769772" y="8031170"/>
                <a:ext cx="41981" cy="41981"/>
              </a:xfrm>
              <a:custGeom>
                <a:avLst/>
                <a:gdLst>
                  <a:gd name="connsiteX0" fmla="*/ 21264 w 41981"/>
                  <a:gd name="connsiteY0" fmla="*/ 4979 h 41981"/>
                  <a:gd name="connsiteX1" fmla="*/ 37454 w 41981"/>
                  <a:gd name="connsiteY1" fmla="*/ 21170 h 41981"/>
                  <a:gd name="connsiteX2" fmla="*/ 37454 w 41981"/>
                  <a:gd name="connsiteY2" fmla="*/ 21170 h 41981"/>
                  <a:gd name="connsiteX3" fmla="*/ 21264 w 41981"/>
                  <a:gd name="connsiteY3" fmla="*/ 37360 h 41981"/>
                  <a:gd name="connsiteX4" fmla="*/ 5074 w 41981"/>
                  <a:gd name="connsiteY4" fmla="*/ 21170 h 41981"/>
                  <a:gd name="connsiteX5" fmla="*/ 21264 w 41981"/>
                  <a:gd name="connsiteY5" fmla="*/ 4979 h 41981"/>
                  <a:gd name="connsiteX6" fmla="*/ 21264 w 41981"/>
                  <a:gd name="connsiteY6" fmla="*/ 179 h 41981"/>
                  <a:gd name="connsiteX7" fmla="*/ 274 w 41981"/>
                  <a:gd name="connsiteY7" fmla="*/ 21170 h 41981"/>
                  <a:gd name="connsiteX8" fmla="*/ 21264 w 41981"/>
                  <a:gd name="connsiteY8" fmla="*/ 42160 h 41981"/>
                  <a:gd name="connsiteX9" fmla="*/ 42255 w 41981"/>
                  <a:gd name="connsiteY9" fmla="*/ 21170 h 41981"/>
                  <a:gd name="connsiteX10" fmla="*/ 42255 w 41981"/>
                  <a:gd name="connsiteY10" fmla="*/ 21170 h 41981"/>
                  <a:gd name="connsiteX11" fmla="*/ 21264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79"/>
                    </a:moveTo>
                    <a:cubicBezTo>
                      <a:pt x="30206" y="4979"/>
                      <a:pt x="37454" y="12228"/>
                      <a:pt x="37454" y="21170"/>
                    </a:cubicBezTo>
                    <a:lnTo>
                      <a:pt x="37454" y="21170"/>
                    </a:lnTo>
                    <a:cubicBezTo>
                      <a:pt x="37454" y="30111"/>
                      <a:pt x="30206" y="37360"/>
                      <a:pt x="21264" y="37360"/>
                    </a:cubicBezTo>
                    <a:cubicBezTo>
                      <a:pt x="12322" y="37360"/>
                      <a:pt x="5074" y="30111"/>
                      <a:pt x="5074" y="21170"/>
                    </a:cubicBezTo>
                    <a:cubicBezTo>
                      <a:pt x="5074" y="12228"/>
                      <a:pt x="12322" y="4979"/>
                      <a:pt x="21264" y="4979"/>
                    </a:cubicBezTo>
                    <a:close/>
                    <a:moveTo>
                      <a:pt x="21264" y="179"/>
                    </a:moveTo>
                    <a:cubicBezTo>
                      <a:pt x="9672" y="179"/>
                      <a:pt x="274" y="9577"/>
                      <a:pt x="274" y="21170"/>
                    </a:cubicBezTo>
                    <a:cubicBezTo>
                      <a:pt x="274" y="32762"/>
                      <a:pt x="9672" y="42160"/>
                      <a:pt x="21264" y="42160"/>
                    </a:cubicBezTo>
                    <a:cubicBezTo>
                      <a:pt x="32857" y="42160"/>
                      <a:pt x="42255" y="32762"/>
                      <a:pt x="42255" y="21170"/>
                    </a:cubicBezTo>
                    <a:lnTo>
                      <a:pt x="42255" y="21170"/>
                    </a:lnTo>
                    <a:cubicBezTo>
                      <a:pt x="42255" y="9577"/>
                      <a:pt x="32857" y="179"/>
                      <a:pt x="21264" y="179"/>
                    </a:cubicBezTo>
                    <a:close/>
                  </a:path>
                </a:pathLst>
              </a:custGeom>
              <a:solidFill>
                <a:srgbClr val="000000"/>
              </a:solidFill>
              <a:ln w="4794" cap="sq">
                <a:noFill/>
                <a:prstDash val="solid"/>
                <a:round/>
              </a:ln>
            </p:spPr>
            <p:txBody>
              <a:bodyPr rtlCol="0" anchor="ctr"/>
              <a:lstStyle/>
              <a:p>
                <a:endParaRPr lang="en-US"/>
              </a:p>
            </p:txBody>
          </p:sp>
          <p:sp>
            <p:nvSpPr>
              <p:cNvPr id="2716" name="Freeform: Shape 2715">
                <a:extLst>
                  <a:ext uri="{FF2B5EF4-FFF2-40B4-BE49-F238E27FC236}">
                    <a16:creationId xmlns:a16="http://schemas.microsoft.com/office/drawing/2014/main" id="{386BF0A0-EB5D-D963-6266-96C7A1D63517}"/>
                  </a:ext>
                </a:extLst>
              </p:cNvPr>
              <p:cNvSpPr/>
              <p:nvPr/>
            </p:nvSpPr>
            <p:spPr>
              <a:xfrm>
                <a:off x="7550279" y="7861455"/>
                <a:ext cx="37180" cy="37180"/>
              </a:xfrm>
              <a:custGeom>
                <a:avLst/>
                <a:gdLst>
                  <a:gd name="connsiteX0" fmla="*/ 37416 w 37180"/>
                  <a:gd name="connsiteY0" fmla="*/ 18739 h 37180"/>
                  <a:gd name="connsiteX1" fmla="*/ 18826 w 37180"/>
                  <a:gd name="connsiteY1" fmla="*/ 37330 h 37180"/>
                  <a:gd name="connsiteX2" fmla="*/ 235 w 37180"/>
                  <a:gd name="connsiteY2" fmla="*/ 18739 h 37180"/>
                  <a:gd name="connsiteX3" fmla="*/ 18826 w 37180"/>
                  <a:gd name="connsiteY3" fmla="*/ 149 h 37180"/>
                  <a:gd name="connsiteX4" fmla="*/ 37416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39"/>
                    </a:moveTo>
                    <a:cubicBezTo>
                      <a:pt x="37416" y="29007"/>
                      <a:pt x="29093" y="37330"/>
                      <a:pt x="18826" y="37330"/>
                    </a:cubicBezTo>
                    <a:cubicBezTo>
                      <a:pt x="8558" y="37330"/>
                      <a:pt x="235" y="29007"/>
                      <a:pt x="235" y="18739"/>
                    </a:cubicBezTo>
                    <a:cubicBezTo>
                      <a:pt x="235" y="8472"/>
                      <a:pt x="8558" y="149"/>
                      <a:pt x="18826" y="149"/>
                    </a:cubicBezTo>
                    <a:cubicBezTo>
                      <a:pt x="29093" y="149"/>
                      <a:pt x="37416" y="8472"/>
                      <a:pt x="37416" y="18739"/>
                    </a:cubicBezTo>
                    <a:close/>
                  </a:path>
                </a:pathLst>
              </a:custGeom>
              <a:solidFill>
                <a:srgbClr val="F7A500"/>
              </a:solidFill>
              <a:ln w="5753" cap="sq">
                <a:noFill/>
                <a:prstDash val="solid"/>
                <a:miter/>
              </a:ln>
            </p:spPr>
            <p:txBody>
              <a:bodyPr rtlCol="0" anchor="ctr"/>
              <a:lstStyle/>
              <a:p>
                <a:endParaRPr lang="en-US"/>
              </a:p>
            </p:txBody>
          </p:sp>
          <p:sp>
            <p:nvSpPr>
              <p:cNvPr id="2717" name="Freeform: Shape 2716">
                <a:extLst>
                  <a:ext uri="{FF2B5EF4-FFF2-40B4-BE49-F238E27FC236}">
                    <a16:creationId xmlns:a16="http://schemas.microsoft.com/office/drawing/2014/main" id="{00898AD0-63D9-F124-1978-599056EDD707}"/>
                  </a:ext>
                </a:extLst>
              </p:cNvPr>
              <p:cNvSpPr/>
              <p:nvPr/>
            </p:nvSpPr>
            <p:spPr>
              <a:xfrm>
                <a:off x="7547879" y="7859055"/>
                <a:ext cx="41981" cy="41981"/>
              </a:xfrm>
              <a:custGeom>
                <a:avLst/>
                <a:gdLst>
                  <a:gd name="connsiteX0" fmla="*/ 21226 w 41981"/>
                  <a:gd name="connsiteY0" fmla="*/ 4949 h 41981"/>
                  <a:gd name="connsiteX1" fmla="*/ 37416 w 41981"/>
                  <a:gd name="connsiteY1" fmla="*/ 21140 h 41981"/>
                  <a:gd name="connsiteX2" fmla="*/ 37416 w 41981"/>
                  <a:gd name="connsiteY2" fmla="*/ 21140 h 41981"/>
                  <a:gd name="connsiteX3" fmla="*/ 21226 w 41981"/>
                  <a:gd name="connsiteY3" fmla="*/ 37330 h 41981"/>
                  <a:gd name="connsiteX4" fmla="*/ 5036 w 41981"/>
                  <a:gd name="connsiteY4" fmla="*/ 21140 h 41981"/>
                  <a:gd name="connsiteX5" fmla="*/ 21226 w 41981"/>
                  <a:gd name="connsiteY5" fmla="*/ 4949 h 41981"/>
                  <a:gd name="connsiteX6" fmla="*/ 21226 w 41981"/>
                  <a:gd name="connsiteY6" fmla="*/ 149 h 41981"/>
                  <a:gd name="connsiteX7" fmla="*/ 235 w 41981"/>
                  <a:gd name="connsiteY7" fmla="*/ 21140 h 41981"/>
                  <a:gd name="connsiteX8" fmla="*/ 21226 w 41981"/>
                  <a:gd name="connsiteY8" fmla="*/ 42130 h 41981"/>
                  <a:gd name="connsiteX9" fmla="*/ 42216 w 41981"/>
                  <a:gd name="connsiteY9" fmla="*/ 21140 h 41981"/>
                  <a:gd name="connsiteX10" fmla="*/ 42216 w 41981"/>
                  <a:gd name="connsiteY10" fmla="*/ 21140 h 41981"/>
                  <a:gd name="connsiteX11" fmla="*/ 21226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49"/>
                    </a:moveTo>
                    <a:cubicBezTo>
                      <a:pt x="30168" y="4949"/>
                      <a:pt x="37416" y="12198"/>
                      <a:pt x="37416" y="21140"/>
                    </a:cubicBezTo>
                    <a:lnTo>
                      <a:pt x="37416" y="21140"/>
                    </a:lnTo>
                    <a:cubicBezTo>
                      <a:pt x="37416" y="30082"/>
                      <a:pt x="30168" y="37330"/>
                      <a:pt x="21226" y="37330"/>
                    </a:cubicBezTo>
                    <a:cubicBezTo>
                      <a:pt x="12284" y="37330"/>
                      <a:pt x="5036" y="30082"/>
                      <a:pt x="5036" y="21140"/>
                    </a:cubicBezTo>
                    <a:cubicBezTo>
                      <a:pt x="5036" y="12198"/>
                      <a:pt x="12284" y="4949"/>
                      <a:pt x="21226" y="4949"/>
                    </a:cubicBezTo>
                    <a:close/>
                    <a:moveTo>
                      <a:pt x="21226" y="149"/>
                    </a:moveTo>
                    <a:cubicBezTo>
                      <a:pt x="9633" y="149"/>
                      <a:pt x="235" y="9547"/>
                      <a:pt x="235" y="21140"/>
                    </a:cubicBezTo>
                    <a:cubicBezTo>
                      <a:pt x="235" y="32732"/>
                      <a:pt x="9633" y="42130"/>
                      <a:pt x="21226" y="42130"/>
                    </a:cubicBezTo>
                    <a:cubicBezTo>
                      <a:pt x="32818" y="42130"/>
                      <a:pt x="42216" y="32732"/>
                      <a:pt x="42216" y="21140"/>
                    </a:cubicBezTo>
                    <a:lnTo>
                      <a:pt x="42216" y="21140"/>
                    </a:lnTo>
                    <a:cubicBezTo>
                      <a:pt x="42216" y="9547"/>
                      <a:pt x="32818" y="149"/>
                      <a:pt x="21226" y="149"/>
                    </a:cubicBezTo>
                    <a:close/>
                  </a:path>
                </a:pathLst>
              </a:custGeom>
              <a:solidFill>
                <a:srgbClr val="000000"/>
              </a:solidFill>
              <a:ln w="4794" cap="sq">
                <a:noFill/>
                <a:prstDash val="solid"/>
                <a:round/>
              </a:ln>
            </p:spPr>
            <p:txBody>
              <a:bodyPr rtlCol="0" anchor="ctr"/>
              <a:lstStyle/>
              <a:p>
                <a:endParaRPr lang="en-US"/>
              </a:p>
            </p:txBody>
          </p:sp>
          <p:sp>
            <p:nvSpPr>
              <p:cNvPr id="2718" name="Freeform: Shape 2717">
                <a:extLst>
                  <a:ext uri="{FF2B5EF4-FFF2-40B4-BE49-F238E27FC236}">
                    <a16:creationId xmlns:a16="http://schemas.microsoft.com/office/drawing/2014/main" id="{636300FF-BD36-D757-A12E-827E98DD52E4}"/>
                  </a:ext>
                </a:extLst>
              </p:cNvPr>
              <p:cNvSpPr/>
              <p:nvPr/>
            </p:nvSpPr>
            <p:spPr>
              <a:xfrm>
                <a:off x="7668595" y="8027643"/>
                <a:ext cx="37180" cy="37180"/>
              </a:xfrm>
              <a:custGeom>
                <a:avLst/>
                <a:gdLst>
                  <a:gd name="connsiteX0" fmla="*/ 37436 w 37180"/>
                  <a:gd name="connsiteY0" fmla="*/ 18768 h 37180"/>
                  <a:gd name="connsiteX1" fmla="*/ 18846 w 37180"/>
                  <a:gd name="connsiteY1" fmla="*/ 37359 h 37180"/>
                  <a:gd name="connsiteX2" fmla="*/ 256 w 37180"/>
                  <a:gd name="connsiteY2" fmla="*/ 18768 h 37180"/>
                  <a:gd name="connsiteX3" fmla="*/ 18846 w 37180"/>
                  <a:gd name="connsiteY3" fmla="*/ 178 h 37180"/>
                  <a:gd name="connsiteX4" fmla="*/ 37436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8"/>
                    </a:moveTo>
                    <a:cubicBezTo>
                      <a:pt x="37436" y="29036"/>
                      <a:pt x="29113" y="37359"/>
                      <a:pt x="18846" y="37359"/>
                    </a:cubicBezTo>
                    <a:cubicBezTo>
                      <a:pt x="8579" y="37359"/>
                      <a:pt x="256" y="29036"/>
                      <a:pt x="256" y="18768"/>
                    </a:cubicBezTo>
                    <a:cubicBezTo>
                      <a:pt x="256" y="8501"/>
                      <a:pt x="8579" y="178"/>
                      <a:pt x="18846" y="178"/>
                    </a:cubicBezTo>
                    <a:cubicBezTo>
                      <a:pt x="29113" y="178"/>
                      <a:pt x="37436" y="8501"/>
                      <a:pt x="37436" y="18768"/>
                    </a:cubicBezTo>
                    <a:close/>
                  </a:path>
                </a:pathLst>
              </a:custGeom>
              <a:solidFill>
                <a:srgbClr val="F7F3F3"/>
              </a:solidFill>
              <a:ln w="5753" cap="sq">
                <a:noFill/>
                <a:prstDash val="solid"/>
                <a:miter/>
              </a:ln>
            </p:spPr>
            <p:txBody>
              <a:bodyPr rtlCol="0" anchor="ctr"/>
              <a:lstStyle/>
              <a:p>
                <a:endParaRPr lang="en-US"/>
              </a:p>
            </p:txBody>
          </p:sp>
          <p:sp>
            <p:nvSpPr>
              <p:cNvPr id="2719" name="Freeform: Shape 2718">
                <a:extLst>
                  <a:ext uri="{FF2B5EF4-FFF2-40B4-BE49-F238E27FC236}">
                    <a16:creationId xmlns:a16="http://schemas.microsoft.com/office/drawing/2014/main" id="{B4A202B4-1EE9-3947-4E06-E1EFA6E137EF}"/>
                  </a:ext>
                </a:extLst>
              </p:cNvPr>
              <p:cNvSpPr/>
              <p:nvPr/>
            </p:nvSpPr>
            <p:spPr>
              <a:xfrm>
                <a:off x="7666195" y="8025243"/>
                <a:ext cx="41981" cy="41981"/>
              </a:xfrm>
              <a:custGeom>
                <a:avLst/>
                <a:gdLst>
                  <a:gd name="connsiteX0" fmla="*/ 21246 w 41981"/>
                  <a:gd name="connsiteY0" fmla="*/ 4978 h 41981"/>
                  <a:gd name="connsiteX1" fmla="*/ 37436 w 41981"/>
                  <a:gd name="connsiteY1" fmla="*/ 21169 h 41981"/>
                  <a:gd name="connsiteX2" fmla="*/ 37436 w 41981"/>
                  <a:gd name="connsiteY2" fmla="*/ 21169 h 41981"/>
                  <a:gd name="connsiteX3" fmla="*/ 21246 w 41981"/>
                  <a:gd name="connsiteY3" fmla="*/ 37359 h 41981"/>
                  <a:gd name="connsiteX4" fmla="*/ 5056 w 41981"/>
                  <a:gd name="connsiteY4" fmla="*/ 21169 h 41981"/>
                  <a:gd name="connsiteX5" fmla="*/ 21246 w 41981"/>
                  <a:gd name="connsiteY5" fmla="*/ 4978 h 41981"/>
                  <a:gd name="connsiteX6" fmla="*/ 21246 w 41981"/>
                  <a:gd name="connsiteY6" fmla="*/ 178 h 41981"/>
                  <a:gd name="connsiteX7" fmla="*/ 256 w 41981"/>
                  <a:gd name="connsiteY7" fmla="*/ 21169 h 41981"/>
                  <a:gd name="connsiteX8" fmla="*/ 21246 w 41981"/>
                  <a:gd name="connsiteY8" fmla="*/ 42159 h 41981"/>
                  <a:gd name="connsiteX9" fmla="*/ 42237 w 41981"/>
                  <a:gd name="connsiteY9" fmla="*/ 21169 h 41981"/>
                  <a:gd name="connsiteX10" fmla="*/ 42237 w 41981"/>
                  <a:gd name="connsiteY10" fmla="*/ 21169 h 41981"/>
                  <a:gd name="connsiteX11" fmla="*/ 21246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78"/>
                    </a:moveTo>
                    <a:cubicBezTo>
                      <a:pt x="30188" y="4978"/>
                      <a:pt x="37436" y="12227"/>
                      <a:pt x="37436" y="21169"/>
                    </a:cubicBezTo>
                    <a:lnTo>
                      <a:pt x="37436" y="21169"/>
                    </a:lnTo>
                    <a:cubicBezTo>
                      <a:pt x="37436" y="30110"/>
                      <a:pt x="30188" y="37359"/>
                      <a:pt x="21246" y="37359"/>
                    </a:cubicBezTo>
                    <a:cubicBezTo>
                      <a:pt x="12304" y="37359"/>
                      <a:pt x="5056" y="30110"/>
                      <a:pt x="5056" y="21169"/>
                    </a:cubicBezTo>
                    <a:cubicBezTo>
                      <a:pt x="5056" y="12227"/>
                      <a:pt x="12304" y="4978"/>
                      <a:pt x="21246" y="4978"/>
                    </a:cubicBezTo>
                    <a:close/>
                    <a:moveTo>
                      <a:pt x="21246" y="178"/>
                    </a:moveTo>
                    <a:cubicBezTo>
                      <a:pt x="9654" y="178"/>
                      <a:pt x="256" y="9576"/>
                      <a:pt x="256" y="21169"/>
                    </a:cubicBezTo>
                    <a:cubicBezTo>
                      <a:pt x="256" y="32761"/>
                      <a:pt x="9654" y="42159"/>
                      <a:pt x="21246" y="42159"/>
                    </a:cubicBezTo>
                    <a:cubicBezTo>
                      <a:pt x="32839" y="42159"/>
                      <a:pt x="42237" y="32761"/>
                      <a:pt x="42237" y="21169"/>
                    </a:cubicBezTo>
                    <a:lnTo>
                      <a:pt x="42237" y="21169"/>
                    </a:lnTo>
                    <a:cubicBezTo>
                      <a:pt x="42237" y="9576"/>
                      <a:pt x="32839" y="178"/>
                      <a:pt x="21246" y="178"/>
                    </a:cubicBezTo>
                    <a:close/>
                  </a:path>
                </a:pathLst>
              </a:custGeom>
              <a:solidFill>
                <a:srgbClr val="000000"/>
              </a:solidFill>
              <a:ln w="4794" cap="sq">
                <a:noFill/>
                <a:prstDash val="solid"/>
                <a:round/>
              </a:ln>
            </p:spPr>
            <p:txBody>
              <a:bodyPr rtlCol="0" anchor="ctr"/>
              <a:lstStyle/>
              <a:p>
                <a:endParaRPr lang="en-US"/>
              </a:p>
            </p:txBody>
          </p:sp>
          <p:sp>
            <p:nvSpPr>
              <p:cNvPr id="2720" name="Freeform: Shape 2719">
                <a:extLst>
                  <a:ext uri="{FF2B5EF4-FFF2-40B4-BE49-F238E27FC236}">
                    <a16:creationId xmlns:a16="http://schemas.microsoft.com/office/drawing/2014/main" id="{317A53FE-43DB-400C-7F9E-62A25757ACD0}"/>
                  </a:ext>
                </a:extLst>
              </p:cNvPr>
              <p:cNvSpPr/>
              <p:nvPr/>
            </p:nvSpPr>
            <p:spPr>
              <a:xfrm>
                <a:off x="7506031" y="7629932"/>
                <a:ext cx="37180" cy="37180"/>
              </a:xfrm>
              <a:custGeom>
                <a:avLst/>
                <a:gdLst>
                  <a:gd name="connsiteX0" fmla="*/ 37408 w 37180"/>
                  <a:gd name="connsiteY0" fmla="*/ 18699 h 37180"/>
                  <a:gd name="connsiteX1" fmla="*/ 18818 w 37180"/>
                  <a:gd name="connsiteY1" fmla="*/ 37290 h 37180"/>
                  <a:gd name="connsiteX2" fmla="*/ 227 w 37180"/>
                  <a:gd name="connsiteY2" fmla="*/ 18699 h 37180"/>
                  <a:gd name="connsiteX3" fmla="*/ 18818 w 37180"/>
                  <a:gd name="connsiteY3" fmla="*/ 109 h 37180"/>
                  <a:gd name="connsiteX4" fmla="*/ 37408 w 37180"/>
                  <a:gd name="connsiteY4" fmla="*/ 1869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699"/>
                    </a:moveTo>
                    <a:cubicBezTo>
                      <a:pt x="37408" y="28966"/>
                      <a:pt x="29085" y="37290"/>
                      <a:pt x="18818" y="37290"/>
                    </a:cubicBezTo>
                    <a:cubicBezTo>
                      <a:pt x="8551" y="37290"/>
                      <a:pt x="227" y="28966"/>
                      <a:pt x="227" y="18699"/>
                    </a:cubicBezTo>
                    <a:cubicBezTo>
                      <a:pt x="227" y="8432"/>
                      <a:pt x="8551" y="109"/>
                      <a:pt x="18818" y="109"/>
                    </a:cubicBezTo>
                    <a:cubicBezTo>
                      <a:pt x="29085" y="109"/>
                      <a:pt x="37408" y="8432"/>
                      <a:pt x="37408" y="18699"/>
                    </a:cubicBezTo>
                    <a:close/>
                  </a:path>
                </a:pathLst>
              </a:custGeom>
              <a:solidFill>
                <a:srgbClr val="F7A5A0"/>
              </a:solidFill>
              <a:ln w="5753" cap="sq">
                <a:noFill/>
                <a:prstDash val="solid"/>
                <a:miter/>
              </a:ln>
            </p:spPr>
            <p:txBody>
              <a:bodyPr rtlCol="0" anchor="ctr"/>
              <a:lstStyle/>
              <a:p>
                <a:endParaRPr lang="en-US"/>
              </a:p>
            </p:txBody>
          </p:sp>
          <p:sp>
            <p:nvSpPr>
              <p:cNvPr id="2721" name="Freeform: Shape 2720">
                <a:extLst>
                  <a:ext uri="{FF2B5EF4-FFF2-40B4-BE49-F238E27FC236}">
                    <a16:creationId xmlns:a16="http://schemas.microsoft.com/office/drawing/2014/main" id="{159F6AF0-B2C7-A46F-87C3-64BFE69A6451}"/>
                  </a:ext>
                </a:extLst>
              </p:cNvPr>
              <p:cNvSpPr/>
              <p:nvPr/>
            </p:nvSpPr>
            <p:spPr>
              <a:xfrm>
                <a:off x="7503631" y="7627532"/>
                <a:ext cx="41981" cy="41981"/>
              </a:xfrm>
              <a:custGeom>
                <a:avLst/>
                <a:gdLst>
                  <a:gd name="connsiteX0" fmla="*/ 21218 w 41981"/>
                  <a:gd name="connsiteY0" fmla="*/ 4909 h 41981"/>
                  <a:gd name="connsiteX1" fmla="*/ 37408 w 41981"/>
                  <a:gd name="connsiteY1" fmla="*/ 21099 h 41981"/>
                  <a:gd name="connsiteX2" fmla="*/ 37408 w 41981"/>
                  <a:gd name="connsiteY2" fmla="*/ 21099 h 41981"/>
                  <a:gd name="connsiteX3" fmla="*/ 21218 w 41981"/>
                  <a:gd name="connsiteY3" fmla="*/ 37290 h 41981"/>
                  <a:gd name="connsiteX4" fmla="*/ 5028 w 41981"/>
                  <a:gd name="connsiteY4" fmla="*/ 21099 h 41981"/>
                  <a:gd name="connsiteX5" fmla="*/ 21218 w 41981"/>
                  <a:gd name="connsiteY5" fmla="*/ 4909 h 41981"/>
                  <a:gd name="connsiteX6" fmla="*/ 21218 w 41981"/>
                  <a:gd name="connsiteY6" fmla="*/ 109 h 41981"/>
                  <a:gd name="connsiteX7" fmla="*/ 227 w 41981"/>
                  <a:gd name="connsiteY7" fmla="*/ 21099 h 41981"/>
                  <a:gd name="connsiteX8" fmla="*/ 21218 w 41981"/>
                  <a:gd name="connsiteY8" fmla="*/ 42090 h 41981"/>
                  <a:gd name="connsiteX9" fmla="*/ 42209 w 41981"/>
                  <a:gd name="connsiteY9" fmla="*/ 21099 h 41981"/>
                  <a:gd name="connsiteX10" fmla="*/ 42209 w 41981"/>
                  <a:gd name="connsiteY10" fmla="*/ 21099 h 41981"/>
                  <a:gd name="connsiteX11" fmla="*/ 21218 w 41981"/>
                  <a:gd name="connsiteY11" fmla="*/ 10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09"/>
                    </a:moveTo>
                    <a:cubicBezTo>
                      <a:pt x="30160" y="4909"/>
                      <a:pt x="37408" y="12158"/>
                      <a:pt x="37408" y="21099"/>
                    </a:cubicBezTo>
                    <a:lnTo>
                      <a:pt x="37408" y="21099"/>
                    </a:lnTo>
                    <a:cubicBezTo>
                      <a:pt x="37408" y="30041"/>
                      <a:pt x="30160" y="37290"/>
                      <a:pt x="21218" y="37290"/>
                    </a:cubicBezTo>
                    <a:cubicBezTo>
                      <a:pt x="12276" y="37290"/>
                      <a:pt x="5028" y="30041"/>
                      <a:pt x="5028" y="21099"/>
                    </a:cubicBezTo>
                    <a:cubicBezTo>
                      <a:pt x="5028" y="12158"/>
                      <a:pt x="12276" y="4909"/>
                      <a:pt x="21218" y="4909"/>
                    </a:cubicBezTo>
                    <a:close/>
                    <a:moveTo>
                      <a:pt x="21218" y="109"/>
                    </a:moveTo>
                    <a:cubicBezTo>
                      <a:pt x="9625" y="109"/>
                      <a:pt x="227" y="9507"/>
                      <a:pt x="227" y="21099"/>
                    </a:cubicBezTo>
                    <a:cubicBezTo>
                      <a:pt x="227" y="32692"/>
                      <a:pt x="9625" y="42090"/>
                      <a:pt x="21218" y="42090"/>
                    </a:cubicBezTo>
                    <a:cubicBezTo>
                      <a:pt x="32811" y="42090"/>
                      <a:pt x="42209" y="32692"/>
                      <a:pt x="42209" y="21099"/>
                    </a:cubicBezTo>
                    <a:lnTo>
                      <a:pt x="42209" y="21099"/>
                    </a:lnTo>
                    <a:cubicBezTo>
                      <a:pt x="42209" y="9507"/>
                      <a:pt x="32811" y="109"/>
                      <a:pt x="21218" y="109"/>
                    </a:cubicBezTo>
                    <a:close/>
                  </a:path>
                </a:pathLst>
              </a:custGeom>
              <a:solidFill>
                <a:srgbClr val="000000"/>
              </a:solidFill>
              <a:ln w="4794" cap="sq">
                <a:noFill/>
                <a:prstDash val="solid"/>
                <a:round/>
              </a:ln>
            </p:spPr>
            <p:txBody>
              <a:bodyPr rtlCol="0" anchor="ctr"/>
              <a:lstStyle/>
              <a:p>
                <a:endParaRPr lang="en-US"/>
              </a:p>
            </p:txBody>
          </p:sp>
          <p:sp>
            <p:nvSpPr>
              <p:cNvPr id="2722" name="Freeform: Shape 2721">
                <a:extLst>
                  <a:ext uri="{FF2B5EF4-FFF2-40B4-BE49-F238E27FC236}">
                    <a16:creationId xmlns:a16="http://schemas.microsoft.com/office/drawing/2014/main" id="{A090D2A2-A20B-75D0-331F-EE396969F31E}"/>
                  </a:ext>
                </a:extLst>
              </p:cNvPr>
              <p:cNvSpPr/>
              <p:nvPr/>
            </p:nvSpPr>
            <p:spPr>
              <a:xfrm>
                <a:off x="7629214" y="7922333"/>
                <a:ext cx="37180" cy="37180"/>
              </a:xfrm>
              <a:custGeom>
                <a:avLst/>
                <a:gdLst>
                  <a:gd name="connsiteX0" fmla="*/ 37430 w 37180"/>
                  <a:gd name="connsiteY0" fmla="*/ 18750 h 37180"/>
                  <a:gd name="connsiteX1" fmla="*/ 18839 w 37180"/>
                  <a:gd name="connsiteY1" fmla="*/ 37340 h 37180"/>
                  <a:gd name="connsiteX2" fmla="*/ 249 w 37180"/>
                  <a:gd name="connsiteY2" fmla="*/ 18750 h 37180"/>
                  <a:gd name="connsiteX3" fmla="*/ 18839 w 37180"/>
                  <a:gd name="connsiteY3" fmla="*/ 160 h 37180"/>
                  <a:gd name="connsiteX4" fmla="*/ 37430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50"/>
                    </a:moveTo>
                    <a:cubicBezTo>
                      <a:pt x="37430" y="29017"/>
                      <a:pt x="29106" y="37340"/>
                      <a:pt x="18839" y="37340"/>
                    </a:cubicBezTo>
                    <a:cubicBezTo>
                      <a:pt x="8572" y="37340"/>
                      <a:pt x="249" y="29017"/>
                      <a:pt x="249" y="18750"/>
                    </a:cubicBezTo>
                    <a:cubicBezTo>
                      <a:pt x="249" y="8483"/>
                      <a:pt x="8572" y="160"/>
                      <a:pt x="18839" y="160"/>
                    </a:cubicBezTo>
                    <a:cubicBezTo>
                      <a:pt x="29106" y="160"/>
                      <a:pt x="37430" y="8483"/>
                      <a:pt x="37430" y="18750"/>
                    </a:cubicBezTo>
                    <a:close/>
                  </a:path>
                </a:pathLst>
              </a:custGeom>
              <a:solidFill>
                <a:srgbClr val="D0F7D0"/>
              </a:solidFill>
              <a:ln w="5753" cap="sq">
                <a:noFill/>
                <a:prstDash val="solid"/>
                <a:miter/>
              </a:ln>
            </p:spPr>
            <p:txBody>
              <a:bodyPr rtlCol="0" anchor="ctr"/>
              <a:lstStyle/>
              <a:p>
                <a:endParaRPr lang="en-US"/>
              </a:p>
            </p:txBody>
          </p:sp>
          <p:sp>
            <p:nvSpPr>
              <p:cNvPr id="2723" name="Freeform: Shape 2722">
                <a:extLst>
                  <a:ext uri="{FF2B5EF4-FFF2-40B4-BE49-F238E27FC236}">
                    <a16:creationId xmlns:a16="http://schemas.microsoft.com/office/drawing/2014/main" id="{35226EA5-3930-CA35-C281-93233A10A6D3}"/>
                  </a:ext>
                </a:extLst>
              </p:cNvPr>
              <p:cNvSpPr/>
              <p:nvPr/>
            </p:nvSpPr>
            <p:spPr>
              <a:xfrm>
                <a:off x="7626814" y="7919932"/>
                <a:ext cx="41981" cy="41981"/>
              </a:xfrm>
              <a:custGeom>
                <a:avLst/>
                <a:gdLst>
                  <a:gd name="connsiteX0" fmla="*/ 21239 w 41981"/>
                  <a:gd name="connsiteY0" fmla="*/ 4960 h 41981"/>
                  <a:gd name="connsiteX1" fmla="*/ 37430 w 41981"/>
                  <a:gd name="connsiteY1" fmla="*/ 21150 h 41981"/>
                  <a:gd name="connsiteX2" fmla="*/ 37430 w 41981"/>
                  <a:gd name="connsiteY2" fmla="*/ 21150 h 41981"/>
                  <a:gd name="connsiteX3" fmla="*/ 21239 w 41981"/>
                  <a:gd name="connsiteY3" fmla="*/ 37340 h 41981"/>
                  <a:gd name="connsiteX4" fmla="*/ 5049 w 41981"/>
                  <a:gd name="connsiteY4" fmla="*/ 21150 h 41981"/>
                  <a:gd name="connsiteX5" fmla="*/ 21239 w 41981"/>
                  <a:gd name="connsiteY5" fmla="*/ 4960 h 41981"/>
                  <a:gd name="connsiteX6" fmla="*/ 21239 w 41981"/>
                  <a:gd name="connsiteY6" fmla="*/ 160 h 41981"/>
                  <a:gd name="connsiteX7" fmla="*/ 249 w 41981"/>
                  <a:gd name="connsiteY7" fmla="*/ 21150 h 41981"/>
                  <a:gd name="connsiteX8" fmla="*/ 21239 w 41981"/>
                  <a:gd name="connsiteY8" fmla="*/ 42141 h 41981"/>
                  <a:gd name="connsiteX9" fmla="*/ 42230 w 41981"/>
                  <a:gd name="connsiteY9" fmla="*/ 21150 h 41981"/>
                  <a:gd name="connsiteX10" fmla="*/ 42230 w 41981"/>
                  <a:gd name="connsiteY10" fmla="*/ 21150 h 41981"/>
                  <a:gd name="connsiteX11" fmla="*/ 2123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60"/>
                    </a:moveTo>
                    <a:cubicBezTo>
                      <a:pt x="30181" y="4960"/>
                      <a:pt x="37430" y="12208"/>
                      <a:pt x="37430" y="21150"/>
                    </a:cubicBezTo>
                    <a:lnTo>
                      <a:pt x="37430" y="21150"/>
                    </a:lnTo>
                    <a:cubicBezTo>
                      <a:pt x="37430" y="30092"/>
                      <a:pt x="30181" y="37340"/>
                      <a:pt x="21239" y="37340"/>
                    </a:cubicBezTo>
                    <a:cubicBezTo>
                      <a:pt x="12298" y="37340"/>
                      <a:pt x="5049" y="30092"/>
                      <a:pt x="5049" y="21150"/>
                    </a:cubicBezTo>
                    <a:cubicBezTo>
                      <a:pt x="5049" y="12208"/>
                      <a:pt x="12298" y="4960"/>
                      <a:pt x="21239" y="4960"/>
                    </a:cubicBezTo>
                    <a:close/>
                    <a:moveTo>
                      <a:pt x="21239" y="160"/>
                    </a:moveTo>
                    <a:cubicBezTo>
                      <a:pt x="9647" y="160"/>
                      <a:pt x="249" y="9558"/>
                      <a:pt x="249" y="21150"/>
                    </a:cubicBezTo>
                    <a:cubicBezTo>
                      <a:pt x="249" y="32743"/>
                      <a:pt x="9647" y="42141"/>
                      <a:pt x="21239" y="42141"/>
                    </a:cubicBezTo>
                    <a:cubicBezTo>
                      <a:pt x="32832" y="42141"/>
                      <a:pt x="42230" y="32743"/>
                      <a:pt x="42230" y="21150"/>
                    </a:cubicBezTo>
                    <a:lnTo>
                      <a:pt x="42230" y="21150"/>
                    </a:lnTo>
                    <a:cubicBezTo>
                      <a:pt x="42230" y="9558"/>
                      <a:pt x="32832" y="160"/>
                      <a:pt x="21239" y="160"/>
                    </a:cubicBezTo>
                    <a:close/>
                  </a:path>
                </a:pathLst>
              </a:custGeom>
              <a:solidFill>
                <a:srgbClr val="000000"/>
              </a:solidFill>
              <a:ln w="4794" cap="sq">
                <a:noFill/>
                <a:prstDash val="solid"/>
                <a:round/>
              </a:ln>
            </p:spPr>
            <p:txBody>
              <a:bodyPr rtlCol="0" anchor="ctr"/>
              <a:lstStyle/>
              <a:p>
                <a:endParaRPr lang="en-US"/>
              </a:p>
            </p:txBody>
          </p:sp>
          <p:sp>
            <p:nvSpPr>
              <p:cNvPr id="2724" name="Freeform: Shape 2723">
                <a:extLst>
                  <a:ext uri="{FF2B5EF4-FFF2-40B4-BE49-F238E27FC236}">
                    <a16:creationId xmlns:a16="http://schemas.microsoft.com/office/drawing/2014/main" id="{82B3A10A-2D16-0648-D13B-E701A78A9E8A}"/>
                  </a:ext>
                </a:extLst>
              </p:cNvPr>
              <p:cNvSpPr/>
              <p:nvPr/>
            </p:nvSpPr>
            <p:spPr>
              <a:xfrm>
                <a:off x="7714831" y="7969127"/>
                <a:ext cx="37180" cy="37180"/>
              </a:xfrm>
              <a:custGeom>
                <a:avLst/>
                <a:gdLst>
                  <a:gd name="connsiteX0" fmla="*/ 37445 w 37180"/>
                  <a:gd name="connsiteY0" fmla="*/ 18758 h 37180"/>
                  <a:gd name="connsiteX1" fmla="*/ 18854 w 37180"/>
                  <a:gd name="connsiteY1" fmla="*/ 37349 h 37180"/>
                  <a:gd name="connsiteX2" fmla="*/ 264 w 37180"/>
                  <a:gd name="connsiteY2" fmla="*/ 18758 h 37180"/>
                  <a:gd name="connsiteX3" fmla="*/ 18854 w 37180"/>
                  <a:gd name="connsiteY3" fmla="*/ 168 h 37180"/>
                  <a:gd name="connsiteX4" fmla="*/ 37445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58"/>
                    </a:moveTo>
                    <a:cubicBezTo>
                      <a:pt x="37445" y="29025"/>
                      <a:pt x="29121" y="37349"/>
                      <a:pt x="18854" y="37349"/>
                    </a:cubicBezTo>
                    <a:cubicBezTo>
                      <a:pt x="8587" y="37349"/>
                      <a:pt x="264" y="29025"/>
                      <a:pt x="264" y="18758"/>
                    </a:cubicBezTo>
                    <a:cubicBezTo>
                      <a:pt x="264" y="8491"/>
                      <a:pt x="8587" y="168"/>
                      <a:pt x="18854" y="168"/>
                    </a:cubicBezTo>
                    <a:cubicBezTo>
                      <a:pt x="29121" y="168"/>
                      <a:pt x="37445" y="8491"/>
                      <a:pt x="37445" y="18758"/>
                    </a:cubicBezTo>
                    <a:close/>
                  </a:path>
                </a:pathLst>
              </a:custGeom>
              <a:solidFill>
                <a:srgbClr val="F7D0D0"/>
              </a:solidFill>
              <a:ln w="5753" cap="sq">
                <a:noFill/>
                <a:prstDash val="solid"/>
                <a:miter/>
              </a:ln>
            </p:spPr>
            <p:txBody>
              <a:bodyPr rtlCol="0" anchor="ctr"/>
              <a:lstStyle/>
              <a:p>
                <a:endParaRPr lang="en-US"/>
              </a:p>
            </p:txBody>
          </p:sp>
          <p:sp>
            <p:nvSpPr>
              <p:cNvPr id="2725" name="Freeform: Shape 2724">
                <a:extLst>
                  <a:ext uri="{FF2B5EF4-FFF2-40B4-BE49-F238E27FC236}">
                    <a16:creationId xmlns:a16="http://schemas.microsoft.com/office/drawing/2014/main" id="{D7D2E473-E805-BBDF-1681-2D82F3570A67}"/>
                  </a:ext>
                </a:extLst>
              </p:cNvPr>
              <p:cNvSpPr/>
              <p:nvPr/>
            </p:nvSpPr>
            <p:spPr>
              <a:xfrm>
                <a:off x="7712431" y="7966727"/>
                <a:ext cx="41981" cy="41981"/>
              </a:xfrm>
              <a:custGeom>
                <a:avLst/>
                <a:gdLst>
                  <a:gd name="connsiteX0" fmla="*/ 21254 w 41981"/>
                  <a:gd name="connsiteY0" fmla="*/ 4968 h 41981"/>
                  <a:gd name="connsiteX1" fmla="*/ 37445 w 41981"/>
                  <a:gd name="connsiteY1" fmla="*/ 21158 h 41981"/>
                  <a:gd name="connsiteX2" fmla="*/ 37445 w 41981"/>
                  <a:gd name="connsiteY2" fmla="*/ 21158 h 41981"/>
                  <a:gd name="connsiteX3" fmla="*/ 21254 w 41981"/>
                  <a:gd name="connsiteY3" fmla="*/ 37349 h 41981"/>
                  <a:gd name="connsiteX4" fmla="*/ 5064 w 41981"/>
                  <a:gd name="connsiteY4" fmla="*/ 21158 h 41981"/>
                  <a:gd name="connsiteX5" fmla="*/ 21254 w 41981"/>
                  <a:gd name="connsiteY5" fmla="*/ 4968 h 41981"/>
                  <a:gd name="connsiteX6" fmla="*/ 21254 w 41981"/>
                  <a:gd name="connsiteY6" fmla="*/ 168 h 41981"/>
                  <a:gd name="connsiteX7" fmla="*/ 264 w 41981"/>
                  <a:gd name="connsiteY7" fmla="*/ 21158 h 41981"/>
                  <a:gd name="connsiteX8" fmla="*/ 21254 w 41981"/>
                  <a:gd name="connsiteY8" fmla="*/ 42149 h 41981"/>
                  <a:gd name="connsiteX9" fmla="*/ 42245 w 41981"/>
                  <a:gd name="connsiteY9" fmla="*/ 21158 h 41981"/>
                  <a:gd name="connsiteX10" fmla="*/ 42245 w 41981"/>
                  <a:gd name="connsiteY10" fmla="*/ 21158 h 41981"/>
                  <a:gd name="connsiteX11" fmla="*/ 21254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8"/>
                    </a:moveTo>
                    <a:cubicBezTo>
                      <a:pt x="30196" y="4968"/>
                      <a:pt x="37445" y="12217"/>
                      <a:pt x="37445" y="21158"/>
                    </a:cubicBezTo>
                    <a:lnTo>
                      <a:pt x="37445" y="21158"/>
                    </a:lnTo>
                    <a:cubicBezTo>
                      <a:pt x="37445" y="30100"/>
                      <a:pt x="30196" y="37349"/>
                      <a:pt x="21254" y="37349"/>
                    </a:cubicBezTo>
                    <a:cubicBezTo>
                      <a:pt x="12312" y="37349"/>
                      <a:pt x="5064" y="30100"/>
                      <a:pt x="5064" y="21158"/>
                    </a:cubicBezTo>
                    <a:cubicBezTo>
                      <a:pt x="5064" y="12217"/>
                      <a:pt x="12312" y="4968"/>
                      <a:pt x="21254" y="4968"/>
                    </a:cubicBezTo>
                    <a:close/>
                    <a:moveTo>
                      <a:pt x="21254" y="168"/>
                    </a:moveTo>
                    <a:cubicBezTo>
                      <a:pt x="9662" y="168"/>
                      <a:pt x="264" y="9566"/>
                      <a:pt x="264" y="21158"/>
                    </a:cubicBezTo>
                    <a:cubicBezTo>
                      <a:pt x="264" y="32751"/>
                      <a:pt x="9662" y="42149"/>
                      <a:pt x="21254" y="42149"/>
                    </a:cubicBezTo>
                    <a:cubicBezTo>
                      <a:pt x="32847" y="42149"/>
                      <a:pt x="42245" y="32751"/>
                      <a:pt x="42245" y="21158"/>
                    </a:cubicBezTo>
                    <a:lnTo>
                      <a:pt x="42245" y="21158"/>
                    </a:lnTo>
                    <a:cubicBezTo>
                      <a:pt x="42245" y="9566"/>
                      <a:pt x="32847" y="168"/>
                      <a:pt x="21254" y="168"/>
                    </a:cubicBezTo>
                    <a:close/>
                  </a:path>
                </a:pathLst>
              </a:custGeom>
              <a:solidFill>
                <a:srgbClr val="000000"/>
              </a:solidFill>
              <a:ln w="4794" cap="sq">
                <a:noFill/>
                <a:prstDash val="solid"/>
                <a:round/>
              </a:ln>
            </p:spPr>
            <p:txBody>
              <a:bodyPr rtlCol="0" anchor="ctr"/>
              <a:lstStyle/>
              <a:p>
                <a:endParaRPr lang="en-US"/>
              </a:p>
            </p:txBody>
          </p:sp>
          <p:sp>
            <p:nvSpPr>
              <p:cNvPr id="2726" name="Freeform: Shape 2725">
                <a:extLst>
                  <a:ext uri="{FF2B5EF4-FFF2-40B4-BE49-F238E27FC236}">
                    <a16:creationId xmlns:a16="http://schemas.microsoft.com/office/drawing/2014/main" id="{1FC6AA2F-688B-2DB4-81A5-4B8BBFF72007}"/>
                  </a:ext>
                </a:extLst>
              </p:cNvPr>
              <p:cNvSpPr/>
              <p:nvPr/>
            </p:nvSpPr>
            <p:spPr>
              <a:xfrm>
                <a:off x="7559547" y="8052987"/>
                <a:ext cx="37180" cy="37180"/>
              </a:xfrm>
              <a:custGeom>
                <a:avLst/>
                <a:gdLst>
                  <a:gd name="connsiteX0" fmla="*/ 37418 w 37180"/>
                  <a:gd name="connsiteY0" fmla="*/ 18773 h 37180"/>
                  <a:gd name="connsiteX1" fmla="*/ 18827 w 37180"/>
                  <a:gd name="connsiteY1" fmla="*/ 37363 h 37180"/>
                  <a:gd name="connsiteX2" fmla="*/ 237 w 37180"/>
                  <a:gd name="connsiteY2" fmla="*/ 18773 h 37180"/>
                  <a:gd name="connsiteX3" fmla="*/ 18827 w 37180"/>
                  <a:gd name="connsiteY3" fmla="*/ 182 h 37180"/>
                  <a:gd name="connsiteX4" fmla="*/ 37418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73"/>
                    </a:moveTo>
                    <a:cubicBezTo>
                      <a:pt x="37418" y="29040"/>
                      <a:pt x="29094" y="37363"/>
                      <a:pt x="18827" y="37363"/>
                    </a:cubicBezTo>
                    <a:cubicBezTo>
                      <a:pt x="8560" y="37363"/>
                      <a:pt x="237" y="29040"/>
                      <a:pt x="237" y="18773"/>
                    </a:cubicBezTo>
                    <a:cubicBezTo>
                      <a:pt x="237" y="8506"/>
                      <a:pt x="8560" y="182"/>
                      <a:pt x="18827" y="182"/>
                    </a:cubicBezTo>
                    <a:cubicBezTo>
                      <a:pt x="29094" y="182"/>
                      <a:pt x="37418" y="8506"/>
                      <a:pt x="37418" y="18773"/>
                    </a:cubicBezTo>
                    <a:close/>
                  </a:path>
                </a:pathLst>
              </a:custGeom>
              <a:solidFill>
                <a:srgbClr val="F7A5A0"/>
              </a:solidFill>
              <a:ln w="5753" cap="sq">
                <a:noFill/>
                <a:prstDash val="solid"/>
                <a:miter/>
              </a:ln>
            </p:spPr>
            <p:txBody>
              <a:bodyPr rtlCol="0" anchor="ctr"/>
              <a:lstStyle/>
              <a:p>
                <a:endParaRPr lang="en-US"/>
              </a:p>
            </p:txBody>
          </p:sp>
          <p:sp>
            <p:nvSpPr>
              <p:cNvPr id="2727" name="Freeform: Shape 2726">
                <a:extLst>
                  <a:ext uri="{FF2B5EF4-FFF2-40B4-BE49-F238E27FC236}">
                    <a16:creationId xmlns:a16="http://schemas.microsoft.com/office/drawing/2014/main" id="{8D07C9B0-F3DB-EAFD-11E2-742D20018177}"/>
                  </a:ext>
                </a:extLst>
              </p:cNvPr>
              <p:cNvSpPr/>
              <p:nvPr/>
            </p:nvSpPr>
            <p:spPr>
              <a:xfrm>
                <a:off x="7557147" y="8050587"/>
                <a:ext cx="41981" cy="41981"/>
              </a:xfrm>
              <a:custGeom>
                <a:avLst/>
                <a:gdLst>
                  <a:gd name="connsiteX0" fmla="*/ 21227 w 41981"/>
                  <a:gd name="connsiteY0" fmla="*/ 4983 h 41981"/>
                  <a:gd name="connsiteX1" fmla="*/ 37418 w 41981"/>
                  <a:gd name="connsiteY1" fmla="*/ 21173 h 41981"/>
                  <a:gd name="connsiteX2" fmla="*/ 37418 w 41981"/>
                  <a:gd name="connsiteY2" fmla="*/ 21173 h 41981"/>
                  <a:gd name="connsiteX3" fmla="*/ 21227 w 41981"/>
                  <a:gd name="connsiteY3" fmla="*/ 37363 h 41981"/>
                  <a:gd name="connsiteX4" fmla="*/ 5037 w 41981"/>
                  <a:gd name="connsiteY4" fmla="*/ 21173 h 41981"/>
                  <a:gd name="connsiteX5" fmla="*/ 21227 w 41981"/>
                  <a:gd name="connsiteY5" fmla="*/ 4983 h 41981"/>
                  <a:gd name="connsiteX6" fmla="*/ 21227 w 41981"/>
                  <a:gd name="connsiteY6" fmla="*/ 182 h 41981"/>
                  <a:gd name="connsiteX7" fmla="*/ 237 w 41981"/>
                  <a:gd name="connsiteY7" fmla="*/ 21173 h 41981"/>
                  <a:gd name="connsiteX8" fmla="*/ 21227 w 41981"/>
                  <a:gd name="connsiteY8" fmla="*/ 42164 h 41981"/>
                  <a:gd name="connsiteX9" fmla="*/ 42218 w 41981"/>
                  <a:gd name="connsiteY9" fmla="*/ 21173 h 41981"/>
                  <a:gd name="connsiteX10" fmla="*/ 42218 w 41981"/>
                  <a:gd name="connsiteY10" fmla="*/ 21173 h 41981"/>
                  <a:gd name="connsiteX11" fmla="*/ 21227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83"/>
                    </a:moveTo>
                    <a:cubicBezTo>
                      <a:pt x="30169" y="4983"/>
                      <a:pt x="37418" y="12231"/>
                      <a:pt x="37418" y="21173"/>
                    </a:cubicBezTo>
                    <a:lnTo>
                      <a:pt x="37418" y="21173"/>
                    </a:lnTo>
                    <a:cubicBezTo>
                      <a:pt x="37418" y="30115"/>
                      <a:pt x="30169" y="37363"/>
                      <a:pt x="21227" y="37363"/>
                    </a:cubicBezTo>
                    <a:cubicBezTo>
                      <a:pt x="12286" y="37363"/>
                      <a:pt x="5037" y="30115"/>
                      <a:pt x="5037" y="21173"/>
                    </a:cubicBezTo>
                    <a:cubicBezTo>
                      <a:pt x="5037" y="12231"/>
                      <a:pt x="12286" y="4983"/>
                      <a:pt x="21227" y="4983"/>
                    </a:cubicBezTo>
                    <a:close/>
                    <a:moveTo>
                      <a:pt x="21227" y="182"/>
                    </a:moveTo>
                    <a:cubicBezTo>
                      <a:pt x="9635" y="182"/>
                      <a:pt x="237" y="9580"/>
                      <a:pt x="237" y="21173"/>
                    </a:cubicBezTo>
                    <a:cubicBezTo>
                      <a:pt x="237" y="32766"/>
                      <a:pt x="9635" y="42164"/>
                      <a:pt x="21227" y="42164"/>
                    </a:cubicBezTo>
                    <a:cubicBezTo>
                      <a:pt x="32820" y="42164"/>
                      <a:pt x="42218" y="32766"/>
                      <a:pt x="42218" y="21173"/>
                    </a:cubicBezTo>
                    <a:lnTo>
                      <a:pt x="42218" y="21173"/>
                    </a:lnTo>
                    <a:cubicBezTo>
                      <a:pt x="42218" y="9580"/>
                      <a:pt x="32820" y="182"/>
                      <a:pt x="21227" y="182"/>
                    </a:cubicBezTo>
                    <a:close/>
                  </a:path>
                </a:pathLst>
              </a:custGeom>
              <a:solidFill>
                <a:srgbClr val="000000"/>
              </a:solidFill>
              <a:ln w="4794" cap="sq">
                <a:noFill/>
                <a:prstDash val="solid"/>
                <a:round/>
              </a:ln>
            </p:spPr>
            <p:txBody>
              <a:bodyPr rtlCol="0" anchor="ctr"/>
              <a:lstStyle/>
              <a:p>
                <a:endParaRPr lang="en-US"/>
              </a:p>
            </p:txBody>
          </p:sp>
          <p:sp>
            <p:nvSpPr>
              <p:cNvPr id="2728" name="Freeform: Shape 2727">
                <a:extLst>
                  <a:ext uri="{FF2B5EF4-FFF2-40B4-BE49-F238E27FC236}">
                    <a16:creationId xmlns:a16="http://schemas.microsoft.com/office/drawing/2014/main" id="{8B4B5802-F2A5-4A1A-49FF-EF51E25F2501}"/>
                  </a:ext>
                </a:extLst>
              </p:cNvPr>
              <p:cNvSpPr/>
              <p:nvPr/>
            </p:nvSpPr>
            <p:spPr>
              <a:xfrm>
                <a:off x="7686123" y="7972969"/>
                <a:ext cx="37180" cy="37180"/>
              </a:xfrm>
              <a:custGeom>
                <a:avLst/>
                <a:gdLst>
                  <a:gd name="connsiteX0" fmla="*/ 37440 w 37180"/>
                  <a:gd name="connsiteY0" fmla="*/ 18759 h 37180"/>
                  <a:gd name="connsiteX1" fmla="*/ 18849 w 37180"/>
                  <a:gd name="connsiteY1" fmla="*/ 37349 h 37180"/>
                  <a:gd name="connsiteX2" fmla="*/ 259 w 37180"/>
                  <a:gd name="connsiteY2" fmla="*/ 18759 h 37180"/>
                  <a:gd name="connsiteX3" fmla="*/ 18849 w 37180"/>
                  <a:gd name="connsiteY3" fmla="*/ 168 h 37180"/>
                  <a:gd name="connsiteX4" fmla="*/ 37440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9"/>
                    </a:moveTo>
                    <a:cubicBezTo>
                      <a:pt x="37440" y="29026"/>
                      <a:pt x="29116" y="37349"/>
                      <a:pt x="18849" y="37349"/>
                    </a:cubicBezTo>
                    <a:cubicBezTo>
                      <a:pt x="8582" y="37349"/>
                      <a:pt x="259" y="29026"/>
                      <a:pt x="259" y="18759"/>
                    </a:cubicBezTo>
                    <a:cubicBezTo>
                      <a:pt x="259" y="8492"/>
                      <a:pt x="8582" y="168"/>
                      <a:pt x="18849" y="168"/>
                    </a:cubicBezTo>
                    <a:cubicBezTo>
                      <a:pt x="29116" y="168"/>
                      <a:pt x="37440" y="8492"/>
                      <a:pt x="37440" y="18759"/>
                    </a:cubicBezTo>
                    <a:close/>
                  </a:path>
                </a:pathLst>
              </a:custGeom>
              <a:solidFill>
                <a:srgbClr val="F7DCDC"/>
              </a:solidFill>
              <a:ln w="5753" cap="sq">
                <a:noFill/>
                <a:prstDash val="solid"/>
                <a:miter/>
              </a:ln>
            </p:spPr>
            <p:txBody>
              <a:bodyPr rtlCol="0" anchor="ctr"/>
              <a:lstStyle/>
              <a:p>
                <a:endParaRPr lang="en-US"/>
              </a:p>
            </p:txBody>
          </p:sp>
          <p:sp>
            <p:nvSpPr>
              <p:cNvPr id="2729" name="Freeform: Shape 2728">
                <a:extLst>
                  <a:ext uri="{FF2B5EF4-FFF2-40B4-BE49-F238E27FC236}">
                    <a16:creationId xmlns:a16="http://schemas.microsoft.com/office/drawing/2014/main" id="{22C86572-C38B-C9D7-2BB7-6CC49731EA5E}"/>
                  </a:ext>
                </a:extLst>
              </p:cNvPr>
              <p:cNvSpPr/>
              <p:nvPr/>
            </p:nvSpPr>
            <p:spPr>
              <a:xfrm>
                <a:off x="7683723" y="7970569"/>
                <a:ext cx="41981" cy="41981"/>
              </a:xfrm>
              <a:custGeom>
                <a:avLst/>
                <a:gdLst>
                  <a:gd name="connsiteX0" fmla="*/ 21249 w 41981"/>
                  <a:gd name="connsiteY0" fmla="*/ 4969 h 41981"/>
                  <a:gd name="connsiteX1" fmla="*/ 37440 w 41981"/>
                  <a:gd name="connsiteY1" fmla="*/ 21159 h 41981"/>
                  <a:gd name="connsiteX2" fmla="*/ 37440 w 41981"/>
                  <a:gd name="connsiteY2" fmla="*/ 21159 h 41981"/>
                  <a:gd name="connsiteX3" fmla="*/ 21249 w 41981"/>
                  <a:gd name="connsiteY3" fmla="*/ 37349 h 41981"/>
                  <a:gd name="connsiteX4" fmla="*/ 5059 w 41981"/>
                  <a:gd name="connsiteY4" fmla="*/ 21159 h 41981"/>
                  <a:gd name="connsiteX5" fmla="*/ 21249 w 41981"/>
                  <a:gd name="connsiteY5" fmla="*/ 4969 h 41981"/>
                  <a:gd name="connsiteX6" fmla="*/ 21249 w 41981"/>
                  <a:gd name="connsiteY6" fmla="*/ 168 h 41981"/>
                  <a:gd name="connsiteX7" fmla="*/ 259 w 41981"/>
                  <a:gd name="connsiteY7" fmla="*/ 21159 h 41981"/>
                  <a:gd name="connsiteX8" fmla="*/ 21249 w 41981"/>
                  <a:gd name="connsiteY8" fmla="*/ 42150 h 41981"/>
                  <a:gd name="connsiteX9" fmla="*/ 42240 w 41981"/>
                  <a:gd name="connsiteY9" fmla="*/ 21159 h 41981"/>
                  <a:gd name="connsiteX10" fmla="*/ 42240 w 41981"/>
                  <a:gd name="connsiteY10" fmla="*/ 21159 h 41981"/>
                  <a:gd name="connsiteX11" fmla="*/ 21249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9"/>
                    </a:moveTo>
                    <a:cubicBezTo>
                      <a:pt x="30191" y="4969"/>
                      <a:pt x="37440" y="12217"/>
                      <a:pt x="37440" y="21159"/>
                    </a:cubicBezTo>
                    <a:lnTo>
                      <a:pt x="37440" y="21159"/>
                    </a:lnTo>
                    <a:cubicBezTo>
                      <a:pt x="37440" y="30101"/>
                      <a:pt x="30191" y="37349"/>
                      <a:pt x="21249" y="37349"/>
                    </a:cubicBezTo>
                    <a:cubicBezTo>
                      <a:pt x="12307" y="37349"/>
                      <a:pt x="5059" y="30101"/>
                      <a:pt x="5059" y="21159"/>
                    </a:cubicBezTo>
                    <a:cubicBezTo>
                      <a:pt x="5059" y="12217"/>
                      <a:pt x="12307" y="4969"/>
                      <a:pt x="21249" y="4969"/>
                    </a:cubicBezTo>
                    <a:close/>
                    <a:moveTo>
                      <a:pt x="21249" y="168"/>
                    </a:moveTo>
                    <a:cubicBezTo>
                      <a:pt x="9657" y="168"/>
                      <a:pt x="259" y="9566"/>
                      <a:pt x="259" y="21159"/>
                    </a:cubicBezTo>
                    <a:cubicBezTo>
                      <a:pt x="259" y="32752"/>
                      <a:pt x="9657" y="42150"/>
                      <a:pt x="21249" y="42150"/>
                    </a:cubicBezTo>
                    <a:cubicBezTo>
                      <a:pt x="32842" y="42150"/>
                      <a:pt x="42240" y="32752"/>
                      <a:pt x="42240" y="21159"/>
                    </a:cubicBezTo>
                    <a:lnTo>
                      <a:pt x="42240" y="21159"/>
                    </a:lnTo>
                    <a:cubicBezTo>
                      <a:pt x="42240" y="9566"/>
                      <a:pt x="32842" y="168"/>
                      <a:pt x="21249" y="168"/>
                    </a:cubicBezTo>
                    <a:close/>
                  </a:path>
                </a:pathLst>
              </a:custGeom>
              <a:solidFill>
                <a:srgbClr val="000000"/>
              </a:solidFill>
              <a:ln w="4794" cap="sq">
                <a:noFill/>
                <a:prstDash val="solid"/>
                <a:round/>
              </a:ln>
            </p:spPr>
            <p:txBody>
              <a:bodyPr rtlCol="0" anchor="ctr"/>
              <a:lstStyle/>
              <a:p>
                <a:endParaRPr lang="en-US"/>
              </a:p>
            </p:txBody>
          </p:sp>
          <p:sp>
            <p:nvSpPr>
              <p:cNvPr id="2730" name="Freeform: Shape 2729">
                <a:extLst>
                  <a:ext uri="{FF2B5EF4-FFF2-40B4-BE49-F238E27FC236}">
                    <a16:creationId xmlns:a16="http://schemas.microsoft.com/office/drawing/2014/main" id="{98006629-0A3C-D965-AE4F-F681C2B1243C}"/>
                  </a:ext>
                </a:extLst>
              </p:cNvPr>
              <p:cNvSpPr/>
              <p:nvPr/>
            </p:nvSpPr>
            <p:spPr>
              <a:xfrm>
                <a:off x="7644945" y="8012454"/>
                <a:ext cx="37180" cy="37180"/>
              </a:xfrm>
              <a:custGeom>
                <a:avLst/>
                <a:gdLst>
                  <a:gd name="connsiteX0" fmla="*/ 37432 w 37180"/>
                  <a:gd name="connsiteY0" fmla="*/ 18766 h 37180"/>
                  <a:gd name="connsiteX1" fmla="*/ 18842 w 37180"/>
                  <a:gd name="connsiteY1" fmla="*/ 37356 h 37180"/>
                  <a:gd name="connsiteX2" fmla="*/ 252 w 37180"/>
                  <a:gd name="connsiteY2" fmla="*/ 18766 h 37180"/>
                  <a:gd name="connsiteX3" fmla="*/ 18842 w 37180"/>
                  <a:gd name="connsiteY3" fmla="*/ 175 h 37180"/>
                  <a:gd name="connsiteX4" fmla="*/ 37432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6"/>
                    </a:moveTo>
                    <a:cubicBezTo>
                      <a:pt x="37432" y="29033"/>
                      <a:pt x="29109" y="37356"/>
                      <a:pt x="18842" y="37356"/>
                    </a:cubicBezTo>
                    <a:cubicBezTo>
                      <a:pt x="8575" y="37356"/>
                      <a:pt x="252" y="29033"/>
                      <a:pt x="252" y="18766"/>
                    </a:cubicBezTo>
                    <a:cubicBezTo>
                      <a:pt x="252" y="8499"/>
                      <a:pt x="8575" y="175"/>
                      <a:pt x="18842" y="175"/>
                    </a:cubicBezTo>
                    <a:cubicBezTo>
                      <a:pt x="29109" y="175"/>
                      <a:pt x="37432" y="8499"/>
                      <a:pt x="37432" y="18766"/>
                    </a:cubicBezTo>
                    <a:close/>
                  </a:path>
                </a:pathLst>
              </a:custGeom>
              <a:solidFill>
                <a:srgbClr val="F7B7B7"/>
              </a:solidFill>
              <a:ln w="5753" cap="sq">
                <a:noFill/>
                <a:prstDash val="solid"/>
                <a:miter/>
              </a:ln>
            </p:spPr>
            <p:txBody>
              <a:bodyPr rtlCol="0" anchor="ctr"/>
              <a:lstStyle/>
              <a:p>
                <a:endParaRPr lang="en-US"/>
              </a:p>
            </p:txBody>
          </p:sp>
          <p:sp>
            <p:nvSpPr>
              <p:cNvPr id="2731" name="Freeform: Shape 2730">
                <a:extLst>
                  <a:ext uri="{FF2B5EF4-FFF2-40B4-BE49-F238E27FC236}">
                    <a16:creationId xmlns:a16="http://schemas.microsoft.com/office/drawing/2014/main" id="{63F67111-6DB4-406A-004D-1ACFF77CD428}"/>
                  </a:ext>
                </a:extLst>
              </p:cNvPr>
              <p:cNvSpPr/>
              <p:nvPr/>
            </p:nvSpPr>
            <p:spPr>
              <a:xfrm>
                <a:off x="7642545" y="8010053"/>
                <a:ext cx="41981" cy="41981"/>
              </a:xfrm>
              <a:custGeom>
                <a:avLst/>
                <a:gdLst>
                  <a:gd name="connsiteX0" fmla="*/ 21242 w 41981"/>
                  <a:gd name="connsiteY0" fmla="*/ 4976 h 41981"/>
                  <a:gd name="connsiteX1" fmla="*/ 37432 w 41981"/>
                  <a:gd name="connsiteY1" fmla="*/ 21166 h 41981"/>
                  <a:gd name="connsiteX2" fmla="*/ 37432 w 41981"/>
                  <a:gd name="connsiteY2" fmla="*/ 21166 h 41981"/>
                  <a:gd name="connsiteX3" fmla="*/ 21242 w 41981"/>
                  <a:gd name="connsiteY3" fmla="*/ 37356 h 41981"/>
                  <a:gd name="connsiteX4" fmla="*/ 5052 w 41981"/>
                  <a:gd name="connsiteY4" fmla="*/ 21166 h 41981"/>
                  <a:gd name="connsiteX5" fmla="*/ 21242 w 41981"/>
                  <a:gd name="connsiteY5" fmla="*/ 4976 h 41981"/>
                  <a:gd name="connsiteX6" fmla="*/ 21242 w 41981"/>
                  <a:gd name="connsiteY6" fmla="*/ 175 h 41981"/>
                  <a:gd name="connsiteX7" fmla="*/ 252 w 41981"/>
                  <a:gd name="connsiteY7" fmla="*/ 21166 h 41981"/>
                  <a:gd name="connsiteX8" fmla="*/ 21242 w 41981"/>
                  <a:gd name="connsiteY8" fmla="*/ 42156 h 41981"/>
                  <a:gd name="connsiteX9" fmla="*/ 42233 w 41981"/>
                  <a:gd name="connsiteY9" fmla="*/ 21166 h 41981"/>
                  <a:gd name="connsiteX10" fmla="*/ 42233 w 41981"/>
                  <a:gd name="connsiteY10" fmla="*/ 21166 h 41981"/>
                  <a:gd name="connsiteX11" fmla="*/ 21242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6"/>
                    </a:moveTo>
                    <a:cubicBezTo>
                      <a:pt x="30184" y="4976"/>
                      <a:pt x="37432" y="12224"/>
                      <a:pt x="37432" y="21166"/>
                    </a:cubicBezTo>
                    <a:lnTo>
                      <a:pt x="37432" y="21166"/>
                    </a:lnTo>
                    <a:cubicBezTo>
                      <a:pt x="37432" y="30108"/>
                      <a:pt x="30184" y="37356"/>
                      <a:pt x="21242" y="37356"/>
                    </a:cubicBezTo>
                    <a:cubicBezTo>
                      <a:pt x="12300" y="37356"/>
                      <a:pt x="5052" y="30108"/>
                      <a:pt x="5052" y="21166"/>
                    </a:cubicBezTo>
                    <a:cubicBezTo>
                      <a:pt x="5052" y="12224"/>
                      <a:pt x="12300" y="4976"/>
                      <a:pt x="21242" y="4976"/>
                    </a:cubicBezTo>
                    <a:close/>
                    <a:moveTo>
                      <a:pt x="21242" y="175"/>
                    </a:moveTo>
                    <a:cubicBezTo>
                      <a:pt x="9650" y="175"/>
                      <a:pt x="252" y="9573"/>
                      <a:pt x="252" y="21166"/>
                    </a:cubicBezTo>
                    <a:cubicBezTo>
                      <a:pt x="252" y="32758"/>
                      <a:pt x="9650" y="42156"/>
                      <a:pt x="21242" y="42156"/>
                    </a:cubicBezTo>
                    <a:cubicBezTo>
                      <a:pt x="32835" y="42156"/>
                      <a:pt x="42233" y="32758"/>
                      <a:pt x="42233" y="21166"/>
                    </a:cubicBezTo>
                    <a:lnTo>
                      <a:pt x="42233" y="21166"/>
                    </a:lnTo>
                    <a:cubicBezTo>
                      <a:pt x="42233" y="9573"/>
                      <a:pt x="32835" y="175"/>
                      <a:pt x="21242" y="175"/>
                    </a:cubicBezTo>
                    <a:close/>
                  </a:path>
                </a:pathLst>
              </a:custGeom>
              <a:solidFill>
                <a:srgbClr val="000000"/>
              </a:solidFill>
              <a:ln w="4794" cap="sq">
                <a:noFill/>
                <a:prstDash val="solid"/>
                <a:round/>
              </a:ln>
            </p:spPr>
            <p:txBody>
              <a:bodyPr rtlCol="0" anchor="ctr"/>
              <a:lstStyle/>
              <a:p>
                <a:endParaRPr lang="en-US"/>
              </a:p>
            </p:txBody>
          </p:sp>
          <p:sp>
            <p:nvSpPr>
              <p:cNvPr id="2732" name="Freeform: Shape 2731">
                <a:extLst>
                  <a:ext uri="{FF2B5EF4-FFF2-40B4-BE49-F238E27FC236}">
                    <a16:creationId xmlns:a16="http://schemas.microsoft.com/office/drawing/2014/main" id="{DB46C4F3-2851-9386-3BF6-617C34FAC06E}"/>
                  </a:ext>
                </a:extLst>
              </p:cNvPr>
              <p:cNvSpPr/>
              <p:nvPr/>
            </p:nvSpPr>
            <p:spPr>
              <a:xfrm>
                <a:off x="7670289" y="8040672"/>
                <a:ext cx="37180" cy="37180"/>
              </a:xfrm>
              <a:custGeom>
                <a:avLst/>
                <a:gdLst>
                  <a:gd name="connsiteX0" fmla="*/ 37437 w 37180"/>
                  <a:gd name="connsiteY0" fmla="*/ 18771 h 37180"/>
                  <a:gd name="connsiteX1" fmla="*/ 18846 w 37180"/>
                  <a:gd name="connsiteY1" fmla="*/ 37361 h 37180"/>
                  <a:gd name="connsiteX2" fmla="*/ 256 w 37180"/>
                  <a:gd name="connsiteY2" fmla="*/ 18771 h 37180"/>
                  <a:gd name="connsiteX3" fmla="*/ 18846 w 37180"/>
                  <a:gd name="connsiteY3" fmla="*/ 180 h 37180"/>
                  <a:gd name="connsiteX4" fmla="*/ 37437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1"/>
                    </a:moveTo>
                    <a:cubicBezTo>
                      <a:pt x="37437" y="29038"/>
                      <a:pt x="29114" y="37361"/>
                      <a:pt x="18846" y="37361"/>
                    </a:cubicBezTo>
                    <a:cubicBezTo>
                      <a:pt x="8579" y="37361"/>
                      <a:pt x="256" y="29038"/>
                      <a:pt x="256" y="18771"/>
                    </a:cubicBezTo>
                    <a:cubicBezTo>
                      <a:pt x="256" y="8503"/>
                      <a:pt x="8579" y="180"/>
                      <a:pt x="18846" y="180"/>
                    </a:cubicBezTo>
                    <a:cubicBezTo>
                      <a:pt x="29114" y="180"/>
                      <a:pt x="37437" y="8503"/>
                      <a:pt x="37437" y="18771"/>
                    </a:cubicBezTo>
                    <a:close/>
                  </a:path>
                </a:pathLst>
              </a:custGeom>
              <a:solidFill>
                <a:srgbClr val="F7F1F1"/>
              </a:solidFill>
              <a:ln w="5753" cap="sq">
                <a:noFill/>
                <a:prstDash val="solid"/>
                <a:miter/>
              </a:ln>
            </p:spPr>
            <p:txBody>
              <a:bodyPr rtlCol="0" anchor="ctr"/>
              <a:lstStyle/>
              <a:p>
                <a:endParaRPr lang="en-US"/>
              </a:p>
            </p:txBody>
          </p:sp>
          <p:sp>
            <p:nvSpPr>
              <p:cNvPr id="2733" name="Freeform: Shape 2732">
                <a:extLst>
                  <a:ext uri="{FF2B5EF4-FFF2-40B4-BE49-F238E27FC236}">
                    <a16:creationId xmlns:a16="http://schemas.microsoft.com/office/drawing/2014/main" id="{A4B456F2-81B7-5006-E32C-61022B31BE65}"/>
                  </a:ext>
                </a:extLst>
              </p:cNvPr>
              <p:cNvSpPr/>
              <p:nvPr/>
            </p:nvSpPr>
            <p:spPr>
              <a:xfrm>
                <a:off x="7667889" y="8038272"/>
                <a:ext cx="41981" cy="41981"/>
              </a:xfrm>
              <a:custGeom>
                <a:avLst/>
                <a:gdLst>
                  <a:gd name="connsiteX0" fmla="*/ 21247 w 41981"/>
                  <a:gd name="connsiteY0" fmla="*/ 4981 h 41981"/>
                  <a:gd name="connsiteX1" fmla="*/ 37437 w 41981"/>
                  <a:gd name="connsiteY1" fmla="*/ 21171 h 41981"/>
                  <a:gd name="connsiteX2" fmla="*/ 37437 w 41981"/>
                  <a:gd name="connsiteY2" fmla="*/ 21171 h 41981"/>
                  <a:gd name="connsiteX3" fmla="*/ 21247 w 41981"/>
                  <a:gd name="connsiteY3" fmla="*/ 37361 h 41981"/>
                  <a:gd name="connsiteX4" fmla="*/ 5056 w 41981"/>
                  <a:gd name="connsiteY4" fmla="*/ 21171 h 41981"/>
                  <a:gd name="connsiteX5" fmla="*/ 21247 w 41981"/>
                  <a:gd name="connsiteY5" fmla="*/ 4981 h 41981"/>
                  <a:gd name="connsiteX6" fmla="*/ 21247 w 41981"/>
                  <a:gd name="connsiteY6" fmla="*/ 180 h 41981"/>
                  <a:gd name="connsiteX7" fmla="*/ 256 w 41981"/>
                  <a:gd name="connsiteY7" fmla="*/ 21171 h 41981"/>
                  <a:gd name="connsiteX8" fmla="*/ 21247 w 41981"/>
                  <a:gd name="connsiteY8" fmla="*/ 42161 h 41981"/>
                  <a:gd name="connsiteX9" fmla="*/ 42237 w 41981"/>
                  <a:gd name="connsiteY9" fmla="*/ 21171 h 41981"/>
                  <a:gd name="connsiteX10" fmla="*/ 42237 w 41981"/>
                  <a:gd name="connsiteY10" fmla="*/ 21171 h 41981"/>
                  <a:gd name="connsiteX11" fmla="*/ 21247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1"/>
                    </a:moveTo>
                    <a:cubicBezTo>
                      <a:pt x="30188" y="4981"/>
                      <a:pt x="37437" y="12229"/>
                      <a:pt x="37437" y="21171"/>
                    </a:cubicBezTo>
                    <a:lnTo>
                      <a:pt x="37437" y="21171"/>
                    </a:lnTo>
                    <a:cubicBezTo>
                      <a:pt x="37437" y="30113"/>
                      <a:pt x="30188" y="37361"/>
                      <a:pt x="21247" y="37361"/>
                    </a:cubicBezTo>
                    <a:cubicBezTo>
                      <a:pt x="12305" y="37361"/>
                      <a:pt x="5056" y="30113"/>
                      <a:pt x="5056" y="21171"/>
                    </a:cubicBezTo>
                    <a:cubicBezTo>
                      <a:pt x="5056" y="12229"/>
                      <a:pt x="12305" y="4981"/>
                      <a:pt x="21247" y="4981"/>
                    </a:cubicBezTo>
                    <a:close/>
                    <a:moveTo>
                      <a:pt x="21247" y="180"/>
                    </a:moveTo>
                    <a:cubicBezTo>
                      <a:pt x="9654" y="180"/>
                      <a:pt x="256" y="9578"/>
                      <a:pt x="256" y="21171"/>
                    </a:cubicBezTo>
                    <a:cubicBezTo>
                      <a:pt x="256" y="32763"/>
                      <a:pt x="9654" y="42161"/>
                      <a:pt x="21247" y="42161"/>
                    </a:cubicBezTo>
                    <a:cubicBezTo>
                      <a:pt x="32839" y="42161"/>
                      <a:pt x="42237" y="32763"/>
                      <a:pt x="42237" y="21171"/>
                    </a:cubicBezTo>
                    <a:lnTo>
                      <a:pt x="42237" y="21171"/>
                    </a:lnTo>
                    <a:cubicBezTo>
                      <a:pt x="42237" y="9578"/>
                      <a:pt x="32839" y="180"/>
                      <a:pt x="21247" y="180"/>
                    </a:cubicBezTo>
                    <a:close/>
                  </a:path>
                </a:pathLst>
              </a:custGeom>
              <a:solidFill>
                <a:srgbClr val="000000"/>
              </a:solidFill>
              <a:ln w="4794" cap="sq">
                <a:noFill/>
                <a:prstDash val="solid"/>
                <a:round/>
              </a:ln>
            </p:spPr>
            <p:txBody>
              <a:bodyPr rtlCol="0" anchor="ctr"/>
              <a:lstStyle/>
              <a:p>
                <a:endParaRPr lang="en-US"/>
              </a:p>
            </p:txBody>
          </p:sp>
          <p:sp>
            <p:nvSpPr>
              <p:cNvPr id="2734" name="Freeform: Shape 2733">
                <a:extLst>
                  <a:ext uri="{FF2B5EF4-FFF2-40B4-BE49-F238E27FC236}">
                    <a16:creationId xmlns:a16="http://schemas.microsoft.com/office/drawing/2014/main" id="{8AF3F8BE-33A6-2E68-3A54-4816781A7EC0}"/>
                  </a:ext>
                </a:extLst>
              </p:cNvPr>
              <p:cNvSpPr/>
              <p:nvPr/>
            </p:nvSpPr>
            <p:spPr>
              <a:xfrm>
                <a:off x="7689666" y="8067254"/>
                <a:ext cx="37180" cy="37180"/>
              </a:xfrm>
              <a:custGeom>
                <a:avLst/>
                <a:gdLst>
                  <a:gd name="connsiteX0" fmla="*/ 37440 w 37180"/>
                  <a:gd name="connsiteY0" fmla="*/ 18775 h 37180"/>
                  <a:gd name="connsiteX1" fmla="*/ 18850 w 37180"/>
                  <a:gd name="connsiteY1" fmla="*/ 37366 h 37180"/>
                  <a:gd name="connsiteX2" fmla="*/ 259 w 37180"/>
                  <a:gd name="connsiteY2" fmla="*/ 18775 h 37180"/>
                  <a:gd name="connsiteX3" fmla="*/ 18850 w 37180"/>
                  <a:gd name="connsiteY3" fmla="*/ 185 h 37180"/>
                  <a:gd name="connsiteX4" fmla="*/ 37440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5"/>
                    </a:moveTo>
                    <a:cubicBezTo>
                      <a:pt x="37440" y="29042"/>
                      <a:pt x="29117" y="37366"/>
                      <a:pt x="18850" y="37366"/>
                    </a:cubicBezTo>
                    <a:cubicBezTo>
                      <a:pt x="8583" y="37366"/>
                      <a:pt x="259" y="29042"/>
                      <a:pt x="259" y="18775"/>
                    </a:cubicBezTo>
                    <a:cubicBezTo>
                      <a:pt x="259" y="8508"/>
                      <a:pt x="8583" y="185"/>
                      <a:pt x="18850" y="185"/>
                    </a:cubicBezTo>
                    <a:cubicBezTo>
                      <a:pt x="29117" y="185"/>
                      <a:pt x="37440" y="8508"/>
                      <a:pt x="37440" y="18775"/>
                    </a:cubicBezTo>
                    <a:close/>
                  </a:path>
                </a:pathLst>
              </a:custGeom>
              <a:solidFill>
                <a:srgbClr val="EEF7EE"/>
              </a:solidFill>
              <a:ln w="5753" cap="sq">
                <a:noFill/>
                <a:prstDash val="solid"/>
                <a:miter/>
              </a:ln>
            </p:spPr>
            <p:txBody>
              <a:bodyPr rtlCol="0" anchor="ctr"/>
              <a:lstStyle/>
              <a:p>
                <a:endParaRPr lang="en-US"/>
              </a:p>
            </p:txBody>
          </p:sp>
          <p:sp>
            <p:nvSpPr>
              <p:cNvPr id="2735" name="Freeform: Shape 2734">
                <a:extLst>
                  <a:ext uri="{FF2B5EF4-FFF2-40B4-BE49-F238E27FC236}">
                    <a16:creationId xmlns:a16="http://schemas.microsoft.com/office/drawing/2014/main" id="{5CA60D9E-4C0A-FEF2-1CE1-5DEF95173A80}"/>
                  </a:ext>
                </a:extLst>
              </p:cNvPr>
              <p:cNvSpPr/>
              <p:nvPr/>
            </p:nvSpPr>
            <p:spPr>
              <a:xfrm>
                <a:off x="7687265" y="8064854"/>
                <a:ext cx="41981" cy="41981"/>
              </a:xfrm>
              <a:custGeom>
                <a:avLst/>
                <a:gdLst>
                  <a:gd name="connsiteX0" fmla="*/ 21250 w 41981"/>
                  <a:gd name="connsiteY0" fmla="*/ 4985 h 41981"/>
                  <a:gd name="connsiteX1" fmla="*/ 37440 w 41981"/>
                  <a:gd name="connsiteY1" fmla="*/ 21175 h 41981"/>
                  <a:gd name="connsiteX2" fmla="*/ 37440 w 41981"/>
                  <a:gd name="connsiteY2" fmla="*/ 21175 h 41981"/>
                  <a:gd name="connsiteX3" fmla="*/ 21250 w 41981"/>
                  <a:gd name="connsiteY3" fmla="*/ 37366 h 41981"/>
                  <a:gd name="connsiteX4" fmla="*/ 5060 w 41981"/>
                  <a:gd name="connsiteY4" fmla="*/ 21175 h 41981"/>
                  <a:gd name="connsiteX5" fmla="*/ 21250 w 41981"/>
                  <a:gd name="connsiteY5" fmla="*/ 4985 h 41981"/>
                  <a:gd name="connsiteX6" fmla="*/ 21250 w 41981"/>
                  <a:gd name="connsiteY6" fmla="*/ 185 h 41981"/>
                  <a:gd name="connsiteX7" fmla="*/ 259 w 41981"/>
                  <a:gd name="connsiteY7" fmla="*/ 21175 h 41981"/>
                  <a:gd name="connsiteX8" fmla="*/ 21250 w 41981"/>
                  <a:gd name="connsiteY8" fmla="*/ 42166 h 41981"/>
                  <a:gd name="connsiteX9" fmla="*/ 42241 w 41981"/>
                  <a:gd name="connsiteY9" fmla="*/ 21175 h 41981"/>
                  <a:gd name="connsiteX10" fmla="*/ 42241 w 41981"/>
                  <a:gd name="connsiteY10" fmla="*/ 21175 h 41981"/>
                  <a:gd name="connsiteX11" fmla="*/ 21250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5"/>
                    </a:moveTo>
                    <a:cubicBezTo>
                      <a:pt x="30192" y="4985"/>
                      <a:pt x="37440" y="12234"/>
                      <a:pt x="37440" y="21175"/>
                    </a:cubicBezTo>
                    <a:lnTo>
                      <a:pt x="37440" y="21175"/>
                    </a:lnTo>
                    <a:cubicBezTo>
                      <a:pt x="37440" y="30117"/>
                      <a:pt x="30192" y="37366"/>
                      <a:pt x="21250" y="37366"/>
                    </a:cubicBezTo>
                    <a:cubicBezTo>
                      <a:pt x="12308" y="37366"/>
                      <a:pt x="5060" y="30117"/>
                      <a:pt x="5060" y="21175"/>
                    </a:cubicBezTo>
                    <a:cubicBezTo>
                      <a:pt x="5060" y="12234"/>
                      <a:pt x="12308" y="4985"/>
                      <a:pt x="21250" y="4985"/>
                    </a:cubicBezTo>
                    <a:close/>
                    <a:moveTo>
                      <a:pt x="21250" y="185"/>
                    </a:moveTo>
                    <a:cubicBezTo>
                      <a:pt x="9657" y="185"/>
                      <a:pt x="259" y="9583"/>
                      <a:pt x="259" y="21175"/>
                    </a:cubicBezTo>
                    <a:cubicBezTo>
                      <a:pt x="259" y="32768"/>
                      <a:pt x="9657" y="42166"/>
                      <a:pt x="21250" y="42166"/>
                    </a:cubicBezTo>
                    <a:cubicBezTo>
                      <a:pt x="32843" y="42166"/>
                      <a:pt x="42241" y="32768"/>
                      <a:pt x="42241" y="21175"/>
                    </a:cubicBezTo>
                    <a:lnTo>
                      <a:pt x="42241" y="21175"/>
                    </a:lnTo>
                    <a:cubicBezTo>
                      <a:pt x="42241" y="9583"/>
                      <a:pt x="32843" y="185"/>
                      <a:pt x="21250" y="185"/>
                    </a:cubicBezTo>
                    <a:close/>
                  </a:path>
                </a:pathLst>
              </a:custGeom>
              <a:solidFill>
                <a:srgbClr val="000000"/>
              </a:solidFill>
              <a:ln w="4794" cap="sq">
                <a:noFill/>
                <a:prstDash val="solid"/>
                <a:round/>
              </a:ln>
            </p:spPr>
            <p:txBody>
              <a:bodyPr rtlCol="0" anchor="ctr"/>
              <a:lstStyle/>
              <a:p>
                <a:endParaRPr lang="en-US"/>
              </a:p>
            </p:txBody>
          </p:sp>
          <p:sp>
            <p:nvSpPr>
              <p:cNvPr id="2736" name="Freeform: Shape 2735">
                <a:extLst>
                  <a:ext uri="{FF2B5EF4-FFF2-40B4-BE49-F238E27FC236}">
                    <a16:creationId xmlns:a16="http://schemas.microsoft.com/office/drawing/2014/main" id="{3B880CCF-8585-0690-8423-DD668D69D994}"/>
                  </a:ext>
                </a:extLst>
              </p:cNvPr>
              <p:cNvSpPr/>
              <p:nvPr/>
            </p:nvSpPr>
            <p:spPr>
              <a:xfrm>
                <a:off x="7676118" y="7826129"/>
                <a:ext cx="37180" cy="37180"/>
              </a:xfrm>
              <a:custGeom>
                <a:avLst/>
                <a:gdLst>
                  <a:gd name="connsiteX0" fmla="*/ 37438 w 37180"/>
                  <a:gd name="connsiteY0" fmla="*/ 18733 h 37180"/>
                  <a:gd name="connsiteX1" fmla="*/ 18847 w 37180"/>
                  <a:gd name="connsiteY1" fmla="*/ 37324 h 37180"/>
                  <a:gd name="connsiteX2" fmla="*/ 257 w 37180"/>
                  <a:gd name="connsiteY2" fmla="*/ 18733 h 37180"/>
                  <a:gd name="connsiteX3" fmla="*/ 18847 w 37180"/>
                  <a:gd name="connsiteY3" fmla="*/ 143 h 37180"/>
                  <a:gd name="connsiteX4" fmla="*/ 37438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33"/>
                    </a:moveTo>
                    <a:cubicBezTo>
                      <a:pt x="37438" y="29001"/>
                      <a:pt x="29115" y="37324"/>
                      <a:pt x="18847" y="37324"/>
                    </a:cubicBezTo>
                    <a:cubicBezTo>
                      <a:pt x="8580" y="37324"/>
                      <a:pt x="257" y="29001"/>
                      <a:pt x="257" y="18733"/>
                    </a:cubicBezTo>
                    <a:cubicBezTo>
                      <a:pt x="257" y="8466"/>
                      <a:pt x="8580" y="143"/>
                      <a:pt x="18847" y="143"/>
                    </a:cubicBezTo>
                    <a:cubicBezTo>
                      <a:pt x="29115" y="143"/>
                      <a:pt x="37438" y="8466"/>
                      <a:pt x="37438" y="18733"/>
                    </a:cubicBezTo>
                    <a:close/>
                  </a:path>
                </a:pathLst>
              </a:custGeom>
              <a:solidFill>
                <a:srgbClr val="F2F7F2"/>
              </a:solidFill>
              <a:ln w="5753" cap="sq">
                <a:noFill/>
                <a:prstDash val="solid"/>
                <a:miter/>
              </a:ln>
            </p:spPr>
            <p:txBody>
              <a:bodyPr rtlCol="0" anchor="ctr"/>
              <a:lstStyle/>
              <a:p>
                <a:endParaRPr lang="en-US"/>
              </a:p>
            </p:txBody>
          </p:sp>
          <p:sp>
            <p:nvSpPr>
              <p:cNvPr id="2737" name="Freeform: Shape 2736">
                <a:extLst>
                  <a:ext uri="{FF2B5EF4-FFF2-40B4-BE49-F238E27FC236}">
                    <a16:creationId xmlns:a16="http://schemas.microsoft.com/office/drawing/2014/main" id="{C40392B7-9970-0E3B-3CD4-268D4E89F2C9}"/>
                  </a:ext>
                </a:extLst>
              </p:cNvPr>
              <p:cNvSpPr/>
              <p:nvPr/>
            </p:nvSpPr>
            <p:spPr>
              <a:xfrm>
                <a:off x="7673718" y="7823729"/>
                <a:ext cx="41981" cy="41981"/>
              </a:xfrm>
              <a:custGeom>
                <a:avLst/>
                <a:gdLst>
                  <a:gd name="connsiteX0" fmla="*/ 21248 w 41981"/>
                  <a:gd name="connsiteY0" fmla="*/ 4943 h 41981"/>
                  <a:gd name="connsiteX1" fmla="*/ 37438 w 41981"/>
                  <a:gd name="connsiteY1" fmla="*/ 21134 h 41981"/>
                  <a:gd name="connsiteX2" fmla="*/ 37438 w 41981"/>
                  <a:gd name="connsiteY2" fmla="*/ 21134 h 41981"/>
                  <a:gd name="connsiteX3" fmla="*/ 21248 w 41981"/>
                  <a:gd name="connsiteY3" fmla="*/ 37324 h 41981"/>
                  <a:gd name="connsiteX4" fmla="*/ 5057 w 41981"/>
                  <a:gd name="connsiteY4" fmla="*/ 21134 h 41981"/>
                  <a:gd name="connsiteX5" fmla="*/ 21248 w 41981"/>
                  <a:gd name="connsiteY5" fmla="*/ 4943 h 41981"/>
                  <a:gd name="connsiteX6" fmla="*/ 21248 w 41981"/>
                  <a:gd name="connsiteY6" fmla="*/ 143 h 41981"/>
                  <a:gd name="connsiteX7" fmla="*/ 257 w 41981"/>
                  <a:gd name="connsiteY7" fmla="*/ 21134 h 41981"/>
                  <a:gd name="connsiteX8" fmla="*/ 21248 w 41981"/>
                  <a:gd name="connsiteY8" fmla="*/ 42124 h 41981"/>
                  <a:gd name="connsiteX9" fmla="*/ 42238 w 41981"/>
                  <a:gd name="connsiteY9" fmla="*/ 21134 h 41981"/>
                  <a:gd name="connsiteX10" fmla="*/ 42238 w 41981"/>
                  <a:gd name="connsiteY10" fmla="*/ 21134 h 41981"/>
                  <a:gd name="connsiteX11" fmla="*/ 21248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43"/>
                    </a:moveTo>
                    <a:cubicBezTo>
                      <a:pt x="30189" y="4943"/>
                      <a:pt x="37438" y="12192"/>
                      <a:pt x="37438" y="21134"/>
                    </a:cubicBezTo>
                    <a:lnTo>
                      <a:pt x="37438" y="21134"/>
                    </a:lnTo>
                    <a:cubicBezTo>
                      <a:pt x="37438" y="30075"/>
                      <a:pt x="30189" y="37324"/>
                      <a:pt x="21248" y="37324"/>
                    </a:cubicBezTo>
                    <a:cubicBezTo>
                      <a:pt x="12306" y="37324"/>
                      <a:pt x="5057" y="30075"/>
                      <a:pt x="5057" y="21134"/>
                    </a:cubicBezTo>
                    <a:cubicBezTo>
                      <a:pt x="5057" y="12192"/>
                      <a:pt x="12306" y="4943"/>
                      <a:pt x="21248" y="4943"/>
                    </a:cubicBezTo>
                    <a:close/>
                    <a:moveTo>
                      <a:pt x="21248" y="143"/>
                    </a:moveTo>
                    <a:cubicBezTo>
                      <a:pt x="9655" y="143"/>
                      <a:pt x="257" y="9541"/>
                      <a:pt x="257" y="21134"/>
                    </a:cubicBezTo>
                    <a:cubicBezTo>
                      <a:pt x="257" y="32726"/>
                      <a:pt x="9655" y="42124"/>
                      <a:pt x="21248" y="42124"/>
                    </a:cubicBezTo>
                    <a:cubicBezTo>
                      <a:pt x="32840" y="42124"/>
                      <a:pt x="42238" y="32726"/>
                      <a:pt x="42238" y="21134"/>
                    </a:cubicBezTo>
                    <a:lnTo>
                      <a:pt x="42238" y="21134"/>
                    </a:lnTo>
                    <a:cubicBezTo>
                      <a:pt x="42238" y="9541"/>
                      <a:pt x="32840" y="143"/>
                      <a:pt x="21248" y="143"/>
                    </a:cubicBezTo>
                    <a:close/>
                  </a:path>
                </a:pathLst>
              </a:custGeom>
              <a:solidFill>
                <a:srgbClr val="000000"/>
              </a:solidFill>
              <a:ln w="4794" cap="sq">
                <a:noFill/>
                <a:prstDash val="solid"/>
                <a:round/>
              </a:ln>
            </p:spPr>
            <p:txBody>
              <a:bodyPr rtlCol="0" anchor="ctr"/>
              <a:lstStyle/>
              <a:p>
                <a:endParaRPr lang="en-US"/>
              </a:p>
            </p:txBody>
          </p:sp>
          <p:sp>
            <p:nvSpPr>
              <p:cNvPr id="2738" name="Freeform: Shape 2737">
                <a:extLst>
                  <a:ext uri="{FF2B5EF4-FFF2-40B4-BE49-F238E27FC236}">
                    <a16:creationId xmlns:a16="http://schemas.microsoft.com/office/drawing/2014/main" id="{C1019E8C-E5D8-70BE-04FF-893C96B0E143}"/>
                  </a:ext>
                </a:extLst>
              </p:cNvPr>
              <p:cNvSpPr/>
              <p:nvPr/>
            </p:nvSpPr>
            <p:spPr>
              <a:xfrm>
                <a:off x="7635810" y="8027735"/>
                <a:ext cx="37180" cy="37180"/>
              </a:xfrm>
              <a:custGeom>
                <a:avLst/>
                <a:gdLst>
                  <a:gd name="connsiteX0" fmla="*/ 37431 w 37180"/>
                  <a:gd name="connsiteY0" fmla="*/ 18768 h 37180"/>
                  <a:gd name="connsiteX1" fmla="*/ 18840 w 37180"/>
                  <a:gd name="connsiteY1" fmla="*/ 37359 h 37180"/>
                  <a:gd name="connsiteX2" fmla="*/ 250 w 37180"/>
                  <a:gd name="connsiteY2" fmla="*/ 18768 h 37180"/>
                  <a:gd name="connsiteX3" fmla="*/ 18840 w 37180"/>
                  <a:gd name="connsiteY3" fmla="*/ 178 h 37180"/>
                  <a:gd name="connsiteX4" fmla="*/ 37431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8"/>
                    </a:moveTo>
                    <a:cubicBezTo>
                      <a:pt x="37431" y="29036"/>
                      <a:pt x="29108" y="37359"/>
                      <a:pt x="18840" y="37359"/>
                    </a:cubicBezTo>
                    <a:cubicBezTo>
                      <a:pt x="8573" y="37359"/>
                      <a:pt x="250" y="29036"/>
                      <a:pt x="250" y="18768"/>
                    </a:cubicBezTo>
                    <a:cubicBezTo>
                      <a:pt x="250" y="8501"/>
                      <a:pt x="8573" y="178"/>
                      <a:pt x="18840" y="178"/>
                    </a:cubicBezTo>
                    <a:cubicBezTo>
                      <a:pt x="29108" y="178"/>
                      <a:pt x="37431" y="8501"/>
                      <a:pt x="37431" y="18768"/>
                    </a:cubicBezTo>
                    <a:close/>
                  </a:path>
                </a:pathLst>
              </a:custGeom>
              <a:solidFill>
                <a:srgbClr val="F7E3E3"/>
              </a:solidFill>
              <a:ln w="5753" cap="sq">
                <a:noFill/>
                <a:prstDash val="solid"/>
                <a:miter/>
              </a:ln>
            </p:spPr>
            <p:txBody>
              <a:bodyPr rtlCol="0" anchor="ctr"/>
              <a:lstStyle/>
              <a:p>
                <a:endParaRPr lang="en-US"/>
              </a:p>
            </p:txBody>
          </p:sp>
          <p:sp>
            <p:nvSpPr>
              <p:cNvPr id="2739" name="Freeform: Shape 2738">
                <a:extLst>
                  <a:ext uri="{FF2B5EF4-FFF2-40B4-BE49-F238E27FC236}">
                    <a16:creationId xmlns:a16="http://schemas.microsoft.com/office/drawing/2014/main" id="{AC8494BA-E188-AC5E-5375-DC336B318ABC}"/>
                  </a:ext>
                </a:extLst>
              </p:cNvPr>
              <p:cNvSpPr/>
              <p:nvPr/>
            </p:nvSpPr>
            <p:spPr>
              <a:xfrm>
                <a:off x="7633409" y="8025335"/>
                <a:ext cx="41981" cy="41981"/>
              </a:xfrm>
              <a:custGeom>
                <a:avLst/>
                <a:gdLst>
                  <a:gd name="connsiteX0" fmla="*/ 21241 w 41981"/>
                  <a:gd name="connsiteY0" fmla="*/ 4978 h 41981"/>
                  <a:gd name="connsiteX1" fmla="*/ 37431 w 41981"/>
                  <a:gd name="connsiteY1" fmla="*/ 21169 h 41981"/>
                  <a:gd name="connsiteX2" fmla="*/ 37431 w 41981"/>
                  <a:gd name="connsiteY2" fmla="*/ 21169 h 41981"/>
                  <a:gd name="connsiteX3" fmla="*/ 21241 w 41981"/>
                  <a:gd name="connsiteY3" fmla="*/ 37359 h 41981"/>
                  <a:gd name="connsiteX4" fmla="*/ 5050 w 41981"/>
                  <a:gd name="connsiteY4" fmla="*/ 21169 h 41981"/>
                  <a:gd name="connsiteX5" fmla="*/ 21241 w 41981"/>
                  <a:gd name="connsiteY5" fmla="*/ 4978 h 41981"/>
                  <a:gd name="connsiteX6" fmla="*/ 21241 w 41981"/>
                  <a:gd name="connsiteY6" fmla="*/ 178 h 41981"/>
                  <a:gd name="connsiteX7" fmla="*/ 250 w 41981"/>
                  <a:gd name="connsiteY7" fmla="*/ 21169 h 41981"/>
                  <a:gd name="connsiteX8" fmla="*/ 21241 w 41981"/>
                  <a:gd name="connsiteY8" fmla="*/ 42159 h 41981"/>
                  <a:gd name="connsiteX9" fmla="*/ 42231 w 41981"/>
                  <a:gd name="connsiteY9" fmla="*/ 21169 h 41981"/>
                  <a:gd name="connsiteX10" fmla="*/ 42231 w 41981"/>
                  <a:gd name="connsiteY10" fmla="*/ 21169 h 41981"/>
                  <a:gd name="connsiteX11" fmla="*/ 2124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8"/>
                    </a:moveTo>
                    <a:cubicBezTo>
                      <a:pt x="30182" y="4978"/>
                      <a:pt x="37431" y="12227"/>
                      <a:pt x="37431" y="21169"/>
                    </a:cubicBezTo>
                    <a:lnTo>
                      <a:pt x="37431" y="21169"/>
                    </a:lnTo>
                    <a:cubicBezTo>
                      <a:pt x="37431" y="30110"/>
                      <a:pt x="30182" y="37359"/>
                      <a:pt x="21241" y="37359"/>
                    </a:cubicBezTo>
                    <a:cubicBezTo>
                      <a:pt x="12299" y="37359"/>
                      <a:pt x="5050" y="30110"/>
                      <a:pt x="5050" y="21169"/>
                    </a:cubicBezTo>
                    <a:cubicBezTo>
                      <a:pt x="5050" y="12227"/>
                      <a:pt x="12299" y="4978"/>
                      <a:pt x="21241" y="4978"/>
                    </a:cubicBezTo>
                    <a:close/>
                    <a:moveTo>
                      <a:pt x="21241" y="178"/>
                    </a:moveTo>
                    <a:cubicBezTo>
                      <a:pt x="9648" y="178"/>
                      <a:pt x="250" y="9576"/>
                      <a:pt x="250" y="21169"/>
                    </a:cubicBezTo>
                    <a:cubicBezTo>
                      <a:pt x="250" y="32761"/>
                      <a:pt x="9648" y="42159"/>
                      <a:pt x="21241" y="42159"/>
                    </a:cubicBezTo>
                    <a:cubicBezTo>
                      <a:pt x="32833" y="42159"/>
                      <a:pt x="42231" y="32761"/>
                      <a:pt x="42231" y="21169"/>
                    </a:cubicBezTo>
                    <a:lnTo>
                      <a:pt x="42231" y="21169"/>
                    </a:lnTo>
                    <a:cubicBezTo>
                      <a:pt x="42231" y="9576"/>
                      <a:pt x="32833" y="178"/>
                      <a:pt x="21241" y="178"/>
                    </a:cubicBezTo>
                    <a:close/>
                  </a:path>
                </a:pathLst>
              </a:custGeom>
              <a:solidFill>
                <a:srgbClr val="000000"/>
              </a:solidFill>
              <a:ln w="4794" cap="sq">
                <a:noFill/>
                <a:prstDash val="solid"/>
                <a:round/>
              </a:ln>
            </p:spPr>
            <p:txBody>
              <a:bodyPr rtlCol="0" anchor="ctr"/>
              <a:lstStyle/>
              <a:p>
                <a:endParaRPr lang="en-US"/>
              </a:p>
            </p:txBody>
          </p:sp>
          <p:sp>
            <p:nvSpPr>
              <p:cNvPr id="2740" name="Freeform: Shape 2739">
                <a:extLst>
                  <a:ext uri="{FF2B5EF4-FFF2-40B4-BE49-F238E27FC236}">
                    <a16:creationId xmlns:a16="http://schemas.microsoft.com/office/drawing/2014/main" id="{263DEDE1-24C7-A7F0-71D6-C52583027D24}"/>
                  </a:ext>
                </a:extLst>
              </p:cNvPr>
              <p:cNvSpPr/>
              <p:nvPr/>
            </p:nvSpPr>
            <p:spPr>
              <a:xfrm>
                <a:off x="7697758" y="7973407"/>
                <a:ext cx="37180" cy="37180"/>
              </a:xfrm>
              <a:custGeom>
                <a:avLst/>
                <a:gdLst>
                  <a:gd name="connsiteX0" fmla="*/ 37442 w 37180"/>
                  <a:gd name="connsiteY0" fmla="*/ 18759 h 37180"/>
                  <a:gd name="connsiteX1" fmla="*/ 18851 w 37180"/>
                  <a:gd name="connsiteY1" fmla="*/ 37349 h 37180"/>
                  <a:gd name="connsiteX2" fmla="*/ 261 w 37180"/>
                  <a:gd name="connsiteY2" fmla="*/ 18759 h 37180"/>
                  <a:gd name="connsiteX3" fmla="*/ 18851 w 37180"/>
                  <a:gd name="connsiteY3" fmla="*/ 169 h 37180"/>
                  <a:gd name="connsiteX4" fmla="*/ 3744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9"/>
                    </a:moveTo>
                    <a:cubicBezTo>
                      <a:pt x="37442" y="29026"/>
                      <a:pt x="29118" y="37349"/>
                      <a:pt x="18851" y="37349"/>
                    </a:cubicBezTo>
                    <a:cubicBezTo>
                      <a:pt x="8584" y="37349"/>
                      <a:pt x="261" y="29026"/>
                      <a:pt x="261" y="18759"/>
                    </a:cubicBezTo>
                    <a:cubicBezTo>
                      <a:pt x="261" y="8492"/>
                      <a:pt x="8584" y="169"/>
                      <a:pt x="18851" y="169"/>
                    </a:cubicBezTo>
                    <a:cubicBezTo>
                      <a:pt x="29118" y="169"/>
                      <a:pt x="37442" y="8492"/>
                      <a:pt x="37442" y="18759"/>
                    </a:cubicBezTo>
                    <a:close/>
                  </a:path>
                </a:pathLst>
              </a:custGeom>
              <a:solidFill>
                <a:srgbClr val="F4F7F4"/>
              </a:solidFill>
              <a:ln w="5753" cap="sq">
                <a:noFill/>
                <a:prstDash val="solid"/>
                <a:miter/>
              </a:ln>
            </p:spPr>
            <p:txBody>
              <a:bodyPr rtlCol="0" anchor="ctr"/>
              <a:lstStyle/>
              <a:p>
                <a:endParaRPr lang="en-US"/>
              </a:p>
            </p:txBody>
          </p:sp>
          <p:sp>
            <p:nvSpPr>
              <p:cNvPr id="2741" name="Freeform: Shape 2740">
                <a:extLst>
                  <a:ext uri="{FF2B5EF4-FFF2-40B4-BE49-F238E27FC236}">
                    <a16:creationId xmlns:a16="http://schemas.microsoft.com/office/drawing/2014/main" id="{5158E6CD-38C6-AE2D-D20D-548350B04B3F}"/>
                  </a:ext>
                </a:extLst>
              </p:cNvPr>
              <p:cNvSpPr/>
              <p:nvPr/>
            </p:nvSpPr>
            <p:spPr>
              <a:xfrm>
                <a:off x="7695358" y="7971006"/>
                <a:ext cx="41981" cy="41981"/>
              </a:xfrm>
              <a:custGeom>
                <a:avLst/>
                <a:gdLst>
                  <a:gd name="connsiteX0" fmla="*/ 21251 w 41981"/>
                  <a:gd name="connsiteY0" fmla="*/ 4969 h 41981"/>
                  <a:gd name="connsiteX1" fmla="*/ 37442 w 41981"/>
                  <a:gd name="connsiteY1" fmla="*/ 21159 h 41981"/>
                  <a:gd name="connsiteX2" fmla="*/ 37442 w 41981"/>
                  <a:gd name="connsiteY2" fmla="*/ 21159 h 41981"/>
                  <a:gd name="connsiteX3" fmla="*/ 21251 w 41981"/>
                  <a:gd name="connsiteY3" fmla="*/ 37349 h 41981"/>
                  <a:gd name="connsiteX4" fmla="*/ 5061 w 41981"/>
                  <a:gd name="connsiteY4" fmla="*/ 21159 h 41981"/>
                  <a:gd name="connsiteX5" fmla="*/ 21251 w 41981"/>
                  <a:gd name="connsiteY5" fmla="*/ 4969 h 41981"/>
                  <a:gd name="connsiteX6" fmla="*/ 21251 w 41981"/>
                  <a:gd name="connsiteY6" fmla="*/ 169 h 41981"/>
                  <a:gd name="connsiteX7" fmla="*/ 261 w 41981"/>
                  <a:gd name="connsiteY7" fmla="*/ 21159 h 41981"/>
                  <a:gd name="connsiteX8" fmla="*/ 21251 w 41981"/>
                  <a:gd name="connsiteY8" fmla="*/ 42150 h 41981"/>
                  <a:gd name="connsiteX9" fmla="*/ 42242 w 41981"/>
                  <a:gd name="connsiteY9" fmla="*/ 21159 h 41981"/>
                  <a:gd name="connsiteX10" fmla="*/ 42242 w 41981"/>
                  <a:gd name="connsiteY10" fmla="*/ 21159 h 41981"/>
                  <a:gd name="connsiteX11" fmla="*/ 21251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69"/>
                    </a:moveTo>
                    <a:cubicBezTo>
                      <a:pt x="30193" y="4969"/>
                      <a:pt x="37442" y="12217"/>
                      <a:pt x="37442" y="21159"/>
                    </a:cubicBezTo>
                    <a:lnTo>
                      <a:pt x="37442" y="21159"/>
                    </a:lnTo>
                    <a:cubicBezTo>
                      <a:pt x="37442" y="30101"/>
                      <a:pt x="30193" y="37349"/>
                      <a:pt x="21251" y="37349"/>
                    </a:cubicBezTo>
                    <a:cubicBezTo>
                      <a:pt x="12310" y="37349"/>
                      <a:pt x="5061" y="30101"/>
                      <a:pt x="5061" y="21159"/>
                    </a:cubicBezTo>
                    <a:cubicBezTo>
                      <a:pt x="5061" y="12217"/>
                      <a:pt x="12310" y="4969"/>
                      <a:pt x="21251" y="4969"/>
                    </a:cubicBezTo>
                    <a:close/>
                    <a:moveTo>
                      <a:pt x="21251" y="169"/>
                    </a:moveTo>
                    <a:cubicBezTo>
                      <a:pt x="9659" y="169"/>
                      <a:pt x="261" y="9567"/>
                      <a:pt x="261" y="21159"/>
                    </a:cubicBezTo>
                    <a:cubicBezTo>
                      <a:pt x="261" y="32752"/>
                      <a:pt x="9659" y="42150"/>
                      <a:pt x="21251" y="42150"/>
                    </a:cubicBezTo>
                    <a:cubicBezTo>
                      <a:pt x="32844" y="42150"/>
                      <a:pt x="42242" y="32752"/>
                      <a:pt x="42242" y="21159"/>
                    </a:cubicBezTo>
                    <a:lnTo>
                      <a:pt x="42242" y="21159"/>
                    </a:lnTo>
                    <a:cubicBezTo>
                      <a:pt x="42242" y="9567"/>
                      <a:pt x="32844" y="169"/>
                      <a:pt x="21251" y="169"/>
                    </a:cubicBezTo>
                    <a:close/>
                  </a:path>
                </a:pathLst>
              </a:custGeom>
              <a:solidFill>
                <a:srgbClr val="000000"/>
              </a:solidFill>
              <a:ln w="4794" cap="sq">
                <a:noFill/>
                <a:prstDash val="solid"/>
                <a:round/>
              </a:ln>
            </p:spPr>
            <p:txBody>
              <a:bodyPr rtlCol="0" anchor="ctr"/>
              <a:lstStyle/>
              <a:p>
                <a:endParaRPr lang="en-US"/>
              </a:p>
            </p:txBody>
          </p:sp>
          <p:sp>
            <p:nvSpPr>
              <p:cNvPr id="2742" name="Freeform: Shape 2741">
                <a:extLst>
                  <a:ext uri="{FF2B5EF4-FFF2-40B4-BE49-F238E27FC236}">
                    <a16:creationId xmlns:a16="http://schemas.microsoft.com/office/drawing/2014/main" id="{936DFF49-06C0-B666-37C8-DC8C4EC76DA8}"/>
                  </a:ext>
                </a:extLst>
              </p:cNvPr>
              <p:cNvSpPr/>
              <p:nvPr/>
            </p:nvSpPr>
            <p:spPr>
              <a:xfrm>
                <a:off x="7646540" y="8011849"/>
                <a:ext cx="37180" cy="37180"/>
              </a:xfrm>
              <a:custGeom>
                <a:avLst/>
                <a:gdLst>
                  <a:gd name="connsiteX0" fmla="*/ 37433 w 37180"/>
                  <a:gd name="connsiteY0" fmla="*/ 18766 h 37180"/>
                  <a:gd name="connsiteX1" fmla="*/ 18842 w 37180"/>
                  <a:gd name="connsiteY1" fmla="*/ 37356 h 37180"/>
                  <a:gd name="connsiteX2" fmla="*/ 252 w 37180"/>
                  <a:gd name="connsiteY2" fmla="*/ 18766 h 37180"/>
                  <a:gd name="connsiteX3" fmla="*/ 18842 w 37180"/>
                  <a:gd name="connsiteY3" fmla="*/ 175 h 37180"/>
                  <a:gd name="connsiteX4" fmla="*/ 37433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66"/>
                    </a:moveTo>
                    <a:cubicBezTo>
                      <a:pt x="37433" y="29033"/>
                      <a:pt x="29109" y="37356"/>
                      <a:pt x="18842" y="37356"/>
                    </a:cubicBezTo>
                    <a:cubicBezTo>
                      <a:pt x="8575" y="37356"/>
                      <a:pt x="252" y="29033"/>
                      <a:pt x="252" y="18766"/>
                    </a:cubicBezTo>
                    <a:cubicBezTo>
                      <a:pt x="252" y="8498"/>
                      <a:pt x="8575" y="175"/>
                      <a:pt x="18842" y="175"/>
                    </a:cubicBezTo>
                    <a:cubicBezTo>
                      <a:pt x="29109" y="175"/>
                      <a:pt x="37433" y="8498"/>
                      <a:pt x="37433" y="18766"/>
                    </a:cubicBezTo>
                    <a:close/>
                  </a:path>
                </a:pathLst>
              </a:custGeom>
              <a:solidFill>
                <a:srgbClr val="F7CDCD"/>
              </a:solidFill>
              <a:ln w="5753" cap="sq">
                <a:noFill/>
                <a:prstDash val="solid"/>
                <a:miter/>
              </a:ln>
            </p:spPr>
            <p:txBody>
              <a:bodyPr rtlCol="0" anchor="ctr"/>
              <a:lstStyle/>
              <a:p>
                <a:endParaRPr lang="en-US"/>
              </a:p>
            </p:txBody>
          </p:sp>
          <p:sp>
            <p:nvSpPr>
              <p:cNvPr id="2743" name="Freeform: Shape 2742">
                <a:extLst>
                  <a:ext uri="{FF2B5EF4-FFF2-40B4-BE49-F238E27FC236}">
                    <a16:creationId xmlns:a16="http://schemas.microsoft.com/office/drawing/2014/main" id="{D7079007-3FBC-CF67-29DE-9892A94E8ACD}"/>
                  </a:ext>
                </a:extLst>
              </p:cNvPr>
              <p:cNvSpPr/>
              <p:nvPr/>
            </p:nvSpPr>
            <p:spPr>
              <a:xfrm>
                <a:off x="7644140" y="8009449"/>
                <a:ext cx="41981" cy="41981"/>
              </a:xfrm>
              <a:custGeom>
                <a:avLst/>
                <a:gdLst>
                  <a:gd name="connsiteX0" fmla="*/ 21242 w 41981"/>
                  <a:gd name="connsiteY0" fmla="*/ 4976 h 41981"/>
                  <a:gd name="connsiteX1" fmla="*/ 37433 w 41981"/>
                  <a:gd name="connsiteY1" fmla="*/ 21166 h 41981"/>
                  <a:gd name="connsiteX2" fmla="*/ 37433 w 41981"/>
                  <a:gd name="connsiteY2" fmla="*/ 21166 h 41981"/>
                  <a:gd name="connsiteX3" fmla="*/ 21242 w 41981"/>
                  <a:gd name="connsiteY3" fmla="*/ 37356 h 41981"/>
                  <a:gd name="connsiteX4" fmla="*/ 5052 w 41981"/>
                  <a:gd name="connsiteY4" fmla="*/ 21166 h 41981"/>
                  <a:gd name="connsiteX5" fmla="*/ 21242 w 41981"/>
                  <a:gd name="connsiteY5" fmla="*/ 4976 h 41981"/>
                  <a:gd name="connsiteX6" fmla="*/ 21242 w 41981"/>
                  <a:gd name="connsiteY6" fmla="*/ 175 h 41981"/>
                  <a:gd name="connsiteX7" fmla="*/ 252 w 41981"/>
                  <a:gd name="connsiteY7" fmla="*/ 21166 h 41981"/>
                  <a:gd name="connsiteX8" fmla="*/ 21242 w 41981"/>
                  <a:gd name="connsiteY8" fmla="*/ 42156 h 41981"/>
                  <a:gd name="connsiteX9" fmla="*/ 42233 w 41981"/>
                  <a:gd name="connsiteY9" fmla="*/ 21166 h 41981"/>
                  <a:gd name="connsiteX10" fmla="*/ 42233 w 41981"/>
                  <a:gd name="connsiteY10" fmla="*/ 21166 h 41981"/>
                  <a:gd name="connsiteX11" fmla="*/ 21242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6"/>
                    </a:moveTo>
                    <a:cubicBezTo>
                      <a:pt x="30184" y="4976"/>
                      <a:pt x="37433" y="12224"/>
                      <a:pt x="37433" y="21166"/>
                    </a:cubicBezTo>
                    <a:lnTo>
                      <a:pt x="37433" y="21166"/>
                    </a:lnTo>
                    <a:cubicBezTo>
                      <a:pt x="37433" y="30108"/>
                      <a:pt x="30184" y="37356"/>
                      <a:pt x="21242" y="37356"/>
                    </a:cubicBezTo>
                    <a:cubicBezTo>
                      <a:pt x="12301" y="37356"/>
                      <a:pt x="5052" y="30108"/>
                      <a:pt x="5052" y="21166"/>
                    </a:cubicBezTo>
                    <a:cubicBezTo>
                      <a:pt x="5052" y="12224"/>
                      <a:pt x="12301" y="4976"/>
                      <a:pt x="21242" y="4976"/>
                    </a:cubicBezTo>
                    <a:close/>
                    <a:moveTo>
                      <a:pt x="21242" y="175"/>
                    </a:moveTo>
                    <a:cubicBezTo>
                      <a:pt x="9650" y="175"/>
                      <a:pt x="252" y="9573"/>
                      <a:pt x="252" y="21166"/>
                    </a:cubicBezTo>
                    <a:cubicBezTo>
                      <a:pt x="252" y="32758"/>
                      <a:pt x="9650" y="42156"/>
                      <a:pt x="21242" y="42156"/>
                    </a:cubicBezTo>
                    <a:cubicBezTo>
                      <a:pt x="32835" y="42156"/>
                      <a:pt x="42233" y="32758"/>
                      <a:pt x="42233" y="21166"/>
                    </a:cubicBezTo>
                    <a:lnTo>
                      <a:pt x="42233" y="21166"/>
                    </a:lnTo>
                    <a:cubicBezTo>
                      <a:pt x="42233" y="9573"/>
                      <a:pt x="32835" y="175"/>
                      <a:pt x="21242" y="175"/>
                    </a:cubicBezTo>
                    <a:close/>
                  </a:path>
                </a:pathLst>
              </a:custGeom>
              <a:solidFill>
                <a:srgbClr val="000000"/>
              </a:solidFill>
              <a:ln w="4794" cap="sq">
                <a:noFill/>
                <a:prstDash val="solid"/>
                <a:round/>
              </a:ln>
            </p:spPr>
            <p:txBody>
              <a:bodyPr rtlCol="0" anchor="ctr"/>
              <a:lstStyle/>
              <a:p>
                <a:endParaRPr lang="en-US"/>
              </a:p>
            </p:txBody>
          </p:sp>
          <p:sp>
            <p:nvSpPr>
              <p:cNvPr id="2744" name="Freeform: Shape 2743">
                <a:extLst>
                  <a:ext uri="{FF2B5EF4-FFF2-40B4-BE49-F238E27FC236}">
                    <a16:creationId xmlns:a16="http://schemas.microsoft.com/office/drawing/2014/main" id="{A303EBD9-8D1A-C6E8-0870-C24A60170854}"/>
                  </a:ext>
                </a:extLst>
              </p:cNvPr>
              <p:cNvSpPr/>
              <p:nvPr/>
            </p:nvSpPr>
            <p:spPr>
              <a:xfrm>
                <a:off x="7688537" y="7937003"/>
                <a:ext cx="37180" cy="37180"/>
              </a:xfrm>
              <a:custGeom>
                <a:avLst/>
                <a:gdLst>
                  <a:gd name="connsiteX0" fmla="*/ 37440 w 37180"/>
                  <a:gd name="connsiteY0" fmla="*/ 18753 h 37180"/>
                  <a:gd name="connsiteX1" fmla="*/ 18850 w 37180"/>
                  <a:gd name="connsiteY1" fmla="*/ 37343 h 37180"/>
                  <a:gd name="connsiteX2" fmla="*/ 259 w 37180"/>
                  <a:gd name="connsiteY2" fmla="*/ 18753 h 37180"/>
                  <a:gd name="connsiteX3" fmla="*/ 18850 w 37180"/>
                  <a:gd name="connsiteY3" fmla="*/ 162 h 37180"/>
                  <a:gd name="connsiteX4" fmla="*/ 37440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3"/>
                    </a:moveTo>
                    <a:cubicBezTo>
                      <a:pt x="37440" y="29020"/>
                      <a:pt x="29117" y="37343"/>
                      <a:pt x="18850" y="37343"/>
                    </a:cubicBezTo>
                    <a:cubicBezTo>
                      <a:pt x="8582" y="37343"/>
                      <a:pt x="259" y="29020"/>
                      <a:pt x="259" y="18753"/>
                    </a:cubicBezTo>
                    <a:cubicBezTo>
                      <a:pt x="259" y="8485"/>
                      <a:pt x="8582" y="162"/>
                      <a:pt x="18850" y="162"/>
                    </a:cubicBezTo>
                    <a:cubicBezTo>
                      <a:pt x="29117" y="162"/>
                      <a:pt x="37440" y="8485"/>
                      <a:pt x="37440" y="18753"/>
                    </a:cubicBezTo>
                    <a:close/>
                  </a:path>
                </a:pathLst>
              </a:custGeom>
              <a:solidFill>
                <a:srgbClr val="F3F7F3"/>
              </a:solidFill>
              <a:ln w="5753" cap="sq">
                <a:noFill/>
                <a:prstDash val="solid"/>
                <a:miter/>
              </a:ln>
            </p:spPr>
            <p:txBody>
              <a:bodyPr rtlCol="0" anchor="ctr"/>
              <a:lstStyle/>
              <a:p>
                <a:endParaRPr lang="en-US"/>
              </a:p>
            </p:txBody>
          </p:sp>
          <p:sp>
            <p:nvSpPr>
              <p:cNvPr id="2745" name="Freeform: Shape 2744">
                <a:extLst>
                  <a:ext uri="{FF2B5EF4-FFF2-40B4-BE49-F238E27FC236}">
                    <a16:creationId xmlns:a16="http://schemas.microsoft.com/office/drawing/2014/main" id="{6F338C15-4E2B-C981-2FF8-6AEA512E8A7D}"/>
                  </a:ext>
                </a:extLst>
              </p:cNvPr>
              <p:cNvSpPr/>
              <p:nvPr/>
            </p:nvSpPr>
            <p:spPr>
              <a:xfrm>
                <a:off x="7686136" y="7934603"/>
                <a:ext cx="41981" cy="41981"/>
              </a:xfrm>
              <a:custGeom>
                <a:avLst/>
                <a:gdLst>
                  <a:gd name="connsiteX0" fmla="*/ 21250 w 41981"/>
                  <a:gd name="connsiteY0" fmla="*/ 4963 h 41981"/>
                  <a:gd name="connsiteX1" fmla="*/ 37440 w 41981"/>
                  <a:gd name="connsiteY1" fmla="*/ 21153 h 41981"/>
                  <a:gd name="connsiteX2" fmla="*/ 37440 w 41981"/>
                  <a:gd name="connsiteY2" fmla="*/ 21153 h 41981"/>
                  <a:gd name="connsiteX3" fmla="*/ 21250 w 41981"/>
                  <a:gd name="connsiteY3" fmla="*/ 37343 h 41981"/>
                  <a:gd name="connsiteX4" fmla="*/ 5060 w 41981"/>
                  <a:gd name="connsiteY4" fmla="*/ 21153 h 41981"/>
                  <a:gd name="connsiteX5" fmla="*/ 21250 w 41981"/>
                  <a:gd name="connsiteY5" fmla="*/ 4963 h 41981"/>
                  <a:gd name="connsiteX6" fmla="*/ 21250 w 41981"/>
                  <a:gd name="connsiteY6" fmla="*/ 162 h 41981"/>
                  <a:gd name="connsiteX7" fmla="*/ 259 w 41981"/>
                  <a:gd name="connsiteY7" fmla="*/ 21153 h 41981"/>
                  <a:gd name="connsiteX8" fmla="*/ 21250 w 41981"/>
                  <a:gd name="connsiteY8" fmla="*/ 42143 h 41981"/>
                  <a:gd name="connsiteX9" fmla="*/ 42240 w 41981"/>
                  <a:gd name="connsiteY9" fmla="*/ 21153 h 41981"/>
                  <a:gd name="connsiteX10" fmla="*/ 42240 w 41981"/>
                  <a:gd name="connsiteY10" fmla="*/ 21153 h 41981"/>
                  <a:gd name="connsiteX11" fmla="*/ 21250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3"/>
                    </a:moveTo>
                    <a:cubicBezTo>
                      <a:pt x="30192" y="4963"/>
                      <a:pt x="37440" y="12211"/>
                      <a:pt x="37440" y="21153"/>
                    </a:cubicBezTo>
                    <a:lnTo>
                      <a:pt x="37440" y="21153"/>
                    </a:lnTo>
                    <a:cubicBezTo>
                      <a:pt x="37440" y="30095"/>
                      <a:pt x="30192" y="37343"/>
                      <a:pt x="21250" y="37343"/>
                    </a:cubicBezTo>
                    <a:cubicBezTo>
                      <a:pt x="12308" y="37343"/>
                      <a:pt x="5060" y="30095"/>
                      <a:pt x="5060" y="21153"/>
                    </a:cubicBezTo>
                    <a:cubicBezTo>
                      <a:pt x="5060" y="12211"/>
                      <a:pt x="12308" y="4963"/>
                      <a:pt x="21250" y="4963"/>
                    </a:cubicBezTo>
                    <a:close/>
                    <a:moveTo>
                      <a:pt x="21250" y="162"/>
                    </a:moveTo>
                    <a:cubicBezTo>
                      <a:pt x="9657" y="162"/>
                      <a:pt x="259" y="9560"/>
                      <a:pt x="259" y="21153"/>
                    </a:cubicBezTo>
                    <a:cubicBezTo>
                      <a:pt x="259" y="32745"/>
                      <a:pt x="9657" y="42143"/>
                      <a:pt x="21250" y="42143"/>
                    </a:cubicBezTo>
                    <a:cubicBezTo>
                      <a:pt x="32842" y="42143"/>
                      <a:pt x="42240" y="32745"/>
                      <a:pt x="42240" y="21153"/>
                    </a:cubicBezTo>
                    <a:lnTo>
                      <a:pt x="42240" y="21153"/>
                    </a:lnTo>
                    <a:cubicBezTo>
                      <a:pt x="42240" y="9560"/>
                      <a:pt x="32842" y="162"/>
                      <a:pt x="21250" y="162"/>
                    </a:cubicBezTo>
                    <a:close/>
                  </a:path>
                </a:pathLst>
              </a:custGeom>
              <a:solidFill>
                <a:srgbClr val="000000"/>
              </a:solidFill>
              <a:ln w="4794" cap="sq">
                <a:noFill/>
                <a:prstDash val="solid"/>
                <a:round/>
              </a:ln>
            </p:spPr>
            <p:txBody>
              <a:bodyPr rtlCol="0" anchor="ctr"/>
              <a:lstStyle/>
              <a:p>
                <a:endParaRPr lang="en-US"/>
              </a:p>
            </p:txBody>
          </p:sp>
          <p:sp>
            <p:nvSpPr>
              <p:cNvPr id="2746" name="Freeform: Shape 2745">
                <a:extLst>
                  <a:ext uri="{FF2B5EF4-FFF2-40B4-BE49-F238E27FC236}">
                    <a16:creationId xmlns:a16="http://schemas.microsoft.com/office/drawing/2014/main" id="{367E1966-B18C-F726-C2FE-862F40D90072}"/>
                  </a:ext>
                </a:extLst>
              </p:cNvPr>
              <p:cNvSpPr/>
              <p:nvPr/>
            </p:nvSpPr>
            <p:spPr>
              <a:xfrm>
                <a:off x="7587794" y="8006152"/>
                <a:ext cx="37180" cy="37180"/>
              </a:xfrm>
              <a:custGeom>
                <a:avLst/>
                <a:gdLst>
                  <a:gd name="connsiteX0" fmla="*/ 37422 w 37180"/>
                  <a:gd name="connsiteY0" fmla="*/ 18765 h 37180"/>
                  <a:gd name="connsiteX1" fmla="*/ 18832 w 37180"/>
                  <a:gd name="connsiteY1" fmla="*/ 37355 h 37180"/>
                  <a:gd name="connsiteX2" fmla="*/ 242 w 37180"/>
                  <a:gd name="connsiteY2" fmla="*/ 18765 h 37180"/>
                  <a:gd name="connsiteX3" fmla="*/ 18832 w 37180"/>
                  <a:gd name="connsiteY3" fmla="*/ 174 h 37180"/>
                  <a:gd name="connsiteX4" fmla="*/ 37422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2" y="18765"/>
                    </a:moveTo>
                    <a:cubicBezTo>
                      <a:pt x="37422" y="29032"/>
                      <a:pt x="29099" y="37355"/>
                      <a:pt x="18832" y="37355"/>
                    </a:cubicBezTo>
                    <a:cubicBezTo>
                      <a:pt x="8565" y="37355"/>
                      <a:pt x="242" y="29032"/>
                      <a:pt x="242" y="18765"/>
                    </a:cubicBezTo>
                    <a:cubicBezTo>
                      <a:pt x="242" y="8497"/>
                      <a:pt x="8565" y="174"/>
                      <a:pt x="18832" y="174"/>
                    </a:cubicBezTo>
                    <a:cubicBezTo>
                      <a:pt x="29099" y="174"/>
                      <a:pt x="37422" y="8497"/>
                      <a:pt x="37422" y="18765"/>
                    </a:cubicBezTo>
                    <a:close/>
                  </a:path>
                </a:pathLst>
              </a:custGeom>
              <a:solidFill>
                <a:srgbClr val="E6F7E6"/>
              </a:solidFill>
              <a:ln w="5753" cap="sq">
                <a:noFill/>
                <a:prstDash val="solid"/>
                <a:miter/>
              </a:ln>
            </p:spPr>
            <p:txBody>
              <a:bodyPr rtlCol="0" anchor="ctr"/>
              <a:lstStyle/>
              <a:p>
                <a:endParaRPr lang="en-US"/>
              </a:p>
            </p:txBody>
          </p:sp>
          <p:sp>
            <p:nvSpPr>
              <p:cNvPr id="2747" name="Freeform: Shape 2746">
                <a:extLst>
                  <a:ext uri="{FF2B5EF4-FFF2-40B4-BE49-F238E27FC236}">
                    <a16:creationId xmlns:a16="http://schemas.microsoft.com/office/drawing/2014/main" id="{86FE6759-0D1B-5EAB-7180-CE4E0B11A969}"/>
                  </a:ext>
                </a:extLst>
              </p:cNvPr>
              <p:cNvSpPr/>
              <p:nvPr/>
            </p:nvSpPr>
            <p:spPr>
              <a:xfrm>
                <a:off x="7585394" y="8003752"/>
                <a:ext cx="41981" cy="41981"/>
              </a:xfrm>
              <a:custGeom>
                <a:avLst/>
                <a:gdLst>
                  <a:gd name="connsiteX0" fmla="*/ 21232 w 41981"/>
                  <a:gd name="connsiteY0" fmla="*/ 4975 h 41981"/>
                  <a:gd name="connsiteX1" fmla="*/ 37422 w 41981"/>
                  <a:gd name="connsiteY1" fmla="*/ 21165 h 41981"/>
                  <a:gd name="connsiteX2" fmla="*/ 37422 w 41981"/>
                  <a:gd name="connsiteY2" fmla="*/ 21165 h 41981"/>
                  <a:gd name="connsiteX3" fmla="*/ 21232 w 41981"/>
                  <a:gd name="connsiteY3" fmla="*/ 37355 h 41981"/>
                  <a:gd name="connsiteX4" fmla="*/ 5042 w 41981"/>
                  <a:gd name="connsiteY4" fmla="*/ 21165 h 41981"/>
                  <a:gd name="connsiteX5" fmla="*/ 21232 w 41981"/>
                  <a:gd name="connsiteY5" fmla="*/ 4975 h 41981"/>
                  <a:gd name="connsiteX6" fmla="*/ 21232 w 41981"/>
                  <a:gd name="connsiteY6" fmla="*/ 174 h 41981"/>
                  <a:gd name="connsiteX7" fmla="*/ 242 w 41981"/>
                  <a:gd name="connsiteY7" fmla="*/ 21165 h 41981"/>
                  <a:gd name="connsiteX8" fmla="*/ 21232 w 41981"/>
                  <a:gd name="connsiteY8" fmla="*/ 42155 h 41981"/>
                  <a:gd name="connsiteX9" fmla="*/ 42223 w 41981"/>
                  <a:gd name="connsiteY9" fmla="*/ 21165 h 41981"/>
                  <a:gd name="connsiteX10" fmla="*/ 42223 w 41981"/>
                  <a:gd name="connsiteY10" fmla="*/ 21165 h 41981"/>
                  <a:gd name="connsiteX11" fmla="*/ 21232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2" y="4975"/>
                    </a:moveTo>
                    <a:cubicBezTo>
                      <a:pt x="30174" y="4975"/>
                      <a:pt x="37422" y="12223"/>
                      <a:pt x="37422" y="21165"/>
                    </a:cubicBezTo>
                    <a:lnTo>
                      <a:pt x="37422" y="21165"/>
                    </a:lnTo>
                    <a:cubicBezTo>
                      <a:pt x="37422" y="30107"/>
                      <a:pt x="30174" y="37355"/>
                      <a:pt x="21232" y="37355"/>
                    </a:cubicBezTo>
                    <a:cubicBezTo>
                      <a:pt x="12290" y="37355"/>
                      <a:pt x="5042" y="30107"/>
                      <a:pt x="5042" y="21165"/>
                    </a:cubicBezTo>
                    <a:cubicBezTo>
                      <a:pt x="5042" y="12223"/>
                      <a:pt x="12290" y="4975"/>
                      <a:pt x="21232" y="4975"/>
                    </a:cubicBezTo>
                    <a:close/>
                    <a:moveTo>
                      <a:pt x="21232" y="174"/>
                    </a:moveTo>
                    <a:cubicBezTo>
                      <a:pt x="9640" y="174"/>
                      <a:pt x="242" y="9572"/>
                      <a:pt x="242" y="21165"/>
                    </a:cubicBezTo>
                    <a:cubicBezTo>
                      <a:pt x="242" y="32757"/>
                      <a:pt x="9640" y="42155"/>
                      <a:pt x="21232" y="42155"/>
                    </a:cubicBezTo>
                    <a:cubicBezTo>
                      <a:pt x="32825" y="42155"/>
                      <a:pt x="42223" y="32757"/>
                      <a:pt x="42223" y="21165"/>
                    </a:cubicBezTo>
                    <a:lnTo>
                      <a:pt x="42223" y="21165"/>
                    </a:lnTo>
                    <a:cubicBezTo>
                      <a:pt x="42223" y="9572"/>
                      <a:pt x="32825" y="174"/>
                      <a:pt x="21232" y="174"/>
                    </a:cubicBezTo>
                    <a:close/>
                  </a:path>
                </a:pathLst>
              </a:custGeom>
              <a:solidFill>
                <a:srgbClr val="000000"/>
              </a:solidFill>
              <a:ln w="4794" cap="sq">
                <a:noFill/>
                <a:prstDash val="solid"/>
                <a:round/>
              </a:ln>
            </p:spPr>
            <p:txBody>
              <a:bodyPr rtlCol="0" anchor="ctr"/>
              <a:lstStyle/>
              <a:p>
                <a:endParaRPr lang="en-US"/>
              </a:p>
            </p:txBody>
          </p:sp>
          <p:sp>
            <p:nvSpPr>
              <p:cNvPr id="2748" name="Freeform: Shape 2747">
                <a:extLst>
                  <a:ext uri="{FF2B5EF4-FFF2-40B4-BE49-F238E27FC236}">
                    <a16:creationId xmlns:a16="http://schemas.microsoft.com/office/drawing/2014/main" id="{0E009D18-F6CD-B306-B501-432E45004C50}"/>
                  </a:ext>
                </a:extLst>
              </p:cNvPr>
              <p:cNvSpPr/>
              <p:nvPr/>
            </p:nvSpPr>
            <p:spPr>
              <a:xfrm>
                <a:off x="7799526" y="7935442"/>
                <a:ext cx="37180" cy="37180"/>
              </a:xfrm>
              <a:custGeom>
                <a:avLst/>
                <a:gdLst>
                  <a:gd name="connsiteX0" fmla="*/ 37459 w 37180"/>
                  <a:gd name="connsiteY0" fmla="*/ 18752 h 37180"/>
                  <a:gd name="connsiteX1" fmla="*/ 18869 w 37180"/>
                  <a:gd name="connsiteY1" fmla="*/ 37343 h 37180"/>
                  <a:gd name="connsiteX2" fmla="*/ 278 w 37180"/>
                  <a:gd name="connsiteY2" fmla="*/ 18752 h 37180"/>
                  <a:gd name="connsiteX3" fmla="*/ 18869 w 37180"/>
                  <a:gd name="connsiteY3" fmla="*/ 162 h 37180"/>
                  <a:gd name="connsiteX4" fmla="*/ 37459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52"/>
                    </a:moveTo>
                    <a:cubicBezTo>
                      <a:pt x="37459" y="29020"/>
                      <a:pt x="29136" y="37343"/>
                      <a:pt x="18869" y="37343"/>
                    </a:cubicBezTo>
                    <a:cubicBezTo>
                      <a:pt x="8602" y="37343"/>
                      <a:pt x="278" y="29020"/>
                      <a:pt x="278" y="18752"/>
                    </a:cubicBezTo>
                    <a:cubicBezTo>
                      <a:pt x="278" y="8485"/>
                      <a:pt x="8602" y="162"/>
                      <a:pt x="18869" y="162"/>
                    </a:cubicBezTo>
                    <a:cubicBezTo>
                      <a:pt x="29136" y="162"/>
                      <a:pt x="37459" y="8485"/>
                      <a:pt x="37459" y="18752"/>
                    </a:cubicBezTo>
                    <a:close/>
                  </a:path>
                </a:pathLst>
              </a:custGeom>
              <a:solidFill>
                <a:srgbClr val="50F750"/>
              </a:solidFill>
              <a:ln w="5753" cap="sq">
                <a:noFill/>
                <a:prstDash val="solid"/>
                <a:miter/>
              </a:ln>
            </p:spPr>
            <p:txBody>
              <a:bodyPr rtlCol="0" anchor="ctr"/>
              <a:lstStyle/>
              <a:p>
                <a:endParaRPr lang="en-US"/>
              </a:p>
            </p:txBody>
          </p:sp>
          <p:sp>
            <p:nvSpPr>
              <p:cNvPr id="2749" name="Freeform: Shape 2748">
                <a:extLst>
                  <a:ext uri="{FF2B5EF4-FFF2-40B4-BE49-F238E27FC236}">
                    <a16:creationId xmlns:a16="http://schemas.microsoft.com/office/drawing/2014/main" id="{D00E1BE4-6498-55C5-560E-98F20CF945FF}"/>
                  </a:ext>
                </a:extLst>
              </p:cNvPr>
              <p:cNvSpPr/>
              <p:nvPr/>
            </p:nvSpPr>
            <p:spPr>
              <a:xfrm>
                <a:off x="7797126" y="7933042"/>
                <a:ext cx="41981" cy="41981"/>
              </a:xfrm>
              <a:custGeom>
                <a:avLst/>
                <a:gdLst>
                  <a:gd name="connsiteX0" fmla="*/ 21269 w 41981"/>
                  <a:gd name="connsiteY0" fmla="*/ 4962 h 41981"/>
                  <a:gd name="connsiteX1" fmla="*/ 37459 w 41981"/>
                  <a:gd name="connsiteY1" fmla="*/ 21153 h 41981"/>
                  <a:gd name="connsiteX2" fmla="*/ 37459 w 41981"/>
                  <a:gd name="connsiteY2" fmla="*/ 21153 h 41981"/>
                  <a:gd name="connsiteX3" fmla="*/ 21269 w 41981"/>
                  <a:gd name="connsiteY3" fmla="*/ 37343 h 41981"/>
                  <a:gd name="connsiteX4" fmla="*/ 5079 w 41981"/>
                  <a:gd name="connsiteY4" fmla="*/ 21153 h 41981"/>
                  <a:gd name="connsiteX5" fmla="*/ 21269 w 41981"/>
                  <a:gd name="connsiteY5" fmla="*/ 4962 h 41981"/>
                  <a:gd name="connsiteX6" fmla="*/ 21269 w 41981"/>
                  <a:gd name="connsiteY6" fmla="*/ 162 h 41981"/>
                  <a:gd name="connsiteX7" fmla="*/ 278 w 41981"/>
                  <a:gd name="connsiteY7" fmla="*/ 21153 h 41981"/>
                  <a:gd name="connsiteX8" fmla="*/ 21269 w 41981"/>
                  <a:gd name="connsiteY8" fmla="*/ 42143 h 41981"/>
                  <a:gd name="connsiteX9" fmla="*/ 42260 w 41981"/>
                  <a:gd name="connsiteY9" fmla="*/ 21153 h 41981"/>
                  <a:gd name="connsiteX10" fmla="*/ 42260 w 41981"/>
                  <a:gd name="connsiteY10" fmla="*/ 21153 h 41981"/>
                  <a:gd name="connsiteX11" fmla="*/ 21269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62"/>
                    </a:moveTo>
                    <a:cubicBezTo>
                      <a:pt x="30211" y="4962"/>
                      <a:pt x="37459" y="12211"/>
                      <a:pt x="37459" y="21153"/>
                    </a:cubicBezTo>
                    <a:lnTo>
                      <a:pt x="37459" y="21153"/>
                    </a:lnTo>
                    <a:cubicBezTo>
                      <a:pt x="37459" y="30094"/>
                      <a:pt x="30211" y="37343"/>
                      <a:pt x="21269" y="37343"/>
                    </a:cubicBezTo>
                    <a:cubicBezTo>
                      <a:pt x="12327" y="37343"/>
                      <a:pt x="5079" y="30094"/>
                      <a:pt x="5079" y="21153"/>
                    </a:cubicBezTo>
                    <a:cubicBezTo>
                      <a:pt x="5079" y="12211"/>
                      <a:pt x="12327" y="4962"/>
                      <a:pt x="21269" y="4962"/>
                    </a:cubicBezTo>
                    <a:close/>
                    <a:moveTo>
                      <a:pt x="21269" y="162"/>
                    </a:moveTo>
                    <a:cubicBezTo>
                      <a:pt x="9676" y="162"/>
                      <a:pt x="278" y="9560"/>
                      <a:pt x="278" y="21153"/>
                    </a:cubicBezTo>
                    <a:cubicBezTo>
                      <a:pt x="278" y="32745"/>
                      <a:pt x="9676" y="42143"/>
                      <a:pt x="21269" y="42143"/>
                    </a:cubicBezTo>
                    <a:cubicBezTo>
                      <a:pt x="32862" y="42143"/>
                      <a:pt x="42260" y="32745"/>
                      <a:pt x="42260" y="21153"/>
                    </a:cubicBezTo>
                    <a:lnTo>
                      <a:pt x="42260" y="21153"/>
                    </a:lnTo>
                    <a:cubicBezTo>
                      <a:pt x="42260" y="9560"/>
                      <a:pt x="32862" y="162"/>
                      <a:pt x="21269" y="162"/>
                    </a:cubicBezTo>
                    <a:close/>
                  </a:path>
                </a:pathLst>
              </a:custGeom>
              <a:solidFill>
                <a:srgbClr val="000000"/>
              </a:solidFill>
              <a:ln w="4794" cap="sq">
                <a:noFill/>
                <a:prstDash val="solid"/>
                <a:round/>
              </a:ln>
            </p:spPr>
            <p:txBody>
              <a:bodyPr rtlCol="0" anchor="ctr"/>
              <a:lstStyle/>
              <a:p>
                <a:endParaRPr lang="en-US"/>
              </a:p>
            </p:txBody>
          </p:sp>
          <p:sp>
            <p:nvSpPr>
              <p:cNvPr id="2750" name="Freeform: Shape 2749">
                <a:extLst>
                  <a:ext uri="{FF2B5EF4-FFF2-40B4-BE49-F238E27FC236}">
                    <a16:creationId xmlns:a16="http://schemas.microsoft.com/office/drawing/2014/main" id="{AA756E37-1E1C-636F-C3DF-CFC7095319EA}"/>
                  </a:ext>
                </a:extLst>
              </p:cNvPr>
              <p:cNvSpPr/>
              <p:nvPr/>
            </p:nvSpPr>
            <p:spPr>
              <a:xfrm>
                <a:off x="7776958" y="7876829"/>
                <a:ext cx="37180" cy="37180"/>
              </a:xfrm>
              <a:custGeom>
                <a:avLst/>
                <a:gdLst>
                  <a:gd name="connsiteX0" fmla="*/ 37455 w 37180"/>
                  <a:gd name="connsiteY0" fmla="*/ 18742 h 37180"/>
                  <a:gd name="connsiteX1" fmla="*/ 18865 w 37180"/>
                  <a:gd name="connsiteY1" fmla="*/ 37333 h 37180"/>
                  <a:gd name="connsiteX2" fmla="*/ 274 w 37180"/>
                  <a:gd name="connsiteY2" fmla="*/ 18742 h 37180"/>
                  <a:gd name="connsiteX3" fmla="*/ 18865 w 37180"/>
                  <a:gd name="connsiteY3" fmla="*/ 152 h 37180"/>
                  <a:gd name="connsiteX4" fmla="*/ 37455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42"/>
                    </a:moveTo>
                    <a:cubicBezTo>
                      <a:pt x="37455" y="29009"/>
                      <a:pt x="29132" y="37333"/>
                      <a:pt x="18865" y="37333"/>
                    </a:cubicBezTo>
                    <a:cubicBezTo>
                      <a:pt x="8598" y="37333"/>
                      <a:pt x="274" y="29009"/>
                      <a:pt x="274" y="18742"/>
                    </a:cubicBezTo>
                    <a:cubicBezTo>
                      <a:pt x="274" y="8475"/>
                      <a:pt x="8598" y="152"/>
                      <a:pt x="18865" y="152"/>
                    </a:cubicBezTo>
                    <a:cubicBezTo>
                      <a:pt x="29132" y="152"/>
                      <a:pt x="37455" y="8475"/>
                      <a:pt x="37455" y="18742"/>
                    </a:cubicBezTo>
                    <a:close/>
                  </a:path>
                </a:pathLst>
              </a:custGeom>
              <a:solidFill>
                <a:srgbClr val="A7F7A7"/>
              </a:solidFill>
              <a:ln w="5753" cap="sq">
                <a:noFill/>
                <a:prstDash val="solid"/>
                <a:miter/>
              </a:ln>
            </p:spPr>
            <p:txBody>
              <a:bodyPr rtlCol="0" anchor="ctr"/>
              <a:lstStyle/>
              <a:p>
                <a:endParaRPr lang="en-US"/>
              </a:p>
            </p:txBody>
          </p:sp>
          <p:sp>
            <p:nvSpPr>
              <p:cNvPr id="2751" name="Freeform: Shape 2750">
                <a:extLst>
                  <a:ext uri="{FF2B5EF4-FFF2-40B4-BE49-F238E27FC236}">
                    <a16:creationId xmlns:a16="http://schemas.microsoft.com/office/drawing/2014/main" id="{378DA7E6-E86B-E813-78A7-ECCB3F8365DC}"/>
                  </a:ext>
                </a:extLst>
              </p:cNvPr>
              <p:cNvSpPr/>
              <p:nvPr/>
            </p:nvSpPr>
            <p:spPr>
              <a:xfrm>
                <a:off x="7774558" y="7874428"/>
                <a:ext cx="41981" cy="41981"/>
              </a:xfrm>
              <a:custGeom>
                <a:avLst/>
                <a:gdLst>
                  <a:gd name="connsiteX0" fmla="*/ 21265 w 41981"/>
                  <a:gd name="connsiteY0" fmla="*/ 4952 h 41981"/>
                  <a:gd name="connsiteX1" fmla="*/ 37455 w 41981"/>
                  <a:gd name="connsiteY1" fmla="*/ 21142 h 41981"/>
                  <a:gd name="connsiteX2" fmla="*/ 37455 w 41981"/>
                  <a:gd name="connsiteY2" fmla="*/ 21142 h 41981"/>
                  <a:gd name="connsiteX3" fmla="*/ 21265 w 41981"/>
                  <a:gd name="connsiteY3" fmla="*/ 37333 h 41981"/>
                  <a:gd name="connsiteX4" fmla="*/ 5075 w 41981"/>
                  <a:gd name="connsiteY4" fmla="*/ 21142 h 41981"/>
                  <a:gd name="connsiteX5" fmla="*/ 21265 w 41981"/>
                  <a:gd name="connsiteY5" fmla="*/ 4952 h 41981"/>
                  <a:gd name="connsiteX6" fmla="*/ 21265 w 41981"/>
                  <a:gd name="connsiteY6" fmla="*/ 152 h 41981"/>
                  <a:gd name="connsiteX7" fmla="*/ 274 w 41981"/>
                  <a:gd name="connsiteY7" fmla="*/ 21142 h 41981"/>
                  <a:gd name="connsiteX8" fmla="*/ 21265 w 41981"/>
                  <a:gd name="connsiteY8" fmla="*/ 42133 h 41981"/>
                  <a:gd name="connsiteX9" fmla="*/ 42256 w 41981"/>
                  <a:gd name="connsiteY9" fmla="*/ 21142 h 41981"/>
                  <a:gd name="connsiteX10" fmla="*/ 42256 w 41981"/>
                  <a:gd name="connsiteY10" fmla="*/ 21142 h 41981"/>
                  <a:gd name="connsiteX11" fmla="*/ 21265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52"/>
                    </a:moveTo>
                    <a:cubicBezTo>
                      <a:pt x="30207" y="4952"/>
                      <a:pt x="37455" y="12201"/>
                      <a:pt x="37455" y="21142"/>
                    </a:cubicBezTo>
                    <a:lnTo>
                      <a:pt x="37455" y="21142"/>
                    </a:lnTo>
                    <a:cubicBezTo>
                      <a:pt x="37455" y="30084"/>
                      <a:pt x="30207" y="37333"/>
                      <a:pt x="21265" y="37333"/>
                    </a:cubicBezTo>
                    <a:cubicBezTo>
                      <a:pt x="12323" y="37333"/>
                      <a:pt x="5075" y="30084"/>
                      <a:pt x="5075" y="21142"/>
                    </a:cubicBezTo>
                    <a:cubicBezTo>
                      <a:pt x="5075" y="12201"/>
                      <a:pt x="12323" y="4952"/>
                      <a:pt x="21265" y="4952"/>
                    </a:cubicBezTo>
                    <a:close/>
                    <a:moveTo>
                      <a:pt x="21265" y="152"/>
                    </a:moveTo>
                    <a:cubicBezTo>
                      <a:pt x="9673" y="152"/>
                      <a:pt x="274" y="9550"/>
                      <a:pt x="274" y="21142"/>
                    </a:cubicBezTo>
                    <a:cubicBezTo>
                      <a:pt x="274" y="32735"/>
                      <a:pt x="9673" y="42133"/>
                      <a:pt x="21265" y="42133"/>
                    </a:cubicBezTo>
                    <a:cubicBezTo>
                      <a:pt x="32858" y="42133"/>
                      <a:pt x="42256" y="32735"/>
                      <a:pt x="42256" y="21142"/>
                    </a:cubicBezTo>
                    <a:lnTo>
                      <a:pt x="42256" y="21142"/>
                    </a:lnTo>
                    <a:cubicBezTo>
                      <a:pt x="42256" y="9550"/>
                      <a:pt x="32858" y="152"/>
                      <a:pt x="21265" y="152"/>
                    </a:cubicBezTo>
                    <a:close/>
                  </a:path>
                </a:pathLst>
              </a:custGeom>
              <a:solidFill>
                <a:srgbClr val="000000"/>
              </a:solidFill>
              <a:ln w="4794" cap="sq">
                <a:noFill/>
                <a:prstDash val="solid"/>
                <a:round/>
              </a:ln>
            </p:spPr>
            <p:txBody>
              <a:bodyPr rtlCol="0" anchor="ctr"/>
              <a:lstStyle/>
              <a:p>
                <a:endParaRPr lang="en-US"/>
              </a:p>
            </p:txBody>
          </p:sp>
          <p:sp>
            <p:nvSpPr>
              <p:cNvPr id="2752" name="Freeform: Shape 2751">
                <a:extLst>
                  <a:ext uri="{FF2B5EF4-FFF2-40B4-BE49-F238E27FC236}">
                    <a16:creationId xmlns:a16="http://schemas.microsoft.com/office/drawing/2014/main" id="{3EB6133A-776C-62CE-39CC-EAA5A8D0A619}"/>
                  </a:ext>
                </a:extLst>
              </p:cNvPr>
              <p:cNvSpPr/>
              <p:nvPr/>
            </p:nvSpPr>
            <p:spPr>
              <a:xfrm>
                <a:off x="7642226" y="8221737"/>
                <a:ext cx="37180" cy="37180"/>
              </a:xfrm>
              <a:custGeom>
                <a:avLst/>
                <a:gdLst>
                  <a:gd name="connsiteX0" fmla="*/ 37432 w 37180"/>
                  <a:gd name="connsiteY0" fmla="*/ 18802 h 37180"/>
                  <a:gd name="connsiteX1" fmla="*/ 18842 w 37180"/>
                  <a:gd name="connsiteY1" fmla="*/ 37392 h 37180"/>
                  <a:gd name="connsiteX2" fmla="*/ 251 w 37180"/>
                  <a:gd name="connsiteY2" fmla="*/ 18802 h 37180"/>
                  <a:gd name="connsiteX3" fmla="*/ 18842 w 37180"/>
                  <a:gd name="connsiteY3" fmla="*/ 212 h 37180"/>
                  <a:gd name="connsiteX4" fmla="*/ 37432 w 37180"/>
                  <a:gd name="connsiteY4" fmla="*/ 1880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802"/>
                    </a:moveTo>
                    <a:cubicBezTo>
                      <a:pt x="37432" y="29069"/>
                      <a:pt x="29109" y="37392"/>
                      <a:pt x="18842" y="37392"/>
                    </a:cubicBezTo>
                    <a:cubicBezTo>
                      <a:pt x="8574" y="37392"/>
                      <a:pt x="251" y="29069"/>
                      <a:pt x="251" y="18802"/>
                    </a:cubicBezTo>
                    <a:cubicBezTo>
                      <a:pt x="251" y="8535"/>
                      <a:pt x="8574" y="212"/>
                      <a:pt x="18842" y="212"/>
                    </a:cubicBezTo>
                    <a:cubicBezTo>
                      <a:pt x="29109" y="212"/>
                      <a:pt x="37432" y="8535"/>
                      <a:pt x="37432" y="18802"/>
                    </a:cubicBezTo>
                    <a:close/>
                  </a:path>
                </a:pathLst>
              </a:custGeom>
              <a:solidFill>
                <a:srgbClr val="9CF79C"/>
              </a:solidFill>
              <a:ln w="5753" cap="sq">
                <a:noFill/>
                <a:prstDash val="solid"/>
                <a:miter/>
              </a:ln>
            </p:spPr>
            <p:txBody>
              <a:bodyPr rtlCol="0" anchor="ctr"/>
              <a:lstStyle/>
              <a:p>
                <a:endParaRPr lang="en-US"/>
              </a:p>
            </p:txBody>
          </p:sp>
          <p:sp>
            <p:nvSpPr>
              <p:cNvPr id="2753" name="Freeform: Shape 2752">
                <a:extLst>
                  <a:ext uri="{FF2B5EF4-FFF2-40B4-BE49-F238E27FC236}">
                    <a16:creationId xmlns:a16="http://schemas.microsoft.com/office/drawing/2014/main" id="{5ECA387A-39A3-C6AD-CA08-D4CD6F06270F}"/>
                  </a:ext>
                </a:extLst>
              </p:cNvPr>
              <p:cNvSpPr/>
              <p:nvPr/>
            </p:nvSpPr>
            <p:spPr>
              <a:xfrm>
                <a:off x="7639826" y="8219337"/>
                <a:ext cx="41981" cy="41981"/>
              </a:xfrm>
              <a:custGeom>
                <a:avLst/>
                <a:gdLst>
                  <a:gd name="connsiteX0" fmla="*/ 21242 w 41981"/>
                  <a:gd name="connsiteY0" fmla="*/ 5012 h 41981"/>
                  <a:gd name="connsiteX1" fmla="*/ 37432 w 41981"/>
                  <a:gd name="connsiteY1" fmla="*/ 21202 h 41981"/>
                  <a:gd name="connsiteX2" fmla="*/ 37432 w 41981"/>
                  <a:gd name="connsiteY2" fmla="*/ 21202 h 41981"/>
                  <a:gd name="connsiteX3" fmla="*/ 21242 w 41981"/>
                  <a:gd name="connsiteY3" fmla="*/ 37392 h 41981"/>
                  <a:gd name="connsiteX4" fmla="*/ 5051 w 41981"/>
                  <a:gd name="connsiteY4" fmla="*/ 21202 h 41981"/>
                  <a:gd name="connsiteX5" fmla="*/ 21242 w 41981"/>
                  <a:gd name="connsiteY5" fmla="*/ 5012 h 41981"/>
                  <a:gd name="connsiteX6" fmla="*/ 21242 w 41981"/>
                  <a:gd name="connsiteY6" fmla="*/ 212 h 41981"/>
                  <a:gd name="connsiteX7" fmla="*/ 251 w 41981"/>
                  <a:gd name="connsiteY7" fmla="*/ 21202 h 41981"/>
                  <a:gd name="connsiteX8" fmla="*/ 21242 w 41981"/>
                  <a:gd name="connsiteY8" fmla="*/ 42193 h 41981"/>
                  <a:gd name="connsiteX9" fmla="*/ 42232 w 41981"/>
                  <a:gd name="connsiteY9" fmla="*/ 21202 h 41981"/>
                  <a:gd name="connsiteX10" fmla="*/ 42232 w 41981"/>
                  <a:gd name="connsiteY10" fmla="*/ 21202 h 41981"/>
                  <a:gd name="connsiteX11" fmla="*/ 21242 w 41981"/>
                  <a:gd name="connsiteY11" fmla="*/ 21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5012"/>
                    </a:moveTo>
                    <a:cubicBezTo>
                      <a:pt x="30184" y="5012"/>
                      <a:pt x="37432" y="12260"/>
                      <a:pt x="37432" y="21202"/>
                    </a:cubicBezTo>
                    <a:lnTo>
                      <a:pt x="37432" y="21202"/>
                    </a:lnTo>
                    <a:cubicBezTo>
                      <a:pt x="37432" y="30144"/>
                      <a:pt x="30184" y="37392"/>
                      <a:pt x="21242" y="37392"/>
                    </a:cubicBezTo>
                    <a:cubicBezTo>
                      <a:pt x="12300" y="37392"/>
                      <a:pt x="5051" y="30144"/>
                      <a:pt x="5051" y="21202"/>
                    </a:cubicBezTo>
                    <a:cubicBezTo>
                      <a:pt x="5051" y="12260"/>
                      <a:pt x="12300" y="5012"/>
                      <a:pt x="21242" y="5012"/>
                    </a:cubicBezTo>
                    <a:close/>
                    <a:moveTo>
                      <a:pt x="21242" y="212"/>
                    </a:moveTo>
                    <a:cubicBezTo>
                      <a:pt x="9649" y="212"/>
                      <a:pt x="251" y="9610"/>
                      <a:pt x="251" y="21202"/>
                    </a:cubicBezTo>
                    <a:cubicBezTo>
                      <a:pt x="251" y="32795"/>
                      <a:pt x="9649" y="42193"/>
                      <a:pt x="21242" y="42193"/>
                    </a:cubicBezTo>
                    <a:cubicBezTo>
                      <a:pt x="32834" y="42193"/>
                      <a:pt x="42232" y="32795"/>
                      <a:pt x="42232" y="21202"/>
                    </a:cubicBezTo>
                    <a:lnTo>
                      <a:pt x="42232" y="21202"/>
                    </a:lnTo>
                    <a:cubicBezTo>
                      <a:pt x="42232" y="9610"/>
                      <a:pt x="32834" y="212"/>
                      <a:pt x="21242" y="212"/>
                    </a:cubicBezTo>
                    <a:close/>
                  </a:path>
                </a:pathLst>
              </a:custGeom>
              <a:solidFill>
                <a:srgbClr val="000000"/>
              </a:solidFill>
              <a:ln w="4794" cap="sq">
                <a:noFill/>
                <a:prstDash val="solid"/>
                <a:round/>
              </a:ln>
            </p:spPr>
            <p:txBody>
              <a:bodyPr rtlCol="0" anchor="ctr"/>
              <a:lstStyle/>
              <a:p>
                <a:endParaRPr lang="en-US"/>
              </a:p>
            </p:txBody>
          </p:sp>
          <p:sp>
            <p:nvSpPr>
              <p:cNvPr id="2754" name="Freeform: Shape 2753">
                <a:extLst>
                  <a:ext uri="{FF2B5EF4-FFF2-40B4-BE49-F238E27FC236}">
                    <a16:creationId xmlns:a16="http://schemas.microsoft.com/office/drawing/2014/main" id="{95300D68-4D76-BC8A-3A12-EBF632327315}"/>
                  </a:ext>
                </a:extLst>
              </p:cNvPr>
              <p:cNvSpPr/>
              <p:nvPr/>
            </p:nvSpPr>
            <p:spPr>
              <a:xfrm>
                <a:off x="7855928" y="7918335"/>
                <a:ext cx="37180" cy="37180"/>
              </a:xfrm>
              <a:custGeom>
                <a:avLst/>
                <a:gdLst>
                  <a:gd name="connsiteX0" fmla="*/ 37469 w 37180"/>
                  <a:gd name="connsiteY0" fmla="*/ 18749 h 37180"/>
                  <a:gd name="connsiteX1" fmla="*/ 18879 w 37180"/>
                  <a:gd name="connsiteY1" fmla="*/ 37340 h 37180"/>
                  <a:gd name="connsiteX2" fmla="*/ 288 w 37180"/>
                  <a:gd name="connsiteY2" fmla="*/ 18749 h 37180"/>
                  <a:gd name="connsiteX3" fmla="*/ 18879 w 37180"/>
                  <a:gd name="connsiteY3" fmla="*/ 159 h 37180"/>
                  <a:gd name="connsiteX4" fmla="*/ 37469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9" y="18749"/>
                    </a:moveTo>
                    <a:cubicBezTo>
                      <a:pt x="37469" y="29017"/>
                      <a:pt x="29146" y="37340"/>
                      <a:pt x="18879" y="37340"/>
                    </a:cubicBezTo>
                    <a:cubicBezTo>
                      <a:pt x="8611" y="37340"/>
                      <a:pt x="288" y="29017"/>
                      <a:pt x="288" y="18749"/>
                    </a:cubicBezTo>
                    <a:cubicBezTo>
                      <a:pt x="288" y="8482"/>
                      <a:pt x="8611" y="159"/>
                      <a:pt x="18879" y="159"/>
                    </a:cubicBezTo>
                    <a:cubicBezTo>
                      <a:pt x="29146" y="159"/>
                      <a:pt x="37469" y="8482"/>
                      <a:pt x="37469" y="18749"/>
                    </a:cubicBezTo>
                    <a:close/>
                  </a:path>
                </a:pathLst>
              </a:custGeom>
              <a:solidFill>
                <a:srgbClr val="79F779"/>
              </a:solidFill>
              <a:ln w="5753" cap="sq">
                <a:noFill/>
                <a:prstDash val="solid"/>
                <a:miter/>
              </a:ln>
            </p:spPr>
            <p:txBody>
              <a:bodyPr rtlCol="0" anchor="ctr"/>
              <a:lstStyle/>
              <a:p>
                <a:endParaRPr lang="en-US"/>
              </a:p>
            </p:txBody>
          </p:sp>
          <p:sp>
            <p:nvSpPr>
              <p:cNvPr id="2755" name="Freeform: Shape 2754">
                <a:extLst>
                  <a:ext uri="{FF2B5EF4-FFF2-40B4-BE49-F238E27FC236}">
                    <a16:creationId xmlns:a16="http://schemas.microsoft.com/office/drawing/2014/main" id="{AF1FFB88-8FBD-B1F7-C5D4-C433637C1446}"/>
                  </a:ext>
                </a:extLst>
              </p:cNvPr>
              <p:cNvSpPr/>
              <p:nvPr/>
            </p:nvSpPr>
            <p:spPr>
              <a:xfrm>
                <a:off x="7853528" y="7915935"/>
                <a:ext cx="41981" cy="41981"/>
              </a:xfrm>
              <a:custGeom>
                <a:avLst/>
                <a:gdLst>
                  <a:gd name="connsiteX0" fmla="*/ 21279 w 41981"/>
                  <a:gd name="connsiteY0" fmla="*/ 4959 h 41981"/>
                  <a:gd name="connsiteX1" fmla="*/ 37469 w 41981"/>
                  <a:gd name="connsiteY1" fmla="*/ 21150 h 41981"/>
                  <a:gd name="connsiteX2" fmla="*/ 37469 w 41981"/>
                  <a:gd name="connsiteY2" fmla="*/ 21150 h 41981"/>
                  <a:gd name="connsiteX3" fmla="*/ 21279 w 41981"/>
                  <a:gd name="connsiteY3" fmla="*/ 37340 h 41981"/>
                  <a:gd name="connsiteX4" fmla="*/ 5089 w 41981"/>
                  <a:gd name="connsiteY4" fmla="*/ 21150 h 41981"/>
                  <a:gd name="connsiteX5" fmla="*/ 21279 w 41981"/>
                  <a:gd name="connsiteY5" fmla="*/ 4959 h 41981"/>
                  <a:gd name="connsiteX6" fmla="*/ 21279 w 41981"/>
                  <a:gd name="connsiteY6" fmla="*/ 159 h 41981"/>
                  <a:gd name="connsiteX7" fmla="*/ 288 w 41981"/>
                  <a:gd name="connsiteY7" fmla="*/ 21150 h 41981"/>
                  <a:gd name="connsiteX8" fmla="*/ 21279 w 41981"/>
                  <a:gd name="connsiteY8" fmla="*/ 42140 h 41981"/>
                  <a:gd name="connsiteX9" fmla="*/ 42269 w 41981"/>
                  <a:gd name="connsiteY9" fmla="*/ 21150 h 41981"/>
                  <a:gd name="connsiteX10" fmla="*/ 42269 w 41981"/>
                  <a:gd name="connsiteY10" fmla="*/ 21150 h 41981"/>
                  <a:gd name="connsiteX11" fmla="*/ 21279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59"/>
                    </a:moveTo>
                    <a:cubicBezTo>
                      <a:pt x="30221" y="4959"/>
                      <a:pt x="37469" y="12208"/>
                      <a:pt x="37469" y="21150"/>
                    </a:cubicBezTo>
                    <a:lnTo>
                      <a:pt x="37469" y="21150"/>
                    </a:lnTo>
                    <a:cubicBezTo>
                      <a:pt x="37469" y="30091"/>
                      <a:pt x="30221" y="37340"/>
                      <a:pt x="21279" y="37340"/>
                    </a:cubicBezTo>
                    <a:cubicBezTo>
                      <a:pt x="12337" y="37340"/>
                      <a:pt x="5089" y="30091"/>
                      <a:pt x="5089" y="21150"/>
                    </a:cubicBezTo>
                    <a:cubicBezTo>
                      <a:pt x="5089" y="12208"/>
                      <a:pt x="12337" y="4959"/>
                      <a:pt x="21279" y="4959"/>
                    </a:cubicBezTo>
                    <a:close/>
                    <a:moveTo>
                      <a:pt x="21279" y="159"/>
                    </a:moveTo>
                    <a:cubicBezTo>
                      <a:pt x="9686" y="159"/>
                      <a:pt x="288" y="9557"/>
                      <a:pt x="288" y="21150"/>
                    </a:cubicBezTo>
                    <a:cubicBezTo>
                      <a:pt x="288" y="32742"/>
                      <a:pt x="9686" y="42140"/>
                      <a:pt x="21279" y="42140"/>
                    </a:cubicBezTo>
                    <a:cubicBezTo>
                      <a:pt x="32871" y="42140"/>
                      <a:pt x="42269" y="32742"/>
                      <a:pt x="42269" y="21150"/>
                    </a:cubicBezTo>
                    <a:lnTo>
                      <a:pt x="42269" y="21150"/>
                    </a:lnTo>
                    <a:cubicBezTo>
                      <a:pt x="42269" y="9557"/>
                      <a:pt x="32871" y="159"/>
                      <a:pt x="21279" y="159"/>
                    </a:cubicBezTo>
                    <a:close/>
                  </a:path>
                </a:pathLst>
              </a:custGeom>
              <a:solidFill>
                <a:srgbClr val="000000"/>
              </a:solidFill>
              <a:ln w="4794" cap="sq">
                <a:noFill/>
                <a:prstDash val="solid"/>
                <a:round/>
              </a:ln>
            </p:spPr>
            <p:txBody>
              <a:bodyPr rtlCol="0" anchor="ctr"/>
              <a:lstStyle/>
              <a:p>
                <a:endParaRPr lang="en-US"/>
              </a:p>
            </p:txBody>
          </p:sp>
          <p:sp>
            <p:nvSpPr>
              <p:cNvPr id="2756" name="Freeform: Shape 2755">
                <a:extLst>
                  <a:ext uri="{FF2B5EF4-FFF2-40B4-BE49-F238E27FC236}">
                    <a16:creationId xmlns:a16="http://schemas.microsoft.com/office/drawing/2014/main" id="{B4D62D08-5CB8-0DC2-CED9-9EA40565E548}"/>
                  </a:ext>
                </a:extLst>
              </p:cNvPr>
              <p:cNvSpPr/>
              <p:nvPr/>
            </p:nvSpPr>
            <p:spPr>
              <a:xfrm>
                <a:off x="7632820" y="8083808"/>
                <a:ext cx="37180" cy="37180"/>
              </a:xfrm>
              <a:custGeom>
                <a:avLst/>
                <a:gdLst>
                  <a:gd name="connsiteX0" fmla="*/ 37430 w 37180"/>
                  <a:gd name="connsiteY0" fmla="*/ 18778 h 37180"/>
                  <a:gd name="connsiteX1" fmla="*/ 18840 w 37180"/>
                  <a:gd name="connsiteY1" fmla="*/ 37368 h 37180"/>
                  <a:gd name="connsiteX2" fmla="*/ 249 w 37180"/>
                  <a:gd name="connsiteY2" fmla="*/ 18778 h 37180"/>
                  <a:gd name="connsiteX3" fmla="*/ 18840 w 37180"/>
                  <a:gd name="connsiteY3" fmla="*/ 188 h 37180"/>
                  <a:gd name="connsiteX4" fmla="*/ 37430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8"/>
                    </a:moveTo>
                    <a:cubicBezTo>
                      <a:pt x="37430" y="29045"/>
                      <a:pt x="29107" y="37368"/>
                      <a:pt x="18840" y="37368"/>
                    </a:cubicBezTo>
                    <a:cubicBezTo>
                      <a:pt x="8573" y="37368"/>
                      <a:pt x="249" y="29045"/>
                      <a:pt x="249" y="18778"/>
                    </a:cubicBezTo>
                    <a:cubicBezTo>
                      <a:pt x="249" y="8511"/>
                      <a:pt x="8573" y="188"/>
                      <a:pt x="18840" y="188"/>
                    </a:cubicBezTo>
                    <a:cubicBezTo>
                      <a:pt x="29107" y="188"/>
                      <a:pt x="37430" y="8511"/>
                      <a:pt x="37430" y="18778"/>
                    </a:cubicBezTo>
                    <a:close/>
                  </a:path>
                </a:pathLst>
              </a:custGeom>
              <a:solidFill>
                <a:srgbClr val="F7A597"/>
              </a:solidFill>
              <a:ln w="5753" cap="sq">
                <a:noFill/>
                <a:prstDash val="solid"/>
                <a:miter/>
              </a:ln>
            </p:spPr>
            <p:txBody>
              <a:bodyPr rtlCol="0" anchor="ctr"/>
              <a:lstStyle/>
              <a:p>
                <a:endParaRPr lang="en-US"/>
              </a:p>
            </p:txBody>
          </p:sp>
          <p:sp>
            <p:nvSpPr>
              <p:cNvPr id="2757" name="Freeform: Shape 2756">
                <a:extLst>
                  <a:ext uri="{FF2B5EF4-FFF2-40B4-BE49-F238E27FC236}">
                    <a16:creationId xmlns:a16="http://schemas.microsoft.com/office/drawing/2014/main" id="{00D5CAB9-0259-E4A7-7A44-49B5B9B9507F}"/>
                  </a:ext>
                </a:extLst>
              </p:cNvPr>
              <p:cNvSpPr/>
              <p:nvPr/>
            </p:nvSpPr>
            <p:spPr>
              <a:xfrm>
                <a:off x="7630420" y="8081408"/>
                <a:ext cx="41981" cy="41981"/>
              </a:xfrm>
              <a:custGeom>
                <a:avLst/>
                <a:gdLst>
                  <a:gd name="connsiteX0" fmla="*/ 21240 w 41981"/>
                  <a:gd name="connsiteY0" fmla="*/ 4988 h 41981"/>
                  <a:gd name="connsiteX1" fmla="*/ 37430 w 41981"/>
                  <a:gd name="connsiteY1" fmla="*/ 21178 h 41981"/>
                  <a:gd name="connsiteX2" fmla="*/ 37430 w 41981"/>
                  <a:gd name="connsiteY2" fmla="*/ 21178 h 41981"/>
                  <a:gd name="connsiteX3" fmla="*/ 21240 w 41981"/>
                  <a:gd name="connsiteY3" fmla="*/ 37368 h 41981"/>
                  <a:gd name="connsiteX4" fmla="*/ 5050 w 41981"/>
                  <a:gd name="connsiteY4" fmla="*/ 21178 h 41981"/>
                  <a:gd name="connsiteX5" fmla="*/ 21240 w 41981"/>
                  <a:gd name="connsiteY5" fmla="*/ 4988 h 41981"/>
                  <a:gd name="connsiteX6" fmla="*/ 21240 w 41981"/>
                  <a:gd name="connsiteY6" fmla="*/ 188 h 41981"/>
                  <a:gd name="connsiteX7" fmla="*/ 249 w 41981"/>
                  <a:gd name="connsiteY7" fmla="*/ 21178 h 41981"/>
                  <a:gd name="connsiteX8" fmla="*/ 21240 w 41981"/>
                  <a:gd name="connsiteY8" fmla="*/ 42169 h 41981"/>
                  <a:gd name="connsiteX9" fmla="*/ 42231 w 41981"/>
                  <a:gd name="connsiteY9" fmla="*/ 21178 h 41981"/>
                  <a:gd name="connsiteX10" fmla="*/ 42231 w 41981"/>
                  <a:gd name="connsiteY10" fmla="*/ 21178 h 41981"/>
                  <a:gd name="connsiteX11" fmla="*/ 21240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8"/>
                    </a:moveTo>
                    <a:cubicBezTo>
                      <a:pt x="30182" y="4988"/>
                      <a:pt x="37430" y="12236"/>
                      <a:pt x="37430" y="21178"/>
                    </a:cubicBezTo>
                    <a:lnTo>
                      <a:pt x="37430" y="21178"/>
                    </a:lnTo>
                    <a:cubicBezTo>
                      <a:pt x="37430" y="30120"/>
                      <a:pt x="30182" y="37368"/>
                      <a:pt x="21240" y="37368"/>
                    </a:cubicBezTo>
                    <a:cubicBezTo>
                      <a:pt x="12298" y="37368"/>
                      <a:pt x="5050" y="30120"/>
                      <a:pt x="5050" y="21178"/>
                    </a:cubicBezTo>
                    <a:cubicBezTo>
                      <a:pt x="5050" y="12236"/>
                      <a:pt x="12298" y="4988"/>
                      <a:pt x="21240" y="4988"/>
                    </a:cubicBezTo>
                    <a:close/>
                    <a:moveTo>
                      <a:pt x="21240" y="188"/>
                    </a:moveTo>
                    <a:cubicBezTo>
                      <a:pt x="9647" y="188"/>
                      <a:pt x="249" y="9586"/>
                      <a:pt x="249" y="21178"/>
                    </a:cubicBezTo>
                    <a:cubicBezTo>
                      <a:pt x="249" y="32771"/>
                      <a:pt x="9647" y="42169"/>
                      <a:pt x="21240" y="42169"/>
                    </a:cubicBezTo>
                    <a:cubicBezTo>
                      <a:pt x="32833" y="42169"/>
                      <a:pt x="42231" y="32771"/>
                      <a:pt x="42231" y="21178"/>
                    </a:cubicBezTo>
                    <a:lnTo>
                      <a:pt x="42231" y="21178"/>
                    </a:lnTo>
                    <a:cubicBezTo>
                      <a:pt x="42231" y="9586"/>
                      <a:pt x="32833" y="188"/>
                      <a:pt x="21240" y="188"/>
                    </a:cubicBezTo>
                    <a:close/>
                  </a:path>
                </a:pathLst>
              </a:custGeom>
              <a:solidFill>
                <a:srgbClr val="000000"/>
              </a:solidFill>
              <a:ln w="4794" cap="sq">
                <a:noFill/>
                <a:prstDash val="solid"/>
                <a:round/>
              </a:ln>
            </p:spPr>
            <p:txBody>
              <a:bodyPr rtlCol="0" anchor="ctr"/>
              <a:lstStyle/>
              <a:p>
                <a:endParaRPr lang="en-US"/>
              </a:p>
            </p:txBody>
          </p:sp>
          <p:sp>
            <p:nvSpPr>
              <p:cNvPr id="2758" name="Freeform: Shape 2757">
                <a:extLst>
                  <a:ext uri="{FF2B5EF4-FFF2-40B4-BE49-F238E27FC236}">
                    <a16:creationId xmlns:a16="http://schemas.microsoft.com/office/drawing/2014/main" id="{1F0CD1E0-0517-E1C9-A241-34D4D277F37B}"/>
                  </a:ext>
                </a:extLst>
              </p:cNvPr>
              <p:cNvSpPr/>
              <p:nvPr/>
            </p:nvSpPr>
            <p:spPr>
              <a:xfrm>
                <a:off x="7777506" y="7749394"/>
                <a:ext cx="37180" cy="37180"/>
              </a:xfrm>
              <a:custGeom>
                <a:avLst/>
                <a:gdLst>
                  <a:gd name="connsiteX0" fmla="*/ 37455 w 37180"/>
                  <a:gd name="connsiteY0" fmla="*/ 18720 h 37180"/>
                  <a:gd name="connsiteX1" fmla="*/ 18865 w 37180"/>
                  <a:gd name="connsiteY1" fmla="*/ 37310 h 37180"/>
                  <a:gd name="connsiteX2" fmla="*/ 275 w 37180"/>
                  <a:gd name="connsiteY2" fmla="*/ 18720 h 37180"/>
                  <a:gd name="connsiteX3" fmla="*/ 18865 w 37180"/>
                  <a:gd name="connsiteY3" fmla="*/ 130 h 37180"/>
                  <a:gd name="connsiteX4" fmla="*/ 37455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20"/>
                    </a:moveTo>
                    <a:cubicBezTo>
                      <a:pt x="37455" y="28987"/>
                      <a:pt x="29132" y="37310"/>
                      <a:pt x="18865" y="37310"/>
                    </a:cubicBezTo>
                    <a:cubicBezTo>
                      <a:pt x="8598" y="37310"/>
                      <a:pt x="275" y="28987"/>
                      <a:pt x="275" y="18720"/>
                    </a:cubicBezTo>
                    <a:cubicBezTo>
                      <a:pt x="275" y="8453"/>
                      <a:pt x="8598" y="130"/>
                      <a:pt x="18865" y="130"/>
                    </a:cubicBezTo>
                    <a:cubicBezTo>
                      <a:pt x="29132" y="130"/>
                      <a:pt x="37455" y="8453"/>
                      <a:pt x="37455" y="18720"/>
                    </a:cubicBezTo>
                    <a:close/>
                  </a:path>
                </a:pathLst>
              </a:custGeom>
              <a:solidFill>
                <a:srgbClr val="C4F7C4"/>
              </a:solidFill>
              <a:ln w="5753" cap="sq">
                <a:noFill/>
                <a:prstDash val="solid"/>
                <a:miter/>
              </a:ln>
            </p:spPr>
            <p:txBody>
              <a:bodyPr rtlCol="0" anchor="ctr"/>
              <a:lstStyle/>
              <a:p>
                <a:endParaRPr lang="en-US"/>
              </a:p>
            </p:txBody>
          </p:sp>
          <p:sp>
            <p:nvSpPr>
              <p:cNvPr id="2759" name="Freeform: Shape 2758">
                <a:extLst>
                  <a:ext uri="{FF2B5EF4-FFF2-40B4-BE49-F238E27FC236}">
                    <a16:creationId xmlns:a16="http://schemas.microsoft.com/office/drawing/2014/main" id="{8500D1AB-5905-36F6-1FCA-76558F6DF0AC}"/>
                  </a:ext>
                </a:extLst>
              </p:cNvPr>
              <p:cNvSpPr/>
              <p:nvPr/>
            </p:nvSpPr>
            <p:spPr>
              <a:xfrm>
                <a:off x="7775105" y="7746994"/>
                <a:ext cx="41981" cy="41981"/>
              </a:xfrm>
              <a:custGeom>
                <a:avLst/>
                <a:gdLst>
                  <a:gd name="connsiteX0" fmla="*/ 21265 w 41981"/>
                  <a:gd name="connsiteY0" fmla="*/ 4930 h 41981"/>
                  <a:gd name="connsiteX1" fmla="*/ 37455 w 41981"/>
                  <a:gd name="connsiteY1" fmla="*/ 21120 h 41981"/>
                  <a:gd name="connsiteX2" fmla="*/ 37455 w 41981"/>
                  <a:gd name="connsiteY2" fmla="*/ 21120 h 41981"/>
                  <a:gd name="connsiteX3" fmla="*/ 21265 w 41981"/>
                  <a:gd name="connsiteY3" fmla="*/ 37310 h 41981"/>
                  <a:gd name="connsiteX4" fmla="*/ 5075 w 41981"/>
                  <a:gd name="connsiteY4" fmla="*/ 21120 h 41981"/>
                  <a:gd name="connsiteX5" fmla="*/ 21265 w 41981"/>
                  <a:gd name="connsiteY5" fmla="*/ 4930 h 41981"/>
                  <a:gd name="connsiteX6" fmla="*/ 21265 w 41981"/>
                  <a:gd name="connsiteY6" fmla="*/ 130 h 41981"/>
                  <a:gd name="connsiteX7" fmla="*/ 275 w 41981"/>
                  <a:gd name="connsiteY7" fmla="*/ 21120 h 41981"/>
                  <a:gd name="connsiteX8" fmla="*/ 21265 w 41981"/>
                  <a:gd name="connsiteY8" fmla="*/ 42111 h 41981"/>
                  <a:gd name="connsiteX9" fmla="*/ 42256 w 41981"/>
                  <a:gd name="connsiteY9" fmla="*/ 21120 h 41981"/>
                  <a:gd name="connsiteX10" fmla="*/ 42256 w 41981"/>
                  <a:gd name="connsiteY10" fmla="*/ 21120 h 41981"/>
                  <a:gd name="connsiteX11" fmla="*/ 21265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30"/>
                    </a:moveTo>
                    <a:cubicBezTo>
                      <a:pt x="30207" y="4930"/>
                      <a:pt x="37455" y="12178"/>
                      <a:pt x="37455" y="21120"/>
                    </a:cubicBezTo>
                    <a:lnTo>
                      <a:pt x="37455" y="21120"/>
                    </a:lnTo>
                    <a:cubicBezTo>
                      <a:pt x="37455" y="30062"/>
                      <a:pt x="30207" y="37310"/>
                      <a:pt x="21265" y="37310"/>
                    </a:cubicBezTo>
                    <a:cubicBezTo>
                      <a:pt x="12323" y="37310"/>
                      <a:pt x="5075" y="30062"/>
                      <a:pt x="5075" y="21120"/>
                    </a:cubicBezTo>
                    <a:cubicBezTo>
                      <a:pt x="5075" y="12178"/>
                      <a:pt x="12323" y="4930"/>
                      <a:pt x="21265" y="4930"/>
                    </a:cubicBezTo>
                    <a:close/>
                    <a:moveTo>
                      <a:pt x="21265" y="130"/>
                    </a:moveTo>
                    <a:cubicBezTo>
                      <a:pt x="9673" y="130"/>
                      <a:pt x="275" y="9528"/>
                      <a:pt x="275" y="21120"/>
                    </a:cubicBezTo>
                    <a:cubicBezTo>
                      <a:pt x="275" y="32713"/>
                      <a:pt x="9673" y="42111"/>
                      <a:pt x="21265" y="42111"/>
                    </a:cubicBezTo>
                    <a:cubicBezTo>
                      <a:pt x="32858" y="42111"/>
                      <a:pt x="42256" y="32713"/>
                      <a:pt x="42256" y="21120"/>
                    </a:cubicBezTo>
                    <a:lnTo>
                      <a:pt x="42256" y="21120"/>
                    </a:lnTo>
                    <a:cubicBezTo>
                      <a:pt x="42256" y="9528"/>
                      <a:pt x="32858" y="130"/>
                      <a:pt x="21265" y="130"/>
                    </a:cubicBezTo>
                    <a:close/>
                  </a:path>
                </a:pathLst>
              </a:custGeom>
              <a:solidFill>
                <a:srgbClr val="000000"/>
              </a:solidFill>
              <a:ln w="4794" cap="sq">
                <a:noFill/>
                <a:prstDash val="solid"/>
                <a:round/>
              </a:ln>
            </p:spPr>
            <p:txBody>
              <a:bodyPr rtlCol="0" anchor="ctr"/>
              <a:lstStyle/>
              <a:p>
                <a:endParaRPr lang="en-US"/>
              </a:p>
            </p:txBody>
          </p:sp>
          <p:sp>
            <p:nvSpPr>
              <p:cNvPr id="2760" name="Freeform: Shape 2759">
                <a:extLst>
                  <a:ext uri="{FF2B5EF4-FFF2-40B4-BE49-F238E27FC236}">
                    <a16:creationId xmlns:a16="http://schemas.microsoft.com/office/drawing/2014/main" id="{FFBB4CEF-D89F-D4A2-2F69-E2F40B279C23}"/>
                  </a:ext>
                </a:extLst>
              </p:cNvPr>
              <p:cNvSpPr/>
              <p:nvPr/>
            </p:nvSpPr>
            <p:spPr>
              <a:xfrm>
                <a:off x="7808719" y="8124393"/>
                <a:ext cx="37180" cy="37180"/>
              </a:xfrm>
              <a:custGeom>
                <a:avLst/>
                <a:gdLst>
                  <a:gd name="connsiteX0" fmla="*/ 37461 w 37180"/>
                  <a:gd name="connsiteY0" fmla="*/ 18785 h 37180"/>
                  <a:gd name="connsiteX1" fmla="*/ 18870 w 37180"/>
                  <a:gd name="connsiteY1" fmla="*/ 37376 h 37180"/>
                  <a:gd name="connsiteX2" fmla="*/ 280 w 37180"/>
                  <a:gd name="connsiteY2" fmla="*/ 18785 h 37180"/>
                  <a:gd name="connsiteX3" fmla="*/ 18870 w 37180"/>
                  <a:gd name="connsiteY3" fmla="*/ 195 h 37180"/>
                  <a:gd name="connsiteX4" fmla="*/ 37461 w 37180"/>
                  <a:gd name="connsiteY4" fmla="*/ 1878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85"/>
                    </a:moveTo>
                    <a:cubicBezTo>
                      <a:pt x="37461" y="29052"/>
                      <a:pt x="29138" y="37376"/>
                      <a:pt x="18870" y="37376"/>
                    </a:cubicBezTo>
                    <a:cubicBezTo>
                      <a:pt x="8603" y="37376"/>
                      <a:pt x="280" y="29052"/>
                      <a:pt x="280" y="18785"/>
                    </a:cubicBezTo>
                    <a:cubicBezTo>
                      <a:pt x="280" y="8518"/>
                      <a:pt x="8603" y="195"/>
                      <a:pt x="18870" y="195"/>
                    </a:cubicBezTo>
                    <a:cubicBezTo>
                      <a:pt x="29138" y="195"/>
                      <a:pt x="37461" y="8518"/>
                      <a:pt x="37461" y="18785"/>
                    </a:cubicBezTo>
                    <a:close/>
                  </a:path>
                </a:pathLst>
              </a:custGeom>
              <a:solidFill>
                <a:srgbClr val="47F747"/>
              </a:solidFill>
              <a:ln w="5753" cap="sq">
                <a:noFill/>
                <a:prstDash val="solid"/>
                <a:miter/>
              </a:ln>
            </p:spPr>
            <p:txBody>
              <a:bodyPr rtlCol="0" anchor="ctr"/>
              <a:lstStyle/>
              <a:p>
                <a:endParaRPr lang="en-US"/>
              </a:p>
            </p:txBody>
          </p:sp>
          <p:sp>
            <p:nvSpPr>
              <p:cNvPr id="2761" name="Freeform: Shape 2760">
                <a:extLst>
                  <a:ext uri="{FF2B5EF4-FFF2-40B4-BE49-F238E27FC236}">
                    <a16:creationId xmlns:a16="http://schemas.microsoft.com/office/drawing/2014/main" id="{C032E044-9874-812C-DA17-E4BB3E0358DE}"/>
                  </a:ext>
                </a:extLst>
              </p:cNvPr>
              <p:cNvSpPr/>
              <p:nvPr/>
            </p:nvSpPr>
            <p:spPr>
              <a:xfrm>
                <a:off x="7806319" y="8121993"/>
                <a:ext cx="41981" cy="41981"/>
              </a:xfrm>
              <a:custGeom>
                <a:avLst/>
                <a:gdLst>
                  <a:gd name="connsiteX0" fmla="*/ 21271 w 41981"/>
                  <a:gd name="connsiteY0" fmla="*/ 4995 h 41981"/>
                  <a:gd name="connsiteX1" fmla="*/ 37461 w 41981"/>
                  <a:gd name="connsiteY1" fmla="*/ 21185 h 41981"/>
                  <a:gd name="connsiteX2" fmla="*/ 37461 w 41981"/>
                  <a:gd name="connsiteY2" fmla="*/ 21185 h 41981"/>
                  <a:gd name="connsiteX3" fmla="*/ 21271 w 41981"/>
                  <a:gd name="connsiteY3" fmla="*/ 37376 h 41981"/>
                  <a:gd name="connsiteX4" fmla="*/ 5080 w 41981"/>
                  <a:gd name="connsiteY4" fmla="*/ 21185 h 41981"/>
                  <a:gd name="connsiteX5" fmla="*/ 21271 w 41981"/>
                  <a:gd name="connsiteY5" fmla="*/ 4995 h 41981"/>
                  <a:gd name="connsiteX6" fmla="*/ 21271 w 41981"/>
                  <a:gd name="connsiteY6" fmla="*/ 195 h 41981"/>
                  <a:gd name="connsiteX7" fmla="*/ 280 w 41981"/>
                  <a:gd name="connsiteY7" fmla="*/ 21185 h 41981"/>
                  <a:gd name="connsiteX8" fmla="*/ 21271 w 41981"/>
                  <a:gd name="connsiteY8" fmla="*/ 42176 h 41981"/>
                  <a:gd name="connsiteX9" fmla="*/ 42261 w 41981"/>
                  <a:gd name="connsiteY9" fmla="*/ 21185 h 41981"/>
                  <a:gd name="connsiteX10" fmla="*/ 42261 w 41981"/>
                  <a:gd name="connsiteY10" fmla="*/ 21185 h 41981"/>
                  <a:gd name="connsiteX11" fmla="*/ 21271 w 41981"/>
                  <a:gd name="connsiteY11" fmla="*/ 19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95"/>
                    </a:moveTo>
                    <a:cubicBezTo>
                      <a:pt x="30212" y="4995"/>
                      <a:pt x="37461" y="12244"/>
                      <a:pt x="37461" y="21185"/>
                    </a:cubicBezTo>
                    <a:lnTo>
                      <a:pt x="37461" y="21185"/>
                    </a:lnTo>
                    <a:cubicBezTo>
                      <a:pt x="37461" y="30127"/>
                      <a:pt x="30212" y="37376"/>
                      <a:pt x="21271" y="37376"/>
                    </a:cubicBezTo>
                    <a:cubicBezTo>
                      <a:pt x="12329" y="37376"/>
                      <a:pt x="5080" y="30127"/>
                      <a:pt x="5080" y="21185"/>
                    </a:cubicBezTo>
                    <a:cubicBezTo>
                      <a:pt x="5080" y="12244"/>
                      <a:pt x="12329" y="4995"/>
                      <a:pt x="21271" y="4995"/>
                    </a:cubicBezTo>
                    <a:close/>
                    <a:moveTo>
                      <a:pt x="21271" y="195"/>
                    </a:moveTo>
                    <a:cubicBezTo>
                      <a:pt x="9678" y="195"/>
                      <a:pt x="280" y="9593"/>
                      <a:pt x="280" y="21185"/>
                    </a:cubicBezTo>
                    <a:cubicBezTo>
                      <a:pt x="280" y="32778"/>
                      <a:pt x="9678" y="42176"/>
                      <a:pt x="21271" y="42176"/>
                    </a:cubicBezTo>
                    <a:cubicBezTo>
                      <a:pt x="32863" y="42176"/>
                      <a:pt x="42261" y="32778"/>
                      <a:pt x="42261" y="21185"/>
                    </a:cubicBezTo>
                    <a:lnTo>
                      <a:pt x="42261" y="21185"/>
                    </a:lnTo>
                    <a:cubicBezTo>
                      <a:pt x="42261" y="9593"/>
                      <a:pt x="32863" y="195"/>
                      <a:pt x="21271" y="195"/>
                    </a:cubicBezTo>
                    <a:close/>
                  </a:path>
                </a:pathLst>
              </a:custGeom>
              <a:solidFill>
                <a:srgbClr val="000000"/>
              </a:solidFill>
              <a:ln w="4794" cap="sq">
                <a:noFill/>
                <a:prstDash val="solid"/>
                <a:round/>
              </a:ln>
            </p:spPr>
            <p:txBody>
              <a:bodyPr rtlCol="0" anchor="ctr"/>
              <a:lstStyle/>
              <a:p>
                <a:endParaRPr lang="en-US"/>
              </a:p>
            </p:txBody>
          </p:sp>
          <p:sp>
            <p:nvSpPr>
              <p:cNvPr id="2762" name="Freeform: Shape 2761">
                <a:extLst>
                  <a:ext uri="{FF2B5EF4-FFF2-40B4-BE49-F238E27FC236}">
                    <a16:creationId xmlns:a16="http://schemas.microsoft.com/office/drawing/2014/main" id="{E0484C3F-F226-8C78-9A9F-289E24FF552F}"/>
                  </a:ext>
                </a:extLst>
              </p:cNvPr>
              <p:cNvSpPr/>
              <p:nvPr/>
            </p:nvSpPr>
            <p:spPr>
              <a:xfrm>
                <a:off x="7655250" y="8149732"/>
                <a:ext cx="37180" cy="37180"/>
              </a:xfrm>
              <a:custGeom>
                <a:avLst/>
                <a:gdLst>
                  <a:gd name="connsiteX0" fmla="*/ 37434 w 37180"/>
                  <a:gd name="connsiteY0" fmla="*/ 18790 h 37180"/>
                  <a:gd name="connsiteX1" fmla="*/ 18844 w 37180"/>
                  <a:gd name="connsiteY1" fmla="*/ 37380 h 37180"/>
                  <a:gd name="connsiteX2" fmla="*/ 253 w 37180"/>
                  <a:gd name="connsiteY2" fmla="*/ 18790 h 37180"/>
                  <a:gd name="connsiteX3" fmla="*/ 18844 w 37180"/>
                  <a:gd name="connsiteY3" fmla="*/ 199 h 37180"/>
                  <a:gd name="connsiteX4" fmla="*/ 37434 w 37180"/>
                  <a:gd name="connsiteY4" fmla="*/ 1879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90"/>
                    </a:moveTo>
                    <a:cubicBezTo>
                      <a:pt x="37434" y="29057"/>
                      <a:pt x="29111" y="37380"/>
                      <a:pt x="18844" y="37380"/>
                    </a:cubicBezTo>
                    <a:cubicBezTo>
                      <a:pt x="8577" y="37380"/>
                      <a:pt x="253" y="29057"/>
                      <a:pt x="253" y="18790"/>
                    </a:cubicBezTo>
                    <a:cubicBezTo>
                      <a:pt x="253" y="8522"/>
                      <a:pt x="8577" y="199"/>
                      <a:pt x="18844" y="199"/>
                    </a:cubicBezTo>
                    <a:cubicBezTo>
                      <a:pt x="29111" y="199"/>
                      <a:pt x="37434" y="8522"/>
                      <a:pt x="37434" y="18790"/>
                    </a:cubicBezTo>
                    <a:close/>
                  </a:path>
                </a:pathLst>
              </a:custGeom>
              <a:solidFill>
                <a:srgbClr val="F7EAEA"/>
              </a:solidFill>
              <a:ln w="5753" cap="sq">
                <a:noFill/>
                <a:prstDash val="solid"/>
                <a:miter/>
              </a:ln>
            </p:spPr>
            <p:txBody>
              <a:bodyPr rtlCol="0" anchor="ctr"/>
              <a:lstStyle/>
              <a:p>
                <a:endParaRPr lang="en-US"/>
              </a:p>
            </p:txBody>
          </p:sp>
          <p:sp>
            <p:nvSpPr>
              <p:cNvPr id="2763" name="Freeform: Shape 2762">
                <a:extLst>
                  <a:ext uri="{FF2B5EF4-FFF2-40B4-BE49-F238E27FC236}">
                    <a16:creationId xmlns:a16="http://schemas.microsoft.com/office/drawing/2014/main" id="{C5746AB2-85E6-3DF1-F15F-3BF98710E788}"/>
                  </a:ext>
                </a:extLst>
              </p:cNvPr>
              <p:cNvSpPr/>
              <p:nvPr/>
            </p:nvSpPr>
            <p:spPr>
              <a:xfrm>
                <a:off x="7652849" y="8147331"/>
                <a:ext cx="41981" cy="41981"/>
              </a:xfrm>
              <a:custGeom>
                <a:avLst/>
                <a:gdLst>
                  <a:gd name="connsiteX0" fmla="*/ 21244 w 41981"/>
                  <a:gd name="connsiteY0" fmla="*/ 5000 h 41981"/>
                  <a:gd name="connsiteX1" fmla="*/ 37434 w 41981"/>
                  <a:gd name="connsiteY1" fmla="*/ 21190 h 41981"/>
                  <a:gd name="connsiteX2" fmla="*/ 37434 w 41981"/>
                  <a:gd name="connsiteY2" fmla="*/ 21190 h 41981"/>
                  <a:gd name="connsiteX3" fmla="*/ 21244 w 41981"/>
                  <a:gd name="connsiteY3" fmla="*/ 37380 h 41981"/>
                  <a:gd name="connsiteX4" fmla="*/ 5054 w 41981"/>
                  <a:gd name="connsiteY4" fmla="*/ 21190 h 41981"/>
                  <a:gd name="connsiteX5" fmla="*/ 21244 w 41981"/>
                  <a:gd name="connsiteY5" fmla="*/ 5000 h 41981"/>
                  <a:gd name="connsiteX6" fmla="*/ 21244 w 41981"/>
                  <a:gd name="connsiteY6" fmla="*/ 199 h 41981"/>
                  <a:gd name="connsiteX7" fmla="*/ 253 w 41981"/>
                  <a:gd name="connsiteY7" fmla="*/ 21190 h 41981"/>
                  <a:gd name="connsiteX8" fmla="*/ 21244 w 41981"/>
                  <a:gd name="connsiteY8" fmla="*/ 42180 h 41981"/>
                  <a:gd name="connsiteX9" fmla="*/ 42235 w 41981"/>
                  <a:gd name="connsiteY9" fmla="*/ 21190 h 41981"/>
                  <a:gd name="connsiteX10" fmla="*/ 42235 w 41981"/>
                  <a:gd name="connsiteY10" fmla="*/ 21190 h 41981"/>
                  <a:gd name="connsiteX11" fmla="*/ 21244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4" y="5000"/>
                    </a:moveTo>
                    <a:cubicBezTo>
                      <a:pt x="30186" y="5000"/>
                      <a:pt x="37434" y="12248"/>
                      <a:pt x="37434" y="21190"/>
                    </a:cubicBezTo>
                    <a:lnTo>
                      <a:pt x="37434" y="21190"/>
                    </a:lnTo>
                    <a:cubicBezTo>
                      <a:pt x="37434" y="30132"/>
                      <a:pt x="30186" y="37380"/>
                      <a:pt x="21244" y="37380"/>
                    </a:cubicBezTo>
                    <a:cubicBezTo>
                      <a:pt x="12302" y="37380"/>
                      <a:pt x="5054" y="30132"/>
                      <a:pt x="5054" y="21190"/>
                    </a:cubicBezTo>
                    <a:cubicBezTo>
                      <a:pt x="5054" y="12248"/>
                      <a:pt x="12302" y="5000"/>
                      <a:pt x="21244" y="5000"/>
                    </a:cubicBezTo>
                    <a:close/>
                    <a:moveTo>
                      <a:pt x="21244" y="199"/>
                    </a:moveTo>
                    <a:cubicBezTo>
                      <a:pt x="9651" y="199"/>
                      <a:pt x="253" y="9597"/>
                      <a:pt x="253" y="21190"/>
                    </a:cubicBezTo>
                    <a:cubicBezTo>
                      <a:pt x="253" y="32782"/>
                      <a:pt x="9651" y="42180"/>
                      <a:pt x="21244" y="42180"/>
                    </a:cubicBezTo>
                    <a:cubicBezTo>
                      <a:pt x="32837" y="42180"/>
                      <a:pt x="42235" y="32782"/>
                      <a:pt x="42235" y="21190"/>
                    </a:cubicBezTo>
                    <a:lnTo>
                      <a:pt x="42235" y="21190"/>
                    </a:lnTo>
                    <a:cubicBezTo>
                      <a:pt x="42235" y="9597"/>
                      <a:pt x="32837" y="199"/>
                      <a:pt x="21244" y="199"/>
                    </a:cubicBezTo>
                    <a:close/>
                  </a:path>
                </a:pathLst>
              </a:custGeom>
              <a:solidFill>
                <a:srgbClr val="000000"/>
              </a:solidFill>
              <a:ln w="4794" cap="sq">
                <a:noFill/>
                <a:prstDash val="solid"/>
                <a:round/>
              </a:ln>
            </p:spPr>
            <p:txBody>
              <a:bodyPr rtlCol="0" anchor="ctr"/>
              <a:lstStyle/>
              <a:p>
                <a:endParaRPr lang="en-US"/>
              </a:p>
            </p:txBody>
          </p:sp>
          <p:sp>
            <p:nvSpPr>
              <p:cNvPr id="2764" name="Freeform: Shape 2763">
                <a:extLst>
                  <a:ext uri="{FF2B5EF4-FFF2-40B4-BE49-F238E27FC236}">
                    <a16:creationId xmlns:a16="http://schemas.microsoft.com/office/drawing/2014/main" id="{188E1F16-7B26-75B8-6424-7716A29C54A4}"/>
                  </a:ext>
                </a:extLst>
              </p:cNvPr>
              <p:cNvSpPr/>
              <p:nvPr/>
            </p:nvSpPr>
            <p:spPr>
              <a:xfrm>
                <a:off x="7704832" y="7901516"/>
                <a:ext cx="37180" cy="37180"/>
              </a:xfrm>
              <a:custGeom>
                <a:avLst/>
                <a:gdLst>
                  <a:gd name="connsiteX0" fmla="*/ 37443 w 37180"/>
                  <a:gd name="connsiteY0" fmla="*/ 18746 h 37180"/>
                  <a:gd name="connsiteX1" fmla="*/ 18852 w 37180"/>
                  <a:gd name="connsiteY1" fmla="*/ 37337 h 37180"/>
                  <a:gd name="connsiteX2" fmla="*/ 262 w 37180"/>
                  <a:gd name="connsiteY2" fmla="*/ 18746 h 37180"/>
                  <a:gd name="connsiteX3" fmla="*/ 18852 w 37180"/>
                  <a:gd name="connsiteY3" fmla="*/ 156 h 37180"/>
                  <a:gd name="connsiteX4" fmla="*/ 37443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6"/>
                    </a:moveTo>
                    <a:cubicBezTo>
                      <a:pt x="37443" y="29014"/>
                      <a:pt x="29120" y="37337"/>
                      <a:pt x="18852" y="37337"/>
                    </a:cubicBezTo>
                    <a:cubicBezTo>
                      <a:pt x="8585" y="37337"/>
                      <a:pt x="262" y="29014"/>
                      <a:pt x="262" y="18746"/>
                    </a:cubicBezTo>
                    <a:cubicBezTo>
                      <a:pt x="262" y="8479"/>
                      <a:pt x="8585" y="156"/>
                      <a:pt x="18852" y="156"/>
                    </a:cubicBezTo>
                    <a:cubicBezTo>
                      <a:pt x="29120" y="156"/>
                      <a:pt x="37443" y="8479"/>
                      <a:pt x="37443" y="18746"/>
                    </a:cubicBezTo>
                    <a:close/>
                  </a:path>
                </a:pathLst>
              </a:custGeom>
              <a:solidFill>
                <a:srgbClr val="6EF76E"/>
              </a:solidFill>
              <a:ln w="5753" cap="sq">
                <a:noFill/>
                <a:prstDash val="solid"/>
                <a:miter/>
              </a:ln>
            </p:spPr>
            <p:txBody>
              <a:bodyPr rtlCol="0" anchor="ctr"/>
              <a:lstStyle/>
              <a:p>
                <a:endParaRPr lang="en-US"/>
              </a:p>
            </p:txBody>
          </p:sp>
          <p:sp>
            <p:nvSpPr>
              <p:cNvPr id="2765" name="Freeform: Shape 2764">
                <a:extLst>
                  <a:ext uri="{FF2B5EF4-FFF2-40B4-BE49-F238E27FC236}">
                    <a16:creationId xmlns:a16="http://schemas.microsoft.com/office/drawing/2014/main" id="{CDAFFD6E-76F7-12A5-5CBE-E87576BA88B1}"/>
                  </a:ext>
                </a:extLst>
              </p:cNvPr>
              <p:cNvSpPr/>
              <p:nvPr/>
            </p:nvSpPr>
            <p:spPr>
              <a:xfrm>
                <a:off x="7702431" y="7899116"/>
                <a:ext cx="41981" cy="41981"/>
              </a:xfrm>
              <a:custGeom>
                <a:avLst/>
                <a:gdLst>
                  <a:gd name="connsiteX0" fmla="*/ 21253 w 41981"/>
                  <a:gd name="connsiteY0" fmla="*/ 4956 h 41981"/>
                  <a:gd name="connsiteX1" fmla="*/ 37443 w 41981"/>
                  <a:gd name="connsiteY1" fmla="*/ 21147 h 41981"/>
                  <a:gd name="connsiteX2" fmla="*/ 37443 w 41981"/>
                  <a:gd name="connsiteY2" fmla="*/ 21147 h 41981"/>
                  <a:gd name="connsiteX3" fmla="*/ 21253 w 41981"/>
                  <a:gd name="connsiteY3" fmla="*/ 37337 h 41981"/>
                  <a:gd name="connsiteX4" fmla="*/ 5062 w 41981"/>
                  <a:gd name="connsiteY4" fmla="*/ 21147 h 41981"/>
                  <a:gd name="connsiteX5" fmla="*/ 21253 w 41981"/>
                  <a:gd name="connsiteY5" fmla="*/ 4956 h 41981"/>
                  <a:gd name="connsiteX6" fmla="*/ 21253 w 41981"/>
                  <a:gd name="connsiteY6" fmla="*/ 156 h 41981"/>
                  <a:gd name="connsiteX7" fmla="*/ 262 w 41981"/>
                  <a:gd name="connsiteY7" fmla="*/ 21147 h 41981"/>
                  <a:gd name="connsiteX8" fmla="*/ 21253 w 41981"/>
                  <a:gd name="connsiteY8" fmla="*/ 42137 h 41981"/>
                  <a:gd name="connsiteX9" fmla="*/ 42243 w 41981"/>
                  <a:gd name="connsiteY9" fmla="*/ 21147 h 41981"/>
                  <a:gd name="connsiteX10" fmla="*/ 42243 w 41981"/>
                  <a:gd name="connsiteY10" fmla="*/ 21147 h 41981"/>
                  <a:gd name="connsiteX11" fmla="*/ 21253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56"/>
                    </a:moveTo>
                    <a:cubicBezTo>
                      <a:pt x="30194" y="4956"/>
                      <a:pt x="37443" y="12205"/>
                      <a:pt x="37443" y="21147"/>
                    </a:cubicBezTo>
                    <a:lnTo>
                      <a:pt x="37443" y="21147"/>
                    </a:lnTo>
                    <a:cubicBezTo>
                      <a:pt x="37443" y="30088"/>
                      <a:pt x="30194" y="37337"/>
                      <a:pt x="21253" y="37337"/>
                    </a:cubicBezTo>
                    <a:cubicBezTo>
                      <a:pt x="12311" y="37337"/>
                      <a:pt x="5062" y="30088"/>
                      <a:pt x="5062" y="21147"/>
                    </a:cubicBezTo>
                    <a:cubicBezTo>
                      <a:pt x="5062" y="12205"/>
                      <a:pt x="12311" y="4956"/>
                      <a:pt x="21253" y="4956"/>
                    </a:cubicBezTo>
                    <a:close/>
                    <a:moveTo>
                      <a:pt x="21253" y="156"/>
                    </a:moveTo>
                    <a:cubicBezTo>
                      <a:pt x="9660" y="156"/>
                      <a:pt x="262" y="9554"/>
                      <a:pt x="262" y="21147"/>
                    </a:cubicBezTo>
                    <a:cubicBezTo>
                      <a:pt x="262" y="32739"/>
                      <a:pt x="9660" y="42137"/>
                      <a:pt x="21253" y="42137"/>
                    </a:cubicBezTo>
                    <a:cubicBezTo>
                      <a:pt x="32845" y="42137"/>
                      <a:pt x="42243" y="32739"/>
                      <a:pt x="42243" y="21147"/>
                    </a:cubicBezTo>
                    <a:lnTo>
                      <a:pt x="42243" y="21147"/>
                    </a:lnTo>
                    <a:cubicBezTo>
                      <a:pt x="42243" y="9554"/>
                      <a:pt x="32845" y="156"/>
                      <a:pt x="21253" y="156"/>
                    </a:cubicBezTo>
                    <a:close/>
                  </a:path>
                </a:pathLst>
              </a:custGeom>
              <a:solidFill>
                <a:srgbClr val="000000"/>
              </a:solidFill>
              <a:ln w="4794" cap="sq">
                <a:noFill/>
                <a:prstDash val="solid"/>
                <a:round/>
              </a:ln>
            </p:spPr>
            <p:txBody>
              <a:bodyPr rtlCol="0" anchor="ctr"/>
              <a:lstStyle/>
              <a:p>
                <a:endParaRPr lang="en-US"/>
              </a:p>
            </p:txBody>
          </p:sp>
          <p:sp>
            <p:nvSpPr>
              <p:cNvPr id="2766" name="Freeform: Shape 2765">
                <a:extLst>
                  <a:ext uri="{FF2B5EF4-FFF2-40B4-BE49-F238E27FC236}">
                    <a16:creationId xmlns:a16="http://schemas.microsoft.com/office/drawing/2014/main" id="{B5CFB5E1-0B54-C9DF-36CC-913106A861DC}"/>
                  </a:ext>
                </a:extLst>
              </p:cNvPr>
              <p:cNvSpPr/>
              <p:nvPr/>
            </p:nvSpPr>
            <p:spPr>
              <a:xfrm>
                <a:off x="7660013" y="7970953"/>
                <a:ext cx="37180" cy="37180"/>
              </a:xfrm>
              <a:custGeom>
                <a:avLst/>
                <a:gdLst>
                  <a:gd name="connsiteX0" fmla="*/ 37435 w 37180"/>
                  <a:gd name="connsiteY0" fmla="*/ 18758 h 37180"/>
                  <a:gd name="connsiteX1" fmla="*/ 18845 w 37180"/>
                  <a:gd name="connsiteY1" fmla="*/ 37349 h 37180"/>
                  <a:gd name="connsiteX2" fmla="*/ 254 w 37180"/>
                  <a:gd name="connsiteY2" fmla="*/ 18758 h 37180"/>
                  <a:gd name="connsiteX3" fmla="*/ 18845 w 37180"/>
                  <a:gd name="connsiteY3" fmla="*/ 168 h 37180"/>
                  <a:gd name="connsiteX4" fmla="*/ 37435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58"/>
                    </a:moveTo>
                    <a:cubicBezTo>
                      <a:pt x="37435" y="29026"/>
                      <a:pt x="29112" y="37349"/>
                      <a:pt x="18845" y="37349"/>
                    </a:cubicBezTo>
                    <a:cubicBezTo>
                      <a:pt x="8577" y="37349"/>
                      <a:pt x="254" y="29026"/>
                      <a:pt x="254" y="18758"/>
                    </a:cubicBezTo>
                    <a:cubicBezTo>
                      <a:pt x="254" y="8491"/>
                      <a:pt x="8577" y="168"/>
                      <a:pt x="18845" y="168"/>
                    </a:cubicBezTo>
                    <a:cubicBezTo>
                      <a:pt x="29112" y="168"/>
                      <a:pt x="37435" y="8491"/>
                      <a:pt x="37435" y="18758"/>
                    </a:cubicBezTo>
                    <a:close/>
                  </a:path>
                </a:pathLst>
              </a:custGeom>
              <a:solidFill>
                <a:srgbClr val="BCF7BC"/>
              </a:solidFill>
              <a:ln w="5753" cap="sq">
                <a:noFill/>
                <a:prstDash val="solid"/>
                <a:miter/>
              </a:ln>
            </p:spPr>
            <p:txBody>
              <a:bodyPr rtlCol="0" anchor="ctr"/>
              <a:lstStyle/>
              <a:p>
                <a:endParaRPr lang="en-US"/>
              </a:p>
            </p:txBody>
          </p:sp>
          <p:sp>
            <p:nvSpPr>
              <p:cNvPr id="2767" name="Freeform: Shape 2766">
                <a:extLst>
                  <a:ext uri="{FF2B5EF4-FFF2-40B4-BE49-F238E27FC236}">
                    <a16:creationId xmlns:a16="http://schemas.microsoft.com/office/drawing/2014/main" id="{70A9878C-7145-71D4-A190-C32E73CB8CFF}"/>
                  </a:ext>
                </a:extLst>
              </p:cNvPr>
              <p:cNvSpPr/>
              <p:nvPr/>
            </p:nvSpPr>
            <p:spPr>
              <a:xfrm>
                <a:off x="7657613" y="7968553"/>
                <a:ext cx="41981" cy="41981"/>
              </a:xfrm>
              <a:custGeom>
                <a:avLst/>
                <a:gdLst>
                  <a:gd name="connsiteX0" fmla="*/ 21245 w 41981"/>
                  <a:gd name="connsiteY0" fmla="*/ 4968 h 41981"/>
                  <a:gd name="connsiteX1" fmla="*/ 37435 w 41981"/>
                  <a:gd name="connsiteY1" fmla="*/ 21159 h 41981"/>
                  <a:gd name="connsiteX2" fmla="*/ 37435 w 41981"/>
                  <a:gd name="connsiteY2" fmla="*/ 21159 h 41981"/>
                  <a:gd name="connsiteX3" fmla="*/ 21245 w 41981"/>
                  <a:gd name="connsiteY3" fmla="*/ 37349 h 41981"/>
                  <a:gd name="connsiteX4" fmla="*/ 5055 w 41981"/>
                  <a:gd name="connsiteY4" fmla="*/ 21159 h 41981"/>
                  <a:gd name="connsiteX5" fmla="*/ 21245 w 41981"/>
                  <a:gd name="connsiteY5" fmla="*/ 4968 h 41981"/>
                  <a:gd name="connsiteX6" fmla="*/ 21245 w 41981"/>
                  <a:gd name="connsiteY6" fmla="*/ 168 h 41981"/>
                  <a:gd name="connsiteX7" fmla="*/ 254 w 41981"/>
                  <a:gd name="connsiteY7" fmla="*/ 21159 h 41981"/>
                  <a:gd name="connsiteX8" fmla="*/ 21245 w 41981"/>
                  <a:gd name="connsiteY8" fmla="*/ 42149 h 41981"/>
                  <a:gd name="connsiteX9" fmla="*/ 42235 w 41981"/>
                  <a:gd name="connsiteY9" fmla="*/ 21159 h 41981"/>
                  <a:gd name="connsiteX10" fmla="*/ 42235 w 41981"/>
                  <a:gd name="connsiteY10" fmla="*/ 21159 h 41981"/>
                  <a:gd name="connsiteX11" fmla="*/ 21245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8"/>
                    </a:moveTo>
                    <a:cubicBezTo>
                      <a:pt x="30187" y="4968"/>
                      <a:pt x="37435" y="12217"/>
                      <a:pt x="37435" y="21159"/>
                    </a:cubicBezTo>
                    <a:lnTo>
                      <a:pt x="37435" y="21159"/>
                    </a:lnTo>
                    <a:cubicBezTo>
                      <a:pt x="37435" y="30101"/>
                      <a:pt x="30187" y="37349"/>
                      <a:pt x="21245" y="37349"/>
                    </a:cubicBezTo>
                    <a:cubicBezTo>
                      <a:pt x="12303" y="37349"/>
                      <a:pt x="5055" y="30101"/>
                      <a:pt x="5055" y="21159"/>
                    </a:cubicBezTo>
                    <a:cubicBezTo>
                      <a:pt x="5055" y="12217"/>
                      <a:pt x="12303" y="4968"/>
                      <a:pt x="21245" y="4968"/>
                    </a:cubicBezTo>
                    <a:close/>
                    <a:moveTo>
                      <a:pt x="21245" y="168"/>
                    </a:moveTo>
                    <a:cubicBezTo>
                      <a:pt x="9652" y="168"/>
                      <a:pt x="254" y="9566"/>
                      <a:pt x="254" y="21159"/>
                    </a:cubicBezTo>
                    <a:cubicBezTo>
                      <a:pt x="254" y="32751"/>
                      <a:pt x="9652" y="42149"/>
                      <a:pt x="21245" y="42149"/>
                    </a:cubicBezTo>
                    <a:cubicBezTo>
                      <a:pt x="32837" y="42149"/>
                      <a:pt x="42235" y="32751"/>
                      <a:pt x="42235" y="21159"/>
                    </a:cubicBezTo>
                    <a:lnTo>
                      <a:pt x="42235" y="21159"/>
                    </a:lnTo>
                    <a:cubicBezTo>
                      <a:pt x="42235" y="9566"/>
                      <a:pt x="32837" y="168"/>
                      <a:pt x="21245" y="168"/>
                    </a:cubicBezTo>
                    <a:close/>
                  </a:path>
                </a:pathLst>
              </a:custGeom>
              <a:solidFill>
                <a:srgbClr val="000000"/>
              </a:solidFill>
              <a:ln w="4794" cap="sq">
                <a:noFill/>
                <a:prstDash val="solid"/>
                <a:round/>
              </a:ln>
            </p:spPr>
            <p:txBody>
              <a:bodyPr rtlCol="0" anchor="ctr"/>
              <a:lstStyle/>
              <a:p>
                <a:endParaRPr lang="en-US"/>
              </a:p>
            </p:txBody>
          </p:sp>
          <p:sp>
            <p:nvSpPr>
              <p:cNvPr id="2768" name="Freeform: Shape 2767">
                <a:extLst>
                  <a:ext uri="{FF2B5EF4-FFF2-40B4-BE49-F238E27FC236}">
                    <a16:creationId xmlns:a16="http://schemas.microsoft.com/office/drawing/2014/main" id="{541C488D-BD53-56BD-B5AD-6BFD1ED5DB76}"/>
                  </a:ext>
                </a:extLst>
              </p:cNvPr>
              <p:cNvSpPr/>
              <p:nvPr/>
            </p:nvSpPr>
            <p:spPr>
              <a:xfrm>
                <a:off x="7668762" y="8061281"/>
                <a:ext cx="37180" cy="37180"/>
              </a:xfrm>
              <a:custGeom>
                <a:avLst/>
                <a:gdLst>
                  <a:gd name="connsiteX0" fmla="*/ 37437 w 37180"/>
                  <a:gd name="connsiteY0" fmla="*/ 18774 h 37180"/>
                  <a:gd name="connsiteX1" fmla="*/ 18846 w 37180"/>
                  <a:gd name="connsiteY1" fmla="*/ 37365 h 37180"/>
                  <a:gd name="connsiteX2" fmla="*/ 256 w 37180"/>
                  <a:gd name="connsiteY2" fmla="*/ 18774 h 37180"/>
                  <a:gd name="connsiteX3" fmla="*/ 18846 w 37180"/>
                  <a:gd name="connsiteY3" fmla="*/ 184 h 37180"/>
                  <a:gd name="connsiteX4" fmla="*/ 37437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4"/>
                    </a:moveTo>
                    <a:cubicBezTo>
                      <a:pt x="37437" y="29041"/>
                      <a:pt x="29113" y="37365"/>
                      <a:pt x="18846" y="37365"/>
                    </a:cubicBezTo>
                    <a:cubicBezTo>
                      <a:pt x="8579" y="37365"/>
                      <a:pt x="256" y="29041"/>
                      <a:pt x="256" y="18774"/>
                    </a:cubicBezTo>
                    <a:cubicBezTo>
                      <a:pt x="256" y="8507"/>
                      <a:pt x="8579" y="184"/>
                      <a:pt x="18846" y="184"/>
                    </a:cubicBezTo>
                    <a:cubicBezTo>
                      <a:pt x="29113" y="184"/>
                      <a:pt x="37437" y="8507"/>
                      <a:pt x="37437" y="18774"/>
                    </a:cubicBezTo>
                    <a:close/>
                  </a:path>
                </a:pathLst>
              </a:custGeom>
              <a:solidFill>
                <a:srgbClr val="F7EDED"/>
              </a:solidFill>
              <a:ln w="5753" cap="sq">
                <a:noFill/>
                <a:prstDash val="solid"/>
                <a:miter/>
              </a:ln>
            </p:spPr>
            <p:txBody>
              <a:bodyPr rtlCol="0" anchor="ctr"/>
              <a:lstStyle/>
              <a:p>
                <a:endParaRPr lang="en-US"/>
              </a:p>
            </p:txBody>
          </p:sp>
          <p:sp>
            <p:nvSpPr>
              <p:cNvPr id="2769" name="Freeform: Shape 2768">
                <a:extLst>
                  <a:ext uri="{FF2B5EF4-FFF2-40B4-BE49-F238E27FC236}">
                    <a16:creationId xmlns:a16="http://schemas.microsoft.com/office/drawing/2014/main" id="{ED97FDBD-4807-C3D6-12B1-1D75E855315E}"/>
                  </a:ext>
                </a:extLst>
              </p:cNvPr>
              <p:cNvSpPr/>
              <p:nvPr/>
            </p:nvSpPr>
            <p:spPr>
              <a:xfrm>
                <a:off x="7666362" y="8058881"/>
                <a:ext cx="41981" cy="41981"/>
              </a:xfrm>
              <a:custGeom>
                <a:avLst/>
                <a:gdLst>
                  <a:gd name="connsiteX0" fmla="*/ 21246 w 41981"/>
                  <a:gd name="connsiteY0" fmla="*/ 4984 h 41981"/>
                  <a:gd name="connsiteX1" fmla="*/ 37437 w 41981"/>
                  <a:gd name="connsiteY1" fmla="*/ 21174 h 41981"/>
                  <a:gd name="connsiteX2" fmla="*/ 37437 w 41981"/>
                  <a:gd name="connsiteY2" fmla="*/ 21174 h 41981"/>
                  <a:gd name="connsiteX3" fmla="*/ 21246 w 41981"/>
                  <a:gd name="connsiteY3" fmla="*/ 37365 h 41981"/>
                  <a:gd name="connsiteX4" fmla="*/ 5056 w 41981"/>
                  <a:gd name="connsiteY4" fmla="*/ 21174 h 41981"/>
                  <a:gd name="connsiteX5" fmla="*/ 21246 w 41981"/>
                  <a:gd name="connsiteY5" fmla="*/ 4984 h 41981"/>
                  <a:gd name="connsiteX6" fmla="*/ 21246 w 41981"/>
                  <a:gd name="connsiteY6" fmla="*/ 184 h 41981"/>
                  <a:gd name="connsiteX7" fmla="*/ 256 w 41981"/>
                  <a:gd name="connsiteY7" fmla="*/ 21174 h 41981"/>
                  <a:gd name="connsiteX8" fmla="*/ 21246 w 41981"/>
                  <a:gd name="connsiteY8" fmla="*/ 42165 h 41981"/>
                  <a:gd name="connsiteX9" fmla="*/ 42237 w 41981"/>
                  <a:gd name="connsiteY9" fmla="*/ 21174 h 41981"/>
                  <a:gd name="connsiteX10" fmla="*/ 42237 w 41981"/>
                  <a:gd name="connsiteY10" fmla="*/ 21174 h 41981"/>
                  <a:gd name="connsiteX11" fmla="*/ 21246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4"/>
                    </a:moveTo>
                    <a:cubicBezTo>
                      <a:pt x="30188" y="4984"/>
                      <a:pt x="37437" y="12233"/>
                      <a:pt x="37437" y="21174"/>
                    </a:cubicBezTo>
                    <a:lnTo>
                      <a:pt x="37437" y="21174"/>
                    </a:lnTo>
                    <a:cubicBezTo>
                      <a:pt x="37437" y="30116"/>
                      <a:pt x="30188" y="37365"/>
                      <a:pt x="21246" y="37365"/>
                    </a:cubicBezTo>
                    <a:cubicBezTo>
                      <a:pt x="12304" y="37365"/>
                      <a:pt x="5056" y="30116"/>
                      <a:pt x="5056" y="21174"/>
                    </a:cubicBezTo>
                    <a:cubicBezTo>
                      <a:pt x="5056" y="12233"/>
                      <a:pt x="12304" y="4984"/>
                      <a:pt x="21246" y="4984"/>
                    </a:cubicBezTo>
                    <a:close/>
                    <a:moveTo>
                      <a:pt x="21246" y="184"/>
                    </a:moveTo>
                    <a:cubicBezTo>
                      <a:pt x="9654" y="184"/>
                      <a:pt x="256" y="9582"/>
                      <a:pt x="256" y="21174"/>
                    </a:cubicBezTo>
                    <a:cubicBezTo>
                      <a:pt x="256" y="32767"/>
                      <a:pt x="9654" y="42165"/>
                      <a:pt x="21246" y="42165"/>
                    </a:cubicBezTo>
                    <a:cubicBezTo>
                      <a:pt x="32839" y="42165"/>
                      <a:pt x="42237" y="32767"/>
                      <a:pt x="42237" y="21174"/>
                    </a:cubicBezTo>
                    <a:lnTo>
                      <a:pt x="42237" y="21174"/>
                    </a:lnTo>
                    <a:cubicBezTo>
                      <a:pt x="42237" y="9582"/>
                      <a:pt x="32839" y="184"/>
                      <a:pt x="21246" y="184"/>
                    </a:cubicBezTo>
                    <a:close/>
                  </a:path>
                </a:pathLst>
              </a:custGeom>
              <a:solidFill>
                <a:srgbClr val="000000"/>
              </a:solidFill>
              <a:ln w="4794" cap="sq">
                <a:noFill/>
                <a:prstDash val="solid"/>
                <a:round/>
              </a:ln>
            </p:spPr>
            <p:txBody>
              <a:bodyPr rtlCol="0" anchor="ctr"/>
              <a:lstStyle/>
              <a:p>
                <a:endParaRPr lang="en-US"/>
              </a:p>
            </p:txBody>
          </p:sp>
          <p:sp>
            <p:nvSpPr>
              <p:cNvPr id="2770" name="Freeform: Shape 2769">
                <a:extLst>
                  <a:ext uri="{FF2B5EF4-FFF2-40B4-BE49-F238E27FC236}">
                    <a16:creationId xmlns:a16="http://schemas.microsoft.com/office/drawing/2014/main" id="{E1ACB1C1-EC1D-98BB-57E1-C48C59A09DDB}"/>
                  </a:ext>
                </a:extLst>
              </p:cNvPr>
              <p:cNvSpPr/>
              <p:nvPr/>
            </p:nvSpPr>
            <p:spPr>
              <a:xfrm>
                <a:off x="7758768" y="7976154"/>
                <a:ext cx="37180" cy="37180"/>
              </a:xfrm>
              <a:custGeom>
                <a:avLst/>
                <a:gdLst>
                  <a:gd name="connsiteX0" fmla="*/ 37452 w 37180"/>
                  <a:gd name="connsiteY0" fmla="*/ 18759 h 37180"/>
                  <a:gd name="connsiteX1" fmla="*/ 18862 w 37180"/>
                  <a:gd name="connsiteY1" fmla="*/ 37350 h 37180"/>
                  <a:gd name="connsiteX2" fmla="*/ 271 w 37180"/>
                  <a:gd name="connsiteY2" fmla="*/ 18759 h 37180"/>
                  <a:gd name="connsiteX3" fmla="*/ 18862 w 37180"/>
                  <a:gd name="connsiteY3" fmla="*/ 169 h 37180"/>
                  <a:gd name="connsiteX4" fmla="*/ 3745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9"/>
                    </a:moveTo>
                    <a:cubicBezTo>
                      <a:pt x="37452" y="29027"/>
                      <a:pt x="29129" y="37350"/>
                      <a:pt x="18862" y="37350"/>
                    </a:cubicBezTo>
                    <a:cubicBezTo>
                      <a:pt x="8595" y="37350"/>
                      <a:pt x="271" y="29027"/>
                      <a:pt x="271" y="18759"/>
                    </a:cubicBezTo>
                    <a:cubicBezTo>
                      <a:pt x="271" y="8492"/>
                      <a:pt x="8595" y="169"/>
                      <a:pt x="18862" y="169"/>
                    </a:cubicBezTo>
                    <a:cubicBezTo>
                      <a:pt x="29129" y="169"/>
                      <a:pt x="37452" y="8492"/>
                      <a:pt x="37452" y="18759"/>
                    </a:cubicBezTo>
                    <a:close/>
                  </a:path>
                </a:pathLst>
              </a:custGeom>
              <a:solidFill>
                <a:srgbClr val="D6F7D6"/>
              </a:solidFill>
              <a:ln w="5753" cap="sq">
                <a:noFill/>
                <a:prstDash val="solid"/>
                <a:miter/>
              </a:ln>
            </p:spPr>
            <p:txBody>
              <a:bodyPr rtlCol="0" anchor="ctr"/>
              <a:lstStyle/>
              <a:p>
                <a:endParaRPr lang="en-US"/>
              </a:p>
            </p:txBody>
          </p:sp>
          <p:sp>
            <p:nvSpPr>
              <p:cNvPr id="2771" name="Freeform: Shape 2770">
                <a:extLst>
                  <a:ext uri="{FF2B5EF4-FFF2-40B4-BE49-F238E27FC236}">
                    <a16:creationId xmlns:a16="http://schemas.microsoft.com/office/drawing/2014/main" id="{3D150759-5192-9792-74A4-D721248CAFFA}"/>
                  </a:ext>
                </a:extLst>
              </p:cNvPr>
              <p:cNvSpPr/>
              <p:nvPr/>
            </p:nvSpPr>
            <p:spPr>
              <a:xfrm>
                <a:off x="7756368" y="7973754"/>
                <a:ext cx="41981" cy="41981"/>
              </a:xfrm>
              <a:custGeom>
                <a:avLst/>
                <a:gdLst>
                  <a:gd name="connsiteX0" fmla="*/ 21262 w 41981"/>
                  <a:gd name="connsiteY0" fmla="*/ 4969 h 41981"/>
                  <a:gd name="connsiteX1" fmla="*/ 37452 w 41981"/>
                  <a:gd name="connsiteY1" fmla="*/ 21160 h 41981"/>
                  <a:gd name="connsiteX2" fmla="*/ 37452 w 41981"/>
                  <a:gd name="connsiteY2" fmla="*/ 21160 h 41981"/>
                  <a:gd name="connsiteX3" fmla="*/ 21262 w 41981"/>
                  <a:gd name="connsiteY3" fmla="*/ 37350 h 41981"/>
                  <a:gd name="connsiteX4" fmla="*/ 5072 w 41981"/>
                  <a:gd name="connsiteY4" fmla="*/ 21160 h 41981"/>
                  <a:gd name="connsiteX5" fmla="*/ 21262 w 41981"/>
                  <a:gd name="connsiteY5" fmla="*/ 4969 h 41981"/>
                  <a:gd name="connsiteX6" fmla="*/ 21262 w 41981"/>
                  <a:gd name="connsiteY6" fmla="*/ 169 h 41981"/>
                  <a:gd name="connsiteX7" fmla="*/ 271 w 41981"/>
                  <a:gd name="connsiteY7" fmla="*/ 21160 h 41981"/>
                  <a:gd name="connsiteX8" fmla="*/ 21262 w 41981"/>
                  <a:gd name="connsiteY8" fmla="*/ 42150 h 41981"/>
                  <a:gd name="connsiteX9" fmla="*/ 42253 w 41981"/>
                  <a:gd name="connsiteY9" fmla="*/ 21160 h 41981"/>
                  <a:gd name="connsiteX10" fmla="*/ 42253 w 41981"/>
                  <a:gd name="connsiteY10" fmla="*/ 21160 h 41981"/>
                  <a:gd name="connsiteX11" fmla="*/ 2126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9"/>
                    </a:moveTo>
                    <a:cubicBezTo>
                      <a:pt x="30204" y="4969"/>
                      <a:pt x="37452" y="12218"/>
                      <a:pt x="37452" y="21160"/>
                    </a:cubicBezTo>
                    <a:lnTo>
                      <a:pt x="37452" y="21160"/>
                    </a:lnTo>
                    <a:cubicBezTo>
                      <a:pt x="37452" y="30101"/>
                      <a:pt x="30204" y="37350"/>
                      <a:pt x="21262" y="37350"/>
                    </a:cubicBezTo>
                    <a:cubicBezTo>
                      <a:pt x="12320" y="37350"/>
                      <a:pt x="5072" y="30101"/>
                      <a:pt x="5072" y="21160"/>
                    </a:cubicBezTo>
                    <a:cubicBezTo>
                      <a:pt x="5072" y="12218"/>
                      <a:pt x="12320" y="4969"/>
                      <a:pt x="21262" y="4969"/>
                    </a:cubicBezTo>
                    <a:close/>
                    <a:moveTo>
                      <a:pt x="21262" y="169"/>
                    </a:moveTo>
                    <a:cubicBezTo>
                      <a:pt x="9669" y="169"/>
                      <a:pt x="271" y="9567"/>
                      <a:pt x="271" y="21160"/>
                    </a:cubicBezTo>
                    <a:cubicBezTo>
                      <a:pt x="271" y="32752"/>
                      <a:pt x="9669" y="42150"/>
                      <a:pt x="21262" y="42150"/>
                    </a:cubicBezTo>
                    <a:cubicBezTo>
                      <a:pt x="32855" y="42150"/>
                      <a:pt x="42253" y="32752"/>
                      <a:pt x="42253" y="21160"/>
                    </a:cubicBezTo>
                    <a:lnTo>
                      <a:pt x="42253" y="21160"/>
                    </a:lnTo>
                    <a:cubicBezTo>
                      <a:pt x="42253" y="9567"/>
                      <a:pt x="32855" y="169"/>
                      <a:pt x="21262" y="169"/>
                    </a:cubicBezTo>
                    <a:close/>
                  </a:path>
                </a:pathLst>
              </a:custGeom>
              <a:solidFill>
                <a:srgbClr val="000000"/>
              </a:solidFill>
              <a:ln w="4794" cap="sq">
                <a:noFill/>
                <a:prstDash val="solid"/>
                <a:round/>
              </a:ln>
            </p:spPr>
            <p:txBody>
              <a:bodyPr rtlCol="0" anchor="ctr"/>
              <a:lstStyle/>
              <a:p>
                <a:endParaRPr lang="en-US"/>
              </a:p>
            </p:txBody>
          </p:sp>
          <p:sp>
            <p:nvSpPr>
              <p:cNvPr id="2772" name="Freeform: Shape 2771">
                <a:extLst>
                  <a:ext uri="{FF2B5EF4-FFF2-40B4-BE49-F238E27FC236}">
                    <a16:creationId xmlns:a16="http://schemas.microsoft.com/office/drawing/2014/main" id="{AED526A2-950D-766C-103E-927653ABDC64}"/>
                  </a:ext>
                </a:extLst>
              </p:cNvPr>
              <p:cNvSpPr/>
              <p:nvPr/>
            </p:nvSpPr>
            <p:spPr>
              <a:xfrm>
                <a:off x="7741713" y="7898187"/>
                <a:ext cx="37180" cy="37180"/>
              </a:xfrm>
              <a:custGeom>
                <a:avLst/>
                <a:gdLst>
                  <a:gd name="connsiteX0" fmla="*/ 37449 w 37180"/>
                  <a:gd name="connsiteY0" fmla="*/ 18746 h 37180"/>
                  <a:gd name="connsiteX1" fmla="*/ 18859 w 37180"/>
                  <a:gd name="connsiteY1" fmla="*/ 37336 h 37180"/>
                  <a:gd name="connsiteX2" fmla="*/ 268 w 37180"/>
                  <a:gd name="connsiteY2" fmla="*/ 18746 h 37180"/>
                  <a:gd name="connsiteX3" fmla="*/ 18859 w 37180"/>
                  <a:gd name="connsiteY3" fmla="*/ 155 h 37180"/>
                  <a:gd name="connsiteX4" fmla="*/ 37449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46"/>
                    </a:moveTo>
                    <a:cubicBezTo>
                      <a:pt x="37449" y="29013"/>
                      <a:pt x="29126" y="37336"/>
                      <a:pt x="18859" y="37336"/>
                    </a:cubicBezTo>
                    <a:cubicBezTo>
                      <a:pt x="8592" y="37336"/>
                      <a:pt x="268" y="29013"/>
                      <a:pt x="268" y="18746"/>
                    </a:cubicBezTo>
                    <a:cubicBezTo>
                      <a:pt x="268" y="8479"/>
                      <a:pt x="8592" y="155"/>
                      <a:pt x="18859" y="155"/>
                    </a:cubicBezTo>
                    <a:cubicBezTo>
                      <a:pt x="29126" y="155"/>
                      <a:pt x="37449" y="8479"/>
                      <a:pt x="37449" y="18746"/>
                    </a:cubicBezTo>
                    <a:close/>
                  </a:path>
                </a:pathLst>
              </a:custGeom>
              <a:solidFill>
                <a:srgbClr val="F7DCDC"/>
              </a:solidFill>
              <a:ln w="5753" cap="sq">
                <a:noFill/>
                <a:prstDash val="solid"/>
                <a:miter/>
              </a:ln>
            </p:spPr>
            <p:txBody>
              <a:bodyPr rtlCol="0" anchor="ctr"/>
              <a:lstStyle/>
              <a:p>
                <a:endParaRPr lang="en-US"/>
              </a:p>
            </p:txBody>
          </p:sp>
          <p:sp>
            <p:nvSpPr>
              <p:cNvPr id="2773" name="Freeform: Shape 2772">
                <a:extLst>
                  <a:ext uri="{FF2B5EF4-FFF2-40B4-BE49-F238E27FC236}">
                    <a16:creationId xmlns:a16="http://schemas.microsoft.com/office/drawing/2014/main" id="{6BC2FA27-A10D-7C09-3D1F-129E1AE6FF43}"/>
                  </a:ext>
                </a:extLst>
              </p:cNvPr>
              <p:cNvSpPr/>
              <p:nvPr/>
            </p:nvSpPr>
            <p:spPr>
              <a:xfrm>
                <a:off x="7739313" y="7895787"/>
                <a:ext cx="41981" cy="41981"/>
              </a:xfrm>
              <a:custGeom>
                <a:avLst/>
                <a:gdLst>
                  <a:gd name="connsiteX0" fmla="*/ 21259 w 41981"/>
                  <a:gd name="connsiteY0" fmla="*/ 4956 h 41981"/>
                  <a:gd name="connsiteX1" fmla="*/ 37449 w 41981"/>
                  <a:gd name="connsiteY1" fmla="*/ 21146 h 41981"/>
                  <a:gd name="connsiteX2" fmla="*/ 37449 w 41981"/>
                  <a:gd name="connsiteY2" fmla="*/ 21146 h 41981"/>
                  <a:gd name="connsiteX3" fmla="*/ 21259 w 41981"/>
                  <a:gd name="connsiteY3" fmla="*/ 37336 h 41981"/>
                  <a:gd name="connsiteX4" fmla="*/ 5069 w 41981"/>
                  <a:gd name="connsiteY4" fmla="*/ 21146 h 41981"/>
                  <a:gd name="connsiteX5" fmla="*/ 21259 w 41981"/>
                  <a:gd name="connsiteY5" fmla="*/ 4956 h 41981"/>
                  <a:gd name="connsiteX6" fmla="*/ 21259 w 41981"/>
                  <a:gd name="connsiteY6" fmla="*/ 155 h 41981"/>
                  <a:gd name="connsiteX7" fmla="*/ 268 w 41981"/>
                  <a:gd name="connsiteY7" fmla="*/ 21146 h 41981"/>
                  <a:gd name="connsiteX8" fmla="*/ 21259 w 41981"/>
                  <a:gd name="connsiteY8" fmla="*/ 42137 h 41981"/>
                  <a:gd name="connsiteX9" fmla="*/ 42250 w 41981"/>
                  <a:gd name="connsiteY9" fmla="*/ 21146 h 41981"/>
                  <a:gd name="connsiteX10" fmla="*/ 42250 w 41981"/>
                  <a:gd name="connsiteY10" fmla="*/ 21146 h 41981"/>
                  <a:gd name="connsiteX11" fmla="*/ 21259 w 41981"/>
                  <a:gd name="connsiteY11" fmla="*/ 15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56"/>
                    </a:moveTo>
                    <a:cubicBezTo>
                      <a:pt x="30201" y="4956"/>
                      <a:pt x="37449" y="12204"/>
                      <a:pt x="37449" y="21146"/>
                    </a:cubicBezTo>
                    <a:lnTo>
                      <a:pt x="37449" y="21146"/>
                    </a:lnTo>
                    <a:cubicBezTo>
                      <a:pt x="37449" y="30088"/>
                      <a:pt x="30201" y="37336"/>
                      <a:pt x="21259" y="37336"/>
                    </a:cubicBezTo>
                    <a:cubicBezTo>
                      <a:pt x="12317" y="37336"/>
                      <a:pt x="5069" y="30088"/>
                      <a:pt x="5069" y="21146"/>
                    </a:cubicBezTo>
                    <a:cubicBezTo>
                      <a:pt x="5069" y="12204"/>
                      <a:pt x="12317" y="4956"/>
                      <a:pt x="21259" y="4956"/>
                    </a:cubicBezTo>
                    <a:close/>
                    <a:moveTo>
                      <a:pt x="21259" y="155"/>
                    </a:moveTo>
                    <a:cubicBezTo>
                      <a:pt x="9666" y="155"/>
                      <a:pt x="268" y="9553"/>
                      <a:pt x="268" y="21146"/>
                    </a:cubicBezTo>
                    <a:cubicBezTo>
                      <a:pt x="268" y="32739"/>
                      <a:pt x="9666" y="42137"/>
                      <a:pt x="21259" y="42137"/>
                    </a:cubicBezTo>
                    <a:cubicBezTo>
                      <a:pt x="32852" y="42137"/>
                      <a:pt x="42250" y="32739"/>
                      <a:pt x="42250" y="21146"/>
                    </a:cubicBezTo>
                    <a:lnTo>
                      <a:pt x="42250" y="21146"/>
                    </a:lnTo>
                    <a:cubicBezTo>
                      <a:pt x="42250" y="9553"/>
                      <a:pt x="32852" y="155"/>
                      <a:pt x="21259" y="155"/>
                    </a:cubicBezTo>
                    <a:close/>
                  </a:path>
                </a:pathLst>
              </a:custGeom>
              <a:solidFill>
                <a:srgbClr val="000000"/>
              </a:solidFill>
              <a:ln w="4794" cap="sq">
                <a:noFill/>
                <a:prstDash val="solid"/>
                <a:round/>
              </a:ln>
            </p:spPr>
            <p:txBody>
              <a:bodyPr rtlCol="0" anchor="ctr"/>
              <a:lstStyle/>
              <a:p>
                <a:endParaRPr lang="en-US"/>
              </a:p>
            </p:txBody>
          </p:sp>
          <p:sp>
            <p:nvSpPr>
              <p:cNvPr id="2774" name="Freeform: Shape 2773">
                <a:extLst>
                  <a:ext uri="{FF2B5EF4-FFF2-40B4-BE49-F238E27FC236}">
                    <a16:creationId xmlns:a16="http://schemas.microsoft.com/office/drawing/2014/main" id="{D14E6ECD-D664-4B8D-628F-27D7F73E8405}"/>
                  </a:ext>
                </a:extLst>
              </p:cNvPr>
              <p:cNvSpPr/>
              <p:nvPr/>
            </p:nvSpPr>
            <p:spPr>
              <a:xfrm>
                <a:off x="7638828" y="8098445"/>
                <a:ext cx="37180" cy="37180"/>
              </a:xfrm>
              <a:custGeom>
                <a:avLst/>
                <a:gdLst>
                  <a:gd name="connsiteX0" fmla="*/ 37431 w 37180"/>
                  <a:gd name="connsiteY0" fmla="*/ 18781 h 37180"/>
                  <a:gd name="connsiteX1" fmla="*/ 18841 w 37180"/>
                  <a:gd name="connsiteY1" fmla="*/ 37371 h 37180"/>
                  <a:gd name="connsiteX2" fmla="*/ 251 w 37180"/>
                  <a:gd name="connsiteY2" fmla="*/ 18781 h 37180"/>
                  <a:gd name="connsiteX3" fmla="*/ 18841 w 37180"/>
                  <a:gd name="connsiteY3" fmla="*/ 190 h 37180"/>
                  <a:gd name="connsiteX4" fmla="*/ 37431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81"/>
                    </a:moveTo>
                    <a:cubicBezTo>
                      <a:pt x="37431" y="29048"/>
                      <a:pt x="29108" y="37371"/>
                      <a:pt x="18841" y="37371"/>
                    </a:cubicBezTo>
                    <a:cubicBezTo>
                      <a:pt x="8574" y="37371"/>
                      <a:pt x="251" y="29048"/>
                      <a:pt x="251" y="18781"/>
                    </a:cubicBezTo>
                    <a:cubicBezTo>
                      <a:pt x="251" y="8513"/>
                      <a:pt x="8574" y="190"/>
                      <a:pt x="18841" y="190"/>
                    </a:cubicBezTo>
                    <a:cubicBezTo>
                      <a:pt x="29108" y="190"/>
                      <a:pt x="37431" y="8513"/>
                      <a:pt x="37431" y="18781"/>
                    </a:cubicBezTo>
                    <a:close/>
                  </a:path>
                </a:pathLst>
              </a:custGeom>
              <a:solidFill>
                <a:srgbClr val="F7EFEF"/>
              </a:solidFill>
              <a:ln w="5753" cap="sq">
                <a:noFill/>
                <a:prstDash val="solid"/>
                <a:miter/>
              </a:ln>
            </p:spPr>
            <p:txBody>
              <a:bodyPr rtlCol="0" anchor="ctr"/>
              <a:lstStyle/>
              <a:p>
                <a:endParaRPr lang="en-US"/>
              </a:p>
            </p:txBody>
          </p:sp>
          <p:sp>
            <p:nvSpPr>
              <p:cNvPr id="2775" name="Freeform: Shape 2774">
                <a:extLst>
                  <a:ext uri="{FF2B5EF4-FFF2-40B4-BE49-F238E27FC236}">
                    <a16:creationId xmlns:a16="http://schemas.microsoft.com/office/drawing/2014/main" id="{B760DF7E-505B-6CB6-75E7-5155E4CB054C}"/>
                  </a:ext>
                </a:extLst>
              </p:cNvPr>
              <p:cNvSpPr/>
              <p:nvPr/>
            </p:nvSpPr>
            <p:spPr>
              <a:xfrm>
                <a:off x="7636428" y="8096044"/>
                <a:ext cx="41981" cy="41981"/>
              </a:xfrm>
              <a:custGeom>
                <a:avLst/>
                <a:gdLst>
                  <a:gd name="connsiteX0" fmla="*/ 21241 w 41981"/>
                  <a:gd name="connsiteY0" fmla="*/ 4991 h 41981"/>
                  <a:gd name="connsiteX1" fmla="*/ 37431 w 41981"/>
                  <a:gd name="connsiteY1" fmla="*/ 21181 h 41981"/>
                  <a:gd name="connsiteX2" fmla="*/ 37431 w 41981"/>
                  <a:gd name="connsiteY2" fmla="*/ 21181 h 41981"/>
                  <a:gd name="connsiteX3" fmla="*/ 21241 w 41981"/>
                  <a:gd name="connsiteY3" fmla="*/ 37371 h 41981"/>
                  <a:gd name="connsiteX4" fmla="*/ 5051 w 41981"/>
                  <a:gd name="connsiteY4" fmla="*/ 21181 h 41981"/>
                  <a:gd name="connsiteX5" fmla="*/ 21241 w 41981"/>
                  <a:gd name="connsiteY5" fmla="*/ 4991 h 41981"/>
                  <a:gd name="connsiteX6" fmla="*/ 21241 w 41981"/>
                  <a:gd name="connsiteY6" fmla="*/ 190 h 41981"/>
                  <a:gd name="connsiteX7" fmla="*/ 251 w 41981"/>
                  <a:gd name="connsiteY7" fmla="*/ 21181 h 41981"/>
                  <a:gd name="connsiteX8" fmla="*/ 21241 w 41981"/>
                  <a:gd name="connsiteY8" fmla="*/ 42171 h 41981"/>
                  <a:gd name="connsiteX9" fmla="*/ 42232 w 41981"/>
                  <a:gd name="connsiteY9" fmla="*/ 21181 h 41981"/>
                  <a:gd name="connsiteX10" fmla="*/ 42232 w 41981"/>
                  <a:gd name="connsiteY10" fmla="*/ 21181 h 41981"/>
                  <a:gd name="connsiteX11" fmla="*/ 21241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91"/>
                    </a:moveTo>
                    <a:cubicBezTo>
                      <a:pt x="30183" y="4991"/>
                      <a:pt x="37431" y="12239"/>
                      <a:pt x="37431" y="21181"/>
                    </a:cubicBezTo>
                    <a:lnTo>
                      <a:pt x="37431" y="21181"/>
                    </a:lnTo>
                    <a:cubicBezTo>
                      <a:pt x="37431" y="30123"/>
                      <a:pt x="30183" y="37371"/>
                      <a:pt x="21241" y="37371"/>
                    </a:cubicBezTo>
                    <a:cubicBezTo>
                      <a:pt x="12299" y="37371"/>
                      <a:pt x="5051" y="30123"/>
                      <a:pt x="5051" y="21181"/>
                    </a:cubicBezTo>
                    <a:cubicBezTo>
                      <a:pt x="5051" y="12239"/>
                      <a:pt x="12299" y="4991"/>
                      <a:pt x="21241" y="4991"/>
                    </a:cubicBezTo>
                    <a:close/>
                    <a:moveTo>
                      <a:pt x="21241" y="190"/>
                    </a:moveTo>
                    <a:cubicBezTo>
                      <a:pt x="9649" y="190"/>
                      <a:pt x="251" y="9588"/>
                      <a:pt x="251" y="21181"/>
                    </a:cubicBezTo>
                    <a:cubicBezTo>
                      <a:pt x="251" y="32773"/>
                      <a:pt x="9649" y="42171"/>
                      <a:pt x="21241" y="42171"/>
                    </a:cubicBezTo>
                    <a:cubicBezTo>
                      <a:pt x="32834" y="42171"/>
                      <a:pt x="42232" y="32773"/>
                      <a:pt x="42232" y="21181"/>
                    </a:cubicBezTo>
                    <a:lnTo>
                      <a:pt x="42232" y="21181"/>
                    </a:lnTo>
                    <a:cubicBezTo>
                      <a:pt x="42232" y="9588"/>
                      <a:pt x="32834" y="190"/>
                      <a:pt x="21241" y="190"/>
                    </a:cubicBezTo>
                    <a:close/>
                  </a:path>
                </a:pathLst>
              </a:custGeom>
              <a:solidFill>
                <a:srgbClr val="000000"/>
              </a:solidFill>
              <a:ln w="4794" cap="sq">
                <a:noFill/>
                <a:prstDash val="solid"/>
                <a:round/>
              </a:ln>
            </p:spPr>
            <p:txBody>
              <a:bodyPr rtlCol="0" anchor="ctr"/>
              <a:lstStyle/>
              <a:p>
                <a:endParaRPr lang="en-US"/>
              </a:p>
            </p:txBody>
          </p:sp>
          <p:sp>
            <p:nvSpPr>
              <p:cNvPr id="2776" name="Freeform: Shape 2775">
                <a:extLst>
                  <a:ext uri="{FF2B5EF4-FFF2-40B4-BE49-F238E27FC236}">
                    <a16:creationId xmlns:a16="http://schemas.microsoft.com/office/drawing/2014/main" id="{7B85C17F-D38B-2D6A-A025-0E5432B5B13C}"/>
                  </a:ext>
                </a:extLst>
              </p:cNvPr>
              <p:cNvSpPr/>
              <p:nvPr/>
            </p:nvSpPr>
            <p:spPr>
              <a:xfrm>
                <a:off x="7614515" y="8003232"/>
                <a:ext cx="37180" cy="37180"/>
              </a:xfrm>
              <a:custGeom>
                <a:avLst/>
                <a:gdLst>
                  <a:gd name="connsiteX0" fmla="*/ 37427 w 37180"/>
                  <a:gd name="connsiteY0" fmla="*/ 18764 h 37180"/>
                  <a:gd name="connsiteX1" fmla="*/ 18837 w 37180"/>
                  <a:gd name="connsiteY1" fmla="*/ 37354 h 37180"/>
                  <a:gd name="connsiteX2" fmla="*/ 246 w 37180"/>
                  <a:gd name="connsiteY2" fmla="*/ 18764 h 37180"/>
                  <a:gd name="connsiteX3" fmla="*/ 18837 w 37180"/>
                  <a:gd name="connsiteY3" fmla="*/ 174 h 37180"/>
                  <a:gd name="connsiteX4" fmla="*/ 37427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4"/>
                    </a:moveTo>
                    <a:cubicBezTo>
                      <a:pt x="37427" y="29031"/>
                      <a:pt x="29104" y="37354"/>
                      <a:pt x="18837" y="37354"/>
                    </a:cubicBezTo>
                    <a:cubicBezTo>
                      <a:pt x="8569" y="37354"/>
                      <a:pt x="246" y="29031"/>
                      <a:pt x="246" y="18764"/>
                    </a:cubicBezTo>
                    <a:cubicBezTo>
                      <a:pt x="246" y="8497"/>
                      <a:pt x="8569" y="174"/>
                      <a:pt x="18837" y="174"/>
                    </a:cubicBezTo>
                    <a:cubicBezTo>
                      <a:pt x="29104" y="174"/>
                      <a:pt x="37427" y="8497"/>
                      <a:pt x="37427" y="18764"/>
                    </a:cubicBezTo>
                    <a:close/>
                  </a:path>
                </a:pathLst>
              </a:custGeom>
              <a:solidFill>
                <a:srgbClr val="F7F6F6"/>
              </a:solidFill>
              <a:ln w="5753" cap="sq">
                <a:noFill/>
                <a:prstDash val="solid"/>
                <a:miter/>
              </a:ln>
            </p:spPr>
            <p:txBody>
              <a:bodyPr rtlCol="0" anchor="ctr"/>
              <a:lstStyle/>
              <a:p>
                <a:endParaRPr lang="en-US"/>
              </a:p>
            </p:txBody>
          </p:sp>
          <p:sp>
            <p:nvSpPr>
              <p:cNvPr id="2777" name="Freeform: Shape 2776">
                <a:extLst>
                  <a:ext uri="{FF2B5EF4-FFF2-40B4-BE49-F238E27FC236}">
                    <a16:creationId xmlns:a16="http://schemas.microsoft.com/office/drawing/2014/main" id="{E5A1BEC7-123A-EA7E-4AF4-BB188C7E5D23}"/>
                  </a:ext>
                </a:extLst>
              </p:cNvPr>
              <p:cNvSpPr/>
              <p:nvPr/>
            </p:nvSpPr>
            <p:spPr>
              <a:xfrm>
                <a:off x="7612115" y="8000832"/>
                <a:ext cx="41981" cy="41981"/>
              </a:xfrm>
              <a:custGeom>
                <a:avLst/>
                <a:gdLst>
                  <a:gd name="connsiteX0" fmla="*/ 21237 w 41981"/>
                  <a:gd name="connsiteY0" fmla="*/ 4974 h 41981"/>
                  <a:gd name="connsiteX1" fmla="*/ 37427 w 41981"/>
                  <a:gd name="connsiteY1" fmla="*/ 21164 h 41981"/>
                  <a:gd name="connsiteX2" fmla="*/ 37427 w 41981"/>
                  <a:gd name="connsiteY2" fmla="*/ 21164 h 41981"/>
                  <a:gd name="connsiteX3" fmla="*/ 21237 w 41981"/>
                  <a:gd name="connsiteY3" fmla="*/ 37354 h 41981"/>
                  <a:gd name="connsiteX4" fmla="*/ 5047 w 41981"/>
                  <a:gd name="connsiteY4" fmla="*/ 21164 h 41981"/>
                  <a:gd name="connsiteX5" fmla="*/ 21237 w 41981"/>
                  <a:gd name="connsiteY5" fmla="*/ 4974 h 41981"/>
                  <a:gd name="connsiteX6" fmla="*/ 21237 w 41981"/>
                  <a:gd name="connsiteY6" fmla="*/ 174 h 41981"/>
                  <a:gd name="connsiteX7" fmla="*/ 246 w 41981"/>
                  <a:gd name="connsiteY7" fmla="*/ 21164 h 41981"/>
                  <a:gd name="connsiteX8" fmla="*/ 21237 w 41981"/>
                  <a:gd name="connsiteY8" fmla="*/ 42155 h 41981"/>
                  <a:gd name="connsiteX9" fmla="*/ 42227 w 41981"/>
                  <a:gd name="connsiteY9" fmla="*/ 21164 h 41981"/>
                  <a:gd name="connsiteX10" fmla="*/ 42227 w 41981"/>
                  <a:gd name="connsiteY10" fmla="*/ 21164 h 41981"/>
                  <a:gd name="connsiteX11" fmla="*/ 2123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74"/>
                    </a:moveTo>
                    <a:cubicBezTo>
                      <a:pt x="30179" y="4974"/>
                      <a:pt x="37427" y="12222"/>
                      <a:pt x="37427" y="21164"/>
                    </a:cubicBezTo>
                    <a:lnTo>
                      <a:pt x="37427" y="21164"/>
                    </a:lnTo>
                    <a:cubicBezTo>
                      <a:pt x="37427" y="30106"/>
                      <a:pt x="30179" y="37354"/>
                      <a:pt x="21237" y="37354"/>
                    </a:cubicBezTo>
                    <a:cubicBezTo>
                      <a:pt x="12295" y="37354"/>
                      <a:pt x="5047" y="30106"/>
                      <a:pt x="5047" y="21164"/>
                    </a:cubicBezTo>
                    <a:cubicBezTo>
                      <a:pt x="5047" y="12222"/>
                      <a:pt x="12295" y="4974"/>
                      <a:pt x="21237" y="4974"/>
                    </a:cubicBezTo>
                    <a:close/>
                    <a:moveTo>
                      <a:pt x="21237" y="174"/>
                    </a:moveTo>
                    <a:cubicBezTo>
                      <a:pt x="9644" y="174"/>
                      <a:pt x="246" y="9572"/>
                      <a:pt x="246" y="21164"/>
                    </a:cubicBezTo>
                    <a:cubicBezTo>
                      <a:pt x="246" y="32757"/>
                      <a:pt x="9644" y="42155"/>
                      <a:pt x="21237" y="42155"/>
                    </a:cubicBezTo>
                    <a:cubicBezTo>
                      <a:pt x="32829" y="42155"/>
                      <a:pt x="42227" y="32757"/>
                      <a:pt x="42227" y="21164"/>
                    </a:cubicBezTo>
                    <a:lnTo>
                      <a:pt x="42227" y="21164"/>
                    </a:lnTo>
                    <a:cubicBezTo>
                      <a:pt x="42227" y="9572"/>
                      <a:pt x="32829" y="174"/>
                      <a:pt x="21237" y="174"/>
                    </a:cubicBezTo>
                    <a:close/>
                  </a:path>
                </a:pathLst>
              </a:custGeom>
              <a:solidFill>
                <a:srgbClr val="000000"/>
              </a:solidFill>
              <a:ln w="4794" cap="sq">
                <a:noFill/>
                <a:prstDash val="solid"/>
                <a:round/>
              </a:ln>
            </p:spPr>
            <p:txBody>
              <a:bodyPr rtlCol="0" anchor="ctr"/>
              <a:lstStyle/>
              <a:p>
                <a:endParaRPr lang="en-US"/>
              </a:p>
            </p:txBody>
          </p:sp>
          <p:sp>
            <p:nvSpPr>
              <p:cNvPr id="2778" name="Freeform: Shape 2777">
                <a:extLst>
                  <a:ext uri="{FF2B5EF4-FFF2-40B4-BE49-F238E27FC236}">
                    <a16:creationId xmlns:a16="http://schemas.microsoft.com/office/drawing/2014/main" id="{5C37811F-C7BB-B218-7223-C3A3A0DA53C5}"/>
                  </a:ext>
                </a:extLst>
              </p:cNvPr>
              <p:cNvSpPr/>
              <p:nvPr/>
            </p:nvSpPr>
            <p:spPr>
              <a:xfrm>
                <a:off x="7635977" y="8050159"/>
                <a:ext cx="37180" cy="37180"/>
              </a:xfrm>
              <a:custGeom>
                <a:avLst/>
                <a:gdLst>
                  <a:gd name="connsiteX0" fmla="*/ 37431 w 37180"/>
                  <a:gd name="connsiteY0" fmla="*/ 18772 h 37180"/>
                  <a:gd name="connsiteX1" fmla="*/ 18840 w 37180"/>
                  <a:gd name="connsiteY1" fmla="*/ 37363 h 37180"/>
                  <a:gd name="connsiteX2" fmla="*/ 250 w 37180"/>
                  <a:gd name="connsiteY2" fmla="*/ 18772 h 37180"/>
                  <a:gd name="connsiteX3" fmla="*/ 18840 w 37180"/>
                  <a:gd name="connsiteY3" fmla="*/ 182 h 37180"/>
                  <a:gd name="connsiteX4" fmla="*/ 37431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2"/>
                    </a:moveTo>
                    <a:cubicBezTo>
                      <a:pt x="37431" y="29039"/>
                      <a:pt x="29108" y="37363"/>
                      <a:pt x="18840" y="37363"/>
                    </a:cubicBezTo>
                    <a:cubicBezTo>
                      <a:pt x="8573" y="37363"/>
                      <a:pt x="250" y="29039"/>
                      <a:pt x="250" y="18772"/>
                    </a:cubicBezTo>
                    <a:cubicBezTo>
                      <a:pt x="250" y="8505"/>
                      <a:pt x="8573" y="182"/>
                      <a:pt x="18840" y="182"/>
                    </a:cubicBezTo>
                    <a:cubicBezTo>
                      <a:pt x="29108" y="182"/>
                      <a:pt x="37431" y="8505"/>
                      <a:pt x="37431" y="18772"/>
                    </a:cubicBezTo>
                    <a:close/>
                  </a:path>
                </a:pathLst>
              </a:custGeom>
              <a:solidFill>
                <a:srgbClr val="F7F2F2"/>
              </a:solidFill>
              <a:ln w="5753" cap="sq">
                <a:noFill/>
                <a:prstDash val="solid"/>
                <a:miter/>
              </a:ln>
            </p:spPr>
            <p:txBody>
              <a:bodyPr rtlCol="0" anchor="ctr"/>
              <a:lstStyle/>
              <a:p>
                <a:endParaRPr lang="en-US"/>
              </a:p>
            </p:txBody>
          </p:sp>
          <p:sp>
            <p:nvSpPr>
              <p:cNvPr id="2779" name="Freeform: Shape 2778">
                <a:extLst>
                  <a:ext uri="{FF2B5EF4-FFF2-40B4-BE49-F238E27FC236}">
                    <a16:creationId xmlns:a16="http://schemas.microsoft.com/office/drawing/2014/main" id="{E48A9B3F-2282-BE3F-A521-F1804A98EA60}"/>
                  </a:ext>
                </a:extLst>
              </p:cNvPr>
              <p:cNvSpPr/>
              <p:nvPr/>
            </p:nvSpPr>
            <p:spPr>
              <a:xfrm>
                <a:off x="7633576" y="8047758"/>
                <a:ext cx="41981" cy="41981"/>
              </a:xfrm>
              <a:custGeom>
                <a:avLst/>
                <a:gdLst>
                  <a:gd name="connsiteX0" fmla="*/ 21241 w 41981"/>
                  <a:gd name="connsiteY0" fmla="*/ 4982 h 41981"/>
                  <a:gd name="connsiteX1" fmla="*/ 37431 w 41981"/>
                  <a:gd name="connsiteY1" fmla="*/ 21172 h 41981"/>
                  <a:gd name="connsiteX2" fmla="*/ 37431 w 41981"/>
                  <a:gd name="connsiteY2" fmla="*/ 21172 h 41981"/>
                  <a:gd name="connsiteX3" fmla="*/ 21241 w 41981"/>
                  <a:gd name="connsiteY3" fmla="*/ 37363 h 41981"/>
                  <a:gd name="connsiteX4" fmla="*/ 5050 w 41981"/>
                  <a:gd name="connsiteY4" fmla="*/ 21172 h 41981"/>
                  <a:gd name="connsiteX5" fmla="*/ 21241 w 41981"/>
                  <a:gd name="connsiteY5" fmla="*/ 4982 h 41981"/>
                  <a:gd name="connsiteX6" fmla="*/ 21241 w 41981"/>
                  <a:gd name="connsiteY6" fmla="*/ 182 h 41981"/>
                  <a:gd name="connsiteX7" fmla="*/ 250 w 41981"/>
                  <a:gd name="connsiteY7" fmla="*/ 21172 h 41981"/>
                  <a:gd name="connsiteX8" fmla="*/ 21241 w 41981"/>
                  <a:gd name="connsiteY8" fmla="*/ 42163 h 41981"/>
                  <a:gd name="connsiteX9" fmla="*/ 42231 w 41981"/>
                  <a:gd name="connsiteY9" fmla="*/ 21172 h 41981"/>
                  <a:gd name="connsiteX10" fmla="*/ 42231 w 41981"/>
                  <a:gd name="connsiteY10" fmla="*/ 21172 h 41981"/>
                  <a:gd name="connsiteX11" fmla="*/ 21241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2"/>
                    </a:moveTo>
                    <a:cubicBezTo>
                      <a:pt x="30182" y="4982"/>
                      <a:pt x="37431" y="12231"/>
                      <a:pt x="37431" y="21172"/>
                    </a:cubicBezTo>
                    <a:lnTo>
                      <a:pt x="37431" y="21172"/>
                    </a:lnTo>
                    <a:cubicBezTo>
                      <a:pt x="37431" y="30114"/>
                      <a:pt x="30182" y="37363"/>
                      <a:pt x="21241" y="37363"/>
                    </a:cubicBezTo>
                    <a:cubicBezTo>
                      <a:pt x="12299" y="37363"/>
                      <a:pt x="5050" y="30114"/>
                      <a:pt x="5050" y="21172"/>
                    </a:cubicBezTo>
                    <a:cubicBezTo>
                      <a:pt x="5050" y="12231"/>
                      <a:pt x="12299" y="4982"/>
                      <a:pt x="21241" y="4982"/>
                    </a:cubicBezTo>
                    <a:close/>
                    <a:moveTo>
                      <a:pt x="21241" y="182"/>
                    </a:moveTo>
                    <a:cubicBezTo>
                      <a:pt x="9648" y="182"/>
                      <a:pt x="250" y="9580"/>
                      <a:pt x="250" y="21172"/>
                    </a:cubicBezTo>
                    <a:cubicBezTo>
                      <a:pt x="250" y="32765"/>
                      <a:pt x="9648" y="42163"/>
                      <a:pt x="21241" y="42163"/>
                    </a:cubicBezTo>
                    <a:cubicBezTo>
                      <a:pt x="32833" y="42163"/>
                      <a:pt x="42231" y="32765"/>
                      <a:pt x="42231" y="21172"/>
                    </a:cubicBezTo>
                    <a:lnTo>
                      <a:pt x="42231" y="21172"/>
                    </a:lnTo>
                    <a:cubicBezTo>
                      <a:pt x="42231" y="9580"/>
                      <a:pt x="32833" y="182"/>
                      <a:pt x="21241" y="182"/>
                    </a:cubicBezTo>
                    <a:close/>
                  </a:path>
                </a:pathLst>
              </a:custGeom>
              <a:solidFill>
                <a:srgbClr val="000000"/>
              </a:solidFill>
              <a:ln w="4794" cap="sq">
                <a:noFill/>
                <a:prstDash val="solid"/>
                <a:round/>
              </a:ln>
            </p:spPr>
            <p:txBody>
              <a:bodyPr rtlCol="0" anchor="ctr"/>
              <a:lstStyle/>
              <a:p>
                <a:endParaRPr lang="en-US"/>
              </a:p>
            </p:txBody>
          </p:sp>
          <p:sp>
            <p:nvSpPr>
              <p:cNvPr id="2780" name="Freeform: Shape 2779">
                <a:extLst>
                  <a:ext uri="{FF2B5EF4-FFF2-40B4-BE49-F238E27FC236}">
                    <a16:creationId xmlns:a16="http://schemas.microsoft.com/office/drawing/2014/main" id="{BCB4ED80-CA39-EC48-E029-C27CBE4B84C6}"/>
                  </a:ext>
                </a:extLst>
              </p:cNvPr>
              <p:cNvSpPr/>
              <p:nvPr/>
            </p:nvSpPr>
            <p:spPr>
              <a:xfrm>
                <a:off x="7641184" y="7948379"/>
                <a:ext cx="37180" cy="37180"/>
              </a:xfrm>
              <a:custGeom>
                <a:avLst/>
                <a:gdLst>
                  <a:gd name="connsiteX0" fmla="*/ 37432 w 37180"/>
                  <a:gd name="connsiteY0" fmla="*/ 18755 h 37180"/>
                  <a:gd name="connsiteX1" fmla="*/ 18841 w 37180"/>
                  <a:gd name="connsiteY1" fmla="*/ 37345 h 37180"/>
                  <a:gd name="connsiteX2" fmla="*/ 251 w 37180"/>
                  <a:gd name="connsiteY2" fmla="*/ 18755 h 37180"/>
                  <a:gd name="connsiteX3" fmla="*/ 18841 w 37180"/>
                  <a:gd name="connsiteY3" fmla="*/ 164 h 37180"/>
                  <a:gd name="connsiteX4" fmla="*/ 37432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55"/>
                    </a:moveTo>
                    <a:cubicBezTo>
                      <a:pt x="37432" y="29022"/>
                      <a:pt x="29109" y="37345"/>
                      <a:pt x="18841" y="37345"/>
                    </a:cubicBezTo>
                    <a:cubicBezTo>
                      <a:pt x="8574" y="37345"/>
                      <a:pt x="251" y="29022"/>
                      <a:pt x="251" y="18755"/>
                    </a:cubicBezTo>
                    <a:cubicBezTo>
                      <a:pt x="251" y="8487"/>
                      <a:pt x="8574" y="164"/>
                      <a:pt x="18841" y="164"/>
                    </a:cubicBezTo>
                    <a:cubicBezTo>
                      <a:pt x="29109" y="164"/>
                      <a:pt x="37432" y="8487"/>
                      <a:pt x="37432" y="18755"/>
                    </a:cubicBezTo>
                    <a:close/>
                  </a:path>
                </a:pathLst>
              </a:custGeom>
              <a:solidFill>
                <a:srgbClr val="E8F7E8"/>
              </a:solidFill>
              <a:ln w="5753" cap="sq">
                <a:noFill/>
                <a:prstDash val="solid"/>
                <a:miter/>
              </a:ln>
            </p:spPr>
            <p:txBody>
              <a:bodyPr rtlCol="0" anchor="ctr"/>
              <a:lstStyle/>
              <a:p>
                <a:endParaRPr lang="en-US"/>
              </a:p>
            </p:txBody>
          </p:sp>
          <p:sp>
            <p:nvSpPr>
              <p:cNvPr id="2781" name="Freeform: Shape 2780">
                <a:extLst>
                  <a:ext uri="{FF2B5EF4-FFF2-40B4-BE49-F238E27FC236}">
                    <a16:creationId xmlns:a16="http://schemas.microsoft.com/office/drawing/2014/main" id="{4E17D2AC-C69B-C06C-FEE0-B8D90E8D8EB2}"/>
                  </a:ext>
                </a:extLst>
              </p:cNvPr>
              <p:cNvSpPr/>
              <p:nvPr/>
            </p:nvSpPr>
            <p:spPr>
              <a:xfrm>
                <a:off x="7638783" y="7945979"/>
                <a:ext cx="41981" cy="41981"/>
              </a:xfrm>
              <a:custGeom>
                <a:avLst/>
                <a:gdLst>
                  <a:gd name="connsiteX0" fmla="*/ 21242 w 41981"/>
                  <a:gd name="connsiteY0" fmla="*/ 4965 h 41981"/>
                  <a:gd name="connsiteX1" fmla="*/ 37432 w 41981"/>
                  <a:gd name="connsiteY1" fmla="*/ 21155 h 41981"/>
                  <a:gd name="connsiteX2" fmla="*/ 37432 w 41981"/>
                  <a:gd name="connsiteY2" fmla="*/ 21155 h 41981"/>
                  <a:gd name="connsiteX3" fmla="*/ 21242 w 41981"/>
                  <a:gd name="connsiteY3" fmla="*/ 37345 h 41981"/>
                  <a:gd name="connsiteX4" fmla="*/ 5051 w 41981"/>
                  <a:gd name="connsiteY4" fmla="*/ 21155 h 41981"/>
                  <a:gd name="connsiteX5" fmla="*/ 21242 w 41981"/>
                  <a:gd name="connsiteY5" fmla="*/ 4965 h 41981"/>
                  <a:gd name="connsiteX6" fmla="*/ 21242 w 41981"/>
                  <a:gd name="connsiteY6" fmla="*/ 164 h 41981"/>
                  <a:gd name="connsiteX7" fmla="*/ 251 w 41981"/>
                  <a:gd name="connsiteY7" fmla="*/ 21155 h 41981"/>
                  <a:gd name="connsiteX8" fmla="*/ 21242 w 41981"/>
                  <a:gd name="connsiteY8" fmla="*/ 42145 h 41981"/>
                  <a:gd name="connsiteX9" fmla="*/ 42232 w 41981"/>
                  <a:gd name="connsiteY9" fmla="*/ 21155 h 41981"/>
                  <a:gd name="connsiteX10" fmla="*/ 42232 w 41981"/>
                  <a:gd name="connsiteY10" fmla="*/ 21155 h 41981"/>
                  <a:gd name="connsiteX11" fmla="*/ 21242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65"/>
                    </a:moveTo>
                    <a:cubicBezTo>
                      <a:pt x="30183" y="4965"/>
                      <a:pt x="37432" y="12213"/>
                      <a:pt x="37432" y="21155"/>
                    </a:cubicBezTo>
                    <a:lnTo>
                      <a:pt x="37432" y="21155"/>
                    </a:lnTo>
                    <a:cubicBezTo>
                      <a:pt x="37432" y="30097"/>
                      <a:pt x="30183" y="37345"/>
                      <a:pt x="21242" y="37345"/>
                    </a:cubicBezTo>
                    <a:cubicBezTo>
                      <a:pt x="12300" y="37345"/>
                      <a:pt x="5051" y="30097"/>
                      <a:pt x="5051" y="21155"/>
                    </a:cubicBezTo>
                    <a:cubicBezTo>
                      <a:pt x="5051" y="12213"/>
                      <a:pt x="12300" y="4965"/>
                      <a:pt x="21242" y="4965"/>
                    </a:cubicBezTo>
                    <a:close/>
                    <a:moveTo>
                      <a:pt x="21242" y="164"/>
                    </a:moveTo>
                    <a:cubicBezTo>
                      <a:pt x="9649" y="164"/>
                      <a:pt x="251" y="9562"/>
                      <a:pt x="251" y="21155"/>
                    </a:cubicBezTo>
                    <a:cubicBezTo>
                      <a:pt x="251" y="32747"/>
                      <a:pt x="9649" y="42145"/>
                      <a:pt x="21242" y="42145"/>
                    </a:cubicBezTo>
                    <a:cubicBezTo>
                      <a:pt x="32834" y="42145"/>
                      <a:pt x="42232" y="32747"/>
                      <a:pt x="42232" y="21155"/>
                    </a:cubicBezTo>
                    <a:lnTo>
                      <a:pt x="42232" y="21155"/>
                    </a:lnTo>
                    <a:cubicBezTo>
                      <a:pt x="42232" y="9562"/>
                      <a:pt x="32834" y="164"/>
                      <a:pt x="21242" y="164"/>
                    </a:cubicBezTo>
                    <a:close/>
                  </a:path>
                </a:pathLst>
              </a:custGeom>
              <a:solidFill>
                <a:srgbClr val="000000"/>
              </a:solidFill>
              <a:ln w="4794" cap="sq">
                <a:noFill/>
                <a:prstDash val="solid"/>
                <a:round/>
              </a:ln>
            </p:spPr>
            <p:txBody>
              <a:bodyPr rtlCol="0" anchor="ctr"/>
              <a:lstStyle/>
              <a:p>
                <a:endParaRPr lang="en-US"/>
              </a:p>
            </p:txBody>
          </p:sp>
          <p:sp>
            <p:nvSpPr>
              <p:cNvPr id="2782" name="Freeform: Shape 2781">
                <a:extLst>
                  <a:ext uri="{FF2B5EF4-FFF2-40B4-BE49-F238E27FC236}">
                    <a16:creationId xmlns:a16="http://schemas.microsoft.com/office/drawing/2014/main" id="{84818800-6D6B-406B-F408-3608C9389955}"/>
                  </a:ext>
                </a:extLst>
              </p:cNvPr>
              <p:cNvSpPr/>
              <p:nvPr/>
            </p:nvSpPr>
            <p:spPr>
              <a:xfrm>
                <a:off x="7675248" y="7949387"/>
                <a:ext cx="37180" cy="37180"/>
              </a:xfrm>
              <a:custGeom>
                <a:avLst/>
                <a:gdLst>
                  <a:gd name="connsiteX0" fmla="*/ 37438 w 37180"/>
                  <a:gd name="connsiteY0" fmla="*/ 18755 h 37180"/>
                  <a:gd name="connsiteX1" fmla="*/ 18847 w 37180"/>
                  <a:gd name="connsiteY1" fmla="*/ 37345 h 37180"/>
                  <a:gd name="connsiteX2" fmla="*/ 257 w 37180"/>
                  <a:gd name="connsiteY2" fmla="*/ 18755 h 37180"/>
                  <a:gd name="connsiteX3" fmla="*/ 18847 w 37180"/>
                  <a:gd name="connsiteY3" fmla="*/ 164 h 37180"/>
                  <a:gd name="connsiteX4" fmla="*/ 37438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5"/>
                    </a:moveTo>
                    <a:cubicBezTo>
                      <a:pt x="37438" y="29022"/>
                      <a:pt x="29114" y="37345"/>
                      <a:pt x="18847" y="37345"/>
                    </a:cubicBezTo>
                    <a:cubicBezTo>
                      <a:pt x="8580" y="37345"/>
                      <a:pt x="257" y="29022"/>
                      <a:pt x="257" y="18755"/>
                    </a:cubicBezTo>
                    <a:cubicBezTo>
                      <a:pt x="257" y="8488"/>
                      <a:pt x="8580" y="164"/>
                      <a:pt x="18847" y="164"/>
                    </a:cubicBezTo>
                    <a:cubicBezTo>
                      <a:pt x="29114" y="164"/>
                      <a:pt x="37438" y="8488"/>
                      <a:pt x="37438" y="18755"/>
                    </a:cubicBezTo>
                    <a:close/>
                  </a:path>
                </a:pathLst>
              </a:custGeom>
              <a:solidFill>
                <a:srgbClr val="F7F1F1"/>
              </a:solidFill>
              <a:ln w="5753" cap="sq">
                <a:noFill/>
                <a:prstDash val="solid"/>
                <a:miter/>
              </a:ln>
            </p:spPr>
            <p:txBody>
              <a:bodyPr rtlCol="0" anchor="ctr"/>
              <a:lstStyle/>
              <a:p>
                <a:endParaRPr lang="en-US"/>
              </a:p>
            </p:txBody>
          </p:sp>
          <p:sp>
            <p:nvSpPr>
              <p:cNvPr id="2783" name="Freeform: Shape 2782">
                <a:extLst>
                  <a:ext uri="{FF2B5EF4-FFF2-40B4-BE49-F238E27FC236}">
                    <a16:creationId xmlns:a16="http://schemas.microsoft.com/office/drawing/2014/main" id="{A0FE0D79-518F-45A7-8F59-BB14EF0BB4BE}"/>
                  </a:ext>
                </a:extLst>
              </p:cNvPr>
              <p:cNvSpPr/>
              <p:nvPr/>
            </p:nvSpPr>
            <p:spPr>
              <a:xfrm>
                <a:off x="7672848" y="7946987"/>
                <a:ext cx="41981" cy="41981"/>
              </a:xfrm>
              <a:custGeom>
                <a:avLst/>
                <a:gdLst>
                  <a:gd name="connsiteX0" fmla="*/ 21247 w 41981"/>
                  <a:gd name="connsiteY0" fmla="*/ 4965 h 41981"/>
                  <a:gd name="connsiteX1" fmla="*/ 37438 w 41981"/>
                  <a:gd name="connsiteY1" fmla="*/ 21155 h 41981"/>
                  <a:gd name="connsiteX2" fmla="*/ 37438 w 41981"/>
                  <a:gd name="connsiteY2" fmla="*/ 21155 h 41981"/>
                  <a:gd name="connsiteX3" fmla="*/ 21247 w 41981"/>
                  <a:gd name="connsiteY3" fmla="*/ 37345 h 41981"/>
                  <a:gd name="connsiteX4" fmla="*/ 5057 w 41981"/>
                  <a:gd name="connsiteY4" fmla="*/ 21155 h 41981"/>
                  <a:gd name="connsiteX5" fmla="*/ 21247 w 41981"/>
                  <a:gd name="connsiteY5" fmla="*/ 4965 h 41981"/>
                  <a:gd name="connsiteX6" fmla="*/ 21247 w 41981"/>
                  <a:gd name="connsiteY6" fmla="*/ 164 h 41981"/>
                  <a:gd name="connsiteX7" fmla="*/ 257 w 41981"/>
                  <a:gd name="connsiteY7" fmla="*/ 21155 h 41981"/>
                  <a:gd name="connsiteX8" fmla="*/ 21247 w 41981"/>
                  <a:gd name="connsiteY8" fmla="*/ 42146 h 41981"/>
                  <a:gd name="connsiteX9" fmla="*/ 42238 w 41981"/>
                  <a:gd name="connsiteY9" fmla="*/ 21155 h 41981"/>
                  <a:gd name="connsiteX10" fmla="*/ 42238 w 41981"/>
                  <a:gd name="connsiteY10" fmla="*/ 21155 h 41981"/>
                  <a:gd name="connsiteX11" fmla="*/ 21247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65"/>
                    </a:moveTo>
                    <a:cubicBezTo>
                      <a:pt x="30189" y="4965"/>
                      <a:pt x="37438" y="12213"/>
                      <a:pt x="37438" y="21155"/>
                    </a:cubicBezTo>
                    <a:lnTo>
                      <a:pt x="37438" y="21155"/>
                    </a:lnTo>
                    <a:cubicBezTo>
                      <a:pt x="37438" y="30097"/>
                      <a:pt x="30189" y="37345"/>
                      <a:pt x="21247" y="37345"/>
                    </a:cubicBezTo>
                    <a:cubicBezTo>
                      <a:pt x="12306" y="37345"/>
                      <a:pt x="5057" y="30097"/>
                      <a:pt x="5057" y="21155"/>
                    </a:cubicBezTo>
                    <a:cubicBezTo>
                      <a:pt x="5057" y="12213"/>
                      <a:pt x="12306" y="4965"/>
                      <a:pt x="21247" y="4965"/>
                    </a:cubicBezTo>
                    <a:close/>
                    <a:moveTo>
                      <a:pt x="21247" y="164"/>
                    </a:moveTo>
                    <a:cubicBezTo>
                      <a:pt x="9655" y="164"/>
                      <a:pt x="257" y="9562"/>
                      <a:pt x="257" y="21155"/>
                    </a:cubicBezTo>
                    <a:cubicBezTo>
                      <a:pt x="257" y="32748"/>
                      <a:pt x="9655" y="42146"/>
                      <a:pt x="21247" y="42146"/>
                    </a:cubicBezTo>
                    <a:cubicBezTo>
                      <a:pt x="32840" y="42146"/>
                      <a:pt x="42238" y="32748"/>
                      <a:pt x="42238" y="21155"/>
                    </a:cubicBezTo>
                    <a:lnTo>
                      <a:pt x="42238" y="21155"/>
                    </a:lnTo>
                    <a:cubicBezTo>
                      <a:pt x="42238" y="9562"/>
                      <a:pt x="32840" y="164"/>
                      <a:pt x="21247" y="164"/>
                    </a:cubicBezTo>
                    <a:close/>
                  </a:path>
                </a:pathLst>
              </a:custGeom>
              <a:solidFill>
                <a:srgbClr val="000000"/>
              </a:solidFill>
              <a:ln w="4794" cap="sq">
                <a:noFill/>
                <a:prstDash val="solid"/>
                <a:round/>
              </a:ln>
            </p:spPr>
            <p:txBody>
              <a:bodyPr rtlCol="0" anchor="ctr"/>
              <a:lstStyle/>
              <a:p>
                <a:endParaRPr lang="en-US"/>
              </a:p>
            </p:txBody>
          </p:sp>
          <p:sp>
            <p:nvSpPr>
              <p:cNvPr id="2784" name="Freeform: Shape 2783">
                <a:extLst>
                  <a:ext uri="{FF2B5EF4-FFF2-40B4-BE49-F238E27FC236}">
                    <a16:creationId xmlns:a16="http://schemas.microsoft.com/office/drawing/2014/main" id="{B190554D-48F1-3FC2-FFF6-C8BA1E68378D}"/>
                  </a:ext>
                </a:extLst>
              </p:cNvPr>
              <p:cNvSpPr/>
              <p:nvPr/>
            </p:nvSpPr>
            <p:spPr>
              <a:xfrm>
                <a:off x="7509746" y="7983060"/>
                <a:ext cx="37180" cy="37180"/>
              </a:xfrm>
              <a:custGeom>
                <a:avLst/>
                <a:gdLst>
                  <a:gd name="connsiteX0" fmla="*/ 37409 w 37180"/>
                  <a:gd name="connsiteY0" fmla="*/ 18761 h 37180"/>
                  <a:gd name="connsiteX1" fmla="*/ 18819 w 37180"/>
                  <a:gd name="connsiteY1" fmla="*/ 37351 h 37180"/>
                  <a:gd name="connsiteX2" fmla="*/ 228 w 37180"/>
                  <a:gd name="connsiteY2" fmla="*/ 18761 h 37180"/>
                  <a:gd name="connsiteX3" fmla="*/ 18819 w 37180"/>
                  <a:gd name="connsiteY3" fmla="*/ 170 h 37180"/>
                  <a:gd name="connsiteX4" fmla="*/ 37409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61"/>
                    </a:moveTo>
                    <a:cubicBezTo>
                      <a:pt x="37409" y="29028"/>
                      <a:pt x="29086" y="37351"/>
                      <a:pt x="18819" y="37351"/>
                    </a:cubicBezTo>
                    <a:cubicBezTo>
                      <a:pt x="8551" y="37351"/>
                      <a:pt x="228" y="29028"/>
                      <a:pt x="228" y="18761"/>
                    </a:cubicBezTo>
                    <a:cubicBezTo>
                      <a:pt x="228" y="8493"/>
                      <a:pt x="8551" y="170"/>
                      <a:pt x="18819" y="170"/>
                    </a:cubicBezTo>
                    <a:cubicBezTo>
                      <a:pt x="29086" y="170"/>
                      <a:pt x="37409" y="8493"/>
                      <a:pt x="37409" y="18761"/>
                    </a:cubicBezTo>
                    <a:close/>
                  </a:path>
                </a:pathLst>
              </a:custGeom>
              <a:solidFill>
                <a:srgbClr val="F7A500"/>
              </a:solidFill>
              <a:ln w="5753" cap="sq">
                <a:noFill/>
                <a:prstDash val="solid"/>
                <a:miter/>
              </a:ln>
            </p:spPr>
            <p:txBody>
              <a:bodyPr rtlCol="0" anchor="ctr"/>
              <a:lstStyle/>
              <a:p>
                <a:endParaRPr lang="en-US"/>
              </a:p>
            </p:txBody>
          </p:sp>
          <p:sp>
            <p:nvSpPr>
              <p:cNvPr id="2785" name="Freeform: Shape 2784">
                <a:extLst>
                  <a:ext uri="{FF2B5EF4-FFF2-40B4-BE49-F238E27FC236}">
                    <a16:creationId xmlns:a16="http://schemas.microsoft.com/office/drawing/2014/main" id="{189CBE3D-B01D-6CD8-26BE-5503AB9CB666}"/>
                  </a:ext>
                </a:extLst>
              </p:cNvPr>
              <p:cNvSpPr/>
              <p:nvPr/>
            </p:nvSpPr>
            <p:spPr>
              <a:xfrm>
                <a:off x="7507346" y="7980660"/>
                <a:ext cx="41981" cy="41981"/>
              </a:xfrm>
              <a:custGeom>
                <a:avLst/>
                <a:gdLst>
                  <a:gd name="connsiteX0" fmla="*/ 21219 w 41981"/>
                  <a:gd name="connsiteY0" fmla="*/ 4971 h 41981"/>
                  <a:gd name="connsiteX1" fmla="*/ 37409 w 41981"/>
                  <a:gd name="connsiteY1" fmla="*/ 21161 h 41981"/>
                  <a:gd name="connsiteX2" fmla="*/ 37409 w 41981"/>
                  <a:gd name="connsiteY2" fmla="*/ 21161 h 41981"/>
                  <a:gd name="connsiteX3" fmla="*/ 21219 w 41981"/>
                  <a:gd name="connsiteY3" fmla="*/ 37351 h 41981"/>
                  <a:gd name="connsiteX4" fmla="*/ 5028 w 41981"/>
                  <a:gd name="connsiteY4" fmla="*/ 21161 h 41981"/>
                  <a:gd name="connsiteX5" fmla="*/ 21219 w 41981"/>
                  <a:gd name="connsiteY5" fmla="*/ 4971 h 41981"/>
                  <a:gd name="connsiteX6" fmla="*/ 21219 w 41981"/>
                  <a:gd name="connsiteY6" fmla="*/ 170 h 41981"/>
                  <a:gd name="connsiteX7" fmla="*/ 228 w 41981"/>
                  <a:gd name="connsiteY7" fmla="*/ 21161 h 41981"/>
                  <a:gd name="connsiteX8" fmla="*/ 21219 w 41981"/>
                  <a:gd name="connsiteY8" fmla="*/ 42151 h 41981"/>
                  <a:gd name="connsiteX9" fmla="*/ 42209 w 41981"/>
                  <a:gd name="connsiteY9" fmla="*/ 21161 h 41981"/>
                  <a:gd name="connsiteX10" fmla="*/ 42209 w 41981"/>
                  <a:gd name="connsiteY10" fmla="*/ 21161 h 41981"/>
                  <a:gd name="connsiteX11" fmla="*/ 21219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9" y="4971"/>
                    </a:moveTo>
                    <a:cubicBezTo>
                      <a:pt x="30161" y="4971"/>
                      <a:pt x="37409" y="12219"/>
                      <a:pt x="37409" y="21161"/>
                    </a:cubicBezTo>
                    <a:lnTo>
                      <a:pt x="37409" y="21161"/>
                    </a:lnTo>
                    <a:cubicBezTo>
                      <a:pt x="37409" y="30103"/>
                      <a:pt x="30161" y="37351"/>
                      <a:pt x="21219" y="37351"/>
                    </a:cubicBezTo>
                    <a:cubicBezTo>
                      <a:pt x="12277" y="37351"/>
                      <a:pt x="5028" y="30103"/>
                      <a:pt x="5028" y="21161"/>
                    </a:cubicBezTo>
                    <a:cubicBezTo>
                      <a:pt x="5028" y="12219"/>
                      <a:pt x="12277" y="4971"/>
                      <a:pt x="21219" y="4971"/>
                    </a:cubicBezTo>
                    <a:close/>
                    <a:moveTo>
                      <a:pt x="21219" y="170"/>
                    </a:moveTo>
                    <a:cubicBezTo>
                      <a:pt x="9626" y="170"/>
                      <a:pt x="228" y="9568"/>
                      <a:pt x="228" y="21161"/>
                    </a:cubicBezTo>
                    <a:cubicBezTo>
                      <a:pt x="228" y="32753"/>
                      <a:pt x="9626" y="42151"/>
                      <a:pt x="21219" y="42151"/>
                    </a:cubicBezTo>
                    <a:cubicBezTo>
                      <a:pt x="32811" y="42151"/>
                      <a:pt x="42209" y="32753"/>
                      <a:pt x="42209" y="21161"/>
                    </a:cubicBezTo>
                    <a:lnTo>
                      <a:pt x="42209" y="21161"/>
                    </a:lnTo>
                    <a:cubicBezTo>
                      <a:pt x="42209" y="9568"/>
                      <a:pt x="32811" y="170"/>
                      <a:pt x="21219" y="170"/>
                    </a:cubicBezTo>
                    <a:close/>
                  </a:path>
                </a:pathLst>
              </a:custGeom>
              <a:solidFill>
                <a:srgbClr val="000000"/>
              </a:solidFill>
              <a:ln w="4794" cap="sq">
                <a:noFill/>
                <a:prstDash val="solid"/>
                <a:round/>
              </a:ln>
            </p:spPr>
            <p:txBody>
              <a:bodyPr rtlCol="0" anchor="ctr"/>
              <a:lstStyle/>
              <a:p>
                <a:endParaRPr lang="en-US"/>
              </a:p>
            </p:txBody>
          </p:sp>
          <p:sp>
            <p:nvSpPr>
              <p:cNvPr id="2786" name="Freeform: Shape 2785">
                <a:extLst>
                  <a:ext uri="{FF2B5EF4-FFF2-40B4-BE49-F238E27FC236}">
                    <a16:creationId xmlns:a16="http://schemas.microsoft.com/office/drawing/2014/main" id="{35CD9D6D-8FBD-518F-C997-EAAE61B1AA6B}"/>
                  </a:ext>
                </a:extLst>
              </p:cNvPr>
              <p:cNvSpPr/>
              <p:nvPr/>
            </p:nvSpPr>
            <p:spPr>
              <a:xfrm>
                <a:off x="7660791" y="8045234"/>
                <a:ext cx="37180" cy="37180"/>
              </a:xfrm>
              <a:custGeom>
                <a:avLst/>
                <a:gdLst>
                  <a:gd name="connsiteX0" fmla="*/ 37435 w 37180"/>
                  <a:gd name="connsiteY0" fmla="*/ 18771 h 37180"/>
                  <a:gd name="connsiteX1" fmla="*/ 18845 w 37180"/>
                  <a:gd name="connsiteY1" fmla="*/ 37362 h 37180"/>
                  <a:gd name="connsiteX2" fmla="*/ 254 w 37180"/>
                  <a:gd name="connsiteY2" fmla="*/ 18771 h 37180"/>
                  <a:gd name="connsiteX3" fmla="*/ 18845 w 37180"/>
                  <a:gd name="connsiteY3" fmla="*/ 181 h 37180"/>
                  <a:gd name="connsiteX4" fmla="*/ 37435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71"/>
                    </a:moveTo>
                    <a:cubicBezTo>
                      <a:pt x="37435" y="29039"/>
                      <a:pt x="29112" y="37362"/>
                      <a:pt x="18845" y="37362"/>
                    </a:cubicBezTo>
                    <a:cubicBezTo>
                      <a:pt x="8578" y="37362"/>
                      <a:pt x="254" y="29039"/>
                      <a:pt x="254" y="18771"/>
                    </a:cubicBezTo>
                    <a:cubicBezTo>
                      <a:pt x="254" y="8504"/>
                      <a:pt x="8578" y="181"/>
                      <a:pt x="18845" y="181"/>
                    </a:cubicBezTo>
                    <a:cubicBezTo>
                      <a:pt x="29112" y="181"/>
                      <a:pt x="37435" y="8504"/>
                      <a:pt x="37435" y="18771"/>
                    </a:cubicBezTo>
                    <a:close/>
                  </a:path>
                </a:pathLst>
              </a:custGeom>
              <a:solidFill>
                <a:srgbClr val="F7F1F1"/>
              </a:solidFill>
              <a:ln w="5753" cap="sq">
                <a:noFill/>
                <a:prstDash val="solid"/>
                <a:miter/>
              </a:ln>
            </p:spPr>
            <p:txBody>
              <a:bodyPr rtlCol="0" anchor="ctr"/>
              <a:lstStyle/>
              <a:p>
                <a:endParaRPr lang="en-US"/>
              </a:p>
            </p:txBody>
          </p:sp>
          <p:sp>
            <p:nvSpPr>
              <p:cNvPr id="2787" name="Freeform: Shape 2786">
                <a:extLst>
                  <a:ext uri="{FF2B5EF4-FFF2-40B4-BE49-F238E27FC236}">
                    <a16:creationId xmlns:a16="http://schemas.microsoft.com/office/drawing/2014/main" id="{1BD0A87E-F2B2-44CD-3631-A9ED68590491}"/>
                  </a:ext>
                </a:extLst>
              </p:cNvPr>
              <p:cNvSpPr/>
              <p:nvPr/>
            </p:nvSpPr>
            <p:spPr>
              <a:xfrm>
                <a:off x="7658390" y="8042834"/>
                <a:ext cx="41981" cy="41981"/>
              </a:xfrm>
              <a:custGeom>
                <a:avLst/>
                <a:gdLst>
                  <a:gd name="connsiteX0" fmla="*/ 21245 w 41981"/>
                  <a:gd name="connsiteY0" fmla="*/ 4981 h 41981"/>
                  <a:gd name="connsiteX1" fmla="*/ 37435 w 41981"/>
                  <a:gd name="connsiteY1" fmla="*/ 21172 h 41981"/>
                  <a:gd name="connsiteX2" fmla="*/ 37435 w 41981"/>
                  <a:gd name="connsiteY2" fmla="*/ 21172 h 41981"/>
                  <a:gd name="connsiteX3" fmla="*/ 21245 w 41981"/>
                  <a:gd name="connsiteY3" fmla="*/ 37362 h 41981"/>
                  <a:gd name="connsiteX4" fmla="*/ 5055 w 41981"/>
                  <a:gd name="connsiteY4" fmla="*/ 21172 h 41981"/>
                  <a:gd name="connsiteX5" fmla="*/ 21245 w 41981"/>
                  <a:gd name="connsiteY5" fmla="*/ 4981 h 41981"/>
                  <a:gd name="connsiteX6" fmla="*/ 21245 w 41981"/>
                  <a:gd name="connsiteY6" fmla="*/ 181 h 41981"/>
                  <a:gd name="connsiteX7" fmla="*/ 254 w 41981"/>
                  <a:gd name="connsiteY7" fmla="*/ 21172 h 41981"/>
                  <a:gd name="connsiteX8" fmla="*/ 21245 w 41981"/>
                  <a:gd name="connsiteY8" fmla="*/ 42162 h 41981"/>
                  <a:gd name="connsiteX9" fmla="*/ 42236 w 41981"/>
                  <a:gd name="connsiteY9" fmla="*/ 21172 h 41981"/>
                  <a:gd name="connsiteX10" fmla="*/ 42236 w 41981"/>
                  <a:gd name="connsiteY10" fmla="*/ 21172 h 41981"/>
                  <a:gd name="connsiteX11" fmla="*/ 21245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81"/>
                    </a:moveTo>
                    <a:cubicBezTo>
                      <a:pt x="30187" y="4981"/>
                      <a:pt x="37435" y="12230"/>
                      <a:pt x="37435" y="21172"/>
                    </a:cubicBezTo>
                    <a:lnTo>
                      <a:pt x="37435" y="21172"/>
                    </a:lnTo>
                    <a:cubicBezTo>
                      <a:pt x="37435" y="30113"/>
                      <a:pt x="30187" y="37362"/>
                      <a:pt x="21245" y="37362"/>
                    </a:cubicBezTo>
                    <a:cubicBezTo>
                      <a:pt x="12303" y="37362"/>
                      <a:pt x="5055" y="30113"/>
                      <a:pt x="5055" y="21172"/>
                    </a:cubicBezTo>
                    <a:cubicBezTo>
                      <a:pt x="5055" y="12230"/>
                      <a:pt x="12303" y="4981"/>
                      <a:pt x="21245" y="4981"/>
                    </a:cubicBezTo>
                    <a:close/>
                    <a:moveTo>
                      <a:pt x="21245" y="181"/>
                    </a:moveTo>
                    <a:cubicBezTo>
                      <a:pt x="9652" y="181"/>
                      <a:pt x="254" y="9579"/>
                      <a:pt x="254" y="21172"/>
                    </a:cubicBezTo>
                    <a:cubicBezTo>
                      <a:pt x="254" y="32764"/>
                      <a:pt x="9652" y="42162"/>
                      <a:pt x="21245" y="42162"/>
                    </a:cubicBezTo>
                    <a:cubicBezTo>
                      <a:pt x="32837" y="42162"/>
                      <a:pt x="42236" y="32764"/>
                      <a:pt x="42236" y="21172"/>
                    </a:cubicBezTo>
                    <a:lnTo>
                      <a:pt x="42236" y="21172"/>
                    </a:lnTo>
                    <a:cubicBezTo>
                      <a:pt x="42236" y="9579"/>
                      <a:pt x="32837" y="181"/>
                      <a:pt x="21245" y="181"/>
                    </a:cubicBezTo>
                    <a:close/>
                  </a:path>
                </a:pathLst>
              </a:custGeom>
              <a:solidFill>
                <a:srgbClr val="000000"/>
              </a:solidFill>
              <a:ln w="4794" cap="sq">
                <a:noFill/>
                <a:prstDash val="solid"/>
                <a:round/>
              </a:ln>
            </p:spPr>
            <p:txBody>
              <a:bodyPr rtlCol="0" anchor="ctr"/>
              <a:lstStyle/>
              <a:p>
                <a:endParaRPr lang="en-US"/>
              </a:p>
            </p:txBody>
          </p:sp>
          <p:sp>
            <p:nvSpPr>
              <p:cNvPr id="2788" name="Freeform: Shape 2787">
                <a:extLst>
                  <a:ext uri="{FF2B5EF4-FFF2-40B4-BE49-F238E27FC236}">
                    <a16:creationId xmlns:a16="http://schemas.microsoft.com/office/drawing/2014/main" id="{E96DE0E1-9A19-D381-18E5-15B2E99681EB}"/>
                  </a:ext>
                </a:extLst>
              </p:cNvPr>
              <p:cNvSpPr/>
              <p:nvPr/>
            </p:nvSpPr>
            <p:spPr>
              <a:xfrm>
                <a:off x="7687379" y="7994344"/>
                <a:ext cx="37180" cy="37180"/>
              </a:xfrm>
              <a:custGeom>
                <a:avLst/>
                <a:gdLst>
                  <a:gd name="connsiteX0" fmla="*/ 37440 w 37180"/>
                  <a:gd name="connsiteY0" fmla="*/ 18763 h 37180"/>
                  <a:gd name="connsiteX1" fmla="*/ 18849 w 37180"/>
                  <a:gd name="connsiteY1" fmla="*/ 37353 h 37180"/>
                  <a:gd name="connsiteX2" fmla="*/ 259 w 37180"/>
                  <a:gd name="connsiteY2" fmla="*/ 18763 h 37180"/>
                  <a:gd name="connsiteX3" fmla="*/ 18849 w 37180"/>
                  <a:gd name="connsiteY3" fmla="*/ 172 h 37180"/>
                  <a:gd name="connsiteX4" fmla="*/ 37440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3"/>
                    </a:moveTo>
                    <a:cubicBezTo>
                      <a:pt x="37440" y="29030"/>
                      <a:pt x="29117" y="37353"/>
                      <a:pt x="18849" y="37353"/>
                    </a:cubicBezTo>
                    <a:cubicBezTo>
                      <a:pt x="8582" y="37353"/>
                      <a:pt x="259" y="29030"/>
                      <a:pt x="259" y="18763"/>
                    </a:cubicBezTo>
                    <a:cubicBezTo>
                      <a:pt x="259" y="8495"/>
                      <a:pt x="8582" y="172"/>
                      <a:pt x="18849" y="172"/>
                    </a:cubicBezTo>
                    <a:cubicBezTo>
                      <a:pt x="29117" y="172"/>
                      <a:pt x="37440" y="8495"/>
                      <a:pt x="37440" y="18763"/>
                    </a:cubicBezTo>
                    <a:close/>
                  </a:path>
                </a:pathLst>
              </a:custGeom>
              <a:solidFill>
                <a:srgbClr val="F7F2F2"/>
              </a:solidFill>
              <a:ln w="5753" cap="sq">
                <a:noFill/>
                <a:prstDash val="solid"/>
                <a:miter/>
              </a:ln>
            </p:spPr>
            <p:txBody>
              <a:bodyPr rtlCol="0" anchor="ctr"/>
              <a:lstStyle/>
              <a:p>
                <a:endParaRPr lang="en-US"/>
              </a:p>
            </p:txBody>
          </p:sp>
          <p:sp>
            <p:nvSpPr>
              <p:cNvPr id="2789" name="Freeform: Shape 2788">
                <a:extLst>
                  <a:ext uri="{FF2B5EF4-FFF2-40B4-BE49-F238E27FC236}">
                    <a16:creationId xmlns:a16="http://schemas.microsoft.com/office/drawing/2014/main" id="{0F83F689-1A39-E87B-9244-C0DA659EDE0A}"/>
                  </a:ext>
                </a:extLst>
              </p:cNvPr>
              <p:cNvSpPr/>
              <p:nvPr/>
            </p:nvSpPr>
            <p:spPr>
              <a:xfrm>
                <a:off x="7684979" y="7991944"/>
                <a:ext cx="41981" cy="41981"/>
              </a:xfrm>
              <a:custGeom>
                <a:avLst/>
                <a:gdLst>
                  <a:gd name="connsiteX0" fmla="*/ 21250 w 41981"/>
                  <a:gd name="connsiteY0" fmla="*/ 4973 h 41981"/>
                  <a:gd name="connsiteX1" fmla="*/ 37440 w 41981"/>
                  <a:gd name="connsiteY1" fmla="*/ 21163 h 41981"/>
                  <a:gd name="connsiteX2" fmla="*/ 37440 w 41981"/>
                  <a:gd name="connsiteY2" fmla="*/ 21163 h 41981"/>
                  <a:gd name="connsiteX3" fmla="*/ 21250 w 41981"/>
                  <a:gd name="connsiteY3" fmla="*/ 37353 h 41981"/>
                  <a:gd name="connsiteX4" fmla="*/ 5059 w 41981"/>
                  <a:gd name="connsiteY4" fmla="*/ 21163 h 41981"/>
                  <a:gd name="connsiteX5" fmla="*/ 21250 w 41981"/>
                  <a:gd name="connsiteY5" fmla="*/ 4973 h 41981"/>
                  <a:gd name="connsiteX6" fmla="*/ 21250 w 41981"/>
                  <a:gd name="connsiteY6" fmla="*/ 172 h 41981"/>
                  <a:gd name="connsiteX7" fmla="*/ 259 w 41981"/>
                  <a:gd name="connsiteY7" fmla="*/ 21163 h 41981"/>
                  <a:gd name="connsiteX8" fmla="*/ 21250 w 41981"/>
                  <a:gd name="connsiteY8" fmla="*/ 42153 h 41981"/>
                  <a:gd name="connsiteX9" fmla="*/ 42240 w 41981"/>
                  <a:gd name="connsiteY9" fmla="*/ 21163 h 41981"/>
                  <a:gd name="connsiteX10" fmla="*/ 42240 w 41981"/>
                  <a:gd name="connsiteY10" fmla="*/ 21163 h 41981"/>
                  <a:gd name="connsiteX11" fmla="*/ 21250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3"/>
                    </a:moveTo>
                    <a:cubicBezTo>
                      <a:pt x="30191" y="4973"/>
                      <a:pt x="37440" y="12221"/>
                      <a:pt x="37440" y="21163"/>
                    </a:cubicBezTo>
                    <a:lnTo>
                      <a:pt x="37440" y="21163"/>
                    </a:lnTo>
                    <a:cubicBezTo>
                      <a:pt x="37440" y="30105"/>
                      <a:pt x="30191" y="37353"/>
                      <a:pt x="21250" y="37353"/>
                    </a:cubicBezTo>
                    <a:cubicBezTo>
                      <a:pt x="12308" y="37353"/>
                      <a:pt x="5059" y="30105"/>
                      <a:pt x="5059" y="21163"/>
                    </a:cubicBezTo>
                    <a:cubicBezTo>
                      <a:pt x="5059" y="12221"/>
                      <a:pt x="12308" y="4973"/>
                      <a:pt x="21250" y="4973"/>
                    </a:cubicBezTo>
                    <a:close/>
                    <a:moveTo>
                      <a:pt x="21250" y="172"/>
                    </a:moveTo>
                    <a:cubicBezTo>
                      <a:pt x="9657" y="172"/>
                      <a:pt x="259" y="9570"/>
                      <a:pt x="259" y="21163"/>
                    </a:cubicBezTo>
                    <a:cubicBezTo>
                      <a:pt x="259" y="32755"/>
                      <a:pt x="9657" y="42153"/>
                      <a:pt x="21250" y="42153"/>
                    </a:cubicBezTo>
                    <a:cubicBezTo>
                      <a:pt x="32842" y="42153"/>
                      <a:pt x="42240" y="32755"/>
                      <a:pt x="42240" y="21163"/>
                    </a:cubicBezTo>
                    <a:lnTo>
                      <a:pt x="42240" y="21163"/>
                    </a:lnTo>
                    <a:cubicBezTo>
                      <a:pt x="42240" y="9570"/>
                      <a:pt x="32842" y="172"/>
                      <a:pt x="21250" y="172"/>
                    </a:cubicBezTo>
                    <a:close/>
                  </a:path>
                </a:pathLst>
              </a:custGeom>
              <a:solidFill>
                <a:srgbClr val="000000"/>
              </a:solidFill>
              <a:ln w="4794" cap="sq">
                <a:noFill/>
                <a:prstDash val="solid"/>
                <a:round/>
              </a:ln>
            </p:spPr>
            <p:txBody>
              <a:bodyPr rtlCol="0" anchor="ctr"/>
              <a:lstStyle/>
              <a:p>
                <a:endParaRPr lang="en-US"/>
              </a:p>
            </p:txBody>
          </p:sp>
          <p:sp>
            <p:nvSpPr>
              <p:cNvPr id="2790" name="Freeform: Shape 2789">
                <a:extLst>
                  <a:ext uri="{FF2B5EF4-FFF2-40B4-BE49-F238E27FC236}">
                    <a16:creationId xmlns:a16="http://schemas.microsoft.com/office/drawing/2014/main" id="{2E2B5C85-D28A-05D3-0104-903A6F9A6FDD}"/>
                  </a:ext>
                </a:extLst>
              </p:cNvPr>
              <p:cNvSpPr/>
              <p:nvPr/>
            </p:nvSpPr>
            <p:spPr>
              <a:xfrm>
                <a:off x="7681210" y="7840673"/>
                <a:ext cx="37180" cy="37180"/>
              </a:xfrm>
              <a:custGeom>
                <a:avLst/>
                <a:gdLst>
                  <a:gd name="connsiteX0" fmla="*/ 37439 w 37180"/>
                  <a:gd name="connsiteY0" fmla="*/ 18736 h 37180"/>
                  <a:gd name="connsiteX1" fmla="*/ 18848 w 37180"/>
                  <a:gd name="connsiteY1" fmla="*/ 37326 h 37180"/>
                  <a:gd name="connsiteX2" fmla="*/ 258 w 37180"/>
                  <a:gd name="connsiteY2" fmla="*/ 18736 h 37180"/>
                  <a:gd name="connsiteX3" fmla="*/ 18848 w 37180"/>
                  <a:gd name="connsiteY3" fmla="*/ 145 h 37180"/>
                  <a:gd name="connsiteX4" fmla="*/ 37439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36"/>
                    </a:moveTo>
                    <a:cubicBezTo>
                      <a:pt x="37439" y="29003"/>
                      <a:pt x="29115" y="37326"/>
                      <a:pt x="18848" y="37326"/>
                    </a:cubicBezTo>
                    <a:cubicBezTo>
                      <a:pt x="8581" y="37326"/>
                      <a:pt x="258" y="29003"/>
                      <a:pt x="258" y="18736"/>
                    </a:cubicBezTo>
                    <a:cubicBezTo>
                      <a:pt x="258" y="8469"/>
                      <a:pt x="8581" y="145"/>
                      <a:pt x="18848" y="145"/>
                    </a:cubicBezTo>
                    <a:cubicBezTo>
                      <a:pt x="29115" y="145"/>
                      <a:pt x="37439" y="8469"/>
                      <a:pt x="37439" y="18736"/>
                    </a:cubicBezTo>
                    <a:close/>
                  </a:path>
                </a:pathLst>
              </a:custGeom>
              <a:solidFill>
                <a:srgbClr val="F7D2D2"/>
              </a:solidFill>
              <a:ln w="5753" cap="sq">
                <a:noFill/>
                <a:prstDash val="solid"/>
                <a:miter/>
              </a:ln>
            </p:spPr>
            <p:txBody>
              <a:bodyPr rtlCol="0" anchor="ctr"/>
              <a:lstStyle/>
              <a:p>
                <a:endParaRPr lang="en-US"/>
              </a:p>
            </p:txBody>
          </p:sp>
          <p:sp>
            <p:nvSpPr>
              <p:cNvPr id="2791" name="Freeform: Shape 2790">
                <a:extLst>
                  <a:ext uri="{FF2B5EF4-FFF2-40B4-BE49-F238E27FC236}">
                    <a16:creationId xmlns:a16="http://schemas.microsoft.com/office/drawing/2014/main" id="{67187B8A-15CA-717C-3478-C6FBED696B96}"/>
                  </a:ext>
                </a:extLst>
              </p:cNvPr>
              <p:cNvSpPr/>
              <p:nvPr/>
            </p:nvSpPr>
            <p:spPr>
              <a:xfrm>
                <a:off x="7678810" y="7838273"/>
                <a:ext cx="41981" cy="41981"/>
              </a:xfrm>
              <a:custGeom>
                <a:avLst/>
                <a:gdLst>
                  <a:gd name="connsiteX0" fmla="*/ 21248 w 41981"/>
                  <a:gd name="connsiteY0" fmla="*/ 4946 h 41981"/>
                  <a:gd name="connsiteX1" fmla="*/ 37439 w 41981"/>
                  <a:gd name="connsiteY1" fmla="*/ 21136 h 41981"/>
                  <a:gd name="connsiteX2" fmla="*/ 37439 w 41981"/>
                  <a:gd name="connsiteY2" fmla="*/ 21136 h 41981"/>
                  <a:gd name="connsiteX3" fmla="*/ 21248 w 41981"/>
                  <a:gd name="connsiteY3" fmla="*/ 37326 h 41981"/>
                  <a:gd name="connsiteX4" fmla="*/ 5058 w 41981"/>
                  <a:gd name="connsiteY4" fmla="*/ 21136 h 41981"/>
                  <a:gd name="connsiteX5" fmla="*/ 21248 w 41981"/>
                  <a:gd name="connsiteY5" fmla="*/ 4946 h 41981"/>
                  <a:gd name="connsiteX6" fmla="*/ 21248 w 41981"/>
                  <a:gd name="connsiteY6" fmla="*/ 145 h 41981"/>
                  <a:gd name="connsiteX7" fmla="*/ 258 w 41981"/>
                  <a:gd name="connsiteY7" fmla="*/ 21136 h 41981"/>
                  <a:gd name="connsiteX8" fmla="*/ 21248 w 41981"/>
                  <a:gd name="connsiteY8" fmla="*/ 42127 h 41981"/>
                  <a:gd name="connsiteX9" fmla="*/ 42239 w 41981"/>
                  <a:gd name="connsiteY9" fmla="*/ 21136 h 41981"/>
                  <a:gd name="connsiteX10" fmla="*/ 42239 w 41981"/>
                  <a:gd name="connsiteY10" fmla="*/ 21136 h 41981"/>
                  <a:gd name="connsiteX11" fmla="*/ 21248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46"/>
                    </a:moveTo>
                    <a:cubicBezTo>
                      <a:pt x="30190" y="4946"/>
                      <a:pt x="37439" y="12194"/>
                      <a:pt x="37439" y="21136"/>
                    </a:cubicBezTo>
                    <a:lnTo>
                      <a:pt x="37439" y="21136"/>
                    </a:lnTo>
                    <a:cubicBezTo>
                      <a:pt x="37439" y="30078"/>
                      <a:pt x="30190" y="37326"/>
                      <a:pt x="21248" y="37326"/>
                    </a:cubicBezTo>
                    <a:cubicBezTo>
                      <a:pt x="12307" y="37326"/>
                      <a:pt x="5058" y="30078"/>
                      <a:pt x="5058" y="21136"/>
                    </a:cubicBezTo>
                    <a:cubicBezTo>
                      <a:pt x="5058" y="12194"/>
                      <a:pt x="12307" y="4946"/>
                      <a:pt x="21248" y="4946"/>
                    </a:cubicBezTo>
                    <a:close/>
                    <a:moveTo>
                      <a:pt x="21248" y="145"/>
                    </a:moveTo>
                    <a:cubicBezTo>
                      <a:pt x="9656" y="145"/>
                      <a:pt x="258" y="9543"/>
                      <a:pt x="258" y="21136"/>
                    </a:cubicBezTo>
                    <a:cubicBezTo>
                      <a:pt x="258" y="32729"/>
                      <a:pt x="9656" y="42127"/>
                      <a:pt x="21248" y="42127"/>
                    </a:cubicBezTo>
                    <a:cubicBezTo>
                      <a:pt x="32841" y="42127"/>
                      <a:pt x="42239" y="32729"/>
                      <a:pt x="42239" y="21136"/>
                    </a:cubicBezTo>
                    <a:lnTo>
                      <a:pt x="42239" y="21136"/>
                    </a:lnTo>
                    <a:cubicBezTo>
                      <a:pt x="42239" y="9543"/>
                      <a:pt x="32841" y="145"/>
                      <a:pt x="21248" y="145"/>
                    </a:cubicBezTo>
                    <a:close/>
                  </a:path>
                </a:pathLst>
              </a:custGeom>
              <a:solidFill>
                <a:srgbClr val="000000"/>
              </a:solidFill>
              <a:ln w="4794" cap="sq">
                <a:noFill/>
                <a:prstDash val="solid"/>
                <a:round/>
              </a:ln>
            </p:spPr>
            <p:txBody>
              <a:bodyPr rtlCol="0" anchor="ctr"/>
              <a:lstStyle/>
              <a:p>
                <a:endParaRPr lang="en-US"/>
              </a:p>
            </p:txBody>
          </p:sp>
          <p:sp>
            <p:nvSpPr>
              <p:cNvPr id="2792" name="Freeform: Shape 2791">
                <a:extLst>
                  <a:ext uri="{FF2B5EF4-FFF2-40B4-BE49-F238E27FC236}">
                    <a16:creationId xmlns:a16="http://schemas.microsoft.com/office/drawing/2014/main" id="{64240FBE-15B3-D25D-1323-FD22CFE326D2}"/>
                  </a:ext>
                </a:extLst>
              </p:cNvPr>
              <p:cNvSpPr/>
              <p:nvPr/>
            </p:nvSpPr>
            <p:spPr>
              <a:xfrm>
                <a:off x="7639928" y="7900243"/>
                <a:ext cx="37180" cy="37180"/>
              </a:xfrm>
              <a:custGeom>
                <a:avLst/>
                <a:gdLst>
                  <a:gd name="connsiteX0" fmla="*/ 37432 w 37180"/>
                  <a:gd name="connsiteY0" fmla="*/ 18746 h 37180"/>
                  <a:gd name="connsiteX1" fmla="*/ 18841 w 37180"/>
                  <a:gd name="connsiteY1" fmla="*/ 37337 h 37180"/>
                  <a:gd name="connsiteX2" fmla="*/ 251 w 37180"/>
                  <a:gd name="connsiteY2" fmla="*/ 18746 h 37180"/>
                  <a:gd name="connsiteX3" fmla="*/ 18841 w 37180"/>
                  <a:gd name="connsiteY3" fmla="*/ 156 h 37180"/>
                  <a:gd name="connsiteX4" fmla="*/ 37432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46"/>
                    </a:moveTo>
                    <a:cubicBezTo>
                      <a:pt x="37432" y="29013"/>
                      <a:pt x="29108" y="37337"/>
                      <a:pt x="18841" y="37337"/>
                    </a:cubicBezTo>
                    <a:cubicBezTo>
                      <a:pt x="8574" y="37337"/>
                      <a:pt x="251" y="29013"/>
                      <a:pt x="251" y="18746"/>
                    </a:cubicBezTo>
                    <a:cubicBezTo>
                      <a:pt x="251" y="8479"/>
                      <a:pt x="8574" y="156"/>
                      <a:pt x="18841" y="156"/>
                    </a:cubicBezTo>
                    <a:cubicBezTo>
                      <a:pt x="29108" y="156"/>
                      <a:pt x="37432" y="8479"/>
                      <a:pt x="37432" y="18746"/>
                    </a:cubicBezTo>
                    <a:close/>
                  </a:path>
                </a:pathLst>
              </a:custGeom>
              <a:solidFill>
                <a:srgbClr val="F7DBDB"/>
              </a:solidFill>
              <a:ln w="5753" cap="sq">
                <a:noFill/>
                <a:prstDash val="solid"/>
                <a:miter/>
              </a:ln>
            </p:spPr>
            <p:txBody>
              <a:bodyPr rtlCol="0" anchor="ctr"/>
              <a:lstStyle/>
              <a:p>
                <a:endParaRPr lang="en-US"/>
              </a:p>
            </p:txBody>
          </p:sp>
          <p:sp>
            <p:nvSpPr>
              <p:cNvPr id="2793" name="Freeform: Shape 2792">
                <a:extLst>
                  <a:ext uri="{FF2B5EF4-FFF2-40B4-BE49-F238E27FC236}">
                    <a16:creationId xmlns:a16="http://schemas.microsoft.com/office/drawing/2014/main" id="{63E974A1-F2F6-5A17-436C-285D63304854}"/>
                  </a:ext>
                </a:extLst>
              </p:cNvPr>
              <p:cNvSpPr/>
              <p:nvPr/>
            </p:nvSpPr>
            <p:spPr>
              <a:xfrm>
                <a:off x="7637528" y="7897843"/>
                <a:ext cx="41981" cy="41981"/>
              </a:xfrm>
              <a:custGeom>
                <a:avLst/>
                <a:gdLst>
                  <a:gd name="connsiteX0" fmla="*/ 21241 w 41981"/>
                  <a:gd name="connsiteY0" fmla="*/ 4956 h 41981"/>
                  <a:gd name="connsiteX1" fmla="*/ 37432 w 41981"/>
                  <a:gd name="connsiteY1" fmla="*/ 21146 h 41981"/>
                  <a:gd name="connsiteX2" fmla="*/ 37432 w 41981"/>
                  <a:gd name="connsiteY2" fmla="*/ 21146 h 41981"/>
                  <a:gd name="connsiteX3" fmla="*/ 21241 w 41981"/>
                  <a:gd name="connsiteY3" fmla="*/ 37337 h 41981"/>
                  <a:gd name="connsiteX4" fmla="*/ 5051 w 41981"/>
                  <a:gd name="connsiteY4" fmla="*/ 21146 h 41981"/>
                  <a:gd name="connsiteX5" fmla="*/ 21241 w 41981"/>
                  <a:gd name="connsiteY5" fmla="*/ 4956 h 41981"/>
                  <a:gd name="connsiteX6" fmla="*/ 21241 w 41981"/>
                  <a:gd name="connsiteY6" fmla="*/ 156 h 41981"/>
                  <a:gd name="connsiteX7" fmla="*/ 251 w 41981"/>
                  <a:gd name="connsiteY7" fmla="*/ 21146 h 41981"/>
                  <a:gd name="connsiteX8" fmla="*/ 21241 w 41981"/>
                  <a:gd name="connsiteY8" fmla="*/ 42137 h 41981"/>
                  <a:gd name="connsiteX9" fmla="*/ 42232 w 41981"/>
                  <a:gd name="connsiteY9" fmla="*/ 21146 h 41981"/>
                  <a:gd name="connsiteX10" fmla="*/ 42232 w 41981"/>
                  <a:gd name="connsiteY10" fmla="*/ 21146 h 41981"/>
                  <a:gd name="connsiteX11" fmla="*/ 21241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56"/>
                    </a:moveTo>
                    <a:cubicBezTo>
                      <a:pt x="30183" y="4956"/>
                      <a:pt x="37432" y="12205"/>
                      <a:pt x="37432" y="21146"/>
                    </a:cubicBezTo>
                    <a:lnTo>
                      <a:pt x="37432" y="21146"/>
                    </a:lnTo>
                    <a:cubicBezTo>
                      <a:pt x="37432" y="30088"/>
                      <a:pt x="30183" y="37337"/>
                      <a:pt x="21241" y="37337"/>
                    </a:cubicBezTo>
                    <a:cubicBezTo>
                      <a:pt x="12299" y="37337"/>
                      <a:pt x="5051" y="30088"/>
                      <a:pt x="5051" y="21146"/>
                    </a:cubicBezTo>
                    <a:cubicBezTo>
                      <a:pt x="5051" y="12205"/>
                      <a:pt x="12299" y="4956"/>
                      <a:pt x="21241" y="4956"/>
                    </a:cubicBezTo>
                    <a:close/>
                    <a:moveTo>
                      <a:pt x="21241" y="156"/>
                    </a:moveTo>
                    <a:cubicBezTo>
                      <a:pt x="9649" y="156"/>
                      <a:pt x="251" y="9554"/>
                      <a:pt x="251" y="21146"/>
                    </a:cubicBezTo>
                    <a:cubicBezTo>
                      <a:pt x="251" y="32739"/>
                      <a:pt x="9649" y="42137"/>
                      <a:pt x="21241" y="42137"/>
                    </a:cubicBezTo>
                    <a:cubicBezTo>
                      <a:pt x="32834" y="42137"/>
                      <a:pt x="42232" y="32739"/>
                      <a:pt x="42232" y="21146"/>
                    </a:cubicBezTo>
                    <a:lnTo>
                      <a:pt x="42232" y="21146"/>
                    </a:lnTo>
                    <a:cubicBezTo>
                      <a:pt x="42232" y="9554"/>
                      <a:pt x="32834" y="156"/>
                      <a:pt x="21241" y="156"/>
                    </a:cubicBezTo>
                    <a:close/>
                  </a:path>
                </a:pathLst>
              </a:custGeom>
              <a:solidFill>
                <a:srgbClr val="000000"/>
              </a:solidFill>
              <a:ln w="4794" cap="sq">
                <a:noFill/>
                <a:prstDash val="solid"/>
                <a:round/>
              </a:ln>
            </p:spPr>
            <p:txBody>
              <a:bodyPr rtlCol="0" anchor="ctr"/>
              <a:lstStyle/>
              <a:p>
                <a:endParaRPr lang="en-US"/>
              </a:p>
            </p:txBody>
          </p:sp>
          <p:sp>
            <p:nvSpPr>
              <p:cNvPr id="2794" name="Freeform: Shape 2793">
                <a:extLst>
                  <a:ext uri="{FF2B5EF4-FFF2-40B4-BE49-F238E27FC236}">
                    <a16:creationId xmlns:a16="http://schemas.microsoft.com/office/drawing/2014/main" id="{34EEC608-1C58-1E02-D1A0-C9A26483241D}"/>
                  </a:ext>
                </a:extLst>
              </p:cNvPr>
              <p:cNvSpPr/>
              <p:nvPr/>
            </p:nvSpPr>
            <p:spPr>
              <a:xfrm>
                <a:off x="7573855" y="7926791"/>
                <a:ext cx="37180" cy="37180"/>
              </a:xfrm>
              <a:custGeom>
                <a:avLst/>
                <a:gdLst>
                  <a:gd name="connsiteX0" fmla="*/ 37420 w 37180"/>
                  <a:gd name="connsiteY0" fmla="*/ 18751 h 37180"/>
                  <a:gd name="connsiteX1" fmla="*/ 18830 w 37180"/>
                  <a:gd name="connsiteY1" fmla="*/ 37341 h 37180"/>
                  <a:gd name="connsiteX2" fmla="*/ 239 w 37180"/>
                  <a:gd name="connsiteY2" fmla="*/ 18751 h 37180"/>
                  <a:gd name="connsiteX3" fmla="*/ 18830 w 37180"/>
                  <a:gd name="connsiteY3" fmla="*/ 160 h 37180"/>
                  <a:gd name="connsiteX4" fmla="*/ 37420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51"/>
                    </a:moveTo>
                    <a:cubicBezTo>
                      <a:pt x="37420" y="29018"/>
                      <a:pt x="29097" y="37341"/>
                      <a:pt x="18830" y="37341"/>
                    </a:cubicBezTo>
                    <a:cubicBezTo>
                      <a:pt x="8562" y="37341"/>
                      <a:pt x="239" y="29018"/>
                      <a:pt x="239" y="18751"/>
                    </a:cubicBezTo>
                    <a:cubicBezTo>
                      <a:pt x="239" y="8484"/>
                      <a:pt x="8562" y="160"/>
                      <a:pt x="18830" y="160"/>
                    </a:cubicBezTo>
                    <a:cubicBezTo>
                      <a:pt x="29097" y="160"/>
                      <a:pt x="37420" y="8484"/>
                      <a:pt x="37420" y="18751"/>
                    </a:cubicBezTo>
                    <a:close/>
                  </a:path>
                </a:pathLst>
              </a:custGeom>
              <a:solidFill>
                <a:srgbClr val="F7CBCB"/>
              </a:solidFill>
              <a:ln w="5753" cap="sq">
                <a:noFill/>
                <a:prstDash val="solid"/>
                <a:miter/>
              </a:ln>
            </p:spPr>
            <p:txBody>
              <a:bodyPr rtlCol="0" anchor="ctr"/>
              <a:lstStyle/>
              <a:p>
                <a:endParaRPr lang="en-US"/>
              </a:p>
            </p:txBody>
          </p:sp>
          <p:sp>
            <p:nvSpPr>
              <p:cNvPr id="2795" name="Freeform: Shape 2794">
                <a:extLst>
                  <a:ext uri="{FF2B5EF4-FFF2-40B4-BE49-F238E27FC236}">
                    <a16:creationId xmlns:a16="http://schemas.microsoft.com/office/drawing/2014/main" id="{E9D37CE6-6BC6-D3D6-E124-C8F008B71F11}"/>
                  </a:ext>
                </a:extLst>
              </p:cNvPr>
              <p:cNvSpPr/>
              <p:nvPr/>
            </p:nvSpPr>
            <p:spPr>
              <a:xfrm>
                <a:off x="7571455" y="7924391"/>
                <a:ext cx="41981" cy="41981"/>
              </a:xfrm>
              <a:custGeom>
                <a:avLst/>
                <a:gdLst>
                  <a:gd name="connsiteX0" fmla="*/ 21230 w 41981"/>
                  <a:gd name="connsiteY0" fmla="*/ 4961 h 41981"/>
                  <a:gd name="connsiteX1" fmla="*/ 37420 w 41981"/>
                  <a:gd name="connsiteY1" fmla="*/ 21151 h 41981"/>
                  <a:gd name="connsiteX2" fmla="*/ 37420 w 41981"/>
                  <a:gd name="connsiteY2" fmla="*/ 21151 h 41981"/>
                  <a:gd name="connsiteX3" fmla="*/ 21230 w 41981"/>
                  <a:gd name="connsiteY3" fmla="*/ 37341 h 41981"/>
                  <a:gd name="connsiteX4" fmla="*/ 5040 w 41981"/>
                  <a:gd name="connsiteY4" fmla="*/ 21151 h 41981"/>
                  <a:gd name="connsiteX5" fmla="*/ 21230 w 41981"/>
                  <a:gd name="connsiteY5" fmla="*/ 4961 h 41981"/>
                  <a:gd name="connsiteX6" fmla="*/ 21230 w 41981"/>
                  <a:gd name="connsiteY6" fmla="*/ 160 h 41981"/>
                  <a:gd name="connsiteX7" fmla="*/ 239 w 41981"/>
                  <a:gd name="connsiteY7" fmla="*/ 21151 h 41981"/>
                  <a:gd name="connsiteX8" fmla="*/ 21230 w 41981"/>
                  <a:gd name="connsiteY8" fmla="*/ 42142 h 41981"/>
                  <a:gd name="connsiteX9" fmla="*/ 42220 w 41981"/>
                  <a:gd name="connsiteY9" fmla="*/ 21151 h 41981"/>
                  <a:gd name="connsiteX10" fmla="*/ 42220 w 41981"/>
                  <a:gd name="connsiteY10" fmla="*/ 21151 h 41981"/>
                  <a:gd name="connsiteX11" fmla="*/ 21230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61"/>
                    </a:moveTo>
                    <a:cubicBezTo>
                      <a:pt x="30172" y="4961"/>
                      <a:pt x="37420" y="12209"/>
                      <a:pt x="37420" y="21151"/>
                    </a:cubicBezTo>
                    <a:lnTo>
                      <a:pt x="37420" y="21151"/>
                    </a:lnTo>
                    <a:cubicBezTo>
                      <a:pt x="37420" y="30093"/>
                      <a:pt x="30172" y="37341"/>
                      <a:pt x="21230" y="37341"/>
                    </a:cubicBezTo>
                    <a:cubicBezTo>
                      <a:pt x="12288" y="37341"/>
                      <a:pt x="5040" y="30093"/>
                      <a:pt x="5040" y="21151"/>
                    </a:cubicBezTo>
                    <a:cubicBezTo>
                      <a:pt x="5040" y="12209"/>
                      <a:pt x="12288" y="4961"/>
                      <a:pt x="21230" y="4961"/>
                    </a:cubicBezTo>
                    <a:close/>
                    <a:moveTo>
                      <a:pt x="21230" y="160"/>
                    </a:moveTo>
                    <a:cubicBezTo>
                      <a:pt x="9637" y="160"/>
                      <a:pt x="239" y="9558"/>
                      <a:pt x="239" y="21151"/>
                    </a:cubicBezTo>
                    <a:cubicBezTo>
                      <a:pt x="239" y="32744"/>
                      <a:pt x="9637" y="42142"/>
                      <a:pt x="21230" y="42142"/>
                    </a:cubicBezTo>
                    <a:cubicBezTo>
                      <a:pt x="32822" y="42142"/>
                      <a:pt x="42220" y="32744"/>
                      <a:pt x="42220" y="21151"/>
                    </a:cubicBezTo>
                    <a:lnTo>
                      <a:pt x="42220" y="21151"/>
                    </a:lnTo>
                    <a:cubicBezTo>
                      <a:pt x="42220" y="9558"/>
                      <a:pt x="32822" y="160"/>
                      <a:pt x="21230" y="160"/>
                    </a:cubicBezTo>
                    <a:close/>
                  </a:path>
                </a:pathLst>
              </a:custGeom>
              <a:solidFill>
                <a:srgbClr val="000000"/>
              </a:solidFill>
              <a:ln w="4794" cap="sq">
                <a:noFill/>
                <a:prstDash val="solid"/>
                <a:round/>
              </a:ln>
            </p:spPr>
            <p:txBody>
              <a:bodyPr rtlCol="0" anchor="ctr"/>
              <a:lstStyle/>
              <a:p>
                <a:endParaRPr lang="en-US"/>
              </a:p>
            </p:txBody>
          </p:sp>
          <p:sp>
            <p:nvSpPr>
              <p:cNvPr id="2796" name="Freeform: Shape 2795">
                <a:extLst>
                  <a:ext uri="{FF2B5EF4-FFF2-40B4-BE49-F238E27FC236}">
                    <a16:creationId xmlns:a16="http://schemas.microsoft.com/office/drawing/2014/main" id="{B69DD207-466B-F212-0443-0D35F0B2A697}"/>
                  </a:ext>
                </a:extLst>
              </p:cNvPr>
              <p:cNvSpPr/>
              <p:nvPr/>
            </p:nvSpPr>
            <p:spPr>
              <a:xfrm>
                <a:off x="7676141" y="7970878"/>
                <a:ext cx="37180" cy="37180"/>
              </a:xfrm>
              <a:custGeom>
                <a:avLst/>
                <a:gdLst>
                  <a:gd name="connsiteX0" fmla="*/ 37438 w 37180"/>
                  <a:gd name="connsiteY0" fmla="*/ 18758 h 37180"/>
                  <a:gd name="connsiteX1" fmla="*/ 18847 w 37180"/>
                  <a:gd name="connsiteY1" fmla="*/ 37349 h 37180"/>
                  <a:gd name="connsiteX2" fmla="*/ 257 w 37180"/>
                  <a:gd name="connsiteY2" fmla="*/ 18758 h 37180"/>
                  <a:gd name="connsiteX3" fmla="*/ 18847 w 37180"/>
                  <a:gd name="connsiteY3" fmla="*/ 168 h 37180"/>
                  <a:gd name="connsiteX4" fmla="*/ 37438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58"/>
                    </a:moveTo>
                    <a:cubicBezTo>
                      <a:pt x="37438" y="29026"/>
                      <a:pt x="29115" y="37349"/>
                      <a:pt x="18847" y="37349"/>
                    </a:cubicBezTo>
                    <a:cubicBezTo>
                      <a:pt x="8580" y="37349"/>
                      <a:pt x="257" y="29026"/>
                      <a:pt x="257" y="18758"/>
                    </a:cubicBezTo>
                    <a:cubicBezTo>
                      <a:pt x="257" y="8491"/>
                      <a:pt x="8580" y="168"/>
                      <a:pt x="18847" y="168"/>
                    </a:cubicBezTo>
                    <a:cubicBezTo>
                      <a:pt x="29115" y="168"/>
                      <a:pt x="37438" y="8491"/>
                      <a:pt x="37438" y="18758"/>
                    </a:cubicBezTo>
                    <a:close/>
                  </a:path>
                </a:pathLst>
              </a:custGeom>
              <a:solidFill>
                <a:srgbClr val="F6F7F6"/>
              </a:solidFill>
              <a:ln w="5753" cap="sq">
                <a:noFill/>
                <a:prstDash val="solid"/>
                <a:miter/>
              </a:ln>
            </p:spPr>
            <p:txBody>
              <a:bodyPr rtlCol="0" anchor="ctr"/>
              <a:lstStyle/>
              <a:p>
                <a:endParaRPr lang="en-US"/>
              </a:p>
            </p:txBody>
          </p:sp>
          <p:sp>
            <p:nvSpPr>
              <p:cNvPr id="2797" name="Freeform: Shape 2796">
                <a:extLst>
                  <a:ext uri="{FF2B5EF4-FFF2-40B4-BE49-F238E27FC236}">
                    <a16:creationId xmlns:a16="http://schemas.microsoft.com/office/drawing/2014/main" id="{7CC83A18-D09F-2DB1-699C-18293F824DE8}"/>
                  </a:ext>
                </a:extLst>
              </p:cNvPr>
              <p:cNvSpPr/>
              <p:nvPr/>
            </p:nvSpPr>
            <p:spPr>
              <a:xfrm>
                <a:off x="7673741" y="7968478"/>
                <a:ext cx="41981" cy="41981"/>
              </a:xfrm>
              <a:custGeom>
                <a:avLst/>
                <a:gdLst>
                  <a:gd name="connsiteX0" fmla="*/ 21248 w 41981"/>
                  <a:gd name="connsiteY0" fmla="*/ 4968 h 41981"/>
                  <a:gd name="connsiteX1" fmla="*/ 37438 w 41981"/>
                  <a:gd name="connsiteY1" fmla="*/ 21159 h 41981"/>
                  <a:gd name="connsiteX2" fmla="*/ 37438 w 41981"/>
                  <a:gd name="connsiteY2" fmla="*/ 21159 h 41981"/>
                  <a:gd name="connsiteX3" fmla="*/ 21248 w 41981"/>
                  <a:gd name="connsiteY3" fmla="*/ 37349 h 41981"/>
                  <a:gd name="connsiteX4" fmla="*/ 5057 w 41981"/>
                  <a:gd name="connsiteY4" fmla="*/ 21159 h 41981"/>
                  <a:gd name="connsiteX5" fmla="*/ 21248 w 41981"/>
                  <a:gd name="connsiteY5" fmla="*/ 4968 h 41981"/>
                  <a:gd name="connsiteX6" fmla="*/ 21248 w 41981"/>
                  <a:gd name="connsiteY6" fmla="*/ 168 h 41981"/>
                  <a:gd name="connsiteX7" fmla="*/ 257 w 41981"/>
                  <a:gd name="connsiteY7" fmla="*/ 21159 h 41981"/>
                  <a:gd name="connsiteX8" fmla="*/ 21248 w 41981"/>
                  <a:gd name="connsiteY8" fmla="*/ 42149 h 41981"/>
                  <a:gd name="connsiteX9" fmla="*/ 42238 w 41981"/>
                  <a:gd name="connsiteY9" fmla="*/ 21159 h 41981"/>
                  <a:gd name="connsiteX10" fmla="*/ 42238 w 41981"/>
                  <a:gd name="connsiteY10" fmla="*/ 21159 h 41981"/>
                  <a:gd name="connsiteX11" fmla="*/ 21248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68"/>
                    </a:moveTo>
                    <a:cubicBezTo>
                      <a:pt x="30189" y="4968"/>
                      <a:pt x="37438" y="12217"/>
                      <a:pt x="37438" y="21159"/>
                    </a:cubicBezTo>
                    <a:lnTo>
                      <a:pt x="37438" y="21159"/>
                    </a:lnTo>
                    <a:cubicBezTo>
                      <a:pt x="37438" y="30100"/>
                      <a:pt x="30189" y="37349"/>
                      <a:pt x="21248" y="37349"/>
                    </a:cubicBezTo>
                    <a:cubicBezTo>
                      <a:pt x="12306" y="37349"/>
                      <a:pt x="5057" y="30100"/>
                      <a:pt x="5057" y="21159"/>
                    </a:cubicBezTo>
                    <a:cubicBezTo>
                      <a:pt x="5057" y="12217"/>
                      <a:pt x="12306" y="4968"/>
                      <a:pt x="21248" y="4968"/>
                    </a:cubicBezTo>
                    <a:close/>
                    <a:moveTo>
                      <a:pt x="21248" y="168"/>
                    </a:moveTo>
                    <a:cubicBezTo>
                      <a:pt x="9655" y="168"/>
                      <a:pt x="257" y="9566"/>
                      <a:pt x="257" y="21159"/>
                    </a:cubicBezTo>
                    <a:cubicBezTo>
                      <a:pt x="257" y="32751"/>
                      <a:pt x="9655" y="42149"/>
                      <a:pt x="21248" y="42149"/>
                    </a:cubicBezTo>
                    <a:cubicBezTo>
                      <a:pt x="32840" y="42149"/>
                      <a:pt x="42238" y="32751"/>
                      <a:pt x="42238" y="21159"/>
                    </a:cubicBezTo>
                    <a:lnTo>
                      <a:pt x="42238" y="21159"/>
                    </a:lnTo>
                    <a:cubicBezTo>
                      <a:pt x="42238" y="9566"/>
                      <a:pt x="32840" y="168"/>
                      <a:pt x="21248" y="168"/>
                    </a:cubicBezTo>
                    <a:close/>
                  </a:path>
                </a:pathLst>
              </a:custGeom>
              <a:solidFill>
                <a:srgbClr val="000000"/>
              </a:solidFill>
              <a:ln w="4794" cap="sq">
                <a:noFill/>
                <a:prstDash val="solid"/>
                <a:round/>
              </a:ln>
            </p:spPr>
            <p:txBody>
              <a:bodyPr rtlCol="0" anchor="ctr"/>
              <a:lstStyle/>
              <a:p>
                <a:endParaRPr lang="en-US"/>
              </a:p>
            </p:txBody>
          </p:sp>
          <p:sp>
            <p:nvSpPr>
              <p:cNvPr id="2798" name="Freeform: Shape 2797">
                <a:extLst>
                  <a:ext uri="{FF2B5EF4-FFF2-40B4-BE49-F238E27FC236}">
                    <a16:creationId xmlns:a16="http://schemas.microsoft.com/office/drawing/2014/main" id="{3A9720FC-79D3-9864-8488-12BA48A093CF}"/>
                  </a:ext>
                </a:extLst>
              </p:cNvPr>
              <p:cNvSpPr/>
              <p:nvPr/>
            </p:nvSpPr>
            <p:spPr>
              <a:xfrm>
                <a:off x="7752415" y="8093266"/>
                <a:ext cx="37180" cy="37180"/>
              </a:xfrm>
              <a:custGeom>
                <a:avLst/>
                <a:gdLst>
                  <a:gd name="connsiteX0" fmla="*/ 37451 w 37180"/>
                  <a:gd name="connsiteY0" fmla="*/ 18780 h 37180"/>
                  <a:gd name="connsiteX1" fmla="*/ 18861 w 37180"/>
                  <a:gd name="connsiteY1" fmla="*/ 37370 h 37180"/>
                  <a:gd name="connsiteX2" fmla="*/ 270 w 37180"/>
                  <a:gd name="connsiteY2" fmla="*/ 18780 h 37180"/>
                  <a:gd name="connsiteX3" fmla="*/ 18861 w 37180"/>
                  <a:gd name="connsiteY3" fmla="*/ 189 h 37180"/>
                  <a:gd name="connsiteX4" fmla="*/ 37451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80"/>
                    </a:moveTo>
                    <a:cubicBezTo>
                      <a:pt x="37451" y="29047"/>
                      <a:pt x="29128" y="37370"/>
                      <a:pt x="18861" y="37370"/>
                    </a:cubicBezTo>
                    <a:cubicBezTo>
                      <a:pt x="8593" y="37370"/>
                      <a:pt x="270" y="29047"/>
                      <a:pt x="270" y="18780"/>
                    </a:cubicBezTo>
                    <a:cubicBezTo>
                      <a:pt x="270" y="8513"/>
                      <a:pt x="8593" y="189"/>
                      <a:pt x="18861" y="189"/>
                    </a:cubicBezTo>
                    <a:cubicBezTo>
                      <a:pt x="29128" y="189"/>
                      <a:pt x="37451" y="8513"/>
                      <a:pt x="37451" y="18780"/>
                    </a:cubicBezTo>
                    <a:close/>
                  </a:path>
                </a:pathLst>
              </a:custGeom>
              <a:solidFill>
                <a:srgbClr val="F7F5F5"/>
              </a:solidFill>
              <a:ln w="5753" cap="sq">
                <a:noFill/>
                <a:prstDash val="solid"/>
                <a:miter/>
              </a:ln>
            </p:spPr>
            <p:txBody>
              <a:bodyPr rtlCol="0" anchor="ctr"/>
              <a:lstStyle/>
              <a:p>
                <a:endParaRPr lang="en-US"/>
              </a:p>
            </p:txBody>
          </p:sp>
          <p:sp>
            <p:nvSpPr>
              <p:cNvPr id="2799" name="Freeform: Shape 2798">
                <a:extLst>
                  <a:ext uri="{FF2B5EF4-FFF2-40B4-BE49-F238E27FC236}">
                    <a16:creationId xmlns:a16="http://schemas.microsoft.com/office/drawing/2014/main" id="{522F961D-71BC-C236-1BCB-ADCECC2B5527}"/>
                  </a:ext>
                </a:extLst>
              </p:cNvPr>
              <p:cNvSpPr/>
              <p:nvPr/>
            </p:nvSpPr>
            <p:spPr>
              <a:xfrm>
                <a:off x="7750015" y="8090866"/>
                <a:ext cx="41981" cy="41981"/>
              </a:xfrm>
              <a:custGeom>
                <a:avLst/>
                <a:gdLst>
                  <a:gd name="connsiteX0" fmla="*/ 21261 w 41981"/>
                  <a:gd name="connsiteY0" fmla="*/ 4990 h 41981"/>
                  <a:gd name="connsiteX1" fmla="*/ 37451 w 41981"/>
                  <a:gd name="connsiteY1" fmla="*/ 21180 h 41981"/>
                  <a:gd name="connsiteX2" fmla="*/ 37451 w 41981"/>
                  <a:gd name="connsiteY2" fmla="*/ 21180 h 41981"/>
                  <a:gd name="connsiteX3" fmla="*/ 21261 w 41981"/>
                  <a:gd name="connsiteY3" fmla="*/ 37370 h 41981"/>
                  <a:gd name="connsiteX4" fmla="*/ 5071 w 41981"/>
                  <a:gd name="connsiteY4" fmla="*/ 21180 h 41981"/>
                  <a:gd name="connsiteX5" fmla="*/ 21261 w 41981"/>
                  <a:gd name="connsiteY5" fmla="*/ 4990 h 41981"/>
                  <a:gd name="connsiteX6" fmla="*/ 21261 w 41981"/>
                  <a:gd name="connsiteY6" fmla="*/ 189 h 41981"/>
                  <a:gd name="connsiteX7" fmla="*/ 270 w 41981"/>
                  <a:gd name="connsiteY7" fmla="*/ 21180 h 41981"/>
                  <a:gd name="connsiteX8" fmla="*/ 21261 w 41981"/>
                  <a:gd name="connsiteY8" fmla="*/ 42171 h 41981"/>
                  <a:gd name="connsiteX9" fmla="*/ 42251 w 41981"/>
                  <a:gd name="connsiteY9" fmla="*/ 21180 h 41981"/>
                  <a:gd name="connsiteX10" fmla="*/ 42251 w 41981"/>
                  <a:gd name="connsiteY10" fmla="*/ 21180 h 41981"/>
                  <a:gd name="connsiteX11" fmla="*/ 21261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90"/>
                    </a:moveTo>
                    <a:cubicBezTo>
                      <a:pt x="30203" y="4990"/>
                      <a:pt x="37451" y="12238"/>
                      <a:pt x="37451" y="21180"/>
                    </a:cubicBezTo>
                    <a:lnTo>
                      <a:pt x="37451" y="21180"/>
                    </a:lnTo>
                    <a:cubicBezTo>
                      <a:pt x="37451" y="30122"/>
                      <a:pt x="30203" y="37370"/>
                      <a:pt x="21261" y="37370"/>
                    </a:cubicBezTo>
                    <a:cubicBezTo>
                      <a:pt x="12319" y="37370"/>
                      <a:pt x="5071" y="30122"/>
                      <a:pt x="5071" y="21180"/>
                    </a:cubicBezTo>
                    <a:cubicBezTo>
                      <a:pt x="5071" y="12238"/>
                      <a:pt x="12319" y="4990"/>
                      <a:pt x="21261" y="4990"/>
                    </a:cubicBezTo>
                    <a:close/>
                    <a:moveTo>
                      <a:pt x="21261" y="189"/>
                    </a:moveTo>
                    <a:cubicBezTo>
                      <a:pt x="9668" y="189"/>
                      <a:pt x="270" y="9587"/>
                      <a:pt x="270" y="21180"/>
                    </a:cubicBezTo>
                    <a:cubicBezTo>
                      <a:pt x="270" y="32772"/>
                      <a:pt x="9668" y="42171"/>
                      <a:pt x="21261" y="42171"/>
                    </a:cubicBezTo>
                    <a:cubicBezTo>
                      <a:pt x="32853" y="42171"/>
                      <a:pt x="42251" y="32772"/>
                      <a:pt x="42251" y="21180"/>
                    </a:cubicBezTo>
                    <a:lnTo>
                      <a:pt x="42251" y="21180"/>
                    </a:lnTo>
                    <a:cubicBezTo>
                      <a:pt x="42251" y="9587"/>
                      <a:pt x="32853" y="189"/>
                      <a:pt x="21261" y="189"/>
                    </a:cubicBezTo>
                    <a:close/>
                  </a:path>
                </a:pathLst>
              </a:custGeom>
              <a:solidFill>
                <a:srgbClr val="000000"/>
              </a:solidFill>
              <a:ln w="4794" cap="sq">
                <a:noFill/>
                <a:prstDash val="solid"/>
                <a:round/>
              </a:ln>
            </p:spPr>
            <p:txBody>
              <a:bodyPr rtlCol="0" anchor="ctr"/>
              <a:lstStyle/>
              <a:p>
                <a:endParaRPr lang="en-US"/>
              </a:p>
            </p:txBody>
          </p:sp>
          <p:sp>
            <p:nvSpPr>
              <p:cNvPr id="2800" name="Freeform: Shape 2799">
                <a:extLst>
                  <a:ext uri="{FF2B5EF4-FFF2-40B4-BE49-F238E27FC236}">
                    <a16:creationId xmlns:a16="http://schemas.microsoft.com/office/drawing/2014/main" id="{470A017D-34F5-0A57-8776-9C8911BF8C60}"/>
                  </a:ext>
                </a:extLst>
              </p:cNvPr>
              <p:cNvSpPr/>
              <p:nvPr/>
            </p:nvSpPr>
            <p:spPr>
              <a:xfrm>
                <a:off x="7720182" y="7859687"/>
                <a:ext cx="37180" cy="37180"/>
              </a:xfrm>
              <a:custGeom>
                <a:avLst/>
                <a:gdLst>
                  <a:gd name="connsiteX0" fmla="*/ 37445 w 37180"/>
                  <a:gd name="connsiteY0" fmla="*/ 18739 h 37180"/>
                  <a:gd name="connsiteX1" fmla="*/ 18855 w 37180"/>
                  <a:gd name="connsiteY1" fmla="*/ 37330 h 37180"/>
                  <a:gd name="connsiteX2" fmla="*/ 265 w 37180"/>
                  <a:gd name="connsiteY2" fmla="*/ 18739 h 37180"/>
                  <a:gd name="connsiteX3" fmla="*/ 18855 w 37180"/>
                  <a:gd name="connsiteY3" fmla="*/ 149 h 37180"/>
                  <a:gd name="connsiteX4" fmla="*/ 37445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39"/>
                    </a:moveTo>
                    <a:cubicBezTo>
                      <a:pt x="37445" y="29006"/>
                      <a:pt x="29122" y="37330"/>
                      <a:pt x="18855" y="37330"/>
                    </a:cubicBezTo>
                    <a:cubicBezTo>
                      <a:pt x="8588" y="37330"/>
                      <a:pt x="265" y="29006"/>
                      <a:pt x="265" y="18739"/>
                    </a:cubicBezTo>
                    <a:cubicBezTo>
                      <a:pt x="265" y="8472"/>
                      <a:pt x="8588" y="149"/>
                      <a:pt x="18855" y="149"/>
                    </a:cubicBezTo>
                    <a:cubicBezTo>
                      <a:pt x="29122" y="149"/>
                      <a:pt x="37445" y="8472"/>
                      <a:pt x="37445" y="18739"/>
                    </a:cubicBezTo>
                    <a:close/>
                  </a:path>
                </a:pathLst>
              </a:custGeom>
              <a:solidFill>
                <a:srgbClr val="F6F7F6"/>
              </a:solidFill>
              <a:ln w="5753" cap="sq">
                <a:noFill/>
                <a:prstDash val="solid"/>
                <a:miter/>
              </a:ln>
            </p:spPr>
            <p:txBody>
              <a:bodyPr rtlCol="0" anchor="ctr"/>
              <a:lstStyle/>
              <a:p>
                <a:endParaRPr lang="en-US"/>
              </a:p>
            </p:txBody>
          </p:sp>
          <p:sp>
            <p:nvSpPr>
              <p:cNvPr id="2801" name="Freeform: Shape 2800">
                <a:extLst>
                  <a:ext uri="{FF2B5EF4-FFF2-40B4-BE49-F238E27FC236}">
                    <a16:creationId xmlns:a16="http://schemas.microsoft.com/office/drawing/2014/main" id="{608A4CF1-9B51-7EA3-5FD6-2D0D2FF0D104}"/>
                  </a:ext>
                </a:extLst>
              </p:cNvPr>
              <p:cNvSpPr/>
              <p:nvPr/>
            </p:nvSpPr>
            <p:spPr>
              <a:xfrm>
                <a:off x="7717782" y="7857287"/>
                <a:ext cx="41981" cy="41981"/>
              </a:xfrm>
              <a:custGeom>
                <a:avLst/>
                <a:gdLst>
                  <a:gd name="connsiteX0" fmla="*/ 21255 w 41981"/>
                  <a:gd name="connsiteY0" fmla="*/ 4949 h 41981"/>
                  <a:gd name="connsiteX1" fmla="*/ 37445 w 41981"/>
                  <a:gd name="connsiteY1" fmla="*/ 21139 h 41981"/>
                  <a:gd name="connsiteX2" fmla="*/ 37445 w 41981"/>
                  <a:gd name="connsiteY2" fmla="*/ 21139 h 41981"/>
                  <a:gd name="connsiteX3" fmla="*/ 21255 w 41981"/>
                  <a:gd name="connsiteY3" fmla="*/ 37330 h 41981"/>
                  <a:gd name="connsiteX4" fmla="*/ 5065 w 41981"/>
                  <a:gd name="connsiteY4" fmla="*/ 21139 h 41981"/>
                  <a:gd name="connsiteX5" fmla="*/ 21255 w 41981"/>
                  <a:gd name="connsiteY5" fmla="*/ 4949 h 41981"/>
                  <a:gd name="connsiteX6" fmla="*/ 21255 w 41981"/>
                  <a:gd name="connsiteY6" fmla="*/ 149 h 41981"/>
                  <a:gd name="connsiteX7" fmla="*/ 265 w 41981"/>
                  <a:gd name="connsiteY7" fmla="*/ 21139 h 41981"/>
                  <a:gd name="connsiteX8" fmla="*/ 21255 w 41981"/>
                  <a:gd name="connsiteY8" fmla="*/ 42130 h 41981"/>
                  <a:gd name="connsiteX9" fmla="*/ 42246 w 41981"/>
                  <a:gd name="connsiteY9" fmla="*/ 21139 h 41981"/>
                  <a:gd name="connsiteX10" fmla="*/ 42246 w 41981"/>
                  <a:gd name="connsiteY10" fmla="*/ 21139 h 41981"/>
                  <a:gd name="connsiteX11" fmla="*/ 21255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49"/>
                    </a:moveTo>
                    <a:cubicBezTo>
                      <a:pt x="30197" y="4949"/>
                      <a:pt x="37445" y="12198"/>
                      <a:pt x="37445" y="21139"/>
                    </a:cubicBezTo>
                    <a:lnTo>
                      <a:pt x="37445" y="21139"/>
                    </a:lnTo>
                    <a:cubicBezTo>
                      <a:pt x="37445" y="30081"/>
                      <a:pt x="30197" y="37330"/>
                      <a:pt x="21255" y="37330"/>
                    </a:cubicBezTo>
                    <a:cubicBezTo>
                      <a:pt x="12313" y="37330"/>
                      <a:pt x="5065" y="30081"/>
                      <a:pt x="5065" y="21139"/>
                    </a:cubicBezTo>
                    <a:cubicBezTo>
                      <a:pt x="5065" y="12198"/>
                      <a:pt x="12313" y="4949"/>
                      <a:pt x="21255" y="4949"/>
                    </a:cubicBezTo>
                    <a:close/>
                    <a:moveTo>
                      <a:pt x="21255" y="149"/>
                    </a:moveTo>
                    <a:cubicBezTo>
                      <a:pt x="9663" y="149"/>
                      <a:pt x="265" y="9547"/>
                      <a:pt x="265" y="21139"/>
                    </a:cubicBezTo>
                    <a:cubicBezTo>
                      <a:pt x="265" y="32732"/>
                      <a:pt x="9663" y="42130"/>
                      <a:pt x="21255" y="42130"/>
                    </a:cubicBezTo>
                    <a:cubicBezTo>
                      <a:pt x="32848" y="42130"/>
                      <a:pt x="42246" y="32732"/>
                      <a:pt x="42246" y="21139"/>
                    </a:cubicBezTo>
                    <a:lnTo>
                      <a:pt x="42246" y="21139"/>
                    </a:lnTo>
                    <a:cubicBezTo>
                      <a:pt x="42246" y="9547"/>
                      <a:pt x="32848" y="149"/>
                      <a:pt x="21255" y="149"/>
                    </a:cubicBezTo>
                    <a:close/>
                  </a:path>
                </a:pathLst>
              </a:custGeom>
              <a:solidFill>
                <a:srgbClr val="000000"/>
              </a:solidFill>
              <a:ln w="4794" cap="sq">
                <a:noFill/>
                <a:prstDash val="solid"/>
                <a:round/>
              </a:ln>
            </p:spPr>
            <p:txBody>
              <a:bodyPr rtlCol="0" anchor="ctr"/>
              <a:lstStyle/>
              <a:p>
                <a:endParaRPr lang="en-US"/>
              </a:p>
            </p:txBody>
          </p:sp>
          <p:sp>
            <p:nvSpPr>
              <p:cNvPr id="2802" name="Freeform: Shape 2801">
                <a:extLst>
                  <a:ext uri="{FF2B5EF4-FFF2-40B4-BE49-F238E27FC236}">
                    <a16:creationId xmlns:a16="http://schemas.microsoft.com/office/drawing/2014/main" id="{32EA6F54-B879-CDA0-E162-F56AE6FB131A}"/>
                  </a:ext>
                </a:extLst>
              </p:cNvPr>
              <p:cNvSpPr/>
              <p:nvPr/>
            </p:nvSpPr>
            <p:spPr>
              <a:xfrm>
                <a:off x="7313255" y="7877808"/>
                <a:ext cx="37180" cy="37180"/>
              </a:xfrm>
              <a:custGeom>
                <a:avLst/>
                <a:gdLst>
                  <a:gd name="connsiteX0" fmla="*/ 37375 w 37180"/>
                  <a:gd name="connsiteY0" fmla="*/ 18742 h 37180"/>
                  <a:gd name="connsiteX1" fmla="*/ 18784 w 37180"/>
                  <a:gd name="connsiteY1" fmla="*/ 37333 h 37180"/>
                  <a:gd name="connsiteX2" fmla="*/ 194 w 37180"/>
                  <a:gd name="connsiteY2" fmla="*/ 18742 h 37180"/>
                  <a:gd name="connsiteX3" fmla="*/ 18784 w 37180"/>
                  <a:gd name="connsiteY3" fmla="*/ 152 h 37180"/>
                  <a:gd name="connsiteX4" fmla="*/ 37375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375" y="18742"/>
                    </a:moveTo>
                    <a:cubicBezTo>
                      <a:pt x="37375" y="29010"/>
                      <a:pt x="29052" y="37333"/>
                      <a:pt x="18784" y="37333"/>
                    </a:cubicBezTo>
                    <a:cubicBezTo>
                      <a:pt x="8517" y="37333"/>
                      <a:pt x="194" y="29010"/>
                      <a:pt x="194" y="18742"/>
                    </a:cubicBezTo>
                    <a:cubicBezTo>
                      <a:pt x="194" y="8475"/>
                      <a:pt x="8517" y="152"/>
                      <a:pt x="18784" y="152"/>
                    </a:cubicBezTo>
                    <a:cubicBezTo>
                      <a:pt x="29052" y="152"/>
                      <a:pt x="37375" y="8475"/>
                      <a:pt x="37375" y="18742"/>
                    </a:cubicBezTo>
                    <a:close/>
                  </a:path>
                </a:pathLst>
              </a:custGeom>
              <a:solidFill>
                <a:srgbClr val="F7A500"/>
              </a:solidFill>
              <a:ln w="5753" cap="sq">
                <a:noFill/>
                <a:prstDash val="solid"/>
                <a:miter/>
              </a:ln>
            </p:spPr>
            <p:txBody>
              <a:bodyPr rtlCol="0" anchor="ctr"/>
              <a:lstStyle/>
              <a:p>
                <a:endParaRPr lang="en-US"/>
              </a:p>
            </p:txBody>
          </p:sp>
          <p:sp>
            <p:nvSpPr>
              <p:cNvPr id="2803" name="Freeform: Shape 2802">
                <a:extLst>
                  <a:ext uri="{FF2B5EF4-FFF2-40B4-BE49-F238E27FC236}">
                    <a16:creationId xmlns:a16="http://schemas.microsoft.com/office/drawing/2014/main" id="{E0AEB9DE-5863-C1BD-1A99-32845E5719CE}"/>
                  </a:ext>
                </a:extLst>
              </p:cNvPr>
              <p:cNvSpPr/>
              <p:nvPr/>
            </p:nvSpPr>
            <p:spPr>
              <a:xfrm>
                <a:off x="7310855" y="7875408"/>
                <a:ext cx="41981" cy="41981"/>
              </a:xfrm>
              <a:custGeom>
                <a:avLst/>
                <a:gdLst>
                  <a:gd name="connsiteX0" fmla="*/ 21185 w 41981"/>
                  <a:gd name="connsiteY0" fmla="*/ 4952 h 41981"/>
                  <a:gd name="connsiteX1" fmla="*/ 37375 w 41981"/>
                  <a:gd name="connsiteY1" fmla="*/ 21143 h 41981"/>
                  <a:gd name="connsiteX2" fmla="*/ 37375 w 41981"/>
                  <a:gd name="connsiteY2" fmla="*/ 21143 h 41981"/>
                  <a:gd name="connsiteX3" fmla="*/ 21185 w 41981"/>
                  <a:gd name="connsiteY3" fmla="*/ 37333 h 41981"/>
                  <a:gd name="connsiteX4" fmla="*/ 4994 w 41981"/>
                  <a:gd name="connsiteY4" fmla="*/ 21143 h 41981"/>
                  <a:gd name="connsiteX5" fmla="*/ 21185 w 41981"/>
                  <a:gd name="connsiteY5" fmla="*/ 4952 h 41981"/>
                  <a:gd name="connsiteX6" fmla="*/ 21185 w 41981"/>
                  <a:gd name="connsiteY6" fmla="*/ 152 h 41981"/>
                  <a:gd name="connsiteX7" fmla="*/ 194 w 41981"/>
                  <a:gd name="connsiteY7" fmla="*/ 21143 h 41981"/>
                  <a:gd name="connsiteX8" fmla="*/ 21185 w 41981"/>
                  <a:gd name="connsiteY8" fmla="*/ 42133 h 41981"/>
                  <a:gd name="connsiteX9" fmla="*/ 42175 w 41981"/>
                  <a:gd name="connsiteY9" fmla="*/ 21143 h 41981"/>
                  <a:gd name="connsiteX10" fmla="*/ 42175 w 41981"/>
                  <a:gd name="connsiteY10" fmla="*/ 21143 h 41981"/>
                  <a:gd name="connsiteX11" fmla="*/ 21185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185" y="4952"/>
                    </a:moveTo>
                    <a:cubicBezTo>
                      <a:pt x="30126" y="4952"/>
                      <a:pt x="37375" y="12201"/>
                      <a:pt x="37375" y="21143"/>
                    </a:cubicBezTo>
                    <a:lnTo>
                      <a:pt x="37375" y="21143"/>
                    </a:lnTo>
                    <a:cubicBezTo>
                      <a:pt x="37375" y="30084"/>
                      <a:pt x="30126" y="37333"/>
                      <a:pt x="21185" y="37333"/>
                    </a:cubicBezTo>
                    <a:cubicBezTo>
                      <a:pt x="12243" y="37333"/>
                      <a:pt x="4994" y="30084"/>
                      <a:pt x="4994" y="21143"/>
                    </a:cubicBezTo>
                    <a:cubicBezTo>
                      <a:pt x="4994" y="12201"/>
                      <a:pt x="12243" y="4952"/>
                      <a:pt x="21185" y="4952"/>
                    </a:cubicBezTo>
                    <a:close/>
                    <a:moveTo>
                      <a:pt x="21185" y="152"/>
                    </a:moveTo>
                    <a:cubicBezTo>
                      <a:pt x="9592" y="152"/>
                      <a:pt x="194" y="9550"/>
                      <a:pt x="194" y="21143"/>
                    </a:cubicBezTo>
                    <a:cubicBezTo>
                      <a:pt x="194" y="32735"/>
                      <a:pt x="9592" y="42133"/>
                      <a:pt x="21185" y="42133"/>
                    </a:cubicBezTo>
                    <a:cubicBezTo>
                      <a:pt x="32777" y="42133"/>
                      <a:pt x="42175" y="32735"/>
                      <a:pt x="42175" y="21143"/>
                    </a:cubicBezTo>
                    <a:lnTo>
                      <a:pt x="42175" y="21143"/>
                    </a:lnTo>
                    <a:cubicBezTo>
                      <a:pt x="42175" y="9550"/>
                      <a:pt x="32777" y="152"/>
                      <a:pt x="21185" y="152"/>
                    </a:cubicBezTo>
                    <a:close/>
                  </a:path>
                </a:pathLst>
              </a:custGeom>
              <a:solidFill>
                <a:srgbClr val="000000"/>
              </a:solidFill>
              <a:ln w="4794" cap="sq">
                <a:noFill/>
                <a:prstDash val="solid"/>
                <a:round/>
              </a:ln>
            </p:spPr>
            <p:txBody>
              <a:bodyPr rtlCol="0" anchor="ctr"/>
              <a:lstStyle/>
              <a:p>
                <a:endParaRPr lang="en-US"/>
              </a:p>
            </p:txBody>
          </p:sp>
          <p:sp>
            <p:nvSpPr>
              <p:cNvPr id="2804" name="Freeform: Shape 2803">
                <a:extLst>
                  <a:ext uri="{FF2B5EF4-FFF2-40B4-BE49-F238E27FC236}">
                    <a16:creationId xmlns:a16="http://schemas.microsoft.com/office/drawing/2014/main" id="{DA7453BD-08D4-32BE-DBA6-6BFF013602FA}"/>
                  </a:ext>
                </a:extLst>
              </p:cNvPr>
              <p:cNvSpPr/>
              <p:nvPr/>
            </p:nvSpPr>
            <p:spPr>
              <a:xfrm>
                <a:off x="7658775" y="7803348"/>
                <a:ext cx="37180" cy="37180"/>
              </a:xfrm>
              <a:custGeom>
                <a:avLst/>
                <a:gdLst>
                  <a:gd name="connsiteX0" fmla="*/ 37435 w 37180"/>
                  <a:gd name="connsiteY0" fmla="*/ 18729 h 37180"/>
                  <a:gd name="connsiteX1" fmla="*/ 18844 w 37180"/>
                  <a:gd name="connsiteY1" fmla="*/ 37320 h 37180"/>
                  <a:gd name="connsiteX2" fmla="*/ 254 w 37180"/>
                  <a:gd name="connsiteY2" fmla="*/ 18729 h 37180"/>
                  <a:gd name="connsiteX3" fmla="*/ 18844 w 37180"/>
                  <a:gd name="connsiteY3" fmla="*/ 139 h 37180"/>
                  <a:gd name="connsiteX4" fmla="*/ 37435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29"/>
                    </a:moveTo>
                    <a:cubicBezTo>
                      <a:pt x="37435" y="28997"/>
                      <a:pt x="29112" y="37320"/>
                      <a:pt x="18844" y="37320"/>
                    </a:cubicBezTo>
                    <a:cubicBezTo>
                      <a:pt x="8577" y="37320"/>
                      <a:pt x="254" y="28997"/>
                      <a:pt x="254" y="18729"/>
                    </a:cubicBezTo>
                    <a:cubicBezTo>
                      <a:pt x="254" y="8462"/>
                      <a:pt x="8577" y="139"/>
                      <a:pt x="18844" y="139"/>
                    </a:cubicBezTo>
                    <a:cubicBezTo>
                      <a:pt x="29112" y="139"/>
                      <a:pt x="37435" y="8462"/>
                      <a:pt x="37435" y="18729"/>
                    </a:cubicBezTo>
                    <a:close/>
                  </a:path>
                </a:pathLst>
              </a:custGeom>
              <a:solidFill>
                <a:srgbClr val="F7E8E8"/>
              </a:solidFill>
              <a:ln w="5753" cap="sq">
                <a:noFill/>
                <a:prstDash val="solid"/>
                <a:miter/>
              </a:ln>
            </p:spPr>
            <p:txBody>
              <a:bodyPr rtlCol="0" anchor="ctr"/>
              <a:lstStyle/>
              <a:p>
                <a:endParaRPr lang="en-US"/>
              </a:p>
            </p:txBody>
          </p:sp>
          <p:sp>
            <p:nvSpPr>
              <p:cNvPr id="2805" name="Freeform: Shape 2804">
                <a:extLst>
                  <a:ext uri="{FF2B5EF4-FFF2-40B4-BE49-F238E27FC236}">
                    <a16:creationId xmlns:a16="http://schemas.microsoft.com/office/drawing/2014/main" id="{9C6307E2-A1E4-8C8C-91D6-967F76B8E1F8}"/>
                  </a:ext>
                </a:extLst>
              </p:cNvPr>
              <p:cNvSpPr/>
              <p:nvPr/>
            </p:nvSpPr>
            <p:spPr>
              <a:xfrm>
                <a:off x="7656374" y="7800948"/>
                <a:ext cx="41981" cy="41981"/>
              </a:xfrm>
              <a:custGeom>
                <a:avLst/>
                <a:gdLst>
                  <a:gd name="connsiteX0" fmla="*/ 21245 w 41981"/>
                  <a:gd name="connsiteY0" fmla="*/ 4939 h 41981"/>
                  <a:gd name="connsiteX1" fmla="*/ 37435 w 41981"/>
                  <a:gd name="connsiteY1" fmla="*/ 21130 h 41981"/>
                  <a:gd name="connsiteX2" fmla="*/ 37435 w 41981"/>
                  <a:gd name="connsiteY2" fmla="*/ 21130 h 41981"/>
                  <a:gd name="connsiteX3" fmla="*/ 21245 w 41981"/>
                  <a:gd name="connsiteY3" fmla="*/ 37320 h 41981"/>
                  <a:gd name="connsiteX4" fmla="*/ 5054 w 41981"/>
                  <a:gd name="connsiteY4" fmla="*/ 21130 h 41981"/>
                  <a:gd name="connsiteX5" fmla="*/ 21245 w 41981"/>
                  <a:gd name="connsiteY5" fmla="*/ 4939 h 41981"/>
                  <a:gd name="connsiteX6" fmla="*/ 21245 w 41981"/>
                  <a:gd name="connsiteY6" fmla="*/ 139 h 41981"/>
                  <a:gd name="connsiteX7" fmla="*/ 254 w 41981"/>
                  <a:gd name="connsiteY7" fmla="*/ 21130 h 41981"/>
                  <a:gd name="connsiteX8" fmla="*/ 21245 w 41981"/>
                  <a:gd name="connsiteY8" fmla="*/ 42120 h 41981"/>
                  <a:gd name="connsiteX9" fmla="*/ 42235 w 41981"/>
                  <a:gd name="connsiteY9" fmla="*/ 21130 h 41981"/>
                  <a:gd name="connsiteX10" fmla="*/ 42235 w 41981"/>
                  <a:gd name="connsiteY10" fmla="*/ 21130 h 41981"/>
                  <a:gd name="connsiteX11" fmla="*/ 21245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39"/>
                    </a:moveTo>
                    <a:cubicBezTo>
                      <a:pt x="30186" y="4939"/>
                      <a:pt x="37435" y="12188"/>
                      <a:pt x="37435" y="21130"/>
                    </a:cubicBezTo>
                    <a:lnTo>
                      <a:pt x="37435" y="21130"/>
                    </a:lnTo>
                    <a:cubicBezTo>
                      <a:pt x="37435" y="30071"/>
                      <a:pt x="30186" y="37320"/>
                      <a:pt x="21245" y="37320"/>
                    </a:cubicBezTo>
                    <a:cubicBezTo>
                      <a:pt x="12303" y="37320"/>
                      <a:pt x="5054" y="30071"/>
                      <a:pt x="5054" y="21130"/>
                    </a:cubicBezTo>
                    <a:cubicBezTo>
                      <a:pt x="5054" y="12188"/>
                      <a:pt x="12303" y="4939"/>
                      <a:pt x="21245" y="4939"/>
                    </a:cubicBezTo>
                    <a:close/>
                    <a:moveTo>
                      <a:pt x="21245" y="139"/>
                    </a:moveTo>
                    <a:cubicBezTo>
                      <a:pt x="9652" y="139"/>
                      <a:pt x="254" y="9537"/>
                      <a:pt x="254" y="21130"/>
                    </a:cubicBezTo>
                    <a:cubicBezTo>
                      <a:pt x="254" y="32722"/>
                      <a:pt x="9652" y="42120"/>
                      <a:pt x="21245" y="42120"/>
                    </a:cubicBezTo>
                    <a:cubicBezTo>
                      <a:pt x="32837" y="42120"/>
                      <a:pt x="42235" y="32722"/>
                      <a:pt x="42235" y="21130"/>
                    </a:cubicBezTo>
                    <a:lnTo>
                      <a:pt x="42235" y="21130"/>
                    </a:lnTo>
                    <a:cubicBezTo>
                      <a:pt x="42235" y="9537"/>
                      <a:pt x="32837" y="139"/>
                      <a:pt x="21245" y="139"/>
                    </a:cubicBezTo>
                    <a:close/>
                  </a:path>
                </a:pathLst>
              </a:custGeom>
              <a:solidFill>
                <a:srgbClr val="000000"/>
              </a:solidFill>
              <a:ln w="4794" cap="sq">
                <a:noFill/>
                <a:prstDash val="solid"/>
                <a:round/>
              </a:ln>
            </p:spPr>
            <p:txBody>
              <a:bodyPr rtlCol="0" anchor="ctr"/>
              <a:lstStyle/>
              <a:p>
                <a:endParaRPr lang="en-US"/>
              </a:p>
            </p:txBody>
          </p:sp>
          <p:sp>
            <p:nvSpPr>
              <p:cNvPr id="2806" name="Freeform: Shape 2805">
                <a:extLst>
                  <a:ext uri="{FF2B5EF4-FFF2-40B4-BE49-F238E27FC236}">
                    <a16:creationId xmlns:a16="http://schemas.microsoft.com/office/drawing/2014/main" id="{9E662A05-6C22-1274-C71F-39215A6D7DF7}"/>
                  </a:ext>
                </a:extLst>
              </p:cNvPr>
              <p:cNvSpPr/>
              <p:nvPr/>
            </p:nvSpPr>
            <p:spPr>
              <a:xfrm>
                <a:off x="7649530" y="8072525"/>
                <a:ext cx="37180" cy="37180"/>
              </a:xfrm>
              <a:custGeom>
                <a:avLst/>
                <a:gdLst>
                  <a:gd name="connsiteX0" fmla="*/ 37433 w 37180"/>
                  <a:gd name="connsiteY0" fmla="*/ 18776 h 37180"/>
                  <a:gd name="connsiteX1" fmla="*/ 18843 w 37180"/>
                  <a:gd name="connsiteY1" fmla="*/ 37367 h 37180"/>
                  <a:gd name="connsiteX2" fmla="*/ 252 w 37180"/>
                  <a:gd name="connsiteY2" fmla="*/ 18776 h 37180"/>
                  <a:gd name="connsiteX3" fmla="*/ 18843 w 37180"/>
                  <a:gd name="connsiteY3" fmla="*/ 186 h 37180"/>
                  <a:gd name="connsiteX4" fmla="*/ 37433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76"/>
                    </a:moveTo>
                    <a:cubicBezTo>
                      <a:pt x="37433" y="29043"/>
                      <a:pt x="29110" y="37367"/>
                      <a:pt x="18843" y="37367"/>
                    </a:cubicBezTo>
                    <a:cubicBezTo>
                      <a:pt x="8576" y="37367"/>
                      <a:pt x="252" y="29043"/>
                      <a:pt x="252" y="18776"/>
                    </a:cubicBezTo>
                    <a:cubicBezTo>
                      <a:pt x="252" y="8509"/>
                      <a:pt x="8576" y="186"/>
                      <a:pt x="18843" y="186"/>
                    </a:cubicBezTo>
                    <a:cubicBezTo>
                      <a:pt x="29110" y="186"/>
                      <a:pt x="37433" y="8509"/>
                      <a:pt x="37433" y="18776"/>
                    </a:cubicBezTo>
                    <a:close/>
                  </a:path>
                </a:pathLst>
              </a:custGeom>
              <a:solidFill>
                <a:srgbClr val="97F797"/>
              </a:solidFill>
              <a:ln w="5753" cap="sq">
                <a:noFill/>
                <a:prstDash val="solid"/>
                <a:miter/>
              </a:ln>
            </p:spPr>
            <p:txBody>
              <a:bodyPr rtlCol="0" anchor="ctr"/>
              <a:lstStyle/>
              <a:p>
                <a:endParaRPr lang="en-US"/>
              </a:p>
            </p:txBody>
          </p:sp>
          <p:sp>
            <p:nvSpPr>
              <p:cNvPr id="2807" name="Freeform: Shape 2806">
                <a:extLst>
                  <a:ext uri="{FF2B5EF4-FFF2-40B4-BE49-F238E27FC236}">
                    <a16:creationId xmlns:a16="http://schemas.microsoft.com/office/drawing/2014/main" id="{27E334B1-6374-EBE1-5FDF-975DC33E3F35}"/>
                  </a:ext>
                </a:extLst>
              </p:cNvPr>
              <p:cNvSpPr/>
              <p:nvPr/>
            </p:nvSpPr>
            <p:spPr>
              <a:xfrm>
                <a:off x="7647130" y="8070124"/>
                <a:ext cx="41981" cy="41981"/>
              </a:xfrm>
              <a:custGeom>
                <a:avLst/>
                <a:gdLst>
                  <a:gd name="connsiteX0" fmla="*/ 21243 w 41981"/>
                  <a:gd name="connsiteY0" fmla="*/ 4986 h 41981"/>
                  <a:gd name="connsiteX1" fmla="*/ 37433 w 41981"/>
                  <a:gd name="connsiteY1" fmla="*/ 21176 h 41981"/>
                  <a:gd name="connsiteX2" fmla="*/ 37433 w 41981"/>
                  <a:gd name="connsiteY2" fmla="*/ 21176 h 41981"/>
                  <a:gd name="connsiteX3" fmla="*/ 21243 w 41981"/>
                  <a:gd name="connsiteY3" fmla="*/ 37367 h 41981"/>
                  <a:gd name="connsiteX4" fmla="*/ 5053 w 41981"/>
                  <a:gd name="connsiteY4" fmla="*/ 21176 h 41981"/>
                  <a:gd name="connsiteX5" fmla="*/ 21243 w 41981"/>
                  <a:gd name="connsiteY5" fmla="*/ 4986 h 41981"/>
                  <a:gd name="connsiteX6" fmla="*/ 21243 w 41981"/>
                  <a:gd name="connsiteY6" fmla="*/ 186 h 41981"/>
                  <a:gd name="connsiteX7" fmla="*/ 252 w 41981"/>
                  <a:gd name="connsiteY7" fmla="*/ 21176 h 41981"/>
                  <a:gd name="connsiteX8" fmla="*/ 21243 w 41981"/>
                  <a:gd name="connsiteY8" fmla="*/ 42167 h 41981"/>
                  <a:gd name="connsiteX9" fmla="*/ 42234 w 41981"/>
                  <a:gd name="connsiteY9" fmla="*/ 21176 h 41981"/>
                  <a:gd name="connsiteX10" fmla="*/ 42234 w 41981"/>
                  <a:gd name="connsiteY10" fmla="*/ 21176 h 41981"/>
                  <a:gd name="connsiteX11" fmla="*/ 21243 w 41981"/>
                  <a:gd name="connsiteY11" fmla="*/ 18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6"/>
                    </a:moveTo>
                    <a:cubicBezTo>
                      <a:pt x="30185" y="4986"/>
                      <a:pt x="37433" y="12234"/>
                      <a:pt x="37433" y="21176"/>
                    </a:cubicBezTo>
                    <a:lnTo>
                      <a:pt x="37433" y="21176"/>
                    </a:lnTo>
                    <a:cubicBezTo>
                      <a:pt x="37433" y="30118"/>
                      <a:pt x="30185" y="37367"/>
                      <a:pt x="21243" y="37367"/>
                    </a:cubicBezTo>
                    <a:cubicBezTo>
                      <a:pt x="12301" y="37367"/>
                      <a:pt x="5053" y="30118"/>
                      <a:pt x="5053" y="21176"/>
                    </a:cubicBezTo>
                    <a:cubicBezTo>
                      <a:pt x="5053" y="12234"/>
                      <a:pt x="12301" y="4986"/>
                      <a:pt x="21243" y="4986"/>
                    </a:cubicBezTo>
                    <a:close/>
                    <a:moveTo>
                      <a:pt x="21243" y="186"/>
                    </a:moveTo>
                    <a:cubicBezTo>
                      <a:pt x="9650" y="186"/>
                      <a:pt x="252" y="9584"/>
                      <a:pt x="252" y="21176"/>
                    </a:cubicBezTo>
                    <a:cubicBezTo>
                      <a:pt x="252" y="32769"/>
                      <a:pt x="9650" y="42167"/>
                      <a:pt x="21243" y="42167"/>
                    </a:cubicBezTo>
                    <a:cubicBezTo>
                      <a:pt x="32836" y="42167"/>
                      <a:pt x="42234" y="32769"/>
                      <a:pt x="42234" y="21176"/>
                    </a:cubicBezTo>
                    <a:lnTo>
                      <a:pt x="42234" y="21176"/>
                    </a:lnTo>
                    <a:cubicBezTo>
                      <a:pt x="42234" y="9584"/>
                      <a:pt x="32836" y="186"/>
                      <a:pt x="21243" y="186"/>
                    </a:cubicBezTo>
                    <a:close/>
                  </a:path>
                </a:pathLst>
              </a:custGeom>
              <a:solidFill>
                <a:srgbClr val="000000"/>
              </a:solidFill>
              <a:ln w="4794" cap="sq">
                <a:noFill/>
                <a:prstDash val="solid"/>
                <a:round/>
              </a:ln>
            </p:spPr>
            <p:txBody>
              <a:bodyPr rtlCol="0" anchor="ctr"/>
              <a:lstStyle/>
              <a:p>
                <a:endParaRPr lang="en-US"/>
              </a:p>
            </p:txBody>
          </p:sp>
          <p:sp>
            <p:nvSpPr>
              <p:cNvPr id="2808" name="Freeform: Shape 2807">
                <a:extLst>
                  <a:ext uri="{FF2B5EF4-FFF2-40B4-BE49-F238E27FC236}">
                    <a16:creationId xmlns:a16="http://schemas.microsoft.com/office/drawing/2014/main" id="{115782D0-C02F-B777-E182-60BBD15CB922}"/>
                  </a:ext>
                </a:extLst>
              </p:cNvPr>
              <p:cNvSpPr/>
              <p:nvPr/>
            </p:nvSpPr>
            <p:spPr>
              <a:xfrm>
                <a:off x="7907918" y="8018928"/>
                <a:ext cx="37180" cy="37180"/>
              </a:xfrm>
              <a:custGeom>
                <a:avLst/>
                <a:gdLst>
                  <a:gd name="connsiteX0" fmla="*/ 37478 w 37180"/>
                  <a:gd name="connsiteY0" fmla="*/ 18767 h 37180"/>
                  <a:gd name="connsiteX1" fmla="*/ 18888 w 37180"/>
                  <a:gd name="connsiteY1" fmla="*/ 37357 h 37180"/>
                  <a:gd name="connsiteX2" fmla="*/ 297 w 37180"/>
                  <a:gd name="connsiteY2" fmla="*/ 18767 h 37180"/>
                  <a:gd name="connsiteX3" fmla="*/ 18888 w 37180"/>
                  <a:gd name="connsiteY3" fmla="*/ 176 h 37180"/>
                  <a:gd name="connsiteX4" fmla="*/ 37478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8" y="18767"/>
                    </a:moveTo>
                    <a:cubicBezTo>
                      <a:pt x="37478" y="29034"/>
                      <a:pt x="29155" y="37357"/>
                      <a:pt x="18888" y="37357"/>
                    </a:cubicBezTo>
                    <a:cubicBezTo>
                      <a:pt x="8620" y="37357"/>
                      <a:pt x="297" y="29034"/>
                      <a:pt x="297" y="18767"/>
                    </a:cubicBezTo>
                    <a:cubicBezTo>
                      <a:pt x="297" y="8500"/>
                      <a:pt x="8620" y="176"/>
                      <a:pt x="18888" y="176"/>
                    </a:cubicBezTo>
                    <a:cubicBezTo>
                      <a:pt x="29155" y="176"/>
                      <a:pt x="37478" y="8500"/>
                      <a:pt x="37478" y="18767"/>
                    </a:cubicBezTo>
                    <a:close/>
                  </a:path>
                </a:pathLst>
              </a:custGeom>
              <a:solidFill>
                <a:srgbClr val="A4F7A4"/>
              </a:solidFill>
              <a:ln w="5753" cap="sq">
                <a:noFill/>
                <a:prstDash val="solid"/>
                <a:miter/>
              </a:ln>
            </p:spPr>
            <p:txBody>
              <a:bodyPr rtlCol="0" anchor="ctr"/>
              <a:lstStyle/>
              <a:p>
                <a:endParaRPr lang="en-US"/>
              </a:p>
            </p:txBody>
          </p:sp>
          <p:sp>
            <p:nvSpPr>
              <p:cNvPr id="2809" name="Freeform: Shape 2808">
                <a:extLst>
                  <a:ext uri="{FF2B5EF4-FFF2-40B4-BE49-F238E27FC236}">
                    <a16:creationId xmlns:a16="http://schemas.microsoft.com/office/drawing/2014/main" id="{8A81DE3B-B4C8-717F-9C11-A84F636C43F8}"/>
                  </a:ext>
                </a:extLst>
              </p:cNvPr>
              <p:cNvSpPr/>
              <p:nvPr/>
            </p:nvSpPr>
            <p:spPr>
              <a:xfrm>
                <a:off x="7905517" y="8016528"/>
                <a:ext cx="41981" cy="41981"/>
              </a:xfrm>
              <a:custGeom>
                <a:avLst/>
                <a:gdLst>
                  <a:gd name="connsiteX0" fmla="*/ 21288 w 41981"/>
                  <a:gd name="connsiteY0" fmla="*/ 4977 h 41981"/>
                  <a:gd name="connsiteX1" fmla="*/ 37478 w 41981"/>
                  <a:gd name="connsiteY1" fmla="*/ 21167 h 41981"/>
                  <a:gd name="connsiteX2" fmla="*/ 37478 w 41981"/>
                  <a:gd name="connsiteY2" fmla="*/ 21167 h 41981"/>
                  <a:gd name="connsiteX3" fmla="*/ 21288 w 41981"/>
                  <a:gd name="connsiteY3" fmla="*/ 37357 h 41981"/>
                  <a:gd name="connsiteX4" fmla="*/ 5098 w 41981"/>
                  <a:gd name="connsiteY4" fmla="*/ 21167 h 41981"/>
                  <a:gd name="connsiteX5" fmla="*/ 21288 w 41981"/>
                  <a:gd name="connsiteY5" fmla="*/ 4977 h 41981"/>
                  <a:gd name="connsiteX6" fmla="*/ 21288 w 41981"/>
                  <a:gd name="connsiteY6" fmla="*/ 176 h 41981"/>
                  <a:gd name="connsiteX7" fmla="*/ 297 w 41981"/>
                  <a:gd name="connsiteY7" fmla="*/ 21167 h 41981"/>
                  <a:gd name="connsiteX8" fmla="*/ 21288 w 41981"/>
                  <a:gd name="connsiteY8" fmla="*/ 42158 h 41981"/>
                  <a:gd name="connsiteX9" fmla="*/ 42278 w 41981"/>
                  <a:gd name="connsiteY9" fmla="*/ 21167 h 41981"/>
                  <a:gd name="connsiteX10" fmla="*/ 42278 w 41981"/>
                  <a:gd name="connsiteY10" fmla="*/ 21167 h 41981"/>
                  <a:gd name="connsiteX11" fmla="*/ 21288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8" y="4977"/>
                    </a:moveTo>
                    <a:cubicBezTo>
                      <a:pt x="30230" y="4977"/>
                      <a:pt x="37478" y="12225"/>
                      <a:pt x="37478" y="21167"/>
                    </a:cubicBezTo>
                    <a:lnTo>
                      <a:pt x="37478" y="21167"/>
                    </a:lnTo>
                    <a:cubicBezTo>
                      <a:pt x="37478" y="30109"/>
                      <a:pt x="30230" y="37357"/>
                      <a:pt x="21288" y="37357"/>
                    </a:cubicBezTo>
                    <a:cubicBezTo>
                      <a:pt x="12346" y="37357"/>
                      <a:pt x="5098" y="30109"/>
                      <a:pt x="5098" y="21167"/>
                    </a:cubicBezTo>
                    <a:cubicBezTo>
                      <a:pt x="5098" y="12225"/>
                      <a:pt x="12346" y="4977"/>
                      <a:pt x="21288" y="4977"/>
                    </a:cubicBezTo>
                    <a:close/>
                    <a:moveTo>
                      <a:pt x="21288" y="176"/>
                    </a:moveTo>
                    <a:cubicBezTo>
                      <a:pt x="9695" y="176"/>
                      <a:pt x="297" y="9574"/>
                      <a:pt x="297" y="21167"/>
                    </a:cubicBezTo>
                    <a:cubicBezTo>
                      <a:pt x="297" y="32760"/>
                      <a:pt x="9695" y="42158"/>
                      <a:pt x="21288" y="42158"/>
                    </a:cubicBezTo>
                    <a:cubicBezTo>
                      <a:pt x="32880" y="42158"/>
                      <a:pt x="42278" y="32760"/>
                      <a:pt x="42278" y="21167"/>
                    </a:cubicBezTo>
                    <a:lnTo>
                      <a:pt x="42278" y="21167"/>
                    </a:lnTo>
                    <a:cubicBezTo>
                      <a:pt x="42278" y="9574"/>
                      <a:pt x="32880" y="176"/>
                      <a:pt x="21288" y="176"/>
                    </a:cubicBezTo>
                    <a:close/>
                  </a:path>
                </a:pathLst>
              </a:custGeom>
              <a:solidFill>
                <a:srgbClr val="000000"/>
              </a:solidFill>
              <a:ln w="4794" cap="sq">
                <a:noFill/>
                <a:prstDash val="solid"/>
                <a:round/>
              </a:ln>
            </p:spPr>
            <p:txBody>
              <a:bodyPr rtlCol="0" anchor="ctr"/>
              <a:lstStyle/>
              <a:p>
                <a:endParaRPr lang="en-US"/>
              </a:p>
            </p:txBody>
          </p:sp>
          <p:sp>
            <p:nvSpPr>
              <p:cNvPr id="2810" name="Freeform: Shape 2809">
                <a:extLst>
                  <a:ext uri="{FF2B5EF4-FFF2-40B4-BE49-F238E27FC236}">
                    <a16:creationId xmlns:a16="http://schemas.microsoft.com/office/drawing/2014/main" id="{E4F8E9B6-6945-0314-806D-639DDEA323D0}"/>
                  </a:ext>
                </a:extLst>
              </p:cNvPr>
              <p:cNvSpPr/>
              <p:nvPr/>
            </p:nvSpPr>
            <p:spPr>
              <a:xfrm>
                <a:off x="7663026" y="8002149"/>
                <a:ext cx="37180" cy="37180"/>
              </a:xfrm>
              <a:custGeom>
                <a:avLst/>
                <a:gdLst>
                  <a:gd name="connsiteX0" fmla="*/ 37436 w 37180"/>
                  <a:gd name="connsiteY0" fmla="*/ 18764 h 37180"/>
                  <a:gd name="connsiteX1" fmla="*/ 18845 w 37180"/>
                  <a:gd name="connsiteY1" fmla="*/ 37354 h 37180"/>
                  <a:gd name="connsiteX2" fmla="*/ 255 w 37180"/>
                  <a:gd name="connsiteY2" fmla="*/ 18764 h 37180"/>
                  <a:gd name="connsiteX3" fmla="*/ 18845 w 37180"/>
                  <a:gd name="connsiteY3" fmla="*/ 174 h 37180"/>
                  <a:gd name="connsiteX4" fmla="*/ 37436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64"/>
                    </a:moveTo>
                    <a:cubicBezTo>
                      <a:pt x="37436" y="29031"/>
                      <a:pt x="29112" y="37354"/>
                      <a:pt x="18845" y="37354"/>
                    </a:cubicBezTo>
                    <a:cubicBezTo>
                      <a:pt x="8578" y="37354"/>
                      <a:pt x="255" y="29031"/>
                      <a:pt x="255" y="18764"/>
                    </a:cubicBezTo>
                    <a:cubicBezTo>
                      <a:pt x="255" y="8497"/>
                      <a:pt x="8578" y="174"/>
                      <a:pt x="18845" y="174"/>
                    </a:cubicBezTo>
                    <a:cubicBezTo>
                      <a:pt x="29112" y="174"/>
                      <a:pt x="37436" y="8497"/>
                      <a:pt x="37436" y="18764"/>
                    </a:cubicBezTo>
                    <a:close/>
                  </a:path>
                </a:pathLst>
              </a:custGeom>
              <a:solidFill>
                <a:srgbClr val="F7F6F6"/>
              </a:solidFill>
              <a:ln w="5753" cap="sq">
                <a:noFill/>
                <a:prstDash val="solid"/>
                <a:miter/>
              </a:ln>
            </p:spPr>
            <p:txBody>
              <a:bodyPr rtlCol="0" anchor="ctr"/>
              <a:lstStyle/>
              <a:p>
                <a:endParaRPr lang="en-US"/>
              </a:p>
            </p:txBody>
          </p:sp>
          <p:sp>
            <p:nvSpPr>
              <p:cNvPr id="2811" name="Freeform: Shape 2810">
                <a:extLst>
                  <a:ext uri="{FF2B5EF4-FFF2-40B4-BE49-F238E27FC236}">
                    <a16:creationId xmlns:a16="http://schemas.microsoft.com/office/drawing/2014/main" id="{BE6CC34A-919C-3220-E442-C6AC94EDC40E}"/>
                  </a:ext>
                </a:extLst>
              </p:cNvPr>
              <p:cNvSpPr/>
              <p:nvPr/>
            </p:nvSpPr>
            <p:spPr>
              <a:xfrm>
                <a:off x="7660625" y="7999749"/>
                <a:ext cx="41981" cy="41981"/>
              </a:xfrm>
              <a:custGeom>
                <a:avLst/>
                <a:gdLst>
                  <a:gd name="connsiteX0" fmla="*/ 21245 w 41981"/>
                  <a:gd name="connsiteY0" fmla="*/ 4974 h 41981"/>
                  <a:gd name="connsiteX1" fmla="*/ 37436 w 41981"/>
                  <a:gd name="connsiteY1" fmla="*/ 21164 h 41981"/>
                  <a:gd name="connsiteX2" fmla="*/ 37436 w 41981"/>
                  <a:gd name="connsiteY2" fmla="*/ 21164 h 41981"/>
                  <a:gd name="connsiteX3" fmla="*/ 21245 w 41981"/>
                  <a:gd name="connsiteY3" fmla="*/ 37354 h 41981"/>
                  <a:gd name="connsiteX4" fmla="*/ 5055 w 41981"/>
                  <a:gd name="connsiteY4" fmla="*/ 21164 h 41981"/>
                  <a:gd name="connsiteX5" fmla="*/ 21245 w 41981"/>
                  <a:gd name="connsiteY5" fmla="*/ 4974 h 41981"/>
                  <a:gd name="connsiteX6" fmla="*/ 21245 w 41981"/>
                  <a:gd name="connsiteY6" fmla="*/ 174 h 41981"/>
                  <a:gd name="connsiteX7" fmla="*/ 255 w 41981"/>
                  <a:gd name="connsiteY7" fmla="*/ 21164 h 41981"/>
                  <a:gd name="connsiteX8" fmla="*/ 21245 w 41981"/>
                  <a:gd name="connsiteY8" fmla="*/ 42155 h 41981"/>
                  <a:gd name="connsiteX9" fmla="*/ 42236 w 41981"/>
                  <a:gd name="connsiteY9" fmla="*/ 21164 h 41981"/>
                  <a:gd name="connsiteX10" fmla="*/ 42236 w 41981"/>
                  <a:gd name="connsiteY10" fmla="*/ 21164 h 41981"/>
                  <a:gd name="connsiteX11" fmla="*/ 21245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74"/>
                    </a:moveTo>
                    <a:cubicBezTo>
                      <a:pt x="30187" y="4974"/>
                      <a:pt x="37436" y="12222"/>
                      <a:pt x="37436" y="21164"/>
                    </a:cubicBezTo>
                    <a:lnTo>
                      <a:pt x="37436" y="21164"/>
                    </a:lnTo>
                    <a:cubicBezTo>
                      <a:pt x="37436" y="30106"/>
                      <a:pt x="30187" y="37354"/>
                      <a:pt x="21245" y="37354"/>
                    </a:cubicBezTo>
                    <a:cubicBezTo>
                      <a:pt x="12303" y="37354"/>
                      <a:pt x="5055" y="30106"/>
                      <a:pt x="5055" y="21164"/>
                    </a:cubicBezTo>
                    <a:cubicBezTo>
                      <a:pt x="5055" y="12222"/>
                      <a:pt x="12303" y="4974"/>
                      <a:pt x="21245" y="4974"/>
                    </a:cubicBezTo>
                    <a:close/>
                    <a:moveTo>
                      <a:pt x="21245" y="174"/>
                    </a:moveTo>
                    <a:cubicBezTo>
                      <a:pt x="9653" y="174"/>
                      <a:pt x="255" y="9572"/>
                      <a:pt x="255" y="21164"/>
                    </a:cubicBezTo>
                    <a:cubicBezTo>
                      <a:pt x="255" y="32757"/>
                      <a:pt x="9653" y="42155"/>
                      <a:pt x="21245" y="42155"/>
                    </a:cubicBezTo>
                    <a:cubicBezTo>
                      <a:pt x="32838" y="42155"/>
                      <a:pt x="42236" y="32757"/>
                      <a:pt x="42236" y="21164"/>
                    </a:cubicBezTo>
                    <a:lnTo>
                      <a:pt x="42236" y="21164"/>
                    </a:lnTo>
                    <a:cubicBezTo>
                      <a:pt x="42236" y="9572"/>
                      <a:pt x="32838" y="174"/>
                      <a:pt x="21245" y="174"/>
                    </a:cubicBezTo>
                    <a:close/>
                  </a:path>
                </a:pathLst>
              </a:custGeom>
              <a:solidFill>
                <a:srgbClr val="000000"/>
              </a:solidFill>
              <a:ln w="4794" cap="sq">
                <a:noFill/>
                <a:prstDash val="solid"/>
                <a:round/>
              </a:ln>
            </p:spPr>
            <p:txBody>
              <a:bodyPr rtlCol="0" anchor="ctr"/>
              <a:lstStyle/>
              <a:p>
                <a:endParaRPr lang="en-US"/>
              </a:p>
            </p:txBody>
          </p:sp>
          <p:sp>
            <p:nvSpPr>
              <p:cNvPr id="2812" name="Freeform: Shape 2811">
                <a:extLst>
                  <a:ext uri="{FF2B5EF4-FFF2-40B4-BE49-F238E27FC236}">
                    <a16:creationId xmlns:a16="http://schemas.microsoft.com/office/drawing/2014/main" id="{150A532A-6BBA-1EDD-E1AD-C1501FA7D507}"/>
                  </a:ext>
                </a:extLst>
              </p:cNvPr>
              <p:cNvSpPr/>
              <p:nvPr/>
            </p:nvSpPr>
            <p:spPr>
              <a:xfrm>
                <a:off x="7560037" y="7963252"/>
                <a:ext cx="37180" cy="37180"/>
              </a:xfrm>
              <a:custGeom>
                <a:avLst/>
                <a:gdLst>
                  <a:gd name="connsiteX0" fmla="*/ 37418 w 37180"/>
                  <a:gd name="connsiteY0" fmla="*/ 18757 h 37180"/>
                  <a:gd name="connsiteX1" fmla="*/ 18827 w 37180"/>
                  <a:gd name="connsiteY1" fmla="*/ 37348 h 37180"/>
                  <a:gd name="connsiteX2" fmla="*/ 237 w 37180"/>
                  <a:gd name="connsiteY2" fmla="*/ 18757 h 37180"/>
                  <a:gd name="connsiteX3" fmla="*/ 18827 w 37180"/>
                  <a:gd name="connsiteY3" fmla="*/ 167 h 37180"/>
                  <a:gd name="connsiteX4" fmla="*/ 37418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57"/>
                    </a:moveTo>
                    <a:cubicBezTo>
                      <a:pt x="37418" y="29024"/>
                      <a:pt x="29094" y="37348"/>
                      <a:pt x="18827" y="37348"/>
                    </a:cubicBezTo>
                    <a:cubicBezTo>
                      <a:pt x="8560" y="37348"/>
                      <a:pt x="237" y="29024"/>
                      <a:pt x="237" y="18757"/>
                    </a:cubicBezTo>
                    <a:cubicBezTo>
                      <a:pt x="237" y="8490"/>
                      <a:pt x="8560" y="167"/>
                      <a:pt x="18827" y="167"/>
                    </a:cubicBezTo>
                    <a:cubicBezTo>
                      <a:pt x="29094" y="167"/>
                      <a:pt x="37418" y="8490"/>
                      <a:pt x="37418" y="18757"/>
                    </a:cubicBezTo>
                    <a:close/>
                  </a:path>
                </a:pathLst>
              </a:custGeom>
              <a:solidFill>
                <a:srgbClr val="F7E3E3"/>
              </a:solidFill>
              <a:ln w="5753" cap="sq">
                <a:noFill/>
                <a:prstDash val="solid"/>
                <a:miter/>
              </a:ln>
            </p:spPr>
            <p:txBody>
              <a:bodyPr rtlCol="0" anchor="ctr"/>
              <a:lstStyle/>
              <a:p>
                <a:endParaRPr lang="en-US"/>
              </a:p>
            </p:txBody>
          </p:sp>
          <p:sp>
            <p:nvSpPr>
              <p:cNvPr id="2813" name="Freeform: Shape 2812">
                <a:extLst>
                  <a:ext uri="{FF2B5EF4-FFF2-40B4-BE49-F238E27FC236}">
                    <a16:creationId xmlns:a16="http://schemas.microsoft.com/office/drawing/2014/main" id="{7B8450CC-7D09-97AC-1487-9DC91B6CFFCA}"/>
                  </a:ext>
                </a:extLst>
              </p:cNvPr>
              <p:cNvSpPr/>
              <p:nvPr/>
            </p:nvSpPr>
            <p:spPr>
              <a:xfrm>
                <a:off x="7557637" y="7960851"/>
                <a:ext cx="41981" cy="41981"/>
              </a:xfrm>
              <a:custGeom>
                <a:avLst/>
                <a:gdLst>
                  <a:gd name="connsiteX0" fmla="*/ 21227 w 41981"/>
                  <a:gd name="connsiteY0" fmla="*/ 4967 h 41981"/>
                  <a:gd name="connsiteX1" fmla="*/ 37418 w 41981"/>
                  <a:gd name="connsiteY1" fmla="*/ 21157 h 41981"/>
                  <a:gd name="connsiteX2" fmla="*/ 37418 w 41981"/>
                  <a:gd name="connsiteY2" fmla="*/ 21157 h 41981"/>
                  <a:gd name="connsiteX3" fmla="*/ 21227 w 41981"/>
                  <a:gd name="connsiteY3" fmla="*/ 37348 h 41981"/>
                  <a:gd name="connsiteX4" fmla="*/ 5037 w 41981"/>
                  <a:gd name="connsiteY4" fmla="*/ 21157 h 41981"/>
                  <a:gd name="connsiteX5" fmla="*/ 21227 w 41981"/>
                  <a:gd name="connsiteY5" fmla="*/ 4967 h 41981"/>
                  <a:gd name="connsiteX6" fmla="*/ 21227 w 41981"/>
                  <a:gd name="connsiteY6" fmla="*/ 167 h 41981"/>
                  <a:gd name="connsiteX7" fmla="*/ 237 w 41981"/>
                  <a:gd name="connsiteY7" fmla="*/ 21157 h 41981"/>
                  <a:gd name="connsiteX8" fmla="*/ 21227 w 41981"/>
                  <a:gd name="connsiteY8" fmla="*/ 42148 h 41981"/>
                  <a:gd name="connsiteX9" fmla="*/ 42218 w 41981"/>
                  <a:gd name="connsiteY9" fmla="*/ 21157 h 41981"/>
                  <a:gd name="connsiteX10" fmla="*/ 42218 w 41981"/>
                  <a:gd name="connsiteY10" fmla="*/ 21157 h 41981"/>
                  <a:gd name="connsiteX11" fmla="*/ 21227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67"/>
                    </a:moveTo>
                    <a:cubicBezTo>
                      <a:pt x="30169" y="4967"/>
                      <a:pt x="37418" y="12216"/>
                      <a:pt x="37418" y="21157"/>
                    </a:cubicBezTo>
                    <a:lnTo>
                      <a:pt x="37418" y="21157"/>
                    </a:lnTo>
                    <a:cubicBezTo>
                      <a:pt x="37418" y="30099"/>
                      <a:pt x="30169" y="37348"/>
                      <a:pt x="21227" y="37348"/>
                    </a:cubicBezTo>
                    <a:cubicBezTo>
                      <a:pt x="12286" y="37348"/>
                      <a:pt x="5037" y="30099"/>
                      <a:pt x="5037" y="21157"/>
                    </a:cubicBezTo>
                    <a:cubicBezTo>
                      <a:pt x="5037" y="12216"/>
                      <a:pt x="12286" y="4967"/>
                      <a:pt x="21227" y="4967"/>
                    </a:cubicBezTo>
                    <a:close/>
                    <a:moveTo>
                      <a:pt x="21227" y="167"/>
                    </a:moveTo>
                    <a:cubicBezTo>
                      <a:pt x="9635" y="167"/>
                      <a:pt x="237" y="9565"/>
                      <a:pt x="237" y="21157"/>
                    </a:cubicBezTo>
                    <a:cubicBezTo>
                      <a:pt x="237" y="32750"/>
                      <a:pt x="9635" y="42148"/>
                      <a:pt x="21227" y="42148"/>
                    </a:cubicBezTo>
                    <a:cubicBezTo>
                      <a:pt x="32820" y="42148"/>
                      <a:pt x="42218" y="32750"/>
                      <a:pt x="42218" y="21157"/>
                    </a:cubicBezTo>
                    <a:lnTo>
                      <a:pt x="42218" y="21157"/>
                    </a:lnTo>
                    <a:cubicBezTo>
                      <a:pt x="42218" y="9565"/>
                      <a:pt x="32820" y="167"/>
                      <a:pt x="21227" y="167"/>
                    </a:cubicBezTo>
                    <a:close/>
                  </a:path>
                </a:pathLst>
              </a:custGeom>
              <a:solidFill>
                <a:srgbClr val="000000"/>
              </a:solidFill>
              <a:ln w="4794" cap="sq">
                <a:noFill/>
                <a:prstDash val="solid"/>
                <a:round/>
              </a:ln>
            </p:spPr>
            <p:txBody>
              <a:bodyPr rtlCol="0" anchor="ctr"/>
              <a:lstStyle/>
              <a:p>
                <a:endParaRPr lang="en-US"/>
              </a:p>
            </p:txBody>
          </p:sp>
          <p:sp>
            <p:nvSpPr>
              <p:cNvPr id="2814" name="Freeform: Shape 2813">
                <a:extLst>
                  <a:ext uri="{FF2B5EF4-FFF2-40B4-BE49-F238E27FC236}">
                    <a16:creationId xmlns:a16="http://schemas.microsoft.com/office/drawing/2014/main" id="{023ED507-D9C5-02A2-75EE-78C6D86D7846}"/>
                  </a:ext>
                </a:extLst>
              </p:cNvPr>
              <p:cNvSpPr/>
              <p:nvPr/>
            </p:nvSpPr>
            <p:spPr>
              <a:xfrm>
                <a:off x="7747340" y="8129670"/>
                <a:ext cx="37180" cy="37180"/>
              </a:xfrm>
              <a:custGeom>
                <a:avLst/>
                <a:gdLst>
                  <a:gd name="connsiteX0" fmla="*/ 37450 w 37180"/>
                  <a:gd name="connsiteY0" fmla="*/ 18786 h 37180"/>
                  <a:gd name="connsiteX1" fmla="*/ 18860 w 37180"/>
                  <a:gd name="connsiteY1" fmla="*/ 37376 h 37180"/>
                  <a:gd name="connsiteX2" fmla="*/ 269 w 37180"/>
                  <a:gd name="connsiteY2" fmla="*/ 18786 h 37180"/>
                  <a:gd name="connsiteX3" fmla="*/ 18860 w 37180"/>
                  <a:gd name="connsiteY3" fmla="*/ 196 h 37180"/>
                  <a:gd name="connsiteX4" fmla="*/ 37450 w 37180"/>
                  <a:gd name="connsiteY4" fmla="*/ 1878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86"/>
                    </a:moveTo>
                    <a:cubicBezTo>
                      <a:pt x="37450" y="29053"/>
                      <a:pt x="29127" y="37376"/>
                      <a:pt x="18860" y="37376"/>
                    </a:cubicBezTo>
                    <a:cubicBezTo>
                      <a:pt x="8593" y="37376"/>
                      <a:pt x="269" y="29053"/>
                      <a:pt x="269" y="18786"/>
                    </a:cubicBezTo>
                    <a:cubicBezTo>
                      <a:pt x="269" y="8519"/>
                      <a:pt x="8593" y="196"/>
                      <a:pt x="18860" y="196"/>
                    </a:cubicBezTo>
                    <a:cubicBezTo>
                      <a:pt x="29127" y="196"/>
                      <a:pt x="37450" y="8519"/>
                      <a:pt x="37450" y="18786"/>
                    </a:cubicBezTo>
                    <a:close/>
                  </a:path>
                </a:pathLst>
              </a:custGeom>
              <a:solidFill>
                <a:srgbClr val="F7DCDC"/>
              </a:solidFill>
              <a:ln w="5753" cap="sq">
                <a:noFill/>
                <a:prstDash val="solid"/>
                <a:miter/>
              </a:ln>
            </p:spPr>
            <p:txBody>
              <a:bodyPr rtlCol="0" anchor="ctr"/>
              <a:lstStyle/>
              <a:p>
                <a:endParaRPr lang="en-US"/>
              </a:p>
            </p:txBody>
          </p:sp>
          <p:sp>
            <p:nvSpPr>
              <p:cNvPr id="2815" name="Freeform: Shape 2814">
                <a:extLst>
                  <a:ext uri="{FF2B5EF4-FFF2-40B4-BE49-F238E27FC236}">
                    <a16:creationId xmlns:a16="http://schemas.microsoft.com/office/drawing/2014/main" id="{B6DE0AC0-8361-8802-5A02-68B619904CA8}"/>
                  </a:ext>
                </a:extLst>
              </p:cNvPr>
              <p:cNvSpPr/>
              <p:nvPr/>
            </p:nvSpPr>
            <p:spPr>
              <a:xfrm>
                <a:off x="7744940" y="8127269"/>
                <a:ext cx="41981" cy="41981"/>
              </a:xfrm>
              <a:custGeom>
                <a:avLst/>
                <a:gdLst>
                  <a:gd name="connsiteX0" fmla="*/ 21260 w 41981"/>
                  <a:gd name="connsiteY0" fmla="*/ 4996 h 41981"/>
                  <a:gd name="connsiteX1" fmla="*/ 37450 w 41981"/>
                  <a:gd name="connsiteY1" fmla="*/ 21186 h 41981"/>
                  <a:gd name="connsiteX2" fmla="*/ 37450 w 41981"/>
                  <a:gd name="connsiteY2" fmla="*/ 21186 h 41981"/>
                  <a:gd name="connsiteX3" fmla="*/ 21260 w 41981"/>
                  <a:gd name="connsiteY3" fmla="*/ 37376 h 41981"/>
                  <a:gd name="connsiteX4" fmla="*/ 5070 w 41981"/>
                  <a:gd name="connsiteY4" fmla="*/ 21186 h 41981"/>
                  <a:gd name="connsiteX5" fmla="*/ 21260 w 41981"/>
                  <a:gd name="connsiteY5" fmla="*/ 4996 h 41981"/>
                  <a:gd name="connsiteX6" fmla="*/ 21260 w 41981"/>
                  <a:gd name="connsiteY6" fmla="*/ 196 h 41981"/>
                  <a:gd name="connsiteX7" fmla="*/ 269 w 41981"/>
                  <a:gd name="connsiteY7" fmla="*/ 21186 h 41981"/>
                  <a:gd name="connsiteX8" fmla="*/ 21260 w 41981"/>
                  <a:gd name="connsiteY8" fmla="*/ 42177 h 41981"/>
                  <a:gd name="connsiteX9" fmla="*/ 42251 w 41981"/>
                  <a:gd name="connsiteY9" fmla="*/ 21186 h 41981"/>
                  <a:gd name="connsiteX10" fmla="*/ 42251 w 41981"/>
                  <a:gd name="connsiteY10" fmla="*/ 21186 h 41981"/>
                  <a:gd name="connsiteX11" fmla="*/ 21260 w 41981"/>
                  <a:gd name="connsiteY11" fmla="*/ 19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96"/>
                    </a:moveTo>
                    <a:cubicBezTo>
                      <a:pt x="30202" y="4996"/>
                      <a:pt x="37450" y="12244"/>
                      <a:pt x="37450" y="21186"/>
                    </a:cubicBezTo>
                    <a:lnTo>
                      <a:pt x="37450" y="21186"/>
                    </a:lnTo>
                    <a:cubicBezTo>
                      <a:pt x="37450" y="30128"/>
                      <a:pt x="30202" y="37376"/>
                      <a:pt x="21260" y="37376"/>
                    </a:cubicBezTo>
                    <a:cubicBezTo>
                      <a:pt x="12318" y="37376"/>
                      <a:pt x="5070" y="30128"/>
                      <a:pt x="5070" y="21186"/>
                    </a:cubicBezTo>
                    <a:cubicBezTo>
                      <a:pt x="5070" y="12244"/>
                      <a:pt x="12318" y="4996"/>
                      <a:pt x="21260" y="4996"/>
                    </a:cubicBezTo>
                    <a:close/>
                    <a:moveTo>
                      <a:pt x="21260" y="196"/>
                    </a:moveTo>
                    <a:cubicBezTo>
                      <a:pt x="9667" y="196"/>
                      <a:pt x="269" y="9594"/>
                      <a:pt x="269" y="21186"/>
                    </a:cubicBezTo>
                    <a:cubicBezTo>
                      <a:pt x="269" y="32779"/>
                      <a:pt x="9667" y="42177"/>
                      <a:pt x="21260" y="42177"/>
                    </a:cubicBezTo>
                    <a:cubicBezTo>
                      <a:pt x="32853" y="42177"/>
                      <a:pt x="42251" y="32779"/>
                      <a:pt x="42251" y="21186"/>
                    </a:cubicBezTo>
                    <a:lnTo>
                      <a:pt x="42251" y="21186"/>
                    </a:lnTo>
                    <a:cubicBezTo>
                      <a:pt x="42251" y="9594"/>
                      <a:pt x="32853" y="196"/>
                      <a:pt x="21260" y="196"/>
                    </a:cubicBezTo>
                    <a:close/>
                  </a:path>
                </a:pathLst>
              </a:custGeom>
              <a:solidFill>
                <a:srgbClr val="000000"/>
              </a:solidFill>
              <a:ln w="4794" cap="sq">
                <a:noFill/>
                <a:prstDash val="solid"/>
                <a:round/>
              </a:ln>
            </p:spPr>
            <p:txBody>
              <a:bodyPr rtlCol="0" anchor="ctr"/>
              <a:lstStyle/>
              <a:p>
                <a:endParaRPr lang="en-US"/>
              </a:p>
            </p:txBody>
          </p:sp>
          <p:sp>
            <p:nvSpPr>
              <p:cNvPr id="2816" name="Freeform: Shape 2815">
                <a:extLst>
                  <a:ext uri="{FF2B5EF4-FFF2-40B4-BE49-F238E27FC236}">
                    <a16:creationId xmlns:a16="http://schemas.microsoft.com/office/drawing/2014/main" id="{08B6A303-18DF-DCA8-B827-D97CB82F0687}"/>
                  </a:ext>
                </a:extLst>
              </p:cNvPr>
              <p:cNvSpPr/>
              <p:nvPr/>
            </p:nvSpPr>
            <p:spPr>
              <a:xfrm>
                <a:off x="7631835" y="8048690"/>
                <a:ext cx="37180" cy="37180"/>
              </a:xfrm>
              <a:custGeom>
                <a:avLst/>
                <a:gdLst>
                  <a:gd name="connsiteX0" fmla="*/ 37430 w 37180"/>
                  <a:gd name="connsiteY0" fmla="*/ 18772 h 37180"/>
                  <a:gd name="connsiteX1" fmla="*/ 18840 w 37180"/>
                  <a:gd name="connsiteY1" fmla="*/ 37362 h 37180"/>
                  <a:gd name="connsiteX2" fmla="*/ 249 w 37180"/>
                  <a:gd name="connsiteY2" fmla="*/ 18772 h 37180"/>
                  <a:gd name="connsiteX3" fmla="*/ 18840 w 37180"/>
                  <a:gd name="connsiteY3" fmla="*/ 182 h 37180"/>
                  <a:gd name="connsiteX4" fmla="*/ 37430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72"/>
                    </a:moveTo>
                    <a:cubicBezTo>
                      <a:pt x="37430" y="29039"/>
                      <a:pt x="29107" y="37362"/>
                      <a:pt x="18840" y="37362"/>
                    </a:cubicBezTo>
                    <a:cubicBezTo>
                      <a:pt x="8573" y="37362"/>
                      <a:pt x="249" y="29039"/>
                      <a:pt x="249" y="18772"/>
                    </a:cubicBezTo>
                    <a:cubicBezTo>
                      <a:pt x="249" y="8505"/>
                      <a:pt x="8573" y="182"/>
                      <a:pt x="18840" y="182"/>
                    </a:cubicBezTo>
                    <a:cubicBezTo>
                      <a:pt x="29107" y="182"/>
                      <a:pt x="37430" y="8505"/>
                      <a:pt x="37430" y="18772"/>
                    </a:cubicBezTo>
                    <a:close/>
                  </a:path>
                </a:pathLst>
              </a:custGeom>
              <a:solidFill>
                <a:srgbClr val="F7EAEA"/>
              </a:solidFill>
              <a:ln w="5753" cap="sq">
                <a:noFill/>
                <a:prstDash val="solid"/>
                <a:miter/>
              </a:ln>
            </p:spPr>
            <p:txBody>
              <a:bodyPr rtlCol="0" anchor="ctr"/>
              <a:lstStyle/>
              <a:p>
                <a:endParaRPr lang="en-US"/>
              </a:p>
            </p:txBody>
          </p:sp>
          <p:sp>
            <p:nvSpPr>
              <p:cNvPr id="2817" name="Freeform: Shape 2816">
                <a:extLst>
                  <a:ext uri="{FF2B5EF4-FFF2-40B4-BE49-F238E27FC236}">
                    <a16:creationId xmlns:a16="http://schemas.microsoft.com/office/drawing/2014/main" id="{99E44712-E6F8-FC2F-6C5F-AED72CBA8CC4}"/>
                  </a:ext>
                </a:extLst>
              </p:cNvPr>
              <p:cNvSpPr/>
              <p:nvPr/>
            </p:nvSpPr>
            <p:spPr>
              <a:xfrm>
                <a:off x="7629435" y="8046290"/>
                <a:ext cx="41981" cy="41981"/>
              </a:xfrm>
              <a:custGeom>
                <a:avLst/>
                <a:gdLst>
                  <a:gd name="connsiteX0" fmla="*/ 21240 w 41981"/>
                  <a:gd name="connsiteY0" fmla="*/ 4982 h 41981"/>
                  <a:gd name="connsiteX1" fmla="*/ 37430 w 41981"/>
                  <a:gd name="connsiteY1" fmla="*/ 21172 h 41981"/>
                  <a:gd name="connsiteX2" fmla="*/ 37430 w 41981"/>
                  <a:gd name="connsiteY2" fmla="*/ 21172 h 41981"/>
                  <a:gd name="connsiteX3" fmla="*/ 21240 w 41981"/>
                  <a:gd name="connsiteY3" fmla="*/ 37362 h 41981"/>
                  <a:gd name="connsiteX4" fmla="*/ 5050 w 41981"/>
                  <a:gd name="connsiteY4" fmla="*/ 21172 h 41981"/>
                  <a:gd name="connsiteX5" fmla="*/ 21240 w 41981"/>
                  <a:gd name="connsiteY5" fmla="*/ 4982 h 41981"/>
                  <a:gd name="connsiteX6" fmla="*/ 21240 w 41981"/>
                  <a:gd name="connsiteY6" fmla="*/ 182 h 41981"/>
                  <a:gd name="connsiteX7" fmla="*/ 249 w 41981"/>
                  <a:gd name="connsiteY7" fmla="*/ 21172 h 41981"/>
                  <a:gd name="connsiteX8" fmla="*/ 21240 w 41981"/>
                  <a:gd name="connsiteY8" fmla="*/ 42163 h 41981"/>
                  <a:gd name="connsiteX9" fmla="*/ 42230 w 41981"/>
                  <a:gd name="connsiteY9" fmla="*/ 21172 h 41981"/>
                  <a:gd name="connsiteX10" fmla="*/ 42230 w 41981"/>
                  <a:gd name="connsiteY10" fmla="*/ 21172 h 41981"/>
                  <a:gd name="connsiteX11" fmla="*/ 21240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82"/>
                    </a:moveTo>
                    <a:cubicBezTo>
                      <a:pt x="30182" y="4982"/>
                      <a:pt x="37430" y="12230"/>
                      <a:pt x="37430" y="21172"/>
                    </a:cubicBezTo>
                    <a:lnTo>
                      <a:pt x="37430" y="21172"/>
                    </a:lnTo>
                    <a:cubicBezTo>
                      <a:pt x="37430" y="30114"/>
                      <a:pt x="30182" y="37362"/>
                      <a:pt x="21240" y="37362"/>
                    </a:cubicBezTo>
                    <a:cubicBezTo>
                      <a:pt x="12298" y="37362"/>
                      <a:pt x="5050" y="30114"/>
                      <a:pt x="5050" y="21172"/>
                    </a:cubicBezTo>
                    <a:cubicBezTo>
                      <a:pt x="5050" y="12230"/>
                      <a:pt x="12298" y="4982"/>
                      <a:pt x="21240" y="4982"/>
                    </a:cubicBezTo>
                    <a:close/>
                    <a:moveTo>
                      <a:pt x="21240" y="182"/>
                    </a:moveTo>
                    <a:cubicBezTo>
                      <a:pt x="9647" y="182"/>
                      <a:pt x="249" y="9580"/>
                      <a:pt x="249" y="21172"/>
                    </a:cubicBezTo>
                    <a:cubicBezTo>
                      <a:pt x="249" y="32765"/>
                      <a:pt x="9647" y="42163"/>
                      <a:pt x="21240" y="42163"/>
                    </a:cubicBezTo>
                    <a:cubicBezTo>
                      <a:pt x="32832" y="42163"/>
                      <a:pt x="42230" y="32765"/>
                      <a:pt x="42230" y="21172"/>
                    </a:cubicBezTo>
                    <a:lnTo>
                      <a:pt x="42230" y="21172"/>
                    </a:lnTo>
                    <a:cubicBezTo>
                      <a:pt x="42230" y="9580"/>
                      <a:pt x="32832" y="182"/>
                      <a:pt x="21240" y="182"/>
                    </a:cubicBezTo>
                    <a:close/>
                  </a:path>
                </a:pathLst>
              </a:custGeom>
              <a:solidFill>
                <a:srgbClr val="000000"/>
              </a:solidFill>
              <a:ln w="4794" cap="sq">
                <a:noFill/>
                <a:prstDash val="solid"/>
                <a:round/>
              </a:ln>
            </p:spPr>
            <p:txBody>
              <a:bodyPr rtlCol="0" anchor="ctr"/>
              <a:lstStyle/>
              <a:p>
                <a:endParaRPr lang="en-US"/>
              </a:p>
            </p:txBody>
          </p:sp>
          <p:sp>
            <p:nvSpPr>
              <p:cNvPr id="2818" name="Freeform: Shape 2817">
                <a:extLst>
                  <a:ext uri="{FF2B5EF4-FFF2-40B4-BE49-F238E27FC236}">
                    <a16:creationId xmlns:a16="http://schemas.microsoft.com/office/drawing/2014/main" id="{AF454ABD-6DCF-574F-2975-1A0684FB0ACC}"/>
                  </a:ext>
                </a:extLst>
              </p:cNvPr>
              <p:cNvSpPr/>
              <p:nvPr/>
            </p:nvSpPr>
            <p:spPr>
              <a:xfrm>
                <a:off x="7645204" y="7856467"/>
                <a:ext cx="37180" cy="37180"/>
              </a:xfrm>
              <a:custGeom>
                <a:avLst/>
                <a:gdLst>
                  <a:gd name="connsiteX0" fmla="*/ 37432 w 37180"/>
                  <a:gd name="connsiteY0" fmla="*/ 18739 h 37180"/>
                  <a:gd name="connsiteX1" fmla="*/ 18842 w 37180"/>
                  <a:gd name="connsiteY1" fmla="*/ 37329 h 37180"/>
                  <a:gd name="connsiteX2" fmla="*/ 252 w 37180"/>
                  <a:gd name="connsiteY2" fmla="*/ 18739 h 37180"/>
                  <a:gd name="connsiteX3" fmla="*/ 18842 w 37180"/>
                  <a:gd name="connsiteY3" fmla="*/ 148 h 37180"/>
                  <a:gd name="connsiteX4" fmla="*/ 37432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39"/>
                    </a:moveTo>
                    <a:cubicBezTo>
                      <a:pt x="37432" y="29006"/>
                      <a:pt x="29109" y="37329"/>
                      <a:pt x="18842" y="37329"/>
                    </a:cubicBezTo>
                    <a:cubicBezTo>
                      <a:pt x="8575" y="37329"/>
                      <a:pt x="252" y="29006"/>
                      <a:pt x="252" y="18739"/>
                    </a:cubicBezTo>
                    <a:cubicBezTo>
                      <a:pt x="252" y="8471"/>
                      <a:pt x="8575" y="148"/>
                      <a:pt x="18842" y="148"/>
                    </a:cubicBezTo>
                    <a:cubicBezTo>
                      <a:pt x="29109" y="148"/>
                      <a:pt x="37432" y="8471"/>
                      <a:pt x="37432" y="18739"/>
                    </a:cubicBezTo>
                    <a:close/>
                  </a:path>
                </a:pathLst>
              </a:custGeom>
              <a:solidFill>
                <a:srgbClr val="CAF7CA"/>
              </a:solidFill>
              <a:ln w="5753" cap="sq">
                <a:noFill/>
                <a:prstDash val="solid"/>
                <a:miter/>
              </a:ln>
            </p:spPr>
            <p:txBody>
              <a:bodyPr rtlCol="0" anchor="ctr"/>
              <a:lstStyle/>
              <a:p>
                <a:endParaRPr lang="en-US"/>
              </a:p>
            </p:txBody>
          </p:sp>
          <p:sp>
            <p:nvSpPr>
              <p:cNvPr id="2819" name="Freeform: Shape 2818">
                <a:extLst>
                  <a:ext uri="{FF2B5EF4-FFF2-40B4-BE49-F238E27FC236}">
                    <a16:creationId xmlns:a16="http://schemas.microsoft.com/office/drawing/2014/main" id="{FD4F8B6C-DE7A-00F6-3C4C-BAB41E2EFA2D}"/>
                  </a:ext>
                </a:extLst>
              </p:cNvPr>
              <p:cNvSpPr/>
              <p:nvPr/>
            </p:nvSpPr>
            <p:spPr>
              <a:xfrm>
                <a:off x="7642804" y="7854067"/>
                <a:ext cx="41981" cy="41981"/>
              </a:xfrm>
              <a:custGeom>
                <a:avLst/>
                <a:gdLst>
                  <a:gd name="connsiteX0" fmla="*/ 21242 w 41981"/>
                  <a:gd name="connsiteY0" fmla="*/ 4949 h 41981"/>
                  <a:gd name="connsiteX1" fmla="*/ 37432 w 41981"/>
                  <a:gd name="connsiteY1" fmla="*/ 21139 h 41981"/>
                  <a:gd name="connsiteX2" fmla="*/ 37432 w 41981"/>
                  <a:gd name="connsiteY2" fmla="*/ 21139 h 41981"/>
                  <a:gd name="connsiteX3" fmla="*/ 21242 w 41981"/>
                  <a:gd name="connsiteY3" fmla="*/ 37329 h 41981"/>
                  <a:gd name="connsiteX4" fmla="*/ 5052 w 41981"/>
                  <a:gd name="connsiteY4" fmla="*/ 21139 h 41981"/>
                  <a:gd name="connsiteX5" fmla="*/ 21242 w 41981"/>
                  <a:gd name="connsiteY5" fmla="*/ 4949 h 41981"/>
                  <a:gd name="connsiteX6" fmla="*/ 21242 w 41981"/>
                  <a:gd name="connsiteY6" fmla="*/ 148 h 41981"/>
                  <a:gd name="connsiteX7" fmla="*/ 252 w 41981"/>
                  <a:gd name="connsiteY7" fmla="*/ 21139 h 41981"/>
                  <a:gd name="connsiteX8" fmla="*/ 21242 w 41981"/>
                  <a:gd name="connsiteY8" fmla="*/ 42129 h 41981"/>
                  <a:gd name="connsiteX9" fmla="*/ 42233 w 41981"/>
                  <a:gd name="connsiteY9" fmla="*/ 21139 h 41981"/>
                  <a:gd name="connsiteX10" fmla="*/ 42233 w 41981"/>
                  <a:gd name="connsiteY10" fmla="*/ 21139 h 41981"/>
                  <a:gd name="connsiteX11" fmla="*/ 21242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49"/>
                    </a:moveTo>
                    <a:cubicBezTo>
                      <a:pt x="30184" y="4949"/>
                      <a:pt x="37432" y="12197"/>
                      <a:pt x="37432" y="21139"/>
                    </a:cubicBezTo>
                    <a:lnTo>
                      <a:pt x="37432" y="21139"/>
                    </a:lnTo>
                    <a:cubicBezTo>
                      <a:pt x="37432" y="30081"/>
                      <a:pt x="30184" y="37329"/>
                      <a:pt x="21242" y="37329"/>
                    </a:cubicBezTo>
                    <a:cubicBezTo>
                      <a:pt x="12300" y="37329"/>
                      <a:pt x="5052" y="30081"/>
                      <a:pt x="5052" y="21139"/>
                    </a:cubicBezTo>
                    <a:cubicBezTo>
                      <a:pt x="5052" y="12197"/>
                      <a:pt x="12300" y="4949"/>
                      <a:pt x="21242" y="4949"/>
                    </a:cubicBezTo>
                    <a:close/>
                    <a:moveTo>
                      <a:pt x="21242" y="148"/>
                    </a:moveTo>
                    <a:cubicBezTo>
                      <a:pt x="9650" y="148"/>
                      <a:pt x="252" y="9546"/>
                      <a:pt x="252" y="21139"/>
                    </a:cubicBezTo>
                    <a:cubicBezTo>
                      <a:pt x="252" y="32731"/>
                      <a:pt x="9650" y="42129"/>
                      <a:pt x="21242" y="42129"/>
                    </a:cubicBezTo>
                    <a:cubicBezTo>
                      <a:pt x="32835" y="42129"/>
                      <a:pt x="42233" y="32731"/>
                      <a:pt x="42233" y="21139"/>
                    </a:cubicBezTo>
                    <a:lnTo>
                      <a:pt x="42233" y="21139"/>
                    </a:lnTo>
                    <a:cubicBezTo>
                      <a:pt x="42233" y="9546"/>
                      <a:pt x="32835" y="148"/>
                      <a:pt x="21242" y="148"/>
                    </a:cubicBezTo>
                    <a:close/>
                  </a:path>
                </a:pathLst>
              </a:custGeom>
              <a:solidFill>
                <a:srgbClr val="000000"/>
              </a:solidFill>
              <a:ln w="4794" cap="sq">
                <a:noFill/>
                <a:prstDash val="solid"/>
                <a:round/>
              </a:ln>
            </p:spPr>
            <p:txBody>
              <a:bodyPr rtlCol="0" anchor="ctr"/>
              <a:lstStyle/>
              <a:p>
                <a:endParaRPr lang="en-US"/>
              </a:p>
            </p:txBody>
          </p:sp>
          <p:sp>
            <p:nvSpPr>
              <p:cNvPr id="2820" name="Freeform: Shape 2819">
                <a:extLst>
                  <a:ext uri="{FF2B5EF4-FFF2-40B4-BE49-F238E27FC236}">
                    <a16:creationId xmlns:a16="http://schemas.microsoft.com/office/drawing/2014/main" id="{9420BEFF-A692-CF49-4080-3E152821D897}"/>
                  </a:ext>
                </a:extLst>
              </p:cNvPr>
              <p:cNvSpPr/>
              <p:nvPr/>
            </p:nvSpPr>
            <p:spPr>
              <a:xfrm>
                <a:off x="7781843" y="8028363"/>
                <a:ext cx="37180" cy="37180"/>
              </a:xfrm>
              <a:custGeom>
                <a:avLst/>
                <a:gdLst>
                  <a:gd name="connsiteX0" fmla="*/ 37456 w 37180"/>
                  <a:gd name="connsiteY0" fmla="*/ 18768 h 37180"/>
                  <a:gd name="connsiteX1" fmla="*/ 18866 w 37180"/>
                  <a:gd name="connsiteY1" fmla="*/ 37359 h 37180"/>
                  <a:gd name="connsiteX2" fmla="*/ 275 w 37180"/>
                  <a:gd name="connsiteY2" fmla="*/ 18768 h 37180"/>
                  <a:gd name="connsiteX3" fmla="*/ 18866 w 37180"/>
                  <a:gd name="connsiteY3" fmla="*/ 178 h 37180"/>
                  <a:gd name="connsiteX4" fmla="*/ 37456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68"/>
                    </a:moveTo>
                    <a:cubicBezTo>
                      <a:pt x="37456" y="29036"/>
                      <a:pt x="29133" y="37359"/>
                      <a:pt x="18866" y="37359"/>
                    </a:cubicBezTo>
                    <a:cubicBezTo>
                      <a:pt x="8599" y="37359"/>
                      <a:pt x="275" y="29036"/>
                      <a:pt x="275" y="18768"/>
                    </a:cubicBezTo>
                    <a:cubicBezTo>
                      <a:pt x="275" y="8501"/>
                      <a:pt x="8599" y="178"/>
                      <a:pt x="18866" y="178"/>
                    </a:cubicBezTo>
                    <a:cubicBezTo>
                      <a:pt x="29133" y="178"/>
                      <a:pt x="37456" y="8501"/>
                      <a:pt x="37456" y="18768"/>
                    </a:cubicBezTo>
                    <a:close/>
                  </a:path>
                </a:pathLst>
              </a:custGeom>
              <a:solidFill>
                <a:srgbClr val="80F780"/>
              </a:solidFill>
              <a:ln w="5753" cap="sq">
                <a:noFill/>
                <a:prstDash val="solid"/>
                <a:miter/>
              </a:ln>
            </p:spPr>
            <p:txBody>
              <a:bodyPr rtlCol="0" anchor="ctr"/>
              <a:lstStyle/>
              <a:p>
                <a:endParaRPr lang="en-US"/>
              </a:p>
            </p:txBody>
          </p:sp>
          <p:sp>
            <p:nvSpPr>
              <p:cNvPr id="2821" name="Freeform: Shape 2820">
                <a:extLst>
                  <a:ext uri="{FF2B5EF4-FFF2-40B4-BE49-F238E27FC236}">
                    <a16:creationId xmlns:a16="http://schemas.microsoft.com/office/drawing/2014/main" id="{42DE8755-E4E7-F57E-C153-3A04906F9BC1}"/>
                  </a:ext>
                </a:extLst>
              </p:cNvPr>
              <p:cNvSpPr/>
              <p:nvPr/>
            </p:nvSpPr>
            <p:spPr>
              <a:xfrm>
                <a:off x="7779443" y="8025963"/>
                <a:ext cx="41981" cy="41981"/>
              </a:xfrm>
              <a:custGeom>
                <a:avLst/>
                <a:gdLst>
                  <a:gd name="connsiteX0" fmla="*/ 21266 w 41981"/>
                  <a:gd name="connsiteY0" fmla="*/ 4978 h 41981"/>
                  <a:gd name="connsiteX1" fmla="*/ 37456 w 41981"/>
                  <a:gd name="connsiteY1" fmla="*/ 21169 h 41981"/>
                  <a:gd name="connsiteX2" fmla="*/ 37456 w 41981"/>
                  <a:gd name="connsiteY2" fmla="*/ 21169 h 41981"/>
                  <a:gd name="connsiteX3" fmla="*/ 21266 w 41981"/>
                  <a:gd name="connsiteY3" fmla="*/ 37359 h 41981"/>
                  <a:gd name="connsiteX4" fmla="*/ 5076 w 41981"/>
                  <a:gd name="connsiteY4" fmla="*/ 21169 h 41981"/>
                  <a:gd name="connsiteX5" fmla="*/ 21266 w 41981"/>
                  <a:gd name="connsiteY5" fmla="*/ 4978 h 41981"/>
                  <a:gd name="connsiteX6" fmla="*/ 21266 w 41981"/>
                  <a:gd name="connsiteY6" fmla="*/ 178 h 41981"/>
                  <a:gd name="connsiteX7" fmla="*/ 275 w 41981"/>
                  <a:gd name="connsiteY7" fmla="*/ 21169 h 41981"/>
                  <a:gd name="connsiteX8" fmla="*/ 21266 w 41981"/>
                  <a:gd name="connsiteY8" fmla="*/ 42159 h 41981"/>
                  <a:gd name="connsiteX9" fmla="*/ 42257 w 41981"/>
                  <a:gd name="connsiteY9" fmla="*/ 21169 h 41981"/>
                  <a:gd name="connsiteX10" fmla="*/ 42257 w 41981"/>
                  <a:gd name="connsiteY10" fmla="*/ 21169 h 41981"/>
                  <a:gd name="connsiteX11" fmla="*/ 21266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78"/>
                    </a:moveTo>
                    <a:cubicBezTo>
                      <a:pt x="30208" y="4978"/>
                      <a:pt x="37456" y="12227"/>
                      <a:pt x="37456" y="21169"/>
                    </a:cubicBezTo>
                    <a:lnTo>
                      <a:pt x="37456" y="21169"/>
                    </a:lnTo>
                    <a:cubicBezTo>
                      <a:pt x="37456" y="30110"/>
                      <a:pt x="30208" y="37359"/>
                      <a:pt x="21266" y="37359"/>
                    </a:cubicBezTo>
                    <a:cubicBezTo>
                      <a:pt x="12324" y="37359"/>
                      <a:pt x="5076" y="30110"/>
                      <a:pt x="5076" y="21169"/>
                    </a:cubicBezTo>
                    <a:cubicBezTo>
                      <a:pt x="5076" y="12227"/>
                      <a:pt x="12324" y="4978"/>
                      <a:pt x="21266" y="4978"/>
                    </a:cubicBezTo>
                    <a:close/>
                    <a:moveTo>
                      <a:pt x="21266" y="178"/>
                    </a:moveTo>
                    <a:cubicBezTo>
                      <a:pt x="9673" y="178"/>
                      <a:pt x="275" y="9576"/>
                      <a:pt x="275" y="21169"/>
                    </a:cubicBezTo>
                    <a:cubicBezTo>
                      <a:pt x="275" y="32761"/>
                      <a:pt x="9673" y="42159"/>
                      <a:pt x="21266" y="42159"/>
                    </a:cubicBezTo>
                    <a:cubicBezTo>
                      <a:pt x="32859" y="42159"/>
                      <a:pt x="42257" y="32761"/>
                      <a:pt x="42257" y="21169"/>
                    </a:cubicBezTo>
                    <a:lnTo>
                      <a:pt x="42257" y="21169"/>
                    </a:lnTo>
                    <a:cubicBezTo>
                      <a:pt x="42257" y="9576"/>
                      <a:pt x="32859" y="178"/>
                      <a:pt x="21266" y="178"/>
                    </a:cubicBezTo>
                    <a:close/>
                  </a:path>
                </a:pathLst>
              </a:custGeom>
              <a:solidFill>
                <a:srgbClr val="000000"/>
              </a:solidFill>
              <a:ln w="4794" cap="sq">
                <a:noFill/>
                <a:prstDash val="solid"/>
                <a:round/>
              </a:ln>
            </p:spPr>
            <p:txBody>
              <a:bodyPr rtlCol="0" anchor="ctr"/>
              <a:lstStyle/>
              <a:p>
                <a:endParaRPr lang="en-US"/>
              </a:p>
            </p:txBody>
          </p:sp>
          <p:sp>
            <p:nvSpPr>
              <p:cNvPr id="2822" name="Freeform: Shape 2821">
                <a:extLst>
                  <a:ext uri="{FF2B5EF4-FFF2-40B4-BE49-F238E27FC236}">
                    <a16:creationId xmlns:a16="http://schemas.microsoft.com/office/drawing/2014/main" id="{5FE65D76-981E-213E-69FE-104258CB40E1}"/>
                  </a:ext>
                </a:extLst>
              </p:cNvPr>
              <p:cNvSpPr/>
              <p:nvPr/>
            </p:nvSpPr>
            <p:spPr>
              <a:xfrm>
                <a:off x="7690766" y="7987340"/>
                <a:ext cx="37180" cy="37180"/>
              </a:xfrm>
              <a:custGeom>
                <a:avLst/>
                <a:gdLst>
                  <a:gd name="connsiteX0" fmla="*/ 37440 w 37180"/>
                  <a:gd name="connsiteY0" fmla="*/ 18761 h 37180"/>
                  <a:gd name="connsiteX1" fmla="*/ 18850 w 37180"/>
                  <a:gd name="connsiteY1" fmla="*/ 37352 h 37180"/>
                  <a:gd name="connsiteX2" fmla="*/ 260 w 37180"/>
                  <a:gd name="connsiteY2" fmla="*/ 18761 h 37180"/>
                  <a:gd name="connsiteX3" fmla="*/ 18850 w 37180"/>
                  <a:gd name="connsiteY3" fmla="*/ 171 h 37180"/>
                  <a:gd name="connsiteX4" fmla="*/ 37440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1"/>
                    </a:moveTo>
                    <a:cubicBezTo>
                      <a:pt x="37440" y="29029"/>
                      <a:pt x="29117" y="37352"/>
                      <a:pt x="18850" y="37352"/>
                    </a:cubicBezTo>
                    <a:cubicBezTo>
                      <a:pt x="8583" y="37352"/>
                      <a:pt x="260" y="29029"/>
                      <a:pt x="260" y="18761"/>
                    </a:cubicBezTo>
                    <a:cubicBezTo>
                      <a:pt x="260" y="8494"/>
                      <a:pt x="8583" y="171"/>
                      <a:pt x="18850" y="171"/>
                    </a:cubicBezTo>
                    <a:cubicBezTo>
                      <a:pt x="29117" y="171"/>
                      <a:pt x="37440" y="8494"/>
                      <a:pt x="37440" y="18761"/>
                    </a:cubicBezTo>
                    <a:close/>
                  </a:path>
                </a:pathLst>
              </a:custGeom>
              <a:solidFill>
                <a:srgbClr val="F7D4D4"/>
              </a:solidFill>
              <a:ln w="5753" cap="sq">
                <a:noFill/>
                <a:prstDash val="solid"/>
                <a:miter/>
              </a:ln>
            </p:spPr>
            <p:txBody>
              <a:bodyPr rtlCol="0" anchor="ctr"/>
              <a:lstStyle/>
              <a:p>
                <a:endParaRPr lang="en-US"/>
              </a:p>
            </p:txBody>
          </p:sp>
          <p:sp>
            <p:nvSpPr>
              <p:cNvPr id="2823" name="Freeform: Shape 2822">
                <a:extLst>
                  <a:ext uri="{FF2B5EF4-FFF2-40B4-BE49-F238E27FC236}">
                    <a16:creationId xmlns:a16="http://schemas.microsoft.com/office/drawing/2014/main" id="{C95D0106-151D-3A59-199E-F25F46950DCD}"/>
                  </a:ext>
                </a:extLst>
              </p:cNvPr>
              <p:cNvSpPr/>
              <p:nvPr/>
            </p:nvSpPr>
            <p:spPr>
              <a:xfrm>
                <a:off x="7688365" y="7984940"/>
                <a:ext cx="41981" cy="41981"/>
              </a:xfrm>
              <a:custGeom>
                <a:avLst/>
                <a:gdLst>
                  <a:gd name="connsiteX0" fmla="*/ 21250 w 41981"/>
                  <a:gd name="connsiteY0" fmla="*/ 4971 h 41981"/>
                  <a:gd name="connsiteX1" fmla="*/ 37440 w 41981"/>
                  <a:gd name="connsiteY1" fmla="*/ 21162 h 41981"/>
                  <a:gd name="connsiteX2" fmla="*/ 37440 w 41981"/>
                  <a:gd name="connsiteY2" fmla="*/ 21162 h 41981"/>
                  <a:gd name="connsiteX3" fmla="*/ 21250 w 41981"/>
                  <a:gd name="connsiteY3" fmla="*/ 37352 h 41981"/>
                  <a:gd name="connsiteX4" fmla="*/ 5060 w 41981"/>
                  <a:gd name="connsiteY4" fmla="*/ 21162 h 41981"/>
                  <a:gd name="connsiteX5" fmla="*/ 21250 w 41981"/>
                  <a:gd name="connsiteY5" fmla="*/ 4971 h 41981"/>
                  <a:gd name="connsiteX6" fmla="*/ 21250 w 41981"/>
                  <a:gd name="connsiteY6" fmla="*/ 171 h 41981"/>
                  <a:gd name="connsiteX7" fmla="*/ 260 w 41981"/>
                  <a:gd name="connsiteY7" fmla="*/ 21162 h 41981"/>
                  <a:gd name="connsiteX8" fmla="*/ 21250 w 41981"/>
                  <a:gd name="connsiteY8" fmla="*/ 42152 h 41981"/>
                  <a:gd name="connsiteX9" fmla="*/ 42241 w 41981"/>
                  <a:gd name="connsiteY9" fmla="*/ 21162 h 41981"/>
                  <a:gd name="connsiteX10" fmla="*/ 42241 w 41981"/>
                  <a:gd name="connsiteY10" fmla="*/ 21162 h 41981"/>
                  <a:gd name="connsiteX11" fmla="*/ 2125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1"/>
                    </a:moveTo>
                    <a:cubicBezTo>
                      <a:pt x="30192" y="4971"/>
                      <a:pt x="37440" y="12220"/>
                      <a:pt x="37440" y="21162"/>
                    </a:cubicBezTo>
                    <a:lnTo>
                      <a:pt x="37440" y="21162"/>
                    </a:lnTo>
                    <a:cubicBezTo>
                      <a:pt x="37440" y="30103"/>
                      <a:pt x="30192" y="37352"/>
                      <a:pt x="21250" y="37352"/>
                    </a:cubicBezTo>
                    <a:cubicBezTo>
                      <a:pt x="12308" y="37352"/>
                      <a:pt x="5060" y="30103"/>
                      <a:pt x="5060" y="21162"/>
                    </a:cubicBezTo>
                    <a:cubicBezTo>
                      <a:pt x="5060" y="12220"/>
                      <a:pt x="12308" y="4971"/>
                      <a:pt x="21250" y="4971"/>
                    </a:cubicBezTo>
                    <a:close/>
                    <a:moveTo>
                      <a:pt x="21250" y="171"/>
                    </a:moveTo>
                    <a:cubicBezTo>
                      <a:pt x="9658" y="171"/>
                      <a:pt x="260" y="9569"/>
                      <a:pt x="260" y="21162"/>
                    </a:cubicBezTo>
                    <a:cubicBezTo>
                      <a:pt x="260" y="32754"/>
                      <a:pt x="9658" y="42152"/>
                      <a:pt x="21250" y="42152"/>
                    </a:cubicBezTo>
                    <a:cubicBezTo>
                      <a:pt x="32843" y="42152"/>
                      <a:pt x="42241" y="32754"/>
                      <a:pt x="42241" y="21162"/>
                    </a:cubicBezTo>
                    <a:lnTo>
                      <a:pt x="42241" y="21162"/>
                    </a:lnTo>
                    <a:cubicBezTo>
                      <a:pt x="42241" y="9569"/>
                      <a:pt x="32843" y="171"/>
                      <a:pt x="21250" y="171"/>
                    </a:cubicBezTo>
                    <a:close/>
                  </a:path>
                </a:pathLst>
              </a:custGeom>
              <a:solidFill>
                <a:srgbClr val="000000"/>
              </a:solidFill>
              <a:ln w="4794" cap="sq">
                <a:noFill/>
                <a:prstDash val="solid"/>
                <a:round/>
              </a:ln>
            </p:spPr>
            <p:txBody>
              <a:bodyPr rtlCol="0" anchor="ctr"/>
              <a:lstStyle/>
              <a:p>
                <a:endParaRPr lang="en-US"/>
              </a:p>
            </p:txBody>
          </p:sp>
          <p:sp>
            <p:nvSpPr>
              <p:cNvPr id="2824" name="Freeform: Shape 2823">
                <a:extLst>
                  <a:ext uri="{FF2B5EF4-FFF2-40B4-BE49-F238E27FC236}">
                    <a16:creationId xmlns:a16="http://schemas.microsoft.com/office/drawing/2014/main" id="{9DD046EB-AEA2-4FD6-327E-07F78E675178}"/>
                  </a:ext>
                </a:extLst>
              </p:cNvPr>
              <p:cNvSpPr/>
              <p:nvPr/>
            </p:nvSpPr>
            <p:spPr>
              <a:xfrm>
                <a:off x="7601889" y="8020909"/>
                <a:ext cx="37180" cy="37180"/>
              </a:xfrm>
              <a:custGeom>
                <a:avLst/>
                <a:gdLst>
                  <a:gd name="connsiteX0" fmla="*/ 37425 w 37180"/>
                  <a:gd name="connsiteY0" fmla="*/ 18767 h 37180"/>
                  <a:gd name="connsiteX1" fmla="*/ 18835 w 37180"/>
                  <a:gd name="connsiteY1" fmla="*/ 37358 h 37180"/>
                  <a:gd name="connsiteX2" fmla="*/ 244 w 37180"/>
                  <a:gd name="connsiteY2" fmla="*/ 18767 h 37180"/>
                  <a:gd name="connsiteX3" fmla="*/ 18835 w 37180"/>
                  <a:gd name="connsiteY3" fmla="*/ 177 h 37180"/>
                  <a:gd name="connsiteX4" fmla="*/ 37425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5" y="18767"/>
                    </a:moveTo>
                    <a:cubicBezTo>
                      <a:pt x="37425" y="29034"/>
                      <a:pt x="29102" y="37358"/>
                      <a:pt x="18835" y="37358"/>
                    </a:cubicBezTo>
                    <a:cubicBezTo>
                      <a:pt x="8567" y="37358"/>
                      <a:pt x="244" y="29034"/>
                      <a:pt x="244" y="18767"/>
                    </a:cubicBezTo>
                    <a:cubicBezTo>
                      <a:pt x="244" y="8500"/>
                      <a:pt x="8567" y="177"/>
                      <a:pt x="18835" y="177"/>
                    </a:cubicBezTo>
                    <a:cubicBezTo>
                      <a:pt x="29102" y="177"/>
                      <a:pt x="37425" y="8500"/>
                      <a:pt x="37425" y="18767"/>
                    </a:cubicBezTo>
                    <a:close/>
                  </a:path>
                </a:pathLst>
              </a:custGeom>
              <a:solidFill>
                <a:srgbClr val="F7E9E9"/>
              </a:solidFill>
              <a:ln w="5753" cap="sq">
                <a:noFill/>
                <a:prstDash val="solid"/>
                <a:miter/>
              </a:ln>
            </p:spPr>
            <p:txBody>
              <a:bodyPr rtlCol="0" anchor="ctr"/>
              <a:lstStyle/>
              <a:p>
                <a:endParaRPr lang="en-US"/>
              </a:p>
            </p:txBody>
          </p:sp>
          <p:sp>
            <p:nvSpPr>
              <p:cNvPr id="2825" name="Freeform: Shape 2824">
                <a:extLst>
                  <a:ext uri="{FF2B5EF4-FFF2-40B4-BE49-F238E27FC236}">
                    <a16:creationId xmlns:a16="http://schemas.microsoft.com/office/drawing/2014/main" id="{5617A387-10F1-53C9-F9BA-CF134C7A9FCD}"/>
                  </a:ext>
                </a:extLst>
              </p:cNvPr>
              <p:cNvSpPr/>
              <p:nvPr/>
            </p:nvSpPr>
            <p:spPr>
              <a:xfrm>
                <a:off x="7599489" y="8018509"/>
                <a:ext cx="41981" cy="41981"/>
              </a:xfrm>
              <a:custGeom>
                <a:avLst/>
                <a:gdLst>
                  <a:gd name="connsiteX0" fmla="*/ 21235 w 41981"/>
                  <a:gd name="connsiteY0" fmla="*/ 4977 h 41981"/>
                  <a:gd name="connsiteX1" fmla="*/ 37425 w 41981"/>
                  <a:gd name="connsiteY1" fmla="*/ 21167 h 41981"/>
                  <a:gd name="connsiteX2" fmla="*/ 37425 w 41981"/>
                  <a:gd name="connsiteY2" fmla="*/ 21167 h 41981"/>
                  <a:gd name="connsiteX3" fmla="*/ 21235 w 41981"/>
                  <a:gd name="connsiteY3" fmla="*/ 37358 h 41981"/>
                  <a:gd name="connsiteX4" fmla="*/ 5044 w 41981"/>
                  <a:gd name="connsiteY4" fmla="*/ 21167 h 41981"/>
                  <a:gd name="connsiteX5" fmla="*/ 21235 w 41981"/>
                  <a:gd name="connsiteY5" fmla="*/ 4977 h 41981"/>
                  <a:gd name="connsiteX6" fmla="*/ 21235 w 41981"/>
                  <a:gd name="connsiteY6" fmla="*/ 177 h 41981"/>
                  <a:gd name="connsiteX7" fmla="*/ 244 w 41981"/>
                  <a:gd name="connsiteY7" fmla="*/ 21167 h 41981"/>
                  <a:gd name="connsiteX8" fmla="*/ 21235 w 41981"/>
                  <a:gd name="connsiteY8" fmla="*/ 42158 h 41981"/>
                  <a:gd name="connsiteX9" fmla="*/ 42225 w 41981"/>
                  <a:gd name="connsiteY9" fmla="*/ 21167 h 41981"/>
                  <a:gd name="connsiteX10" fmla="*/ 42225 w 41981"/>
                  <a:gd name="connsiteY10" fmla="*/ 21167 h 41981"/>
                  <a:gd name="connsiteX11" fmla="*/ 21235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5" y="4977"/>
                    </a:moveTo>
                    <a:cubicBezTo>
                      <a:pt x="30177" y="4977"/>
                      <a:pt x="37425" y="12226"/>
                      <a:pt x="37425" y="21167"/>
                    </a:cubicBezTo>
                    <a:lnTo>
                      <a:pt x="37425" y="21167"/>
                    </a:lnTo>
                    <a:cubicBezTo>
                      <a:pt x="37425" y="30109"/>
                      <a:pt x="30177" y="37358"/>
                      <a:pt x="21235" y="37358"/>
                    </a:cubicBezTo>
                    <a:cubicBezTo>
                      <a:pt x="12293" y="37358"/>
                      <a:pt x="5044" y="30109"/>
                      <a:pt x="5044" y="21167"/>
                    </a:cubicBezTo>
                    <a:cubicBezTo>
                      <a:pt x="5044" y="12226"/>
                      <a:pt x="12293" y="4977"/>
                      <a:pt x="21235" y="4977"/>
                    </a:cubicBezTo>
                    <a:close/>
                    <a:moveTo>
                      <a:pt x="21235" y="177"/>
                    </a:moveTo>
                    <a:cubicBezTo>
                      <a:pt x="9642" y="177"/>
                      <a:pt x="244" y="9575"/>
                      <a:pt x="244" y="21167"/>
                    </a:cubicBezTo>
                    <a:cubicBezTo>
                      <a:pt x="244" y="32760"/>
                      <a:pt x="9642" y="42158"/>
                      <a:pt x="21235" y="42158"/>
                    </a:cubicBezTo>
                    <a:cubicBezTo>
                      <a:pt x="32827" y="42158"/>
                      <a:pt x="42225" y="32760"/>
                      <a:pt x="42225" y="21167"/>
                    </a:cubicBezTo>
                    <a:lnTo>
                      <a:pt x="42225" y="21167"/>
                    </a:lnTo>
                    <a:cubicBezTo>
                      <a:pt x="42225" y="9575"/>
                      <a:pt x="32827" y="177"/>
                      <a:pt x="21235" y="177"/>
                    </a:cubicBezTo>
                    <a:close/>
                  </a:path>
                </a:pathLst>
              </a:custGeom>
              <a:solidFill>
                <a:srgbClr val="000000"/>
              </a:solidFill>
              <a:ln w="4794" cap="sq">
                <a:noFill/>
                <a:prstDash val="solid"/>
                <a:round/>
              </a:ln>
            </p:spPr>
            <p:txBody>
              <a:bodyPr rtlCol="0" anchor="ctr"/>
              <a:lstStyle/>
              <a:p>
                <a:endParaRPr lang="en-US"/>
              </a:p>
            </p:txBody>
          </p:sp>
          <p:sp>
            <p:nvSpPr>
              <p:cNvPr id="2826" name="Freeform: Shape 2825">
                <a:extLst>
                  <a:ext uri="{FF2B5EF4-FFF2-40B4-BE49-F238E27FC236}">
                    <a16:creationId xmlns:a16="http://schemas.microsoft.com/office/drawing/2014/main" id="{F047A07F-823F-33A3-1C09-460FF49765C6}"/>
                  </a:ext>
                </a:extLst>
              </p:cNvPr>
              <p:cNvSpPr/>
              <p:nvPr/>
            </p:nvSpPr>
            <p:spPr>
              <a:xfrm>
                <a:off x="7684510" y="8006457"/>
                <a:ext cx="37180" cy="37180"/>
              </a:xfrm>
              <a:custGeom>
                <a:avLst/>
                <a:gdLst>
                  <a:gd name="connsiteX0" fmla="*/ 37439 w 37180"/>
                  <a:gd name="connsiteY0" fmla="*/ 18765 h 37180"/>
                  <a:gd name="connsiteX1" fmla="*/ 18849 w 37180"/>
                  <a:gd name="connsiteY1" fmla="*/ 37355 h 37180"/>
                  <a:gd name="connsiteX2" fmla="*/ 258 w 37180"/>
                  <a:gd name="connsiteY2" fmla="*/ 18765 h 37180"/>
                  <a:gd name="connsiteX3" fmla="*/ 18849 w 37180"/>
                  <a:gd name="connsiteY3" fmla="*/ 174 h 37180"/>
                  <a:gd name="connsiteX4" fmla="*/ 37439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5"/>
                    </a:moveTo>
                    <a:cubicBezTo>
                      <a:pt x="37439" y="29032"/>
                      <a:pt x="29116" y="37355"/>
                      <a:pt x="18849" y="37355"/>
                    </a:cubicBezTo>
                    <a:cubicBezTo>
                      <a:pt x="8582" y="37355"/>
                      <a:pt x="258" y="29032"/>
                      <a:pt x="258" y="18765"/>
                    </a:cubicBezTo>
                    <a:cubicBezTo>
                      <a:pt x="258" y="8497"/>
                      <a:pt x="8582" y="174"/>
                      <a:pt x="18849" y="174"/>
                    </a:cubicBezTo>
                    <a:cubicBezTo>
                      <a:pt x="29116" y="174"/>
                      <a:pt x="37439" y="8497"/>
                      <a:pt x="37439" y="18765"/>
                    </a:cubicBezTo>
                    <a:close/>
                  </a:path>
                </a:pathLst>
              </a:custGeom>
              <a:solidFill>
                <a:srgbClr val="F7F7F7"/>
              </a:solidFill>
              <a:ln w="5753" cap="sq">
                <a:noFill/>
                <a:prstDash val="solid"/>
                <a:miter/>
              </a:ln>
            </p:spPr>
            <p:txBody>
              <a:bodyPr rtlCol="0" anchor="ctr"/>
              <a:lstStyle/>
              <a:p>
                <a:endParaRPr lang="en-US"/>
              </a:p>
            </p:txBody>
          </p:sp>
          <p:sp>
            <p:nvSpPr>
              <p:cNvPr id="2827" name="Freeform: Shape 2826">
                <a:extLst>
                  <a:ext uri="{FF2B5EF4-FFF2-40B4-BE49-F238E27FC236}">
                    <a16:creationId xmlns:a16="http://schemas.microsoft.com/office/drawing/2014/main" id="{2FDB6911-D8E1-5CEE-DDE0-3B0AE212FBD2}"/>
                  </a:ext>
                </a:extLst>
              </p:cNvPr>
              <p:cNvSpPr/>
              <p:nvPr/>
            </p:nvSpPr>
            <p:spPr>
              <a:xfrm>
                <a:off x="7682110" y="8004057"/>
                <a:ext cx="41981" cy="41981"/>
              </a:xfrm>
              <a:custGeom>
                <a:avLst/>
                <a:gdLst>
                  <a:gd name="connsiteX0" fmla="*/ 21249 w 41981"/>
                  <a:gd name="connsiteY0" fmla="*/ 4975 h 41981"/>
                  <a:gd name="connsiteX1" fmla="*/ 37439 w 41981"/>
                  <a:gd name="connsiteY1" fmla="*/ 21165 h 41981"/>
                  <a:gd name="connsiteX2" fmla="*/ 37439 w 41981"/>
                  <a:gd name="connsiteY2" fmla="*/ 21165 h 41981"/>
                  <a:gd name="connsiteX3" fmla="*/ 21249 w 41981"/>
                  <a:gd name="connsiteY3" fmla="*/ 37355 h 41981"/>
                  <a:gd name="connsiteX4" fmla="*/ 5059 w 41981"/>
                  <a:gd name="connsiteY4" fmla="*/ 21165 h 41981"/>
                  <a:gd name="connsiteX5" fmla="*/ 21249 w 41981"/>
                  <a:gd name="connsiteY5" fmla="*/ 4975 h 41981"/>
                  <a:gd name="connsiteX6" fmla="*/ 21249 w 41981"/>
                  <a:gd name="connsiteY6" fmla="*/ 174 h 41981"/>
                  <a:gd name="connsiteX7" fmla="*/ 258 w 41981"/>
                  <a:gd name="connsiteY7" fmla="*/ 21165 h 41981"/>
                  <a:gd name="connsiteX8" fmla="*/ 21249 w 41981"/>
                  <a:gd name="connsiteY8" fmla="*/ 42155 h 41981"/>
                  <a:gd name="connsiteX9" fmla="*/ 42240 w 41981"/>
                  <a:gd name="connsiteY9" fmla="*/ 21165 h 41981"/>
                  <a:gd name="connsiteX10" fmla="*/ 42240 w 41981"/>
                  <a:gd name="connsiteY10" fmla="*/ 21165 h 41981"/>
                  <a:gd name="connsiteX11" fmla="*/ 2124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5"/>
                    </a:moveTo>
                    <a:cubicBezTo>
                      <a:pt x="30191" y="4975"/>
                      <a:pt x="37439" y="12223"/>
                      <a:pt x="37439" y="21165"/>
                    </a:cubicBezTo>
                    <a:lnTo>
                      <a:pt x="37439" y="21165"/>
                    </a:lnTo>
                    <a:cubicBezTo>
                      <a:pt x="37439" y="30107"/>
                      <a:pt x="30191" y="37355"/>
                      <a:pt x="21249" y="37355"/>
                    </a:cubicBezTo>
                    <a:cubicBezTo>
                      <a:pt x="12307" y="37355"/>
                      <a:pt x="5059" y="30107"/>
                      <a:pt x="5059" y="21165"/>
                    </a:cubicBezTo>
                    <a:cubicBezTo>
                      <a:pt x="5059" y="12223"/>
                      <a:pt x="12307" y="4975"/>
                      <a:pt x="21249" y="4975"/>
                    </a:cubicBezTo>
                    <a:close/>
                    <a:moveTo>
                      <a:pt x="21249" y="174"/>
                    </a:moveTo>
                    <a:cubicBezTo>
                      <a:pt x="9656" y="174"/>
                      <a:pt x="258" y="9572"/>
                      <a:pt x="258" y="21165"/>
                    </a:cubicBezTo>
                    <a:cubicBezTo>
                      <a:pt x="258" y="32757"/>
                      <a:pt x="9656" y="42155"/>
                      <a:pt x="21249" y="42155"/>
                    </a:cubicBezTo>
                    <a:cubicBezTo>
                      <a:pt x="32842" y="42155"/>
                      <a:pt x="42240" y="32757"/>
                      <a:pt x="42240" y="21165"/>
                    </a:cubicBezTo>
                    <a:lnTo>
                      <a:pt x="42240" y="21165"/>
                    </a:lnTo>
                    <a:cubicBezTo>
                      <a:pt x="42240" y="9572"/>
                      <a:pt x="32842" y="174"/>
                      <a:pt x="21249" y="174"/>
                    </a:cubicBezTo>
                    <a:close/>
                  </a:path>
                </a:pathLst>
              </a:custGeom>
              <a:solidFill>
                <a:srgbClr val="000000"/>
              </a:solidFill>
              <a:ln w="4794" cap="sq">
                <a:noFill/>
                <a:prstDash val="solid"/>
                <a:round/>
              </a:ln>
            </p:spPr>
            <p:txBody>
              <a:bodyPr rtlCol="0" anchor="ctr"/>
              <a:lstStyle/>
              <a:p>
                <a:endParaRPr lang="en-US"/>
              </a:p>
            </p:txBody>
          </p:sp>
          <p:sp>
            <p:nvSpPr>
              <p:cNvPr id="2828" name="Freeform: Shape 2827">
                <a:extLst>
                  <a:ext uri="{FF2B5EF4-FFF2-40B4-BE49-F238E27FC236}">
                    <a16:creationId xmlns:a16="http://schemas.microsoft.com/office/drawing/2014/main" id="{1B9B0575-41F5-F67E-5241-2E7422C5D9FA}"/>
                  </a:ext>
                </a:extLst>
              </p:cNvPr>
              <p:cNvSpPr/>
              <p:nvPr/>
            </p:nvSpPr>
            <p:spPr>
              <a:xfrm>
                <a:off x="7622308" y="8112084"/>
                <a:ext cx="37180" cy="37180"/>
              </a:xfrm>
              <a:custGeom>
                <a:avLst/>
                <a:gdLst>
                  <a:gd name="connsiteX0" fmla="*/ 37428 w 37180"/>
                  <a:gd name="connsiteY0" fmla="*/ 18783 h 37180"/>
                  <a:gd name="connsiteX1" fmla="*/ 18838 w 37180"/>
                  <a:gd name="connsiteY1" fmla="*/ 37373 h 37180"/>
                  <a:gd name="connsiteX2" fmla="*/ 248 w 37180"/>
                  <a:gd name="connsiteY2" fmla="*/ 18783 h 37180"/>
                  <a:gd name="connsiteX3" fmla="*/ 18838 w 37180"/>
                  <a:gd name="connsiteY3" fmla="*/ 193 h 37180"/>
                  <a:gd name="connsiteX4" fmla="*/ 37428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83"/>
                    </a:moveTo>
                    <a:cubicBezTo>
                      <a:pt x="37428" y="29050"/>
                      <a:pt x="29105" y="37373"/>
                      <a:pt x="18838" y="37373"/>
                    </a:cubicBezTo>
                    <a:cubicBezTo>
                      <a:pt x="8571" y="37373"/>
                      <a:pt x="248" y="29050"/>
                      <a:pt x="248" y="18783"/>
                    </a:cubicBezTo>
                    <a:cubicBezTo>
                      <a:pt x="248" y="8516"/>
                      <a:pt x="8571" y="193"/>
                      <a:pt x="18838" y="193"/>
                    </a:cubicBezTo>
                    <a:cubicBezTo>
                      <a:pt x="29105" y="193"/>
                      <a:pt x="37428" y="8516"/>
                      <a:pt x="37428" y="18783"/>
                    </a:cubicBezTo>
                    <a:close/>
                  </a:path>
                </a:pathLst>
              </a:custGeom>
              <a:solidFill>
                <a:srgbClr val="F7F3F3"/>
              </a:solidFill>
              <a:ln w="5753" cap="sq">
                <a:noFill/>
                <a:prstDash val="solid"/>
                <a:miter/>
              </a:ln>
            </p:spPr>
            <p:txBody>
              <a:bodyPr rtlCol="0" anchor="ctr"/>
              <a:lstStyle/>
              <a:p>
                <a:endParaRPr lang="en-US"/>
              </a:p>
            </p:txBody>
          </p:sp>
          <p:sp>
            <p:nvSpPr>
              <p:cNvPr id="2829" name="Freeform: Shape 2828">
                <a:extLst>
                  <a:ext uri="{FF2B5EF4-FFF2-40B4-BE49-F238E27FC236}">
                    <a16:creationId xmlns:a16="http://schemas.microsoft.com/office/drawing/2014/main" id="{9846FCE4-018C-9C4D-0A4F-734E954814E1}"/>
                  </a:ext>
                </a:extLst>
              </p:cNvPr>
              <p:cNvSpPr/>
              <p:nvPr/>
            </p:nvSpPr>
            <p:spPr>
              <a:xfrm>
                <a:off x="7619908" y="8109684"/>
                <a:ext cx="41981" cy="41981"/>
              </a:xfrm>
              <a:custGeom>
                <a:avLst/>
                <a:gdLst>
                  <a:gd name="connsiteX0" fmla="*/ 21238 w 41981"/>
                  <a:gd name="connsiteY0" fmla="*/ 4993 h 41981"/>
                  <a:gd name="connsiteX1" fmla="*/ 37428 w 41981"/>
                  <a:gd name="connsiteY1" fmla="*/ 21183 h 41981"/>
                  <a:gd name="connsiteX2" fmla="*/ 37428 w 41981"/>
                  <a:gd name="connsiteY2" fmla="*/ 21183 h 41981"/>
                  <a:gd name="connsiteX3" fmla="*/ 21238 w 41981"/>
                  <a:gd name="connsiteY3" fmla="*/ 37373 h 41981"/>
                  <a:gd name="connsiteX4" fmla="*/ 5048 w 41981"/>
                  <a:gd name="connsiteY4" fmla="*/ 21183 h 41981"/>
                  <a:gd name="connsiteX5" fmla="*/ 21238 w 41981"/>
                  <a:gd name="connsiteY5" fmla="*/ 4993 h 41981"/>
                  <a:gd name="connsiteX6" fmla="*/ 21238 w 41981"/>
                  <a:gd name="connsiteY6" fmla="*/ 193 h 41981"/>
                  <a:gd name="connsiteX7" fmla="*/ 248 w 41981"/>
                  <a:gd name="connsiteY7" fmla="*/ 21183 h 41981"/>
                  <a:gd name="connsiteX8" fmla="*/ 21238 w 41981"/>
                  <a:gd name="connsiteY8" fmla="*/ 42174 h 41981"/>
                  <a:gd name="connsiteX9" fmla="*/ 42229 w 41981"/>
                  <a:gd name="connsiteY9" fmla="*/ 21183 h 41981"/>
                  <a:gd name="connsiteX10" fmla="*/ 42229 w 41981"/>
                  <a:gd name="connsiteY10" fmla="*/ 21183 h 41981"/>
                  <a:gd name="connsiteX11" fmla="*/ 21238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3"/>
                    </a:moveTo>
                    <a:cubicBezTo>
                      <a:pt x="30180" y="4993"/>
                      <a:pt x="37428" y="12241"/>
                      <a:pt x="37428" y="21183"/>
                    </a:cubicBezTo>
                    <a:lnTo>
                      <a:pt x="37428" y="21183"/>
                    </a:lnTo>
                    <a:cubicBezTo>
                      <a:pt x="37428" y="30125"/>
                      <a:pt x="30180" y="37373"/>
                      <a:pt x="21238" y="37373"/>
                    </a:cubicBezTo>
                    <a:cubicBezTo>
                      <a:pt x="12296" y="37373"/>
                      <a:pt x="5048" y="30125"/>
                      <a:pt x="5048" y="21183"/>
                    </a:cubicBezTo>
                    <a:cubicBezTo>
                      <a:pt x="5048" y="12241"/>
                      <a:pt x="12296" y="4993"/>
                      <a:pt x="21238" y="4993"/>
                    </a:cubicBezTo>
                    <a:close/>
                    <a:moveTo>
                      <a:pt x="21238" y="193"/>
                    </a:moveTo>
                    <a:cubicBezTo>
                      <a:pt x="9646" y="193"/>
                      <a:pt x="248" y="9591"/>
                      <a:pt x="248" y="21183"/>
                    </a:cubicBezTo>
                    <a:cubicBezTo>
                      <a:pt x="248" y="32776"/>
                      <a:pt x="9646" y="42174"/>
                      <a:pt x="21238" y="42174"/>
                    </a:cubicBezTo>
                    <a:cubicBezTo>
                      <a:pt x="32831" y="42174"/>
                      <a:pt x="42229" y="32776"/>
                      <a:pt x="42229" y="21183"/>
                    </a:cubicBezTo>
                    <a:lnTo>
                      <a:pt x="42229" y="21183"/>
                    </a:lnTo>
                    <a:cubicBezTo>
                      <a:pt x="42229" y="9591"/>
                      <a:pt x="32831" y="193"/>
                      <a:pt x="21238" y="193"/>
                    </a:cubicBezTo>
                    <a:close/>
                  </a:path>
                </a:pathLst>
              </a:custGeom>
              <a:solidFill>
                <a:srgbClr val="000000"/>
              </a:solidFill>
              <a:ln w="4794" cap="sq">
                <a:noFill/>
                <a:prstDash val="solid"/>
                <a:round/>
              </a:ln>
            </p:spPr>
            <p:txBody>
              <a:bodyPr rtlCol="0" anchor="ctr"/>
              <a:lstStyle/>
              <a:p>
                <a:endParaRPr lang="en-US"/>
              </a:p>
            </p:txBody>
          </p:sp>
          <p:sp>
            <p:nvSpPr>
              <p:cNvPr id="2830" name="Freeform: Shape 2829">
                <a:extLst>
                  <a:ext uri="{FF2B5EF4-FFF2-40B4-BE49-F238E27FC236}">
                    <a16:creationId xmlns:a16="http://schemas.microsoft.com/office/drawing/2014/main" id="{1F9F3A12-479E-A685-6C6E-ABC4ABA02057}"/>
                  </a:ext>
                </a:extLst>
              </p:cNvPr>
              <p:cNvSpPr/>
              <p:nvPr/>
            </p:nvSpPr>
            <p:spPr>
              <a:xfrm>
                <a:off x="7684338" y="8020333"/>
                <a:ext cx="37180" cy="37180"/>
              </a:xfrm>
              <a:custGeom>
                <a:avLst/>
                <a:gdLst>
                  <a:gd name="connsiteX0" fmla="*/ 37439 w 37180"/>
                  <a:gd name="connsiteY0" fmla="*/ 18767 h 37180"/>
                  <a:gd name="connsiteX1" fmla="*/ 18849 w 37180"/>
                  <a:gd name="connsiteY1" fmla="*/ 37357 h 37180"/>
                  <a:gd name="connsiteX2" fmla="*/ 258 w 37180"/>
                  <a:gd name="connsiteY2" fmla="*/ 18767 h 37180"/>
                  <a:gd name="connsiteX3" fmla="*/ 18849 w 37180"/>
                  <a:gd name="connsiteY3" fmla="*/ 177 h 37180"/>
                  <a:gd name="connsiteX4" fmla="*/ 37439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7"/>
                    </a:moveTo>
                    <a:cubicBezTo>
                      <a:pt x="37439" y="29034"/>
                      <a:pt x="29116" y="37357"/>
                      <a:pt x="18849" y="37357"/>
                    </a:cubicBezTo>
                    <a:cubicBezTo>
                      <a:pt x="8582" y="37357"/>
                      <a:pt x="258" y="29034"/>
                      <a:pt x="258" y="18767"/>
                    </a:cubicBezTo>
                    <a:cubicBezTo>
                      <a:pt x="258" y="8500"/>
                      <a:pt x="8582" y="177"/>
                      <a:pt x="18849" y="177"/>
                    </a:cubicBezTo>
                    <a:cubicBezTo>
                      <a:pt x="29116" y="177"/>
                      <a:pt x="37439" y="8500"/>
                      <a:pt x="37439" y="18767"/>
                    </a:cubicBezTo>
                    <a:close/>
                  </a:path>
                </a:pathLst>
              </a:custGeom>
              <a:solidFill>
                <a:srgbClr val="F7E5E5"/>
              </a:solidFill>
              <a:ln w="5753" cap="sq">
                <a:noFill/>
                <a:prstDash val="solid"/>
                <a:miter/>
              </a:ln>
            </p:spPr>
            <p:txBody>
              <a:bodyPr rtlCol="0" anchor="ctr"/>
              <a:lstStyle/>
              <a:p>
                <a:endParaRPr lang="en-US"/>
              </a:p>
            </p:txBody>
          </p:sp>
          <p:sp>
            <p:nvSpPr>
              <p:cNvPr id="2831" name="Freeform: Shape 2830">
                <a:extLst>
                  <a:ext uri="{FF2B5EF4-FFF2-40B4-BE49-F238E27FC236}">
                    <a16:creationId xmlns:a16="http://schemas.microsoft.com/office/drawing/2014/main" id="{D938A951-E3B7-2900-2C8E-1076051C8765}"/>
                  </a:ext>
                </a:extLst>
              </p:cNvPr>
              <p:cNvSpPr/>
              <p:nvPr/>
            </p:nvSpPr>
            <p:spPr>
              <a:xfrm>
                <a:off x="7681937" y="8017933"/>
                <a:ext cx="41981" cy="41981"/>
              </a:xfrm>
              <a:custGeom>
                <a:avLst/>
                <a:gdLst>
                  <a:gd name="connsiteX0" fmla="*/ 21249 w 41981"/>
                  <a:gd name="connsiteY0" fmla="*/ 4977 h 41981"/>
                  <a:gd name="connsiteX1" fmla="*/ 37439 w 41981"/>
                  <a:gd name="connsiteY1" fmla="*/ 21167 h 41981"/>
                  <a:gd name="connsiteX2" fmla="*/ 37439 w 41981"/>
                  <a:gd name="connsiteY2" fmla="*/ 21167 h 41981"/>
                  <a:gd name="connsiteX3" fmla="*/ 21249 w 41981"/>
                  <a:gd name="connsiteY3" fmla="*/ 37357 h 41981"/>
                  <a:gd name="connsiteX4" fmla="*/ 5059 w 41981"/>
                  <a:gd name="connsiteY4" fmla="*/ 21167 h 41981"/>
                  <a:gd name="connsiteX5" fmla="*/ 21249 w 41981"/>
                  <a:gd name="connsiteY5" fmla="*/ 4977 h 41981"/>
                  <a:gd name="connsiteX6" fmla="*/ 21249 w 41981"/>
                  <a:gd name="connsiteY6" fmla="*/ 177 h 41981"/>
                  <a:gd name="connsiteX7" fmla="*/ 258 w 41981"/>
                  <a:gd name="connsiteY7" fmla="*/ 21167 h 41981"/>
                  <a:gd name="connsiteX8" fmla="*/ 21249 w 41981"/>
                  <a:gd name="connsiteY8" fmla="*/ 42158 h 41981"/>
                  <a:gd name="connsiteX9" fmla="*/ 42240 w 41981"/>
                  <a:gd name="connsiteY9" fmla="*/ 21167 h 41981"/>
                  <a:gd name="connsiteX10" fmla="*/ 42240 w 41981"/>
                  <a:gd name="connsiteY10" fmla="*/ 21167 h 41981"/>
                  <a:gd name="connsiteX11" fmla="*/ 21249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7"/>
                    </a:moveTo>
                    <a:cubicBezTo>
                      <a:pt x="30191" y="4977"/>
                      <a:pt x="37439" y="12225"/>
                      <a:pt x="37439" y="21167"/>
                    </a:cubicBezTo>
                    <a:lnTo>
                      <a:pt x="37439" y="21167"/>
                    </a:lnTo>
                    <a:cubicBezTo>
                      <a:pt x="37439" y="30109"/>
                      <a:pt x="30191" y="37357"/>
                      <a:pt x="21249" y="37357"/>
                    </a:cubicBezTo>
                    <a:cubicBezTo>
                      <a:pt x="12307" y="37357"/>
                      <a:pt x="5059" y="30109"/>
                      <a:pt x="5059" y="21167"/>
                    </a:cubicBezTo>
                    <a:cubicBezTo>
                      <a:pt x="5059" y="12225"/>
                      <a:pt x="12307" y="4977"/>
                      <a:pt x="21249" y="4977"/>
                    </a:cubicBezTo>
                    <a:close/>
                    <a:moveTo>
                      <a:pt x="21249" y="177"/>
                    </a:moveTo>
                    <a:cubicBezTo>
                      <a:pt x="9656" y="177"/>
                      <a:pt x="258" y="9575"/>
                      <a:pt x="258" y="21167"/>
                    </a:cubicBezTo>
                    <a:cubicBezTo>
                      <a:pt x="258" y="32760"/>
                      <a:pt x="9656" y="42158"/>
                      <a:pt x="21249" y="42158"/>
                    </a:cubicBezTo>
                    <a:cubicBezTo>
                      <a:pt x="32842" y="42158"/>
                      <a:pt x="42240" y="32760"/>
                      <a:pt x="42240" y="21167"/>
                    </a:cubicBezTo>
                    <a:lnTo>
                      <a:pt x="42240" y="21167"/>
                    </a:lnTo>
                    <a:cubicBezTo>
                      <a:pt x="42240" y="9575"/>
                      <a:pt x="32842" y="177"/>
                      <a:pt x="21249" y="177"/>
                    </a:cubicBezTo>
                    <a:close/>
                  </a:path>
                </a:pathLst>
              </a:custGeom>
              <a:solidFill>
                <a:srgbClr val="000000"/>
              </a:solidFill>
              <a:ln w="4794" cap="sq">
                <a:noFill/>
                <a:prstDash val="solid"/>
                <a:round/>
              </a:ln>
            </p:spPr>
            <p:txBody>
              <a:bodyPr rtlCol="0" anchor="ctr"/>
              <a:lstStyle/>
              <a:p>
                <a:endParaRPr lang="en-US"/>
              </a:p>
            </p:txBody>
          </p:sp>
          <p:sp>
            <p:nvSpPr>
              <p:cNvPr id="2832" name="Freeform: Shape 2831">
                <a:extLst>
                  <a:ext uri="{FF2B5EF4-FFF2-40B4-BE49-F238E27FC236}">
                    <a16:creationId xmlns:a16="http://schemas.microsoft.com/office/drawing/2014/main" id="{DF09CED9-4A1D-7914-7A07-96ACA9EAC671}"/>
                  </a:ext>
                </a:extLst>
              </p:cNvPr>
              <p:cNvSpPr/>
              <p:nvPr/>
            </p:nvSpPr>
            <p:spPr>
              <a:xfrm>
                <a:off x="7659673" y="7880152"/>
                <a:ext cx="37180" cy="37180"/>
              </a:xfrm>
              <a:custGeom>
                <a:avLst/>
                <a:gdLst>
                  <a:gd name="connsiteX0" fmla="*/ 37435 w 37180"/>
                  <a:gd name="connsiteY0" fmla="*/ 18743 h 37180"/>
                  <a:gd name="connsiteX1" fmla="*/ 18845 w 37180"/>
                  <a:gd name="connsiteY1" fmla="*/ 37333 h 37180"/>
                  <a:gd name="connsiteX2" fmla="*/ 254 w 37180"/>
                  <a:gd name="connsiteY2" fmla="*/ 18743 h 37180"/>
                  <a:gd name="connsiteX3" fmla="*/ 18845 w 37180"/>
                  <a:gd name="connsiteY3" fmla="*/ 152 h 37180"/>
                  <a:gd name="connsiteX4" fmla="*/ 37435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43"/>
                    </a:moveTo>
                    <a:cubicBezTo>
                      <a:pt x="37435" y="29010"/>
                      <a:pt x="29112" y="37333"/>
                      <a:pt x="18845" y="37333"/>
                    </a:cubicBezTo>
                    <a:cubicBezTo>
                      <a:pt x="8577" y="37333"/>
                      <a:pt x="254" y="29010"/>
                      <a:pt x="254" y="18743"/>
                    </a:cubicBezTo>
                    <a:cubicBezTo>
                      <a:pt x="254" y="8476"/>
                      <a:pt x="8577" y="152"/>
                      <a:pt x="18845" y="152"/>
                    </a:cubicBezTo>
                    <a:cubicBezTo>
                      <a:pt x="29112" y="152"/>
                      <a:pt x="37435" y="8476"/>
                      <a:pt x="37435" y="18743"/>
                    </a:cubicBezTo>
                    <a:close/>
                  </a:path>
                </a:pathLst>
              </a:custGeom>
              <a:solidFill>
                <a:srgbClr val="F7F7F7"/>
              </a:solidFill>
              <a:ln w="5753" cap="sq">
                <a:noFill/>
                <a:prstDash val="solid"/>
                <a:miter/>
              </a:ln>
            </p:spPr>
            <p:txBody>
              <a:bodyPr rtlCol="0" anchor="ctr"/>
              <a:lstStyle/>
              <a:p>
                <a:endParaRPr lang="en-US"/>
              </a:p>
            </p:txBody>
          </p:sp>
          <p:sp>
            <p:nvSpPr>
              <p:cNvPr id="2833" name="Freeform: Shape 2832">
                <a:extLst>
                  <a:ext uri="{FF2B5EF4-FFF2-40B4-BE49-F238E27FC236}">
                    <a16:creationId xmlns:a16="http://schemas.microsoft.com/office/drawing/2014/main" id="{4353EE4F-FA4E-AE92-3A62-60FAA354FC9B}"/>
                  </a:ext>
                </a:extLst>
              </p:cNvPr>
              <p:cNvSpPr/>
              <p:nvPr/>
            </p:nvSpPr>
            <p:spPr>
              <a:xfrm>
                <a:off x="7657273" y="7877752"/>
                <a:ext cx="41981" cy="41981"/>
              </a:xfrm>
              <a:custGeom>
                <a:avLst/>
                <a:gdLst>
                  <a:gd name="connsiteX0" fmla="*/ 21245 w 41981"/>
                  <a:gd name="connsiteY0" fmla="*/ 4953 h 41981"/>
                  <a:gd name="connsiteX1" fmla="*/ 37435 w 41981"/>
                  <a:gd name="connsiteY1" fmla="*/ 21143 h 41981"/>
                  <a:gd name="connsiteX2" fmla="*/ 37435 w 41981"/>
                  <a:gd name="connsiteY2" fmla="*/ 21143 h 41981"/>
                  <a:gd name="connsiteX3" fmla="*/ 21245 w 41981"/>
                  <a:gd name="connsiteY3" fmla="*/ 37333 h 41981"/>
                  <a:gd name="connsiteX4" fmla="*/ 5055 w 41981"/>
                  <a:gd name="connsiteY4" fmla="*/ 21143 h 41981"/>
                  <a:gd name="connsiteX5" fmla="*/ 21245 w 41981"/>
                  <a:gd name="connsiteY5" fmla="*/ 4953 h 41981"/>
                  <a:gd name="connsiteX6" fmla="*/ 21245 w 41981"/>
                  <a:gd name="connsiteY6" fmla="*/ 152 h 41981"/>
                  <a:gd name="connsiteX7" fmla="*/ 254 w 41981"/>
                  <a:gd name="connsiteY7" fmla="*/ 21143 h 41981"/>
                  <a:gd name="connsiteX8" fmla="*/ 21245 w 41981"/>
                  <a:gd name="connsiteY8" fmla="*/ 42134 h 41981"/>
                  <a:gd name="connsiteX9" fmla="*/ 42235 w 41981"/>
                  <a:gd name="connsiteY9" fmla="*/ 21143 h 41981"/>
                  <a:gd name="connsiteX10" fmla="*/ 42235 w 41981"/>
                  <a:gd name="connsiteY10" fmla="*/ 21143 h 41981"/>
                  <a:gd name="connsiteX11" fmla="*/ 21245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53"/>
                    </a:moveTo>
                    <a:cubicBezTo>
                      <a:pt x="30187" y="4953"/>
                      <a:pt x="37435" y="12201"/>
                      <a:pt x="37435" y="21143"/>
                    </a:cubicBezTo>
                    <a:lnTo>
                      <a:pt x="37435" y="21143"/>
                    </a:lnTo>
                    <a:cubicBezTo>
                      <a:pt x="37435" y="30085"/>
                      <a:pt x="30187" y="37333"/>
                      <a:pt x="21245" y="37333"/>
                    </a:cubicBezTo>
                    <a:cubicBezTo>
                      <a:pt x="12303" y="37333"/>
                      <a:pt x="5055" y="30085"/>
                      <a:pt x="5055" y="21143"/>
                    </a:cubicBezTo>
                    <a:cubicBezTo>
                      <a:pt x="5055" y="12201"/>
                      <a:pt x="12303" y="4953"/>
                      <a:pt x="21245" y="4953"/>
                    </a:cubicBezTo>
                    <a:close/>
                    <a:moveTo>
                      <a:pt x="21245" y="152"/>
                    </a:moveTo>
                    <a:cubicBezTo>
                      <a:pt x="9652" y="152"/>
                      <a:pt x="254" y="9550"/>
                      <a:pt x="254" y="21143"/>
                    </a:cubicBezTo>
                    <a:cubicBezTo>
                      <a:pt x="254" y="32735"/>
                      <a:pt x="9652" y="42134"/>
                      <a:pt x="21245" y="42134"/>
                    </a:cubicBezTo>
                    <a:cubicBezTo>
                      <a:pt x="32837" y="42134"/>
                      <a:pt x="42235" y="32735"/>
                      <a:pt x="42235" y="21143"/>
                    </a:cubicBezTo>
                    <a:lnTo>
                      <a:pt x="42235" y="21143"/>
                    </a:lnTo>
                    <a:cubicBezTo>
                      <a:pt x="42235" y="9550"/>
                      <a:pt x="32837" y="152"/>
                      <a:pt x="21245" y="152"/>
                    </a:cubicBezTo>
                    <a:close/>
                  </a:path>
                </a:pathLst>
              </a:custGeom>
              <a:solidFill>
                <a:srgbClr val="000000"/>
              </a:solidFill>
              <a:ln w="4794" cap="sq">
                <a:noFill/>
                <a:prstDash val="solid"/>
                <a:round/>
              </a:ln>
            </p:spPr>
            <p:txBody>
              <a:bodyPr rtlCol="0" anchor="ctr"/>
              <a:lstStyle/>
              <a:p>
                <a:endParaRPr lang="en-US"/>
              </a:p>
            </p:txBody>
          </p:sp>
          <p:sp>
            <p:nvSpPr>
              <p:cNvPr id="2834" name="Freeform: Shape 2833">
                <a:extLst>
                  <a:ext uri="{FF2B5EF4-FFF2-40B4-BE49-F238E27FC236}">
                    <a16:creationId xmlns:a16="http://schemas.microsoft.com/office/drawing/2014/main" id="{4D2C912F-F647-B9C1-CA8D-A6451490A93E}"/>
                  </a:ext>
                </a:extLst>
              </p:cNvPr>
              <p:cNvSpPr/>
              <p:nvPr/>
            </p:nvSpPr>
            <p:spPr>
              <a:xfrm>
                <a:off x="7544934" y="8137094"/>
                <a:ext cx="37180" cy="37180"/>
              </a:xfrm>
              <a:custGeom>
                <a:avLst/>
                <a:gdLst>
                  <a:gd name="connsiteX0" fmla="*/ 37415 w 37180"/>
                  <a:gd name="connsiteY0" fmla="*/ 18787 h 37180"/>
                  <a:gd name="connsiteX1" fmla="*/ 18825 w 37180"/>
                  <a:gd name="connsiteY1" fmla="*/ 37378 h 37180"/>
                  <a:gd name="connsiteX2" fmla="*/ 234 w 37180"/>
                  <a:gd name="connsiteY2" fmla="*/ 18787 h 37180"/>
                  <a:gd name="connsiteX3" fmla="*/ 18825 w 37180"/>
                  <a:gd name="connsiteY3" fmla="*/ 197 h 37180"/>
                  <a:gd name="connsiteX4" fmla="*/ 37415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87"/>
                    </a:moveTo>
                    <a:cubicBezTo>
                      <a:pt x="37415" y="29055"/>
                      <a:pt x="29092" y="37378"/>
                      <a:pt x="18825" y="37378"/>
                    </a:cubicBezTo>
                    <a:cubicBezTo>
                      <a:pt x="8557" y="37378"/>
                      <a:pt x="234" y="29055"/>
                      <a:pt x="234" y="18787"/>
                    </a:cubicBezTo>
                    <a:cubicBezTo>
                      <a:pt x="234" y="8520"/>
                      <a:pt x="8557" y="197"/>
                      <a:pt x="18825" y="197"/>
                    </a:cubicBezTo>
                    <a:cubicBezTo>
                      <a:pt x="29092" y="197"/>
                      <a:pt x="37415" y="8520"/>
                      <a:pt x="37415" y="18787"/>
                    </a:cubicBezTo>
                    <a:close/>
                  </a:path>
                </a:pathLst>
              </a:custGeom>
              <a:solidFill>
                <a:srgbClr val="F7E2E2"/>
              </a:solidFill>
              <a:ln w="5753" cap="sq">
                <a:noFill/>
                <a:prstDash val="solid"/>
                <a:miter/>
              </a:ln>
            </p:spPr>
            <p:txBody>
              <a:bodyPr rtlCol="0" anchor="ctr"/>
              <a:lstStyle/>
              <a:p>
                <a:endParaRPr lang="en-US"/>
              </a:p>
            </p:txBody>
          </p:sp>
          <p:sp>
            <p:nvSpPr>
              <p:cNvPr id="2835" name="Freeform: Shape 2834">
                <a:extLst>
                  <a:ext uri="{FF2B5EF4-FFF2-40B4-BE49-F238E27FC236}">
                    <a16:creationId xmlns:a16="http://schemas.microsoft.com/office/drawing/2014/main" id="{60CE89A7-5DC1-08BC-C996-DA7AF1446751}"/>
                  </a:ext>
                </a:extLst>
              </p:cNvPr>
              <p:cNvSpPr/>
              <p:nvPr/>
            </p:nvSpPr>
            <p:spPr>
              <a:xfrm>
                <a:off x="7542534" y="8134694"/>
                <a:ext cx="41981" cy="41981"/>
              </a:xfrm>
              <a:custGeom>
                <a:avLst/>
                <a:gdLst>
                  <a:gd name="connsiteX0" fmla="*/ 21225 w 41981"/>
                  <a:gd name="connsiteY0" fmla="*/ 4997 h 41981"/>
                  <a:gd name="connsiteX1" fmla="*/ 37415 w 41981"/>
                  <a:gd name="connsiteY1" fmla="*/ 21188 h 41981"/>
                  <a:gd name="connsiteX2" fmla="*/ 37415 w 41981"/>
                  <a:gd name="connsiteY2" fmla="*/ 21188 h 41981"/>
                  <a:gd name="connsiteX3" fmla="*/ 21225 w 41981"/>
                  <a:gd name="connsiteY3" fmla="*/ 37378 h 41981"/>
                  <a:gd name="connsiteX4" fmla="*/ 5035 w 41981"/>
                  <a:gd name="connsiteY4" fmla="*/ 21188 h 41981"/>
                  <a:gd name="connsiteX5" fmla="*/ 21225 w 41981"/>
                  <a:gd name="connsiteY5" fmla="*/ 4997 h 41981"/>
                  <a:gd name="connsiteX6" fmla="*/ 21225 w 41981"/>
                  <a:gd name="connsiteY6" fmla="*/ 197 h 41981"/>
                  <a:gd name="connsiteX7" fmla="*/ 234 w 41981"/>
                  <a:gd name="connsiteY7" fmla="*/ 21188 h 41981"/>
                  <a:gd name="connsiteX8" fmla="*/ 21225 w 41981"/>
                  <a:gd name="connsiteY8" fmla="*/ 42178 h 41981"/>
                  <a:gd name="connsiteX9" fmla="*/ 42215 w 41981"/>
                  <a:gd name="connsiteY9" fmla="*/ 21188 h 41981"/>
                  <a:gd name="connsiteX10" fmla="*/ 42215 w 41981"/>
                  <a:gd name="connsiteY10" fmla="*/ 21188 h 41981"/>
                  <a:gd name="connsiteX11" fmla="*/ 21225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97"/>
                    </a:moveTo>
                    <a:cubicBezTo>
                      <a:pt x="30167" y="4997"/>
                      <a:pt x="37415" y="12246"/>
                      <a:pt x="37415" y="21188"/>
                    </a:cubicBezTo>
                    <a:lnTo>
                      <a:pt x="37415" y="21188"/>
                    </a:lnTo>
                    <a:cubicBezTo>
                      <a:pt x="37415" y="30129"/>
                      <a:pt x="30167" y="37378"/>
                      <a:pt x="21225" y="37378"/>
                    </a:cubicBezTo>
                    <a:cubicBezTo>
                      <a:pt x="12283" y="37378"/>
                      <a:pt x="5035" y="30129"/>
                      <a:pt x="5035" y="21188"/>
                    </a:cubicBezTo>
                    <a:cubicBezTo>
                      <a:pt x="5035" y="12246"/>
                      <a:pt x="12283" y="4997"/>
                      <a:pt x="21225" y="4997"/>
                    </a:cubicBezTo>
                    <a:close/>
                    <a:moveTo>
                      <a:pt x="21225" y="197"/>
                    </a:moveTo>
                    <a:cubicBezTo>
                      <a:pt x="9632" y="197"/>
                      <a:pt x="234" y="9595"/>
                      <a:pt x="234" y="21188"/>
                    </a:cubicBezTo>
                    <a:cubicBezTo>
                      <a:pt x="234" y="32780"/>
                      <a:pt x="9632" y="42178"/>
                      <a:pt x="21225" y="42178"/>
                    </a:cubicBezTo>
                    <a:cubicBezTo>
                      <a:pt x="32817" y="42178"/>
                      <a:pt x="42215" y="32780"/>
                      <a:pt x="42215" y="21188"/>
                    </a:cubicBezTo>
                    <a:lnTo>
                      <a:pt x="42215" y="21188"/>
                    </a:lnTo>
                    <a:cubicBezTo>
                      <a:pt x="42215" y="9595"/>
                      <a:pt x="32817" y="197"/>
                      <a:pt x="21225" y="197"/>
                    </a:cubicBezTo>
                    <a:close/>
                  </a:path>
                </a:pathLst>
              </a:custGeom>
              <a:solidFill>
                <a:srgbClr val="000000"/>
              </a:solidFill>
              <a:ln w="4794" cap="sq">
                <a:noFill/>
                <a:prstDash val="solid"/>
                <a:round/>
              </a:ln>
            </p:spPr>
            <p:txBody>
              <a:bodyPr rtlCol="0" anchor="ctr"/>
              <a:lstStyle/>
              <a:p>
                <a:endParaRPr lang="en-US"/>
              </a:p>
            </p:txBody>
          </p:sp>
          <p:sp>
            <p:nvSpPr>
              <p:cNvPr id="2836" name="Freeform: Shape 2835">
                <a:extLst>
                  <a:ext uri="{FF2B5EF4-FFF2-40B4-BE49-F238E27FC236}">
                    <a16:creationId xmlns:a16="http://schemas.microsoft.com/office/drawing/2014/main" id="{5A675649-2099-347F-EAD8-21EFA87849BA}"/>
                  </a:ext>
                </a:extLst>
              </p:cNvPr>
              <p:cNvSpPr/>
              <p:nvPr/>
            </p:nvSpPr>
            <p:spPr>
              <a:xfrm>
                <a:off x="7702723" y="7931122"/>
                <a:ext cx="37180" cy="37180"/>
              </a:xfrm>
              <a:custGeom>
                <a:avLst/>
                <a:gdLst>
                  <a:gd name="connsiteX0" fmla="*/ 37442 w 37180"/>
                  <a:gd name="connsiteY0" fmla="*/ 18752 h 37180"/>
                  <a:gd name="connsiteX1" fmla="*/ 18852 w 37180"/>
                  <a:gd name="connsiteY1" fmla="*/ 37342 h 37180"/>
                  <a:gd name="connsiteX2" fmla="*/ 262 w 37180"/>
                  <a:gd name="connsiteY2" fmla="*/ 18752 h 37180"/>
                  <a:gd name="connsiteX3" fmla="*/ 18852 w 37180"/>
                  <a:gd name="connsiteY3" fmla="*/ 161 h 37180"/>
                  <a:gd name="connsiteX4" fmla="*/ 37442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2"/>
                    </a:moveTo>
                    <a:cubicBezTo>
                      <a:pt x="37442" y="29019"/>
                      <a:pt x="29119" y="37342"/>
                      <a:pt x="18852" y="37342"/>
                    </a:cubicBezTo>
                    <a:cubicBezTo>
                      <a:pt x="8585" y="37342"/>
                      <a:pt x="262" y="29019"/>
                      <a:pt x="262" y="18752"/>
                    </a:cubicBezTo>
                    <a:cubicBezTo>
                      <a:pt x="262" y="8484"/>
                      <a:pt x="8585" y="161"/>
                      <a:pt x="18852" y="161"/>
                    </a:cubicBezTo>
                    <a:cubicBezTo>
                      <a:pt x="29119" y="161"/>
                      <a:pt x="37442" y="8484"/>
                      <a:pt x="37442" y="18752"/>
                    </a:cubicBezTo>
                    <a:close/>
                  </a:path>
                </a:pathLst>
              </a:custGeom>
              <a:solidFill>
                <a:srgbClr val="F7ECEC"/>
              </a:solidFill>
              <a:ln w="5753" cap="sq">
                <a:noFill/>
                <a:prstDash val="solid"/>
                <a:miter/>
              </a:ln>
            </p:spPr>
            <p:txBody>
              <a:bodyPr rtlCol="0" anchor="ctr"/>
              <a:lstStyle/>
              <a:p>
                <a:endParaRPr lang="en-US"/>
              </a:p>
            </p:txBody>
          </p:sp>
          <p:sp>
            <p:nvSpPr>
              <p:cNvPr id="2837" name="Freeform: Shape 2836">
                <a:extLst>
                  <a:ext uri="{FF2B5EF4-FFF2-40B4-BE49-F238E27FC236}">
                    <a16:creationId xmlns:a16="http://schemas.microsoft.com/office/drawing/2014/main" id="{66293F71-1B99-B915-B4AF-5202188015AA}"/>
                  </a:ext>
                </a:extLst>
              </p:cNvPr>
              <p:cNvSpPr/>
              <p:nvPr/>
            </p:nvSpPr>
            <p:spPr>
              <a:xfrm>
                <a:off x="7700323" y="7928722"/>
                <a:ext cx="41981" cy="41981"/>
              </a:xfrm>
              <a:custGeom>
                <a:avLst/>
                <a:gdLst>
                  <a:gd name="connsiteX0" fmla="*/ 21252 w 41981"/>
                  <a:gd name="connsiteY0" fmla="*/ 4962 h 41981"/>
                  <a:gd name="connsiteX1" fmla="*/ 37442 w 41981"/>
                  <a:gd name="connsiteY1" fmla="*/ 21152 h 41981"/>
                  <a:gd name="connsiteX2" fmla="*/ 37442 w 41981"/>
                  <a:gd name="connsiteY2" fmla="*/ 21152 h 41981"/>
                  <a:gd name="connsiteX3" fmla="*/ 21252 w 41981"/>
                  <a:gd name="connsiteY3" fmla="*/ 37342 h 41981"/>
                  <a:gd name="connsiteX4" fmla="*/ 5062 w 41981"/>
                  <a:gd name="connsiteY4" fmla="*/ 21152 h 41981"/>
                  <a:gd name="connsiteX5" fmla="*/ 21252 w 41981"/>
                  <a:gd name="connsiteY5" fmla="*/ 4962 h 41981"/>
                  <a:gd name="connsiteX6" fmla="*/ 21252 w 41981"/>
                  <a:gd name="connsiteY6" fmla="*/ 161 h 41981"/>
                  <a:gd name="connsiteX7" fmla="*/ 262 w 41981"/>
                  <a:gd name="connsiteY7" fmla="*/ 21152 h 41981"/>
                  <a:gd name="connsiteX8" fmla="*/ 21252 w 41981"/>
                  <a:gd name="connsiteY8" fmla="*/ 42142 h 41981"/>
                  <a:gd name="connsiteX9" fmla="*/ 42243 w 41981"/>
                  <a:gd name="connsiteY9" fmla="*/ 21152 h 41981"/>
                  <a:gd name="connsiteX10" fmla="*/ 42243 w 41981"/>
                  <a:gd name="connsiteY10" fmla="*/ 21152 h 41981"/>
                  <a:gd name="connsiteX11" fmla="*/ 21252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2"/>
                    </a:moveTo>
                    <a:cubicBezTo>
                      <a:pt x="30194" y="4962"/>
                      <a:pt x="37442" y="12210"/>
                      <a:pt x="37442" y="21152"/>
                    </a:cubicBezTo>
                    <a:lnTo>
                      <a:pt x="37442" y="21152"/>
                    </a:lnTo>
                    <a:cubicBezTo>
                      <a:pt x="37442" y="30094"/>
                      <a:pt x="30194" y="37342"/>
                      <a:pt x="21252" y="37342"/>
                    </a:cubicBezTo>
                    <a:cubicBezTo>
                      <a:pt x="12310" y="37342"/>
                      <a:pt x="5062" y="30094"/>
                      <a:pt x="5062" y="21152"/>
                    </a:cubicBezTo>
                    <a:cubicBezTo>
                      <a:pt x="5062" y="12210"/>
                      <a:pt x="12310" y="4962"/>
                      <a:pt x="21252" y="4962"/>
                    </a:cubicBezTo>
                    <a:close/>
                    <a:moveTo>
                      <a:pt x="21252" y="161"/>
                    </a:moveTo>
                    <a:cubicBezTo>
                      <a:pt x="9660" y="161"/>
                      <a:pt x="262" y="9559"/>
                      <a:pt x="262" y="21152"/>
                    </a:cubicBezTo>
                    <a:cubicBezTo>
                      <a:pt x="262" y="32744"/>
                      <a:pt x="9660" y="42142"/>
                      <a:pt x="21252" y="42142"/>
                    </a:cubicBezTo>
                    <a:cubicBezTo>
                      <a:pt x="32845" y="42142"/>
                      <a:pt x="42243" y="32744"/>
                      <a:pt x="42243" y="21152"/>
                    </a:cubicBezTo>
                    <a:lnTo>
                      <a:pt x="42243" y="21152"/>
                    </a:lnTo>
                    <a:cubicBezTo>
                      <a:pt x="42243" y="9559"/>
                      <a:pt x="32845" y="161"/>
                      <a:pt x="21252" y="161"/>
                    </a:cubicBezTo>
                    <a:close/>
                  </a:path>
                </a:pathLst>
              </a:custGeom>
              <a:solidFill>
                <a:srgbClr val="000000"/>
              </a:solidFill>
              <a:ln w="4794" cap="sq">
                <a:noFill/>
                <a:prstDash val="solid"/>
                <a:round/>
              </a:ln>
            </p:spPr>
            <p:txBody>
              <a:bodyPr rtlCol="0" anchor="ctr"/>
              <a:lstStyle/>
              <a:p>
                <a:endParaRPr lang="en-US"/>
              </a:p>
            </p:txBody>
          </p:sp>
          <p:sp>
            <p:nvSpPr>
              <p:cNvPr id="2838" name="Freeform: Shape 2837">
                <a:extLst>
                  <a:ext uri="{FF2B5EF4-FFF2-40B4-BE49-F238E27FC236}">
                    <a16:creationId xmlns:a16="http://schemas.microsoft.com/office/drawing/2014/main" id="{1EADA963-39C2-1AB8-9B11-CAA1123037E6}"/>
                  </a:ext>
                </a:extLst>
              </p:cNvPr>
              <p:cNvSpPr/>
              <p:nvPr/>
            </p:nvSpPr>
            <p:spPr>
              <a:xfrm>
                <a:off x="7637388" y="8061886"/>
                <a:ext cx="37180" cy="37180"/>
              </a:xfrm>
              <a:custGeom>
                <a:avLst/>
                <a:gdLst>
                  <a:gd name="connsiteX0" fmla="*/ 37431 w 37180"/>
                  <a:gd name="connsiteY0" fmla="*/ 18774 h 37180"/>
                  <a:gd name="connsiteX1" fmla="*/ 18841 w 37180"/>
                  <a:gd name="connsiteY1" fmla="*/ 37365 h 37180"/>
                  <a:gd name="connsiteX2" fmla="*/ 250 w 37180"/>
                  <a:gd name="connsiteY2" fmla="*/ 18774 h 37180"/>
                  <a:gd name="connsiteX3" fmla="*/ 18841 w 37180"/>
                  <a:gd name="connsiteY3" fmla="*/ 184 h 37180"/>
                  <a:gd name="connsiteX4" fmla="*/ 37431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4"/>
                    </a:moveTo>
                    <a:cubicBezTo>
                      <a:pt x="37431" y="29041"/>
                      <a:pt x="29108" y="37365"/>
                      <a:pt x="18841" y="37365"/>
                    </a:cubicBezTo>
                    <a:cubicBezTo>
                      <a:pt x="8573" y="37365"/>
                      <a:pt x="250" y="29041"/>
                      <a:pt x="250" y="18774"/>
                    </a:cubicBezTo>
                    <a:cubicBezTo>
                      <a:pt x="250" y="8507"/>
                      <a:pt x="8573" y="184"/>
                      <a:pt x="18841" y="184"/>
                    </a:cubicBezTo>
                    <a:cubicBezTo>
                      <a:pt x="29108" y="184"/>
                      <a:pt x="37431" y="8507"/>
                      <a:pt x="37431" y="18774"/>
                    </a:cubicBezTo>
                    <a:close/>
                  </a:path>
                </a:pathLst>
              </a:custGeom>
              <a:solidFill>
                <a:srgbClr val="F2F7F2"/>
              </a:solidFill>
              <a:ln w="5753" cap="sq">
                <a:noFill/>
                <a:prstDash val="solid"/>
                <a:miter/>
              </a:ln>
            </p:spPr>
            <p:txBody>
              <a:bodyPr rtlCol="0" anchor="ctr"/>
              <a:lstStyle/>
              <a:p>
                <a:endParaRPr lang="en-US"/>
              </a:p>
            </p:txBody>
          </p:sp>
          <p:sp>
            <p:nvSpPr>
              <p:cNvPr id="2839" name="Freeform: Shape 2838">
                <a:extLst>
                  <a:ext uri="{FF2B5EF4-FFF2-40B4-BE49-F238E27FC236}">
                    <a16:creationId xmlns:a16="http://schemas.microsoft.com/office/drawing/2014/main" id="{6C470161-BB38-CB4D-619D-002332E6A903}"/>
                  </a:ext>
                </a:extLst>
              </p:cNvPr>
              <p:cNvSpPr/>
              <p:nvPr/>
            </p:nvSpPr>
            <p:spPr>
              <a:xfrm>
                <a:off x="7634988" y="8059486"/>
                <a:ext cx="41981" cy="41981"/>
              </a:xfrm>
              <a:custGeom>
                <a:avLst/>
                <a:gdLst>
                  <a:gd name="connsiteX0" fmla="*/ 21241 w 41981"/>
                  <a:gd name="connsiteY0" fmla="*/ 4984 h 41981"/>
                  <a:gd name="connsiteX1" fmla="*/ 37431 w 41981"/>
                  <a:gd name="connsiteY1" fmla="*/ 21174 h 41981"/>
                  <a:gd name="connsiteX2" fmla="*/ 37431 w 41981"/>
                  <a:gd name="connsiteY2" fmla="*/ 21174 h 41981"/>
                  <a:gd name="connsiteX3" fmla="*/ 21241 w 41981"/>
                  <a:gd name="connsiteY3" fmla="*/ 37365 h 41981"/>
                  <a:gd name="connsiteX4" fmla="*/ 5051 w 41981"/>
                  <a:gd name="connsiteY4" fmla="*/ 21174 h 41981"/>
                  <a:gd name="connsiteX5" fmla="*/ 21241 w 41981"/>
                  <a:gd name="connsiteY5" fmla="*/ 4984 h 41981"/>
                  <a:gd name="connsiteX6" fmla="*/ 21241 w 41981"/>
                  <a:gd name="connsiteY6" fmla="*/ 184 h 41981"/>
                  <a:gd name="connsiteX7" fmla="*/ 250 w 41981"/>
                  <a:gd name="connsiteY7" fmla="*/ 21174 h 41981"/>
                  <a:gd name="connsiteX8" fmla="*/ 21241 w 41981"/>
                  <a:gd name="connsiteY8" fmla="*/ 42165 h 41981"/>
                  <a:gd name="connsiteX9" fmla="*/ 42231 w 41981"/>
                  <a:gd name="connsiteY9" fmla="*/ 21174 h 41981"/>
                  <a:gd name="connsiteX10" fmla="*/ 42231 w 41981"/>
                  <a:gd name="connsiteY10" fmla="*/ 21174 h 41981"/>
                  <a:gd name="connsiteX11" fmla="*/ 21241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4"/>
                    </a:moveTo>
                    <a:cubicBezTo>
                      <a:pt x="30183" y="4984"/>
                      <a:pt x="37431" y="12233"/>
                      <a:pt x="37431" y="21174"/>
                    </a:cubicBezTo>
                    <a:lnTo>
                      <a:pt x="37431" y="21174"/>
                    </a:lnTo>
                    <a:cubicBezTo>
                      <a:pt x="37431" y="30116"/>
                      <a:pt x="30183" y="37365"/>
                      <a:pt x="21241" y="37365"/>
                    </a:cubicBezTo>
                    <a:cubicBezTo>
                      <a:pt x="12299" y="37365"/>
                      <a:pt x="5051" y="30116"/>
                      <a:pt x="5051" y="21174"/>
                    </a:cubicBezTo>
                    <a:cubicBezTo>
                      <a:pt x="5051" y="12233"/>
                      <a:pt x="12299" y="4984"/>
                      <a:pt x="21241" y="4984"/>
                    </a:cubicBezTo>
                    <a:close/>
                    <a:moveTo>
                      <a:pt x="21241" y="184"/>
                    </a:moveTo>
                    <a:cubicBezTo>
                      <a:pt x="9648" y="184"/>
                      <a:pt x="250" y="9582"/>
                      <a:pt x="250" y="21174"/>
                    </a:cubicBezTo>
                    <a:cubicBezTo>
                      <a:pt x="250" y="32767"/>
                      <a:pt x="9648" y="42165"/>
                      <a:pt x="21241" y="42165"/>
                    </a:cubicBezTo>
                    <a:cubicBezTo>
                      <a:pt x="32833" y="42165"/>
                      <a:pt x="42231" y="32767"/>
                      <a:pt x="42231" y="21174"/>
                    </a:cubicBezTo>
                    <a:lnTo>
                      <a:pt x="42231" y="21174"/>
                    </a:lnTo>
                    <a:cubicBezTo>
                      <a:pt x="42231" y="9582"/>
                      <a:pt x="32833" y="184"/>
                      <a:pt x="21241" y="184"/>
                    </a:cubicBezTo>
                    <a:close/>
                  </a:path>
                </a:pathLst>
              </a:custGeom>
              <a:solidFill>
                <a:srgbClr val="000000"/>
              </a:solidFill>
              <a:ln w="4794" cap="sq">
                <a:noFill/>
                <a:prstDash val="solid"/>
                <a:round/>
              </a:ln>
            </p:spPr>
            <p:txBody>
              <a:bodyPr rtlCol="0" anchor="ctr"/>
              <a:lstStyle/>
              <a:p>
                <a:endParaRPr lang="en-US"/>
              </a:p>
            </p:txBody>
          </p:sp>
          <p:sp>
            <p:nvSpPr>
              <p:cNvPr id="2840" name="Freeform: Shape 2839">
                <a:extLst>
                  <a:ext uri="{FF2B5EF4-FFF2-40B4-BE49-F238E27FC236}">
                    <a16:creationId xmlns:a16="http://schemas.microsoft.com/office/drawing/2014/main" id="{53C464FA-1C75-C9BF-404C-0EBFC30D5DEF}"/>
                  </a:ext>
                </a:extLst>
              </p:cNvPr>
              <p:cNvSpPr/>
              <p:nvPr/>
            </p:nvSpPr>
            <p:spPr>
              <a:xfrm>
                <a:off x="7679015" y="7984587"/>
                <a:ext cx="37180" cy="37180"/>
              </a:xfrm>
              <a:custGeom>
                <a:avLst/>
                <a:gdLst>
                  <a:gd name="connsiteX0" fmla="*/ 37438 w 37180"/>
                  <a:gd name="connsiteY0" fmla="*/ 18761 h 37180"/>
                  <a:gd name="connsiteX1" fmla="*/ 18848 w 37180"/>
                  <a:gd name="connsiteY1" fmla="*/ 37351 h 37180"/>
                  <a:gd name="connsiteX2" fmla="*/ 257 w 37180"/>
                  <a:gd name="connsiteY2" fmla="*/ 18761 h 37180"/>
                  <a:gd name="connsiteX3" fmla="*/ 18848 w 37180"/>
                  <a:gd name="connsiteY3" fmla="*/ 170 h 37180"/>
                  <a:gd name="connsiteX4" fmla="*/ 37438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1"/>
                    </a:moveTo>
                    <a:cubicBezTo>
                      <a:pt x="37438" y="29028"/>
                      <a:pt x="29115" y="37351"/>
                      <a:pt x="18848" y="37351"/>
                    </a:cubicBezTo>
                    <a:cubicBezTo>
                      <a:pt x="8581" y="37351"/>
                      <a:pt x="257" y="29028"/>
                      <a:pt x="257" y="18761"/>
                    </a:cubicBezTo>
                    <a:cubicBezTo>
                      <a:pt x="257" y="8494"/>
                      <a:pt x="8581" y="170"/>
                      <a:pt x="18848" y="170"/>
                    </a:cubicBezTo>
                    <a:cubicBezTo>
                      <a:pt x="29115" y="170"/>
                      <a:pt x="37438" y="8494"/>
                      <a:pt x="37438" y="18761"/>
                    </a:cubicBezTo>
                    <a:close/>
                  </a:path>
                </a:pathLst>
              </a:custGeom>
              <a:solidFill>
                <a:srgbClr val="F7E5E5"/>
              </a:solidFill>
              <a:ln w="5753" cap="sq">
                <a:noFill/>
                <a:prstDash val="solid"/>
                <a:miter/>
              </a:ln>
            </p:spPr>
            <p:txBody>
              <a:bodyPr rtlCol="0" anchor="ctr"/>
              <a:lstStyle/>
              <a:p>
                <a:endParaRPr lang="en-US"/>
              </a:p>
            </p:txBody>
          </p:sp>
          <p:sp>
            <p:nvSpPr>
              <p:cNvPr id="2841" name="Freeform: Shape 2840">
                <a:extLst>
                  <a:ext uri="{FF2B5EF4-FFF2-40B4-BE49-F238E27FC236}">
                    <a16:creationId xmlns:a16="http://schemas.microsoft.com/office/drawing/2014/main" id="{D6BD9DFD-8219-DC84-D0AB-511FDA1A2AA6}"/>
                  </a:ext>
                </a:extLst>
              </p:cNvPr>
              <p:cNvSpPr/>
              <p:nvPr/>
            </p:nvSpPr>
            <p:spPr>
              <a:xfrm>
                <a:off x="7676615" y="7982187"/>
                <a:ext cx="41981" cy="41981"/>
              </a:xfrm>
              <a:custGeom>
                <a:avLst/>
                <a:gdLst>
                  <a:gd name="connsiteX0" fmla="*/ 21248 w 41981"/>
                  <a:gd name="connsiteY0" fmla="*/ 4971 h 41981"/>
                  <a:gd name="connsiteX1" fmla="*/ 37438 w 41981"/>
                  <a:gd name="connsiteY1" fmla="*/ 21161 h 41981"/>
                  <a:gd name="connsiteX2" fmla="*/ 37438 w 41981"/>
                  <a:gd name="connsiteY2" fmla="*/ 21161 h 41981"/>
                  <a:gd name="connsiteX3" fmla="*/ 21248 w 41981"/>
                  <a:gd name="connsiteY3" fmla="*/ 37351 h 41981"/>
                  <a:gd name="connsiteX4" fmla="*/ 5058 w 41981"/>
                  <a:gd name="connsiteY4" fmla="*/ 21161 h 41981"/>
                  <a:gd name="connsiteX5" fmla="*/ 21248 w 41981"/>
                  <a:gd name="connsiteY5" fmla="*/ 4971 h 41981"/>
                  <a:gd name="connsiteX6" fmla="*/ 21248 w 41981"/>
                  <a:gd name="connsiteY6" fmla="*/ 170 h 41981"/>
                  <a:gd name="connsiteX7" fmla="*/ 257 w 41981"/>
                  <a:gd name="connsiteY7" fmla="*/ 21161 h 41981"/>
                  <a:gd name="connsiteX8" fmla="*/ 21248 w 41981"/>
                  <a:gd name="connsiteY8" fmla="*/ 42152 h 41981"/>
                  <a:gd name="connsiteX9" fmla="*/ 42239 w 41981"/>
                  <a:gd name="connsiteY9" fmla="*/ 21161 h 41981"/>
                  <a:gd name="connsiteX10" fmla="*/ 42239 w 41981"/>
                  <a:gd name="connsiteY10" fmla="*/ 21161 h 41981"/>
                  <a:gd name="connsiteX11" fmla="*/ 21248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1"/>
                    </a:moveTo>
                    <a:cubicBezTo>
                      <a:pt x="30190" y="4971"/>
                      <a:pt x="37438" y="12219"/>
                      <a:pt x="37438" y="21161"/>
                    </a:cubicBezTo>
                    <a:lnTo>
                      <a:pt x="37438" y="21161"/>
                    </a:lnTo>
                    <a:cubicBezTo>
                      <a:pt x="37438" y="30103"/>
                      <a:pt x="30190" y="37351"/>
                      <a:pt x="21248" y="37351"/>
                    </a:cubicBezTo>
                    <a:cubicBezTo>
                      <a:pt x="12306" y="37351"/>
                      <a:pt x="5058" y="30103"/>
                      <a:pt x="5058" y="21161"/>
                    </a:cubicBezTo>
                    <a:cubicBezTo>
                      <a:pt x="5058" y="12219"/>
                      <a:pt x="12306" y="4971"/>
                      <a:pt x="21248" y="4971"/>
                    </a:cubicBezTo>
                    <a:close/>
                    <a:moveTo>
                      <a:pt x="21248" y="170"/>
                    </a:moveTo>
                    <a:cubicBezTo>
                      <a:pt x="9656" y="170"/>
                      <a:pt x="257" y="9568"/>
                      <a:pt x="257" y="21161"/>
                    </a:cubicBezTo>
                    <a:cubicBezTo>
                      <a:pt x="257" y="32754"/>
                      <a:pt x="9656" y="42152"/>
                      <a:pt x="21248" y="42152"/>
                    </a:cubicBezTo>
                    <a:cubicBezTo>
                      <a:pt x="32841" y="42152"/>
                      <a:pt x="42239" y="32754"/>
                      <a:pt x="42239" y="21161"/>
                    </a:cubicBezTo>
                    <a:lnTo>
                      <a:pt x="42239" y="21161"/>
                    </a:lnTo>
                    <a:cubicBezTo>
                      <a:pt x="42239" y="9568"/>
                      <a:pt x="32841" y="170"/>
                      <a:pt x="21248" y="170"/>
                    </a:cubicBezTo>
                    <a:close/>
                  </a:path>
                </a:pathLst>
              </a:custGeom>
              <a:solidFill>
                <a:srgbClr val="000000"/>
              </a:solidFill>
              <a:ln w="4794" cap="sq">
                <a:noFill/>
                <a:prstDash val="solid"/>
                <a:round/>
              </a:ln>
            </p:spPr>
            <p:txBody>
              <a:bodyPr rtlCol="0" anchor="ctr"/>
              <a:lstStyle/>
              <a:p>
                <a:endParaRPr lang="en-US"/>
              </a:p>
            </p:txBody>
          </p:sp>
          <p:sp>
            <p:nvSpPr>
              <p:cNvPr id="2842" name="Freeform: Shape 2841">
                <a:extLst>
                  <a:ext uri="{FF2B5EF4-FFF2-40B4-BE49-F238E27FC236}">
                    <a16:creationId xmlns:a16="http://schemas.microsoft.com/office/drawing/2014/main" id="{F694A3E7-764A-BA25-461E-93D0ED49B2C5}"/>
                  </a:ext>
                </a:extLst>
              </p:cNvPr>
              <p:cNvSpPr/>
              <p:nvPr/>
            </p:nvSpPr>
            <p:spPr>
              <a:xfrm>
                <a:off x="7611122" y="7991729"/>
                <a:ext cx="37180" cy="37180"/>
              </a:xfrm>
              <a:custGeom>
                <a:avLst/>
                <a:gdLst>
                  <a:gd name="connsiteX0" fmla="*/ 37427 w 37180"/>
                  <a:gd name="connsiteY0" fmla="*/ 18762 h 37180"/>
                  <a:gd name="connsiteX1" fmla="*/ 18836 w 37180"/>
                  <a:gd name="connsiteY1" fmla="*/ 37353 h 37180"/>
                  <a:gd name="connsiteX2" fmla="*/ 246 w 37180"/>
                  <a:gd name="connsiteY2" fmla="*/ 18762 h 37180"/>
                  <a:gd name="connsiteX3" fmla="*/ 18836 w 37180"/>
                  <a:gd name="connsiteY3" fmla="*/ 172 h 37180"/>
                  <a:gd name="connsiteX4" fmla="*/ 3742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62"/>
                    </a:moveTo>
                    <a:cubicBezTo>
                      <a:pt x="37427" y="29029"/>
                      <a:pt x="29103" y="37353"/>
                      <a:pt x="18836" y="37353"/>
                    </a:cubicBezTo>
                    <a:cubicBezTo>
                      <a:pt x="8569" y="37353"/>
                      <a:pt x="246" y="29029"/>
                      <a:pt x="246" y="18762"/>
                    </a:cubicBezTo>
                    <a:cubicBezTo>
                      <a:pt x="246" y="8495"/>
                      <a:pt x="8569" y="172"/>
                      <a:pt x="18836" y="172"/>
                    </a:cubicBezTo>
                    <a:cubicBezTo>
                      <a:pt x="29103" y="172"/>
                      <a:pt x="37427" y="8495"/>
                      <a:pt x="37427" y="18762"/>
                    </a:cubicBezTo>
                    <a:close/>
                  </a:path>
                </a:pathLst>
              </a:custGeom>
              <a:solidFill>
                <a:srgbClr val="F7D6D6"/>
              </a:solidFill>
              <a:ln w="5753" cap="sq">
                <a:noFill/>
                <a:prstDash val="solid"/>
                <a:miter/>
              </a:ln>
            </p:spPr>
            <p:txBody>
              <a:bodyPr rtlCol="0" anchor="ctr"/>
              <a:lstStyle/>
              <a:p>
                <a:endParaRPr lang="en-US"/>
              </a:p>
            </p:txBody>
          </p:sp>
          <p:sp>
            <p:nvSpPr>
              <p:cNvPr id="2843" name="Freeform: Shape 2842">
                <a:extLst>
                  <a:ext uri="{FF2B5EF4-FFF2-40B4-BE49-F238E27FC236}">
                    <a16:creationId xmlns:a16="http://schemas.microsoft.com/office/drawing/2014/main" id="{E101CFFE-7BF7-BCEA-674A-71721FD68F1E}"/>
                  </a:ext>
                </a:extLst>
              </p:cNvPr>
              <p:cNvSpPr/>
              <p:nvPr/>
            </p:nvSpPr>
            <p:spPr>
              <a:xfrm>
                <a:off x="7608722" y="7989329"/>
                <a:ext cx="41981" cy="41981"/>
              </a:xfrm>
              <a:custGeom>
                <a:avLst/>
                <a:gdLst>
                  <a:gd name="connsiteX0" fmla="*/ 21236 w 41981"/>
                  <a:gd name="connsiteY0" fmla="*/ 4972 h 41981"/>
                  <a:gd name="connsiteX1" fmla="*/ 37427 w 41981"/>
                  <a:gd name="connsiteY1" fmla="*/ 21162 h 41981"/>
                  <a:gd name="connsiteX2" fmla="*/ 37427 w 41981"/>
                  <a:gd name="connsiteY2" fmla="*/ 21162 h 41981"/>
                  <a:gd name="connsiteX3" fmla="*/ 21236 w 41981"/>
                  <a:gd name="connsiteY3" fmla="*/ 37353 h 41981"/>
                  <a:gd name="connsiteX4" fmla="*/ 5046 w 41981"/>
                  <a:gd name="connsiteY4" fmla="*/ 21162 h 41981"/>
                  <a:gd name="connsiteX5" fmla="*/ 21236 w 41981"/>
                  <a:gd name="connsiteY5" fmla="*/ 4972 h 41981"/>
                  <a:gd name="connsiteX6" fmla="*/ 21236 w 41981"/>
                  <a:gd name="connsiteY6" fmla="*/ 172 h 41981"/>
                  <a:gd name="connsiteX7" fmla="*/ 246 w 41981"/>
                  <a:gd name="connsiteY7" fmla="*/ 21162 h 41981"/>
                  <a:gd name="connsiteX8" fmla="*/ 21236 w 41981"/>
                  <a:gd name="connsiteY8" fmla="*/ 42153 h 41981"/>
                  <a:gd name="connsiteX9" fmla="*/ 42227 w 41981"/>
                  <a:gd name="connsiteY9" fmla="*/ 21162 h 41981"/>
                  <a:gd name="connsiteX10" fmla="*/ 42227 w 41981"/>
                  <a:gd name="connsiteY10" fmla="*/ 21162 h 41981"/>
                  <a:gd name="connsiteX11" fmla="*/ 21236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72"/>
                    </a:moveTo>
                    <a:cubicBezTo>
                      <a:pt x="30178" y="4972"/>
                      <a:pt x="37427" y="12220"/>
                      <a:pt x="37427" y="21162"/>
                    </a:cubicBezTo>
                    <a:lnTo>
                      <a:pt x="37427" y="21162"/>
                    </a:lnTo>
                    <a:cubicBezTo>
                      <a:pt x="37427" y="30104"/>
                      <a:pt x="30178" y="37353"/>
                      <a:pt x="21236" y="37353"/>
                    </a:cubicBezTo>
                    <a:cubicBezTo>
                      <a:pt x="12294" y="37353"/>
                      <a:pt x="5046" y="30104"/>
                      <a:pt x="5046" y="21162"/>
                    </a:cubicBezTo>
                    <a:cubicBezTo>
                      <a:pt x="5046" y="12220"/>
                      <a:pt x="12294" y="4972"/>
                      <a:pt x="21236" y="4972"/>
                    </a:cubicBezTo>
                    <a:close/>
                    <a:moveTo>
                      <a:pt x="21236" y="172"/>
                    </a:moveTo>
                    <a:cubicBezTo>
                      <a:pt x="9644" y="172"/>
                      <a:pt x="246" y="9570"/>
                      <a:pt x="246" y="21162"/>
                    </a:cubicBezTo>
                    <a:cubicBezTo>
                      <a:pt x="246" y="32755"/>
                      <a:pt x="9644" y="42153"/>
                      <a:pt x="21236" y="42153"/>
                    </a:cubicBezTo>
                    <a:cubicBezTo>
                      <a:pt x="32829" y="42153"/>
                      <a:pt x="42227" y="32755"/>
                      <a:pt x="42227" y="21162"/>
                    </a:cubicBezTo>
                    <a:lnTo>
                      <a:pt x="42227" y="21162"/>
                    </a:lnTo>
                    <a:cubicBezTo>
                      <a:pt x="42227" y="9570"/>
                      <a:pt x="32829" y="172"/>
                      <a:pt x="21236" y="172"/>
                    </a:cubicBezTo>
                    <a:close/>
                  </a:path>
                </a:pathLst>
              </a:custGeom>
              <a:solidFill>
                <a:srgbClr val="000000"/>
              </a:solidFill>
              <a:ln w="4794" cap="sq">
                <a:noFill/>
                <a:prstDash val="solid"/>
                <a:round/>
              </a:ln>
            </p:spPr>
            <p:txBody>
              <a:bodyPr rtlCol="0" anchor="ctr"/>
              <a:lstStyle/>
              <a:p>
                <a:endParaRPr lang="en-US"/>
              </a:p>
            </p:txBody>
          </p:sp>
          <p:sp>
            <p:nvSpPr>
              <p:cNvPr id="2844" name="Freeform: Shape 2843">
                <a:extLst>
                  <a:ext uri="{FF2B5EF4-FFF2-40B4-BE49-F238E27FC236}">
                    <a16:creationId xmlns:a16="http://schemas.microsoft.com/office/drawing/2014/main" id="{FE903252-0097-9020-98C1-836130DAADA5}"/>
                  </a:ext>
                </a:extLst>
              </p:cNvPr>
              <p:cNvSpPr/>
              <p:nvPr/>
            </p:nvSpPr>
            <p:spPr>
              <a:xfrm>
                <a:off x="7680997" y="7877416"/>
                <a:ext cx="37180" cy="37180"/>
              </a:xfrm>
              <a:custGeom>
                <a:avLst/>
                <a:gdLst>
                  <a:gd name="connsiteX0" fmla="*/ 37439 w 37180"/>
                  <a:gd name="connsiteY0" fmla="*/ 18742 h 37180"/>
                  <a:gd name="connsiteX1" fmla="*/ 18848 w 37180"/>
                  <a:gd name="connsiteY1" fmla="*/ 37333 h 37180"/>
                  <a:gd name="connsiteX2" fmla="*/ 258 w 37180"/>
                  <a:gd name="connsiteY2" fmla="*/ 18742 h 37180"/>
                  <a:gd name="connsiteX3" fmla="*/ 18848 w 37180"/>
                  <a:gd name="connsiteY3" fmla="*/ 152 h 37180"/>
                  <a:gd name="connsiteX4" fmla="*/ 37439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42"/>
                    </a:moveTo>
                    <a:cubicBezTo>
                      <a:pt x="37439" y="29009"/>
                      <a:pt x="29115" y="37333"/>
                      <a:pt x="18848" y="37333"/>
                    </a:cubicBezTo>
                    <a:cubicBezTo>
                      <a:pt x="8581" y="37333"/>
                      <a:pt x="258" y="29009"/>
                      <a:pt x="258" y="18742"/>
                    </a:cubicBezTo>
                    <a:cubicBezTo>
                      <a:pt x="258" y="8475"/>
                      <a:pt x="8581" y="152"/>
                      <a:pt x="18848" y="152"/>
                    </a:cubicBezTo>
                    <a:cubicBezTo>
                      <a:pt x="29115" y="152"/>
                      <a:pt x="37439" y="8475"/>
                      <a:pt x="37439" y="18742"/>
                    </a:cubicBezTo>
                    <a:close/>
                  </a:path>
                </a:pathLst>
              </a:custGeom>
              <a:solidFill>
                <a:srgbClr val="F7F1F1"/>
              </a:solidFill>
              <a:ln w="5753" cap="sq">
                <a:noFill/>
                <a:prstDash val="solid"/>
                <a:miter/>
              </a:ln>
            </p:spPr>
            <p:txBody>
              <a:bodyPr rtlCol="0" anchor="ctr"/>
              <a:lstStyle/>
              <a:p>
                <a:endParaRPr lang="en-US"/>
              </a:p>
            </p:txBody>
          </p:sp>
          <p:sp>
            <p:nvSpPr>
              <p:cNvPr id="2845" name="Freeform: Shape 2844">
                <a:extLst>
                  <a:ext uri="{FF2B5EF4-FFF2-40B4-BE49-F238E27FC236}">
                    <a16:creationId xmlns:a16="http://schemas.microsoft.com/office/drawing/2014/main" id="{82702BEA-ABBA-90E8-ABB1-E878D292213D}"/>
                  </a:ext>
                </a:extLst>
              </p:cNvPr>
              <p:cNvSpPr/>
              <p:nvPr/>
            </p:nvSpPr>
            <p:spPr>
              <a:xfrm>
                <a:off x="7678597" y="7875016"/>
                <a:ext cx="41981" cy="41981"/>
              </a:xfrm>
              <a:custGeom>
                <a:avLst/>
                <a:gdLst>
                  <a:gd name="connsiteX0" fmla="*/ 21248 w 41981"/>
                  <a:gd name="connsiteY0" fmla="*/ 4952 h 41981"/>
                  <a:gd name="connsiteX1" fmla="*/ 37439 w 41981"/>
                  <a:gd name="connsiteY1" fmla="*/ 21142 h 41981"/>
                  <a:gd name="connsiteX2" fmla="*/ 37439 w 41981"/>
                  <a:gd name="connsiteY2" fmla="*/ 21142 h 41981"/>
                  <a:gd name="connsiteX3" fmla="*/ 21248 w 41981"/>
                  <a:gd name="connsiteY3" fmla="*/ 37333 h 41981"/>
                  <a:gd name="connsiteX4" fmla="*/ 5058 w 41981"/>
                  <a:gd name="connsiteY4" fmla="*/ 21142 h 41981"/>
                  <a:gd name="connsiteX5" fmla="*/ 21248 w 41981"/>
                  <a:gd name="connsiteY5" fmla="*/ 4952 h 41981"/>
                  <a:gd name="connsiteX6" fmla="*/ 21248 w 41981"/>
                  <a:gd name="connsiteY6" fmla="*/ 152 h 41981"/>
                  <a:gd name="connsiteX7" fmla="*/ 258 w 41981"/>
                  <a:gd name="connsiteY7" fmla="*/ 21142 h 41981"/>
                  <a:gd name="connsiteX8" fmla="*/ 21248 w 41981"/>
                  <a:gd name="connsiteY8" fmla="*/ 42133 h 41981"/>
                  <a:gd name="connsiteX9" fmla="*/ 42239 w 41981"/>
                  <a:gd name="connsiteY9" fmla="*/ 21142 h 41981"/>
                  <a:gd name="connsiteX10" fmla="*/ 42239 w 41981"/>
                  <a:gd name="connsiteY10" fmla="*/ 21142 h 41981"/>
                  <a:gd name="connsiteX11" fmla="*/ 21248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52"/>
                    </a:moveTo>
                    <a:cubicBezTo>
                      <a:pt x="30190" y="4952"/>
                      <a:pt x="37439" y="12201"/>
                      <a:pt x="37439" y="21142"/>
                    </a:cubicBezTo>
                    <a:lnTo>
                      <a:pt x="37439" y="21142"/>
                    </a:lnTo>
                    <a:cubicBezTo>
                      <a:pt x="37439" y="30084"/>
                      <a:pt x="30190" y="37333"/>
                      <a:pt x="21248" y="37333"/>
                    </a:cubicBezTo>
                    <a:cubicBezTo>
                      <a:pt x="12307" y="37333"/>
                      <a:pt x="5058" y="30084"/>
                      <a:pt x="5058" y="21142"/>
                    </a:cubicBezTo>
                    <a:cubicBezTo>
                      <a:pt x="5058" y="12201"/>
                      <a:pt x="12307" y="4952"/>
                      <a:pt x="21248" y="4952"/>
                    </a:cubicBezTo>
                    <a:close/>
                    <a:moveTo>
                      <a:pt x="21248" y="152"/>
                    </a:moveTo>
                    <a:cubicBezTo>
                      <a:pt x="9656" y="152"/>
                      <a:pt x="258" y="9550"/>
                      <a:pt x="258" y="21142"/>
                    </a:cubicBezTo>
                    <a:cubicBezTo>
                      <a:pt x="258" y="32735"/>
                      <a:pt x="9656" y="42133"/>
                      <a:pt x="21248" y="42133"/>
                    </a:cubicBezTo>
                    <a:cubicBezTo>
                      <a:pt x="32841" y="42133"/>
                      <a:pt x="42239" y="32735"/>
                      <a:pt x="42239" y="21142"/>
                    </a:cubicBezTo>
                    <a:lnTo>
                      <a:pt x="42239" y="21142"/>
                    </a:lnTo>
                    <a:cubicBezTo>
                      <a:pt x="42239" y="9550"/>
                      <a:pt x="32841" y="152"/>
                      <a:pt x="21248" y="152"/>
                    </a:cubicBezTo>
                    <a:close/>
                  </a:path>
                </a:pathLst>
              </a:custGeom>
              <a:solidFill>
                <a:srgbClr val="000000"/>
              </a:solidFill>
              <a:ln w="4794" cap="sq">
                <a:noFill/>
                <a:prstDash val="solid"/>
                <a:round/>
              </a:ln>
            </p:spPr>
            <p:txBody>
              <a:bodyPr rtlCol="0" anchor="ctr"/>
              <a:lstStyle/>
              <a:p>
                <a:endParaRPr lang="en-US"/>
              </a:p>
            </p:txBody>
          </p:sp>
          <p:sp>
            <p:nvSpPr>
              <p:cNvPr id="2846" name="Freeform: Shape 2845">
                <a:extLst>
                  <a:ext uri="{FF2B5EF4-FFF2-40B4-BE49-F238E27FC236}">
                    <a16:creationId xmlns:a16="http://schemas.microsoft.com/office/drawing/2014/main" id="{945B2ECA-9F4D-6A30-A33C-AAE9068D3509}"/>
                  </a:ext>
                </a:extLst>
              </p:cNvPr>
              <p:cNvSpPr/>
              <p:nvPr/>
            </p:nvSpPr>
            <p:spPr>
              <a:xfrm>
                <a:off x="7682270" y="8034082"/>
                <a:ext cx="37180" cy="37180"/>
              </a:xfrm>
              <a:custGeom>
                <a:avLst/>
                <a:gdLst>
                  <a:gd name="connsiteX0" fmla="*/ 37439 w 37180"/>
                  <a:gd name="connsiteY0" fmla="*/ 18769 h 37180"/>
                  <a:gd name="connsiteX1" fmla="*/ 18848 w 37180"/>
                  <a:gd name="connsiteY1" fmla="*/ 37360 h 37180"/>
                  <a:gd name="connsiteX2" fmla="*/ 258 w 37180"/>
                  <a:gd name="connsiteY2" fmla="*/ 18769 h 37180"/>
                  <a:gd name="connsiteX3" fmla="*/ 18848 w 37180"/>
                  <a:gd name="connsiteY3" fmla="*/ 179 h 37180"/>
                  <a:gd name="connsiteX4" fmla="*/ 37439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69"/>
                    </a:moveTo>
                    <a:cubicBezTo>
                      <a:pt x="37439" y="29037"/>
                      <a:pt x="29116" y="37360"/>
                      <a:pt x="18848" y="37360"/>
                    </a:cubicBezTo>
                    <a:cubicBezTo>
                      <a:pt x="8581" y="37360"/>
                      <a:pt x="258" y="29037"/>
                      <a:pt x="258" y="18769"/>
                    </a:cubicBezTo>
                    <a:cubicBezTo>
                      <a:pt x="258" y="8502"/>
                      <a:pt x="8581" y="179"/>
                      <a:pt x="18848" y="179"/>
                    </a:cubicBezTo>
                    <a:cubicBezTo>
                      <a:pt x="29116" y="179"/>
                      <a:pt x="37439" y="8502"/>
                      <a:pt x="37439" y="18769"/>
                    </a:cubicBezTo>
                    <a:close/>
                  </a:path>
                </a:pathLst>
              </a:custGeom>
              <a:solidFill>
                <a:srgbClr val="F7EAEA"/>
              </a:solidFill>
              <a:ln w="5753" cap="sq">
                <a:noFill/>
                <a:prstDash val="solid"/>
                <a:miter/>
              </a:ln>
            </p:spPr>
            <p:txBody>
              <a:bodyPr rtlCol="0" anchor="ctr"/>
              <a:lstStyle/>
              <a:p>
                <a:endParaRPr lang="en-US"/>
              </a:p>
            </p:txBody>
          </p:sp>
          <p:sp>
            <p:nvSpPr>
              <p:cNvPr id="2847" name="Freeform: Shape 2846">
                <a:extLst>
                  <a:ext uri="{FF2B5EF4-FFF2-40B4-BE49-F238E27FC236}">
                    <a16:creationId xmlns:a16="http://schemas.microsoft.com/office/drawing/2014/main" id="{C035C1C7-EC4D-2B29-C48F-A4AF7118407F}"/>
                  </a:ext>
                </a:extLst>
              </p:cNvPr>
              <p:cNvSpPr/>
              <p:nvPr/>
            </p:nvSpPr>
            <p:spPr>
              <a:xfrm>
                <a:off x="7679869" y="8031682"/>
                <a:ext cx="41981" cy="41981"/>
              </a:xfrm>
              <a:custGeom>
                <a:avLst/>
                <a:gdLst>
                  <a:gd name="connsiteX0" fmla="*/ 21249 w 41981"/>
                  <a:gd name="connsiteY0" fmla="*/ 4979 h 41981"/>
                  <a:gd name="connsiteX1" fmla="*/ 37439 w 41981"/>
                  <a:gd name="connsiteY1" fmla="*/ 21170 h 41981"/>
                  <a:gd name="connsiteX2" fmla="*/ 37439 w 41981"/>
                  <a:gd name="connsiteY2" fmla="*/ 21170 h 41981"/>
                  <a:gd name="connsiteX3" fmla="*/ 21249 w 41981"/>
                  <a:gd name="connsiteY3" fmla="*/ 37360 h 41981"/>
                  <a:gd name="connsiteX4" fmla="*/ 5058 w 41981"/>
                  <a:gd name="connsiteY4" fmla="*/ 21170 h 41981"/>
                  <a:gd name="connsiteX5" fmla="*/ 21249 w 41981"/>
                  <a:gd name="connsiteY5" fmla="*/ 4979 h 41981"/>
                  <a:gd name="connsiteX6" fmla="*/ 21249 w 41981"/>
                  <a:gd name="connsiteY6" fmla="*/ 179 h 41981"/>
                  <a:gd name="connsiteX7" fmla="*/ 258 w 41981"/>
                  <a:gd name="connsiteY7" fmla="*/ 21170 h 41981"/>
                  <a:gd name="connsiteX8" fmla="*/ 21249 w 41981"/>
                  <a:gd name="connsiteY8" fmla="*/ 42160 h 41981"/>
                  <a:gd name="connsiteX9" fmla="*/ 42239 w 41981"/>
                  <a:gd name="connsiteY9" fmla="*/ 21170 h 41981"/>
                  <a:gd name="connsiteX10" fmla="*/ 42239 w 41981"/>
                  <a:gd name="connsiteY10" fmla="*/ 21170 h 41981"/>
                  <a:gd name="connsiteX11" fmla="*/ 2124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79"/>
                    </a:moveTo>
                    <a:cubicBezTo>
                      <a:pt x="30190" y="4979"/>
                      <a:pt x="37439" y="12228"/>
                      <a:pt x="37439" y="21170"/>
                    </a:cubicBezTo>
                    <a:lnTo>
                      <a:pt x="37439" y="21170"/>
                    </a:lnTo>
                    <a:cubicBezTo>
                      <a:pt x="37439" y="30111"/>
                      <a:pt x="30190" y="37360"/>
                      <a:pt x="21249" y="37360"/>
                    </a:cubicBezTo>
                    <a:cubicBezTo>
                      <a:pt x="12307" y="37360"/>
                      <a:pt x="5058" y="30111"/>
                      <a:pt x="5058" y="21170"/>
                    </a:cubicBezTo>
                    <a:cubicBezTo>
                      <a:pt x="5058" y="12228"/>
                      <a:pt x="12307" y="4979"/>
                      <a:pt x="21249" y="4979"/>
                    </a:cubicBezTo>
                    <a:close/>
                    <a:moveTo>
                      <a:pt x="21249" y="179"/>
                    </a:moveTo>
                    <a:cubicBezTo>
                      <a:pt x="9656" y="179"/>
                      <a:pt x="258" y="9577"/>
                      <a:pt x="258" y="21170"/>
                    </a:cubicBezTo>
                    <a:cubicBezTo>
                      <a:pt x="258" y="32762"/>
                      <a:pt x="9656" y="42160"/>
                      <a:pt x="21249" y="42160"/>
                    </a:cubicBezTo>
                    <a:cubicBezTo>
                      <a:pt x="32841" y="42160"/>
                      <a:pt x="42239" y="32762"/>
                      <a:pt x="42239" y="21170"/>
                    </a:cubicBezTo>
                    <a:lnTo>
                      <a:pt x="42239" y="21170"/>
                    </a:lnTo>
                    <a:cubicBezTo>
                      <a:pt x="42239" y="9577"/>
                      <a:pt x="32841" y="179"/>
                      <a:pt x="21249" y="179"/>
                    </a:cubicBezTo>
                    <a:close/>
                  </a:path>
                </a:pathLst>
              </a:custGeom>
              <a:solidFill>
                <a:srgbClr val="000000"/>
              </a:solidFill>
              <a:ln w="4794" cap="sq">
                <a:noFill/>
                <a:prstDash val="solid"/>
                <a:round/>
              </a:ln>
            </p:spPr>
            <p:txBody>
              <a:bodyPr rtlCol="0" anchor="ctr"/>
              <a:lstStyle/>
              <a:p>
                <a:endParaRPr lang="en-US"/>
              </a:p>
            </p:txBody>
          </p:sp>
          <p:sp>
            <p:nvSpPr>
              <p:cNvPr id="2848" name="Freeform: Shape 2847">
                <a:extLst>
                  <a:ext uri="{FF2B5EF4-FFF2-40B4-BE49-F238E27FC236}">
                    <a16:creationId xmlns:a16="http://schemas.microsoft.com/office/drawing/2014/main" id="{A2BF3FDB-265B-7D24-9D26-60D0AF87EE37}"/>
                  </a:ext>
                </a:extLst>
              </p:cNvPr>
              <p:cNvSpPr/>
              <p:nvPr/>
            </p:nvSpPr>
            <p:spPr>
              <a:xfrm>
                <a:off x="7775991" y="8002218"/>
                <a:ext cx="37180" cy="37180"/>
              </a:xfrm>
              <a:custGeom>
                <a:avLst/>
                <a:gdLst>
                  <a:gd name="connsiteX0" fmla="*/ 37455 w 37180"/>
                  <a:gd name="connsiteY0" fmla="*/ 18764 h 37180"/>
                  <a:gd name="connsiteX1" fmla="*/ 18865 w 37180"/>
                  <a:gd name="connsiteY1" fmla="*/ 37354 h 37180"/>
                  <a:gd name="connsiteX2" fmla="*/ 274 w 37180"/>
                  <a:gd name="connsiteY2" fmla="*/ 18764 h 37180"/>
                  <a:gd name="connsiteX3" fmla="*/ 18865 w 37180"/>
                  <a:gd name="connsiteY3" fmla="*/ 174 h 37180"/>
                  <a:gd name="connsiteX4" fmla="*/ 37455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64"/>
                    </a:moveTo>
                    <a:cubicBezTo>
                      <a:pt x="37455" y="29031"/>
                      <a:pt x="29132" y="37354"/>
                      <a:pt x="18865" y="37354"/>
                    </a:cubicBezTo>
                    <a:cubicBezTo>
                      <a:pt x="8598" y="37354"/>
                      <a:pt x="274" y="29031"/>
                      <a:pt x="274" y="18764"/>
                    </a:cubicBezTo>
                    <a:cubicBezTo>
                      <a:pt x="274" y="8497"/>
                      <a:pt x="8598" y="174"/>
                      <a:pt x="18865" y="174"/>
                    </a:cubicBezTo>
                    <a:cubicBezTo>
                      <a:pt x="29132" y="174"/>
                      <a:pt x="37455" y="8497"/>
                      <a:pt x="37455" y="18764"/>
                    </a:cubicBezTo>
                    <a:close/>
                  </a:path>
                </a:pathLst>
              </a:custGeom>
              <a:solidFill>
                <a:srgbClr val="E1F7E1"/>
              </a:solidFill>
              <a:ln w="5753" cap="sq">
                <a:noFill/>
                <a:prstDash val="solid"/>
                <a:miter/>
              </a:ln>
            </p:spPr>
            <p:txBody>
              <a:bodyPr rtlCol="0" anchor="ctr"/>
              <a:lstStyle/>
              <a:p>
                <a:endParaRPr lang="en-US"/>
              </a:p>
            </p:txBody>
          </p:sp>
          <p:sp>
            <p:nvSpPr>
              <p:cNvPr id="2849" name="Freeform: Shape 2848">
                <a:extLst>
                  <a:ext uri="{FF2B5EF4-FFF2-40B4-BE49-F238E27FC236}">
                    <a16:creationId xmlns:a16="http://schemas.microsoft.com/office/drawing/2014/main" id="{6774AE3A-AF75-08B0-2655-BABFF8D2D514}"/>
                  </a:ext>
                </a:extLst>
              </p:cNvPr>
              <p:cNvSpPr/>
              <p:nvPr/>
            </p:nvSpPr>
            <p:spPr>
              <a:xfrm>
                <a:off x="7773590" y="7999818"/>
                <a:ext cx="41981" cy="41981"/>
              </a:xfrm>
              <a:custGeom>
                <a:avLst/>
                <a:gdLst>
                  <a:gd name="connsiteX0" fmla="*/ 21265 w 41981"/>
                  <a:gd name="connsiteY0" fmla="*/ 4974 h 41981"/>
                  <a:gd name="connsiteX1" fmla="*/ 37455 w 41981"/>
                  <a:gd name="connsiteY1" fmla="*/ 21164 h 41981"/>
                  <a:gd name="connsiteX2" fmla="*/ 37455 w 41981"/>
                  <a:gd name="connsiteY2" fmla="*/ 21164 h 41981"/>
                  <a:gd name="connsiteX3" fmla="*/ 21265 w 41981"/>
                  <a:gd name="connsiteY3" fmla="*/ 37354 h 41981"/>
                  <a:gd name="connsiteX4" fmla="*/ 5075 w 41981"/>
                  <a:gd name="connsiteY4" fmla="*/ 21164 h 41981"/>
                  <a:gd name="connsiteX5" fmla="*/ 21265 w 41981"/>
                  <a:gd name="connsiteY5" fmla="*/ 4974 h 41981"/>
                  <a:gd name="connsiteX6" fmla="*/ 21265 w 41981"/>
                  <a:gd name="connsiteY6" fmla="*/ 174 h 41981"/>
                  <a:gd name="connsiteX7" fmla="*/ 274 w 41981"/>
                  <a:gd name="connsiteY7" fmla="*/ 21164 h 41981"/>
                  <a:gd name="connsiteX8" fmla="*/ 21265 w 41981"/>
                  <a:gd name="connsiteY8" fmla="*/ 42155 h 41981"/>
                  <a:gd name="connsiteX9" fmla="*/ 42256 w 41981"/>
                  <a:gd name="connsiteY9" fmla="*/ 21164 h 41981"/>
                  <a:gd name="connsiteX10" fmla="*/ 42256 w 41981"/>
                  <a:gd name="connsiteY10" fmla="*/ 21164 h 41981"/>
                  <a:gd name="connsiteX11" fmla="*/ 21265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74"/>
                    </a:moveTo>
                    <a:cubicBezTo>
                      <a:pt x="30207" y="4974"/>
                      <a:pt x="37455" y="12222"/>
                      <a:pt x="37455" y="21164"/>
                    </a:cubicBezTo>
                    <a:lnTo>
                      <a:pt x="37455" y="21164"/>
                    </a:lnTo>
                    <a:cubicBezTo>
                      <a:pt x="37455" y="30106"/>
                      <a:pt x="30207" y="37354"/>
                      <a:pt x="21265" y="37354"/>
                    </a:cubicBezTo>
                    <a:cubicBezTo>
                      <a:pt x="12323" y="37354"/>
                      <a:pt x="5075" y="30106"/>
                      <a:pt x="5075" y="21164"/>
                    </a:cubicBezTo>
                    <a:cubicBezTo>
                      <a:pt x="5075" y="12222"/>
                      <a:pt x="12323" y="4974"/>
                      <a:pt x="21265" y="4974"/>
                    </a:cubicBezTo>
                    <a:close/>
                    <a:moveTo>
                      <a:pt x="21265" y="174"/>
                    </a:moveTo>
                    <a:cubicBezTo>
                      <a:pt x="9672" y="174"/>
                      <a:pt x="274" y="9572"/>
                      <a:pt x="274" y="21164"/>
                    </a:cubicBezTo>
                    <a:cubicBezTo>
                      <a:pt x="274" y="32757"/>
                      <a:pt x="9672" y="42155"/>
                      <a:pt x="21265" y="42155"/>
                    </a:cubicBezTo>
                    <a:cubicBezTo>
                      <a:pt x="32857" y="42155"/>
                      <a:pt x="42256" y="32757"/>
                      <a:pt x="42256" y="21164"/>
                    </a:cubicBezTo>
                    <a:lnTo>
                      <a:pt x="42256" y="21164"/>
                    </a:lnTo>
                    <a:cubicBezTo>
                      <a:pt x="42256" y="9572"/>
                      <a:pt x="32857" y="174"/>
                      <a:pt x="21265" y="174"/>
                    </a:cubicBezTo>
                    <a:close/>
                  </a:path>
                </a:pathLst>
              </a:custGeom>
              <a:solidFill>
                <a:srgbClr val="000000"/>
              </a:solidFill>
              <a:ln w="4794" cap="sq">
                <a:noFill/>
                <a:prstDash val="solid"/>
                <a:round/>
              </a:ln>
            </p:spPr>
            <p:txBody>
              <a:bodyPr rtlCol="0" anchor="ctr"/>
              <a:lstStyle/>
              <a:p>
                <a:endParaRPr lang="en-US"/>
              </a:p>
            </p:txBody>
          </p:sp>
          <p:sp>
            <p:nvSpPr>
              <p:cNvPr id="2850" name="Freeform: Shape 2849">
                <a:extLst>
                  <a:ext uri="{FF2B5EF4-FFF2-40B4-BE49-F238E27FC236}">
                    <a16:creationId xmlns:a16="http://schemas.microsoft.com/office/drawing/2014/main" id="{71D0018C-9F08-A6BA-8DB3-13CA535F58B7}"/>
                  </a:ext>
                </a:extLst>
              </p:cNvPr>
              <p:cNvSpPr/>
              <p:nvPr/>
            </p:nvSpPr>
            <p:spPr>
              <a:xfrm>
                <a:off x="7635838" y="8084223"/>
                <a:ext cx="37180" cy="37180"/>
              </a:xfrm>
              <a:custGeom>
                <a:avLst/>
                <a:gdLst>
                  <a:gd name="connsiteX0" fmla="*/ 37431 w 37180"/>
                  <a:gd name="connsiteY0" fmla="*/ 18778 h 37180"/>
                  <a:gd name="connsiteX1" fmla="*/ 18840 w 37180"/>
                  <a:gd name="connsiteY1" fmla="*/ 37369 h 37180"/>
                  <a:gd name="connsiteX2" fmla="*/ 250 w 37180"/>
                  <a:gd name="connsiteY2" fmla="*/ 18778 h 37180"/>
                  <a:gd name="connsiteX3" fmla="*/ 18840 w 37180"/>
                  <a:gd name="connsiteY3" fmla="*/ 188 h 37180"/>
                  <a:gd name="connsiteX4" fmla="*/ 37431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78"/>
                    </a:moveTo>
                    <a:cubicBezTo>
                      <a:pt x="37431" y="29045"/>
                      <a:pt x="29108" y="37369"/>
                      <a:pt x="18840" y="37369"/>
                    </a:cubicBezTo>
                    <a:cubicBezTo>
                      <a:pt x="8573" y="37369"/>
                      <a:pt x="250" y="29045"/>
                      <a:pt x="250" y="18778"/>
                    </a:cubicBezTo>
                    <a:cubicBezTo>
                      <a:pt x="250" y="8511"/>
                      <a:pt x="8573" y="188"/>
                      <a:pt x="18840" y="188"/>
                    </a:cubicBezTo>
                    <a:cubicBezTo>
                      <a:pt x="29108" y="188"/>
                      <a:pt x="37431" y="8511"/>
                      <a:pt x="37431" y="18778"/>
                    </a:cubicBezTo>
                    <a:close/>
                  </a:path>
                </a:pathLst>
              </a:custGeom>
              <a:solidFill>
                <a:srgbClr val="F7F2F2"/>
              </a:solidFill>
              <a:ln w="5753" cap="sq">
                <a:noFill/>
                <a:prstDash val="solid"/>
                <a:miter/>
              </a:ln>
            </p:spPr>
            <p:txBody>
              <a:bodyPr rtlCol="0" anchor="ctr"/>
              <a:lstStyle/>
              <a:p>
                <a:endParaRPr lang="en-US"/>
              </a:p>
            </p:txBody>
          </p:sp>
          <p:sp>
            <p:nvSpPr>
              <p:cNvPr id="2851" name="Freeform: Shape 2850">
                <a:extLst>
                  <a:ext uri="{FF2B5EF4-FFF2-40B4-BE49-F238E27FC236}">
                    <a16:creationId xmlns:a16="http://schemas.microsoft.com/office/drawing/2014/main" id="{C363F40D-698A-EA30-8A61-FFD5B1267613}"/>
                  </a:ext>
                </a:extLst>
              </p:cNvPr>
              <p:cNvSpPr/>
              <p:nvPr/>
            </p:nvSpPr>
            <p:spPr>
              <a:xfrm>
                <a:off x="7633438" y="8081823"/>
                <a:ext cx="41981" cy="41981"/>
              </a:xfrm>
              <a:custGeom>
                <a:avLst/>
                <a:gdLst>
                  <a:gd name="connsiteX0" fmla="*/ 21241 w 41981"/>
                  <a:gd name="connsiteY0" fmla="*/ 4988 h 41981"/>
                  <a:gd name="connsiteX1" fmla="*/ 37431 w 41981"/>
                  <a:gd name="connsiteY1" fmla="*/ 21178 h 41981"/>
                  <a:gd name="connsiteX2" fmla="*/ 37431 w 41981"/>
                  <a:gd name="connsiteY2" fmla="*/ 21178 h 41981"/>
                  <a:gd name="connsiteX3" fmla="*/ 21241 w 41981"/>
                  <a:gd name="connsiteY3" fmla="*/ 37369 h 41981"/>
                  <a:gd name="connsiteX4" fmla="*/ 5050 w 41981"/>
                  <a:gd name="connsiteY4" fmla="*/ 21178 h 41981"/>
                  <a:gd name="connsiteX5" fmla="*/ 21241 w 41981"/>
                  <a:gd name="connsiteY5" fmla="*/ 4988 h 41981"/>
                  <a:gd name="connsiteX6" fmla="*/ 21241 w 41981"/>
                  <a:gd name="connsiteY6" fmla="*/ 188 h 41981"/>
                  <a:gd name="connsiteX7" fmla="*/ 250 w 41981"/>
                  <a:gd name="connsiteY7" fmla="*/ 21178 h 41981"/>
                  <a:gd name="connsiteX8" fmla="*/ 21241 w 41981"/>
                  <a:gd name="connsiteY8" fmla="*/ 42169 h 41981"/>
                  <a:gd name="connsiteX9" fmla="*/ 42231 w 41981"/>
                  <a:gd name="connsiteY9" fmla="*/ 21178 h 41981"/>
                  <a:gd name="connsiteX10" fmla="*/ 42231 w 41981"/>
                  <a:gd name="connsiteY10" fmla="*/ 21178 h 41981"/>
                  <a:gd name="connsiteX11" fmla="*/ 21241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88"/>
                    </a:moveTo>
                    <a:cubicBezTo>
                      <a:pt x="30182" y="4988"/>
                      <a:pt x="37431" y="12237"/>
                      <a:pt x="37431" y="21178"/>
                    </a:cubicBezTo>
                    <a:lnTo>
                      <a:pt x="37431" y="21178"/>
                    </a:lnTo>
                    <a:cubicBezTo>
                      <a:pt x="37431" y="30120"/>
                      <a:pt x="30182" y="37369"/>
                      <a:pt x="21241" y="37369"/>
                    </a:cubicBezTo>
                    <a:cubicBezTo>
                      <a:pt x="12299" y="37369"/>
                      <a:pt x="5050" y="30120"/>
                      <a:pt x="5050" y="21178"/>
                    </a:cubicBezTo>
                    <a:cubicBezTo>
                      <a:pt x="5050" y="12237"/>
                      <a:pt x="12299" y="4988"/>
                      <a:pt x="21241" y="4988"/>
                    </a:cubicBezTo>
                    <a:close/>
                    <a:moveTo>
                      <a:pt x="21241" y="188"/>
                    </a:moveTo>
                    <a:cubicBezTo>
                      <a:pt x="9648" y="188"/>
                      <a:pt x="250" y="9586"/>
                      <a:pt x="250" y="21178"/>
                    </a:cubicBezTo>
                    <a:cubicBezTo>
                      <a:pt x="250" y="32771"/>
                      <a:pt x="9648" y="42169"/>
                      <a:pt x="21241" y="42169"/>
                    </a:cubicBezTo>
                    <a:cubicBezTo>
                      <a:pt x="32833" y="42169"/>
                      <a:pt x="42231" y="32771"/>
                      <a:pt x="42231" y="21178"/>
                    </a:cubicBezTo>
                    <a:lnTo>
                      <a:pt x="42231" y="21178"/>
                    </a:lnTo>
                    <a:cubicBezTo>
                      <a:pt x="42231" y="9586"/>
                      <a:pt x="32833" y="188"/>
                      <a:pt x="21241" y="188"/>
                    </a:cubicBezTo>
                    <a:close/>
                  </a:path>
                </a:pathLst>
              </a:custGeom>
              <a:solidFill>
                <a:srgbClr val="000000"/>
              </a:solidFill>
              <a:ln w="4794" cap="sq">
                <a:noFill/>
                <a:prstDash val="solid"/>
                <a:round/>
              </a:ln>
            </p:spPr>
            <p:txBody>
              <a:bodyPr rtlCol="0" anchor="ctr"/>
              <a:lstStyle/>
              <a:p>
                <a:endParaRPr lang="en-US"/>
              </a:p>
            </p:txBody>
          </p:sp>
          <p:sp>
            <p:nvSpPr>
              <p:cNvPr id="2852" name="Freeform: Shape 2851">
                <a:extLst>
                  <a:ext uri="{FF2B5EF4-FFF2-40B4-BE49-F238E27FC236}">
                    <a16:creationId xmlns:a16="http://schemas.microsoft.com/office/drawing/2014/main" id="{2E462101-B6CB-2C88-52CE-C24596B4F849}"/>
                  </a:ext>
                </a:extLst>
              </p:cNvPr>
              <p:cNvSpPr/>
              <p:nvPr/>
            </p:nvSpPr>
            <p:spPr>
              <a:xfrm>
                <a:off x="7691486" y="8056627"/>
                <a:ext cx="37180" cy="37180"/>
              </a:xfrm>
              <a:custGeom>
                <a:avLst/>
                <a:gdLst>
                  <a:gd name="connsiteX0" fmla="*/ 37440 w 37180"/>
                  <a:gd name="connsiteY0" fmla="*/ 18773 h 37180"/>
                  <a:gd name="connsiteX1" fmla="*/ 18850 w 37180"/>
                  <a:gd name="connsiteY1" fmla="*/ 37364 h 37180"/>
                  <a:gd name="connsiteX2" fmla="*/ 260 w 37180"/>
                  <a:gd name="connsiteY2" fmla="*/ 18773 h 37180"/>
                  <a:gd name="connsiteX3" fmla="*/ 18850 w 37180"/>
                  <a:gd name="connsiteY3" fmla="*/ 183 h 37180"/>
                  <a:gd name="connsiteX4" fmla="*/ 37440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3"/>
                    </a:moveTo>
                    <a:cubicBezTo>
                      <a:pt x="37440" y="29041"/>
                      <a:pt x="29117" y="37364"/>
                      <a:pt x="18850" y="37364"/>
                    </a:cubicBezTo>
                    <a:cubicBezTo>
                      <a:pt x="8583" y="37364"/>
                      <a:pt x="260" y="29041"/>
                      <a:pt x="260" y="18773"/>
                    </a:cubicBezTo>
                    <a:cubicBezTo>
                      <a:pt x="260" y="8506"/>
                      <a:pt x="8583" y="183"/>
                      <a:pt x="18850" y="183"/>
                    </a:cubicBezTo>
                    <a:cubicBezTo>
                      <a:pt x="29117" y="183"/>
                      <a:pt x="37440" y="8506"/>
                      <a:pt x="37440" y="18773"/>
                    </a:cubicBezTo>
                    <a:close/>
                  </a:path>
                </a:pathLst>
              </a:custGeom>
              <a:solidFill>
                <a:srgbClr val="F3F7F3"/>
              </a:solidFill>
              <a:ln w="5753" cap="sq">
                <a:noFill/>
                <a:prstDash val="solid"/>
                <a:miter/>
              </a:ln>
            </p:spPr>
            <p:txBody>
              <a:bodyPr rtlCol="0" anchor="ctr"/>
              <a:lstStyle/>
              <a:p>
                <a:endParaRPr lang="en-US"/>
              </a:p>
            </p:txBody>
          </p:sp>
          <p:sp>
            <p:nvSpPr>
              <p:cNvPr id="2853" name="Freeform: Shape 2852">
                <a:extLst>
                  <a:ext uri="{FF2B5EF4-FFF2-40B4-BE49-F238E27FC236}">
                    <a16:creationId xmlns:a16="http://schemas.microsoft.com/office/drawing/2014/main" id="{C6AFD23F-6EC9-2B6D-42C2-B3E15EA86755}"/>
                  </a:ext>
                </a:extLst>
              </p:cNvPr>
              <p:cNvSpPr/>
              <p:nvPr/>
            </p:nvSpPr>
            <p:spPr>
              <a:xfrm>
                <a:off x="7689085" y="8054227"/>
                <a:ext cx="41981" cy="41981"/>
              </a:xfrm>
              <a:custGeom>
                <a:avLst/>
                <a:gdLst>
                  <a:gd name="connsiteX0" fmla="*/ 21250 w 41981"/>
                  <a:gd name="connsiteY0" fmla="*/ 4983 h 41981"/>
                  <a:gd name="connsiteX1" fmla="*/ 37440 w 41981"/>
                  <a:gd name="connsiteY1" fmla="*/ 21174 h 41981"/>
                  <a:gd name="connsiteX2" fmla="*/ 37440 w 41981"/>
                  <a:gd name="connsiteY2" fmla="*/ 21174 h 41981"/>
                  <a:gd name="connsiteX3" fmla="*/ 21250 w 41981"/>
                  <a:gd name="connsiteY3" fmla="*/ 37364 h 41981"/>
                  <a:gd name="connsiteX4" fmla="*/ 5060 w 41981"/>
                  <a:gd name="connsiteY4" fmla="*/ 21174 h 41981"/>
                  <a:gd name="connsiteX5" fmla="*/ 21250 w 41981"/>
                  <a:gd name="connsiteY5" fmla="*/ 4983 h 41981"/>
                  <a:gd name="connsiteX6" fmla="*/ 21250 w 41981"/>
                  <a:gd name="connsiteY6" fmla="*/ 183 h 41981"/>
                  <a:gd name="connsiteX7" fmla="*/ 260 w 41981"/>
                  <a:gd name="connsiteY7" fmla="*/ 21174 h 41981"/>
                  <a:gd name="connsiteX8" fmla="*/ 21250 w 41981"/>
                  <a:gd name="connsiteY8" fmla="*/ 42164 h 41981"/>
                  <a:gd name="connsiteX9" fmla="*/ 42241 w 41981"/>
                  <a:gd name="connsiteY9" fmla="*/ 21174 h 41981"/>
                  <a:gd name="connsiteX10" fmla="*/ 42241 w 41981"/>
                  <a:gd name="connsiteY10" fmla="*/ 21174 h 41981"/>
                  <a:gd name="connsiteX11" fmla="*/ 21250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3"/>
                    </a:moveTo>
                    <a:cubicBezTo>
                      <a:pt x="30192" y="4983"/>
                      <a:pt x="37440" y="12232"/>
                      <a:pt x="37440" y="21174"/>
                    </a:cubicBezTo>
                    <a:lnTo>
                      <a:pt x="37440" y="21174"/>
                    </a:lnTo>
                    <a:cubicBezTo>
                      <a:pt x="37440" y="30115"/>
                      <a:pt x="30192" y="37364"/>
                      <a:pt x="21250" y="37364"/>
                    </a:cubicBezTo>
                    <a:cubicBezTo>
                      <a:pt x="12308" y="37364"/>
                      <a:pt x="5060" y="30115"/>
                      <a:pt x="5060" y="21174"/>
                    </a:cubicBezTo>
                    <a:cubicBezTo>
                      <a:pt x="5060" y="12232"/>
                      <a:pt x="12308" y="4983"/>
                      <a:pt x="21250" y="4983"/>
                    </a:cubicBezTo>
                    <a:close/>
                    <a:moveTo>
                      <a:pt x="21250" y="183"/>
                    </a:moveTo>
                    <a:cubicBezTo>
                      <a:pt x="9658" y="183"/>
                      <a:pt x="260" y="9581"/>
                      <a:pt x="260" y="21174"/>
                    </a:cubicBezTo>
                    <a:cubicBezTo>
                      <a:pt x="260" y="32766"/>
                      <a:pt x="9658" y="42164"/>
                      <a:pt x="21250" y="42164"/>
                    </a:cubicBezTo>
                    <a:cubicBezTo>
                      <a:pt x="32843" y="42164"/>
                      <a:pt x="42241" y="32766"/>
                      <a:pt x="42241" y="21174"/>
                    </a:cubicBezTo>
                    <a:lnTo>
                      <a:pt x="42241" y="21174"/>
                    </a:lnTo>
                    <a:cubicBezTo>
                      <a:pt x="42241" y="9581"/>
                      <a:pt x="32843" y="183"/>
                      <a:pt x="21250" y="183"/>
                    </a:cubicBezTo>
                    <a:close/>
                  </a:path>
                </a:pathLst>
              </a:custGeom>
              <a:solidFill>
                <a:srgbClr val="000000"/>
              </a:solidFill>
              <a:ln w="4794" cap="sq">
                <a:noFill/>
                <a:prstDash val="solid"/>
                <a:round/>
              </a:ln>
            </p:spPr>
            <p:txBody>
              <a:bodyPr rtlCol="0" anchor="ctr"/>
              <a:lstStyle/>
              <a:p>
                <a:endParaRPr lang="en-US"/>
              </a:p>
            </p:txBody>
          </p:sp>
          <p:sp>
            <p:nvSpPr>
              <p:cNvPr id="2854" name="Freeform: Shape 2853">
                <a:extLst>
                  <a:ext uri="{FF2B5EF4-FFF2-40B4-BE49-F238E27FC236}">
                    <a16:creationId xmlns:a16="http://schemas.microsoft.com/office/drawing/2014/main" id="{77E4DC3E-A69A-D521-3E78-2F7CB09FCBD0}"/>
                  </a:ext>
                </a:extLst>
              </p:cNvPr>
              <p:cNvSpPr/>
              <p:nvPr/>
            </p:nvSpPr>
            <p:spPr>
              <a:xfrm>
                <a:off x="7664805" y="8063775"/>
                <a:ext cx="37180" cy="37180"/>
              </a:xfrm>
              <a:custGeom>
                <a:avLst/>
                <a:gdLst>
                  <a:gd name="connsiteX0" fmla="*/ 37436 w 37180"/>
                  <a:gd name="connsiteY0" fmla="*/ 18775 h 37180"/>
                  <a:gd name="connsiteX1" fmla="*/ 18845 w 37180"/>
                  <a:gd name="connsiteY1" fmla="*/ 37365 h 37180"/>
                  <a:gd name="connsiteX2" fmla="*/ 255 w 37180"/>
                  <a:gd name="connsiteY2" fmla="*/ 18775 h 37180"/>
                  <a:gd name="connsiteX3" fmla="*/ 18845 w 37180"/>
                  <a:gd name="connsiteY3" fmla="*/ 184 h 37180"/>
                  <a:gd name="connsiteX4" fmla="*/ 37436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75"/>
                    </a:moveTo>
                    <a:cubicBezTo>
                      <a:pt x="37436" y="29042"/>
                      <a:pt x="29113" y="37365"/>
                      <a:pt x="18845" y="37365"/>
                    </a:cubicBezTo>
                    <a:cubicBezTo>
                      <a:pt x="8578" y="37365"/>
                      <a:pt x="255" y="29042"/>
                      <a:pt x="255" y="18775"/>
                    </a:cubicBezTo>
                    <a:cubicBezTo>
                      <a:pt x="255" y="8507"/>
                      <a:pt x="8578" y="184"/>
                      <a:pt x="18845" y="184"/>
                    </a:cubicBezTo>
                    <a:cubicBezTo>
                      <a:pt x="29113" y="184"/>
                      <a:pt x="37436" y="8507"/>
                      <a:pt x="37436" y="18775"/>
                    </a:cubicBezTo>
                    <a:close/>
                  </a:path>
                </a:pathLst>
              </a:custGeom>
              <a:solidFill>
                <a:srgbClr val="F7DBDB"/>
              </a:solidFill>
              <a:ln w="5753" cap="sq">
                <a:noFill/>
                <a:prstDash val="solid"/>
                <a:miter/>
              </a:ln>
            </p:spPr>
            <p:txBody>
              <a:bodyPr rtlCol="0" anchor="ctr"/>
              <a:lstStyle/>
              <a:p>
                <a:endParaRPr lang="en-US"/>
              </a:p>
            </p:txBody>
          </p:sp>
          <p:sp>
            <p:nvSpPr>
              <p:cNvPr id="2855" name="Freeform: Shape 2854">
                <a:extLst>
                  <a:ext uri="{FF2B5EF4-FFF2-40B4-BE49-F238E27FC236}">
                    <a16:creationId xmlns:a16="http://schemas.microsoft.com/office/drawing/2014/main" id="{EC3B4080-C3C2-9A08-5770-0E32D717FE09}"/>
                  </a:ext>
                </a:extLst>
              </p:cNvPr>
              <p:cNvSpPr/>
              <p:nvPr/>
            </p:nvSpPr>
            <p:spPr>
              <a:xfrm>
                <a:off x="7662405" y="8061375"/>
                <a:ext cx="41981" cy="41981"/>
              </a:xfrm>
              <a:custGeom>
                <a:avLst/>
                <a:gdLst>
                  <a:gd name="connsiteX0" fmla="*/ 21246 w 41981"/>
                  <a:gd name="connsiteY0" fmla="*/ 4985 h 41981"/>
                  <a:gd name="connsiteX1" fmla="*/ 37436 w 41981"/>
                  <a:gd name="connsiteY1" fmla="*/ 21175 h 41981"/>
                  <a:gd name="connsiteX2" fmla="*/ 37436 w 41981"/>
                  <a:gd name="connsiteY2" fmla="*/ 21175 h 41981"/>
                  <a:gd name="connsiteX3" fmla="*/ 21246 w 41981"/>
                  <a:gd name="connsiteY3" fmla="*/ 37365 h 41981"/>
                  <a:gd name="connsiteX4" fmla="*/ 5055 w 41981"/>
                  <a:gd name="connsiteY4" fmla="*/ 21175 h 41981"/>
                  <a:gd name="connsiteX5" fmla="*/ 21246 w 41981"/>
                  <a:gd name="connsiteY5" fmla="*/ 4985 h 41981"/>
                  <a:gd name="connsiteX6" fmla="*/ 21246 w 41981"/>
                  <a:gd name="connsiteY6" fmla="*/ 184 h 41981"/>
                  <a:gd name="connsiteX7" fmla="*/ 255 w 41981"/>
                  <a:gd name="connsiteY7" fmla="*/ 21175 h 41981"/>
                  <a:gd name="connsiteX8" fmla="*/ 21246 w 41981"/>
                  <a:gd name="connsiteY8" fmla="*/ 42165 h 41981"/>
                  <a:gd name="connsiteX9" fmla="*/ 42236 w 41981"/>
                  <a:gd name="connsiteY9" fmla="*/ 21175 h 41981"/>
                  <a:gd name="connsiteX10" fmla="*/ 42236 w 41981"/>
                  <a:gd name="connsiteY10" fmla="*/ 21175 h 41981"/>
                  <a:gd name="connsiteX11" fmla="*/ 21246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85"/>
                    </a:moveTo>
                    <a:cubicBezTo>
                      <a:pt x="30187" y="4985"/>
                      <a:pt x="37436" y="12233"/>
                      <a:pt x="37436" y="21175"/>
                    </a:cubicBezTo>
                    <a:lnTo>
                      <a:pt x="37436" y="21175"/>
                    </a:lnTo>
                    <a:cubicBezTo>
                      <a:pt x="37436" y="30117"/>
                      <a:pt x="30187" y="37365"/>
                      <a:pt x="21246" y="37365"/>
                    </a:cubicBezTo>
                    <a:cubicBezTo>
                      <a:pt x="12304" y="37365"/>
                      <a:pt x="5055" y="30117"/>
                      <a:pt x="5055" y="21175"/>
                    </a:cubicBezTo>
                    <a:cubicBezTo>
                      <a:pt x="5055" y="12233"/>
                      <a:pt x="12304" y="4985"/>
                      <a:pt x="21246" y="4985"/>
                    </a:cubicBezTo>
                    <a:close/>
                    <a:moveTo>
                      <a:pt x="21246" y="184"/>
                    </a:moveTo>
                    <a:cubicBezTo>
                      <a:pt x="9653" y="184"/>
                      <a:pt x="255" y="9582"/>
                      <a:pt x="255" y="21175"/>
                    </a:cubicBezTo>
                    <a:cubicBezTo>
                      <a:pt x="255" y="32767"/>
                      <a:pt x="9653" y="42165"/>
                      <a:pt x="21246" y="42165"/>
                    </a:cubicBezTo>
                    <a:cubicBezTo>
                      <a:pt x="32838" y="42165"/>
                      <a:pt x="42236" y="32767"/>
                      <a:pt x="42236" y="21175"/>
                    </a:cubicBezTo>
                    <a:lnTo>
                      <a:pt x="42236" y="21175"/>
                    </a:lnTo>
                    <a:cubicBezTo>
                      <a:pt x="42236" y="9582"/>
                      <a:pt x="32838" y="184"/>
                      <a:pt x="21246" y="184"/>
                    </a:cubicBezTo>
                    <a:close/>
                  </a:path>
                </a:pathLst>
              </a:custGeom>
              <a:solidFill>
                <a:srgbClr val="000000"/>
              </a:solidFill>
              <a:ln w="4794" cap="sq">
                <a:noFill/>
                <a:prstDash val="solid"/>
                <a:round/>
              </a:ln>
            </p:spPr>
            <p:txBody>
              <a:bodyPr rtlCol="0" anchor="ctr"/>
              <a:lstStyle/>
              <a:p>
                <a:endParaRPr lang="en-US"/>
              </a:p>
            </p:txBody>
          </p:sp>
          <p:sp>
            <p:nvSpPr>
              <p:cNvPr id="2856" name="Freeform: Shape 2855">
                <a:extLst>
                  <a:ext uri="{FF2B5EF4-FFF2-40B4-BE49-F238E27FC236}">
                    <a16:creationId xmlns:a16="http://schemas.microsoft.com/office/drawing/2014/main" id="{D085807B-37CE-74DD-E029-B81A564F8536}"/>
                  </a:ext>
                </a:extLst>
              </p:cNvPr>
              <p:cNvSpPr/>
              <p:nvPr/>
            </p:nvSpPr>
            <p:spPr>
              <a:xfrm>
                <a:off x="7627331" y="8147111"/>
                <a:ext cx="37180" cy="37180"/>
              </a:xfrm>
              <a:custGeom>
                <a:avLst/>
                <a:gdLst>
                  <a:gd name="connsiteX0" fmla="*/ 37429 w 37180"/>
                  <a:gd name="connsiteY0" fmla="*/ 18789 h 37180"/>
                  <a:gd name="connsiteX1" fmla="*/ 18839 w 37180"/>
                  <a:gd name="connsiteY1" fmla="*/ 37379 h 37180"/>
                  <a:gd name="connsiteX2" fmla="*/ 249 w 37180"/>
                  <a:gd name="connsiteY2" fmla="*/ 18789 h 37180"/>
                  <a:gd name="connsiteX3" fmla="*/ 18839 w 37180"/>
                  <a:gd name="connsiteY3" fmla="*/ 199 h 37180"/>
                  <a:gd name="connsiteX4" fmla="*/ 37429 w 37180"/>
                  <a:gd name="connsiteY4" fmla="*/ 1878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89"/>
                    </a:moveTo>
                    <a:cubicBezTo>
                      <a:pt x="37429" y="29056"/>
                      <a:pt x="29106" y="37379"/>
                      <a:pt x="18839" y="37379"/>
                    </a:cubicBezTo>
                    <a:cubicBezTo>
                      <a:pt x="8572" y="37379"/>
                      <a:pt x="249" y="29056"/>
                      <a:pt x="249" y="18789"/>
                    </a:cubicBezTo>
                    <a:cubicBezTo>
                      <a:pt x="249" y="8522"/>
                      <a:pt x="8572" y="199"/>
                      <a:pt x="18839" y="199"/>
                    </a:cubicBezTo>
                    <a:cubicBezTo>
                      <a:pt x="29106" y="199"/>
                      <a:pt x="37429" y="8522"/>
                      <a:pt x="37429" y="18789"/>
                    </a:cubicBezTo>
                    <a:close/>
                  </a:path>
                </a:pathLst>
              </a:custGeom>
              <a:solidFill>
                <a:srgbClr val="F7E8E8"/>
              </a:solidFill>
              <a:ln w="5753" cap="sq">
                <a:noFill/>
                <a:prstDash val="solid"/>
                <a:miter/>
              </a:ln>
            </p:spPr>
            <p:txBody>
              <a:bodyPr rtlCol="0" anchor="ctr"/>
              <a:lstStyle/>
              <a:p>
                <a:endParaRPr lang="en-US"/>
              </a:p>
            </p:txBody>
          </p:sp>
          <p:sp>
            <p:nvSpPr>
              <p:cNvPr id="2857" name="Freeform: Shape 2856">
                <a:extLst>
                  <a:ext uri="{FF2B5EF4-FFF2-40B4-BE49-F238E27FC236}">
                    <a16:creationId xmlns:a16="http://schemas.microsoft.com/office/drawing/2014/main" id="{6C6370E7-233A-795D-03E2-B34FD9E5FDDF}"/>
                  </a:ext>
                </a:extLst>
              </p:cNvPr>
              <p:cNvSpPr/>
              <p:nvPr/>
            </p:nvSpPr>
            <p:spPr>
              <a:xfrm>
                <a:off x="7624931" y="8144711"/>
                <a:ext cx="41981" cy="41981"/>
              </a:xfrm>
              <a:custGeom>
                <a:avLst/>
                <a:gdLst>
                  <a:gd name="connsiteX0" fmla="*/ 21239 w 41981"/>
                  <a:gd name="connsiteY0" fmla="*/ 4999 h 41981"/>
                  <a:gd name="connsiteX1" fmla="*/ 37429 w 41981"/>
                  <a:gd name="connsiteY1" fmla="*/ 21189 h 41981"/>
                  <a:gd name="connsiteX2" fmla="*/ 37429 w 41981"/>
                  <a:gd name="connsiteY2" fmla="*/ 21189 h 41981"/>
                  <a:gd name="connsiteX3" fmla="*/ 21239 w 41981"/>
                  <a:gd name="connsiteY3" fmla="*/ 37379 h 41981"/>
                  <a:gd name="connsiteX4" fmla="*/ 5049 w 41981"/>
                  <a:gd name="connsiteY4" fmla="*/ 21189 h 41981"/>
                  <a:gd name="connsiteX5" fmla="*/ 21239 w 41981"/>
                  <a:gd name="connsiteY5" fmla="*/ 4999 h 41981"/>
                  <a:gd name="connsiteX6" fmla="*/ 21239 w 41981"/>
                  <a:gd name="connsiteY6" fmla="*/ 199 h 41981"/>
                  <a:gd name="connsiteX7" fmla="*/ 249 w 41981"/>
                  <a:gd name="connsiteY7" fmla="*/ 21189 h 41981"/>
                  <a:gd name="connsiteX8" fmla="*/ 21239 w 41981"/>
                  <a:gd name="connsiteY8" fmla="*/ 42180 h 41981"/>
                  <a:gd name="connsiteX9" fmla="*/ 42230 w 41981"/>
                  <a:gd name="connsiteY9" fmla="*/ 21189 h 41981"/>
                  <a:gd name="connsiteX10" fmla="*/ 42230 w 41981"/>
                  <a:gd name="connsiteY10" fmla="*/ 21189 h 41981"/>
                  <a:gd name="connsiteX11" fmla="*/ 21239 w 41981"/>
                  <a:gd name="connsiteY11" fmla="*/ 19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99"/>
                    </a:moveTo>
                    <a:cubicBezTo>
                      <a:pt x="30181" y="4999"/>
                      <a:pt x="37429" y="12247"/>
                      <a:pt x="37429" y="21189"/>
                    </a:cubicBezTo>
                    <a:lnTo>
                      <a:pt x="37429" y="21189"/>
                    </a:lnTo>
                    <a:cubicBezTo>
                      <a:pt x="37429" y="30131"/>
                      <a:pt x="30181" y="37379"/>
                      <a:pt x="21239" y="37379"/>
                    </a:cubicBezTo>
                    <a:cubicBezTo>
                      <a:pt x="12297" y="37379"/>
                      <a:pt x="5049" y="30131"/>
                      <a:pt x="5049" y="21189"/>
                    </a:cubicBezTo>
                    <a:cubicBezTo>
                      <a:pt x="5049" y="12247"/>
                      <a:pt x="12297" y="4999"/>
                      <a:pt x="21239" y="4999"/>
                    </a:cubicBezTo>
                    <a:close/>
                    <a:moveTo>
                      <a:pt x="21239" y="199"/>
                    </a:moveTo>
                    <a:cubicBezTo>
                      <a:pt x="9647" y="199"/>
                      <a:pt x="249" y="9597"/>
                      <a:pt x="249" y="21189"/>
                    </a:cubicBezTo>
                    <a:cubicBezTo>
                      <a:pt x="249" y="32782"/>
                      <a:pt x="9647" y="42180"/>
                      <a:pt x="21239" y="42180"/>
                    </a:cubicBezTo>
                    <a:cubicBezTo>
                      <a:pt x="32832" y="42180"/>
                      <a:pt x="42230" y="32782"/>
                      <a:pt x="42230" y="21189"/>
                    </a:cubicBezTo>
                    <a:lnTo>
                      <a:pt x="42230" y="21189"/>
                    </a:lnTo>
                    <a:cubicBezTo>
                      <a:pt x="42230" y="9597"/>
                      <a:pt x="32832" y="199"/>
                      <a:pt x="21239" y="199"/>
                    </a:cubicBezTo>
                    <a:close/>
                  </a:path>
                </a:pathLst>
              </a:custGeom>
              <a:solidFill>
                <a:srgbClr val="000000"/>
              </a:solidFill>
              <a:ln w="4794" cap="sq">
                <a:noFill/>
                <a:prstDash val="solid"/>
                <a:round/>
              </a:ln>
            </p:spPr>
            <p:txBody>
              <a:bodyPr rtlCol="0" anchor="ctr"/>
              <a:lstStyle/>
              <a:p>
                <a:endParaRPr lang="en-US"/>
              </a:p>
            </p:txBody>
          </p:sp>
          <p:sp>
            <p:nvSpPr>
              <p:cNvPr id="2858" name="Freeform: Shape 2857">
                <a:extLst>
                  <a:ext uri="{FF2B5EF4-FFF2-40B4-BE49-F238E27FC236}">
                    <a16:creationId xmlns:a16="http://schemas.microsoft.com/office/drawing/2014/main" id="{BB9EA737-5E0E-42A8-5D3E-47699BA8766D}"/>
                  </a:ext>
                </a:extLst>
              </p:cNvPr>
              <p:cNvSpPr/>
              <p:nvPr/>
            </p:nvSpPr>
            <p:spPr>
              <a:xfrm>
                <a:off x="7563740" y="7858690"/>
                <a:ext cx="37180" cy="37180"/>
              </a:xfrm>
              <a:custGeom>
                <a:avLst/>
                <a:gdLst>
                  <a:gd name="connsiteX0" fmla="*/ 37418 w 37180"/>
                  <a:gd name="connsiteY0" fmla="*/ 18739 h 37180"/>
                  <a:gd name="connsiteX1" fmla="*/ 18828 w 37180"/>
                  <a:gd name="connsiteY1" fmla="*/ 37329 h 37180"/>
                  <a:gd name="connsiteX2" fmla="*/ 237 w 37180"/>
                  <a:gd name="connsiteY2" fmla="*/ 18739 h 37180"/>
                  <a:gd name="connsiteX3" fmla="*/ 18828 w 37180"/>
                  <a:gd name="connsiteY3" fmla="*/ 149 h 37180"/>
                  <a:gd name="connsiteX4" fmla="*/ 37418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39"/>
                    </a:moveTo>
                    <a:cubicBezTo>
                      <a:pt x="37418" y="29006"/>
                      <a:pt x="29095" y="37329"/>
                      <a:pt x="18828" y="37329"/>
                    </a:cubicBezTo>
                    <a:cubicBezTo>
                      <a:pt x="8561" y="37329"/>
                      <a:pt x="237" y="29006"/>
                      <a:pt x="237" y="18739"/>
                    </a:cubicBezTo>
                    <a:cubicBezTo>
                      <a:pt x="237" y="8472"/>
                      <a:pt x="8561" y="149"/>
                      <a:pt x="18828" y="149"/>
                    </a:cubicBezTo>
                    <a:cubicBezTo>
                      <a:pt x="29095" y="149"/>
                      <a:pt x="37418" y="8472"/>
                      <a:pt x="37418" y="18739"/>
                    </a:cubicBezTo>
                    <a:close/>
                  </a:path>
                </a:pathLst>
              </a:custGeom>
              <a:solidFill>
                <a:srgbClr val="F7A500"/>
              </a:solidFill>
              <a:ln w="5753" cap="sq">
                <a:noFill/>
                <a:prstDash val="solid"/>
                <a:miter/>
              </a:ln>
            </p:spPr>
            <p:txBody>
              <a:bodyPr rtlCol="0" anchor="ctr"/>
              <a:lstStyle/>
              <a:p>
                <a:endParaRPr lang="en-US"/>
              </a:p>
            </p:txBody>
          </p:sp>
          <p:sp>
            <p:nvSpPr>
              <p:cNvPr id="2859" name="Freeform: Shape 2858">
                <a:extLst>
                  <a:ext uri="{FF2B5EF4-FFF2-40B4-BE49-F238E27FC236}">
                    <a16:creationId xmlns:a16="http://schemas.microsoft.com/office/drawing/2014/main" id="{FB1A37F5-DBDB-3AF7-FB41-C54E705F52A5}"/>
                  </a:ext>
                </a:extLst>
              </p:cNvPr>
              <p:cNvSpPr/>
              <p:nvPr/>
            </p:nvSpPr>
            <p:spPr>
              <a:xfrm>
                <a:off x="7561340" y="7856290"/>
                <a:ext cx="41981" cy="41981"/>
              </a:xfrm>
              <a:custGeom>
                <a:avLst/>
                <a:gdLst>
                  <a:gd name="connsiteX0" fmla="*/ 21228 w 41981"/>
                  <a:gd name="connsiteY0" fmla="*/ 4949 h 41981"/>
                  <a:gd name="connsiteX1" fmla="*/ 37418 w 41981"/>
                  <a:gd name="connsiteY1" fmla="*/ 21139 h 41981"/>
                  <a:gd name="connsiteX2" fmla="*/ 37418 w 41981"/>
                  <a:gd name="connsiteY2" fmla="*/ 21139 h 41981"/>
                  <a:gd name="connsiteX3" fmla="*/ 21228 w 41981"/>
                  <a:gd name="connsiteY3" fmla="*/ 37329 h 41981"/>
                  <a:gd name="connsiteX4" fmla="*/ 5038 w 41981"/>
                  <a:gd name="connsiteY4" fmla="*/ 21139 h 41981"/>
                  <a:gd name="connsiteX5" fmla="*/ 21228 w 41981"/>
                  <a:gd name="connsiteY5" fmla="*/ 4949 h 41981"/>
                  <a:gd name="connsiteX6" fmla="*/ 21228 w 41981"/>
                  <a:gd name="connsiteY6" fmla="*/ 149 h 41981"/>
                  <a:gd name="connsiteX7" fmla="*/ 237 w 41981"/>
                  <a:gd name="connsiteY7" fmla="*/ 21139 h 41981"/>
                  <a:gd name="connsiteX8" fmla="*/ 21228 w 41981"/>
                  <a:gd name="connsiteY8" fmla="*/ 42130 h 41981"/>
                  <a:gd name="connsiteX9" fmla="*/ 42219 w 41981"/>
                  <a:gd name="connsiteY9" fmla="*/ 21139 h 41981"/>
                  <a:gd name="connsiteX10" fmla="*/ 42219 w 41981"/>
                  <a:gd name="connsiteY10" fmla="*/ 21139 h 41981"/>
                  <a:gd name="connsiteX11" fmla="*/ 21228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49"/>
                    </a:moveTo>
                    <a:cubicBezTo>
                      <a:pt x="30170" y="4949"/>
                      <a:pt x="37418" y="12197"/>
                      <a:pt x="37418" y="21139"/>
                    </a:cubicBezTo>
                    <a:lnTo>
                      <a:pt x="37418" y="21139"/>
                    </a:lnTo>
                    <a:cubicBezTo>
                      <a:pt x="37418" y="30081"/>
                      <a:pt x="30170" y="37329"/>
                      <a:pt x="21228" y="37329"/>
                    </a:cubicBezTo>
                    <a:cubicBezTo>
                      <a:pt x="12286" y="37329"/>
                      <a:pt x="5038" y="30081"/>
                      <a:pt x="5038" y="21139"/>
                    </a:cubicBezTo>
                    <a:cubicBezTo>
                      <a:pt x="5038" y="12197"/>
                      <a:pt x="12286" y="4949"/>
                      <a:pt x="21228" y="4949"/>
                    </a:cubicBezTo>
                    <a:close/>
                    <a:moveTo>
                      <a:pt x="21228" y="149"/>
                    </a:moveTo>
                    <a:cubicBezTo>
                      <a:pt x="9635" y="149"/>
                      <a:pt x="237" y="9547"/>
                      <a:pt x="237" y="21139"/>
                    </a:cubicBezTo>
                    <a:cubicBezTo>
                      <a:pt x="237" y="32732"/>
                      <a:pt x="9635" y="42130"/>
                      <a:pt x="21228" y="42130"/>
                    </a:cubicBezTo>
                    <a:cubicBezTo>
                      <a:pt x="32821" y="42130"/>
                      <a:pt x="42219" y="32732"/>
                      <a:pt x="42219" y="21139"/>
                    </a:cubicBezTo>
                    <a:lnTo>
                      <a:pt x="42219" y="21139"/>
                    </a:lnTo>
                    <a:cubicBezTo>
                      <a:pt x="42219" y="9547"/>
                      <a:pt x="32821" y="149"/>
                      <a:pt x="21228" y="149"/>
                    </a:cubicBezTo>
                    <a:close/>
                  </a:path>
                </a:pathLst>
              </a:custGeom>
              <a:solidFill>
                <a:srgbClr val="000000"/>
              </a:solidFill>
              <a:ln w="4794" cap="sq">
                <a:noFill/>
                <a:prstDash val="solid"/>
                <a:round/>
              </a:ln>
            </p:spPr>
            <p:txBody>
              <a:bodyPr rtlCol="0" anchor="ctr"/>
              <a:lstStyle/>
              <a:p>
                <a:endParaRPr lang="en-US"/>
              </a:p>
            </p:txBody>
          </p:sp>
          <p:sp>
            <p:nvSpPr>
              <p:cNvPr id="2860" name="Freeform: Shape 2859">
                <a:extLst>
                  <a:ext uri="{FF2B5EF4-FFF2-40B4-BE49-F238E27FC236}">
                    <a16:creationId xmlns:a16="http://schemas.microsoft.com/office/drawing/2014/main" id="{B2292B6C-5F23-A5ED-27F0-1DDCCDF8D29C}"/>
                  </a:ext>
                </a:extLst>
              </p:cNvPr>
              <p:cNvSpPr/>
              <p:nvPr/>
            </p:nvSpPr>
            <p:spPr>
              <a:xfrm>
                <a:off x="7738977" y="8092270"/>
                <a:ext cx="37180" cy="37180"/>
              </a:xfrm>
              <a:custGeom>
                <a:avLst/>
                <a:gdLst>
                  <a:gd name="connsiteX0" fmla="*/ 37449 w 37180"/>
                  <a:gd name="connsiteY0" fmla="*/ 18780 h 37180"/>
                  <a:gd name="connsiteX1" fmla="*/ 18858 w 37180"/>
                  <a:gd name="connsiteY1" fmla="*/ 37370 h 37180"/>
                  <a:gd name="connsiteX2" fmla="*/ 268 w 37180"/>
                  <a:gd name="connsiteY2" fmla="*/ 18780 h 37180"/>
                  <a:gd name="connsiteX3" fmla="*/ 18858 w 37180"/>
                  <a:gd name="connsiteY3" fmla="*/ 189 h 37180"/>
                  <a:gd name="connsiteX4" fmla="*/ 37449 w 37180"/>
                  <a:gd name="connsiteY4" fmla="*/ 1878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80"/>
                    </a:moveTo>
                    <a:cubicBezTo>
                      <a:pt x="37449" y="29047"/>
                      <a:pt x="29125" y="37370"/>
                      <a:pt x="18858" y="37370"/>
                    </a:cubicBezTo>
                    <a:cubicBezTo>
                      <a:pt x="8591" y="37370"/>
                      <a:pt x="268" y="29047"/>
                      <a:pt x="268" y="18780"/>
                    </a:cubicBezTo>
                    <a:cubicBezTo>
                      <a:pt x="268" y="8512"/>
                      <a:pt x="8591" y="189"/>
                      <a:pt x="18858" y="189"/>
                    </a:cubicBezTo>
                    <a:cubicBezTo>
                      <a:pt x="29125" y="189"/>
                      <a:pt x="37449" y="8512"/>
                      <a:pt x="37449" y="18780"/>
                    </a:cubicBezTo>
                    <a:close/>
                  </a:path>
                </a:pathLst>
              </a:custGeom>
              <a:solidFill>
                <a:srgbClr val="F7A51D"/>
              </a:solidFill>
              <a:ln w="5753" cap="sq">
                <a:noFill/>
                <a:prstDash val="solid"/>
                <a:miter/>
              </a:ln>
            </p:spPr>
            <p:txBody>
              <a:bodyPr rtlCol="0" anchor="ctr"/>
              <a:lstStyle/>
              <a:p>
                <a:endParaRPr lang="en-US"/>
              </a:p>
            </p:txBody>
          </p:sp>
          <p:sp>
            <p:nvSpPr>
              <p:cNvPr id="2861" name="Freeform: Shape 2860">
                <a:extLst>
                  <a:ext uri="{FF2B5EF4-FFF2-40B4-BE49-F238E27FC236}">
                    <a16:creationId xmlns:a16="http://schemas.microsoft.com/office/drawing/2014/main" id="{7C267565-F38A-4FD6-FC3B-23C0152F0BBF}"/>
                  </a:ext>
                </a:extLst>
              </p:cNvPr>
              <p:cNvSpPr/>
              <p:nvPr/>
            </p:nvSpPr>
            <p:spPr>
              <a:xfrm>
                <a:off x="7736577" y="8089870"/>
                <a:ext cx="41981" cy="41981"/>
              </a:xfrm>
              <a:custGeom>
                <a:avLst/>
                <a:gdLst>
                  <a:gd name="connsiteX0" fmla="*/ 21258 w 41981"/>
                  <a:gd name="connsiteY0" fmla="*/ 4990 h 41981"/>
                  <a:gd name="connsiteX1" fmla="*/ 37449 w 41981"/>
                  <a:gd name="connsiteY1" fmla="*/ 21180 h 41981"/>
                  <a:gd name="connsiteX2" fmla="*/ 37449 w 41981"/>
                  <a:gd name="connsiteY2" fmla="*/ 21180 h 41981"/>
                  <a:gd name="connsiteX3" fmla="*/ 21258 w 41981"/>
                  <a:gd name="connsiteY3" fmla="*/ 37370 h 41981"/>
                  <a:gd name="connsiteX4" fmla="*/ 5068 w 41981"/>
                  <a:gd name="connsiteY4" fmla="*/ 21180 h 41981"/>
                  <a:gd name="connsiteX5" fmla="*/ 21258 w 41981"/>
                  <a:gd name="connsiteY5" fmla="*/ 4990 h 41981"/>
                  <a:gd name="connsiteX6" fmla="*/ 21258 w 41981"/>
                  <a:gd name="connsiteY6" fmla="*/ 189 h 41981"/>
                  <a:gd name="connsiteX7" fmla="*/ 268 w 41981"/>
                  <a:gd name="connsiteY7" fmla="*/ 21180 h 41981"/>
                  <a:gd name="connsiteX8" fmla="*/ 21258 w 41981"/>
                  <a:gd name="connsiteY8" fmla="*/ 42170 h 41981"/>
                  <a:gd name="connsiteX9" fmla="*/ 42249 w 41981"/>
                  <a:gd name="connsiteY9" fmla="*/ 21180 h 41981"/>
                  <a:gd name="connsiteX10" fmla="*/ 42249 w 41981"/>
                  <a:gd name="connsiteY10" fmla="*/ 21180 h 41981"/>
                  <a:gd name="connsiteX11" fmla="*/ 21258 w 41981"/>
                  <a:gd name="connsiteY11" fmla="*/ 18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90"/>
                    </a:moveTo>
                    <a:cubicBezTo>
                      <a:pt x="30200" y="4990"/>
                      <a:pt x="37449" y="12238"/>
                      <a:pt x="37449" y="21180"/>
                    </a:cubicBezTo>
                    <a:lnTo>
                      <a:pt x="37449" y="21180"/>
                    </a:lnTo>
                    <a:cubicBezTo>
                      <a:pt x="37449" y="30122"/>
                      <a:pt x="30200" y="37370"/>
                      <a:pt x="21258" y="37370"/>
                    </a:cubicBezTo>
                    <a:cubicBezTo>
                      <a:pt x="12317" y="37370"/>
                      <a:pt x="5068" y="30122"/>
                      <a:pt x="5068" y="21180"/>
                    </a:cubicBezTo>
                    <a:cubicBezTo>
                      <a:pt x="5068" y="12238"/>
                      <a:pt x="12317" y="4990"/>
                      <a:pt x="21258" y="4990"/>
                    </a:cubicBezTo>
                    <a:close/>
                    <a:moveTo>
                      <a:pt x="21258" y="189"/>
                    </a:moveTo>
                    <a:cubicBezTo>
                      <a:pt x="9666" y="189"/>
                      <a:pt x="268" y="9587"/>
                      <a:pt x="268" y="21180"/>
                    </a:cubicBezTo>
                    <a:cubicBezTo>
                      <a:pt x="268" y="32772"/>
                      <a:pt x="9666" y="42170"/>
                      <a:pt x="21258" y="42170"/>
                    </a:cubicBezTo>
                    <a:cubicBezTo>
                      <a:pt x="32851" y="42170"/>
                      <a:pt x="42249" y="32772"/>
                      <a:pt x="42249" y="21180"/>
                    </a:cubicBezTo>
                    <a:lnTo>
                      <a:pt x="42249" y="21180"/>
                    </a:lnTo>
                    <a:cubicBezTo>
                      <a:pt x="42249" y="9587"/>
                      <a:pt x="32851" y="189"/>
                      <a:pt x="21258" y="189"/>
                    </a:cubicBezTo>
                    <a:close/>
                  </a:path>
                </a:pathLst>
              </a:custGeom>
              <a:solidFill>
                <a:srgbClr val="000000"/>
              </a:solidFill>
              <a:ln w="4794" cap="sq">
                <a:noFill/>
                <a:prstDash val="solid"/>
                <a:round/>
              </a:ln>
            </p:spPr>
            <p:txBody>
              <a:bodyPr rtlCol="0" anchor="ctr"/>
              <a:lstStyle/>
              <a:p>
                <a:endParaRPr lang="en-US"/>
              </a:p>
            </p:txBody>
          </p:sp>
          <p:sp>
            <p:nvSpPr>
              <p:cNvPr id="2862" name="Freeform: Shape 2861">
                <a:extLst>
                  <a:ext uri="{FF2B5EF4-FFF2-40B4-BE49-F238E27FC236}">
                    <a16:creationId xmlns:a16="http://schemas.microsoft.com/office/drawing/2014/main" id="{391465CB-E9C7-71C4-545D-9C67254D1CCD}"/>
                  </a:ext>
                </a:extLst>
              </p:cNvPr>
              <p:cNvSpPr/>
              <p:nvPr/>
            </p:nvSpPr>
            <p:spPr>
              <a:xfrm>
                <a:off x="7688571" y="7959531"/>
                <a:ext cx="37180" cy="37180"/>
              </a:xfrm>
              <a:custGeom>
                <a:avLst/>
                <a:gdLst>
                  <a:gd name="connsiteX0" fmla="*/ 37440 w 37180"/>
                  <a:gd name="connsiteY0" fmla="*/ 18757 h 37180"/>
                  <a:gd name="connsiteX1" fmla="*/ 18850 w 37180"/>
                  <a:gd name="connsiteY1" fmla="*/ 37347 h 37180"/>
                  <a:gd name="connsiteX2" fmla="*/ 259 w 37180"/>
                  <a:gd name="connsiteY2" fmla="*/ 18757 h 37180"/>
                  <a:gd name="connsiteX3" fmla="*/ 18850 w 37180"/>
                  <a:gd name="connsiteY3" fmla="*/ 166 h 37180"/>
                  <a:gd name="connsiteX4" fmla="*/ 37440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57"/>
                    </a:moveTo>
                    <a:cubicBezTo>
                      <a:pt x="37440" y="29024"/>
                      <a:pt x="29117" y="37347"/>
                      <a:pt x="18850" y="37347"/>
                    </a:cubicBezTo>
                    <a:cubicBezTo>
                      <a:pt x="8582" y="37347"/>
                      <a:pt x="259" y="29024"/>
                      <a:pt x="259" y="18757"/>
                    </a:cubicBezTo>
                    <a:cubicBezTo>
                      <a:pt x="259" y="8489"/>
                      <a:pt x="8582" y="166"/>
                      <a:pt x="18850" y="166"/>
                    </a:cubicBezTo>
                    <a:cubicBezTo>
                      <a:pt x="29117" y="166"/>
                      <a:pt x="37440" y="8489"/>
                      <a:pt x="37440" y="18757"/>
                    </a:cubicBezTo>
                    <a:close/>
                  </a:path>
                </a:pathLst>
              </a:custGeom>
              <a:solidFill>
                <a:srgbClr val="F7F3F3"/>
              </a:solidFill>
              <a:ln w="5753" cap="sq">
                <a:noFill/>
                <a:prstDash val="solid"/>
                <a:miter/>
              </a:ln>
            </p:spPr>
            <p:txBody>
              <a:bodyPr rtlCol="0" anchor="ctr"/>
              <a:lstStyle/>
              <a:p>
                <a:endParaRPr lang="en-US"/>
              </a:p>
            </p:txBody>
          </p:sp>
          <p:sp>
            <p:nvSpPr>
              <p:cNvPr id="2863" name="Freeform: Shape 2862">
                <a:extLst>
                  <a:ext uri="{FF2B5EF4-FFF2-40B4-BE49-F238E27FC236}">
                    <a16:creationId xmlns:a16="http://schemas.microsoft.com/office/drawing/2014/main" id="{BB0A56E3-E9E6-388E-7A06-D913C7003082}"/>
                  </a:ext>
                </a:extLst>
              </p:cNvPr>
              <p:cNvSpPr/>
              <p:nvPr/>
            </p:nvSpPr>
            <p:spPr>
              <a:xfrm>
                <a:off x="7686171" y="7957131"/>
                <a:ext cx="41981" cy="41981"/>
              </a:xfrm>
              <a:custGeom>
                <a:avLst/>
                <a:gdLst>
                  <a:gd name="connsiteX0" fmla="*/ 21250 w 41981"/>
                  <a:gd name="connsiteY0" fmla="*/ 4966 h 41981"/>
                  <a:gd name="connsiteX1" fmla="*/ 37440 w 41981"/>
                  <a:gd name="connsiteY1" fmla="*/ 21157 h 41981"/>
                  <a:gd name="connsiteX2" fmla="*/ 37440 w 41981"/>
                  <a:gd name="connsiteY2" fmla="*/ 21157 h 41981"/>
                  <a:gd name="connsiteX3" fmla="*/ 21250 w 41981"/>
                  <a:gd name="connsiteY3" fmla="*/ 37347 h 41981"/>
                  <a:gd name="connsiteX4" fmla="*/ 5060 w 41981"/>
                  <a:gd name="connsiteY4" fmla="*/ 21157 h 41981"/>
                  <a:gd name="connsiteX5" fmla="*/ 21250 w 41981"/>
                  <a:gd name="connsiteY5" fmla="*/ 4966 h 41981"/>
                  <a:gd name="connsiteX6" fmla="*/ 21250 w 41981"/>
                  <a:gd name="connsiteY6" fmla="*/ 166 h 41981"/>
                  <a:gd name="connsiteX7" fmla="*/ 259 w 41981"/>
                  <a:gd name="connsiteY7" fmla="*/ 21157 h 41981"/>
                  <a:gd name="connsiteX8" fmla="*/ 21250 w 41981"/>
                  <a:gd name="connsiteY8" fmla="*/ 42147 h 41981"/>
                  <a:gd name="connsiteX9" fmla="*/ 42240 w 41981"/>
                  <a:gd name="connsiteY9" fmla="*/ 21157 h 41981"/>
                  <a:gd name="connsiteX10" fmla="*/ 42240 w 41981"/>
                  <a:gd name="connsiteY10" fmla="*/ 21157 h 41981"/>
                  <a:gd name="connsiteX11" fmla="*/ 21250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66"/>
                    </a:moveTo>
                    <a:cubicBezTo>
                      <a:pt x="30192" y="4966"/>
                      <a:pt x="37440" y="12215"/>
                      <a:pt x="37440" y="21157"/>
                    </a:cubicBezTo>
                    <a:lnTo>
                      <a:pt x="37440" y="21157"/>
                    </a:lnTo>
                    <a:cubicBezTo>
                      <a:pt x="37440" y="30099"/>
                      <a:pt x="30192" y="37347"/>
                      <a:pt x="21250" y="37347"/>
                    </a:cubicBezTo>
                    <a:cubicBezTo>
                      <a:pt x="12308" y="37347"/>
                      <a:pt x="5060" y="30099"/>
                      <a:pt x="5060" y="21157"/>
                    </a:cubicBezTo>
                    <a:cubicBezTo>
                      <a:pt x="5060" y="12215"/>
                      <a:pt x="12308" y="4966"/>
                      <a:pt x="21250" y="4966"/>
                    </a:cubicBezTo>
                    <a:close/>
                    <a:moveTo>
                      <a:pt x="21250" y="166"/>
                    </a:moveTo>
                    <a:cubicBezTo>
                      <a:pt x="9657" y="166"/>
                      <a:pt x="259" y="9564"/>
                      <a:pt x="259" y="21157"/>
                    </a:cubicBezTo>
                    <a:cubicBezTo>
                      <a:pt x="259" y="32749"/>
                      <a:pt x="9657" y="42147"/>
                      <a:pt x="21250" y="42147"/>
                    </a:cubicBezTo>
                    <a:cubicBezTo>
                      <a:pt x="32842" y="42147"/>
                      <a:pt x="42240" y="32749"/>
                      <a:pt x="42240" y="21157"/>
                    </a:cubicBezTo>
                    <a:lnTo>
                      <a:pt x="42240" y="21157"/>
                    </a:lnTo>
                    <a:cubicBezTo>
                      <a:pt x="42240" y="9564"/>
                      <a:pt x="32842" y="166"/>
                      <a:pt x="21250" y="166"/>
                    </a:cubicBezTo>
                    <a:close/>
                  </a:path>
                </a:pathLst>
              </a:custGeom>
              <a:solidFill>
                <a:srgbClr val="000000"/>
              </a:solidFill>
              <a:ln w="4794" cap="sq">
                <a:noFill/>
                <a:prstDash val="solid"/>
                <a:round/>
              </a:ln>
            </p:spPr>
            <p:txBody>
              <a:bodyPr rtlCol="0" anchor="ctr"/>
              <a:lstStyle/>
              <a:p>
                <a:endParaRPr lang="en-US"/>
              </a:p>
            </p:txBody>
          </p:sp>
          <p:sp>
            <p:nvSpPr>
              <p:cNvPr id="2864" name="Freeform: Shape 2863">
                <a:extLst>
                  <a:ext uri="{FF2B5EF4-FFF2-40B4-BE49-F238E27FC236}">
                    <a16:creationId xmlns:a16="http://schemas.microsoft.com/office/drawing/2014/main" id="{2D5BCBFF-DBDB-42B5-08E1-559E689F4D7B}"/>
                  </a:ext>
                </a:extLst>
              </p:cNvPr>
              <p:cNvSpPr/>
              <p:nvPr/>
            </p:nvSpPr>
            <p:spPr>
              <a:xfrm>
                <a:off x="7718811" y="7981586"/>
                <a:ext cx="37180" cy="37180"/>
              </a:xfrm>
              <a:custGeom>
                <a:avLst/>
                <a:gdLst>
                  <a:gd name="connsiteX0" fmla="*/ 37445 w 37180"/>
                  <a:gd name="connsiteY0" fmla="*/ 18760 h 37180"/>
                  <a:gd name="connsiteX1" fmla="*/ 18855 w 37180"/>
                  <a:gd name="connsiteY1" fmla="*/ 37351 h 37180"/>
                  <a:gd name="connsiteX2" fmla="*/ 264 w 37180"/>
                  <a:gd name="connsiteY2" fmla="*/ 18760 h 37180"/>
                  <a:gd name="connsiteX3" fmla="*/ 18855 w 37180"/>
                  <a:gd name="connsiteY3" fmla="*/ 170 h 37180"/>
                  <a:gd name="connsiteX4" fmla="*/ 37445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0"/>
                    </a:moveTo>
                    <a:cubicBezTo>
                      <a:pt x="37445" y="29028"/>
                      <a:pt x="29122" y="37351"/>
                      <a:pt x="18855" y="37351"/>
                    </a:cubicBezTo>
                    <a:cubicBezTo>
                      <a:pt x="8588" y="37351"/>
                      <a:pt x="264" y="29028"/>
                      <a:pt x="264" y="18760"/>
                    </a:cubicBezTo>
                    <a:cubicBezTo>
                      <a:pt x="264" y="8493"/>
                      <a:pt x="8588" y="170"/>
                      <a:pt x="18855" y="170"/>
                    </a:cubicBezTo>
                    <a:cubicBezTo>
                      <a:pt x="29122" y="170"/>
                      <a:pt x="37445" y="8493"/>
                      <a:pt x="37445" y="18760"/>
                    </a:cubicBezTo>
                    <a:close/>
                  </a:path>
                </a:pathLst>
              </a:custGeom>
              <a:solidFill>
                <a:srgbClr val="C3F7C3"/>
              </a:solidFill>
              <a:ln w="5753" cap="sq">
                <a:noFill/>
                <a:prstDash val="solid"/>
                <a:miter/>
              </a:ln>
            </p:spPr>
            <p:txBody>
              <a:bodyPr rtlCol="0" anchor="ctr"/>
              <a:lstStyle/>
              <a:p>
                <a:endParaRPr lang="en-US"/>
              </a:p>
            </p:txBody>
          </p:sp>
          <p:sp>
            <p:nvSpPr>
              <p:cNvPr id="2865" name="Freeform: Shape 2864">
                <a:extLst>
                  <a:ext uri="{FF2B5EF4-FFF2-40B4-BE49-F238E27FC236}">
                    <a16:creationId xmlns:a16="http://schemas.microsoft.com/office/drawing/2014/main" id="{7B34C656-86FE-6046-E97E-0A64F50D51FD}"/>
                  </a:ext>
                </a:extLst>
              </p:cNvPr>
              <p:cNvSpPr/>
              <p:nvPr/>
            </p:nvSpPr>
            <p:spPr>
              <a:xfrm>
                <a:off x="7716411" y="7979186"/>
                <a:ext cx="41981" cy="41981"/>
              </a:xfrm>
              <a:custGeom>
                <a:avLst/>
                <a:gdLst>
                  <a:gd name="connsiteX0" fmla="*/ 21255 w 41981"/>
                  <a:gd name="connsiteY0" fmla="*/ 4970 h 41981"/>
                  <a:gd name="connsiteX1" fmla="*/ 37445 w 41981"/>
                  <a:gd name="connsiteY1" fmla="*/ 21161 h 41981"/>
                  <a:gd name="connsiteX2" fmla="*/ 37445 w 41981"/>
                  <a:gd name="connsiteY2" fmla="*/ 21161 h 41981"/>
                  <a:gd name="connsiteX3" fmla="*/ 21255 w 41981"/>
                  <a:gd name="connsiteY3" fmla="*/ 37351 h 41981"/>
                  <a:gd name="connsiteX4" fmla="*/ 5065 w 41981"/>
                  <a:gd name="connsiteY4" fmla="*/ 21161 h 41981"/>
                  <a:gd name="connsiteX5" fmla="*/ 21255 w 41981"/>
                  <a:gd name="connsiteY5" fmla="*/ 4970 h 41981"/>
                  <a:gd name="connsiteX6" fmla="*/ 21255 w 41981"/>
                  <a:gd name="connsiteY6" fmla="*/ 170 h 41981"/>
                  <a:gd name="connsiteX7" fmla="*/ 264 w 41981"/>
                  <a:gd name="connsiteY7" fmla="*/ 21161 h 41981"/>
                  <a:gd name="connsiteX8" fmla="*/ 21255 w 41981"/>
                  <a:gd name="connsiteY8" fmla="*/ 42151 h 41981"/>
                  <a:gd name="connsiteX9" fmla="*/ 42246 w 41981"/>
                  <a:gd name="connsiteY9" fmla="*/ 21161 h 41981"/>
                  <a:gd name="connsiteX10" fmla="*/ 42246 w 41981"/>
                  <a:gd name="connsiteY10" fmla="*/ 21161 h 41981"/>
                  <a:gd name="connsiteX11" fmla="*/ 21255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70"/>
                    </a:moveTo>
                    <a:cubicBezTo>
                      <a:pt x="30197" y="4970"/>
                      <a:pt x="37445" y="12219"/>
                      <a:pt x="37445" y="21161"/>
                    </a:cubicBezTo>
                    <a:lnTo>
                      <a:pt x="37445" y="21161"/>
                    </a:lnTo>
                    <a:cubicBezTo>
                      <a:pt x="37445" y="30102"/>
                      <a:pt x="30197" y="37351"/>
                      <a:pt x="21255" y="37351"/>
                    </a:cubicBezTo>
                    <a:cubicBezTo>
                      <a:pt x="12313" y="37351"/>
                      <a:pt x="5065" y="30102"/>
                      <a:pt x="5065" y="21161"/>
                    </a:cubicBezTo>
                    <a:cubicBezTo>
                      <a:pt x="5065" y="12219"/>
                      <a:pt x="12313" y="4970"/>
                      <a:pt x="21255" y="4970"/>
                    </a:cubicBezTo>
                    <a:close/>
                    <a:moveTo>
                      <a:pt x="21255" y="170"/>
                    </a:moveTo>
                    <a:cubicBezTo>
                      <a:pt x="9662" y="170"/>
                      <a:pt x="264" y="9568"/>
                      <a:pt x="264" y="21161"/>
                    </a:cubicBezTo>
                    <a:cubicBezTo>
                      <a:pt x="264" y="32753"/>
                      <a:pt x="9662" y="42151"/>
                      <a:pt x="21255" y="42151"/>
                    </a:cubicBezTo>
                    <a:cubicBezTo>
                      <a:pt x="32848" y="42151"/>
                      <a:pt x="42246" y="32753"/>
                      <a:pt x="42246" y="21161"/>
                    </a:cubicBezTo>
                    <a:lnTo>
                      <a:pt x="42246" y="21161"/>
                    </a:lnTo>
                    <a:cubicBezTo>
                      <a:pt x="42246" y="9568"/>
                      <a:pt x="32848" y="170"/>
                      <a:pt x="21255" y="170"/>
                    </a:cubicBezTo>
                    <a:close/>
                  </a:path>
                </a:pathLst>
              </a:custGeom>
              <a:solidFill>
                <a:srgbClr val="000000"/>
              </a:solidFill>
              <a:ln w="4794" cap="sq">
                <a:noFill/>
                <a:prstDash val="solid"/>
                <a:round/>
              </a:ln>
            </p:spPr>
            <p:txBody>
              <a:bodyPr rtlCol="0" anchor="ctr"/>
              <a:lstStyle/>
              <a:p>
                <a:endParaRPr lang="en-US"/>
              </a:p>
            </p:txBody>
          </p:sp>
          <p:sp>
            <p:nvSpPr>
              <p:cNvPr id="2866" name="Freeform: Shape 2865">
                <a:extLst>
                  <a:ext uri="{FF2B5EF4-FFF2-40B4-BE49-F238E27FC236}">
                    <a16:creationId xmlns:a16="http://schemas.microsoft.com/office/drawing/2014/main" id="{9CD96E39-2206-42DE-ED43-90038265714C}"/>
                  </a:ext>
                </a:extLst>
              </p:cNvPr>
              <p:cNvSpPr/>
              <p:nvPr/>
            </p:nvSpPr>
            <p:spPr>
              <a:xfrm>
                <a:off x="7844304" y="8137135"/>
                <a:ext cx="37180" cy="37180"/>
              </a:xfrm>
              <a:custGeom>
                <a:avLst/>
                <a:gdLst>
                  <a:gd name="connsiteX0" fmla="*/ 37467 w 37180"/>
                  <a:gd name="connsiteY0" fmla="*/ 18787 h 37180"/>
                  <a:gd name="connsiteX1" fmla="*/ 18877 w 37180"/>
                  <a:gd name="connsiteY1" fmla="*/ 37378 h 37180"/>
                  <a:gd name="connsiteX2" fmla="*/ 286 w 37180"/>
                  <a:gd name="connsiteY2" fmla="*/ 18787 h 37180"/>
                  <a:gd name="connsiteX3" fmla="*/ 18877 w 37180"/>
                  <a:gd name="connsiteY3" fmla="*/ 197 h 37180"/>
                  <a:gd name="connsiteX4" fmla="*/ 37467 w 37180"/>
                  <a:gd name="connsiteY4" fmla="*/ 1878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87"/>
                    </a:moveTo>
                    <a:cubicBezTo>
                      <a:pt x="37467" y="29055"/>
                      <a:pt x="29144" y="37378"/>
                      <a:pt x="18877" y="37378"/>
                    </a:cubicBezTo>
                    <a:cubicBezTo>
                      <a:pt x="8609" y="37378"/>
                      <a:pt x="286" y="29055"/>
                      <a:pt x="286" y="18787"/>
                    </a:cubicBezTo>
                    <a:cubicBezTo>
                      <a:pt x="286" y="8520"/>
                      <a:pt x="8609" y="197"/>
                      <a:pt x="18877" y="197"/>
                    </a:cubicBezTo>
                    <a:cubicBezTo>
                      <a:pt x="29144" y="197"/>
                      <a:pt x="37467" y="8520"/>
                      <a:pt x="37467" y="18787"/>
                    </a:cubicBezTo>
                    <a:close/>
                  </a:path>
                </a:pathLst>
              </a:custGeom>
              <a:solidFill>
                <a:srgbClr val="F7EEEE"/>
              </a:solidFill>
              <a:ln w="5753" cap="sq">
                <a:noFill/>
                <a:prstDash val="solid"/>
                <a:miter/>
              </a:ln>
            </p:spPr>
            <p:txBody>
              <a:bodyPr rtlCol="0" anchor="ctr"/>
              <a:lstStyle/>
              <a:p>
                <a:endParaRPr lang="en-US"/>
              </a:p>
            </p:txBody>
          </p:sp>
          <p:sp>
            <p:nvSpPr>
              <p:cNvPr id="2867" name="Freeform: Shape 2866">
                <a:extLst>
                  <a:ext uri="{FF2B5EF4-FFF2-40B4-BE49-F238E27FC236}">
                    <a16:creationId xmlns:a16="http://schemas.microsoft.com/office/drawing/2014/main" id="{D036DE0A-0C7F-B80E-E82F-97D97A39FDD3}"/>
                  </a:ext>
                </a:extLst>
              </p:cNvPr>
              <p:cNvSpPr/>
              <p:nvPr/>
            </p:nvSpPr>
            <p:spPr>
              <a:xfrm>
                <a:off x="7841904" y="8134734"/>
                <a:ext cx="41981" cy="41981"/>
              </a:xfrm>
              <a:custGeom>
                <a:avLst/>
                <a:gdLst>
                  <a:gd name="connsiteX0" fmla="*/ 21277 w 41981"/>
                  <a:gd name="connsiteY0" fmla="*/ 4997 h 41981"/>
                  <a:gd name="connsiteX1" fmla="*/ 37467 w 41981"/>
                  <a:gd name="connsiteY1" fmla="*/ 21188 h 41981"/>
                  <a:gd name="connsiteX2" fmla="*/ 37467 w 41981"/>
                  <a:gd name="connsiteY2" fmla="*/ 21188 h 41981"/>
                  <a:gd name="connsiteX3" fmla="*/ 21277 w 41981"/>
                  <a:gd name="connsiteY3" fmla="*/ 37378 h 41981"/>
                  <a:gd name="connsiteX4" fmla="*/ 5087 w 41981"/>
                  <a:gd name="connsiteY4" fmla="*/ 21188 h 41981"/>
                  <a:gd name="connsiteX5" fmla="*/ 21277 w 41981"/>
                  <a:gd name="connsiteY5" fmla="*/ 4997 h 41981"/>
                  <a:gd name="connsiteX6" fmla="*/ 21277 w 41981"/>
                  <a:gd name="connsiteY6" fmla="*/ 197 h 41981"/>
                  <a:gd name="connsiteX7" fmla="*/ 286 w 41981"/>
                  <a:gd name="connsiteY7" fmla="*/ 21188 h 41981"/>
                  <a:gd name="connsiteX8" fmla="*/ 21277 w 41981"/>
                  <a:gd name="connsiteY8" fmla="*/ 42178 h 41981"/>
                  <a:gd name="connsiteX9" fmla="*/ 42267 w 41981"/>
                  <a:gd name="connsiteY9" fmla="*/ 21188 h 41981"/>
                  <a:gd name="connsiteX10" fmla="*/ 42267 w 41981"/>
                  <a:gd name="connsiteY10" fmla="*/ 21188 h 41981"/>
                  <a:gd name="connsiteX11" fmla="*/ 21277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97"/>
                    </a:moveTo>
                    <a:cubicBezTo>
                      <a:pt x="30219" y="4997"/>
                      <a:pt x="37467" y="12246"/>
                      <a:pt x="37467" y="21188"/>
                    </a:cubicBezTo>
                    <a:lnTo>
                      <a:pt x="37467" y="21188"/>
                    </a:lnTo>
                    <a:cubicBezTo>
                      <a:pt x="37467" y="30129"/>
                      <a:pt x="30219" y="37378"/>
                      <a:pt x="21277" y="37378"/>
                    </a:cubicBezTo>
                    <a:cubicBezTo>
                      <a:pt x="12335" y="37378"/>
                      <a:pt x="5087" y="30129"/>
                      <a:pt x="5087" y="21188"/>
                    </a:cubicBezTo>
                    <a:cubicBezTo>
                      <a:pt x="5087" y="12246"/>
                      <a:pt x="12335" y="4997"/>
                      <a:pt x="21277" y="4997"/>
                    </a:cubicBezTo>
                    <a:close/>
                    <a:moveTo>
                      <a:pt x="21277" y="197"/>
                    </a:moveTo>
                    <a:cubicBezTo>
                      <a:pt x="9684" y="197"/>
                      <a:pt x="286" y="9595"/>
                      <a:pt x="286" y="21188"/>
                    </a:cubicBezTo>
                    <a:cubicBezTo>
                      <a:pt x="286" y="32780"/>
                      <a:pt x="9684" y="42178"/>
                      <a:pt x="21277" y="42178"/>
                    </a:cubicBezTo>
                    <a:cubicBezTo>
                      <a:pt x="32869" y="42178"/>
                      <a:pt x="42267" y="32780"/>
                      <a:pt x="42267" y="21188"/>
                    </a:cubicBezTo>
                    <a:lnTo>
                      <a:pt x="42267" y="21188"/>
                    </a:lnTo>
                    <a:cubicBezTo>
                      <a:pt x="42267" y="9595"/>
                      <a:pt x="32869" y="197"/>
                      <a:pt x="21277" y="197"/>
                    </a:cubicBezTo>
                    <a:close/>
                  </a:path>
                </a:pathLst>
              </a:custGeom>
              <a:solidFill>
                <a:srgbClr val="000000"/>
              </a:solidFill>
              <a:ln w="4794" cap="sq">
                <a:noFill/>
                <a:prstDash val="solid"/>
                <a:round/>
              </a:ln>
            </p:spPr>
            <p:txBody>
              <a:bodyPr rtlCol="0" anchor="ctr"/>
              <a:lstStyle/>
              <a:p>
                <a:endParaRPr lang="en-US"/>
              </a:p>
            </p:txBody>
          </p:sp>
          <p:sp>
            <p:nvSpPr>
              <p:cNvPr id="2868" name="Freeform: Shape 2867">
                <a:extLst>
                  <a:ext uri="{FF2B5EF4-FFF2-40B4-BE49-F238E27FC236}">
                    <a16:creationId xmlns:a16="http://schemas.microsoft.com/office/drawing/2014/main" id="{77FB791D-2F46-57FD-7F8C-BC6A7943B20D}"/>
                  </a:ext>
                </a:extLst>
              </p:cNvPr>
              <p:cNvSpPr/>
              <p:nvPr/>
            </p:nvSpPr>
            <p:spPr>
              <a:xfrm>
                <a:off x="7732814" y="7848979"/>
                <a:ext cx="37180" cy="37180"/>
              </a:xfrm>
              <a:custGeom>
                <a:avLst/>
                <a:gdLst>
                  <a:gd name="connsiteX0" fmla="*/ 37448 w 37180"/>
                  <a:gd name="connsiteY0" fmla="*/ 18737 h 37180"/>
                  <a:gd name="connsiteX1" fmla="*/ 18857 w 37180"/>
                  <a:gd name="connsiteY1" fmla="*/ 37328 h 37180"/>
                  <a:gd name="connsiteX2" fmla="*/ 267 w 37180"/>
                  <a:gd name="connsiteY2" fmla="*/ 18737 h 37180"/>
                  <a:gd name="connsiteX3" fmla="*/ 18857 w 37180"/>
                  <a:gd name="connsiteY3" fmla="*/ 147 h 37180"/>
                  <a:gd name="connsiteX4" fmla="*/ 37448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37"/>
                    </a:moveTo>
                    <a:cubicBezTo>
                      <a:pt x="37448" y="29005"/>
                      <a:pt x="29124" y="37328"/>
                      <a:pt x="18857" y="37328"/>
                    </a:cubicBezTo>
                    <a:cubicBezTo>
                      <a:pt x="8590" y="37328"/>
                      <a:pt x="267" y="29005"/>
                      <a:pt x="267" y="18737"/>
                    </a:cubicBezTo>
                    <a:cubicBezTo>
                      <a:pt x="267" y="8470"/>
                      <a:pt x="8590" y="147"/>
                      <a:pt x="18857" y="147"/>
                    </a:cubicBezTo>
                    <a:cubicBezTo>
                      <a:pt x="29124" y="147"/>
                      <a:pt x="37448" y="8470"/>
                      <a:pt x="37448" y="18737"/>
                    </a:cubicBezTo>
                    <a:close/>
                  </a:path>
                </a:pathLst>
              </a:custGeom>
              <a:solidFill>
                <a:srgbClr val="DEF7DE"/>
              </a:solidFill>
              <a:ln w="5753" cap="sq">
                <a:noFill/>
                <a:prstDash val="solid"/>
                <a:miter/>
              </a:ln>
            </p:spPr>
            <p:txBody>
              <a:bodyPr rtlCol="0" anchor="ctr"/>
              <a:lstStyle/>
              <a:p>
                <a:endParaRPr lang="en-US"/>
              </a:p>
            </p:txBody>
          </p:sp>
          <p:sp>
            <p:nvSpPr>
              <p:cNvPr id="2869" name="Freeform: Shape 2868">
                <a:extLst>
                  <a:ext uri="{FF2B5EF4-FFF2-40B4-BE49-F238E27FC236}">
                    <a16:creationId xmlns:a16="http://schemas.microsoft.com/office/drawing/2014/main" id="{11B8B981-987C-D74A-2F52-38647F95F4D9}"/>
                  </a:ext>
                </a:extLst>
              </p:cNvPr>
              <p:cNvSpPr/>
              <p:nvPr/>
            </p:nvSpPr>
            <p:spPr>
              <a:xfrm>
                <a:off x="7730413" y="7846579"/>
                <a:ext cx="41981" cy="41981"/>
              </a:xfrm>
              <a:custGeom>
                <a:avLst/>
                <a:gdLst>
                  <a:gd name="connsiteX0" fmla="*/ 21257 w 41981"/>
                  <a:gd name="connsiteY0" fmla="*/ 4947 h 41981"/>
                  <a:gd name="connsiteX1" fmla="*/ 37448 w 41981"/>
                  <a:gd name="connsiteY1" fmla="*/ 21138 h 41981"/>
                  <a:gd name="connsiteX2" fmla="*/ 37448 w 41981"/>
                  <a:gd name="connsiteY2" fmla="*/ 21138 h 41981"/>
                  <a:gd name="connsiteX3" fmla="*/ 21257 w 41981"/>
                  <a:gd name="connsiteY3" fmla="*/ 37328 h 41981"/>
                  <a:gd name="connsiteX4" fmla="*/ 5067 w 41981"/>
                  <a:gd name="connsiteY4" fmla="*/ 21138 h 41981"/>
                  <a:gd name="connsiteX5" fmla="*/ 21257 w 41981"/>
                  <a:gd name="connsiteY5" fmla="*/ 4947 h 41981"/>
                  <a:gd name="connsiteX6" fmla="*/ 21257 w 41981"/>
                  <a:gd name="connsiteY6" fmla="*/ 147 h 41981"/>
                  <a:gd name="connsiteX7" fmla="*/ 267 w 41981"/>
                  <a:gd name="connsiteY7" fmla="*/ 21138 h 41981"/>
                  <a:gd name="connsiteX8" fmla="*/ 21257 w 41981"/>
                  <a:gd name="connsiteY8" fmla="*/ 42128 h 41981"/>
                  <a:gd name="connsiteX9" fmla="*/ 42248 w 41981"/>
                  <a:gd name="connsiteY9" fmla="*/ 21138 h 41981"/>
                  <a:gd name="connsiteX10" fmla="*/ 42248 w 41981"/>
                  <a:gd name="connsiteY10" fmla="*/ 21138 h 41981"/>
                  <a:gd name="connsiteX11" fmla="*/ 21257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47"/>
                    </a:moveTo>
                    <a:cubicBezTo>
                      <a:pt x="30199" y="4947"/>
                      <a:pt x="37448" y="12196"/>
                      <a:pt x="37448" y="21138"/>
                    </a:cubicBezTo>
                    <a:lnTo>
                      <a:pt x="37448" y="21138"/>
                    </a:lnTo>
                    <a:cubicBezTo>
                      <a:pt x="37448" y="30079"/>
                      <a:pt x="30199" y="37328"/>
                      <a:pt x="21257" y="37328"/>
                    </a:cubicBezTo>
                    <a:cubicBezTo>
                      <a:pt x="12316" y="37328"/>
                      <a:pt x="5067" y="30079"/>
                      <a:pt x="5067" y="21138"/>
                    </a:cubicBezTo>
                    <a:cubicBezTo>
                      <a:pt x="5067" y="12196"/>
                      <a:pt x="12316" y="4947"/>
                      <a:pt x="21257" y="4947"/>
                    </a:cubicBezTo>
                    <a:close/>
                    <a:moveTo>
                      <a:pt x="21257" y="147"/>
                    </a:moveTo>
                    <a:cubicBezTo>
                      <a:pt x="9665" y="147"/>
                      <a:pt x="267" y="9545"/>
                      <a:pt x="267" y="21138"/>
                    </a:cubicBezTo>
                    <a:cubicBezTo>
                      <a:pt x="267" y="32730"/>
                      <a:pt x="9665" y="42128"/>
                      <a:pt x="21257" y="42128"/>
                    </a:cubicBezTo>
                    <a:cubicBezTo>
                      <a:pt x="32850" y="42128"/>
                      <a:pt x="42248" y="32730"/>
                      <a:pt x="42248" y="21138"/>
                    </a:cubicBezTo>
                    <a:lnTo>
                      <a:pt x="42248" y="21138"/>
                    </a:lnTo>
                    <a:cubicBezTo>
                      <a:pt x="42248" y="9545"/>
                      <a:pt x="32850" y="147"/>
                      <a:pt x="21257" y="147"/>
                    </a:cubicBezTo>
                    <a:close/>
                  </a:path>
                </a:pathLst>
              </a:custGeom>
              <a:solidFill>
                <a:srgbClr val="000000"/>
              </a:solidFill>
              <a:ln w="4794" cap="sq">
                <a:noFill/>
                <a:prstDash val="solid"/>
                <a:round/>
              </a:ln>
            </p:spPr>
            <p:txBody>
              <a:bodyPr rtlCol="0" anchor="ctr"/>
              <a:lstStyle/>
              <a:p>
                <a:endParaRPr lang="en-US"/>
              </a:p>
            </p:txBody>
          </p:sp>
          <p:sp>
            <p:nvSpPr>
              <p:cNvPr id="2870" name="Freeform: Shape 2869">
                <a:extLst>
                  <a:ext uri="{FF2B5EF4-FFF2-40B4-BE49-F238E27FC236}">
                    <a16:creationId xmlns:a16="http://schemas.microsoft.com/office/drawing/2014/main" id="{5D0B8FA1-DF29-2F8B-AF72-7967403AE665}"/>
                  </a:ext>
                </a:extLst>
              </p:cNvPr>
              <p:cNvSpPr/>
              <p:nvPr/>
            </p:nvSpPr>
            <p:spPr>
              <a:xfrm>
                <a:off x="7663763" y="8158913"/>
                <a:ext cx="37180" cy="37180"/>
              </a:xfrm>
              <a:custGeom>
                <a:avLst/>
                <a:gdLst>
                  <a:gd name="connsiteX0" fmla="*/ 37436 w 37180"/>
                  <a:gd name="connsiteY0" fmla="*/ 18791 h 37180"/>
                  <a:gd name="connsiteX1" fmla="*/ 18845 w 37180"/>
                  <a:gd name="connsiteY1" fmla="*/ 37382 h 37180"/>
                  <a:gd name="connsiteX2" fmla="*/ 255 w 37180"/>
                  <a:gd name="connsiteY2" fmla="*/ 18791 h 37180"/>
                  <a:gd name="connsiteX3" fmla="*/ 18845 w 37180"/>
                  <a:gd name="connsiteY3" fmla="*/ 201 h 37180"/>
                  <a:gd name="connsiteX4" fmla="*/ 37436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91"/>
                    </a:moveTo>
                    <a:cubicBezTo>
                      <a:pt x="37436" y="29058"/>
                      <a:pt x="29112" y="37382"/>
                      <a:pt x="18845" y="37382"/>
                    </a:cubicBezTo>
                    <a:cubicBezTo>
                      <a:pt x="8578" y="37382"/>
                      <a:pt x="255" y="29058"/>
                      <a:pt x="255" y="18791"/>
                    </a:cubicBezTo>
                    <a:cubicBezTo>
                      <a:pt x="255" y="8524"/>
                      <a:pt x="8578" y="201"/>
                      <a:pt x="18845" y="201"/>
                    </a:cubicBezTo>
                    <a:cubicBezTo>
                      <a:pt x="29112" y="201"/>
                      <a:pt x="37436" y="8524"/>
                      <a:pt x="37436" y="18791"/>
                    </a:cubicBezTo>
                    <a:close/>
                  </a:path>
                </a:pathLst>
              </a:custGeom>
              <a:solidFill>
                <a:srgbClr val="D7F7D7"/>
              </a:solidFill>
              <a:ln w="5753" cap="sq">
                <a:noFill/>
                <a:prstDash val="solid"/>
                <a:miter/>
              </a:ln>
            </p:spPr>
            <p:txBody>
              <a:bodyPr rtlCol="0" anchor="ctr"/>
              <a:lstStyle/>
              <a:p>
                <a:endParaRPr lang="en-US"/>
              </a:p>
            </p:txBody>
          </p:sp>
          <p:sp>
            <p:nvSpPr>
              <p:cNvPr id="2871" name="Freeform: Shape 2870">
                <a:extLst>
                  <a:ext uri="{FF2B5EF4-FFF2-40B4-BE49-F238E27FC236}">
                    <a16:creationId xmlns:a16="http://schemas.microsoft.com/office/drawing/2014/main" id="{B3CDE3F3-8A21-BDA2-5415-80C4C2FBEBD3}"/>
                  </a:ext>
                </a:extLst>
              </p:cNvPr>
              <p:cNvSpPr/>
              <p:nvPr/>
            </p:nvSpPr>
            <p:spPr>
              <a:xfrm>
                <a:off x="7661363" y="8156513"/>
                <a:ext cx="41981" cy="41981"/>
              </a:xfrm>
              <a:custGeom>
                <a:avLst/>
                <a:gdLst>
                  <a:gd name="connsiteX0" fmla="*/ 21245 w 41981"/>
                  <a:gd name="connsiteY0" fmla="*/ 5001 h 41981"/>
                  <a:gd name="connsiteX1" fmla="*/ 37436 w 41981"/>
                  <a:gd name="connsiteY1" fmla="*/ 21191 h 41981"/>
                  <a:gd name="connsiteX2" fmla="*/ 37436 w 41981"/>
                  <a:gd name="connsiteY2" fmla="*/ 21191 h 41981"/>
                  <a:gd name="connsiteX3" fmla="*/ 21245 w 41981"/>
                  <a:gd name="connsiteY3" fmla="*/ 37382 h 41981"/>
                  <a:gd name="connsiteX4" fmla="*/ 5055 w 41981"/>
                  <a:gd name="connsiteY4" fmla="*/ 21191 h 41981"/>
                  <a:gd name="connsiteX5" fmla="*/ 21245 w 41981"/>
                  <a:gd name="connsiteY5" fmla="*/ 5001 h 41981"/>
                  <a:gd name="connsiteX6" fmla="*/ 21245 w 41981"/>
                  <a:gd name="connsiteY6" fmla="*/ 201 h 41981"/>
                  <a:gd name="connsiteX7" fmla="*/ 255 w 41981"/>
                  <a:gd name="connsiteY7" fmla="*/ 21191 h 41981"/>
                  <a:gd name="connsiteX8" fmla="*/ 21245 w 41981"/>
                  <a:gd name="connsiteY8" fmla="*/ 42182 h 41981"/>
                  <a:gd name="connsiteX9" fmla="*/ 42236 w 41981"/>
                  <a:gd name="connsiteY9" fmla="*/ 21191 h 41981"/>
                  <a:gd name="connsiteX10" fmla="*/ 42236 w 41981"/>
                  <a:gd name="connsiteY10" fmla="*/ 21191 h 41981"/>
                  <a:gd name="connsiteX11" fmla="*/ 21245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5001"/>
                    </a:moveTo>
                    <a:cubicBezTo>
                      <a:pt x="30187" y="5001"/>
                      <a:pt x="37436" y="12249"/>
                      <a:pt x="37436" y="21191"/>
                    </a:cubicBezTo>
                    <a:lnTo>
                      <a:pt x="37436" y="21191"/>
                    </a:lnTo>
                    <a:cubicBezTo>
                      <a:pt x="37436" y="30133"/>
                      <a:pt x="30187" y="37382"/>
                      <a:pt x="21245" y="37382"/>
                    </a:cubicBezTo>
                    <a:cubicBezTo>
                      <a:pt x="12304" y="37382"/>
                      <a:pt x="5055" y="30133"/>
                      <a:pt x="5055" y="21191"/>
                    </a:cubicBezTo>
                    <a:cubicBezTo>
                      <a:pt x="5055" y="12249"/>
                      <a:pt x="12304" y="5001"/>
                      <a:pt x="21245" y="5001"/>
                    </a:cubicBezTo>
                    <a:close/>
                    <a:moveTo>
                      <a:pt x="21245" y="201"/>
                    </a:moveTo>
                    <a:cubicBezTo>
                      <a:pt x="9653" y="201"/>
                      <a:pt x="255" y="9599"/>
                      <a:pt x="255" y="21191"/>
                    </a:cubicBezTo>
                    <a:cubicBezTo>
                      <a:pt x="255" y="32784"/>
                      <a:pt x="9653" y="42182"/>
                      <a:pt x="21245" y="42182"/>
                    </a:cubicBezTo>
                    <a:cubicBezTo>
                      <a:pt x="32838" y="42182"/>
                      <a:pt x="42236" y="32784"/>
                      <a:pt x="42236" y="21191"/>
                    </a:cubicBezTo>
                    <a:lnTo>
                      <a:pt x="42236" y="21191"/>
                    </a:lnTo>
                    <a:cubicBezTo>
                      <a:pt x="42236" y="9599"/>
                      <a:pt x="32838" y="201"/>
                      <a:pt x="21245" y="201"/>
                    </a:cubicBezTo>
                    <a:close/>
                  </a:path>
                </a:pathLst>
              </a:custGeom>
              <a:solidFill>
                <a:srgbClr val="000000"/>
              </a:solidFill>
              <a:ln w="4794" cap="sq">
                <a:noFill/>
                <a:prstDash val="solid"/>
                <a:round/>
              </a:ln>
            </p:spPr>
            <p:txBody>
              <a:bodyPr rtlCol="0" anchor="ctr"/>
              <a:lstStyle/>
              <a:p>
                <a:endParaRPr lang="en-US"/>
              </a:p>
            </p:txBody>
          </p:sp>
          <p:sp>
            <p:nvSpPr>
              <p:cNvPr id="2872" name="Freeform: Shape 2871">
                <a:extLst>
                  <a:ext uri="{FF2B5EF4-FFF2-40B4-BE49-F238E27FC236}">
                    <a16:creationId xmlns:a16="http://schemas.microsoft.com/office/drawing/2014/main" id="{9147D195-8384-20D4-15D3-0201AE3C7254}"/>
                  </a:ext>
                </a:extLst>
              </p:cNvPr>
              <p:cNvSpPr/>
              <p:nvPr/>
            </p:nvSpPr>
            <p:spPr>
              <a:xfrm>
                <a:off x="7632215" y="7912863"/>
                <a:ext cx="37180" cy="37180"/>
              </a:xfrm>
              <a:custGeom>
                <a:avLst/>
                <a:gdLst>
                  <a:gd name="connsiteX0" fmla="*/ 37430 w 37180"/>
                  <a:gd name="connsiteY0" fmla="*/ 18748 h 37180"/>
                  <a:gd name="connsiteX1" fmla="*/ 18840 w 37180"/>
                  <a:gd name="connsiteY1" fmla="*/ 37339 h 37180"/>
                  <a:gd name="connsiteX2" fmla="*/ 249 w 37180"/>
                  <a:gd name="connsiteY2" fmla="*/ 18748 h 37180"/>
                  <a:gd name="connsiteX3" fmla="*/ 18840 w 37180"/>
                  <a:gd name="connsiteY3" fmla="*/ 158 h 37180"/>
                  <a:gd name="connsiteX4" fmla="*/ 37430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48"/>
                    </a:moveTo>
                    <a:cubicBezTo>
                      <a:pt x="37430" y="29016"/>
                      <a:pt x="29107" y="37339"/>
                      <a:pt x="18840" y="37339"/>
                    </a:cubicBezTo>
                    <a:cubicBezTo>
                      <a:pt x="8573" y="37339"/>
                      <a:pt x="249" y="29016"/>
                      <a:pt x="249" y="18748"/>
                    </a:cubicBezTo>
                    <a:cubicBezTo>
                      <a:pt x="249" y="8481"/>
                      <a:pt x="8573" y="158"/>
                      <a:pt x="18840" y="158"/>
                    </a:cubicBezTo>
                    <a:cubicBezTo>
                      <a:pt x="29107" y="158"/>
                      <a:pt x="37430" y="8481"/>
                      <a:pt x="37430" y="18748"/>
                    </a:cubicBezTo>
                    <a:close/>
                  </a:path>
                </a:pathLst>
              </a:custGeom>
              <a:solidFill>
                <a:srgbClr val="F7ABAB"/>
              </a:solidFill>
              <a:ln w="5753" cap="sq">
                <a:noFill/>
                <a:prstDash val="solid"/>
                <a:miter/>
              </a:ln>
            </p:spPr>
            <p:txBody>
              <a:bodyPr rtlCol="0" anchor="ctr"/>
              <a:lstStyle/>
              <a:p>
                <a:endParaRPr lang="en-US"/>
              </a:p>
            </p:txBody>
          </p:sp>
          <p:sp>
            <p:nvSpPr>
              <p:cNvPr id="2873" name="Freeform: Shape 2872">
                <a:extLst>
                  <a:ext uri="{FF2B5EF4-FFF2-40B4-BE49-F238E27FC236}">
                    <a16:creationId xmlns:a16="http://schemas.microsoft.com/office/drawing/2014/main" id="{B05D8666-1B20-6631-8AAC-DC84597989C0}"/>
                  </a:ext>
                </a:extLst>
              </p:cNvPr>
              <p:cNvSpPr/>
              <p:nvPr/>
            </p:nvSpPr>
            <p:spPr>
              <a:xfrm>
                <a:off x="7629815" y="7910463"/>
                <a:ext cx="41981" cy="41981"/>
              </a:xfrm>
              <a:custGeom>
                <a:avLst/>
                <a:gdLst>
                  <a:gd name="connsiteX0" fmla="*/ 21240 w 41981"/>
                  <a:gd name="connsiteY0" fmla="*/ 4958 h 41981"/>
                  <a:gd name="connsiteX1" fmla="*/ 37430 w 41981"/>
                  <a:gd name="connsiteY1" fmla="*/ 21149 h 41981"/>
                  <a:gd name="connsiteX2" fmla="*/ 37430 w 41981"/>
                  <a:gd name="connsiteY2" fmla="*/ 21149 h 41981"/>
                  <a:gd name="connsiteX3" fmla="*/ 21240 w 41981"/>
                  <a:gd name="connsiteY3" fmla="*/ 37339 h 41981"/>
                  <a:gd name="connsiteX4" fmla="*/ 5050 w 41981"/>
                  <a:gd name="connsiteY4" fmla="*/ 21149 h 41981"/>
                  <a:gd name="connsiteX5" fmla="*/ 21240 w 41981"/>
                  <a:gd name="connsiteY5" fmla="*/ 4958 h 41981"/>
                  <a:gd name="connsiteX6" fmla="*/ 21240 w 41981"/>
                  <a:gd name="connsiteY6" fmla="*/ 158 h 41981"/>
                  <a:gd name="connsiteX7" fmla="*/ 249 w 41981"/>
                  <a:gd name="connsiteY7" fmla="*/ 21149 h 41981"/>
                  <a:gd name="connsiteX8" fmla="*/ 21240 w 41981"/>
                  <a:gd name="connsiteY8" fmla="*/ 42139 h 41981"/>
                  <a:gd name="connsiteX9" fmla="*/ 42231 w 41981"/>
                  <a:gd name="connsiteY9" fmla="*/ 21149 h 41981"/>
                  <a:gd name="connsiteX10" fmla="*/ 42231 w 41981"/>
                  <a:gd name="connsiteY10" fmla="*/ 21149 h 41981"/>
                  <a:gd name="connsiteX11" fmla="*/ 21240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58"/>
                    </a:moveTo>
                    <a:cubicBezTo>
                      <a:pt x="30182" y="4958"/>
                      <a:pt x="37430" y="12207"/>
                      <a:pt x="37430" y="21149"/>
                    </a:cubicBezTo>
                    <a:lnTo>
                      <a:pt x="37430" y="21149"/>
                    </a:lnTo>
                    <a:cubicBezTo>
                      <a:pt x="37430" y="30090"/>
                      <a:pt x="30182" y="37339"/>
                      <a:pt x="21240" y="37339"/>
                    </a:cubicBezTo>
                    <a:cubicBezTo>
                      <a:pt x="12298" y="37339"/>
                      <a:pt x="5050" y="30090"/>
                      <a:pt x="5050" y="21149"/>
                    </a:cubicBezTo>
                    <a:cubicBezTo>
                      <a:pt x="5050" y="12207"/>
                      <a:pt x="12298" y="4958"/>
                      <a:pt x="21240" y="4958"/>
                    </a:cubicBezTo>
                    <a:close/>
                    <a:moveTo>
                      <a:pt x="21240" y="158"/>
                    </a:moveTo>
                    <a:cubicBezTo>
                      <a:pt x="9647" y="158"/>
                      <a:pt x="249" y="9556"/>
                      <a:pt x="249" y="21149"/>
                    </a:cubicBezTo>
                    <a:cubicBezTo>
                      <a:pt x="249" y="32741"/>
                      <a:pt x="9647" y="42139"/>
                      <a:pt x="21240" y="42139"/>
                    </a:cubicBezTo>
                    <a:cubicBezTo>
                      <a:pt x="32833" y="42139"/>
                      <a:pt x="42231" y="32741"/>
                      <a:pt x="42231" y="21149"/>
                    </a:cubicBezTo>
                    <a:lnTo>
                      <a:pt x="42231" y="21149"/>
                    </a:lnTo>
                    <a:cubicBezTo>
                      <a:pt x="42231" y="9556"/>
                      <a:pt x="32833" y="158"/>
                      <a:pt x="21240" y="158"/>
                    </a:cubicBezTo>
                    <a:close/>
                  </a:path>
                </a:pathLst>
              </a:custGeom>
              <a:solidFill>
                <a:srgbClr val="000000"/>
              </a:solidFill>
              <a:ln w="4794" cap="sq">
                <a:noFill/>
                <a:prstDash val="solid"/>
                <a:round/>
              </a:ln>
            </p:spPr>
            <p:txBody>
              <a:bodyPr rtlCol="0" anchor="ctr"/>
              <a:lstStyle/>
              <a:p>
                <a:endParaRPr lang="en-US"/>
              </a:p>
            </p:txBody>
          </p:sp>
          <p:sp>
            <p:nvSpPr>
              <p:cNvPr id="2874" name="Freeform: Shape 2873">
                <a:extLst>
                  <a:ext uri="{FF2B5EF4-FFF2-40B4-BE49-F238E27FC236}">
                    <a16:creationId xmlns:a16="http://schemas.microsoft.com/office/drawing/2014/main" id="{6E6BD481-3B46-65D6-2975-6650C1BAA4AC}"/>
                  </a:ext>
                </a:extLst>
              </p:cNvPr>
              <p:cNvSpPr/>
              <p:nvPr/>
            </p:nvSpPr>
            <p:spPr>
              <a:xfrm>
                <a:off x="7757616" y="8024273"/>
                <a:ext cx="37180" cy="37180"/>
              </a:xfrm>
              <a:custGeom>
                <a:avLst/>
                <a:gdLst>
                  <a:gd name="connsiteX0" fmla="*/ 37452 w 37180"/>
                  <a:gd name="connsiteY0" fmla="*/ 18768 h 37180"/>
                  <a:gd name="connsiteX1" fmla="*/ 18862 w 37180"/>
                  <a:gd name="connsiteY1" fmla="*/ 37358 h 37180"/>
                  <a:gd name="connsiteX2" fmla="*/ 271 w 37180"/>
                  <a:gd name="connsiteY2" fmla="*/ 18768 h 37180"/>
                  <a:gd name="connsiteX3" fmla="*/ 18862 w 37180"/>
                  <a:gd name="connsiteY3" fmla="*/ 177 h 37180"/>
                  <a:gd name="connsiteX4" fmla="*/ 3745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8"/>
                    </a:moveTo>
                    <a:cubicBezTo>
                      <a:pt x="37452" y="29035"/>
                      <a:pt x="29129" y="37358"/>
                      <a:pt x="18862" y="37358"/>
                    </a:cubicBezTo>
                    <a:cubicBezTo>
                      <a:pt x="8594" y="37358"/>
                      <a:pt x="271" y="29035"/>
                      <a:pt x="271" y="18768"/>
                    </a:cubicBezTo>
                    <a:cubicBezTo>
                      <a:pt x="271" y="8501"/>
                      <a:pt x="8594" y="177"/>
                      <a:pt x="18862" y="177"/>
                    </a:cubicBezTo>
                    <a:cubicBezTo>
                      <a:pt x="29129" y="177"/>
                      <a:pt x="37452" y="8501"/>
                      <a:pt x="37452" y="18768"/>
                    </a:cubicBezTo>
                    <a:close/>
                  </a:path>
                </a:pathLst>
              </a:custGeom>
              <a:solidFill>
                <a:srgbClr val="F0F7F0"/>
              </a:solidFill>
              <a:ln w="5753" cap="sq">
                <a:noFill/>
                <a:prstDash val="solid"/>
                <a:miter/>
              </a:ln>
            </p:spPr>
            <p:txBody>
              <a:bodyPr rtlCol="0" anchor="ctr"/>
              <a:lstStyle/>
              <a:p>
                <a:endParaRPr lang="en-US"/>
              </a:p>
            </p:txBody>
          </p:sp>
          <p:sp>
            <p:nvSpPr>
              <p:cNvPr id="2875" name="Freeform: Shape 2874">
                <a:extLst>
                  <a:ext uri="{FF2B5EF4-FFF2-40B4-BE49-F238E27FC236}">
                    <a16:creationId xmlns:a16="http://schemas.microsoft.com/office/drawing/2014/main" id="{481FC59C-9635-3E2C-AB91-DA5162DB9885}"/>
                  </a:ext>
                </a:extLst>
              </p:cNvPr>
              <p:cNvSpPr/>
              <p:nvPr/>
            </p:nvSpPr>
            <p:spPr>
              <a:xfrm>
                <a:off x="7755216" y="8021873"/>
                <a:ext cx="41981" cy="41981"/>
              </a:xfrm>
              <a:custGeom>
                <a:avLst/>
                <a:gdLst>
                  <a:gd name="connsiteX0" fmla="*/ 21262 w 41981"/>
                  <a:gd name="connsiteY0" fmla="*/ 4978 h 41981"/>
                  <a:gd name="connsiteX1" fmla="*/ 37452 w 41981"/>
                  <a:gd name="connsiteY1" fmla="*/ 21168 h 41981"/>
                  <a:gd name="connsiteX2" fmla="*/ 37452 w 41981"/>
                  <a:gd name="connsiteY2" fmla="*/ 21168 h 41981"/>
                  <a:gd name="connsiteX3" fmla="*/ 21262 w 41981"/>
                  <a:gd name="connsiteY3" fmla="*/ 37358 h 41981"/>
                  <a:gd name="connsiteX4" fmla="*/ 5072 w 41981"/>
                  <a:gd name="connsiteY4" fmla="*/ 21168 h 41981"/>
                  <a:gd name="connsiteX5" fmla="*/ 21262 w 41981"/>
                  <a:gd name="connsiteY5" fmla="*/ 4978 h 41981"/>
                  <a:gd name="connsiteX6" fmla="*/ 21262 w 41981"/>
                  <a:gd name="connsiteY6" fmla="*/ 177 h 41981"/>
                  <a:gd name="connsiteX7" fmla="*/ 271 w 41981"/>
                  <a:gd name="connsiteY7" fmla="*/ 21168 h 41981"/>
                  <a:gd name="connsiteX8" fmla="*/ 21262 w 41981"/>
                  <a:gd name="connsiteY8" fmla="*/ 42159 h 41981"/>
                  <a:gd name="connsiteX9" fmla="*/ 42252 w 41981"/>
                  <a:gd name="connsiteY9" fmla="*/ 21168 h 41981"/>
                  <a:gd name="connsiteX10" fmla="*/ 42252 w 41981"/>
                  <a:gd name="connsiteY10" fmla="*/ 21168 h 41981"/>
                  <a:gd name="connsiteX11" fmla="*/ 21262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78"/>
                    </a:moveTo>
                    <a:cubicBezTo>
                      <a:pt x="30204" y="4978"/>
                      <a:pt x="37452" y="12226"/>
                      <a:pt x="37452" y="21168"/>
                    </a:cubicBezTo>
                    <a:lnTo>
                      <a:pt x="37452" y="21168"/>
                    </a:lnTo>
                    <a:cubicBezTo>
                      <a:pt x="37452" y="30110"/>
                      <a:pt x="30204" y="37358"/>
                      <a:pt x="21262" y="37358"/>
                    </a:cubicBezTo>
                    <a:cubicBezTo>
                      <a:pt x="12320" y="37358"/>
                      <a:pt x="5072" y="30110"/>
                      <a:pt x="5072" y="21168"/>
                    </a:cubicBezTo>
                    <a:cubicBezTo>
                      <a:pt x="5072" y="12226"/>
                      <a:pt x="12320" y="4978"/>
                      <a:pt x="21262" y="4978"/>
                    </a:cubicBezTo>
                    <a:close/>
                    <a:moveTo>
                      <a:pt x="21262" y="177"/>
                    </a:moveTo>
                    <a:cubicBezTo>
                      <a:pt x="9669" y="177"/>
                      <a:pt x="271" y="9575"/>
                      <a:pt x="271" y="21168"/>
                    </a:cubicBezTo>
                    <a:cubicBezTo>
                      <a:pt x="271" y="32761"/>
                      <a:pt x="9669" y="42159"/>
                      <a:pt x="21262" y="42159"/>
                    </a:cubicBezTo>
                    <a:cubicBezTo>
                      <a:pt x="32854" y="42159"/>
                      <a:pt x="42252" y="32761"/>
                      <a:pt x="42252" y="21168"/>
                    </a:cubicBezTo>
                    <a:lnTo>
                      <a:pt x="42252" y="21168"/>
                    </a:lnTo>
                    <a:cubicBezTo>
                      <a:pt x="42252" y="9575"/>
                      <a:pt x="32854" y="177"/>
                      <a:pt x="21262" y="177"/>
                    </a:cubicBezTo>
                    <a:close/>
                  </a:path>
                </a:pathLst>
              </a:custGeom>
              <a:solidFill>
                <a:srgbClr val="000000"/>
              </a:solidFill>
              <a:ln w="4794" cap="sq">
                <a:noFill/>
                <a:prstDash val="solid"/>
                <a:round/>
              </a:ln>
            </p:spPr>
            <p:txBody>
              <a:bodyPr rtlCol="0" anchor="ctr"/>
              <a:lstStyle/>
              <a:p>
                <a:endParaRPr lang="en-US"/>
              </a:p>
            </p:txBody>
          </p:sp>
          <p:sp>
            <p:nvSpPr>
              <p:cNvPr id="2876" name="Freeform: Shape 2875">
                <a:extLst>
                  <a:ext uri="{FF2B5EF4-FFF2-40B4-BE49-F238E27FC236}">
                    <a16:creationId xmlns:a16="http://schemas.microsoft.com/office/drawing/2014/main" id="{C116A31F-8EC0-0010-F54A-562EA799E7E8}"/>
                  </a:ext>
                </a:extLst>
              </p:cNvPr>
              <p:cNvSpPr/>
              <p:nvPr/>
            </p:nvSpPr>
            <p:spPr>
              <a:xfrm>
                <a:off x="7894151" y="8015921"/>
                <a:ext cx="37180" cy="37180"/>
              </a:xfrm>
              <a:custGeom>
                <a:avLst/>
                <a:gdLst>
                  <a:gd name="connsiteX0" fmla="*/ 37476 w 37180"/>
                  <a:gd name="connsiteY0" fmla="*/ 18766 h 37180"/>
                  <a:gd name="connsiteX1" fmla="*/ 18885 w 37180"/>
                  <a:gd name="connsiteY1" fmla="*/ 37357 h 37180"/>
                  <a:gd name="connsiteX2" fmla="*/ 295 w 37180"/>
                  <a:gd name="connsiteY2" fmla="*/ 18766 h 37180"/>
                  <a:gd name="connsiteX3" fmla="*/ 18885 w 37180"/>
                  <a:gd name="connsiteY3" fmla="*/ 176 h 37180"/>
                  <a:gd name="connsiteX4" fmla="*/ 37476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66"/>
                    </a:moveTo>
                    <a:cubicBezTo>
                      <a:pt x="37476" y="29033"/>
                      <a:pt x="29152" y="37357"/>
                      <a:pt x="18885" y="37357"/>
                    </a:cubicBezTo>
                    <a:cubicBezTo>
                      <a:pt x="8618" y="37357"/>
                      <a:pt x="295" y="29033"/>
                      <a:pt x="295" y="18766"/>
                    </a:cubicBezTo>
                    <a:cubicBezTo>
                      <a:pt x="295" y="8499"/>
                      <a:pt x="8618" y="176"/>
                      <a:pt x="18885" y="176"/>
                    </a:cubicBezTo>
                    <a:cubicBezTo>
                      <a:pt x="29152" y="176"/>
                      <a:pt x="37476" y="8499"/>
                      <a:pt x="37476" y="18766"/>
                    </a:cubicBezTo>
                    <a:close/>
                  </a:path>
                </a:pathLst>
              </a:custGeom>
              <a:solidFill>
                <a:srgbClr val="00F700"/>
              </a:solidFill>
              <a:ln w="5753" cap="sq">
                <a:noFill/>
                <a:prstDash val="solid"/>
                <a:miter/>
              </a:ln>
            </p:spPr>
            <p:txBody>
              <a:bodyPr rtlCol="0" anchor="ctr"/>
              <a:lstStyle/>
              <a:p>
                <a:endParaRPr lang="en-US"/>
              </a:p>
            </p:txBody>
          </p:sp>
          <p:sp>
            <p:nvSpPr>
              <p:cNvPr id="2877" name="Freeform: Shape 2876">
                <a:extLst>
                  <a:ext uri="{FF2B5EF4-FFF2-40B4-BE49-F238E27FC236}">
                    <a16:creationId xmlns:a16="http://schemas.microsoft.com/office/drawing/2014/main" id="{5A97DDF4-2434-F7C9-FF71-691B904D0CC0}"/>
                  </a:ext>
                </a:extLst>
              </p:cNvPr>
              <p:cNvSpPr/>
              <p:nvPr/>
            </p:nvSpPr>
            <p:spPr>
              <a:xfrm>
                <a:off x="7891751" y="8013521"/>
                <a:ext cx="41981" cy="41981"/>
              </a:xfrm>
              <a:custGeom>
                <a:avLst/>
                <a:gdLst>
                  <a:gd name="connsiteX0" fmla="*/ 21285 w 41981"/>
                  <a:gd name="connsiteY0" fmla="*/ 4976 h 41981"/>
                  <a:gd name="connsiteX1" fmla="*/ 37476 w 41981"/>
                  <a:gd name="connsiteY1" fmla="*/ 21166 h 41981"/>
                  <a:gd name="connsiteX2" fmla="*/ 37476 w 41981"/>
                  <a:gd name="connsiteY2" fmla="*/ 21166 h 41981"/>
                  <a:gd name="connsiteX3" fmla="*/ 21285 w 41981"/>
                  <a:gd name="connsiteY3" fmla="*/ 37357 h 41981"/>
                  <a:gd name="connsiteX4" fmla="*/ 5095 w 41981"/>
                  <a:gd name="connsiteY4" fmla="*/ 21166 h 41981"/>
                  <a:gd name="connsiteX5" fmla="*/ 21285 w 41981"/>
                  <a:gd name="connsiteY5" fmla="*/ 4976 h 41981"/>
                  <a:gd name="connsiteX6" fmla="*/ 21285 w 41981"/>
                  <a:gd name="connsiteY6" fmla="*/ 176 h 41981"/>
                  <a:gd name="connsiteX7" fmla="*/ 295 w 41981"/>
                  <a:gd name="connsiteY7" fmla="*/ 21166 h 41981"/>
                  <a:gd name="connsiteX8" fmla="*/ 21285 w 41981"/>
                  <a:gd name="connsiteY8" fmla="*/ 42157 h 41981"/>
                  <a:gd name="connsiteX9" fmla="*/ 42276 w 41981"/>
                  <a:gd name="connsiteY9" fmla="*/ 21166 h 41981"/>
                  <a:gd name="connsiteX10" fmla="*/ 42276 w 41981"/>
                  <a:gd name="connsiteY10" fmla="*/ 21166 h 41981"/>
                  <a:gd name="connsiteX11" fmla="*/ 21285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5" y="4976"/>
                    </a:moveTo>
                    <a:cubicBezTo>
                      <a:pt x="30227" y="4976"/>
                      <a:pt x="37476" y="12225"/>
                      <a:pt x="37476" y="21166"/>
                    </a:cubicBezTo>
                    <a:lnTo>
                      <a:pt x="37476" y="21166"/>
                    </a:lnTo>
                    <a:cubicBezTo>
                      <a:pt x="37476" y="30108"/>
                      <a:pt x="30227" y="37357"/>
                      <a:pt x="21285" y="37357"/>
                    </a:cubicBezTo>
                    <a:cubicBezTo>
                      <a:pt x="12344" y="37357"/>
                      <a:pt x="5095" y="30108"/>
                      <a:pt x="5095" y="21166"/>
                    </a:cubicBezTo>
                    <a:cubicBezTo>
                      <a:pt x="5095" y="12225"/>
                      <a:pt x="12344" y="4976"/>
                      <a:pt x="21285" y="4976"/>
                    </a:cubicBezTo>
                    <a:close/>
                    <a:moveTo>
                      <a:pt x="21285" y="176"/>
                    </a:moveTo>
                    <a:cubicBezTo>
                      <a:pt x="9693" y="176"/>
                      <a:pt x="295" y="9574"/>
                      <a:pt x="295" y="21166"/>
                    </a:cubicBezTo>
                    <a:cubicBezTo>
                      <a:pt x="295" y="32759"/>
                      <a:pt x="9693" y="42157"/>
                      <a:pt x="21285" y="42157"/>
                    </a:cubicBezTo>
                    <a:cubicBezTo>
                      <a:pt x="32878" y="42157"/>
                      <a:pt x="42276" y="32759"/>
                      <a:pt x="42276" y="21166"/>
                    </a:cubicBezTo>
                    <a:lnTo>
                      <a:pt x="42276" y="21166"/>
                    </a:lnTo>
                    <a:cubicBezTo>
                      <a:pt x="42276" y="9574"/>
                      <a:pt x="32878" y="176"/>
                      <a:pt x="21285" y="176"/>
                    </a:cubicBezTo>
                    <a:close/>
                  </a:path>
                </a:pathLst>
              </a:custGeom>
              <a:solidFill>
                <a:srgbClr val="000000"/>
              </a:solidFill>
              <a:ln w="4794" cap="sq">
                <a:noFill/>
                <a:prstDash val="solid"/>
                <a:round/>
              </a:ln>
            </p:spPr>
            <p:txBody>
              <a:bodyPr rtlCol="0" anchor="ctr"/>
              <a:lstStyle/>
              <a:p>
                <a:endParaRPr lang="en-US"/>
              </a:p>
            </p:txBody>
          </p:sp>
          <p:sp>
            <p:nvSpPr>
              <p:cNvPr id="2878" name="Freeform: Shape 2877">
                <a:extLst>
                  <a:ext uri="{FF2B5EF4-FFF2-40B4-BE49-F238E27FC236}">
                    <a16:creationId xmlns:a16="http://schemas.microsoft.com/office/drawing/2014/main" id="{D4C6A84E-07D2-9201-9C3A-789A963026A1}"/>
                  </a:ext>
                </a:extLst>
              </p:cNvPr>
              <p:cNvSpPr/>
              <p:nvPr/>
            </p:nvSpPr>
            <p:spPr>
              <a:xfrm>
                <a:off x="7730101" y="7965227"/>
                <a:ext cx="37180" cy="37180"/>
              </a:xfrm>
              <a:custGeom>
                <a:avLst/>
                <a:gdLst>
                  <a:gd name="connsiteX0" fmla="*/ 37447 w 37180"/>
                  <a:gd name="connsiteY0" fmla="*/ 18757 h 37180"/>
                  <a:gd name="connsiteX1" fmla="*/ 18857 w 37180"/>
                  <a:gd name="connsiteY1" fmla="*/ 37348 h 37180"/>
                  <a:gd name="connsiteX2" fmla="*/ 266 w 37180"/>
                  <a:gd name="connsiteY2" fmla="*/ 18757 h 37180"/>
                  <a:gd name="connsiteX3" fmla="*/ 18857 w 37180"/>
                  <a:gd name="connsiteY3" fmla="*/ 167 h 37180"/>
                  <a:gd name="connsiteX4" fmla="*/ 37447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7"/>
                    </a:moveTo>
                    <a:cubicBezTo>
                      <a:pt x="37447" y="29025"/>
                      <a:pt x="29124" y="37348"/>
                      <a:pt x="18857" y="37348"/>
                    </a:cubicBezTo>
                    <a:cubicBezTo>
                      <a:pt x="8590" y="37348"/>
                      <a:pt x="266" y="29025"/>
                      <a:pt x="266" y="18757"/>
                    </a:cubicBezTo>
                    <a:cubicBezTo>
                      <a:pt x="266" y="8490"/>
                      <a:pt x="8590" y="167"/>
                      <a:pt x="18857" y="167"/>
                    </a:cubicBezTo>
                    <a:cubicBezTo>
                      <a:pt x="29124" y="167"/>
                      <a:pt x="37447" y="8490"/>
                      <a:pt x="37447" y="18757"/>
                    </a:cubicBezTo>
                    <a:close/>
                  </a:path>
                </a:pathLst>
              </a:custGeom>
              <a:solidFill>
                <a:srgbClr val="BDF7BD"/>
              </a:solidFill>
              <a:ln w="5753" cap="sq">
                <a:noFill/>
                <a:prstDash val="solid"/>
                <a:miter/>
              </a:ln>
            </p:spPr>
            <p:txBody>
              <a:bodyPr rtlCol="0" anchor="ctr"/>
              <a:lstStyle/>
              <a:p>
                <a:endParaRPr lang="en-US"/>
              </a:p>
            </p:txBody>
          </p:sp>
          <p:sp>
            <p:nvSpPr>
              <p:cNvPr id="2879" name="Freeform: Shape 2878">
                <a:extLst>
                  <a:ext uri="{FF2B5EF4-FFF2-40B4-BE49-F238E27FC236}">
                    <a16:creationId xmlns:a16="http://schemas.microsoft.com/office/drawing/2014/main" id="{3C504924-1BF0-5049-F2BC-66602A5E33BD}"/>
                  </a:ext>
                </a:extLst>
              </p:cNvPr>
              <p:cNvSpPr/>
              <p:nvPr/>
            </p:nvSpPr>
            <p:spPr>
              <a:xfrm>
                <a:off x="7727701" y="7962827"/>
                <a:ext cx="41981" cy="41981"/>
              </a:xfrm>
              <a:custGeom>
                <a:avLst/>
                <a:gdLst>
                  <a:gd name="connsiteX0" fmla="*/ 21257 w 41981"/>
                  <a:gd name="connsiteY0" fmla="*/ 4967 h 41981"/>
                  <a:gd name="connsiteX1" fmla="*/ 37447 w 41981"/>
                  <a:gd name="connsiteY1" fmla="*/ 21158 h 41981"/>
                  <a:gd name="connsiteX2" fmla="*/ 37447 w 41981"/>
                  <a:gd name="connsiteY2" fmla="*/ 21158 h 41981"/>
                  <a:gd name="connsiteX3" fmla="*/ 21257 w 41981"/>
                  <a:gd name="connsiteY3" fmla="*/ 37348 h 41981"/>
                  <a:gd name="connsiteX4" fmla="*/ 5067 w 41981"/>
                  <a:gd name="connsiteY4" fmla="*/ 21158 h 41981"/>
                  <a:gd name="connsiteX5" fmla="*/ 21257 w 41981"/>
                  <a:gd name="connsiteY5" fmla="*/ 4967 h 41981"/>
                  <a:gd name="connsiteX6" fmla="*/ 21257 w 41981"/>
                  <a:gd name="connsiteY6" fmla="*/ 167 h 41981"/>
                  <a:gd name="connsiteX7" fmla="*/ 266 w 41981"/>
                  <a:gd name="connsiteY7" fmla="*/ 21158 h 41981"/>
                  <a:gd name="connsiteX8" fmla="*/ 21257 w 41981"/>
                  <a:gd name="connsiteY8" fmla="*/ 42148 h 41981"/>
                  <a:gd name="connsiteX9" fmla="*/ 42248 w 41981"/>
                  <a:gd name="connsiteY9" fmla="*/ 21158 h 41981"/>
                  <a:gd name="connsiteX10" fmla="*/ 42248 w 41981"/>
                  <a:gd name="connsiteY10" fmla="*/ 21158 h 41981"/>
                  <a:gd name="connsiteX11" fmla="*/ 21257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7"/>
                    </a:moveTo>
                    <a:cubicBezTo>
                      <a:pt x="30199" y="4967"/>
                      <a:pt x="37447" y="12216"/>
                      <a:pt x="37447" y="21158"/>
                    </a:cubicBezTo>
                    <a:lnTo>
                      <a:pt x="37447" y="21158"/>
                    </a:lnTo>
                    <a:cubicBezTo>
                      <a:pt x="37447" y="30100"/>
                      <a:pt x="30199" y="37348"/>
                      <a:pt x="21257" y="37348"/>
                    </a:cubicBezTo>
                    <a:cubicBezTo>
                      <a:pt x="12315" y="37348"/>
                      <a:pt x="5067" y="30100"/>
                      <a:pt x="5067" y="21158"/>
                    </a:cubicBezTo>
                    <a:cubicBezTo>
                      <a:pt x="5067" y="12216"/>
                      <a:pt x="12315" y="4967"/>
                      <a:pt x="21257" y="4967"/>
                    </a:cubicBezTo>
                    <a:close/>
                    <a:moveTo>
                      <a:pt x="21257" y="167"/>
                    </a:moveTo>
                    <a:cubicBezTo>
                      <a:pt x="9664" y="167"/>
                      <a:pt x="266" y="9565"/>
                      <a:pt x="266" y="21158"/>
                    </a:cubicBezTo>
                    <a:cubicBezTo>
                      <a:pt x="266" y="32750"/>
                      <a:pt x="9664" y="42148"/>
                      <a:pt x="21257" y="42148"/>
                    </a:cubicBezTo>
                    <a:cubicBezTo>
                      <a:pt x="32850" y="42148"/>
                      <a:pt x="42248" y="32750"/>
                      <a:pt x="42248" y="21158"/>
                    </a:cubicBezTo>
                    <a:lnTo>
                      <a:pt x="42248" y="21158"/>
                    </a:lnTo>
                    <a:cubicBezTo>
                      <a:pt x="42248" y="9565"/>
                      <a:pt x="32850" y="167"/>
                      <a:pt x="21257" y="167"/>
                    </a:cubicBezTo>
                    <a:close/>
                  </a:path>
                </a:pathLst>
              </a:custGeom>
              <a:solidFill>
                <a:srgbClr val="000000"/>
              </a:solidFill>
              <a:ln w="4794" cap="sq">
                <a:noFill/>
                <a:prstDash val="solid"/>
                <a:round/>
              </a:ln>
            </p:spPr>
            <p:txBody>
              <a:bodyPr rtlCol="0" anchor="ctr"/>
              <a:lstStyle/>
              <a:p>
                <a:endParaRPr lang="en-US"/>
              </a:p>
            </p:txBody>
          </p:sp>
          <p:sp>
            <p:nvSpPr>
              <p:cNvPr id="2880" name="Freeform: Shape 2879">
                <a:extLst>
                  <a:ext uri="{FF2B5EF4-FFF2-40B4-BE49-F238E27FC236}">
                    <a16:creationId xmlns:a16="http://schemas.microsoft.com/office/drawing/2014/main" id="{32F125B9-F7BC-CE8A-C5BA-82C6EE3F9838}"/>
                  </a:ext>
                </a:extLst>
              </p:cNvPr>
              <p:cNvSpPr/>
              <p:nvPr/>
            </p:nvSpPr>
            <p:spPr>
              <a:xfrm>
                <a:off x="7650319" y="8116952"/>
                <a:ext cx="37180" cy="37180"/>
              </a:xfrm>
              <a:custGeom>
                <a:avLst/>
                <a:gdLst>
                  <a:gd name="connsiteX0" fmla="*/ 37433 w 37180"/>
                  <a:gd name="connsiteY0" fmla="*/ 18784 h 37180"/>
                  <a:gd name="connsiteX1" fmla="*/ 18843 w 37180"/>
                  <a:gd name="connsiteY1" fmla="*/ 37374 h 37180"/>
                  <a:gd name="connsiteX2" fmla="*/ 253 w 37180"/>
                  <a:gd name="connsiteY2" fmla="*/ 18784 h 37180"/>
                  <a:gd name="connsiteX3" fmla="*/ 18843 w 37180"/>
                  <a:gd name="connsiteY3" fmla="*/ 193 h 37180"/>
                  <a:gd name="connsiteX4" fmla="*/ 37433 w 37180"/>
                  <a:gd name="connsiteY4" fmla="*/ 1878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84"/>
                    </a:moveTo>
                    <a:cubicBezTo>
                      <a:pt x="37433" y="29051"/>
                      <a:pt x="29110" y="37374"/>
                      <a:pt x="18843" y="37374"/>
                    </a:cubicBezTo>
                    <a:cubicBezTo>
                      <a:pt x="8576" y="37374"/>
                      <a:pt x="253" y="29051"/>
                      <a:pt x="253" y="18784"/>
                    </a:cubicBezTo>
                    <a:cubicBezTo>
                      <a:pt x="253" y="8517"/>
                      <a:pt x="8576" y="193"/>
                      <a:pt x="18843" y="193"/>
                    </a:cubicBezTo>
                    <a:cubicBezTo>
                      <a:pt x="29110" y="193"/>
                      <a:pt x="37433" y="8517"/>
                      <a:pt x="37433" y="18784"/>
                    </a:cubicBezTo>
                    <a:close/>
                  </a:path>
                </a:pathLst>
              </a:custGeom>
              <a:solidFill>
                <a:srgbClr val="F7A56A"/>
              </a:solidFill>
              <a:ln w="5753" cap="sq">
                <a:noFill/>
                <a:prstDash val="solid"/>
                <a:miter/>
              </a:ln>
            </p:spPr>
            <p:txBody>
              <a:bodyPr rtlCol="0" anchor="ctr"/>
              <a:lstStyle/>
              <a:p>
                <a:endParaRPr lang="en-US"/>
              </a:p>
            </p:txBody>
          </p:sp>
          <p:sp>
            <p:nvSpPr>
              <p:cNvPr id="2881" name="Freeform: Shape 2880">
                <a:extLst>
                  <a:ext uri="{FF2B5EF4-FFF2-40B4-BE49-F238E27FC236}">
                    <a16:creationId xmlns:a16="http://schemas.microsoft.com/office/drawing/2014/main" id="{6DE9F8D8-D32F-AC2A-5EAD-6BF5D69B6B12}"/>
                  </a:ext>
                </a:extLst>
              </p:cNvPr>
              <p:cNvSpPr/>
              <p:nvPr/>
            </p:nvSpPr>
            <p:spPr>
              <a:xfrm>
                <a:off x="7647919" y="8114551"/>
                <a:ext cx="41981" cy="41981"/>
              </a:xfrm>
              <a:custGeom>
                <a:avLst/>
                <a:gdLst>
                  <a:gd name="connsiteX0" fmla="*/ 21243 w 41981"/>
                  <a:gd name="connsiteY0" fmla="*/ 4994 h 41981"/>
                  <a:gd name="connsiteX1" fmla="*/ 37433 w 41981"/>
                  <a:gd name="connsiteY1" fmla="*/ 21184 h 41981"/>
                  <a:gd name="connsiteX2" fmla="*/ 37433 w 41981"/>
                  <a:gd name="connsiteY2" fmla="*/ 21184 h 41981"/>
                  <a:gd name="connsiteX3" fmla="*/ 21243 w 41981"/>
                  <a:gd name="connsiteY3" fmla="*/ 37374 h 41981"/>
                  <a:gd name="connsiteX4" fmla="*/ 5053 w 41981"/>
                  <a:gd name="connsiteY4" fmla="*/ 21184 h 41981"/>
                  <a:gd name="connsiteX5" fmla="*/ 21243 w 41981"/>
                  <a:gd name="connsiteY5" fmla="*/ 4994 h 41981"/>
                  <a:gd name="connsiteX6" fmla="*/ 21243 w 41981"/>
                  <a:gd name="connsiteY6" fmla="*/ 193 h 41981"/>
                  <a:gd name="connsiteX7" fmla="*/ 253 w 41981"/>
                  <a:gd name="connsiteY7" fmla="*/ 21184 h 41981"/>
                  <a:gd name="connsiteX8" fmla="*/ 21243 w 41981"/>
                  <a:gd name="connsiteY8" fmla="*/ 42175 h 41981"/>
                  <a:gd name="connsiteX9" fmla="*/ 42234 w 41981"/>
                  <a:gd name="connsiteY9" fmla="*/ 21184 h 41981"/>
                  <a:gd name="connsiteX10" fmla="*/ 42234 w 41981"/>
                  <a:gd name="connsiteY10" fmla="*/ 21184 h 41981"/>
                  <a:gd name="connsiteX11" fmla="*/ 21243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94"/>
                    </a:moveTo>
                    <a:cubicBezTo>
                      <a:pt x="30185" y="4994"/>
                      <a:pt x="37433" y="12242"/>
                      <a:pt x="37433" y="21184"/>
                    </a:cubicBezTo>
                    <a:lnTo>
                      <a:pt x="37433" y="21184"/>
                    </a:lnTo>
                    <a:cubicBezTo>
                      <a:pt x="37433" y="30126"/>
                      <a:pt x="30185" y="37374"/>
                      <a:pt x="21243" y="37374"/>
                    </a:cubicBezTo>
                    <a:cubicBezTo>
                      <a:pt x="12301" y="37374"/>
                      <a:pt x="5053" y="30126"/>
                      <a:pt x="5053" y="21184"/>
                    </a:cubicBezTo>
                    <a:cubicBezTo>
                      <a:pt x="5053" y="12242"/>
                      <a:pt x="12301" y="4994"/>
                      <a:pt x="21243" y="4994"/>
                    </a:cubicBezTo>
                    <a:close/>
                    <a:moveTo>
                      <a:pt x="21243" y="193"/>
                    </a:moveTo>
                    <a:cubicBezTo>
                      <a:pt x="9651" y="193"/>
                      <a:pt x="253" y="9591"/>
                      <a:pt x="253" y="21184"/>
                    </a:cubicBezTo>
                    <a:cubicBezTo>
                      <a:pt x="253" y="32777"/>
                      <a:pt x="9651" y="42175"/>
                      <a:pt x="21243" y="42175"/>
                    </a:cubicBezTo>
                    <a:cubicBezTo>
                      <a:pt x="32836" y="42175"/>
                      <a:pt x="42234" y="32777"/>
                      <a:pt x="42234" y="21184"/>
                    </a:cubicBezTo>
                    <a:lnTo>
                      <a:pt x="42234" y="21184"/>
                    </a:lnTo>
                    <a:cubicBezTo>
                      <a:pt x="42234" y="9591"/>
                      <a:pt x="32836" y="193"/>
                      <a:pt x="21243" y="193"/>
                    </a:cubicBezTo>
                    <a:close/>
                  </a:path>
                </a:pathLst>
              </a:custGeom>
              <a:solidFill>
                <a:srgbClr val="000000"/>
              </a:solidFill>
              <a:ln w="4794" cap="sq">
                <a:noFill/>
                <a:prstDash val="solid"/>
                <a:round/>
              </a:ln>
            </p:spPr>
            <p:txBody>
              <a:bodyPr rtlCol="0" anchor="ctr"/>
              <a:lstStyle/>
              <a:p>
                <a:endParaRPr lang="en-US"/>
              </a:p>
            </p:txBody>
          </p:sp>
          <p:sp>
            <p:nvSpPr>
              <p:cNvPr id="2882" name="Freeform: Shape 2881">
                <a:extLst>
                  <a:ext uri="{FF2B5EF4-FFF2-40B4-BE49-F238E27FC236}">
                    <a16:creationId xmlns:a16="http://schemas.microsoft.com/office/drawing/2014/main" id="{15042486-5D4A-6637-DF73-69EBCD558FF8}"/>
                  </a:ext>
                </a:extLst>
              </p:cNvPr>
              <p:cNvSpPr/>
              <p:nvPr/>
            </p:nvSpPr>
            <p:spPr>
              <a:xfrm>
                <a:off x="7709226" y="7855511"/>
                <a:ext cx="37180" cy="37180"/>
              </a:xfrm>
              <a:custGeom>
                <a:avLst/>
                <a:gdLst>
                  <a:gd name="connsiteX0" fmla="*/ 37444 w 37180"/>
                  <a:gd name="connsiteY0" fmla="*/ 18738 h 37180"/>
                  <a:gd name="connsiteX1" fmla="*/ 18853 w 37180"/>
                  <a:gd name="connsiteY1" fmla="*/ 37329 h 37180"/>
                  <a:gd name="connsiteX2" fmla="*/ 263 w 37180"/>
                  <a:gd name="connsiteY2" fmla="*/ 18738 h 37180"/>
                  <a:gd name="connsiteX3" fmla="*/ 18853 w 37180"/>
                  <a:gd name="connsiteY3" fmla="*/ 148 h 37180"/>
                  <a:gd name="connsiteX4" fmla="*/ 37444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38"/>
                    </a:moveTo>
                    <a:cubicBezTo>
                      <a:pt x="37444" y="29006"/>
                      <a:pt x="29120" y="37329"/>
                      <a:pt x="18853" y="37329"/>
                    </a:cubicBezTo>
                    <a:cubicBezTo>
                      <a:pt x="8586" y="37329"/>
                      <a:pt x="263" y="29006"/>
                      <a:pt x="263" y="18738"/>
                    </a:cubicBezTo>
                    <a:cubicBezTo>
                      <a:pt x="263" y="8471"/>
                      <a:pt x="8586" y="148"/>
                      <a:pt x="18853" y="148"/>
                    </a:cubicBezTo>
                    <a:cubicBezTo>
                      <a:pt x="29120" y="148"/>
                      <a:pt x="37444" y="8471"/>
                      <a:pt x="37444" y="18738"/>
                    </a:cubicBezTo>
                    <a:close/>
                  </a:path>
                </a:pathLst>
              </a:custGeom>
              <a:solidFill>
                <a:srgbClr val="8AF78A"/>
              </a:solidFill>
              <a:ln w="5753" cap="sq">
                <a:noFill/>
                <a:prstDash val="solid"/>
                <a:miter/>
              </a:ln>
            </p:spPr>
            <p:txBody>
              <a:bodyPr rtlCol="0" anchor="ctr"/>
              <a:lstStyle/>
              <a:p>
                <a:endParaRPr lang="en-US"/>
              </a:p>
            </p:txBody>
          </p:sp>
          <p:sp>
            <p:nvSpPr>
              <p:cNvPr id="2883" name="Freeform: Shape 2882">
                <a:extLst>
                  <a:ext uri="{FF2B5EF4-FFF2-40B4-BE49-F238E27FC236}">
                    <a16:creationId xmlns:a16="http://schemas.microsoft.com/office/drawing/2014/main" id="{AFD1E55B-16E8-6DCF-472D-535003ACCF74}"/>
                  </a:ext>
                </a:extLst>
              </p:cNvPr>
              <p:cNvSpPr/>
              <p:nvPr/>
            </p:nvSpPr>
            <p:spPr>
              <a:xfrm>
                <a:off x="7706826" y="7853111"/>
                <a:ext cx="41981" cy="41981"/>
              </a:xfrm>
              <a:custGeom>
                <a:avLst/>
                <a:gdLst>
                  <a:gd name="connsiteX0" fmla="*/ 21253 w 41981"/>
                  <a:gd name="connsiteY0" fmla="*/ 4948 h 41981"/>
                  <a:gd name="connsiteX1" fmla="*/ 37444 w 41981"/>
                  <a:gd name="connsiteY1" fmla="*/ 21139 h 41981"/>
                  <a:gd name="connsiteX2" fmla="*/ 37444 w 41981"/>
                  <a:gd name="connsiteY2" fmla="*/ 21139 h 41981"/>
                  <a:gd name="connsiteX3" fmla="*/ 21253 w 41981"/>
                  <a:gd name="connsiteY3" fmla="*/ 37329 h 41981"/>
                  <a:gd name="connsiteX4" fmla="*/ 5063 w 41981"/>
                  <a:gd name="connsiteY4" fmla="*/ 21139 h 41981"/>
                  <a:gd name="connsiteX5" fmla="*/ 21253 w 41981"/>
                  <a:gd name="connsiteY5" fmla="*/ 4948 h 41981"/>
                  <a:gd name="connsiteX6" fmla="*/ 21253 w 41981"/>
                  <a:gd name="connsiteY6" fmla="*/ 148 h 41981"/>
                  <a:gd name="connsiteX7" fmla="*/ 263 w 41981"/>
                  <a:gd name="connsiteY7" fmla="*/ 21139 h 41981"/>
                  <a:gd name="connsiteX8" fmla="*/ 21253 w 41981"/>
                  <a:gd name="connsiteY8" fmla="*/ 42129 h 41981"/>
                  <a:gd name="connsiteX9" fmla="*/ 42244 w 41981"/>
                  <a:gd name="connsiteY9" fmla="*/ 21139 h 41981"/>
                  <a:gd name="connsiteX10" fmla="*/ 42244 w 41981"/>
                  <a:gd name="connsiteY10" fmla="*/ 21139 h 41981"/>
                  <a:gd name="connsiteX11" fmla="*/ 21253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48"/>
                    </a:moveTo>
                    <a:cubicBezTo>
                      <a:pt x="30195" y="4948"/>
                      <a:pt x="37444" y="12197"/>
                      <a:pt x="37444" y="21139"/>
                    </a:cubicBezTo>
                    <a:lnTo>
                      <a:pt x="37444" y="21139"/>
                    </a:lnTo>
                    <a:cubicBezTo>
                      <a:pt x="37444" y="30080"/>
                      <a:pt x="30195" y="37329"/>
                      <a:pt x="21253" y="37329"/>
                    </a:cubicBezTo>
                    <a:cubicBezTo>
                      <a:pt x="12312" y="37329"/>
                      <a:pt x="5063" y="30080"/>
                      <a:pt x="5063" y="21139"/>
                    </a:cubicBezTo>
                    <a:cubicBezTo>
                      <a:pt x="5063" y="12197"/>
                      <a:pt x="12312" y="4948"/>
                      <a:pt x="21253" y="4948"/>
                    </a:cubicBezTo>
                    <a:close/>
                    <a:moveTo>
                      <a:pt x="21253" y="148"/>
                    </a:moveTo>
                    <a:cubicBezTo>
                      <a:pt x="9661" y="148"/>
                      <a:pt x="263" y="9546"/>
                      <a:pt x="263" y="21139"/>
                    </a:cubicBezTo>
                    <a:cubicBezTo>
                      <a:pt x="263" y="32731"/>
                      <a:pt x="9661" y="42129"/>
                      <a:pt x="21253" y="42129"/>
                    </a:cubicBezTo>
                    <a:cubicBezTo>
                      <a:pt x="32846" y="42129"/>
                      <a:pt x="42244" y="32731"/>
                      <a:pt x="42244" y="21139"/>
                    </a:cubicBezTo>
                    <a:lnTo>
                      <a:pt x="42244" y="21139"/>
                    </a:lnTo>
                    <a:cubicBezTo>
                      <a:pt x="42244" y="9546"/>
                      <a:pt x="32846" y="148"/>
                      <a:pt x="21253" y="148"/>
                    </a:cubicBezTo>
                    <a:close/>
                  </a:path>
                </a:pathLst>
              </a:custGeom>
              <a:solidFill>
                <a:srgbClr val="000000"/>
              </a:solidFill>
              <a:ln w="4794" cap="sq">
                <a:noFill/>
                <a:prstDash val="solid"/>
                <a:round/>
              </a:ln>
            </p:spPr>
            <p:txBody>
              <a:bodyPr rtlCol="0" anchor="ctr"/>
              <a:lstStyle/>
              <a:p>
                <a:endParaRPr lang="en-US"/>
              </a:p>
            </p:txBody>
          </p:sp>
          <p:sp>
            <p:nvSpPr>
              <p:cNvPr id="2884" name="Freeform: Shape 2883">
                <a:extLst>
                  <a:ext uri="{FF2B5EF4-FFF2-40B4-BE49-F238E27FC236}">
                    <a16:creationId xmlns:a16="http://schemas.microsoft.com/office/drawing/2014/main" id="{8AA11E68-F3C6-5989-2163-0B2BB3235F35}"/>
                  </a:ext>
                </a:extLst>
              </p:cNvPr>
              <p:cNvSpPr/>
              <p:nvPr/>
            </p:nvSpPr>
            <p:spPr>
              <a:xfrm>
                <a:off x="7690368" y="7899955"/>
                <a:ext cx="37180" cy="37180"/>
              </a:xfrm>
              <a:custGeom>
                <a:avLst/>
                <a:gdLst>
                  <a:gd name="connsiteX0" fmla="*/ 37440 w 37180"/>
                  <a:gd name="connsiteY0" fmla="*/ 18746 h 37180"/>
                  <a:gd name="connsiteX1" fmla="*/ 18850 w 37180"/>
                  <a:gd name="connsiteY1" fmla="*/ 37337 h 37180"/>
                  <a:gd name="connsiteX2" fmla="*/ 259 w 37180"/>
                  <a:gd name="connsiteY2" fmla="*/ 18746 h 37180"/>
                  <a:gd name="connsiteX3" fmla="*/ 18850 w 37180"/>
                  <a:gd name="connsiteY3" fmla="*/ 156 h 37180"/>
                  <a:gd name="connsiteX4" fmla="*/ 37440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46"/>
                    </a:moveTo>
                    <a:cubicBezTo>
                      <a:pt x="37440" y="29013"/>
                      <a:pt x="29117" y="37337"/>
                      <a:pt x="18850" y="37337"/>
                    </a:cubicBezTo>
                    <a:cubicBezTo>
                      <a:pt x="8583" y="37337"/>
                      <a:pt x="259" y="29013"/>
                      <a:pt x="259" y="18746"/>
                    </a:cubicBezTo>
                    <a:cubicBezTo>
                      <a:pt x="259" y="8479"/>
                      <a:pt x="8583" y="156"/>
                      <a:pt x="18850" y="156"/>
                    </a:cubicBezTo>
                    <a:cubicBezTo>
                      <a:pt x="29117" y="156"/>
                      <a:pt x="37440" y="8479"/>
                      <a:pt x="37440" y="18746"/>
                    </a:cubicBezTo>
                    <a:close/>
                  </a:path>
                </a:pathLst>
              </a:custGeom>
              <a:solidFill>
                <a:srgbClr val="F7EEEE"/>
              </a:solidFill>
              <a:ln w="5753" cap="sq">
                <a:noFill/>
                <a:prstDash val="solid"/>
                <a:miter/>
              </a:ln>
            </p:spPr>
            <p:txBody>
              <a:bodyPr rtlCol="0" anchor="ctr"/>
              <a:lstStyle/>
              <a:p>
                <a:endParaRPr lang="en-US"/>
              </a:p>
            </p:txBody>
          </p:sp>
          <p:sp>
            <p:nvSpPr>
              <p:cNvPr id="2885" name="Freeform: Shape 2884">
                <a:extLst>
                  <a:ext uri="{FF2B5EF4-FFF2-40B4-BE49-F238E27FC236}">
                    <a16:creationId xmlns:a16="http://schemas.microsoft.com/office/drawing/2014/main" id="{A370C00A-1AD8-C5B9-ACE6-576A6271B9B5}"/>
                  </a:ext>
                </a:extLst>
              </p:cNvPr>
              <p:cNvSpPr/>
              <p:nvPr/>
            </p:nvSpPr>
            <p:spPr>
              <a:xfrm>
                <a:off x="7687968" y="7897555"/>
                <a:ext cx="41981" cy="41981"/>
              </a:xfrm>
              <a:custGeom>
                <a:avLst/>
                <a:gdLst>
                  <a:gd name="connsiteX0" fmla="*/ 21250 w 41981"/>
                  <a:gd name="connsiteY0" fmla="*/ 4956 h 41981"/>
                  <a:gd name="connsiteX1" fmla="*/ 37440 w 41981"/>
                  <a:gd name="connsiteY1" fmla="*/ 21146 h 41981"/>
                  <a:gd name="connsiteX2" fmla="*/ 37440 w 41981"/>
                  <a:gd name="connsiteY2" fmla="*/ 21146 h 41981"/>
                  <a:gd name="connsiteX3" fmla="*/ 21250 w 41981"/>
                  <a:gd name="connsiteY3" fmla="*/ 37337 h 41981"/>
                  <a:gd name="connsiteX4" fmla="*/ 5060 w 41981"/>
                  <a:gd name="connsiteY4" fmla="*/ 21146 h 41981"/>
                  <a:gd name="connsiteX5" fmla="*/ 21250 w 41981"/>
                  <a:gd name="connsiteY5" fmla="*/ 4956 h 41981"/>
                  <a:gd name="connsiteX6" fmla="*/ 21250 w 41981"/>
                  <a:gd name="connsiteY6" fmla="*/ 156 h 41981"/>
                  <a:gd name="connsiteX7" fmla="*/ 259 w 41981"/>
                  <a:gd name="connsiteY7" fmla="*/ 21146 h 41981"/>
                  <a:gd name="connsiteX8" fmla="*/ 21250 w 41981"/>
                  <a:gd name="connsiteY8" fmla="*/ 42137 h 41981"/>
                  <a:gd name="connsiteX9" fmla="*/ 42241 w 41981"/>
                  <a:gd name="connsiteY9" fmla="*/ 21146 h 41981"/>
                  <a:gd name="connsiteX10" fmla="*/ 42241 w 41981"/>
                  <a:gd name="connsiteY10" fmla="*/ 21146 h 41981"/>
                  <a:gd name="connsiteX11" fmla="*/ 21250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56"/>
                    </a:moveTo>
                    <a:cubicBezTo>
                      <a:pt x="30192" y="4956"/>
                      <a:pt x="37440" y="12205"/>
                      <a:pt x="37440" y="21146"/>
                    </a:cubicBezTo>
                    <a:lnTo>
                      <a:pt x="37440" y="21146"/>
                    </a:lnTo>
                    <a:cubicBezTo>
                      <a:pt x="37440" y="30088"/>
                      <a:pt x="30192" y="37337"/>
                      <a:pt x="21250" y="37337"/>
                    </a:cubicBezTo>
                    <a:cubicBezTo>
                      <a:pt x="12308" y="37337"/>
                      <a:pt x="5060" y="30088"/>
                      <a:pt x="5060" y="21146"/>
                    </a:cubicBezTo>
                    <a:cubicBezTo>
                      <a:pt x="5060" y="12205"/>
                      <a:pt x="12308" y="4956"/>
                      <a:pt x="21250" y="4956"/>
                    </a:cubicBezTo>
                    <a:close/>
                    <a:moveTo>
                      <a:pt x="21250" y="156"/>
                    </a:moveTo>
                    <a:cubicBezTo>
                      <a:pt x="9657" y="156"/>
                      <a:pt x="259" y="9554"/>
                      <a:pt x="259" y="21146"/>
                    </a:cubicBezTo>
                    <a:cubicBezTo>
                      <a:pt x="259" y="32739"/>
                      <a:pt x="9657" y="42137"/>
                      <a:pt x="21250" y="42137"/>
                    </a:cubicBezTo>
                    <a:cubicBezTo>
                      <a:pt x="32843" y="42137"/>
                      <a:pt x="42241" y="32739"/>
                      <a:pt x="42241" y="21146"/>
                    </a:cubicBezTo>
                    <a:lnTo>
                      <a:pt x="42241" y="21146"/>
                    </a:lnTo>
                    <a:cubicBezTo>
                      <a:pt x="42241" y="9554"/>
                      <a:pt x="32843" y="156"/>
                      <a:pt x="21250" y="156"/>
                    </a:cubicBezTo>
                    <a:close/>
                  </a:path>
                </a:pathLst>
              </a:custGeom>
              <a:solidFill>
                <a:srgbClr val="000000"/>
              </a:solidFill>
              <a:ln w="4794" cap="sq">
                <a:noFill/>
                <a:prstDash val="solid"/>
                <a:round/>
              </a:ln>
            </p:spPr>
            <p:txBody>
              <a:bodyPr rtlCol="0" anchor="ctr"/>
              <a:lstStyle/>
              <a:p>
                <a:endParaRPr lang="en-US"/>
              </a:p>
            </p:txBody>
          </p:sp>
          <p:sp>
            <p:nvSpPr>
              <p:cNvPr id="2886" name="Freeform: Shape 2885">
                <a:extLst>
                  <a:ext uri="{FF2B5EF4-FFF2-40B4-BE49-F238E27FC236}">
                    <a16:creationId xmlns:a16="http://schemas.microsoft.com/office/drawing/2014/main" id="{5C6A7C39-6BF5-EDC4-C738-D8C367E6C866}"/>
                  </a:ext>
                </a:extLst>
              </p:cNvPr>
              <p:cNvSpPr/>
              <p:nvPr/>
            </p:nvSpPr>
            <p:spPr>
              <a:xfrm>
                <a:off x="7671591" y="7970360"/>
                <a:ext cx="37180" cy="37180"/>
              </a:xfrm>
              <a:custGeom>
                <a:avLst/>
                <a:gdLst>
                  <a:gd name="connsiteX0" fmla="*/ 37437 w 37180"/>
                  <a:gd name="connsiteY0" fmla="*/ 18758 h 37180"/>
                  <a:gd name="connsiteX1" fmla="*/ 18847 w 37180"/>
                  <a:gd name="connsiteY1" fmla="*/ 37349 h 37180"/>
                  <a:gd name="connsiteX2" fmla="*/ 256 w 37180"/>
                  <a:gd name="connsiteY2" fmla="*/ 18758 h 37180"/>
                  <a:gd name="connsiteX3" fmla="*/ 18847 w 37180"/>
                  <a:gd name="connsiteY3" fmla="*/ 168 h 37180"/>
                  <a:gd name="connsiteX4" fmla="*/ 37437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58"/>
                    </a:moveTo>
                    <a:cubicBezTo>
                      <a:pt x="37437" y="29026"/>
                      <a:pt x="29114" y="37349"/>
                      <a:pt x="18847" y="37349"/>
                    </a:cubicBezTo>
                    <a:cubicBezTo>
                      <a:pt x="8579" y="37349"/>
                      <a:pt x="256" y="29026"/>
                      <a:pt x="256" y="18758"/>
                    </a:cubicBezTo>
                    <a:cubicBezTo>
                      <a:pt x="256" y="8491"/>
                      <a:pt x="8579" y="168"/>
                      <a:pt x="18847" y="168"/>
                    </a:cubicBezTo>
                    <a:cubicBezTo>
                      <a:pt x="29114" y="168"/>
                      <a:pt x="37437" y="8491"/>
                      <a:pt x="37437" y="18758"/>
                    </a:cubicBezTo>
                    <a:close/>
                  </a:path>
                </a:pathLst>
              </a:custGeom>
              <a:solidFill>
                <a:srgbClr val="F7DCDC"/>
              </a:solidFill>
              <a:ln w="5753" cap="sq">
                <a:noFill/>
                <a:prstDash val="solid"/>
                <a:miter/>
              </a:ln>
            </p:spPr>
            <p:txBody>
              <a:bodyPr rtlCol="0" anchor="ctr"/>
              <a:lstStyle/>
              <a:p>
                <a:endParaRPr lang="en-US"/>
              </a:p>
            </p:txBody>
          </p:sp>
          <p:sp>
            <p:nvSpPr>
              <p:cNvPr id="2887" name="Freeform: Shape 2886">
                <a:extLst>
                  <a:ext uri="{FF2B5EF4-FFF2-40B4-BE49-F238E27FC236}">
                    <a16:creationId xmlns:a16="http://schemas.microsoft.com/office/drawing/2014/main" id="{280A6700-0ACC-AE4A-B65D-2E7834756E4B}"/>
                  </a:ext>
                </a:extLst>
              </p:cNvPr>
              <p:cNvSpPr/>
              <p:nvPr/>
            </p:nvSpPr>
            <p:spPr>
              <a:xfrm>
                <a:off x="7669190" y="7967959"/>
                <a:ext cx="41981" cy="41981"/>
              </a:xfrm>
              <a:custGeom>
                <a:avLst/>
                <a:gdLst>
                  <a:gd name="connsiteX0" fmla="*/ 21247 w 41981"/>
                  <a:gd name="connsiteY0" fmla="*/ 4968 h 41981"/>
                  <a:gd name="connsiteX1" fmla="*/ 37437 w 41981"/>
                  <a:gd name="connsiteY1" fmla="*/ 21159 h 41981"/>
                  <a:gd name="connsiteX2" fmla="*/ 37437 w 41981"/>
                  <a:gd name="connsiteY2" fmla="*/ 21159 h 41981"/>
                  <a:gd name="connsiteX3" fmla="*/ 21247 w 41981"/>
                  <a:gd name="connsiteY3" fmla="*/ 37349 h 41981"/>
                  <a:gd name="connsiteX4" fmla="*/ 5057 w 41981"/>
                  <a:gd name="connsiteY4" fmla="*/ 21159 h 41981"/>
                  <a:gd name="connsiteX5" fmla="*/ 21247 w 41981"/>
                  <a:gd name="connsiteY5" fmla="*/ 4968 h 41981"/>
                  <a:gd name="connsiteX6" fmla="*/ 21247 w 41981"/>
                  <a:gd name="connsiteY6" fmla="*/ 168 h 41981"/>
                  <a:gd name="connsiteX7" fmla="*/ 256 w 41981"/>
                  <a:gd name="connsiteY7" fmla="*/ 21159 h 41981"/>
                  <a:gd name="connsiteX8" fmla="*/ 21247 w 41981"/>
                  <a:gd name="connsiteY8" fmla="*/ 42149 h 41981"/>
                  <a:gd name="connsiteX9" fmla="*/ 42237 w 41981"/>
                  <a:gd name="connsiteY9" fmla="*/ 21159 h 41981"/>
                  <a:gd name="connsiteX10" fmla="*/ 42237 w 41981"/>
                  <a:gd name="connsiteY10" fmla="*/ 21159 h 41981"/>
                  <a:gd name="connsiteX11" fmla="*/ 21247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68"/>
                    </a:moveTo>
                    <a:cubicBezTo>
                      <a:pt x="30189" y="4968"/>
                      <a:pt x="37437" y="12217"/>
                      <a:pt x="37437" y="21159"/>
                    </a:cubicBezTo>
                    <a:lnTo>
                      <a:pt x="37437" y="21159"/>
                    </a:lnTo>
                    <a:cubicBezTo>
                      <a:pt x="37437" y="30100"/>
                      <a:pt x="30189" y="37349"/>
                      <a:pt x="21247" y="37349"/>
                    </a:cubicBezTo>
                    <a:cubicBezTo>
                      <a:pt x="12305" y="37349"/>
                      <a:pt x="5057" y="30100"/>
                      <a:pt x="5057" y="21159"/>
                    </a:cubicBezTo>
                    <a:cubicBezTo>
                      <a:pt x="5057" y="12217"/>
                      <a:pt x="12305" y="4968"/>
                      <a:pt x="21247" y="4968"/>
                    </a:cubicBezTo>
                    <a:close/>
                    <a:moveTo>
                      <a:pt x="21247" y="168"/>
                    </a:moveTo>
                    <a:cubicBezTo>
                      <a:pt x="9654" y="168"/>
                      <a:pt x="256" y="9566"/>
                      <a:pt x="256" y="21159"/>
                    </a:cubicBezTo>
                    <a:cubicBezTo>
                      <a:pt x="256" y="32751"/>
                      <a:pt x="9654" y="42149"/>
                      <a:pt x="21247" y="42149"/>
                    </a:cubicBezTo>
                    <a:cubicBezTo>
                      <a:pt x="32839" y="42149"/>
                      <a:pt x="42237" y="32751"/>
                      <a:pt x="42237" y="21159"/>
                    </a:cubicBezTo>
                    <a:lnTo>
                      <a:pt x="42237" y="21159"/>
                    </a:lnTo>
                    <a:cubicBezTo>
                      <a:pt x="42237" y="9566"/>
                      <a:pt x="32839" y="168"/>
                      <a:pt x="21247" y="168"/>
                    </a:cubicBezTo>
                    <a:close/>
                  </a:path>
                </a:pathLst>
              </a:custGeom>
              <a:solidFill>
                <a:srgbClr val="000000"/>
              </a:solidFill>
              <a:ln w="4794" cap="sq">
                <a:noFill/>
                <a:prstDash val="solid"/>
                <a:round/>
              </a:ln>
            </p:spPr>
            <p:txBody>
              <a:bodyPr rtlCol="0" anchor="ctr"/>
              <a:lstStyle/>
              <a:p>
                <a:endParaRPr lang="en-US"/>
              </a:p>
            </p:txBody>
          </p:sp>
          <p:sp>
            <p:nvSpPr>
              <p:cNvPr id="2888" name="Freeform: Shape 2887">
                <a:extLst>
                  <a:ext uri="{FF2B5EF4-FFF2-40B4-BE49-F238E27FC236}">
                    <a16:creationId xmlns:a16="http://schemas.microsoft.com/office/drawing/2014/main" id="{181F55D3-CF4A-6A49-B5FF-30BB31EE8A02}"/>
                  </a:ext>
                </a:extLst>
              </p:cNvPr>
              <p:cNvSpPr/>
              <p:nvPr/>
            </p:nvSpPr>
            <p:spPr>
              <a:xfrm>
                <a:off x="7573878" y="7708850"/>
                <a:ext cx="37180" cy="37180"/>
              </a:xfrm>
              <a:custGeom>
                <a:avLst/>
                <a:gdLst>
                  <a:gd name="connsiteX0" fmla="*/ 37420 w 37180"/>
                  <a:gd name="connsiteY0" fmla="*/ 18713 h 37180"/>
                  <a:gd name="connsiteX1" fmla="*/ 18830 w 37180"/>
                  <a:gd name="connsiteY1" fmla="*/ 37303 h 37180"/>
                  <a:gd name="connsiteX2" fmla="*/ 239 w 37180"/>
                  <a:gd name="connsiteY2" fmla="*/ 18713 h 37180"/>
                  <a:gd name="connsiteX3" fmla="*/ 18830 w 37180"/>
                  <a:gd name="connsiteY3" fmla="*/ 123 h 37180"/>
                  <a:gd name="connsiteX4" fmla="*/ 37420 w 37180"/>
                  <a:gd name="connsiteY4" fmla="*/ 1871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13"/>
                    </a:moveTo>
                    <a:cubicBezTo>
                      <a:pt x="37420" y="28980"/>
                      <a:pt x="29097" y="37303"/>
                      <a:pt x="18830" y="37303"/>
                    </a:cubicBezTo>
                    <a:cubicBezTo>
                      <a:pt x="8562" y="37303"/>
                      <a:pt x="239" y="28980"/>
                      <a:pt x="239" y="18713"/>
                    </a:cubicBezTo>
                    <a:cubicBezTo>
                      <a:pt x="239" y="8446"/>
                      <a:pt x="8562" y="123"/>
                      <a:pt x="18830" y="123"/>
                    </a:cubicBezTo>
                    <a:cubicBezTo>
                      <a:pt x="29097" y="123"/>
                      <a:pt x="37420" y="8446"/>
                      <a:pt x="37420" y="18713"/>
                    </a:cubicBezTo>
                    <a:close/>
                  </a:path>
                </a:pathLst>
              </a:custGeom>
              <a:solidFill>
                <a:srgbClr val="F7A500"/>
              </a:solidFill>
              <a:ln w="5753" cap="sq">
                <a:noFill/>
                <a:prstDash val="solid"/>
                <a:miter/>
              </a:ln>
            </p:spPr>
            <p:txBody>
              <a:bodyPr rtlCol="0" anchor="ctr"/>
              <a:lstStyle/>
              <a:p>
                <a:endParaRPr lang="en-US"/>
              </a:p>
            </p:txBody>
          </p:sp>
          <p:sp>
            <p:nvSpPr>
              <p:cNvPr id="2889" name="Freeform: Shape 2888">
                <a:extLst>
                  <a:ext uri="{FF2B5EF4-FFF2-40B4-BE49-F238E27FC236}">
                    <a16:creationId xmlns:a16="http://schemas.microsoft.com/office/drawing/2014/main" id="{3A15EA25-E10A-2B1C-435A-2563BBFD7A28}"/>
                  </a:ext>
                </a:extLst>
              </p:cNvPr>
              <p:cNvSpPr/>
              <p:nvPr/>
            </p:nvSpPr>
            <p:spPr>
              <a:xfrm>
                <a:off x="7571478" y="7706450"/>
                <a:ext cx="41981" cy="41981"/>
              </a:xfrm>
              <a:custGeom>
                <a:avLst/>
                <a:gdLst>
                  <a:gd name="connsiteX0" fmla="*/ 21230 w 41981"/>
                  <a:gd name="connsiteY0" fmla="*/ 4923 h 41981"/>
                  <a:gd name="connsiteX1" fmla="*/ 37420 w 41981"/>
                  <a:gd name="connsiteY1" fmla="*/ 21113 h 41981"/>
                  <a:gd name="connsiteX2" fmla="*/ 37420 w 41981"/>
                  <a:gd name="connsiteY2" fmla="*/ 21113 h 41981"/>
                  <a:gd name="connsiteX3" fmla="*/ 21230 w 41981"/>
                  <a:gd name="connsiteY3" fmla="*/ 37303 h 41981"/>
                  <a:gd name="connsiteX4" fmla="*/ 5040 w 41981"/>
                  <a:gd name="connsiteY4" fmla="*/ 21113 h 41981"/>
                  <a:gd name="connsiteX5" fmla="*/ 21230 w 41981"/>
                  <a:gd name="connsiteY5" fmla="*/ 4923 h 41981"/>
                  <a:gd name="connsiteX6" fmla="*/ 21230 w 41981"/>
                  <a:gd name="connsiteY6" fmla="*/ 123 h 41981"/>
                  <a:gd name="connsiteX7" fmla="*/ 239 w 41981"/>
                  <a:gd name="connsiteY7" fmla="*/ 21113 h 41981"/>
                  <a:gd name="connsiteX8" fmla="*/ 21230 w 41981"/>
                  <a:gd name="connsiteY8" fmla="*/ 42104 h 41981"/>
                  <a:gd name="connsiteX9" fmla="*/ 42220 w 41981"/>
                  <a:gd name="connsiteY9" fmla="*/ 21113 h 41981"/>
                  <a:gd name="connsiteX10" fmla="*/ 42220 w 41981"/>
                  <a:gd name="connsiteY10" fmla="*/ 21113 h 41981"/>
                  <a:gd name="connsiteX11" fmla="*/ 21230 w 41981"/>
                  <a:gd name="connsiteY11" fmla="*/ 12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23"/>
                    </a:moveTo>
                    <a:cubicBezTo>
                      <a:pt x="30172" y="4923"/>
                      <a:pt x="37420" y="12171"/>
                      <a:pt x="37420" y="21113"/>
                    </a:cubicBezTo>
                    <a:lnTo>
                      <a:pt x="37420" y="21113"/>
                    </a:lnTo>
                    <a:cubicBezTo>
                      <a:pt x="37420" y="30055"/>
                      <a:pt x="30172" y="37303"/>
                      <a:pt x="21230" y="37303"/>
                    </a:cubicBezTo>
                    <a:cubicBezTo>
                      <a:pt x="12288" y="37303"/>
                      <a:pt x="5040" y="30055"/>
                      <a:pt x="5040" y="21113"/>
                    </a:cubicBezTo>
                    <a:cubicBezTo>
                      <a:pt x="5040" y="12171"/>
                      <a:pt x="12288" y="4923"/>
                      <a:pt x="21230" y="4923"/>
                    </a:cubicBezTo>
                    <a:close/>
                    <a:moveTo>
                      <a:pt x="21230" y="123"/>
                    </a:moveTo>
                    <a:cubicBezTo>
                      <a:pt x="9637" y="123"/>
                      <a:pt x="239" y="9521"/>
                      <a:pt x="239" y="21113"/>
                    </a:cubicBezTo>
                    <a:cubicBezTo>
                      <a:pt x="239" y="32706"/>
                      <a:pt x="9637" y="42104"/>
                      <a:pt x="21230" y="42104"/>
                    </a:cubicBezTo>
                    <a:cubicBezTo>
                      <a:pt x="32822" y="42104"/>
                      <a:pt x="42220" y="32706"/>
                      <a:pt x="42220" y="21113"/>
                    </a:cubicBezTo>
                    <a:lnTo>
                      <a:pt x="42220" y="21113"/>
                    </a:lnTo>
                    <a:cubicBezTo>
                      <a:pt x="42220" y="9521"/>
                      <a:pt x="32822" y="123"/>
                      <a:pt x="21230" y="123"/>
                    </a:cubicBezTo>
                    <a:close/>
                  </a:path>
                </a:pathLst>
              </a:custGeom>
              <a:solidFill>
                <a:srgbClr val="000000"/>
              </a:solidFill>
              <a:ln w="4794" cap="sq">
                <a:noFill/>
                <a:prstDash val="solid"/>
                <a:round/>
              </a:ln>
            </p:spPr>
            <p:txBody>
              <a:bodyPr rtlCol="0" anchor="ctr"/>
              <a:lstStyle/>
              <a:p>
                <a:endParaRPr lang="en-US"/>
              </a:p>
            </p:txBody>
          </p:sp>
          <p:sp>
            <p:nvSpPr>
              <p:cNvPr id="2890" name="Freeform: Shape 2889">
                <a:extLst>
                  <a:ext uri="{FF2B5EF4-FFF2-40B4-BE49-F238E27FC236}">
                    <a16:creationId xmlns:a16="http://schemas.microsoft.com/office/drawing/2014/main" id="{5013C19C-F4AD-EE5F-42E3-2847A4E0585C}"/>
                  </a:ext>
                </a:extLst>
              </p:cNvPr>
              <p:cNvSpPr/>
              <p:nvPr/>
            </p:nvSpPr>
            <p:spPr>
              <a:xfrm>
                <a:off x="7700310" y="7942516"/>
                <a:ext cx="37180" cy="37180"/>
              </a:xfrm>
              <a:custGeom>
                <a:avLst/>
                <a:gdLst>
                  <a:gd name="connsiteX0" fmla="*/ 37442 w 37180"/>
                  <a:gd name="connsiteY0" fmla="*/ 18754 h 37180"/>
                  <a:gd name="connsiteX1" fmla="*/ 18852 w 37180"/>
                  <a:gd name="connsiteY1" fmla="*/ 37344 h 37180"/>
                  <a:gd name="connsiteX2" fmla="*/ 261 w 37180"/>
                  <a:gd name="connsiteY2" fmla="*/ 18754 h 37180"/>
                  <a:gd name="connsiteX3" fmla="*/ 18852 w 37180"/>
                  <a:gd name="connsiteY3" fmla="*/ 163 h 37180"/>
                  <a:gd name="connsiteX4" fmla="*/ 37442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4"/>
                    </a:moveTo>
                    <a:cubicBezTo>
                      <a:pt x="37442" y="29021"/>
                      <a:pt x="29119" y="37344"/>
                      <a:pt x="18852" y="37344"/>
                    </a:cubicBezTo>
                    <a:cubicBezTo>
                      <a:pt x="8584" y="37344"/>
                      <a:pt x="261" y="29021"/>
                      <a:pt x="261" y="18754"/>
                    </a:cubicBezTo>
                    <a:cubicBezTo>
                      <a:pt x="261" y="8486"/>
                      <a:pt x="8584" y="163"/>
                      <a:pt x="18852" y="163"/>
                    </a:cubicBezTo>
                    <a:cubicBezTo>
                      <a:pt x="29119" y="163"/>
                      <a:pt x="37442" y="8486"/>
                      <a:pt x="37442" y="18754"/>
                    </a:cubicBezTo>
                    <a:close/>
                  </a:path>
                </a:pathLst>
              </a:custGeom>
              <a:solidFill>
                <a:srgbClr val="F7F5F5"/>
              </a:solidFill>
              <a:ln w="5753" cap="sq">
                <a:noFill/>
                <a:prstDash val="solid"/>
                <a:miter/>
              </a:ln>
            </p:spPr>
            <p:txBody>
              <a:bodyPr rtlCol="0" anchor="ctr"/>
              <a:lstStyle/>
              <a:p>
                <a:endParaRPr lang="en-US"/>
              </a:p>
            </p:txBody>
          </p:sp>
          <p:sp>
            <p:nvSpPr>
              <p:cNvPr id="2891" name="Freeform: Shape 2890">
                <a:extLst>
                  <a:ext uri="{FF2B5EF4-FFF2-40B4-BE49-F238E27FC236}">
                    <a16:creationId xmlns:a16="http://schemas.microsoft.com/office/drawing/2014/main" id="{EC665A24-5BF5-84DB-51B1-B370132DC6FA}"/>
                  </a:ext>
                </a:extLst>
              </p:cNvPr>
              <p:cNvSpPr/>
              <p:nvPr/>
            </p:nvSpPr>
            <p:spPr>
              <a:xfrm>
                <a:off x="7697910" y="7940115"/>
                <a:ext cx="41981" cy="41981"/>
              </a:xfrm>
              <a:custGeom>
                <a:avLst/>
                <a:gdLst>
                  <a:gd name="connsiteX0" fmla="*/ 21252 w 41981"/>
                  <a:gd name="connsiteY0" fmla="*/ 4964 h 41981"/>
                  <a:gd name="connsiteX1" fmla="*/ 37442 w 41981"/>
                  <a:gd name="connsiteY1" fmla="*/ 21154 h 41981"/>
                  <a:gd name="connsiteX2" fmla="*/ 37442 w 41981"/>
                  <a:gd name="connsiteY2" fmla="*/ 21154 h 41981"/>
                  <a:gd name="connsiteX3" fmla="*/ 21252 w 41981"/>
                  <a:gd name="connsiteY3" fmla="*/ 37344 h 41981"/>
                  <a:gd name="connsiteX4" fmla="*/ 5062 w 41981"/>
                  <a:gd name="connsiteY4" fmla="*/ 21154 h 41981"/>
                  <a:gd name="connsiteX5" fmla="*/ 21252 w 41981"/>
                  <a:gd name="connsiteY5" fmla="*/ 4964 h 41981"/>
                  <a:gd name="connsiteX6" fmla="*/ 21252 w 41981"/>
                  <a:gd name="connsiteY6" fmla="*/ 163 h 41981"/>
                  <a:gd name="connsiteX7" fmla="*/ 261 w 41981"/>
                  <a:gd name="connsiteY7" fmla="*/ 21154 h 41981"/>
                  <a:gd name="connsiteX8" fmla="*/ 21252 w 41981"/>
                  <a:gd name="connsiteY8" fmla="*/ 42144 h 41981"/>
                  <a:gd name="connsiteX9" fmla="*/ 42242 w 41981"/>
                  <a:gd name="connsiteY9" fmla="*/ 21154 h 41981"/>
                  <a:gd name="connsiteX10" fmla="*/ 42242 w 41981"/>
                  <a:gd name="connsiteY10" fmla="*/ 21154 h 41981"/>
                  <a:gd name="connsiteX11" fmla="*/ 21252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4"/>
                    </a:moveTo>
                    <a:cubicBezTo>
                      <a:pt x="30194" y="4964"/>
                      <a:pt x="37442" y="12212"/>
                      <a:pt x="37442" y="21154"/>
                    </a:cubicBezTo>
                    <a:lnTo>
                      <a:pt x="37442" y="21154"/>
                    </a:lnTo>
                    <a:cubicBezTo>
                      <a:pt x="37442" y="30096"/>
                      <a:pt x="30194" y="37344"/>
                      <a:pt x="21252" y="37344"/>
                    </a:cubicBezTo>
                    <a:cubicBezTo>
                      <a:pt x="12310" y="37344"/>
                      <a:pt x="5062" y="30096"/>
                      <a:pt x="5062" y="21154"/>
                    </a:cubicBezTo>
                    <a:cubicBezTo>
                      <a:pt x="5062" y="12212"/>
                      <a:pt x="12310" y="4964"/>
                      <a:pt x="21252" y="4964"/>
                    </a:cubicBezTo>
                    <a:close/>
                    <a:moveTo>
                      <a:pt x="21252" y="163"/>
                    </a:moveTo>
                    <a:cubicBezTo>
                      <a:pt x="9659" y="163"/>
                      <a:pt x="261" y="9561"/>
                      <a:pt x="261" y="21154"/>
                    </a:cubicBezTo>
                    <a:cubicBezTo>
                      <a:pt x="261" y="32746"/>
                      <a:pt x="9659" y="42144"/>
                      <a:pt x="21252" y="42144"/>
                    </a:cubicBezTo>
                    <a:cubicBezTo>
                      <a:pt x="32844" y="42144"/>
                      <a:pt x="42242" y="32746"/>
                      <a:pt x="42242" y="21154"/>
                    </a:cubicBezTo>
                    <a:lnTo>
                      <a:pt x="42242" y="21154"/>
                    </a:lnTo>
                    <a:cubicBezTo>
                      <a:pt x="42242" y="9561"/>
                      <a:pt x="32844" y="163"/>
                      <a:pt x="21252" y="163"/>
                    </a:cubicBezTo>
                    <a:close/>
                  </a:path>
                </a:pathLst>
              </a:custGeom>
              <a:solidFill>
                <a:srgbClr val="000000"/>
              </a:solidFill>
              <a:ln w="4794" cap="sq">
                <a:noFill/>
                <a:prstDash val="solid"/>
                <a:round/>
              </a:ln>
            </p:spPr>
            <p:txBody>
              <a:bodyPr rtlCol="0" anchor="ctr"/>
              <a:lstStyle/>
              <a:p>
                <a:endParaRPr lang="en-US"/>
              </a:p>
            </p:txBody>
          </p:sp>
          <p:sp>
            <p:nvSpPr>
              <p:cNvPr id="2892" name="Freeform: Shape 2891">
                <a:extLst>
                  <a:ext uri="{FF2B5EF4-FFF2-40B4-BE49-F238E27FC236}">
                    <a16:creationId xmlns:a16="http://schemas.microsoft.com/office/drawing/2014/main" id="{756A4B2D-E05C-696E-05E6-D731AE86BCB4}"/>
                  </a:ext>
                </a:extLst>
              </p:cNvPr>
              <p:cNvSpPr/>
              <p:nvPr/>
            </p:nvSpPr>
            <p:spPr>
              <a:xfrm>
                <a:off x="7545833" y="7949082"/>
                <a:ext cx="37180" cy="37180"/>
              </a:xfrm>
              <a:custGeom>
                <a:avLst/>
                <a:gdLst>
                  <a:gd name="connsiteX0" fmla="*/ 37415 w 37180"/>
                  <a:gd name="connsiteY0" fmla="*/ 18755 h 37180"/>
                  <a:gd name="connsiteX1" fmla="*/ 18825 w 37180"/>
                  <a:gd name="connsiteY1" fmla="*/ 37345 h 37180"/>
                  <a:gd name="connsiteX2" fmla="*/ 234 w 37180"/>
                  <a:gd name="connsiteY2" fmla="*/ 18755 h 37180"/>
                  <a:gd name="connsiteX3" fmla="*/ 18825 w 37180"/>
                  <a:gd name="connsiteY3" fmla="*/ 164 h 37180"/>
                  <a:gd name="connsiteX4" fmla="*/ 37415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5" y="18755"/>
                    </a:moveTo>
                    <a:cubicBezTo>
                      <a:pt x="37415" y="29022"/>
                      <a:pt x="29092" y="37345"/>
                      <a:pt x="18825" y="37345"/>
                    </a:cubicBezTo>
                    <a:cubicBezTo>
                      <a:pt x="8558" y="37345"/>
                      <a:pt x="234" y="29022"/>
                      <a:pt x="234" y="18755"/>
                    </a:cubicBezTo>
                    <a:cubicBezTo>
                      <a:pt x="234" y="8488"/>
                      <a:pt x="8558" y="164"/>
                      <a:pt x="18825" y="164"/>
                    </a:cubicBezTo>
                    <a:cubicBezTo>
                      <a:pt x="29092" y="164"/>
                      <a:pt x="37415" y="8488"/>
                      <a:pt x="37415" y="18755"/>
                    </a:cubicBezTo>
                    <a:close/>
                  </a:path>
                </a:pathLst>
              </a:custGeom>
              <a:solidFill>
                <a:srgbClr val="F7A8A8"/>
              </a:solidFill>
              <a:ln w="5753" cap="sq">
                <a:noFill/>
                <a:prstDash val="solid"/>
                <a:miter/>
              </a:ln>
            </p:spPr>
            <p:txBody>
              <a:bodyPr rtlCol="0" anchor="ctr"/>
              <a:lstStyle/>
              <a:p>
                <a:endParaRPr lang="en-US"/>
              </a:p>
            </p:txBody>
          </p:sp>
          <p:sp>
            <p:nvSpPr>
              <p:cNvPr id="2893" name="Freeform: Shape 2892">
                <a:extLst>
                  <a:ext uri="{FF2B5EF4-FFF2-40B4-BE49-F238E27FC236}">
                    <a16:creationId xmlns:a16="http://schemas.microsoft.com/office/drawing/2014/main" id="{894BD288-7DC9-8EA4-F9B2-6F9F6904A9FC}"/>
                  </a:ext>
                </a:extLst>
              </p:cNvPr>
              <p:cNvSpPr/>
              <p:nvPr/>
            </p:nvSpPr>
            <p:spPr>
              <a:xfrm>
                <a:off x="7543432" y="7946682"/>
                <a:ext cx="41981" cy="41981"/>
              </a:xfrm>
              <a:custGeom>
                <a:avLst/>
                <a:gdLst>
                  <a:gd name="connsiteX0" fmla="*/ 21225 w 41981"/>
                  <a:gd name="connsiteY0" fmla="*/ 4965 h 41981"/>
                  <a:gd name="connsiteX1" fmla="*/ 37415 w 41981"/>
                  <a:gd name="connsiteY1" fmla="*/ 21155 h 41981"/>
                  <a:gd name="connsiteX2" fmla="*/ 37415 w 41981"/>
                  <a:gd name="connsiteY2" fmla="*/ 21155 h 41981"/>
                  <a:gd name="connsiteX3" fmla="*/ 21225 w 41981"/>
                  <a:gd name="connsiteY3" fmla="*/ 37345 h 41981"/>
                  <a:gd name="connsiteX4" fmla="*/ 5035 w 41981"/>
                  <a:gd name="connsiteY4" fmla="*/ 21155 h 41981"/>
                  <a:gd name="connsiteX5" fmla="*/ 21225 w 41981"/>
                  <a:gd name="connsiteY5" fmla="*/ 4965 h 41981"/>
                  <a:gd name="connsiteX6" fmla="*/ 21225 w 41981"/>
                  <a:gd name="connsiteY6" fmla="*/ 164 h 41981"/>
                  <a:gd name="connsiteX7" fmla="*/ 234 w 41981"/>
                  <a:gd name="connsiteY7" fmla="*/ 21155 h 41981"/>
                  <a:gd name="connsiteX8" fmla="*/ 21225 w 41981"/>
                  <a:gd name="connsiteY8" fmla="*/ 42145 h 41981"/>
                  <a:gd name="connsiteX9" fmla="*/ 42216 w 41981"/>
                  <a:gd name="connsiteY9" fmla="*/ 21155 h 41981"/>
                  <a:gd name="connsiteX10" fmla="*/ 42216 w 41981"/>
                  <a:gd name="connsiteY10" fmla="*/ 21155 h 41981"/>
                  <a:gd name="connsiteX11" fmla="*/ 21225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5" y="4965"/>
                    </a:moveTo>
                    <a:cubicBezTo>
                      <a:pt x="30167" y="4965"/>
                      <a:pt x="37415" y="12213"/>
                      <a:pt x="37415" y="21155"/>
                    </a:cubicBezTo>
                    <a:lnTo>
                      <a:pt x="37415" y="21155"/>
                    </a:lnTo>
                    <a:cubicBezTo>
                      <a:pt x="37415" y="30097"/>
                      <a:pt x="30167" y="37345"/>
                      <a:pt x="21225" y="37345"/>
                    </a:cubicBezTo>
                    <a:cubicBezTo>
                      <a:pt x="12283" y="37345"/>
                      <a:pt x="5035" y="30097"/>
                      <a:pt x="5035" y="21155"/>
                    </a:cubicBezTo>
                    <a:cubicBezTo>
                      <a:pt x="5035" y="12213"/>
                      <a:pt x="12283" y="4965"/>
                      <a:pt x="21225" y="4965"/>
                    </a:cubicBezTo>
                    <a:close/>
                    <a:moveTo>
                      <a:pt x="21225" y="164"/>
                    </a:moveTo>
                    <a:cubicBezTo>
                      <a:pt x="9632" y="164"/>
                      <a:pt x="234" y="9562"/>
                      <a:pt x="234" y="21155"/>
                    </a:cubicBezTo>
                    <a:cubicBezTo>
                      <a:pt x="234" y="32747"/>
                      <a:pt x="9632" y="42145"/>
                      <a:pt x="21225" y="42145"/>
                    </a:cubicBezTo>
                    <a:cubicBezTo>
                      <a:pt x="32818" y="42145"/>
                      <a:pt x="42216" y="32747"/>
                      <a:pt x="42216" y="21155"/>
                    </a:cubicBezTo>
                    <a:lnTo>
                      <a:pt x="42216" y="21155"/>
                    </a:lnTo>
                    <a:cubicBezTo>
                      <a:pt x="42216" y="9562"/>
                      <a:pt x="32818" y="164"/>
                      <a:pt x="21225" y="164"/>
                    </a:cubicBezTo>
                    <a:close/>
                  </a:path>
                </a:pathLst>
              </a:custGeom>
              <a:solidFill>
                <a:srgbClr val="000000"/>
              </a:solidFill>
              <a:ln w="4794" cap="sq">
                <a:noFill/>
                <a:prstDash val="solid"/>
                <a:round/>
              </a:ln>
            </p:spPr>
            <p:txBody>
              <a:bodyPr rtlCol="0" anchor="ctr"/>
              <a:lstStyle/>
              <a:p>
                <a:endParaRPr lang="en-US"/>
              </a:p>
            </p:txBody>
          </p:sp>
          <p:sp>
            <p:nvSpPr>
              <p:cNvPr id="2894" name="Freeform: Shape 2893">
                <a:extLst>
                  <a:ext uri="{FF2B5EF4-FFF2-40B4-BE49-F238E27FC236}">
                    <a16:creationId xmlns:a16="http://schemas.microsoft.com/office/drawing/2014/main" id="{2C88AFAE-E31A-61D5-3FA7-79842E9AEDFE}"/>
                  </a:ext>
                </a:extLst>
              </p:cNvPr>
              <p:cNvSpPr/>
              <p:nvPr/>
            </p:nvSpPr>
            <p:spPr>
              <a:xfrm>
                <a:off x="7619497" y="8111168"/>
                <a:ext cx="37180" cy="37180"/>
              </a:xfrm>
              <a:custGeom>
                <a:avLst/>
                <a:gdLst>
                  <a:gd name="connsiteX0" fmla="*/ 37428 w 37180"/>
                  <a:gd name="connsiteY0" fmla="*/ 18783 h 37180"/>
                  <a:gd name="connsiteX1" fmla="*/ 18838 w 37180"/>
                  <a:gd name="connsiteY1" fmla="*/ 37373 h 37180"/>
                  <a:gd name="connsiteX2" fmla="*/ 247 w 37180"/>
                  <a:gd name="connsiteY2" fmla="*/ 18783 h 37180"/>
                  <a:gd name="connsiteX3" fmla="*/ 18838 w 37180"/>
                  <a:gd name="connsiteY3" fmla="*/ 192 h 37180"/>
                  <a:gd name="connsiteX4" fmla="*/ 37428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83"/>
                    </a:moveTo>
                    <a:cubicBezTo>
                      <a:pt x="37428" y="29050"/>
                      <a:pt x="29105" y="37373"/>
                      <a:pt x="18838" y="37373"/>
                    </a:cubicBezTo>
                    <a:cubicBezTo>
                      <a:pt x="8570" y="37373"/>
                      <a:pt x="247" y="29050"/>
                      <a:pt x="247" y="18783"/>
                    </a:cubicBezTo>
                    <a:cubicBezTo>
                      <a:pt x="247" y="8516"/>
                      <a:pt x="8570" y="192"/>
                      <a:pt x="18838" y="192"/>
                    </a:cubicBezTo>
                    <a:cubicBezTo>
                      <a:pt x="29105" y="192"/>
                      <a:pt x="37428" y="8516"/>
                      <a:pt x="37428" y="18783"/>
                    </a:cubicBezTo>
                    <a:close/>
                  </a:path>
                </a:pathLst>
              </a:custGeom>
              <a:solidFill>
                <a:srgbClr val="F7E2E2"/>
              </a:solidFill>
              <a:ln w="5753" cap="sq">
                <a:noFill/>
                <a:prstDash val="solid"/>
                <a:miter/>
              </a:ln>
            </p:spPr>
            <p:txBody>
              <a:bodyPr rtlCol="0" anchor="ctr"/>
              <a:lstStyle/>
              <a:p>
                <a:endParaRPr lang="en-US"/>
              </a:p>
            </p:txBody>
          </p:sp>
          <p:sp>
            <p:nvSpPr>
              <p:cNvPr id="2895" name="Freeform: Shape 2894">
                <a:extLst>
                  <a:ext uri="{FF2B5EF4-FFF2-40B4-BE49-F238E27FC236}">
                    <a16:creationId xmlns:a16="http://schemas.microsoft.com/office/drawing/2014/main" id="{EE457F61-53AB-8B52-7868-D2CA617E7E8A}"/>
                  </a:ext>
                </a:extLst>
              </p:cNvPr>
              <p:cNvSpPr/>
              <p:nvPr/>
            </p:nvSpPr>
            <p:spPr>
              <a:xfrm>
                <a:off x="7617097" y="8108768"/>
                <a:ext cx="41981" cy="41981"/>
              </a:xfrm>
              <a:custGeom>
                <a:avLst/>
                <a:gdLst>
                  <a:gd name="connsiteX0" fmla="*/ 21238 w 41981"/>
                  <a:gd name="connsiteY0" fmla="*/ 4993 h 41981"/>
                  <a:gd name="connsiteX1" fmla="*/ 37428 w 41981"/>
                  <a:gd name="connsiteY1" fmla="*/ 21183 h 41981"/>
                  <a:gd name="connsiteX2" fmla="*/ 37428 w 41981"/>
                  <a:gd name="connsiteY2" fmla="*/ 21183 h 41981"/>
                  <a:gd name="connsiteX3" fmla="*/ 21238 w 41981"/>
                  <a:gd name="connsiteY3" fmla="*/ 37373 h 41981"/>
                  <a:gd name="connsiteX4" fmla="*/ 5048 w 41981"/>
                  <a:gd name="connsiteY4" fmla="*/ 21183 h 41981"/>
                  <a:gd name="connsiteX5" fmla="*/ 21238 w 41981"/>
                  <a:gd name="connsiteY5" fmla="*/ 4993 h 41981"/>
                  <a:gd name="connsiteX6" fmla="*/ 21238 w 41981"/>
                  <a:gd name="connsiteY6" fmla="*/ 192 h 41981"/>
                  <a:gd name="connsiteX7" fmla="*/ 247 w 41981"/>
                  <a:gd name="connsiteY7" fmla="*/ 21183 h 41981"/>
                  <a:gd name="connsiteX8" fmla="*/ 21238 w 41981"/>
                  <a:gd name="connsiteY8" fmla="*/ 42174 h 41981"/>
                  <a:gd name="connsiteX9" fmla="*/ 42228 w 41981"/>
                  <a:gd name="connsiteY9" fmla="*/ 21183 h 41981"/>
                  <a:gd name="connsiteX10" fmla="*/ 42228 w 41981"/>
                  <a:gd name="connsiteY10" fmla="*/ 21183 h 41981"/>
                  <a:gd name="connsiteX11" fmla="*/ 21238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93"/>
                    </a:moveTo>
                    <a:cubicBezTo>
                      <a:pt x="30180" y="4993"/>
                      <a:pt x="37428" y="12241"/>
                      <a:pt x="37428" y="21183"/>
                    </a:cubicBezTo>
                    <a:lnTo>
                      <a:pt x="37428" y="21183"/>
                    </a:lnTo>
                    <a:cubicBezTo>
                      <a:pt x="37428" y="30125"/>
                      <a:pt x="30180" y="37373"/>
                      <a:pt x="21238" y="37373"/>
                    </a:cubicBezTo>
                    <a:cubicBezTo>
                      <a:pt x="12296" y="37373"/>
                      <a:pt x="5048" y="30125"/>
                      <a:pt x="5048" y="21183"/>
                    </a:cubicBezTo>
                    <a:cubicBezTo>
                      <a:pt x="5048" y="12241"/>
                      <a:pt x="12296" y="4993"/>
                      <a:pt x="21238" y="4993"/>
                    </a:cubicBezTo>
                    <a:close/>
                    <a:moveTo>
                      <a:pt x="21238" y="192"/>
                    </a:moveTo>
                    <a:cubicBezTo>
                      <a:pt x="9645" y="192"/>
                      <a:pt x="247" y="9590"/>
                      <a:pt x="247" y="21183"/>
                    </a:cubicBezTo>
                    <a:cubicBezTo>
                      <a:pt x="247" y="32776"/>
                      <a:pt x="9645" y="42174"/>
                      <a:pt x="21238" y="42174"/>
                    </a:cubicBezTo>
                    <a:cubicBezTo>
                      <a:pt x="32830" y="42174"/>
                      <a:pt x="42228" y="32776"/>
                      <a:pt x="42228" y="21183"/>
                    </a:cubicBezTo>
                    <a:lnTo>
                      <a:pt x="42228" y="21183"/>
                    </a:lnTo>
                    <a:cubicBezTo>
                      <a:pt x="42228" y="9590"/>
                      <a:pt x="32830" y="192"/>
                      <a:pt x="21238" y="192"/>
                    </a:cubicBezTo>
                    <a:close/>
                  </a:path>
                </a:pathLst>
              </a:custGeom>
              <a:solidFill>
                <a:srgbClr val="000000"/>
              </a:solidFill>
              <a:ln w="4794" cap="sq">
                <a:noFill/>
                <a:prstDash val="solid"/>
                <a:round/>
              </a:ln>
            </p:spPr>
            <p:txBody>
              <a:bodyPr rtlCol="0" anchor="ctr"/>
              <a:lstStyle/>
              <a:p>
                <a:endParaRPr lang="en-US"/>
              </a:p>
            </p:txBody>
          </p:sp>
          <p:sp>
            <p:nvSpPr>
              <p:cNvPr id="2896" name="Freeform: Shape 2895">
                <a:extLst>
                  <a:ext uri="{FF2B5EF4-FFF2-40B4-BE49-F238E27FC236}">
                    <a16:creationId xmlns:a16="http://schemas.microsoft.com/office/drawing/2014/main" id="{AE39B17A-DF1F-A910-D35D-88BC919DE4C6}"/>
                  </a:ext>
                </a:extLst>
              </p:cNvPr>
              <p:cNvSpPr/>
              <p:nvPr/>
            </p:nvSpPr>
            <p:spPr>
              <a:xfrm>
                <a:off x="7644795" y="8020425"/>
                <a:ext cx="37180" cy="37180"/>
              </a:xfrm>
              <a:custGeom>
                <a:avLst/>
                <a:gdLst>
                  <a:gd name="connsiteX0" fmla="*/ 37432 w 37180"/>
                  <a:gd name="connsiteY0" fmla="*/ 18767 h 37180"/>
                  <a:gd name="connsiteX1" fmla="*/ 18842 w 37180"/>
                  <a:gd name="connsiteY1" fmla="*/ 37357 h 37180"/>
                  <a:gd name="connsiteX2" fmla="*/ 252 w 37180"/>
                  <a:gd name="connsiteY2" fmla="*/ 18767 h 37180"/>
                  <a:gd name="connsiteX3" fmla="*/ 18842 w 37180"/>
                  <a:gd name="connsiteY3" fmla="*/ 177 h 37180"/>
                  <a:gd name="connsiteX4" fmla="*/ 37432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67"/>
                    </a:moveTo>
                    <a:cubicBezTo>
                      <a:pt x="37432" y="29034"/>
                      <a:pt x="29109" y="37357"/>
                      <a:pt x="18842" y="37357"/>
                    </a:cubicBezTo>
                    <a:cubicBezTo>
                      <a:pt x="8575" y="37357"/>
                      <a:pt x="252" y="29034"/>
                      <a:pt x="252" y="18767"/>
                    </a:cubicBezTo>
                    <a:cubicBezTo>
                      <a:pt x="252" y="8500"/>
                      <a:pt x="8575" y="177"/>
                      <a:pt x="18842" y="177"/>
                    </a:cubicBezTo>
                    <a:cubicBezTo>
                      <a:pt x="29109" y="177"/>
                      <a:pt x="37432" y="8500"/>
                      <a:pt x="37432" y="18767"/>
                    </a:cubicBezTo>
                    <a:close/>
                  </a:path>
                </a:pathLst>
              </a:custGeom>
              <a:solidFill>
                <a:srgbClr val="F7F1F1"/>
              </a:solidFill>
              <a:ln w="5753" cap="sq">
                <a:noFill/>
                <a:prstDash val="solid"/>
                <a:miter/>
              </a:ln>
            </p:spPr>
            <p:txBody>
              <a:bodyPr rtlCol="0" anchor="ctr"/>
              <a:lstStyle/>
              <a:p>
                <a:endParaRPr lang="en-US"/>
              </a:p>
            </p:txBody>
          </p:sp>
          <p:sp>
            <p:nvSpPr>
              <p:cNvPr id="2897" name="Freeform: Shape 2896">
                <a:extLst>
                  <a:ext uri="{FF2B5EF4-FFF2-40B4-BE49-F238E27FC236}">
                    <a16:creationId xmlns:a16="http://schemas.microsoft.com/office/drawing/2014/main" id="{40F4F245-7047-E856-2BB1-4DFD657DA0F1}"/>
                  </a:ext>
                </a:extLst>
              </p:cNvPr>
              <p:cNvSpPr/>
              <p:nvPr/>
            </p:nvSpPr>
            <p:spPr>
              <a:xfrm>
                <a:off x="7642395" y="8018025"/>
                <a:ext cx="41981" cy="41981"/>
              </a:xfrm>
              <a:custGeom>
                <a:avLst/>
                <a:gdLst>
                  <a:gd name="connsiteX0" fmla="*/ 21242 w 41981"/>
                  <a:gd name="connsiteY0" fmla="*/ 4977 h 41981"/>
                  <a:gd name="connsiteX1" fmla="*/ 37432 w 41981"/>
                  <a:gd name="connsiteY1" fmla="*/ 21167 h 41981"/>
                  <a:gd name="connsiteX2" fmla="*/ 37432 w 41981"/>
                  <a:gd name="connsiteY2" fmla="*/ 21167 h 41981"/>
                  <a:gd name="connsiteX3" fmla="*/ 21242 w 41981"/>
                  <a:gd name="connsiteY3" fmla="*/ 37357 h 41981"/>
                  <a:gd name="connsiteX4" fmla="*/ 5052 w 41981"/>
                  <a:gd name="connsiteY4" fmla="*/ 21167 h 41981"/>
                  <a:gd name="connsiteX5" fmla="*/ 21242 w 41981"/>
                  <a:gd name="connsiteY5" fmla="*/ 4977 h 41981"/>
                  <a:gd name="connsiteX6" fmla="*/ 21242 w 41981"/>
                  <a:gd name="connsiteY6" fmla="*/ 177 h 41981"/>
                  <a:gd name="connsiteX7" fmla="*/ 252 w 41981"/>
                  <a:gd name="connsiteY7" fmla="*/ 21167 h 41981"/>
                  <a:gd name="connsiteX8" fmla="*/ 21242 w 41981"/>
                  <a:gd name="connsiteY8" fmla="*/ 42158 h 41981"/>
                  <a:gd name="connsiteX9" fmla="*/ 42233 w 41981"/>
                  <a:gd name="connsiteY9" fmla="*/ 21167 h 41981"/>
                  <a:gd name="connsiteX10" fmla="*/ 42233 w 41981"/>
                  <a:gd name="connsiteY10" fmla="*/ 21167 h 41981"/>
                  <a:gd name="connsiteX11" fmla="*/ 21242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77"/>
                    </a:moveTo>
                    <a:cubicBezTo>
                      <a:pt x="30184" y="4977"/>
                      <a:pt x="37432" y="12225"/>
                      <a:pt x="37432" y="21167"/>
                    </a:cubicBezTo>
                    <a:lnTo>
                      <a:pt x="37432" y="21167"/>
                    </a:lnTo>
                    <a:cubicBezTo>
                      <a:pt x="37432" y="30109"/>
                      <a:pt x="30184" y="37357"/>
                      <a:pt x="21242" y="37357"/>
                    </a:cubicBezTo>
                    <a:cubicBezTo>
                      <a:pt x="12300" y="37357"/>
                      <a:pt x="5052" y="30109"/>
                      <a:pt x="5052" y="21167"/>
                    </a:cubicBezTo>
                    <a:cubicBezTo>
                      <a:pt x="5052" y="12225"/>
                      <a:pt x="12300" y="4977"/>
                      <a:pt x="21242" y="4977"/>
                    </a:cubicBezTo>
                    <a:close/>
                    <a:moveTo>
                      <a:pt x="21242" y="177"/>
                    </a:moveTo>
                    <a:cubicBezTo>
                      <a:pt x="9650" y="177"/>
                      <a:pt x="252" y="9575"/>
                      <a:pt x="252" y="21167"/>
                    </a:cubicBezTo>
                    <a:cubicBezTo>
                      <a:pt x="252" y="32760"/>
                      <a:pt x="9650" y="42158"/>
                      <a:pt x="21242" y="42158"/>
                    </a:cubicBezTo>
                    <a:cubicBezTo>
                      <a:pt x="32835" y="42158"/>
                      <a:pt x="42233" y="32760"/>
                      <a:pt x="42233" y="21167"/>
                    </a:cubicBezTo>
                    <a:lnTo>
                      <a:pt x="42233" y="21167"/>
                    </a:lnTo>
                    <a:cubicBezTo>
                      <a:pt x="42233" y="9575"/>
                      <a:pt x="32835" y="177"/>
                      <a:pt x="21242" y="177"/>
                    </a:cubicBezTo>
                    <a:close/>
                  </a:path>
                </a:pathLst>
              </a:custGeom>
              <a:solidFill>
                <a:srgbClr val="000000"/>
              </a:solidFill>
              <a:ln w="4794" cap="sq">
                <a:noFill/>
                <a:prstDash val="solid"/>
                <a:round/>
              </a:ln>
            </p:spPr>
            <p:txBody>
              <a:bodyPr rtlCol="0" anchor="ctr"/>
              <a:lstStyle/>
              <a:p>
                <a:endParaRPr lang="en-US"/>
              </a:p>
            </p:txBody>
          </p:sp>
          <p:sp>
            <p:nvSpPr>
              <p:cNvPr id="2898" name="Freeform: Shape 2897">
                <a:extLst>
                  <a:ext uri="{FF2B5EF4-FFF2-40B4-BE49-F238E27FC236}">
                    <a16:creationId xmlns:a16="http://schemas.microsoft.com/office/drawing/2014/main" id="{F644BF7E-A56F-2349-9C4A-962AF3A517E4}"/>
                  </a:ext>
                </a:extLst>
              </p:cNvPr>
              <p:cNvSpPr/>
              <p:nvPr/>
            </p:nvSpPr>
            <p:spPr>
              <a:xfrm>
                <a:off x="7645043" y="7922649"/>
                <a:ext cx="37180" cy="37180"/>
              </a:xfrm>
              <a:custGeom>
                <a:avLst/>
                <a:gdLst>
                  <a:gd name="connsiteX0" fmla="*/ 37432 w 37180"/>
                  <a:gd name="connsiteY0" fmla="*/ 18750 h 37180"/>
                  <a:gd name="connsiteX1" fmla="*/ 18842 w 37180"/>
                  <a:gd name="connsiteY1" fmla="*/ 37341 h 37180"/>
                  <a:gd name="connsiteX2" fmla="*/ 252 w 37180"/>
                  <a:gd name="connsiteY2" fmla="*/ 18750 h 37180"/>
                  <a:gd name="connsiteX3" fmla="*/ 18842 w 37180"/>
                  <a:gd name="connsiteY3" fmla="*/ 160 h 37180"/>
                  <a:gd name="connsiteX4" fmla="*/ 37432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50"/>
                    </a:moveTo>
                    <a:cubicBezTo>
                      <a:pt x="37432" y="29017"/>
                      <a:pt x="29109" y="37341"/>
                      <a:pt x="18842" y="37341"/>
                    </a:cubicBezTo>
                    <a:cubicBezTo>
                      <a:pt x="8575" y="37341"/>
                      <a:pt x="252" y="29017"/>
                      <a:pt x="252" y="18750"/>
                    </a:cubicBezTo>
                    <a:cubicBezTo>
                      <a:pt x="252" y="8483"/>
                      <a:pt x="8575" y="160"/>
                      <a:pt x="18842" y="160"/>
                    </a:cubicBezTo>
                    <a:cubicBezTo>
                      <a:pt x="29109" y="160"/>
                      <a:pt x="37432" y="8483"/>
                      <a:pt x="37432" y="18750"/>
                    </a:cubicBezTo>
                    <a:close/>
                  </a:path>
                </a:pathLst>
              </a:custGeom>
              <a:solidFill>
                <a:srgbClr val="F7EDED"/>
              </a:solidFill>
              <a:ln w="5753" cap="sq">
                <a:noFill/>
                <a:prstDash val="solid"/>
                <a:miter/>
              </a:ln>
            </p:spPr>
            <p:txBody>
              <a:bodyPr rtlCol="0" anchor="ctr"/>
              <a:lstStyle/>
              <a:p>
                <a:endParaRPr lang="en-US"/>
              </a:p>
            </p:txBody>
          </p:sp>
          <p:sp>
            <p:nvSpPr>
              <p:cNvPr id="2899" name="Freeform: Shape 2898">
                <a:extLst>
                  <a:ext uri="{FF2B5EF4-FFF2-40B4-BE49-F238E27FC236}">
                    <a16:creationId xmlns:a16="http://schemas.microsoft.com/office/drawing/2014/main" id="{6215110D-BD3F-F828-6D5F-23B27648FE92}"/>
                  </a:ext>
                </a:extLst>
              </p:cNvPr>
              <p:cNvSpPr/>
              <p:nvPr/>
            </p:nvSpPr>
            <p:spPr>
              <a:xfrm>
                <a:off x="7642643" y="7920249"/>
                <a:ext cx="41981" cy="41981"/>
              </a:xfrm>
              <a:custGeom>
                <a:avLst/>
                <a:gdLst>
                  <a:gd name="connsiteX0" fmla="*/ 21242 w 41981"/>
                  <a:gd name="connsiteY0" fmla="*/ 4960 h 41981"/>
                  <a:gd name="connsiteX1" fmla="*/ 37432 w 41981"/>
                  <a:gd name="connsiteY1" fmla="*/ 21150 h 41981"/>
                  <a:gd name="connsiteX2" fmla="*/ 37432 w 41981"/>
                  <a:gd name="connsiteY2" fmla="*/ 21150 h 41981"/>
                  <a:gd name="connsiteX3" fmla="*/ 21242 w 41981"/>
                  <a:gd name="connsiteY3" fmla="*/ 37341 h 41981"/>
                  <a:gd name="connsiteX4" fmla="*/ 5052 w 41981"/>
                  <a:gd name="connsiteY4" fmla="*/ 21150 h 41981"/>
                  <a:gd name="connsiteX5" fmla="*/ 21242 w 41981"/>
                  <a:gd name="connsiteY5" fmla="*/ 4960 h 41981"/>
                  <a:gd name="connsiteX6" fmla="*/ 21242 w 41981"/>
                  <a:gd name="connsiteY6" fmla="*/ 160 h 41981"/>
                  <a:gd name="connsiteX7" fmla="*/ 252 w 41981"/>
                  <a:gd name="connsiteY7" fmla="*/ 21150 h 41981"/>
                  <a:gd name="connsiteX8" fmla="*/ 21242 w 41981"/>
                  <a:gd name="connsiteY8" fmla="*/ 42141 h 41981"/>
                  <a:gd name="connsiteX9" fmla="*/ 42233 w 41981"/>
                  <a:gd name="connsiteY9" fmla="*/ 21150 h 41981"/>
                  <a:gd name="connsiteX10" fmla="*/ 42233 w 41981"/>
                  <a:gd name="connsiteY10" fmla="*/ 21150 h 41981"/>
                  <a:gd name="connsiteX11" fmla="*/ 21242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60"/>
                    </a:moveTo>
                    <a:cubicBezTo>
                      <a:pt x="30184" y="4960"/>
                      <a:pt x="37432" y="12208"/>
                      <a:pt x="37432" y="21150"/>
                    </a:cubicBezTo>
                    <a:lnTo>
                      <a:pt x="37432" y="21150"/>
                    </a:lnTo>
                    <a:cubicBezTo>
                      <a:pt x="37432" y="30092"/>
                      <a:pt x="30184" y="37341"/>
                      <a:pt x="21242" y="37341"/>
                    </a:cubicBezTo>
                    <a:cubicBezTo>
                      <a:pt x="12300" y="37341"/>
                      <a:pt x="5052" y="30092"/>
                      <a:pt x="5052" y="21150"/>
                    </a:cubicBezTo>
                    <a:cubicBezTo>
                      <a:pt x="5052" y="12208"/>
                      <a:pt x="12300" y="4960"/>
                      <a:pt x="21242" y="4960"/>
                    </a:cubicBezTo>
                    <a:close/>
                    <a:moveTo>
                      <a:pt x="21242" y="160"/>
                    </a:moveTo>
                    <a:cubicBezTo>
                      <a:pt x="9650" y="160"/>
                      <a:pt x="252" y="9558"/>
                      <a:pt x="252" y="21150"/>
                    </a:cubicBezTo>
                    <a:cubicBezTo>
                      <a:pt x="252" y="32743"/>
                      <a:pt x="9650" y="42141"/>
                      <a:pt x="21242" y="42141"/>
                    </a:cubicBezTo>
                    <a:cubicBezTo>
                      <a:pt x="32835" y="42141"/>
                      <a:pt x="42233" y="32743"/>
                      <a:pt x="42233" y="21150"/>
                    </a:cubicBezTo>
                    <a:lnTo>
                      <a:pt x="42233" y="21150"/>
                    </a:lnTo>
                    <a:cubicBezTo>
                      <a:pt x="42233" y="9558"/>
                      <a:pt x="32835" y="160"/>
                      <a:pt x="21242" y="160"/>
                    </a:cubicBezTo>
                    <a:close/>
                  </a:path>
                </a:pathLst>
              </a:custGeom>
              <a:solidFill>
                <a:srgbClr val="000000"/>
              </a:solidFill>
              <a:ln w="4794" cap="sq">
                <a:noFill/>
                <a:prstDash val="solid"/>
                <a:round/>
              </a:ln>
            </p:spPr>
            <p:txBody>
              <a:bodyPr rtlCol="0" anchor="ctr"/>
              <a:lstStyle/>
              <a:p>
                <a:endParaRPr lang="en-US"/>
              </a:p>
            </p:txBody>
          </p:sp>
          <p:sp>
            <p:nvSpPr>
              <p:cNvPr id="2900" name="Freeform: Shape 2899">
                <a:extLst>
                  <a:ext uri="{FF2B5EF4-FFF2-40B4-BE49-F238E27FC236}">
                    <a16:creationId xmlns:a16="http://schemas.microsoft.com/office/drawing/2014/main" id="{8585E41A-6D3B-AF8E-F478-55D9AFFEC542}"/>
                  </a:ext>
                </a:extLst>
              </p:cNvPr>
              <p:cNvSpPr/>
              <p:nvPr/>
            </p:nvSpPr>
            <p:spPr>
              <a:xfrm>
                <a:off x="7755888" y="8000830"/>
                <a:ext cx="37180" cy="37180"/>
              </a:xfrm>
              <a:custGeom>
                <a:avLst/>
                <a:gdLst>
                  <a:gd name="connsiteX0" fmla="*/ 37452 w 37180"/>
                  <a:gd name="connsiteY0" fmla="*/ 18764 h 37180"/>
                  <a:gd name="connsiteX1" fmla="*/ 18861 w 37180"/>
                  <a:gd name="connsiteY1" fmla="*/ 37354 h 37180"/>
                  <a:gd name="connsiteX2" fmla="*/ 271 w 37180"/>
                  <a:gd name="connsiteY2" fmla="*/ 18764 h 37180"/>
                  <a:gd name="connsiteX3" fmla="*/ 18861 w 37180"/>
                  <a:gd name="connsiteY3" fmla="*/ 173 h 37180"/>
                  <a:gd name="connsiteX4" fmla="*/ 37452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64"/>
                    </a:moveTo>
                    <a:cubicBezTo>
                      <a:pt x="37452" y="29031"/>
                      <a:pt x="29128" y="37354"/>
                      <a:pt x="18861" y="37354"/>
                    </a:cubicBezTo>
                    <a:cubicBezTo>
                      <a:pt x="8594" y="37354"/>
                      <a:pt x="271" y="29031"/>
                      <a:pt x="271" y="18764"/>
                    </a:cubicBezTo>
                    <a:cubicBezTo>
                      <a:pt x="271" y="8496"/>
                      <a:pt x="8594" y="173"/>
                      <a:pt x="18861" y="173"/>
                    </a:cubicBezTo>
                    <a:cubicBezTo>
                      <a:pt x="29128" y="173"/>
                      <a:pt x="37452" y="8496"/>
                      <a:pt x="37452" y="18764"/>
                    </a:cubicBezTo>
                    <a:close/>
                  </a:path>
                </a:pathLst>
              </a:custGeom>
              <a:solidFill>
                <a:srgbClr val="F2F7F2"/>
              </a:solidFill>
              <a:ln w="5753" cap="sq">
                <a:noFill/>
                <a:prstDash val="solid"/>
                <a:miter/>
              </a:ln>
            </p:spPr>
            <p:txBody>
              <a:bodyPr rtlCol="0" anchor="ctr"/>
              <a:lstStyle/>
              <a:p>
                <a:endParaRPr lang="en-US"/>
              </a:p>
            </p:txBody>
          </p:sp>
          <p:sp>
            <p:nvSpPr>
              <p:cNvPr id="2901" name="Freeform: Shape 2900">
                <a:extLst>
                  <a:ext uri="{FF2B5EF4-FFF2-40B4-BE49-F238E27FC236}">
                    <a16:creationId xmlns:a16="http://schemas.microsoft.com/office/drawing/2014/main" id="{27099EB2-BF00-EEC2-3A28-42839ED69141}"/>
                  </a:ext>
                </a:extLst>
              </p:cNvPr>
              <p:cNvSpPr/>
              <p:nvPr/>
            </p:nvSpPr>
            <p:spPr>
              <a:xfrm>
                <a:off x="7753488" y="7998430"/>
                <a:ext cx="41981" cy="41981"/>
              </a:xfrm>
              <a:custGeom>
                <a:avLst/>
                <a:gdLst>
                  <a:gd name="connsiteX0" fmla="*/ 21261 w 41981"/>
                  <a:gd name="connsiteY0" fmla="*/ 4974 h 41981"/>
                  <a:gd name="connsiteX1" fmla="*/ 37452 w 41981"/>
                  <a:gd name="connsiteY1" fmla="*/ 21164 h 41981"/>
                  <a:gd name="connsiteX2" fmla="*/ 37452 w 41981"/>
                  <a:gd name="connsiteY2" fmla="*/ 21164 h 41981"/>
                  <a:gd name="connsiteX3" fmla="*/ 21261 w 41981"/>
                  <a:gd name="connsiteY3" fmla="*/ 37354 h 41981"/>
                  <a:gd name="connsiteX4" fmla="*/ 5071 w 41981"/>
                  <a:gd name="connsiteY4" fmla="*/ 21164 h 41981"/>
                  <a:gd name="connsiteX5" fmla="*/ 21261 w 41981"/>
                  <a:gd name="connsiteY5" fmla="*/ 4974 h 41981"/>
                  <a:gd name="connsiteX6" fmla="*/ 21261 w 41981"/>
                  <a:gd name="connsiteY6" fmla="*/ 173 h 41981"/>
                  <a:gd name="connsiteX7" fmla="*/ 271 w 41981"/>
                  <a:gd name="connsiteY7" fmla="*/ 21164 h 41981"/>
                  <a:gd name="connsiteX8" fmla="*/ 21261 w 41981"/>
                  <a:gd name="connsiteY8" fmla="*/ 42154 h 41981"/>
                  <a:gd name="connsiteX9" fmla="*/ 42252 w 41981"/>
                  <a:gd name="connsiteY9" fmla="*/ 21164 h 41981"/>
                  <a:gd name="connsiteX10" fmla="*/ 42252 w 41981"/>
                  <a:gd name="connsiteY10" fmla="*/ 21164 h 41981"/>
                  <a:gd name="connsiteX11" fmla="*/ 21261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74"/>
                    </a:moveTo>
                    <a:cubicBezTo>
                      <a:pt x="30203" y="4974"/>
                      <a:pt x="37452" y="12222"/>
                      <a:pt x="37452" y="21164"/>
                    </a:cubicBezTo>
                    <a:lnTo>
                      <a:pt x="37452" y="21164"/>
                    </a:lnTo>
                    <a:cubicBezTo>
                      <a:pt x="37452" y="30106"/>
                      <a:pt x="30203" y="37354"/>
                      <a:pt x="21261" y="37354"/>
                    </a:cubicBezTo>
                    <a:cubicBezTo>
                      <a:pt x="12320" y="37354"/>
                      <a:pt x="5071" y="30106"/>
                      <a:pt x="5071" y="21164"/>
                    </a:cubicBezTo>
                    <a:cubicBezTo>
                      <a:pt x="5071" y="12222"/>
                      <a:pt x="12320" y="4974"/>
                      <a:pt x="21261" y="4974"/>
                    </a:cubicBezTo>
                    <a:close/>
                    <a:moveTo>
                      <a:pt x="21261" y="173"/>
                    </a:moveTo>
                    <a:cubicBezTo>
                      <a:pt x="9669" y="173"/>
                      <a:pt x="271" y="9571"/>
                      <a:pt x="271" y="21164"/>
                    </a:cubicBezTo>
                    <a:cubicBezTo>
                      <a:pt x="271" y="32756"/>
                      <a:pt x="9669" y="42154"/>
                      <a:pt x="21261" y="42154"/>
                    </a:cubicBezTo>
                    <a:cubicBezTo>
                      <a:pt x="32854" y="42154"/>
                      <a:pt x="42252" y="32756"/>
                      <a:pt x="42252" y="21164"/>
                    </a:cubicBezTo>
                    <a:lnTo>
                      <a:pt x="42252" y="21164"/>
                    </a:lnTo>
                    <a:cubicBezTo>
                      <a:pt x="42252" y="9571"/>
                      <a:pt x="32854" y="173"/>
                      <a:pt x="21261" y="173"/>
                    </a:cubicBezTo>
                    <a:close/>
                  </a:path>
                </a:pathLst>
              </a:custGeom>
              <a:solidFill>
                <a:srgbClr val="000000"/>
              </a:solidFill>
              <a:ln w="4794" cap="sq">
                <a:noFill/>
                <a:prstDash val="solid"/>
                <a:round/>
              </a:ln>
            </p:spPr>
            <p:txBody>
              <a:bodyPr rtlCol="0" anchor="ctr"/>
              <a:lstStyle/>
              <a:p>
                <a:endParaRPr lang="en-US"/>
              </a:p>
            </p:txBody>
          </p:sp>
          <p:sp>
            <p:nvSpPr>
              <p:cNvPr id="2902" name="Freeform: Shape 2901">
                <a:extLst>
                  <a:ext uri="{FF2B5EF4-FFF2-40B4-BE49-F238E27FC236}">
                    <a16:creationId xmlns:a16="http://schemas.microsoft.com/office/drawing/2014/main" id="{88A5F5E9-0BC0-24F7-F9BB-5C13E1437A2A}"/>
                  </a:ext>
                </a:extLst>
              </p:cNvPr>
              <p:cNvSpPr/>
              <p:nvPr/>
            </p:nvSpPr>
            <p:spPr>
              <a:xfrm>
                <a:off x="7706951" y="7955585"/>
                <a:ext cx="37180" cy="37180"/>
              </a:xfrm>
              <a:custGeom>
                <a:avLst/>
                <a:gdLst>
                  <a:gd name="connsiteX0" fmla="*/ 37443 w 37180"/>
                  <a:gd name="connsiteY0" fmla="*/ 18756 h 37180"/>
                  <a:gd name="connsiteX1" fmla="*/ 18853 w 37180"/>
                  <a:gd name="connsiteY1" fmla="*/ 37346 h 37180"/>
                  <a:gd name="connsiteX2" fmla="*/ 262 w 37180"/>
                  <a:gd name="connsiteY2" fmla="*/ 18756 h 37180"/>
                  <a:gd name="connsiteX3" fmla="*/ 18853 w 37180"/>
                  <a:gd name="connsiteY3" fmla="*/ 165 h 37180"/>
                  <a:gd name="connsiteX4" fmla="*/ 37443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56"/>
                    </a:moveTo>
                    <a:cubicBezTo>
                      <a:pt x="37443" y="29023"/>
                      <a:pt x="29120" y="37346"/>
                      <a:pt x="18853" y="37346"/>
                    </a:cubicBezTo>
                    <a:cubicBezTo>
                      <a:pt x="8586" y="37346"/>
                      <a:pt x="262" y="29023"/>
                      <a:pt x="262" y="18756"/>
                    </a:cubicBezTo>
                    <a:cubicBezTo>
                      <a:pt x="262" y="8489"/>
                      <a:pt x="8586" y="165"/>
                      <a:pt x="18853" y="165"/>
                    </a:cubicBezTo>
                    <a:cubicBezTo>
                      <a:pt x="29120" y="165"/>
                      <a:pt x="37443" y="8489"/>
                      <a:pt x="37443" y="18756"/>
                    </a:cubicBezTo>
                    <a:close/>
                  </a:path>
                </a:pathLst>
              </a:custGeom>
              <a:solidFill>
                <a:srgbClr val="F7F1F1"/>
              </a:solidFill>
              <a:ln w="5753" cap="sq">
                <a:noFill/>
                <a:prstDash val="solid"/>
                <a:miter/>
              </a:ln>
            </p:spPr>
            <p:txBody>
              <a:bodyPr rtlCol="0" anchor="ctr"/>
              <a:lstStyle/>
              <a:p>
                <a:endParaRPr lang="en-US"/>
              </a:p>
            </p:txBody>
          </p:sp>
          <p:sp>
            <p:nvSpPr>
              <p:cNvPr id="2903" name="Freeform: Shape 2902">
                <a:extLst>
                  <a:ext uri="{FF2B5EF4-FFF2-40B4-BE49-F238E27FC236}">
                    <a16:creationId xmlns:a16="http://schemas.microsoft.com/office/drawing/2014/main" id="{F78CB919-DCF2-833A-7C6C-A85361FB2BE4}"/>
                  </a:ext>
                </a:extLst>
              </p:cNvPr>
              <p:cNvSpPr/>
              <p:nvPr/>
            </p:nvSpPr>
            <p:spPr>
              <a:xfrm>
                <a:off x="7704551" y="7953185"/>
                <a:ext cx="41981" cy="41981"/>
              </a:xfrm>
              <a:custGeom>
                <a:avLst/>
                <a:gdLst>
                  <a:gd name="connsiteX0" fmla="*/ 21253 w 41981"/>
                  <a:gd name="connsiteY0" fmla="*/ 4966 h 41981"/>
                  <a:gd name="connsiteX1" fmla="*/ 37443 w 41981"/>
                  <a:gd name="connsiteY1" fmla="*/ 21156 h 41981"/>
                  <a:gd name="connsiteX2" fmla="*/ 37443 w 41981"/>
                  <a:gd name="connsiteY2" fmla="*/ 21156 h 41981"/>
                  <a:gd name="connsiteX3" fmla="*/ 21253 w 41981"/>
                  <a:gd name="connsiteY3" fmla="*/ 37346 h 41981"/>
                  <a:gd name="connsiteX4" fmla="*/ 5063 w 41981"/>
                  <a:gd name="connsiteY4" fmla="*/ 21156 h 41981"/>
                  <a:gd name="connsiteX5" fmla="*/ 21253 w 41981"/>
                  <a:gd name="connsiteY5" fmla="*/ 4966 h 41981"/>
                  <a:gd name="connsiteX6" fmla="*/ 21253 w 41981"/>
                  <a:gd name="connsiteY6" fmla="*/ 165 h 41981"/>
                  <a:gd name="connsiteX7" fmla="*/ 262 w 41981"/>
                  <a:gd name="connsiteY7" fmla="*/ 21156 h 41981"/>
                  <a:gd name="connsiteX8" fmla="*/ 21253 w 41981"/>
                  <a:gd name="connsiteY8" fmla="*/ 42147 h 41981"/>
                  <a:gd name="connsiteX9" fmla="*/ 42244 w 41981"/>
                  <a:gd name="connsiteY9" fmla="*/ 21156 h 41981"/>
                  <a:gd name="connsiteX10" fmla="*/ 42244 w 41981"/>
                  <a:gd name="connsiteY10" fmla="*/ 21156 h 41981"/>
                  <a:gd name="connsiteX11" fmla="*/ 21253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66"/>
                    </a:moveTo>
                    <a:cubicBezTo>
                      <a:pt x="30195" y="4966"/>
                      <a:pt x="37443" y="12214"/>
                      <a:pt x="37443" y="21156"/>
                    </a:cubicBezTo>
                    <a:lnTo>
                      <a:pt x="37443" y="21156"/>
                    </a:lnTo>
                    <a:cubicBezTo>
                      <a:pt x="37443" y="30098"/>
                      <a:pt x="30195" y="37346"/>
                      <a:pt x="21253" y="37346"/>
                    </a:cubicBezTo>
                    <a:cubicBezTo>
                      <a:pt x="12311" y="37346"/>
                      <a:pt x="5063" y="30098"/>
                      <a:pt x="5063" y="21156"/>
                    </a:cubicBezTo>
                    <a:cubicBezTo>
                      <a:pt x="5063" y="12214"/>
                      <a:pt x="12311" y="4966"/>
                      <a:pt x="21253" y="4966"/>
                    </a:cubicBezTo>
                    <a:close/>
                    <a:moveTo>
                      <a:pt x="21253" y="165"/>
                    </a:moveTo>
                    <a:cubicBezTo>
                      <a:pt x="9660" y="165"/>
                      <a:pt x="262" y="9563"/>
                      <a:pt x="262" y="21156"/>
                    </a:cubicBezTo>
                    <a:cubicBezTo>
                      <a:pt x="262" y="32749"/>
                      <a:pt x="9660" y="42147"/>
                      <a:pt x="21253" y="42147"/>
                    </a:cubicBezTo>
                    <a:cubicBezTo>
                      <a:pt x="32846" y="42147"/>
                      <a:pt x="42244" y="32749"/>
                      <a:pt x="42244" y="21156"/>
                    </a:cubicBezTo>
                    <a:lnTo>
                      <a:pt x="42244" y="21156"/>
                    </a:lnTo>
                    <a:cubicBezTo>
                      <a:pt x="42244" y="9563"/>
                      <a:pt x="32846" y="165"/>
                      <a:pt x="21253" y="165"/>
                    </a:cubicBezTo>
                    <a:close/>
                  </a:path>
                </a:pathLst>
              </a:custGeom>
              <a:solidFill>
                <a:srgbClr val="000000"/>
              </a:solidFill>
              <a:ln w="4794" cap="sq">
                <a:noFill/>
                <a:prstDash val="solid"/>
                <a:round/>
              </a:ln>
            </p:spPr>
            <p:txBody>
              <a:bodyPr rtlCol="0" anchor="ctr"/>
              <a:lstStyle/>
              <a:p>
                <a:endParaRPr lang="en-US"/>
              </a:p>
            </p:txBody>
          </p:sp>
          <p:sp>
            <p:nvSpPr>
              <p:cNvPr id="2904" name="Freeform: Shape 2903">
                <a:extLst>
                  <a:ext uri="{FF2B5EF4-FFF2-40B4-BE49-F238E27FC236}">
                    <a16:creationId xmlns:a16="http://schemas.microsoft.com/office/drawing/2014/main" id="{2C827686-0CC2-E1FD-D21C-446691FEE41A}"/>
                  </a:ext>
                </a:extLst>
              </p:cNvPr>
              <p:cNvSpPr/>
              <p:nvPr/>
            </p:nvSpPr>
            <p:spPr>
              <a:xfrm>
                <a:off x="7648522" y="7968050"/>
                <a:ext cx="37180" cy="37180"/>
              </a:xfrm>
              <a:custGeom>
                <a:avLst/>
                <a:gdLst>
                  <a:gd name="connsiteX0" fmla="*/ 37433 w 37180"/>
                  <a:gd name="connsiteY0" fmla="*/ 18758 h 37180"/>
                  <a:gd name="connsiteX1" fmla="*/ 18843 w 37180"/>
                  <a:gd name="connsiteY1" fmla="*/ 37348 h 37180"/>
                  <a:gd name="connsiteX2" fmla="*/ 252 w 37180"/>
                  <a:gd name="connsiteY2" fmla="*/ 18758 h 37180"/>
                  <a:gd name="connsiteX3" fmla="*/ 18843 w 37180"/>
                  <a:gd name="connsiteY3" fmla="*/ 168 h 37180"/>
                  <a:gd name="connsiteX4" fmla="*/ 3743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58"/>
                    </a:moveTo>
                    <a:cubicBezTo>
                      <a:pt x="37433" y="29025"/>
                      <a:pt x="29110" y="37348"/>
                      <a:pt x="18843" y="37348"/>
                    </a:cubicBezTo>
                    <a:cubicBezTo>
                      <a:pt x="8575" y="37348"/>
                      <a:pt x="252" y="29025"/>
                      <a:pt x="252" y="18758"/>
                    </a:cubicBezTo>
                    <a:cubicBezTo>
                      <a:pt x="252" y="8491"/>
                      <a:pt x="8575" y="168"/>
                      <a:pt x="18843" y="168"/>
                    </a:cubicBezTo>
                    <a:cubicBezTo>
                      <a:pt x="29110" y="168"/>
                      <a:pt x="37433" y="8491"/>
                      <a:pt x="37433" y="18758"/>
                    </a:cubicBezTo>
                    <a:close/>
                  </a:path>
                </a:pathLst>
              </a:custGeom>
              <a:solidFill>
                <a:srgbClr val="F7DEDE"/>
              </a:solidFill>
              <a:ln w="5753" cap="sq">
                <a:noFill/>
                <a:prstDash val="solid"/>
                <a:miter/>
              </a:ln>
            </p:spPr>
            <p:txBody>
              <a:bodyPr rtlCol="0" anchor="ctr"/>
              <a:lstStyle/>
              <a:p>
                <a:endParaRPr lang="en-US"/>
              </a:p>
            </p:txBody>
          </p:sp>
          <p:sp>
            <p:nvSpPr>
              <p:cNvPr id="2905" name="Freeform: Shape 2904">
                <a:extLst>
                  <a:ext uri="{FF2B5EF4-FFF2-40B4-BE49-F238E27FC236}">
                    <a16:creationId xmlns:a16="http://schemas.microsoft.com/office/drawing/2014/main" id="{A3726A78-13DC-B1EB-1A57-E50385760112}"/>
                  </a:ext>
                </a:extLst>
              </p:cNvPr>
              <p:cNvSpPr/>
              <p:nvPr/>
            </p:nvSpPr>
            <p:spPr>
              <a:xfrm>
                <a:off x="7646122" y="7965650"/>
                <a:ext cx="41981" cy="41981"/>
              </a:xfrm>
              <a:custGeom>
                <a:avLst/>
                <a:gdLst>
                  <a:gd name="connsiteX0" fmla="*/ 21243 w 41981"/>
                  <a:gd name="connsiteY0" fmla="*/ 4968 h 41981"/>
                  <a:gd name="connsiteX1" fmla="*/ 37433 w 41981"/>
                  <a:gd name="connsiteY1" fmla="*/ 21158 h 41981"/>
                  <a:gd name="connsiteX2" fmla="*/ 37433 w 41981"/>
                  <a:gd name="connsiteY2" fmla="*/ 21158 h 41981"/>
                  <a:gd name="connsiteX3" fmla="*/ 21243 w 41981"/>
                  <a:gd name="connsiteY3" fmla="*/ 37348 h 41981"/>
                  <a:gd name="connsiteX4" fmla="*/ 5053 w 41981"/>
                  <a:gd name="connsiteY4" fmla="*/ 21158 h 41981"/>
                  <a:gd name="connsiteX5" fmla="*/ 21243 w 41981"/>
                  <a:gd name="connsiteY5" fmla="*/ 4968 h 41981"/>
                  <a:gd name="connsiteX6" fmla="*/ 21243 w 41981"/>
                  <a:gd name="connsiteY6" fmla="*/ 168 h 41981"/>
                  <a:gd name="connsiteX7" fmla="*/ 252 w 41981"/>
                  <a:gd name="connsiteY7" fmla="*/ 21158 h 41981"/>
                  <a:gd name="connsiteX8" fmla="*/ 21243 w 41981"/>
                  <a:gd name="connsiteY8" fmla="*/ 42149 h 41981"/>
                  <a:gd name="connsiteX9" fmla="*/ 42233 w 41981"/>
                  <a:gd name="connsiteY9" fmla="*/ 21158 h 41981"/>
                  <a:gd name="connsiteX10" fmla="*/ 42233 w 41981"/>
                  <a:gd name="connsiteY10" fmla="*/ 21158 h 41981"/>
                  <a:gd name="connsiteX11" fmla="*/ 2124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68"/>
                    </a:moveTo>
                    <a:cubicBezTo>
                      <a:pt x="30185" y="4968"/>
                      <a:pt x="37433" y="12216"/>
                      <a:pt x="37433" y="21158"/>
                    </a:cubicBezTo>
                    <a:lnTo>
                      <a:pt x="37433" y="21158"/>
                    </a:lnTo>
                    <a:cubicBezTo>
                      <a:pt x="37433" y="30100"/>
                      <a:pt x="30185" y="37348"/>
                      <a:pt x="21243" y="37348"/>
                    </a:cubicBezTo>
                    <a:cubicBezTo>
                      <a:pt x="12301" y="37348"/>
                      <a:pt x="5053" y="30100"/>
                      <a:pt x="5053" y="21158"/>
                    </a:cubicBezTo>
                    <a:cubicBezTo>
                      <a:pt x="5053" y="12216"/>
                      <a:pt x="12301" y="4968"/>
                      <a:pt x="21243" y="4968"/>
                    </a:cubicBezTo>
                    <a:close/>
                    <a:moveTo>
                      <a:pt x="21243" y="168"/>
                    </a:moveTo>
                    <a:cubicBezTo>
                      <a:pt x="9650" y="168"/>
                      <a:pt x="252" y="9566"/>
                      <a:pt x="252" y="21158"/>
                    </a:cubicBezTo>
                    <a:cubicBezTo>
                      <a:pt x="252" y="32751"/>
                      <a:pt x="9650" y="42149"/>
                      <a:pt x="21243" y="42149"/>
                    </a:cubicBezTo>
                    <a:cubicBezTo>
                      <a:pt x="32835" y="42149"/>
                      <a:pt x="42233" y="32751"/>
                      <a:pt x="42233" y="21158"/>
                    </a:cubicBezTo>
                    <a:lnTo>
                      <a:pt x="42233" y="21158"/>
                    </a:lnTo>
                    <a:cubicBezTo>
                      <a:pt x="42233" y="9566"/>
                      <a:pt x="32835" y="168"/>
                      <a:pt x="21243" y="168"/>
                    </a:cubicBezTo>
                    <a:close/>
                  </a:path>
                </a:pathLst>
              </a:custGeom>
              <a:solidFill>
                <a:srgbClr val="000000"/>
              </a:solidFill>
              <a:ln w="4794" cap="sq">
                <a:noFill/>
                <a:prstDash val="solid"/>
                <a:round/>
              </a:ln>
            </p:spPr>
            <p:txBody>
              <a:bodyPr rtlCol="0" anchor="ctr"/>
              <a:lstStyle/>
              <a:p>
                <a:endParaRPr lang="en-US"/>
              </a:p>
            </p:txBody>
          </p:sp>
          <p:sp>
            <p:nvSpPr>
              <p:cNvPr id="2906" name="Freeform: Shape 2905">
                <a:extLst>
                  <a:ext uri="{FF2B5EF4-FFF2-40B4-BE49-F238E27FC236}">
                    <a16:creationId xmlns:a16="http://schemas.microsoft.com/office/drawing/2014/main" id="{50DFD9DD-9066-1056-68E8-A4ACD98FD21A}"/>
                  </a:ext>
                </a:extLst>
              </p:cNvPr>
              <p:cNvSpPr/>
              <p:nvPr/>
            </p:nvSpPr>
            <p:spPr>
              <a:xfrm>
                <a:off x="7667357" y="7961149"/>
                <a:ext cx="37180" cy="37180"/>
              </a:xfrm>
              <a:custGeom>
                <a:avLst/>
                <a:gdLst>
                  <a:gd name="connsiteX0" fmla="*/ 37436 w 37180"/>
                  <a:gd name="connsiteY0" fmla="*/ 18757 h 37180"/>
                  <a:gd name="connsiteX1" fmla="*/ 18846 w 37180"/>
                  <a:gd name="connsiteY1" fmla="*/ 37347 h 37180"/>
                  <a:gd name="connsiteX2" fmla="*/ 255 w 37180"/>
                  <a:gd name="connsiteY2" fmla="*/ 18757 h 37180"/>
                  <a:gd name="connsiteX3" fmla="*/ 18846 w 37180"/>
                  <a:gd name="connsiteY3" fmla="*/ 166 h 37180"/>
                  <a:gd name="connsiteX4" fmla="*/ 37436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7"/>
                    </a:moveTo>
                    <a:cubicBezTo>
                      <a:pt x="37436" y="29024"/>
                      <a:pt x="29113" y="37347"/>
                      <a:pt x="18846" y="37347"/>
                    </a:cubicBezTo>
                    <a:cubicBezTo>
                      <a:pt x="8579" y="37347"/>
                      <a:pt x="255" y="29024"/>
                      <a:pt x="255" y="18757"/>
                    </a:cubicBezTo>
                    <a:cubicBezTo>
                      <a:pt x="255" y="8490"/>
                      <a:pt x="8579" y="166"/>
                      <a:pt x="18846" y="166"/>
                    </a:cubicBezTo>
                    <a:cubicBezTo>
                      <a:pt x="29113" y="166"/>
                      <a:pt x="37436" y="8490"/>
                      <a:pt x="37436" y="18757"/>
                    </a:cubicBezTo>
                    <a:close/>
                  </a:path>
                </a:pathLst>
              </a:custGeom>
              <a:solidFill>
                <a:srgbClr val="F7DCDC"/>
              </a:solidFill>
              <a:ln w="5753" cap="sq">
                <a:noFill/>
                <a:prstDash val="solid"/>
                <a:miter/>
              </a:ln>
            </p:spPr>
            <p:txBody>
              <a:bodyPr rtlCol="0" anchor="ctr"/>
              <a:lstStyle/>
              <a:p>
                <a:endParaRPr lang="en-US"/>
              </a:p>
            </p:txBody>
          </p:sp>
          <p:sp>
            <p:nvSpPr>
              <p:cNvPr id="2907" name="Freeform: Shape 2906">
                <a:extLst>
                  <a:ext uri="{FF2B5EF4-FFF2-40B4-BE49-F238E27FC236}">
                    <a16:creationId xmlns:a16="http://schemas.microsoft.com/office/drawing/2014/main" id="{E2515D1D-B450-17BD-8712-B7443A394E3E}"/>
                  </a:ext>
                </a:extLst>
              </p:cNvPr>
              <p:cNvSpPr/>
              <p:nvPr/>
            </p:nvSpPr>
            <p:spPr>
              <a:xfrm>
                <a:off x="7664957" y="7958749"/>
                <a:ext cx="41981" cy="41981"/>
              </a:xfrm>
              <a:custGeom>
                <a:avLst/>
                <a:gdLst>
                  <a:gd name="connsiteX0" fmla="*/ 21246 w 41981"/>
                  <a:gd name="connsiteY0" fmla="*/ 4967 h 41981"/>
                  <a:gd name="connsiteX1" fmla="*/ 37436 w 41981"/>
                  <a:gd name="connsiteY1" fmla="*/ 21157 h 41981"/>
                  <a:gd name="connsiteX2" fmla="*/ 37436 w 41981"/>
                  <a:gd name="connsiteY2" fmla="*/ 21157 h 41981"/>
                  <a:gd name="connsiteX3" fmla="*/ 21246 w 41981"/>
                  <a:gd name="connsiteY3" fmla="*/ 37347 h 41981"/>
                  <a:gd name="connsiteX4" fmla="*/ 5056 w 41981"/>
                  <a:gd name="connsiteY4" fmla="*/ 21157 h 41981"/>
                  <a:gd name="connsiteX5" fmla="*/ 21246 w 41981"/>
                  <a:gd name="connsiteY5" fmla="*/ 4967 h 41981"/>
                  <a:gd name="connsiteX6" fmla="*/ 21246 w 41981"/>
                  <a:gd name="connsiteY6" fmla="*/ 166 h 41981"/>
                  <a:gd name="connsiteX7" fmla="*/ 255 w 41981"/>
                  <a:gd name="connsiteY7" fmla="*/ 21157 h 41981"/>
                  <a:gd name="connsiteX8" fmla="*/ 21246 w 41981"/>
                  <a:gd name="connsiteY8" fmla="*/ 42148 h 41981"/>
                  <a:gd name="connsiteX9" fmla="*/ 42237 w 41981"/>
                  <a:gd name="connsiteY9" fmla="*/ 21157 h 41981"/>
                  <a:gd name="connsiteX10" fmla="*/ 42237 w 41981"/>
                  <a:gd name="connsiteY10" fmla="*/ 21157 h 41981"/>
                  <a:gd name="connsiteX11" fmla="*/ 21246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67"/>
                    </a:moveTo>
                    <a:cubicBezTo>
                      <a:pt x="30188" y="4967"/>
                      <a:pt x="37436" y="12215"/>
                      <a:pt x="37436" y="21157"/>
                    </a:cubicBezTo>
                    <a:lnTo>
                      <a:pt x="37436" y="21157"/>
                    </a:lnTo>
                    <a:cubicBezTo>
                      <a:pt x="37436" y="30099"/>
                      <a:pt x="30188" y="37347"/>
                      <a:pt x="21246" y="37347"/>
                    </a:cubicBezTo>
                    <a:cubicBezTo>
                      <a:pt x="12304" y="37347"/>
                      <a:pt x="5056" y="30099"/>
                      <a:pt x="5056" y="21157"/>
                    </a:cubicBezTo>
                    <a:cubicBezTo>
                      <a:pt x="5056" y="12215"/>
                      <a:pt x="12304" y="4967"/>
                      <a:pt x="21246" y="4967"/>
                    </a:cubicBezTo>
                    <a:close/>
                    <a:moveTo>
                      <a:pt x="21246" y="166"/>
                    </a:moveTo>
                    <a:cubicBezTo>
                      <a:pt x="9653" y="166"/>
                      <a:pt x="255" y="9564"/>
                      <a:pt x="255" y="21157"/>
                    </a:cubicBezTo>
                    <a:cubicBezTo>
                      <a:pt x="255" y="32750"/>
                      <a:pt x="9653" y="42148"/>
                      <a:pt x="21246" y="42148"/>
                    </a:cubicBezTo>
                    <a:cubicBezTo>
                      <a:pt x="32839" y="42148"/>
                      <a:pt x="42237" y="32750"/>
                      <a:pt x="42237" y="21157"/>
                    </a:cubicBezTo>
                    <a:lnTo>
                      <a:pt x="42237" y="21157"/>
                    </a:lnTo>
                    <a:cubicBezTo>
                      <a:pt x="42237" y="9564"/>
                      <a:pt x="32839" y="166"/>
                      <a:pt x="21246" y="166"/>
                    </a:cubicBezTo>
                    <a:close/>
                  </a:path>
                </a:pathLst>
              </a:custGeom>
              <a:solidFill>
                <a:srgbClr val="000000"/>
              </a:solidFill>
              <a:ln w="4794" cap="sq">
                <a:noFill/>
                <a:prstDash val="solid"/>
                <a:round/>
              </a:ln>
            </p:spPr>
            <p:txBody>
              <a:bodyPr rtlCol="0" anchor="ctr"/>
              <a:lstStyle/>
              <a:p>
                <a:endParaRPr lang="en-US"/>
              </a:p>
            </p:txBody>
          </p:sp>
          <p:sp>
            <p:nvSpPr>
              <p:cNvPr id="2908" name="Freeform: Shape 2907">
                <a:extLst>
                  <a:ext uri="{FF2B5EF4-FFF2-40B4-BE49-F238E27FC236}">
                    <a16:creationId xmlns:a16="http://schemas.microsoft.com/office/drawing/2014/main" id="{4E62E944-C314-D397-C0FA-18F98EE05F36}"/>
                  </a:ext>
                </a:extLst>
              </p:cNvPr>
              <p:cNvSpPr/>
              <p:nvPr/>
            </p:nvSpPr>
            <p:spPr>
              <a:xfrm>
                <a:off x="7630458" y="8012045"/>
                <a:ext cx="37180" cy="37180"/>
              </a:xfrm>
              <a:custGeom>
                <a:avLst/>
                <a:gdLst>
                  <a:gd name="connsiteX0" fmla="*/ 37430 w 37180"/>
                  <a:gd name="connsiteY0" fmla="*/ 18766 h 37180"/>
                  <a:gd name="connsiteX1" fmla="*/ 18839 w 37180"/>
                  <a:gd name="connsiteY1" fmla="*/ 37356 h 37180"/>
                  <a:gd name="connsiteX2" fmla="*/ 249 w 37180"/>
                  <a:gd name="connsiteY2" fmla="*/ 18766 h 37180"/>
                  <a:gd name="connsiteX3" fmla="*/ 18839 w 37180"/>
                  <a:gd name="connsiteY3" fmla="*/ 175 h 37180"/>
                  <a:gd name="connsiteX4" fmla="*/ 3743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66"/>
                    </a:moveTo>
                    <a:cubicBezTo>
                      <a:pt x="37430" y="29033"/>
                      <a:pt x="29107" y="37356"/>
                      <a:pt x="18839" y="37356"/>
                    </a:cubicBezTo>
                    <a:cubicBezTo>
                      <a:pt x="8572" y="37356"/>
                      <a:pt x="249" y="29033"/>
                      <a:pt x="249" y="18766"/>
                    </a:cubicBezTo>
                    <a:cubicBezTo>
                      <a:pt x="249" y="8498"/>
                      <a:pt x="8572" y="175"/>
                      <a:pt x="18839" y="175"/>
                    </a:cubicBezTo>
                    <a:cubicBezTo>
                      <a:pt x="29107" y="175"/>
                      <a:pt x="37430" y="8498"/>
                      <a:pt x="37430" y="18766"/>
                    </a:cubicBezTo>
                    <a:close/>
                  </a:path>
                </a:pathLst>
              </a:custGeom>
              <a:solidFill>
                <a:srgbClr val="F7F4F4"/>
              </a:solidFill>
              <a:ln w="5753" cap="sq">
                <a:noFill/>
                <a:prstDash val="solid"/>
                <a:miter/>
              </a:ln>
            </p:spPr>
            <p:txBody>
              <a:bodyPr rtlCol="0" anchor="ctr"/>
              <a:lstStyle/>
              <a:p>
                <a:endParaRPr lang="en-US"/>
              </a:p>
            </p:txBody>
          </p:sp>
          <p:sp>
            <p:nvSpPr>
              <p:cNvPr id="2909" name="Freeform: Shape 2908">
                <a:extLst>
                  <a:ext uri="{FF2B5EF4-FFF2-40B4-BE49-F238E27FC236}">
                    <a16:creationId xmlns:a16="http://schemas.microsoft.com/office/drawing/2014/main" id="{E288DBF9-9967-E49D-846C-0C5AA8826F52}"/>
                  </a:ext>
                </a:extLst>
              </p:cNvPr>
              <p:cNvSpPr/>
              <p:nvPr/>
            </p:nvSpPr>
            <p:spPr>
              <a:xfrm>
                <a:off x="7628058" y="8009644"/>
                <a:ext cx="41981" cy="41981"/>
              </a:xfrm>
              <a:custGeom>
                <a:avLst/>
                <a:gdLst>
                  <a:gd name="connsiteX0" fmla="*/ 21240 w 41981"/>
                  <a:gd name="connsiteY0" fmla="*/ 4976 h 41981"/>
                  <a:gd name="connsiteX1" fmla="*/ 37430 w 41981"/>
                  <a:gd name="connsiteY1" fmla="*/ 21166 h 41981"/>
                  <a:gd name="connsiteX2" fmla="*/ 37430 w 41981"/>
                  <a:gd name="connsiteY2" fmla="*/ 21166 h 41981"/>
                  <a:gd name="connsiteX3" fmla="*/ 21240 w 41981"/>
                  <a:gd name="connsiteY3" fmla="*/ 37356 h 41981"/>
                  <a:gd name="connsiteX4" fmla="*/ 5049 w 41981"/>
                  <a:gd name="connsiteY4" fmla="*/ 21166 h 41981"/>
                  <a:gd name="connsiteX5" fmla="*/ 21240 w 41981"/>
                  <a:gd name="connsiteY5" fmla="*/ 4976 h 41981"/>
                  <a:gd name="connsiteX6" fmla="*/ 21240 w 41981"/>
                  <a:gd name="connsiteY6" fmla="*/ 175 h 41981"/>
                  <a:gd name="connsiteX7" fmla="*/ 249 w 41981"/>
                  <a:gd name="connsiteY7" fmla="*/ 21166 h 41981"/>
                  <a:gd name="connsiteX8" fmla="*/ 21240 w 41981"/>
                  <a:gd name="connsiteY8" fmla="*/ 42156 h 41981"/>
                  <a:gd name="connsiteX9" fmla="*/ 42230 w 41981"/>
                  <a:gd name="connsiteY9" fmla="*/ 21166 h 41981"/>
                  <a:gd name="connsiteX10" fmla="*/ 42230 w 41981"/>
                  <a:gd name="connsiteY10" fmla="*/ 21166 h 41981"/>
                  <a:gd name="connsiteX11" fmla="*/ 21240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0" y="4976"/>
                    </a:moveTo>
                    <a:cubicBezTo>
                      <a:pt x="30181" y="4976"/>
                      <a:pt x="37430" y="12224"/>
                      <a:pt x="37430" y="21166"/>
                    </a:cubicBezTo>
                    <a:lnTo>
                      <a:pt x="37430" y="21166"/>
                    </a:lnTo>
                    <a:cubicBezTo>
                      <a:pt x="37430" y="30108"/>
                      <a:pt x="30181" y="37356"/>
                      <a:pt x="21240" y="37356"/>
                    </a:cubicBezTo>
                    <a:cubicBezTo>
                      <a:pt x="12298" y="37356"/>
                      <a:pt x="5049" y="30108"/>
                      <a:pt x="5049" y="21166"/>
                    </a:cubicBezTo>
                    <a:cubicBezTo>
                      <a:pt x="5049" y="12224"/>
                      <a:pt x="12298" y="4976"/>
                      <a:pt x="21240" y="4976"/>
                    </a:cubicBezTo>
                    <a:close/>
                    <a:moveTo>
                      <a:pt x="21240" y="175"/>
                    </a:moveTo>
                    <a:cubicBezTo>
                      <a:pt x="9647" y="175"/>
                      <a:pt x="249" y="9573"/>
                      <a:pt x="249" y="21166"/>
                    </a:cubicBezTo>
                    <a:cubicBezTo>
                      <a:pt x="249" y="32758"/>
                      <a:pt x="9647" y="42156"/>
                      <a:pt x="21240" y="42156"/>
                    </a:cubicBezTo>
                    <a:cubicBezTo>
                      <a:pt x="32832" y="42156"/>
                      <a:pt x="42230" y="32758"/>
                      <a:pt x="42230" y="21166"/>
                    </a:cubicBezTo>
                    <a:lnTo>
                      <a:pt x="42230" y="21166"/>
                    </a:lnTo>
                    <a:cubicBezTo>
                      <a:pt x="42230" y="9573"/>
                      <a:pt x="32832" y="175"/>
                      <a:pt x="21240" y="175"/>
                    </a:cubicBezTo>
                    <a:close/>
                  </a:path>
                </a:pathLst>
              </a:custGeom>
              <a:solidFill>
                <a:srgbClr val="000000"/>
              </a:solidFill>
              <a:ln w="4794" cap="sq">
                <a:noFill/>
                <a:prstDash val="solid"/>
                <a:round/>
              </a:ln>
            </p:spPr>
            <p:txBody>
              <a:bodyPr rtlCol="0" anchor="ctr"/>
              <a:lstStyle/>
              <a:p>
                <a:endParaRPr lang="en-US"/>
              </a:p>
            </p:txBody>
          </p:sp>
          <p:sp>
            <p:nvSpPr>
              <p:cNvPr id="2910" name="Freeform: Shape 2909">
                <a:extLst>
                  <a:ext uri="{FF2B5EF4-FFF2-40B4-BE49-F238E27FC236}">
                    <a16:creationId xmlns:a16="http://schemas.microsoft.com/office/drawing/2014/main" id="{FF7A85C9-D8AF-3356-22B7-61666AD02A71}"/>
                  </a:ext>
                </a:extLst>
              </p:cNvPr>
              <p:cNvSpPr/>
              <p:nvPr/>
            </p:nvSpPr>
            <p:spPr>
              <a:xfrm>
                <a:off x="7938532" y="7751923"/>
                <a:ext cx="37180" cy="37180"/>
              </a:xfrm>
              <a:custGeom>
                <a:avLst/>
                <a:gdLst>
                  <a:gd name="connsiteX0" fmla="*/ 37483 w 37180"/>
                  <a:gd name="connsiteY0" fmla="*/ 18720 h 37180"/>
                  <a:gd name="connsiteX1" fmla="*/ 18893 w 37180"/>
                  <a:gd name="connsiteY1" fmla="*/ 37311 h 37180"/>
                  <a:gd name="connsiteX2" fmla="*/ 303 w 37180"/>
                  <a:gd name="connsiteY2" fmla="*/ 18720 h 37180"/>
                  <a:gd name="connsiteX3" fmla="*/ 18893 w 37180"/>
                  <a:gd name="connsiteY3" fmla="*/ 130 h 37180"/>
                  <a:gd name="connsiteX4" fmla="*/ 37483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3" y="18720"/>
                    </a:moveTo>
                    <a:cubicBezTo>
                      <a:pt x="37483" y="28988"/>
                      <a:pt x="29160" y="37311"/>
                      <a:pt x="18893" y="37311"/>
                    </a:cubicBezTo>
                    <a:cubicBezTo>
                      <a:pt x="8626" y="37311"/>
                      <a:pt x="303" y="28988"/>
                      <a:pt x="303" y="18720"/>
                    </a:cubicBezTo>
                    <a:cubicBezTo>
                      <a:pt x="303" y="8453"/>
                      <a:pt x="8626" y="130"/>
                      <a:pt x="18893" y="130"/>
                    </a:cubicBezTo>
                    <a:cubicBezTo>
                      <a:pt x="29160" y="130"/>
                      <a:pt x="37483" y="8453"/>
                      <a:pt x="37483" y="18720"/>
                    </a:cubicBezTo>
                    <a:close/>
                  </a:path>
                </a:pathLst>
              </a:custGeom>
              <a:solidFill>
                <a:srgbClr val="79F779"/>
              </a:solidFill>
              <a:ln w="5753" cap="sq">
                <a:noFill/>
                <a:prstDash val="solid"/>
                <a:miter/>
              </a:ln>
            </p:spPr>
            <p:txBody>
              <a:bodyPr rtlCol="0" anchor="ctr"/>
              <a:lstStyle/>
              <a:p>
                <a:endParaRPr lang="en-US"/>
              </a:p>
            </p:txBody>
          </p:sp>
          <p:sp>
            <p:nvSpPr>
              <p:cNvPr id="2911" name="Freeform: Shape 2910">
                <a:extLst>
                  <a:ext uri="{FF2B5EF4-FFF2-40B4-BE49-F238E27FC236}">
                    <a16:creationId xmlns:a16="http://schemas.microsoft.com/office/drawing/2014/main" id="{31DE8D23-950A-7CBF-5EA3-C1AA684DE7CB}"/>
                  </a:ext>
                </a:extLst>
              </p:cNvPr>
              <p:cNvSpPr/>
              <p:nvPr/>
            </p:nvSpPr>
            <p:spPr>
              <a:xfrm>
                <a:off x="7936132" y="7749523"/>
                <a:ext cx="41981" cy="41981"/>
              </a:xfrm>
              <a:custGeom>
                <a:avLst/>
                <a:gdLst>
                  <a:gd name="connsiteX0" fmla="*/ 21293 w 41981"/>
                  <a:gd name="connsiteY0" fmla="*/ 4930 h 41981"/>
                  <a:gd name="connsiteX1" fmla="*/ 37483 w 41981"/>
                  <a:gd name="connsiteY1" fmla="*/ 21121 h 41981"/>
                  <a:gd name="connsiteX2" fmla="*/ 37483 w 41981"/>
                  <a:gd name="connsiteY2" fmla="*/ 21121 h 41981"/>
                  <a:gd name="connsiteX3" fmla="*/ 21293 w 41981"/>
                  <a:gd name="connsiteY3" fmla="*/ 37311 h 41981"/>
                  <a:gd name="connsiteX4" fmla="*/ 5103 w 41981"/>
                  <a:gd name="connsiteY4" fmla="*/ 21121 h 41981"/>
                  <a:gd name="connsiteX5" fmla="*/ 21293 w 41981"/>
                  <a:gd name="connsiteY5" fmla="*/ 4930 h 41981"/>
                  <a:gd name="connsiteX6" fmla="*/ 21293 w 41981"/>
                  <a:gd name="connsiteY6" fmla="*/ 130 h 41981"/>
                  <a:gd name="connsiteX7" fmla="*/ 303 w 41981"/>
                  <a:gd name="connsiteY7" fmla="*/ 21121 h 41981"/>
                  <a:gd name="connsiteX8" fmla="*/ 21293 w 41981"/>
                  <a:gd name="connsiteY8" fmla="*/ 42111 h 41981"/>
                  <a:gd name="connsiteX9" fmla="*/ 42284 w 41981"/>
                  <a:gd name="connsiteY9" fmla="*/ 21121 h 41981"/>
                  <a:gd name="connsiteX10" fmla="*/ 42284 w 41981"/>
                  <a:gd name="connsiteY10" fmla="*/ 21121 h 41981"/>
                  <a:gd name="connsiteX11" fmla="*/ 21293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3" y="4930"/>
                    </a:moveTo>
                    <a:cubicBezTo>
                      <a:pt x="30235" y="4930"/>
                      <a:pt x="37483" y="12179"/>
                      <a:pt x="37483" y="21121"/>
                    </a:cubicBezTo>
                    <a:lnTo>
                      <a:pt x="37483" y="21121"/>
                    </a:lnTo>
                    <a:cubicBezTo>
                      <a:pt x="37483" y="30062"/>
                      <a:pt x="30235" y="37311"/>
                      <a:pt x="21293" y="37311"/>
                    </a:cubicBezTo>
                    <a:cubicBezTo>
                      <a:pt x="12351" y="37311"/>
                      <a:pt x="5103" y="30062"/>
                      <a:pt x="5103" y="21121"/>
                    </a:cubicBezTo>
                    <a:cubicBezTo>
                      <a:pt x="5103" y="12179"/>
                      <a:pt x="12351" y="4930"/>
                      <a:pt x="21293" y="4930"/>
                    </a:cubicBezTo>
                    <a:close/>
                    <a:moveTo>
                      <a:pt x="21293" y="130"/>
                    </a:moveTo>
                    <a:cubicBezTo>
                      <a:pt x="9701" y="130"/>
                      <a:pt x="303" y="9528"/>
                      <a:pt x="303" y="21121"/>
                    </a:cubicBezTo>
                    <a:cubicBezTo>
                      <a:pt x="303" y="32713"/>
                      <a:pt x="9701" y="42111"/>
                      <a:pt x="21293" y="42111"/>
                    </a:cubicBezTo>
                    <a:cubicBezTo>
                      <a:pt x="32886" y="42111"/>
                      <a:pt x="42284" y="32713"/>
                      <a:pt x="42284" y="21121"/>
                    </a:cubicBezTo>
                    <a:lnTo>
                      <a:pt x="42284" y="21121"/>
                    </a:lnTo>
                    <a:cubicBezTo>
                      <a:pt x="42284" y="9528"/>
                      <a:pt x="32886" y="130"/>
                      <a:pt x="21293" y="130"/>
                    </a:cubicBezTo>
                    <a:close/>
                  </a:path>
                </a:pathLst>
              </a:custGeom>
              <a:solidFill>
                <a:srgbClr val="000000"/>
              </a:solidFill>
              <a:ln w="4794" cap="sq">
                <a:noFill/>
                <a:prstDash val="solid"/>
                <a:round/>
              </a:ln>
            </p:spPr>
            <p:txBody>
              <a:bodyPr rtlCol="0" anchor="ctr"/>
              <a:lstStyle/>
              <a:p>
                <a:endParaRPr lang="en-US"/>
              </a:p>
            </p:txBody>
          </p:sp>
          <p:sp>
            <p:nvSpPr>
              <p:cNvPr id="2912" name="Freeform: Shape 2911">
                <a:extLst>
                  <a:ext uri="{FF2B5EF4-FFF2-40B4-BE49-F238E27FC236}">
                    <a16:creationId xmlns:a16="http://schemas.microsoft.com/office/drawing/2014/main" id="{23BD11F7-F8DC-F511-0C2C-3282B93334C5}"/>
                  </a:ext>
                </a:extLst>
              </p:cNvPr>
              <p:cNvSpPr/>
              <p:nvPr/>
            </p:nvSpPr>
            <p:spPr>
              <a:xfrm>
                <a:off x="7506008" y="7768673"/>
                <a:ext cx="37180" cy="37180"/>
              </a:xfrm>
              <a:custGeom>
                <a:avLst/>
                <a:gdLst>
                  <a:gd name="connsiteX0" fmla="*/ 37408 w 37180"/>
                  <a:gd name="connsiteY0" fmla="*/ 18723 h 37180"/>
                  <a:gd name="connsiteX1" fmla="*/ 18818 w 37180"/>
                  <a:gd name="connsiteY1" fmla="*/ 37314 h 37180"/>
                  <a:gd name="connsiteX2" fmla="*/ 227 w 37180"/>
                  <a:gd name="connsiteY2" fmla="*/ 18723 h 37180"/>
                  <a:gd name="connsiteX3" fmla="*/ 18818 w 37180"/>
                  <a:gd name="connsiteY3" fmla="*/ 133 h 37180"/>
                  <a:gd name="connsiteX4" fmla="*/ 37408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8" y="18723"/>
                    </a:moveTo>
                    <a:cubicBezTo>
                      <a:pt x="37408" y="28991"/>
                      <a:pt x="29085" y="37314"/>
                      <a:pt x="18818" y="37314"/>
                    </a:cubicBezTo>
                    <a:cubicBezTo>
                      <a:pt x="8551" y="37314"/>
                      <a:pt x="227" y="28991"/>
                      <a:pt x="227" y="18723"/>
                    </a:cubicBezTo>
                    <a:cubicBezTo>
                      <a:pt x="227" y="8456"/>
                      <a:pt x="8551" y="133"/>
                      <a:pt x="18818" y="133"/>
                    </a:cubicBezTo>
                    <a:cubicBezTo>
                      <a:pt x="29085" y="133"/>
                      <a:pt x="37408" y="8456"/>
                      <a:pt x="37408" y="18723"/>
                    </a:cubicBezTo>
                    <a:close/>
                  </a:path>
                </a:pathLst>
              </a:custGeom>
              <a:solidFill>
                <a:srgbClr val="00F700"/>
              </a:solidFill>
              <a:ln w="5753" cap="sq">
                <a:noFill/>
                <a:prstDash val="solid"/>
                <a:miter/>
              </a:ln>
            </p:spPr>
            <p:txBody>
              <a:bodyPr rtlCol="0" anchor="ctr"/>
              <a:lstStyle/>
              <a:p>
                <a:endParaRPr lang="en-US"/>
              </a:p>
            </p:txBody>
          </p:sp>
          <p:sp>
            <p:nvSpPr>
              <p:cNvPr id="2913" name="Freeform: Shape 2912">
                <a:extLst>
                  <a:ext uri="{FF2B5EF4-FFF2-40B4-BE49-F238E27FC236}">
                    <a16:creationId xmlns:a16="http://schemas.microsoft.com/office/drawing/2014/main" id="{2E39621F-BF77-B39A-A0B5-D950793C06B5}"/>
                  </a:ext>
                </a:extLst>
              </p:cNvPr>
              <p:cNvSpPr/>
              <p:nvPr/>
            </p:nvSpPr>
            <p:spPr>
              <a:xfrm>
                <a:off x="7503608" y="7766273"/>
                <a:ext cx="41981" cy="41981"/>
              </a:xfrm>
              <a:custGeom>
                <a:avLst/>
                <a:gdLst>
                  <a:gd name="connsiteX0" fmla="*/ 21218 w 41981"/>
                  <a:gd name="connsiteY0" fmla="*/ 4933 h 41981"/>
                  <a:gd name="connsiteX1" fmla="*/ 37408 w 41981"/>
                  <a:gd name="connsiteY1" fmla="*/ 21124 h 41981"/>
                  <a:gd name="connsiteX2" fmla="*/ 37408 w 41981"/>
                  <a:gd name="connsiteY2" fmla="*/ 21124 h 41981"/>
                  <a:gd name="connsiteX3" fmla="*/ 21218 w 41981"/>
                  <a:gd name="connsiteY3" fmla="*/ 37314 h 41981"/>
                  <a:gd name="connsiteX4" fmla="*/ 5028 w 41981"/>
                  <a:gd name="connsiteY4" fmla="*/ 21124 h 41981"/>
                  <a:gd name="connsiteX5" fmla="*/ 21218 w 41981"/>
                  <a:gd name="connsiteY5" fmla="*/ 4933 h 41981"/>
                  <a:gd name="connsiteX6" fmla="*/ 21218 w 41981"/>
                  <a:gd name="connsiteY6" fmla="*/ 133 h 41981"/>
                  <a:gd name="connsiteX7" fmla="*/ 227 w 41981"/>
                  <a:gd name="connsiteY7" fmla="*/ 21124 h 41981"/>
                  <a:gd name="connsiteX8" fmla="*/ 21218 w 41981"/>
                  <a:gd name="connsiteY8" fmla="*/ 42114 h 41981"/>
                  <a:gd name="connsiteX9" fmla="*/ 42209 w 41981"/>
                  <a:gd name="connsiteY9" fmla="*/ 21124 h 41981"/>
                  <a:gd name="connsiteX10" fmla="*/ 42209 w 41981"/>
                  <a:gd name="connsiteY10" fmla="*/ 21124 h 41981"/>
                  <a:gd name="connsiteX11" fmla="*/ 21218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33"/>
                    </a:moveTo>
                    <a:cubicBezTo>
                      <a:pt x="30160" y="4933"/>
                      <a:pt x="37408" y="12182"/>
                      <a:pt x="37408" y="21124"/>
                    </a:cubicBezTo>
                    <a:lnTo>
                      <a:pt x="37408" y="21124"/>
                    </a:lnTo>
                    <a:cubicBezTo>
                      <a:pt x="37408" y="30065"/>
                      <a:pt x="30160" y="37314"/>
                      <a:pt x="21218" y="37314"/>
                    </a:cubicBezTo>
                    <a:cubicBezTo>
                      <a:pt x="12276" y="37314"/>
                      <a:pt x="5028" y="30065"/>
                      <a:pt x="5028" y="21124"/>
                    </a:cubicBezTo>
                    <a:cubicBezTo>
                      <a:pt x="5028" y="12182"/>
                      <a:pt x="12276" y="4933"/>
                      <a:pt x="21218" y="4933"/>
                    </a:cubicBezTo>
                    <a:close/>
                    <a:moveTo>
                      <a:pt x="21218" y="133"/>
                    </a:moveTo>
                    <a:cubicBezTo>
                      <a:pt x="9625" y="133"/>
                      <a:pt x="227" y="9531"/>
                      <a:pt x="227" y="21124"/>
                    </a:cubicBezTo>
                    <a:cubicBezTo>
                      <a:pt x="227" y="32716"/>
                      <a:pt x="9625" y="42114"/>
                      <a:pt x="21218" y="42114"/>
                    </a:cubicBezTo>
                    <a:cubicBezTo>
                      <a:pt x="32811" y="42114"/>
                      <a:pt x="42209" y="32716"/>
                      <a:pt x="42209" y="21124"/>
                    </a:cubicBezTo>
                    <a:lnTo>
                      <a:pt x="42209" y="21124"/>
                    </a:lnTo>
                    <a:cubicBezTo>
                      <a:pt x="42209" y="9531"/>
                      <a:pt x="32811" y="133"/>
                      <a:pt x="21218" y="133"/>
                    </a:cubicBezTo>
                    <a:close/>
                  </a:path>
                </a:pathLst>
              </a:custGeom>
              <a:solidFill>
                <a:srgbClr val="000000"/>
              </a:solidFill>
              <a:ln w="4794" cap="sq">
                <a:noFill/>
                <a:prstDash val="solid"/>
                <a:round/>
              </a:ln>
            </p:spPr>
            <p:txBody>
              <a:bodyPr rtlCol="0" anchor="ctr"/>
              <a:lstStyle/>
              <a:p>
                <a:endParaRPr lang="en-US"/>
              </a:p>
            </p:txBody>
          </p:sp>
          <p:sp>
            <p:nvSpPr>
              <p:cNvPr id="2914" name="Freeform: Shape 2913">
                <a:extLst>
                  <a:ext uri="{FF2B5EF4-FFF2-40B4-BE49-F238E27FC236}">
                    <a16:creationId xmlns:a16="http://schemas.microsoft.com/office/drawing/2014/main" id="{569BBBDA-8C35-CB30-EE92-290FE6FC73EF}"/>
                  </a:ext>
                </a:extLst>
              </p:cNvPr>
              <p:cNvSpPr/>
              <p:nvPr/>
            </p:nvSpPr>
            <p:spPr>
              <a:xfrm>
                <a:off x="7957390" y="7993123"/>
                <a:ext cx="37180" cy="37180"/>
              </a:xfrm>
              <a:custGeom>
                <a:avLst/>
                <a:gdLst>
                  <a:gd name="connsiteX0" fmla="*/ 37487 w 37180"/>
                  <a:gd name="connsiteY0" fmla="*/ 18762 h 37180"/>
                  <a:gd name="connsiteX1" fmla="*/ 18896 w 37180"/>
                  <a:gd name="connsiteY1" fmla="*/ 37353 h 37180"/>
                  <a:gd name="connsiteX2" fmla="*/ 306 w 37180"/>
                  <a:gd name="connsiteY2" fmla="*/ 18762 h 37180"/>
                  <a:gd name="connsiteX3" fmla="*/ 18896 w 37180"/>
                  <a:gd name="connsiteY3" fmla="*/ 172 h 37180"/>
                  <a:gd name="connsiteX4" fmla="*/ 37487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7" y="18762"/>
                    </a:moveTo>
                    <a:cubicBezTo>
                      <a:pt x="37487" y="29030"/>
                      <a:pt x="29163" y="37353"/>
                      <a:pt x="18896" y="37353"/>
                    </a:cubicBezTo>
                    <a:cubicBezTo>
                      <a:pt x="8629" y="37353"/>
                      <a:pt x="306" y="29030"/>
                      <a:pt x="306" y="18762"/>
                    </a:cubicBezTo>
                    <a:cubicBezTo>
                      <a:pt x="306" y="8495"/>
                      <a:pt x="8629" y="172"/>
                      <a:pt x="18896" y="172"/>
                    </a:cubicBezTo>
                    <a:cubicBezTo>
                      <a:pt x="29163" y="172"/>
                      <a:pt x="37487" y="8495"/>
                      <a:pt x="37487" y="18762"/>
                    </a:cubicBezTo>
                    <a:close/>
                  </a:path>
                </a:pathLst>
              </a:custGeom>
              <a:solidFill>
                <a:srgbClr val="F7A59E"/>
              </a:solidFill>
              <a:ln w="5753" cap="sq">
                <a:noFill/>
                <a:prstDash val="solid"/>
                <a:miter/>
              </a:ln>
            </p:spPr>
            <p:txBody>
              <a:bodyPr rtlCol="0" anchor="ctr"/>
              <a:lstStyle/>
              <a:p>
                <a:endParaRPr lang="en-US"/>
              </a:p>
            </p:txBody>
          </p:sp>
          <p:sp>
            <p:nvSpPr>
              <p:cNvPr id="2915" name="Freeform: Shape 2914">
                <a:extLst>
                  <a:ext uri="{FF2B5EF4-FFF2-40B4-BE49-F238E27FC236}">
                    <a16:creationId xmlns:a16="http://schemas.microsoft.com/office/drawing/2014/main" id="{EB7654DA-B692-FB34-2385-59DA7CCCBB8B}"/>
                  </a:ext>
                </a:extLst>
              </p:cNvPr>
              <p:cNvSpPr/>
              <p:nvPr/>
            </p:nvSpPr>
            <p:spPr>
              <a:xfrm>
                <a:off x="7954990" y="7990723"/>
                <a:ext cx="41981" cy="41981"/>
              </a:xfrm>
              <a:custGeom>
                <a:avLst/>
                <a:gdLst>
                  <a:gd name="connsiteX0" fmla="*/ 21296 w 41981"/>
                  <a:gd name="connsiteY0" fmla="*/ 4972 h 41981"/>
                  <a:gd name="connsiteX1" fmla="*/ 37487 w 41981"/>
                  <a:gd name="connsiteY1" fmla="*/ 21163 h 41981"/>
                  <a:gd name="connsiteX2" fmla="*/ 37487 w 41981"/>
                  <a:gd name="connsiteY2" fmla="*/ 21163 h 41981"/>
                  <a:gd name="connsiteX3" fmla="*/ 21296 w 41981"/>
                  <a:gd name="connsiteY3" fmla="*/ 37353 h 41981"/>
                  <a:gd name="connsiteX4" fmla="*/ 5106 w 41981"/>
                  <a:gd name="connsiteY4" fmla="*/ 21163 h 41981"/>
                  <a:gd name="connsiteX5" fmla="*/ 21296 w 41981"/>
                  <a:gd name="connsiteY5" fmla="*/ 4972 h 41981"/>
                  <a:gd name="connsiteX6" fmla="*/ 21296 w 41981"/>
                  <a:gd name="connsiteY6" fmla="*/ 172 h 41981"/>
                  <a:gd name="connsiteX7" fmla="*/ 306 w 41981"/>
                  <a:gd name="connsiteY7" fmla="*/ 21163 h 41981"/>
                  <a:gd name="connsiteX8" fmla="*/ 21296 w 41981"/>
                  <a:gd name="connsiteY8" fmla="*/ 42153 h 41981"/>
                  <a:gd name="connsiteX9" fmla="*/ 42287 w 41981"/>
                  <a:gd name="connsiteY9" fmla="*/ 21163 h 41981"/>
                  <a:gd name="connsiteX10" fmla="*/ 42287 w 41981"/>
                  <a:gd name="connsiteY10" fmla="*/ 21163 h 41981"/>
                  <a:gd name="connsiteX11" fmla="*/ 21296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6" y="4972"/>
                    </a:moveTo>
                    <a:cubicBezTo>
                      <a:pt x="30238" y="4972"/>
                      <a:pt x="37487" y="12221"/>
                      <a:pt x="37487" y="21163"/>
                    </a:cubicBezTo>
                    <a:lnTo>
                      <a:pt x="37487" y="21163"/>
                    </a:lnTo>
                    <a:cubicBezTo>
                      <a:pt x="37487" y="30104"/>
                      <a:pt x="30238" y="37353"/>
                      <a:pt x="21296" y="37353"/>
                    </a:cubicBezTo>
                    <a:cubicBezTo>
                      <a:pt x="12355" y="37353"/>
                      <a:pt x="5106" y="30104"/>
                      <a:pt x="5106" y="21163"/>
                    </a:cubicBezTo>
                    <a:cubicBezTo>
                      <a:pt x="5106" y="12221"/>
                      <a:pt x="12355" y="4972"/>
                      <a:pt x="21296" y="4972"/>
                    </a:cubicBezTo>
                    <a:close/>
                    <a:moveTo>
                      <a:pt x="21296" y="172"/>
                    </a:moveTo>
                    <a:cubicBezTo>
                      <a:pt x="9704" y="172"/>
                      <a:pt x="306" y="9570"/>
                      <a:pt x="306" y="21163"/>
                    </a:cubicBezTo>
                    <a:cubicBezTo>
                      <a:pt x="306" y="32755"/>
                      <a:pt x="9704" y="42153"/>
                      <a:pt x="21296" y="42153"/>
                    </a:cubicBezTo>
                    <a:cubicBezTo>
                      <a:pt x="32889" y="42153"/>
                      <a:pt x="42287" y="32755"/>
                      <a:pt x="42287" y="21163"/>
                    </a:cubicBezTo>
                    <a:lnTo>
                      <a:pt x="42287" y="21163"/>
                    </a:lnTo>
                    <a:cubicBezTo>
                      <a:pt x="42287" y="9570"/>
                      <a:pt x="32889" y="172"/>
                      <a:pt x="21296" y="172"/>
                    </a:cubicBezTo>
                    <a:close/>
                  </a:path>
                </a:pathLst>
              </a:custGeom>
              <a:solidFill>
                <a:srgbClr val="000000"/>
              </a:solidFill>
              <a:ln w="4794" cap="sq">
                <a:noFill/>
                <a:prstDash val="solid"/>
                <a:round/>
              </a:ln>
            </p:spPr>
            <p:txBody>
              <a:bodyPr rtlCol="0" anchor="ctr"/>
              <a:lstStyle/>
              <a:p>
                <a:endParaRPr lang="en-US"/>
              </a:p>
            </p:txBody>
          </p:sp>
          <p:sp>
            <p:nvSpPr>
              <p:cNvPr id="2916" name="Freeform: Shape 2915">
                <a:extLst>
                  <a:ext uri="{FF2B5EF4-FFF2-40B4-BE49-F238E27FC236}">
                    <a16:creationId xmlns:a16="http://schemas.microsoft.com/office/drawing/2014/main" id="{3DB041BF-6331-B121-6C56-32A0D9676B6F}"/>
                  </a:ext>
                </a:extLst>
              </p:cNvPr>
              <p:cNvSpPr/>
              <p:nvPr/>
            </p:nvSpPr>
            <p:spPr>
              <a:xfrm>
                <a:off x="7716594" y="7766156"/>
                <a:ext cx="37180" cy="37180"/>
              </a:xfrm>
              <a:custGeom>
                <a:avLst/>
                <a:gdLst>
                  <a:gd name="connsiteX0" fmla="*/ 37445 w 37180"/>
                  <a:gd name="connsiteY0" fmla="*/ 18723 h 37180"/>
                  <a:gd name="connsiteX1" fmla="*/ 18854 w 37180"/>
                  <a:gd name="connsiteY1" fmla="*/ 37313 h 37180"/>
                  <a:gd name="connsiteX2" fmla="*/ 264 w 37180"/>
                  <a:gd name="connsiteY2" fmla="*/ 18723 h 37180"/>
                  <a:gd name="connsiteX3" fmla="*/ 18854 w 37180"/>
                  <a:gd name="connsiteY3" fmla="*/ 133 h 37180"/>
                  <a:gd name="connsiteX4" fmla="*/ 37445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23"/>
                    </a:moveTo>
                    <a:cubicBezTo>
                      <a:pt x="37445" y="28990"/>
                      <a:pt x="29122" y="37313"/>
                      <a:pt x="18854" y="37313"/>
                    </a:cubicBezTo>
                    <a:cubicBezTo>
                      <a:pt x="8587" y="37313"/>
                      <a:pt x="264" y="28990"/>
                      <a:pt x="264" y="18723"/>
                    </a:cubicBezTo>
                    <a:cubicBezTo>
                      <a:pt x="264" y="8456"/>
                      <a:pt x="8587" y="133"/>
                      <a:pt x="18854" y="133"/>
                    </a:cubicBezTo>
                    <a:cubicBezTo>
                      <a:pt x="29122" y="133"/>
                      <a:pt x="37445" y="8456"/>
                      <a:pt x="37445" y="18723"/>
                    </a:cubicBezTo>
                    <a:close/>
                  </a:path>
                </a:pathLst>
              </a:custGeom>
              <a:solidFill>
                <a:srgbClr val="F4F7F4"/>
              </a:solidFill>
              <a:ln w="5753" cap="sq">
                <a:noFill/>
                <a:prstDash val="solid"/>
                <a:miter/>
              </a:ln>
            </p:spPr>
            <p:txBody>
              <a:bodyPr rtlCol="0" anchor="ctr"/>
              <a:lstStyle/>
              <a:p>
                <a:endParaRPr lang="en-US"/>
              </a:p>
            </p:txBody>
          </p:sp>
          <p:sp>
            <p:nvSpPr>
              <p:cNvPr id="2917" name="Freeform: Shape 2916">
                <a:extLst>
                  <a:ext uri="{FF2B5EF4-FFF2-40B4-BE49-F238E27FC236}">
                    <a16:creationId xmlns:a16="http://schemas.microsoft.com/office/drawing/2014/main" id="{5CA6B8EB-FE86-64BC-6D85-A72541DF53CD}"/>
                  </a:ext>
                </a:extLst>
              </p:cNvPr>
              <p:cNvSpPr/>
              <p:nvPr/>
            </p:nvSpPr>
            <p:spPr>
              <a:xfrm>
                <a:off x="7714193" y="7763756"/>
                <a:ext cx="41981" cy="41981"/>
              </a:xfrm>
              <a:custGeom>
                <a:avLst/>
                <a:gdLst>
                  <a:gd name="connsiteX0" fmla="*/ 21255 w 41981"/>
                  <a:gd name="connsiteY0" fmla="*/ 4933 h 41981"/>
                  <a:gd name="connsiteX1" fmla="*/ 37445 w 41981"/>
                  <a:gd name="connsiteY1" fmla="*/ 21123 h 41981"/>
                  <a:gd name="connsiteX2" fmla="*/ 37445 w 41981"/>
                  <a:gd name="connsiteY2" fmla="*/ 21123 h 41981"/>
                  <a:gd name="connsiteX3" fmla="*/ 21255 w 41981"/>
                  <a:gd name="connsiteY3" fmla="*/ 37313 h 41981"/>
                  <a:gd name="connsiteX4" fmla="*/ 5064 w 41981"/>
                  <a:gd name="connsiteY4" fmla="*/ 21123 h 41981"/>
                  <a:gd name="connsiteX5" fmla="*/ 21255 w 41981"/>
                  <a:gd name="connsiteY5" fmla="*/ 4933 h 41981"/>
                  <a:gd name="connsiteX6" fmla="*/ 21255 w 41981"/>
                  <a:gd name="connsiteY6" fmla="*/ 133 h 41981"/>
                  <a:gd name="connsiteX7" fmla="*/ 264 w 41981"/>
                  <a:gd name="connsiteY7" fmla="*/ 21123 h 41981"/>
                  <a:gd name="connsiteX8" fmla="*/ 21255 w 41981"/>
                  <a:gd name="connsiteY8" fmla="*/ 42114 h 41981"/>
                  <a:gd name="connsiteX9" fmla="*/ 42245 w 41981"/>
                  <a:gd name="connsiteY9" fmla="*/ 21123 h 41981"/>
                  <a:gd name="connsiteX10" fmla="*/ 42245 w 41981"/>
                  <a:gd name="connsiteY10" fmla="*/ 21123 h 41981"/>
                  <a:gd name="connsiteX11" fmla="*/ 21255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5" y="4933"/>
                    </a:moveTo>
                    <a:cubicBezTo>
                      <a:pt x="30196" y="4933"/>
                      <a:pt x="37445" y="12181"/>
                      <a:pt x="37445" y="21123"/>
                    </a:cubicBezTo>
                    <a:lnTo>
                      <a:pt x="37445" y="21123"/>
                    </a:lnTo>
                    <a:cubicBezTo>
                      <a:pt x="37445" y="30065"/>
                      <a:pt x="30196" y="37313"/>
                      <a:pt x="21255" y="37313"/>
                    </a:cubicBezTo>
                    <a:cubicBezTo>
                      <a:pt x="12313" y="37313"/>
                      <a:pt x="5064" y="30065"/>
                      <a:pt x="5064" y="21123"/>
                    </a:cubicBezTo>
                    <a:cubicBezTo>
                      <a:pt x="5064" y="12181"/>
                      <a:pt x="12313" y="4933"/>
                      <a:pt x="21255" y="4933"/>
                    </a:cubicBezTo>
                    <a:close/>
                    <a:moveTo>
                      <a:pt x="21255" y="133"/>
                    </a:moveTo>
                    <a:cubicBezTo>
                      <a:pt x="9662" y="133"/>
                      <a:pt x="264" y="9531"/>
                      <a:pt x="264" y="21123"/>
                    </a:cubicBezTo>
                    <a:cubicBezTo>
                      <a:pt x="264" y="32716"/>
                      <a:pt x="9662" y="42114"/>
                      <a:pt x="21255" y="42114"/>
                    </a:cubicBezTo>
                    <a:cubicBezTo>
                      <a:pt x="32847" y="42114"/>
                      <a:pt x="42245" y="32716"/>
                      <a:pt x="42245" y="21123"/>
                    </a:cubicBezTo>
                    <a:lnTo>
                      <a:pt x="42245" y="21123"/>
                    </a:lnTo>
                    <a:cubicBezTo>
                      <a:pt x="42245" y="9531"/>
                      <a:pt x="32847" y="133"/>
                      <a:pt x="21255" y="133"/>
                    </a:cubicBezTo>
                    <a:close/>
                  </a:path>
                </a:pathLst>
              </a:custGeom>
              <a:solidFill>
                <a:srgbClr val="000000"/>
              </a:solidFill>
              <a:ln w="4794" cap="sq">
                <a:noFill/>
                <a:prstDash val="solid"/>
                <a:round/>
              </a:ln>
            </p:spPr>
            <p:txBody>
              <a:bodyPr rtlCol="0" anchor="ctr"/>
              <a:lstStyle/>
              <a:p>
                <a:endParaRPr lang="en-US"/>
              </a:p>
            </p:txBody>
          </p:sp>
          <p:sp>
            <p:nvSpPr>
              <p:cNvPr id="2918" name="Freeform: Shape 2917">
                <a:extLst>
                  <a:ext uri="{FF2B5EF4-FFF2-40B4-BE49-F238E27FC236}">
                    <a16:creationId xmlns:a16="http://schemas.microsoft.com/office/drawing/2014/main" id="{8807E927-A1C4-5C6F-BCBF-1530C436E58B}"/>
                  </a:ext>
                </a:extLst>
              </p:cNvPr>
              <p:cNvSpPr/>
              <p:nvPr/>
            </p:nvSpPr>
            <p:spPr>
              <a:xfrm>
                <a:off x="8431657" y="8043448"/>
                <a:ext cx="37180" cy="37180"/>
              </a:xfrm>
              <a:custGeom>
                <a:avLst/>
                <a:gdLst>
                  <a:gd name="connsiteX0" fmla="*/ 37569 w 37180"/>
                  <a:gd name="connsiteY0" fmla="*/ 18771 h 37180"/>
                  <a:gd name="connsiteX1" fmla="*/ 18979 w 37180"/>
                  <a:gd name="connsiteY1" fmla="*/ 37361 h 37180"/>
                  <a:gd name="connsiteX2" fmla="*/ 388 w 37180"/>
                  <a:gd name="connsiteY2" fmla="*/ 18771 h 37180"/>
                  <a:gd name="connsiteX3" fmla="*/ 18979 w 37180"/>
                  <a:gd name="connsiteY3" fmla="*/ 181 h 37180"/>
                  <a:gd name="connsiteX4" fmla="*/ 37569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69" y="18771"/>
                    </a:moveTo>
                    <a:cubicBezTo>
                      <a:pt x="37569" y="29038"/>
                      <a:pt x="29246" y="37361"/>
                      <a:pt x="18979" y="37361"/>
                    </a:cubicBezTo>
                    <a:cubicBezTo>
                      <a:pt x="8711" y="37361"/>
                      <a:pt x="388" y="29038"/>
                      <a:pt x="388" y="18771"/>
                    </a:cubicBezTo>
                    <a:cubicBezTo>
                      <a:pt x="388" y="8504"/>
                      <a:pt x="8711" y="181"/>
                      <a:pt x="18979" y="181"/>
                    </a:cubicBezTo>
                    <a:cubicBezTo>
                      <a:pt x="29246" y="181"/>
                      <a:pt x="37569" y="8504"/>
                      <a:pt x="37569" y="18771"/>
                    </a:cubicBezTo>
                    <a:close/>
                  </a:path>
                </a:pathLst>
              </a:custGeom>
              <a:solidFill>
                <a:srgbClr val="77F777"/>
              </a:solidFill>
              <a:ln w="5753" cap="sq">
                <a:noFill/>
                <a:prstDash val="solid"/>
                <a:miter/>
              </a:ln>
            </p:spPr>
            <p:txBody>
              <a:bodyPr rtlCol="0" anchor="ctr"/>
              <a:lstStyle/>
              <a:p>
                <a:endParaRPr lang="en-US"/>
              </a:p>
            </p:txBody>
          </p:sp>
          <p:sp>
            <p:nvSpPr>
              <p:cNvPr id="2919" name="Freeform: Shape 2918">
                <a:extLst>
                  <a:ext uri="{FF2B5EF4-FFF2-40B4-BE49-F238E27FC236}">
                    <a16:creationId xmlns:a16="http://schemas.microsoft.com/office/drawing/2014/main" id="{E206E681-2356-7F8A-1590-CD1E49B26956}"/>
                  </a:ext>
                </a:extLst>
              </p:cNvPr>
              <p:cNvSpPr/>
              <p:nvPr/>
            </p:nvSpPr>
            <p:spPr>
              <a:xfrm>
                <a:off x="8429257" y="8041048"/>
                <a:ext cx="41981" cy="41981"/>
              </a:xfrm>
              <a:custGeom>
                <a:avLst/>
                <a:gdLst>
                  <a:gd name="connsiteX0" fmla="*/ 21379 w 41981"/>
                  <a:gd name="connsiteY0" fmla="*/ 4981 h 41981"/>
                  <a:gd name="connsiteX1" fmla="*/ 37569 w 41981"/>
                  <a:gd name="connsiteY1" fmla="*/ 21171 h 41981"/>
                  <a:gd name="connsiteX2" fmla="*/ 37569 w 41981"/>
                  <a:gd name="connsiteY2" fmla="*/ 21171 h 41981"/>
                  <a:gd name="connsiteX3" fmla="*/ 21379 w 41981"/>
                  <a:gd name="connsiteY3" fmla="*/ 37361 h 41981"/>
                  <a:gd name="connsiteX4" fmla="*/ 5189 w 41981"/>
                  <a:gd name="connsiteY4" fmla="*/ 21171 h 41981"/>
                  <a:gd name="connsiteX5" fmla="*/ 21379 w 41981"/>
                  <a:gd name="connsiteY5" fmla="*/ 4981 h 41981"/>
                  <a:gd name="connsiteX6" fmla="*/ 21379 w 41981"/>
                  <a:gd name="connsiteY6" fmla="*/ 181 h 41981"/>
                  <a:gd name="connsiteX7" fmla="*/ 388 w 41981"/>
                  <a:gd name="connsiteY7" fmla="*/ 21171 h 41981"/>
                  <a:gd name="connsiteX8" fmla="*/ 21379 w 41981"/>
                  <a:gd name="connsiteY8" fmla="*/ 42162 h 41981"/>
                  <a:gd name="connsiteX9" fmla="*/ 42369 w 41981"/>
                  <a:gd name="connsiteY9" fmla="*/ 21171 h 41981"/>
                  <a:gd name="connsiteX10" fmla="*/ 42369 w 41981"/>
                  <a:gd name="connsiteY10" fmla="*/ 21171 h 41981"/>
                  <a:gd name="connsiteX11" fmla="*/ 21379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79" y="4981"/>
                    </a:moveTo>
                    <a:cubicBezTo>
                      <a:pt x="30321" y="4981"/>
                      <a:pt x="37569" y="12229"/>
                      <a:pt x="37569" y="21171"/>
                    </a:cubicBezTo>
                    <a:lnTo>
                      <a:pt x="37569" y="21171"/>
                    </a:lnTo>
                    <a:cubicBezTo>
                      <a:pt x="37569" y="30113"/>
                      <a:pt x="30321" y="37361"/>
                      <a:pt x="21379" y="37361"/>
                    </a:cubicBezTo>
                    <a:cubicBezTo>
                      <a:pt x="12437" y="37361"/>
                      <a:pt x="5189" y="30113"/>
                      <a:pt x="5189" y="21171"/>
                    </a:cubicBezTo>
                    <a:cubicBezTo>
                      <a:pt x="5189" y="12229"/>
                      <a:pt x="12437" y="4981"/>
                      <a:pt x="21379" y="4981"/>
                    </a:cubicBezTo>
                    <a:close/>
                    <a:moveTo>
                      <a:pt x="21379" y="181"/>
                    </a:moveTo>
                    <a:cubicBezTo>
                      <a:pt x="9786" y="181"/>
                      <a:pt x="388" y="9579"/>
                      <a:pt x="388" y="21171"/>
                    </a:cubicBezTo>
                    <a:cubicBezTo>
                      <a:pt x="388" y="32764"/>
                      <a:pt x="9786" y="42162"/>
                      <a:pt x="21379" y="42162"/>
                    </a:cubicBezTo>
                    <a:cubicBezTo>
                      <a:pt x="32971" y="42162"/>
                      <a:pt x="42369" y="32764"/>
                      <a:pt x="42369" y="21171"/>
                    </a:cubicBezTo>
                    <a:lnTo>
                      <a:pt x="42369" y="21171"/>
                    </a:lnTo>
                    <a:cubicBezTo>
                      <a:pt x="42369" y="9579"/>
                      <a:pt x="32971" y="181"/>
                      <a:pt x="21379" y="181"/>
                    </a:cubicBezTo>
                    <a:close/>
                  </a:path>
                </a:pathLst>
              </a:custGeom>
              <a:solidFill>
                <a:srgbClr val="000000"/>
              </a:solidFill>
              <a:ln w="4794" cap="sq">
                <a:noFill/>
                <a:prstDash val="solid"/>
                <a:round/>
              </a:ln>
            </p:spPr>
            <p:txBody>
              <a:bodyPr rtlCol="0" anchor="ctr"/>
              <a:lstStyle/>
              <a:p>
                <a:endParaRPr lang="en-US"/>
              </a:p>
            </p:txBody>
          </p:sp>
          <p:sp>
            <p:nvSpPr>
              <p:cNvPr id="2920" name="Freeform: Shape 2919">
                <a:extLst>
                  <a:ext uri="{FF2B5EF4-FFF2-40B4-BE49-F238E27FC236}">
                    <a16:creationId xmlns:a16="http://schemas.microsoft.com/office/drawing/2014/main" id="{C865B3E4-D19F-4FE4-044C-F3B0CD58AFCD}"/>
                  </a:ext>
                </a:extLst>
              </p:cNvPr>
              <p:cNvSpPr/>
              <p:nvPr/>
            </p:nvSpPr>
            <p:spPr>
              <a:xfrm>
                <a:off x="7792758" y="7941358"/>
                <a:ext cx="37180" cy="37180"/>
              </a:xfrm>
              <a:custGeom>
                <a:avLst/>
                <a:gdLst>
                  <a:gd name="connsiteX0" fmla="*/ 37458 w 37180"/>
                  <a:gd name="connsiteY0" fmla="*/ 18753 h 37180"/>
                  <a:gd name="connsiteX1" fmla="*/ 18868 w 37180"/>
                  <a:gd name="connsiteY1" fmla="*/ 37344 h 37180"/>
                  <a:gd name="connsiteX2" fmla="*/ 277 w 37180"/>
                  <a:gd name="connsiteY2" fmla="*/ 18753 h 37180"/>
                  <a:gd name="connsiteX3" fmla="*/ 18868 w 37180"/>
                  <a:gd name="connsiteY3" fmla="*/ 163 h 37180"/>
                  <a:gd name="connsiteX4" fmla="*/ 3745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53"/>
                    </a:moveTo>
                    <a:cubicBezTo>
                      <a:pt x="37458" y="29021"/>
                      <a:pt x="29135" y="37344"/>
                      <a:pt x="18868" y="37344"/>
                    </a:cubicBezTo>
                    <a:cubicBezTo>
                      <a:pt x="8600" y="37344"/>
                      <a:pt x="277" y="29021"/>
                      <a:pt x="277" y="18753"/>
                    </a:cubicBezTo>
                    <a:cubicBezTo>
                      <a:pt x="277" y="8486"/>
                      <a:pt x="8600" y="163"/>
                      <a:pt x="18868" y="163"/>
                    </a:cubicBezTo>
                    <a:cubicBezTo>
                      <a:pt x="29135" y="163"/>
                      <a:pt x="37458" y="8486"/>
                      <a:pt x="37458" y="18753"/>
                    </a:cubicBezTo>
                    <a:close/>
                  </a:path>
                </a:pathLst>
              </a:custGeom>
              <a:solidFill>
                <a:srgbClr val="F7F7F7"/>
              </a:solidFill>
              <a:ln w="5753" cap="sq">
                <a:noFill/>
                <a:prstDash val="solid"/>
                <a:miter/>
              </a:ln>
            </p:spPr>
            <p:txBody>
              <a:bodyPr rtlCol="0" anchor="ctr"/>
              <a:lstStyle/>
              <a:p>
                <a:endParaRPr lang="en-US"/>
              </a:p>
            </p:txBody>
          </p:sp>
          <p:sp>
            <p:nvSpPr>
              <p:cNvPr id="2921" name="Freeform: Shape 2920">
                <a:extLst>
                  <a:ext uri="{FF2B5EF4-FFF2-40B4-BE49-F238E27FC236}">
                    <a16:creationId xmlns:a16="http://schemas.microsoft.com/office/drawing/2014/main" id="{A2EC31E1-6229-227F-EB9D-2E0D0C54BA74}"/>
                  </a:ext>
                </a:extLst>
              </p:cNvPr>
              <p:cNvSpPr/>
              <p:nvPr/>
            </p:nvSpPr>
            <p:spPr>
              <a:xfrm>
                <a:off x="7790358" y="7938958"/>
                <a:ext cx="41981" cy="41981"/>
              </a:xfrm>
              <a:custGeom>
                <a:avLst/>
                <a:gdLst>
                  <a:gd name="connsiteX0" fmla="*/ 21268 w 41981"/>
                  <a:gd name="connsiteY0" fmla="*/ 4963 h 41981"/>
                  <a:gd name="connsiteX1" fmla="*/ 37458 w 41981"/>
                  <a:gd name="connsiteY1" fmla="*/ 21154 h 41981"/>
                  <a:gd name="connsiteX2" fmla="*/ 37458 w 41981"/>
                  <a:gd name="connsiteY2" fmla="*/ 21154 h 41981"/>
                  <a:gd name="connsiteX3" fmla="*/ 21268 w 41981"/>
                  <a:gd name="connsiteY3" fmla="*/ 37344 h 41981"/>
                  <a:gd name="connsiteX4" fmla="*/ 5078 w 41981"/>
                  <a:gd name="connsiteY4" fmla="*/ 21154 h 41981"/>
                  <a:gd name="connsiteX5" fmla="*/ 21268 w 41981"/>
                  <a:gd name="connsiteY5" fmla="*/ 4963 h 41981"/>
                  <a:gd name="connsiteX6" fmla="*/ 21268 w 41981"/>
                  <a:gd name="connsiteY6" fmla="*/ 163 h 41981"/>
                  <a:gd name="connsiteX7" fmla="*/ 277 w 41981"/>
                  <a:gd name="connsiteY7" fmla="*/ 21154 h 41981"/>
                  <a:gd name="connsiteX8" fmla="*/ 21268 w 41981"/>
                  <a:gd name="connsiteY8" fmla="*/ 42144 h 41981"/>
                  <a:gd name="connsiteX9" fmla="*/ 42258 w 41981"/>
                  <a:gd name="connsiteY9" fmla="*/ 21154 h 41981"/>
                  <a:gd name="connsiteX10" fmla="*/ 42258 w 41981"/>
                  <a:gd name="connsiteY10" fmla="*/ 21154 h 41981"/>
                  <a:gd name="connsiteX11" fmla="*/ 21268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63"/>
                    </a:moveTo>
                    <a:cubicBezTo>
                      <a:pt x="30210" y="4963"/>
                      <a:pt x="37458" y="12212"/>
                      <a:pt x="37458" y="21154"/>
                    </a:cubicBezTo>
                    <a:lnTo>
                      <a:pt x="37458" y="21154"/>
                    </a:lnTo>
                    <a:cubicBezTo>
                      <a:pt x="37458" y="30095"/>
                      <a:pt x="30210" y="37344"/>
                      <a:pt x="21268" y="37344"/>
                    </a:cubicBezTo>
                    <a:cubicBezTo>
                      <a:pt x="12326" y="37344"/>
                      <a:pt x="5078" y="30095"/>
                      <a:pt x="5078" y="21154"/>
                    </a:cubicBezTo>
                    <a:cubicBezTo>
                      <a:pt x="5078" y="12212"/>
                      <a:pt x="12326" y="4963"/>
                      <a:pt x="21268" y="4963"/>
                    </a:cubicBezTo>
                    <a:close/>
                    <a:moveTo>
                      <a:pt x="21268" y="163"/>
                    </a:moveTo>
                    <a:cubicBezTo>
                      <a:pt x="9675" y="163"/>
                      <a:pt x="277" y="9561"/>
                      <a:pt x="277" y="21154"/>
                    </a:cubicBezTo>
                    <a:cubicBezTo>
                      <a:pt x="277" y="32746"/>
                      <a:pt x="9675" y="42144"/>
                      <a:pt x="21268" y="42144"/>
                    </a:cubicBezTo>
                    <a:cubicBezTo>
                      <a:pt x="32860" y="42144"/>
                      <a:pt x="42258" y="32746"/>
                      <a:pt x="42258" y="21154"/>
                    </a:cubicBezTo>
                    <a:lnTo>
                      <a:pt x="42258" y="21154"/>
                    </a:lnTo>
                    <a:cubicBezTo>
                      <a:pt x="42258" y="9561"/>
                      <a:pt x="32860" y="163"/>
                      <a:pt x="21268" y="163"/>
                    </a:cubicBezTo>
                    <a:close/>
                  </a:path>
                </a:pathLst>
              </a:custGeom>
              <a:solidFill>
                <a:srgbClr val="000000"/>
              </a:solidFill>
              <a:ln w="4794" cap="sq">
                <a:noFill/>
                <a:prstDash val="solid"/>
                <a:round/>
              </a:ln>
            </p:spPr>
            <p:txBody>
              <a:bodyPr rtlCol="0" anchor="ctr"/>
              <a:lstStyle/>
              <a:p>
                <a:endParaRPr lang="en-US"/>
              </a:p>
            </p:txBody>
          </p:sp>
          <p:sp>
            <p:nvSpPr>
              <p:cNvPr id="2922" name="Freeform: Shape 2921">
                <a:extLst>
                  <a:ext uri="{FF2B5EF4-FFF2-40B4-BE49-F238E27FC236}">
                    <a16:creationId xmlns:a16="http://schemas.microsoft.com/office/drawing/2014/main" id="{0A666CC4-1A9E-96E1-2B1E-AB339F8EDEFC}"/>
                  </a:ext>
                </a:extLst>
              </p:cNvPr>
              <p:cNvSpPr/>
              <p:nvPr/>
            </p:nvSpPr>
            <p:spPr>
              <a:xfrm>
                <a:off x="7800465" y="7951248"/>
                <a:ext cx="37180" cy="37180"/>
              </a:xfrm>
              <a:custGeom>
                <a:avLst/>
                <a:gdLst>
                  <a:gd name="connsiteX0" fmla="*/ 37459 w 37180"/>
                  <a:gd name="connsiteY0" fmla="*/ 18755 h 37180"/>
                  <a:gd name="connsiteX1" fmla="*/ 18869 w 37180"/>
                  <a:gd name="connsiteY1" fmla="*/ 37345 h 37180"/>
                  <a:gd name="connsiteX2" fmla="*/ 279 w 37180"/>
                  <a:gd name="connsiteY2" fmla="*/ 18755 h 37180"/>
                  <a:gd name="connsiteX3" fmla="*/ 18869 w 37180"/>
                  <a:gd name="connsiteY3" fmla="*/ 165 h 37180"/>
                  <a:gd name="connsiteX4" fmla="*/ 37459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55"/>
                    </a:moveTo>
                    <a:cubicBezTo>
                      <a:pt x="37459" y="29022"/>
                      <a:pt x="29136" y="37345"/>
                      <a:pt x="18869" y="37345"/>
                    </a:cubicBezTo>
                    <a:cubicBezTo>
                      <a:pt x="8602" y="37345"/>
                      <a:pt x="279" y="29022"/>
                      <a:pt x="279" y="18755"/>
                    </a:cubicBezTo>
                    <a:cubicBezTo>
                      <a:pt x="279" y="8488"/>
                      <a:pt x="8602" y="165"/>
                      <a:pt x="18869" y="165"/>
                    </a:cubicBezTo>
                    <a:cubicBezTo>
                      <a:pt x="29136" y="165"/>
                      <a:pt x="37459" y="8488"/>
                      <a:pt x="37459" y="18755"/>
                    </a:cubicBezTo>
                    <a:close/>
                  </a:path>
                </a:pathLst>
              </a:custGeom>
              <a:solidFill>
                <a:srgbClr val="DFF7DF"/>
              </a:solidFill>
              <a:ln w="5753" cap="sq">
                <a:noFill/>
                <a:prstDash val="solid"/>
                <a:miter/>
              </a:ln>
            </p:spPr>
            <p:txBody>
              <a:bodyPr rtlCol="0" anchor="ctr"/>
              <a:lstStyle/>
              <a:p>
                <a:endParaRPr lang="en-US"/>
              </a:p>
            </p:txBody>
          </p:sp>
          <p:sp>
            <p:nvSpPr>
              <p:cNvPr id="2923" name="Freeform: Shape 2922">
                <a:extLst>
                  <a:ext uri="{FF2B5EF4-FFF2-40B4-BE49-F238E27FC236}">
                    <a16:creationId xmlns:a16="http://schemas.microsoft.com/office/drawing/2014/main" id="{EC67C50D-4294-3555-6444-E97661432BB4}"/>
                  </a:ext>
                </a:extLst>
              </p:cNvPr>
              <p:cNvSpPr/>
              <p:nvPr/>
            </p:nvSpPr>
            <p:spPr>
              <a:xfrm>
                <a:off x="7798065" y="7948848"/>
                <a:ext cx="41981" cy="41981"/>
              </a:xfrm>
              <a:custGeom>
                <a:avLst/>
                <a:gdLst>
                  <a:gd name="connsiteX0" fmla="*/ 21269 w 41981"/>
                  <a:gd name="connsiteY0" fmla="*/ 4965 h 41981"/>
                  <a:gd name="connsiteX1" fmla="*/ 37459 w 41981"/>
                  <a:gd name="connsiteY1" fmla="*/ 21155 h 41981"/>
                  <a:gd name="connsiteX2" fmla="*/ 37459 w 41981"/>
                  <a:gd name="connsiteY2" fmla="*/ 21155 h 41981"/>
                  <a:gd name="connsiteX3" fmla="*/ 21269 w 41981"/>
                  <a:gd name="connsiteY3" fmla="*/ 37345 h 41981"/>
                  <a:gd name="connsiteX4" fmla="*/ 5079 w 41981"/>
                  <a:gd name="connsiteY4" fmla="*/ 21155 h 41981"/>
                  <a:gd name="connsiteX5" fmla="*/ 21269 w 41981"/>
                  <a:gd name="connsiteY5" fmla="*/ 4965 h 41981"/>
                  <a:gd name="connsiteX6" fmla="*/ 21269 w 41981"/>
                  <a:gd name="connsiteY6" fmla="*/ 165 h 41981"/>
                  <a:gd name="connsiteX7" fmla="*/ 279 w 41981"/>
                  <a:gd name="connsiteY7" fmla="*/ 21155 h 41981"/>
                  <a:gd name="connsiteX8" fmla="*/ 21269 w 41981"/>
                  <a:gd name="connsiteY8" fmla="*/ 42146 h 41981"/>
                  <a:gd name="connsiteX9" fmla="*/ 42260 w 41981"/>
                  <a:gd name="connsiteY9" fmla="*/ 21155 h 41981"/>
                  <a:gd name="connsiteX10" fmla="*/ 42260 w 41981"/>
                  <a:gd name="connsiteY10" fmla="*/ 21155 h 41981"/>
                  <a:gd name="connsiteX11" fmla="*/ 21269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65"/>
                    </a:moveTo>
                    <a:cubicBezTo>
                      <a:pt x="30211" y="4965"/>
                      <a:pt x="37459" y="12213"/>
                      <a:pt x="37459" y="21155"/>
                    </a:cubicBezTo>
                    <a:lnTo>
                      <a:pt x="37459" y="21155"/>
                    </a:lnTo>
                    <a:cubicBezTo>
                      <a:pt x="37459" y="30097"/>
                      <a:pt x="30211" y="37345"/>
                      <a:pt x="21269" y="37345"/>
                    </a:cubicBezTo>
                    <a:cubicBezTo>
                      <a:pt x="12327" y="37345"/>
                      <a:pt x="5079" y="30097"/>
                      <a:pt x="5079" y="21155"/>
                    </a:cubicBezTo>
                    <a:cubicBezTo>
                      <a:pt x="5079" y="12213"/>
                      <a:pt x="12327" y="4965"/>
                      <a:pt x="21269" y="4965"/>
                    </a:cubicBezTo>
                    <a:close/>
                    <a:moveTo>
                      <a:pt x="21269" y="165"/>
                    </a:moveTo>
                    <a:cubicBezTo>
                      <a:pt x="9677" y="165"/>
                      <a:pt x="279" y="9563"/>
                      <a:pt x="279" y="21155"/>
                    </a:cubicBezTo>
                    <a:cubicBezTo>
                      <a:pt x="279" y="32748"/>
                      <a:pt x="9677" y="42146"/>
                      <a:pt x="21269" y="42146"/>
                    </a:cubicBezTo>
                    <a:cubicBezTo>
                      <a:pt x="32862" y="42146"/>
                      <a:pt x="42260" y="32748"/>
                      <a:pt x="42260" y="21155"/>
                    </a:cubicBezTo>
                    <a:lnTo>
                      <a:pt x="42260" y="21155"/>
                    </a:lnTo>
                    <a:cubicBezTo>
                      <a:pt x="42260" y="9563"/>
                      <a:pt x="32862" y="165"/>
                      <a:pt x="21269" y="165"/>
                    </a:cubicBezTo>
                    <a:close/>
                  </a:path>
                </a:pathLst>
              </a:custGeom>
              <a:solidFill>
                <a:srgbClr val="000000"/>
              </a:solidFill>
              <a:ln w="4794" cap="sq">
                <a:noFill/>
                <a:prstDash val="solid"/>
                <a:round/>
              </a:ln>
            </p:spPr>
            <p:txBody>
              <a:bodyPr rtlCol="0" anchor="ctr"/>
              <a:lstStyle/>
              <a:p>
                <a:endParaRPr lang="en-US"/>
              </a:p>
            </p:txBody>
          </p:sp>
          <p:sp>
            <p:nvSpPr>
              <p:cNvPr id="2924" name="Freeform: Shape 2923">
                <a:extLst>
                  <a:ext uri="{FF2B5EF4-FFF2-40B4-BE49-F238E27FC236}">
                    <a16:creationId xmlns:a16="http://schemas.microsoft.com/office/drawing/2014/main" id="{02886CDD-5E60-0B40-8EF9-A77049244144}"/>
                  </a:ext>
                </a:extLst>
              </p:cNvPr>
              <p:cNvSpPr/>
              <p:nvPr/>
            </p:nvSpPr>
            <p:spPr>
              <a:xfrm>
                <a:off x="7839904" y="8010910"/>
                <a:ext cx="37180" cy="37180"/>
              </a:xfrm>
              <a:custGeom>
                <a:avLst/>
                <a:gdLst>
                  <a:gd name="connsiteX0" fmla="*/ 37466 w 37180"/>
                  <a:gd name="connsiteY0" fmla="*/ 18765 h 37180"/>
                  <a:gd name="connsiteX1" fmla="*/ 18876 w 37180"/>
                  <a:gd name="connsiteY1" fmla="*/ 37356 h 37180"/>
                  <a:gd name="connsiteX2" fmla="*/ 285 w 37180"/>
                  <a:gd name="connsiteY2" fmla="*/ 18765 h 37180"/>
                  <a:gd name="connsiteX3" fmla="*/ 18876 w 37180"/>
                  <a:gd name="connsiteY3" fmla="*/ 175 h 37180"/>
                  <a:gd name="connsiteX4" fmla="*/ 37466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5"/>
                    </a:moveTo>
                    <a:cubicBezTo>
                      <a:pt x="37466" y="29033"/>
                      <a:pt x="29143" y="37356"/>
                      <a:pt x="18876" y="37356"/>
                    </a:cubicBezTo>
                    <a:cubicBezTo>
                      <a:pt x="8609" y="37356"/>
                      <a:pt x="285" y="29033"/>
                      <a:pt x="285" y="18765"/>
                    </a:cubicBezTo>
                    <a:cubicBezTo>
                      <a:pt x="285" y="8498"/>
                      <a:pt x="8609" y="175"/>
                      <a:pt x="18876" y="175"/>
                    </a:cubicBezTo>
                    <a:cubicBezTo>
                      <a:pt x="29143" y="175"/>
                      <a:pt x="37466" y="8498"/>
                      <a:pt x="37466" y="18765"/>
                    </a:cubicBezTo>
                    <a:close/>
                  </a:path>
                </a:pathLst>
              </a:custGeom>
              <a:solidFill>
                <a:srgbClr val="7CF77C"/>
              </a:solidFill>
              <a:ln w="5753" cap="sq">
                <a:noFill/>
                <a:prstDash val="solid"/>
                <a:miter/>
              </a:ln>
            </p:spPr>
            <p:txBody>
              <a:bodyPr rtlCol="0" anchor="ctr"/>
              <a:lstStyle/>
              <a:p>
                <a:endParaRPr lang="en-US"/>
              </a:p>
            </p:txBody>
          </p:sp>
          <p:sp>
            <p:nvSpPr>
              <p:cNvPr id="2925" name="Freeform: Shape 2924">
                <a:extLst>
                  <a:ext uri="{FF2B5EF4-FFF2-40B4-BE49-F238E27FC236}">
                    <a16:creationId xmlns:a16="http://schemas.microsoft.com/office/drawing/2014/main" id="{80D76B15-A0D3-FC17-F6F8-D9828DCF5514}"/>
                  </a:ext>
                </a:extLst>
              </p:cNvPr>
              <p:cNvSpPr/>
              <p:nvPr/>
            </p:nvSpPr>
            <p:spPr>
              <a:xfrm>
                <a:off x="7837503" y="8008510"/>
                <a:ext cx="41981" cy="41981"/>
              </a:xfrm>
              <a:custGeom>
                <a:avLst/>
                <a:gdLst>
                  <a:gd name="connsiteX0" fmla="*/ 21276 w 41981"/>
                  <a:gd name="connsiteY0" fmla="*/ 4975 h 41981"/>
                  <a:gd name="connsiteX1" fmla="*/ 37466 w 41981"/>
                  <a:gd name="connsiteY1" fmla="*/ 21166 h 41981"/>
                  <a:gd name="connsiteX2" fmla="*/ 37466 w 41981"/>
                  <a:gd name="connsiteY2" fmla="*/ 21166 h 41981"/>
                  <a:gd name="connsiteX3" fmla="*/ 21276 w 41981"/>
                  <a:gd name="connsiteY3" fmla="*/ 37356 h 41981"/>
                  <a:gd name="connsiteX4" fmla="*/ 5086 w 41981"/>
                  <a:gd name="connsiteY4" fmla="*/ 21166 h 41981"/>
                  <a:gd name="connsiteX5" fmla="*/ 21276 w 41981"/>
                  <a:gd name="connsiteY5" fmla="*/ 4975 h 41981"/>
                  <a:gd name="connsiteX6" fmla="*/ 21276 w 41981"/>
                  <a:gd name="connsiteY6" fmla="*/ 175 h 41981"/>
                  <a:gd name="connsiteX7" fmla="*/ 285 w 41981"/>
                  <a:gd name="connsiteY7" fmla="*/ 21166 h 41981"/>
                  <a:gd name="connsiteX8" fmla="*/ 21276 w 41981"/>
                  <a:gd name="connsiteY8" fmla="*/ 42156 h 41981"/>
                  <a:gd name="connsiteX9" fmla="*/ 42267 w 41981"/>
                  <a:gd name="connsiteY9" fmla="*/ 21166 h 41981"/>
                  <a:gd name="connsiteX10" fmla="*/ 42267 w 41981"/>
                  <a:gd name="connsiteY10" fmla="*/ 21166 h 41981"/>
                  <a:gd name="connsiteX11" fmla="*/ 2127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75"/>
                    </a:moveTo>
                    <a:cubicBezTo>
                      <a:pt x="30218" y="4975"/>
                      <a:pt x="37466" y="12224"/>
                      <a:pt x="37466" y="21166"/>
                    </a:cubicBezTo>
                    <a:lnTo>
                      <a:pt x="37466" y="21166"/>
                    </a:lnTo>
                    <a:cubicBezTo>
                      <a:pt x="37466" y="30107"/>
                      <a:pt x="30218" y="37356"/>
                      <a:pt x="21276" y="37356"/>
                    </a:cubicBezTo>
                    <a:cubicBezTo>
                      <a:pt x="12334" y="37356"/>
                      <a:pt x="5086" y="30107"/>
                      <a:pt x="5086" y="21166"/>
                    </a:cubicBezTo>
                    <a:cubicBezTo>
                      <a:pt x="5086" y="12224"/>
                      <a:pt x="12334" y="4975"/>
                      <a:pt x="21276" y="4975"/>
                    </a:cubicBezTo>
                    <a:close/>
                    <a:moveTo>
                      <a:pt x="21276" y="175"/>
                    </a:moveTo>
                    <a:cubicBezTo>
                      <a:pt x="9683" y="175"/>
                      <a:pt x="285" y="9573"/>
                      <a:pt x="285" y="21166"/>
                    </a:cubicBezTo>
                    <a:cubicBezTo>
                      <a:pt x="285" y="32758"/>
                      <a:pt x="9683" y="42156"/>
                      <a:pt x="21276" y="42156"/>
                    </a:cubicBezTo>
                    <a:cubicBezTo>
                      <a:pt x="32869" y="42156"/>
                      <a:pt x="42267" y="32758"/>
                      <a:pt x="42267" y="21166"/>
                    </a:cubicBezTo>
                    <a:lnTo>
                      <a:pt x="42267" y="21166"/>
                    </a:lnTo>
                    <a:cubicBezTo>
                      <a:pt x="42267" y="9573"/>
                      <a:pt x="32869" y="175"/>
                      <a:pt x="21276" y="175"/>
                    </a:cubicBezTo>
                    <a:close/>
                  </a:path>
                </a:pathLst>
              </a:custGeom>
              <a:solidFill>
                <a:srgbClr val="000000"/>
              </a:solidFill>
              <a:ln w="4794" cap="sq">
                <a:noFill/>
                <a:prstDash val="solid"/>
                <a:round/>
              </a:ln>
            </p:spPr>
            <p:txBody>
              <a:bodyPr rtlCol="0" anchor="ctr"/>
              <a:lstStyle/>
              <a:p>
                <a:endParaRPr lang="en-US"/>
              </a:p>
            </p:txBody>
          </p:sp>
          <p:sp>
            <p:nvSpPr>
              <p:cNvPr id="2926" name="Freeform: Shape 2925">
                <a:extLst>
                  <a:ext uri="{FF2B5EF4-FFF2-40B4-BE49-F238E27FC236}">
                    <a16:creationId xmlns:a16="http://schemas.microsoft.com/office/drawing/2014/main" id="{68EA6287-D274-0D05-E474-955E9008D992}"/>
                  </a:ext>
                </a:extLst>
              </p:cNvPr>
              <p:cNvSpPr/>
              <p:nvPr/>
            </p:nvSpPr>
            <p:spPr>
              <a:xfrm>
                <a:off x="7550878" y="7852164"/>
                <a:ext cx="37180" cy="37180"/>
              </a:xfrm>
              <a:custGeom>
                <a:avLst/>
                <a:gdLst>
                  <a:gd name="connsiteX0" fmla="*/ 37416 w 37180"/>
                  <a:gd name="connsiteY0" fmla="*/ 18738 h 37180"/>
                  <a:gd name="connsiteX1" fmla="*/ 18826 w 37180"/>
                  <a:gd name="connsiteY1" fmla="*/ 37328 h 37180"/>
                  <a:gd name="connsiteX2" fmla="*/ 235 w 37180"/>
                  <a:gd name="connsiteY2" fmla="*/ 18738 h 37180"/>
                  <a:gd name="connsiteX3" fmla="*/ 18826 w 37180"/>
                  <a:gd name="connsiteY3" fmla="*/ 147 h 37180"/>
                  <a:gd name="connsiteX4" fmla="*/ 37416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6" y="18738"/>
                    </a:moveTo>
                    <a:cubicBezTo>
                      <a:pt x="37416" y="29005"/>
                      <a:pt x="29093" y="37328"/>
                      <a:pt x="18826" y="37328"/>
                    </a:cubicBezTo>
                    <a:cubicBezTo>
                      <a:pt x="8558" y="37328"/>
                      <a:pt x="235" y="29005"/>
                      <a:pt x="235" y="18738"/>
                    </a:cubicBezTo>
                    <a:cubicBezTo>
                      <a:pt x="235" y="8471"/>
                      <a:pt x="8558" y="147"/>
                      <a:pt x="18826" y="147"/>
                    </a:cubicBezTo>
                    <a:cubicBezTo>
                      <a:pt x="29093" y="147"/>
                      <a:pt x="37416" y="8471"/>
                      <a:pt x="37416" y="18738"/>
                    </a:cubicBezTo>
                    <a:close/>
                  </a:path>
                </a:pathLst>
              </a:custGeom>
              <a:solidFill>
                <a:srgbClr val="F7CCCC"/>
              </a:solidFill>
              <a:ln w="5753" cap="sq">
                <a:noFill/>
                <a:prstDash val="solid"/>
                <a:miter/>
              </a:ln>
            </p:spPr>
            <p:txBody>
              <a:bodyPr rtlCol="0" anchor="ctr"/>
              <a:lstStyle/>
              <a:p>
                <a:endParaRPr lang="en-US"/>
              </a:p>
            </p:txBody>
          </p:sp>
          <p:sp>
            <p:nvSpPr>
              <p:cNvPr id="2927" name="Freeform: Shape 2926">
                <a:extLst>
                  <a:ext uri="{FF2B5EF4-FFF2-40B4-BE49-F238E27FC236}">
                    <a16:creationId xmlns:a16="http://schemas.microsoft.com/office/drawing/2014/main" id="{7FAD43DF-5227-62BB-C48A-1026672BEAB5}"/>
                  </a:ext>
                </a:extLst>
              </p:cNvPr>
              <p:cNvSpPr/>
              <p:nvPr/>
            </p:nvSpPr>
            <p:spPr>
              <a:xfrm>
                <a:off x="7548478" y="7849764"/>
                <a:ext cx="41981" cy="41981"/>
              </a:xfrm>
              <a:custGeom>
                <a:avLst/>
                <a:gdLst>
                  <a:gd name="connsiteX0" fmla="*/ 21226 w 41981"/>
                  <a:gd name="connsiteY0" fmla="*/ 4948 h 41981"/>
                  <a:gd name="connsiteX1" fmla="*/ 37416 w 41981"/>
                  <a:gd name="connsiteY1" fmla="*/ 21138 h 41981"/>
                  <a:gd name="connsiteX2" fmla="*/ 37416 w 41981"/>
                  <a:gd name="connsiteY2" fmla="*/ 21138 h 41981"/>
                  <a:gd name="connsiteX3" fmla="*/ 21226 w 41981"/>
                  <a:gd name="connsiteY3" fmla="*/ 37328 h 41981"/>
                  <a:gd name="connsiteX4" fmla="*/ 5036 w 41981"/>
                  <a:gd name="connsiteY4" fmla="*/ 21138 h 41981"/>
                  <a:gd name="connsiteX5" fmla="*/ 21226 w 41981"/>
                  <a:gd name="connsiteY5" fmla="*/ 4948 h 41981"/>
                  <a:gd name="connsiteX6" fmla="*/ 21226 w 41981"/>
                  <a:gd name="connsiteY6" fmla="*/ 147 h 41981"/>
                  <a:gd name="connsiteX7" fmla="*/ 235 w 41981"/>
                  <a:gd name="connsiteY7" fmla="*/ 21138 h 41981"/>
                  <a:gd name="connsiteX8" fmla="*/ 21226 w 41981"/>
                  <a:gd name="connsiteY8" fmla="*/ 42129 h 41981"/>
                  <a:gd name="connsiteX9" fmla="*/ 42216 w 41981"/>
                  <a:gd name="connsiteY9" fmla="*/ 21138 h 41981"/>
                  <a:gd name="connsiteX10" fmla="*/ 42216 w 41981"/>
                  <a:gd name="connsiteY10" fmla="*/ 21138 h 41981"/>
                  <a:gd name="connsiteX11" fmla="*/ 21226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6" y="4948"/>
                    </a:moveTo>
                    <a:cubicBezTo>
                      <a:pt x="30168" y="4948"/>
                      <a:pt x="37416" y="12196"/>
                      <a:pt x="37416" y="21138"/>
                    </a:cubicBezTo>
                    <a:lnTo>
                      <a:pt x="37416" y="21138"/>
                    </a:lnTo>
                    <a:cubicBezTo>
                      <a:pt x="37416" y="30080"/>
                      <a:pt x="30168" y="37328"/>
                      <a:pt x="21226" y="37328"/>
                    </a:cubicBezTo>
                    <a:cubicBezTo>
                      <a:pt x="12284" y="37328"/>
                      <a:pt x="5036" y="30080"/>
                      <a:pt x="5036" y="21138"/>
                    </a:cubicBezTo>
                    <a:cubicBezTo>
                      <a:pt x="5036" y="12196"/>
                      <a:pt x="12284" y="4948"/>
                      <a:pt x="21226" y="4948"/>
                    </a:cubicBezTo>
                    <a:close/>
                    <a:moveTo>
                      <a:pt x="21226" y="147"/>
                    </a:moveTo>
                    <a:cubicBezTo>
                      <a:pt x="9633" y="147"/>
                      <a:pt x="235" y="9545"/>
                      <a:pt x="235" y="21138"/>
                    </a:cubicBezTo>
                    <a:cubicBezTo>
                      <a:pt x="235" y="32731"/>
                      <a:pt x="9633" y="42129"/>
                      <a:pt x="21226" y="42129"/>
                    </a:cubicBezTo>
                    <a:cubicBezTo>
                      <a:pt x="32818" y="42129"/>
                      <a:pt x="42216" y="32731"/>
                      <a:pt x="42216" y="21138"/>
                    </a:cubicBezTo>
                    <a:lnTo>
                      <a:pt x="42216" y="21138"/>
                    </a:lnTo>
                    <a:cubicBezTo>
                      <a:pt x="42216" y="9545"/>
                      <a:pt x="32818" y="147"/>
                      <a:pt x="21226" y="147"/>
                    </a:cubicBezTo>
                    <a:close/>
                  </a:path>
                </a:pathLst>
              </a:custGeom>
              <a:solidFill>
                <a:srgbClr val="000000"/>
              </a:solidFill>
              <a:ln w="4794" cap="sq">
                <a:noFill/>
                <a:prstDash val="solid"/>
                <a:round/>
              </a:ln>
            </p:spPr>
            <p:txBody>
              <a:bodyPr rtlCol="0" anchor="ctr"/>
              <a:lstStyle/>
              <a:p>
                <a:endParaRPr lang="en-US"/>
              </a:p>
            </p:txBody>
          </p:sp>
          <p:sp>
            <p:nvSpPr>
              <p:cNvPr id="2928" name="Freeform: Shape 2927">
                <a:extLst>
                  <a:ext uri="{FF2B5EF4-FFF2-40B4-BE49-F238E27FC236}">
                    <a16:creationId xmlns:a16="http://schemas.microsoft.com/office/drawing/2014/main" id="{26AB6694-1E71-D145-0FE2-BBA8766FCA81}"/>
                  </a:ext>
                </a:extLst>
              </p:cNvPr>
              <p:cNvSpPr/>
              <p:nvPr/>
            </p:nvSpPr>
            <p:spPr>
              <a:xfrm>
                <a:off x="7669840" y="7748150"/>
                <a:ext cx="37180" cy="37180"/>
              </a:xfrm>
              <a:custGeom>
                <a:avLst/>
                <a:gdLst>
                  <a:gd name="connsiteX0" fmla="*/ 37437 w 37180"/>
                  <a:gd name="connsiteY0" fmla="*/ 18720 h 37180"/>
                  <a:gd name="connsiteX1" fmla="*/ 18846 w 37180"/>
                  <a:gd name="connsiteY1" fmla="*/ 37310 h 37180"/>
                  <a:gd name="connsiteX2" fmla="*/ 256 w 37180"/>
                  <a:gd name="connsiteY2" fmla="*/ 18720 h 37180"/>
                  <a:gd name="connsiteX3" fmla="*/ 18846 w 37180"/>
                  <a:gd name="connsiteY3" fmla="*/ 129 h 37180"/>
                  <a:gd name="connsiteX4" fmla="*/ 37437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20"/>
                    </a:moveTo>
                    <a:cubicBezTo>
                      <a:pt x="37437" y="28987"/>
                      <a:pt x="29113" y="37310"/>
                      <a:pt x="18846" y="37310"/>
                    </a:cubicBezTo>
                    <a:cubicBezTo>
                      <a:pt x="8579" y="37310"/>
                      <a:pt x="256" y="28987"/>
                      <a:pt x="256" y="18720"/>
                    </a:cubicBezTo>
                    <a:cubicBezTo>
                      <a:pt x="256" y="8453"/>
                      <a:pt x="8579" y="129"/>
                      <a:pt x="18846" y="129"/>
                    </a:cubicBezTo>
                    <a:cubicBezTo>
                      <a:pt x="29113" y="129"/>
                      <a:pt x="37437" y="8453"/>
                      <a:pt x="37437" y="18720"/>
                    </a:cubicBezTo>
                    <a:close/>
                  </a:path>
                </a:pathLst>
              </a:custGeom>
              <a:solidFill>
                <a:srgbClr val="F7A540"/>
              </a:solidFill>
              <a:ln w="5753" cap="sq">
                <a:noFill/>
                <a:prstDash val="solid"/>
                <a:miter/>
              </a:ln>
            </p:spPr>
            <p:txBody>
              <a:bodyPr rtlCol="0" anchor="ctr"/>
              <a:lstStyle/>
              <a:p>
                <a:endParaRPr lang="en-US"/>
              </a:p>
            </p:txBody>
          </p:sp>
          <p:sp>
            <p:nvSpPr>
              <p:cNvPr id="2929" name="Freeform: Shape 2928">
                <a:extLst>
                  <a:ext uri="{FF2B5EF4-FFF2-40B4-BE49-F238E27FC236}">
                    <a16:creationId xmlns:a16="http://schemas.microsoft.com/office/drawing/2014/main" id="{F39D2B07-F8AE-2A6C-0EA4-F467F89A5441}"/>
                  </a:ext>
                </a:extLst>
              </p:cNvPr>
              <p:cNvSpPr/>
              <p:nvPr/>
            </p:nvSpPr>
            <p:spPr>
              <a:xfrm>
                <a:off x="7667439" y="7745750"/>
                <a:ext cx="41981" cy="41981"/>
              </a:xfrm>
              <a:custGeom>
                <a:avLst/>
                <a:gdLst>
                  <a:gd name="connsiteX0" fmla="*/ 21246 w 41981"/>
                  <a:gd name="connsiteY0" fmla="*/ 4930 h 41981"/>
                  <a:gd name="connsiteX1" fmla="*/ 37437 w 41981"/>
                  <a:gd name="connsiteY1" fmla="*/ 21120 h 41981"/>
                  <a:gd name="connsiteX2" fmla="*/ 37437 w 41981"/>
                  <a:gd name="connsiteY2" fmla="*/ 21120 h 41981"/>
                  <a:gd name="connsiteX3" fmla="*/ 21246 w 41981"/>
                  <a:gd name="connsiteY3" fmla="*/ 37310 h 41981"/>
                  <a:gd name="connsiteX4" fmla="*/ 5056 w 41981"/>
                  <a:gd name="connsiteY4" fmla="*/ 21120 h 41981"/>
                  <a:gd name="connsiteX5" fmla="*/ 21246 w 41981"/>
                  <a:gd name="connsiteY5" fmla="*/ 4930 h 41981"/>
                  <a:gd name="connsiteX6" fmla="*/ 21246 w 41981"/>
                  <a:gd name="connsiteY6" fmla="*/ 129 h 41981"/>
                  <a:gd name="connsiteX7" fmla="*/ 256 w 41981"/>
                  <a:gd name="connsiteY7" fmla="*/ 21120 h 41981"/>
                  <a:gd name="connsiteX8" fmla="*/ 21246 w 41981"/>
                  <a:gd name="connsiteY8" fmla="*/ 42111 h 41981"/>
                  <a:gd name="connsiteX9" fmla="*/ 42237 w 41981"/>
                  <a:gd name="connsiteY9" fmla="*/ 21120 h 41981"/>
                  <a:gd name="connsiteX10" fmla="*/ 42237 w 41981"/>
                  <a:gd name="connsiteY10" fmla="*/ 21120 h 41981"/>
                  <a:gd name="connsiteX11" fmla="*/ 21246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30"/>
                    </a:moveTo>
                    <a:cubicBezTo>
                      <a:pt x="30188" y="4930"/>
                      <a:pt x="37437" y="12178"/>
                      <a:pt x="37437" y="21120"/>
                    </a:cubicBezTo>
                    <a:lnTo>
                      <a:pt x="37437" y="21120"/>
                    </a:lnTo>
                    <a:cubicBezTo>
                      <a:pt x="37437" y="30062"/>
                      <a:pt x="30188" y="37310"/>
                      <a:pt x="21246" y="37310"/>
                    </a:cubicBezTo>
                    <a:cubicBezTo>
                      <a:pt x="12305" y="37310"/>
                      <a:pt x="5056" y="30062"/>
                      <a:pt x="5056" y="21120"/>
                    </a:cubicBezTo>
                    <a:cubicBezTo>
                      <a:pt x="5056" y="12178"/>
                      <a:pt x="12305" y="4930"/>
                      <a:pt x="21246" y="4930"/>
                    </a:cubicBezTo>
                    <a:close/>
                    <a:moveTo>
                      <a:pt x="21246" y="129"/>
                    </a:moveTo>
                    <a:cubicBezTo>
                      <a:pt x="9654" y="129"/>
                      <a:pt x="256" y="9527"/>
                      <a:pt x="256" y="21120"/>
                    </a:cubicBezTo>
                    <a:cubicBezTo>
                      <a:pt x="256" y="32713"/>
                      <a:pt x="9654" y="42111"/>
                      <a:pt x="21246" y="42111"/>
                    </a:cubicBezTo>
                    <a:cubicBezTo>
                      <a:pt x="32839" y="42111"/>
                      <a:pt x="42237" y="32713"/>
                      <a:pt x="42237" y="21120"/>
                    </a:cubicBezTo>
                    <a:lnTo>
                      <a:pt x="42237" y="21120"/>
                    </a:lnTo>
                    <a:cubicBezTo>
                      <a:pt x="42237" y="9527"/>
                      <a:pt x="32839" y="129"/>
                      <a:pt x="21246" y="129"/>
                    </a:cubicBezTo>
                    <a:close/>
                  </a:path>
                </a:pathLst>
              </a:custGeom>
              <a:solidFill>
                <a:srgbClr val="000000"/>
              </a:solidFill>
              <a:ln w="4794" cap="sq">
                <a:noFill/>
                <a:prstDash val="solid"/>
                <a:round/>
              </a:ln>
            </p:spPr>
            <p:txBody>
              <a:bodyPr rtlCol="0" anchor="ctr"/>
              <a:lstStyle/>
              <a:p>
                <a:endParaRPr lang="en-US"/>
              </a:p>
            </p:txBody>
          </p:sp>
          <p:sp>
            <p:nvSpPr>
              <p:cNvPr id="2930" name="Freeform: Shape 2929">
                <a:extLst>
                  <a:ext uri="{FF2B5EF4-FFF2-40B4-BE49-F238E27FC236}">
                    <a16:creationId xmlns:a16="http://schemas.microsoft.com/office/drawing/2014/main" id="{5E296577-25A8-7E86-A2CB-8394C4C5D35B}"/>
                  </a:ext>
                </a:extLst>
              </p:cNvPr>
              <p:cNvSpPr/>
              <p:nvPr/>
            </p:nvSpPr>
            <p:spPr>
              <a:xfrm>
                <a:off x="7560993" y="7657419"/>
                <a:ext cx="37180" cy="37180"/>
              </a:xfrm>
              <a:custGeom>
                <a:avLst/>
                <a:gdLst>
                  <a:gd name="connsiteX0" fmla="*/ 37418 w 37180"/>
                  <a:gd name="connsiteY0" fmla="*/ 18704 h 37180"/>
                  <a:gd name="connsiteX1" fmla="*/ 18827 w 37180"/>
                  <a:gd name="connsiteY1" fmla="*/ 37294 h 37180"/>
                  <a:gd name="connsiteX2" fmla="*/ 237 w 37180"/>
                  <a:gd name="connsiteY2" fmla="*/ 18704 h 37180"/>
                  <a:gd name="connsiteX3" fmla="*/ 18827 w 37180"/>
                  <a:gd name="connsiteY3" fmla="*/ 114 h 37180"/>
                  <a:gd name="connsiteX4" fmla="*/ 37418 w 37180"/>
                  <a:gd name="connsiteY4" fmla="*/ 1870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8" y="18704"/>
                    </a:moveTo>
                    <a:cubicBezTo>
                      <a:pt x="37418" y="28971"/>
                      <a:pt x="29095" y="37294"/>
                      <a:pt x="18827" y="37294"/>
                    </a:cubicBezTo>
                    <a:cubicBezTo>
                      <a:pt x="8560" y="37294"/>
                      <a:pt x="237" y="28971"/>
                      <a:pt x="237" y="18704"/>
                    </a:cubicBezTo>
                    <a:cubicBezTo>
                      <a:pt x="237" y="8437"/>
                      <a:pt x="8560" y="114"/>
                      <a:pt x="18827" y="114"/>
                    </a:cubicBezTo>
                    <a:cubicBezTo>
                      <a:pt x="29095" y="114"/>
                      <a:pt x="37418" y="8437"/>
                      <a:pt x="37418" y="18704"/>
                    </a:cubicBezTo>
                    <a:close/>
                  </a:path>
                </a:pathLst>
              </a:custGeom>
              <a:solidFill>
                <a:srgbClr val="F7A500"/>
              </a:solidFill>
              <a:ln w="5753" cap="sq">
                <a:noFill/>
                <a:prstDash val="solid"/>
                <a:miter/>
              </a:ln>
            </p:spPr>
            <p:txBody>
              <a:bodyPr rtlCol="0" anchor="ctr"/>
              <a:lstStyle/>
              <a:p>
                <a:endParaRPr lang="en-US"/>
              </a:p>
            </p:txBody>
          </p:sp>
          <p:sp>
            <p:nvSpPr>
              <p:cNvPr id="2931" name="Freeform: Shape 2930">
                <a:extLst>
                  <a:ext uri="{FF2B5EF4-FFF2-40B4-BE49-F238E27FC236}">
                    <a16:creationId xmlns:a16="http://schemas.microsoft.com/office/drawing/2014/main" id="{391B4338-2312-3EE8-0C70-AC1E38F440F7}"/>
                  </a:ext>
                </a:extLst>
              </p:cNvPr>
              <p:cNvSpPr/>
              <p:nvPr/>
            </p:nvSpPr>
            <p:spPr>
              <a:xfrm>
                <a:off x="7558593" y="7655019"/>
                <a:ext cx="41981" cy="41981"/>
              </a:xfrm>
              <a:custGeom>
                <a:avLst/>
                <a:gdLst>
                  <a:gd name="connsiteX0" fmla="*/ 21228 w 41981"/>
                  <a:gd name="connsiteY0" fmla="*/ 4914 h 41981"/>
                  <a:gd name="connsiteX1" fmla="*/ 37418 w 41981"/>
                  <a:gd name="connsiteY1" fmla="*/ 21104 h 41981"/>
                  <a:gd name="connsiteX2" fmla="*/ 37418 w 41981"/>
                  <a:gd name="connsiteY2" fmla="*/ 21104 h 41981"/>
                  <a:gd name="connsiteX3" fmla="*/ 21228 w 41981"/>
                  <a:gd name="connsiteY3" fmla="*/ 37294 h 41981"/>
                  <a:gd name="connsiteX4" fmla="*/ 5037 w 41981"/>
                  <a:gd name="connsiteY4" fmla="*/ 21104 h 41981"/>
                  <a:gd name="connsiteX5" fmla="*/ 21228 w 41981"/>
                  <a:gd name="connsiteY5" fmla="*/ 4914 h 41981"/>
                  <a:gd name="connsiteX6" fmla="*/ 21228 w 41981"/>
                  <a:gd name="connsiteY6" fmla="*/ 114 h 41981"/>
                  <a:gd name="connsiteX7" fmla="*/ 237 w 41981"/>
                  <a:gd name="connsiteY7" fmla="*/ 21104 h 41981"/>
                  <a:gd name="connsiteX8" fmla="*/ 21228 w 41981"/>
                  <a:gd name="connsiteY8" fmla="*/ 42095 h 41981"/>
                  <a:gd name="connsiteX9" fmla="*/ 42218 w 41981"/>
                  <a:gd name="connsiteY9" fmla="*/ 21104 h 41981"/>
                  <a:gd name="connsiteX10" fmla="*/ 42218 w 41981"/>
                  <a:gd name="connsiteY10" fmla="*/ 21104 h 41981"/>
                  <a:gd name="connsiteX11" fmla="*/ 21228 w 41981"/>
                  <a:gd name="connsiteY11" fmla="*/ 11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8" y="4914"/>
                    </a:moveTo>
                    <a:cubicBezTo>
                      <a:pt x="30169" y="4914"/>
                      <a:pt x="37418" y="12162"/>
                      <a:pt x="37418" y="21104"/>
                    </a:cubicBezTo>
                    <a:lnTo>
                      <a:pt x="37418" y="21104"/>
                    </a:lnTo>
                    <a:cubicBezTo>
                      <a:pt x="37418" y="30046"/>
                      <a:pt x="30169" y="37294"/>
                      <a:pt x="21228" y="37294"/>
                    </a:cubicBezTo>
                    <a:cubicBezTo>
                      <a:pt x="12286" y="37294"/>
                      <a:pt x="5037" y="30046"/>
                      <a:pt x="5037" y="21104"/>
                    </a:cubicBezTo>
                    <a:cubicBezTo>
                      <a:pt x="5037" y="12162"/>
                      <a:pt x="12286" y="4914"/>
                      <a:pt x="21228" y="4914"/>
                    </a:cubicBezTo>
                    <a:close/>
                    <a:moveTo>
                      <a:pt x="21228" y="114"/>
                    </a:moveTo>
                    <a:cubicBezTo>
                      <a:pt x="9635" y="114"/>
                      <a:pt x="237" y="9512"/>
                      <a:pt x="237" y="21104"/>
                    </a:cubicBezTo>
                    <a:cubicBezTo>
                      <a:pt x="237" y="32697"/>
                      <a:pt x="9635" y="42095"/>
                      <a:pt x="21228" y="42095"/>
                    </a:cubicBezTo>
                    <a:cubicBezTo>
                      <a:pt x="32820" y="42095"/>
                      <a:pt x="42218" y="32697"/>
                      <a:pt x="42218" y="21104"/>
                    </a:cubicBezTo>
                    <a:lnTo>
                      <a:pt x="42218" y="21104"/>
                    </a:lnTo>
                    <a:cubicBezTo>
                      <a:pt x="42218" y="9512"/>
                      <a:pt x="32820" y="114"/>
                      <a:pt x="21228" y="114"/>
                    </a:cubicBezTo>
                    <a:close/>
                  </a:path>
                </a:pathLst>
              </a:custGeom>
              <a:solidFill>
                <a:srgbClr val="000000"/>
              </a:solidFill>
              <a:ln w="4794" cap="sq">
                <a:noFill/>
                <a:prstDash val="solid"/>
                <a:round/>
              </a:ln>
            </p:spPr>
            <p:txBody>
              <a:bodyPr rtlCol="0" anchor="ctr"/>
              <a:lstStyle/>
              <a:p>
                <a:endParaRPr lang="en-US"/>
              </a:p>
            </p:txBody>
          </p:sp>
          <p:sp>
            <p:nvSpPr>
              <p:cNvPr id="2932" name="Freeform: Shape 2931">
                <a:extLst>
                  <a:ext uri="{FF2B5EF4-FFF2-40B4-BE49-F238E27FC236}">
                    <a16:creationId xmlns:a16="http://schemas.microsoft.com/office/drawing/2014/main" id="{2DE2BAA5-C5FC-90FC-126A-DDBD07CE6548}"/>
                  </a:ext>
                </a:extLst>
              </p:cNvPr>
              <p:cNvSpPr/>
              <p:nvPr/>
            </p:nvSpPr>
            <p:spPr>
              <a:xfrm>
                <a:off x="7677679" y="8033933"/>
                <a:ext cx="37180" cy="37180"/>
              </a:xfrm>
              <a:custGeom>
                <a:avLst/>
                <a:gdLst>
                  <a:gd name="connsiteX0" fmla="*/ 37438 w 37180"/>
                  <a:gd name="connsiteY0" fmla="*/ 18769 h 37180"/>
                  <a:gd name="connsiteX1" fmla="*/ 18848 w 37180"/>
                  <a:gd name="connsiteY1" fmla="*/ 37360 h 37180"/>
                  <a:gd name="connsiteX2" fmla="*/ 257 w 37180"/>
                  <a:gd name="connsiteY2" fmla="*/ 18769 h 37180"/>
                  <a:gd name="connsiteX3" fmla="*/ 18848 w 37180"/>
                  <a:gd name="connsiteY3" fmla="*/ 179 h 37180"/>
                  <a:gd name="connsiteX4" fmla="*/ 3743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8" y="18769"/>
                    </a:moveTo>
                    <a:cubicBezTo>
                      <a:pt x="37438" y="29037"/>
                      <a:pt x="29115" y="37360"/>
                      <a:pt x="18848" y="37360"/>
                    </a:cubicBezTo>
                    <a:cubicBezTo>
                      <a:pt x="8580" y="37360"/>
                      <a:pt x="257" y="29037"/>
                      <a:pt x="257" y="18769"/>
                    </a:cubicBezTo>
                    <a:cubicBezTo>
                      <a:pt x="257" y="8502"/>
                      <a:pt x="8580" y="179"/>
                      <a:pt x="18848" y="179"/>
                    </a:cubicBezTo>
                    <a:cubicBezTo>
                      <a:pt x="29115" y="179"/>
                      <a:pt x="37438" y="8502"/>
                      <a:pt x="37438" y="18769"/>
                    </a:cubicBezTo>
                    <a:close/>
                  </a:path>
                </a:pathLst>
              </a:custGeom>
              <a:solidFill>
                <a:srgbClr val="F7CCCC"/>
              </a:solidFill>
              <a:ln w="5753" cap="sq">
                <a:noFill/>
                <a:prstDash val="solid"/>
                <a:miter/>
              </a:ln>
            </p:spPr>
            <p:txBody>
              <a:bodyPr rtlCol="0" anchor="ctr"/>
              <a:lstStyle/>
              <a:p>
                <a:endParaRPr lang="en-US"/>
              </a:p>
            </p:txBody>
          </p:sp>
          <p:sp>
            <p:nvSpPr>
              <p:cNvPr id="2933" name="Freeform: Shape 2932">
                <a:extLst>
                  <a:ext uri="{FF2B5EF4-FFF2-40B4-BE49-F238E27FC236}">
                    <a16:creationId xmlns:a16="http://schemas.microsoft.com/office/drawing/2014/main" id="{8E520E34-1792-2E4E-F1DC-43EF5EFBFFE5}"/>
                  </a:ext>
                </a:extLst>
              </p:cNvPr>
              <p:cNvSpPr/>
              <p:nvPr/>
            </p:nvSpPr>
            <p:spPr>
              <a:xfrm>
                <a:off x="7675279" y="8031532"/>
                <a:ext cx="41981" cy="41981"/>
              </a:xfrm>
              <a:custGeom>
                <a:avLst/>
                <a:gdLst>
                  <a:gd name="connsiteX0" fmla="*/ 21248 w 41981"/>
                  <a:gd name="connsiteY0" fmla="*/ 4979 h 41981"/>
                  <a:gd name="connsiteX1" fmla="*/ 37438 w 41981"/>
                  <a:gd name="connsiteY1" fmla="*/ 21170 h 41981"/>
                  <a:gd name="connsiteX2" fmla="*/ 37438 w 41981"/>
                  <a:gd name="connsiteY2" fmla="*/ 21170 h 41981"/>
                  <a:gd name="connsiteX3" fmla="*/ 21248 w 41981"/>
                  <a:gd name="connsiteY3" fmla="*/ 37360 h 41981"/>
                  <a:gd name="connsiteX4" fmla="*/ 5058 w 41981"/>
                  <a:gd name="connsiteY4" fmla="*/ 21170 h 41981"/>
                  <a:gd name="connsiteX5" fmla="*/ 21248 w 41981"/>
                  <a:gd name="connsiteY5" fmla="*/ 4979 h 41981"/>
                  <a:gd name="connsiteX6" fmla="*/ 21248 w 41981"/>
                  <a:gd name="connsiteY6" fmla="*/ 179 h 41981"/>
                  <a:gd name="connsiteX7" fmla="*/ 257 w 41981"/>
                  <a:gd name="connsiteY7" fmla="*/ 21170 h 41981"/>
                  <a:gd name="connsiteX8" fmla="*/ 21248 w 41981"/>
                  <a:gd name="connsiteY8" fmla="*/ 42160 h 41981"/>
                  <a:gd name="connsiteX9" fmla="*/ 42238 w 41981"/>
                  <a:gd name="connsiteY9" fmla="*/ 21170 h 41981"/>
                  <a:gd name="connsiteX10" fmla="*/ 42238 w 41981"/>
                  <a:gd name="connsiteY10" fmla="*/ 21170 h 41981"/>
                  <a:gd name="connsiteX11" fmla="*/ 21248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8" y="4979"/>
                    </a:moveTo>
                    <a:cubicBezTo>
                      <a:pt x="30190" y="4979"/>
                      <a:pt x="37438" y="12228"/>
                      <a:pt x="37438" y="21170"/>
                    </a:cubicBezTo>
                    <a:lnTo>
                      <a:pt x="37438" y="21170"/>
                    </a:lnTo>
                    <a:cubicBezTo>
                      <a:pt x="37438" y="30111"/>
                      <a:pt x="30190" y="37360"/>
                      <a:pt x="21248" y="37360"/>
                    </a:cubicBezTo>
                    <a:cubicBezTo>
                      <a:pt x="12306" y="37360"/>
                      <a:pt x="5058" y="30111"/>
                      <a:pt x="5058" y="21170"/>
                    </a:cubicBezTo>
                    <a:cubicBezTo>
                      <a:pt x="5058" y="12228"/>
                      <a:pt x="12306" y="4979"/>
                      <a:pt x="21248" y="4979"/>
                    </a:cubicBezTo>
                    <a:close/>
                    <a:moveTo>
                      <a:pt x="21248" y="179"/>
                    </a:moveTo>
                    <a:cubicBezTo>
                      <a:pt x="9655" y="179"/>
                      <a:pt x="257" y="9577"/>
                      <a:pt x="257" y="21170"/>
                    </a:cubicBezTo>
                    <a:cubicBezTo>
                      <a:pt x="257" y="32762"/>
                      <a:pt x="9655" y="42160"/>
                      <a:pt x="21248" y="42160"/>
                    </a:cubicBezTo>
                    <a:cubicBezTo>
                      <a:pt x="32840" y="42160"/>
                      <a:pt x="42238" y="32762"/>
                      <a:pt x="42238" y="21170"/>
                    </a:cubicBezTo>
                    <a:lnTo>
                      <a:pt x="42238" y="21170"/>
                    </a:lnTo>
                    <a:cubicBezTo>
                      <a:pt x="42238" y="9577"/>
                      <a:pt x="32840" y="179"/>
                      <a:pt x="21248" y="179"/>
                    </a:cubicBezTo>
                    <a:close/>
                  </a:path>
                </a:pathLst>
              </a:custGeom>
              <a:solidFill>
                <a:srgbClr val="000000"/>
              </a:solidFill>
              <a:ln w="4794" cap="sq">
                <a:noFill/>
                <a:prstDash val="solid"/>
                <a:round/>
              </a:ln>
            </p:spPr>
            <p:txBody>
              <a:bodyPr rtlCol="0" anchor="ctr"/>
              <a:lstStyle/>
              <a:p>
                <a:endParaRPr lang="en-US"/>
              </a:p>
            </p:txBody>
          </p:sp>
          <p:sp>
            <p:nvSpPr>
              <p:cNvPr id="2934" name="Freeform: Shape 2933">
                <a:extLst>
                  <a:ext uri="{FF2B5EF4-FFF2-40B4-BE49-F238E27FC236}">
                    <a16:creationId xmlns:a16="http://schemas.microsoft.com/office/drawing/2014/main" id="{DBDCDF51-0493-5D93-1D5C-C4509EA9312E}"/>
                  </a:ext>
                </a:extLst>
              </p:cNvPr>
              <p:cNvSpPr/>
              <p:nvPr/>
            </p:nvSpPr>
            <p:spPr>
              <a:xfrm>
                <a:off x="7607528" y="7974461"/>
                <a:ext cx="37180" cy="37180"/>
              </a:xfrm>
              <a:custGeom>
                <a:avLst/>
                <a:gdLst>
                  <a:gd name="connsiteX0" fmla="*/ 37426 w 37180"/>
                  <a:gd name="connsiteY0" fmla="*/ 18759 h 37180"/>
                  <a:gd name="connsiteX1" fmla="*/ 18835 w 37180"/>
                  <a:gd name="connsiteY1" fmla="*/ 37350 h 37180"/>
                  <a:gd name="connsiteX2" fmla="*/ 245 w 37180"/>
                  <a:gd name="connsiteY2" fmla="*/ 18759 h 37180"/>
                  <a:gd name="connsiteX3" fmla="*/ 18835 w 37180"/>
                  <a:gd name="connsiteY3" fmla="*/ 169 h 37180"/>
                  <a:gd name="connsiteX4" fmla="*/ 37426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6" y="18759"/>
                    </a:moveTo>
                    <a:cubicBezTo>
                      <a:pt x="37426" y="29026"/>
                      <a:pt x="29103" y="37350"/>
                      <a:pt x="18835" y="37350"/>
                    </a:cubicBezTo>
                    <a:cubicBezTo>
                      <a:pt x="8568" y="37350"/>
                      <a:pt x="245" y="29026"/>
                      <a:pt x="245" y="18759"/>
                    </a:cubicBezTo>
                    <a:cubicBezTo>
                      <a:pt x="245" y="8492"/>
                      <a:pt x="8568" y="169"/>
                      <a:pt x="18835" y="169"/>
                    </a:cubicBezTo>
                    <a:cubicBezTo>
                      <a:pt x="29103" y="169"/>
                      <a:pt x="37426" y="8492"/>
                      <a:pt x="37426" y="18759"/>
                    </a:cubicBezTo>
                    <a:close/>
                  </a:path>
                </a:pathLst>
              </a:custGeom>
              <a:solidFill>
                <a:srgbClr val="F7C2C2"/>
              </a:solidFill>
              <a:ln w="5753" cap="sq">
                <a:noFill/>
                <a:prstDash val="solid"/>
                <a:miter/>
              </a:ln>
            </p:spPr>
            <p:txBody>
              <a:bodyPr rtlCol="0" anchor="ctr"/>
              <a:lstStyle/>
              <a:p>
                <a:endParaRPr lang="en-US"/>
              </a:p>
            </p:txBody>
          </p:sp>
          <p:sp>
            <p:nvSpPr>
              <p:cNvPr id="2935" name="Freeform: Shape 2934">
                <a:extLst>
                  <a:ext uri="{FF2B5EF4-FFF2-40B4-BE49-F238E27FC236}">
                    <a16:creationId xmlns:a16="http://schemas.microsoft.com/office/drawing/2014/main" id="{D81BEC89-E0F4-6006-0DA2-0343AD8342F7}"/>
                  </a:ext>
                </a:extLst>
              </p:cNvPr>
              <p:cNvSpPr/>
              <p:nvPr/>
            </p:nvSpPr>
            <p:spPr>
              <a:xfrm>
                <a:off x="7605128" y="7972060"/>
                <a:ext cx="41981" cy="41981"/>
              </a:xfrm>
              <a:custGeom>
                <a:avLst/>
                <a:gdLst>
                  <a:gd name="connsiteX0" fmla="*/ 21236 w 41981"/>
                  <a:gd name="connsiteY0" fmla="*/ 4969 h 41981"/>
                  <a:gd name="connsiteX1" fmla="*/ 37426 w 41981"/>
                  <a:gd name="connsiteY1" fmla="*/ 21159 h 41981"/>
                  <a:gd name="connsiteX2" fmla="*/ 37426 w 41981"/>
                  <a:gd name="connsiteY2" fmla="*/ 21159 h 41981"/>
                  <a:gd name="connsiteX3" fmla="*/ 21236 w 41981"/>
                  <a:gd name="connsiteY3" fmla="*/ 37350 h 41981"/>
                  <a:gd name="connsiteX4" fmla="*/ 5045 w 41981"/>
                  <a:gd name="connsiteY4" fmla="*/ 21159 h 41981"/>
                  <a:gd name="connsiteX5" fmla="*/ 21236 w 41981"/>
                  <a:gd name="connsiteY5" fmla="*/ 4969 h 41981"/>
                  <a:gd name="connsiteX6" fmla="*/ 21236 w 41981"/>
                  <a:gd name="connsiteY6" fmla="*/ 169 h 41981"/>
                  <a:gd name="connsiteX7" fmla="*/ 245 w 41981"/>
                  <a:gd name="connsiteY7" fmla="*/ 21159 h 41981"/>
                  <a:gd name="connsiteX8" fmla="*/ 21236 w 41981"/>
                  <a:gd name="connsiteY8" fmla="*/ 42150 h 41981"/>
                  <a:gd name="connsiteX9" fmla="*/ 42226 w 41981"/>
                  <a:gd name="connsiteY9" fmla="*/ 21159 h 41981"/>
                  <a:gd name="connsiteX10" fmla="*/ 42226 w 41981"/>
                  <a:gd name="connsiteY10" fmla="*/ 21159 h 41981"/>
                  <a:gd name="connsiteX11" fmla="*/ 21236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6" y="4969"/>
                    </a:moveTo>
                    <a:cubicBezTo>
                      <a:pt x="30177" y="4969"/>
                      <a:pt x="37426" y="12217"/>
                      <a:pt x="37426" y="21159"/>
                    </a:cubicBezTo>
                    <a:lnTo>
                      <a:pt x="37426" y="21159"/>
                    </a:lnTo>
                    <a:cubicBezTo>
                      <a:pt x="37426" y="30101"/>
                      <a:pt x="30177" y="37350"/>
                      <a:pt x="21236" y="37350"/>
                    </a:cubicBezTo>
                    <a:cubicBezTo>
                      <a:pt x="12294" y="37350"/>
                      <a:pt x="5045" y="30101"/>
                      <a:pt x="5045" y="21159"/>
                    </a:cubicBezTo>
                    <a:cubicBezTo>
                      <a:pt x="5045" y="12217"/>
                      <a:pt x="12294" y="4969"/>
                      <a:pt x="21236" y="4969"/>
                    </a:cubicBezTo>
                    <a:close/>
                    <a:moveTo>
                      <a:pt x="21236" y="169"/>
                    </a:moveTo>
                    <a:cubicBezTo>
                      <a:pt x="9643" y="169"/>
                      <a:pt x="245" y="9567"/>
                      <a:pt x="245" y="21159"/>
                    </a:cubicBezTo>
                    <a:cubicBezTo>
                      <a:pt x="245" y="32752"/>
                      <a:pt x="9643" y="42150"/>
                      <a:pt x="21236" y="42150"/>
                    </a:cubicBezTo>
                    <a:cubicBezTo>
                      <a:pt x="32828" y="42150"/>
                      <a:pt x="42226" y="32752"/>
                      <a:pt x="42226" y="21159"/>
                    </a:cubicBezTo>
                    <a:lnTo>
                      <a:pt x="42226" y="21159"/>
                    </a:lnTo>
                    <a:cubicBezTo>
                      <a:pt x="42226" y="9567"/>
                      <a:pt x="32828" y="169"/>
                      <a:pt x="21236" y="169"/>
                    </a:cubicBezTo>
                    <a:close/>
                  </a:path>
                </a:pathLst>
              </a:custGeom>
              <a:solidFill>
                <a:srgbClr val="000000"/>
              </a:solidFill>
              <a:ln w="4794" cap="sq">
                <a:noFill/>
                <a:prstDash val="solid"/>
                <a:round/>
              </a:ln>
            </p:spPr>
            <p:txBody>
              <a:bodyPr rtlCol="0" anchor="ctr"/>
              <a:lstStyle/>
              <a:p>
                <a:endParaRPr lang="en-US"/>
              </a:p>
            </p:txBody>
          </p:sp>
          <p:sp>
            <p:nvSpPr>
              <p:cNvPr id="2936" name="Freeform: Shape 2935">
                <a:extLst>
                  <a:ext uri="{FF2B5EF4-FFF2-40B4-BE49-F238E27FC236}">
                    <a16:creationId xmlns:a16="http://schemas.microsoft.com/office/drawing/2014/main" id="{D3358F50-655A-FC7C-4DB0-098692FA8AD4}"/>
                  </a:ext>
                </a:extLst>
              </p:cNvPr>
              <p:cNvSpPr/>
              <p:nvPr/>
            </p:nvSpPr>
            <p:spPr>
              <a:xfrm>
                <a:off x="7926655" y="7887922"/>
                <a:ext cx="37180" cy="37180"/>
              </a:xfrm>
              <a:custGeom>
                <a:avLst/>
                <a:gdLst>
                  <a:gd name="connsiteX0" fmla="*/ 37481 w 37180"/>
                  <a:gd name="connsiteY0" fmla="*/ 18744 h 37180"/>
                  <a:gd name="connsiteX1" fmla="*/ 18891 w 37180"/>
                  <a:gd name="connsiteY1" fmla="*/ 37334 h 37180"/>
                  <a:gd name="connsiteX2" fmla="*/ 300 w 37180"/>
                  <a:gd name="connsiteY2" fmla="*/ 18744 h 37180"/>
                  <a:gd name="connsiteX3" fmla="*/ 18891 w 37180"/>
                  <a:gd name="connsiteY3" fmla="*/ 154 h 37180"/>
                  <a:gd name="connsiteX4" fmla="*/ 37481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1" y="18744"/>
                    </a:moveTo>
                    <a:cubicBezTo>
                      <a:pt x="37481" y="29011"/>
                      <a:pt x="29158" y="37334"/>
                      <a:pt x="18891" y="37334"/>
                    </a:cubicBezTo>
                    <a:cubicBezTo>
                      <a:pt x="8624" y="37334"/>
                      <a:pt x="300" y="29011"/>
                      <a:pt x="300" y="18744"/>
                    </a:cubicBezTo>
                    <a:cubicBezTo>
                      <a:pt x="300" y="8477"/>
                      <a:pt x="8624" y="154"/>
                      <a:pt x="18891" y="154"/>
                    </a:cubicBezTo>
                    <a:cubicBezTo>
                      <a:pt x="29158" y="154"/>
                      <a:pt x="37481" y="8477"/>
                      <a:pt x="37481" y="18744"/>
                    </a:cubicBezTo>
                    <a:close/>
                  </a:path>
                </a:pathLst>
              </a:custGeom>
              <a:solidFill>
                <a:srgbClr val="F7DCDC"/>
              </a:solidFill>
              <a:ln w="5753" cap="sq">
                <a:noFill/>
                <a:prstDash val="solid"/>
                <a:miter/>
              </a:ln>
            </p:spPr>
            <p:txBody>
              <a:bodyPr rtlCol="0" anchor="ctr"/>
              <a:lstStyle/>
              <a:p>
                <a:endParaRPr lang="en-US"/>
              </a:p>
            </p:txBody>
          </p:sp>
          <p:sp>
            <p:nvSpPr>
              <p:cNvPr id="2937" name="Freeform: Shape 2936">
                <a:extLst>
                  <a:ext uri="{FF2B5EF4-FFF2-40B4-BE49-F238E27FC236}">
                    <a16:creationId xmlns:a16="http://schemas.microsoft.com/office/drawing/2014/main" id="{6DB4CEA2-DF29-DFC4-D6E8-F57A74BBDAAC}"/>
                  </a:ext>
                </a:extLst>
              </p:cNvPr>
              <p:cNvSpPr/>
              <p:nvPr/>
            </p:nvSpPr>
            <p:spPr>
              <a:xfrm>
                <a:off x="7924255" y="7885522"/>
                <a:ext cx="41981" cy="41981"/>
              </a:xfrm>
              <a:custGeom>
                <a:avLst/>
                <a:gdLst>
                  <a:gd name="connsiteX0" fmla="*/ 21291 w 41981"/>
                  <a:gd name="connsiteY0" fmla="*/ 4954 h 41981"/>
                  <a:gd name="connsiteX1" fmla="*/ 37481 w 41981"/>
                  <a:gd name="connsiteY1" fmla="*/ 21144 h 41981"/>
                  <a:gd name="connsiteX2" fmla="*/ 37481 w 41981"/>
                  <a:gd name="connsiteY2" fmla="*/ 21144 h 41981"/>
                  <a:gd name="connsiteX3" fmla="*/ 21291 w 41981"/>
                  <a:gd name="connsiteY3" fmla="*/ 37334 h 41981"/>
                  <a:gd name="connsiteX4" fmla="*/ 5101 w 41981"/>
                  <a:gd name="connsiteY4" fmla="*/ 21144 h 41981"/>
                  <a:gd name="connsiteX5" fmla="*/ 21291 w 41981"/>
                  <a:gd name="connsiteY5" fmla="*/ 4954 h 41981"/>
                  <a:gd name="connsiteX6" fmla="*/ 21291 w 41981"/>
                  <a:gd name="connsiteY6" fmla="*/ 154 h 41981"/>
                  <a:gd name="connsiteX7" fmla="*/ 300 w 41981"/>
                  <a:gd name="connsiteY7" fmla="*/ 21144 h 41981"/>
                  <a:gd name="connsiteX8" fmla="*/ 21291 w 41981"/>
                  <a:gd name="connsiteY8" fmla="*/ 42135 h 41981"/>
                  <a:gd name="connsiteX9" fmla="*/ 42282 w 41981"/>
                  <a:gd name="connsiteY9" fmla="*/ 21144 h 41981"/>
                  <a:gd name="connsiteX10" fmla="*/ 42282 w 41981"/>
                  <a:gd name="connsiteY10" fmla="*/ 21144 h 41981"/>
                  <a:gd name="connsiteX11" fmla="*/ 21291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54"/>
                    </a:moveTo>
                    <a:cubicBezTo>
                      <a:pt x="30233" y="4954"/>
                      <a:pt x="37481" y="12202"/>
                      <a:pt x="37481" y="21144"/>
                    </a:cubicBezTo>
                    <a:lnTo>
                      <a:pt x="37481" y="21144"/>
                    </a:lnTo>
                    <a:cubicBezTo>
                      <a:pt x="37481" y="30086"/>
                      <a:pt x="30233" y="37334"/>
                      <a:pt x="21291" y="37334"/>
                    </a:cubicBezTo>
                    <a:cubicBezTo>
                      <a:pt x="12349" y="37334"/>
                      <a:pt x="5101" y="30086"/>
                      <a:pt x="5101" y="21144"/>
                    </a:cubicBezTo>
                    <a:cubicBezTo>
                      <a:pt x="5101" y="12202"/>
                      <a:pt x="12349" y="4954"/>
                      <a:pt x="21291" y="4954"/>
                    </a:cubicBezTo>
                    <a:close/>
                    <a:moveTo>
                      <a:pt x="21291" y="154"/>
                    </a:moveTo>
                    <a:cubicBezTo>
                      <a:pt x="9699" y="154"/>
                      <a:pt x="300" y="9552"/>
                      <a:pt x="300" y="21144"/>
                    </a:cubicBezTo>
                    <a:cubicBezTo>
                      <a:pt x="300" y="32737"/>
                      <a:pt x="9699" y="42135"/>
                      <a:pt x="21291" y="42135"/>
                    </a:cubicBezTo>
                    <a:cubicBezTo>
                      <a:pt x="32884" y="42135"/>
                      <a:pt x="42282" y="32737"/>
                      <a:pt x="42282" y="21144"/>
                    </a:cubicBezTo>
                    <a:lnTo>
                      <a:pt x="42282" y="21144"/>
                    </a:lnTo>
                    <a:cubicBezTo>
                      <a:pt x="42282" y="9552"/>
                      <a:pt x="32884" y="154"/>
                      <a:pt x="21291" y="154"/>
                    </a:cubicBezTo>
                    <a:close/>
                  </a:path>
                </a:pathLst>
              </a:custGeom>
              <a:solidFill>
                <a:srgbClr val="000000"/>
              </a:solidFill>
              <a:ln w="4794" cap="sq">
                <a:noFill/>
                <a:prstDash val="solid"/>
                <a:round/>
              </a:ln>
            </p:spPr>
            <p:txBody>
              <a:bodyPr rtlCol="0" anchor="ctr"/>
              <a:lstStyle/>
              <a:p>
                <a:endParaRPr lang="en-US"/>
              </a:p>
            </p:txBody>
          </p:sp>
          <p:sp>
            <p:nvSpPr>
              <p:cNvPr id="2938" name="Freeform: Shape 2937">
                <a:extLst>
                  <a:ext uri="{FF2B5EF4-FFF2-40B4-BE49-F238E27FC236}">
                    <a16:creationId xmlns:a16="http://schemas.microsoft.com/office/drawing/2014/main" id="{65122008-D206-8E2A-FA0B-BD5664CC5012}"/>
                  </a:ext>
                </a:extLst>
              </p:cNvPr>
              <p:cNvSpPr/>
              <p:nvPr/>
            </p:nvSpPr>
            <p:spPr>
              <a:xfrm>
                <a:off x="7820780" y="8023991"/>
                <a:ext cx="37180" cy="37180"/>
              </a:xfrm>
              <a:custGeom>
                <a:avLst/>
                <a:gdLst>
                  <a:gd name="connsiteX0" fmla="*/ 37463 w 37180"/>
                  <a:gd name="connsiteY0" fmla="*/ 18768 h 37180"/>
                  <a:gd name="connsiteX1" fmla="*/ 18873 w 37180"/>
                  <a:gd name="connsiteY1" fmla="*/ 37358 h 37180"/>
                  <a:gd name="connsiteX2" fmla="*/ 282 w 37180"/>
                  <a:gd name="connsiteY2" fmla="*/ 18768 h 37180"/>
                  <a:gd name="connsiteX3" fmla="*/ 18873 w 37180"/>
                  <a:gd name="connsiteY3" fmla="*/ 177 h 37180"/>
                  <a:gd name="connsiteX4" fmla="*/ 37463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68"/>
                    </a:moveTo>
                    <a:cubicBezTo>
                      <a:pt x="37463" y="29035"/>
                      <a:pt x="29140" y="37358"/>
                      <a:pt x="18873" y="37358"/>
                    </a:cubicBezTo>
                    <a:cubicBezTo>
                      <a:pt x="8605" y="37358"/>
                      <a:pt x="282" y="29035"/>
                      <a:pt x="282" y="18768"/>
                    </a:cubicBezTo>
                    <a:cubicBezTo>
                      <a:pt x="282" y="8501"/>
                      <a:pt x="8605" y="177"/>
                      <a:pt x="18873" y="177"/>
                    </a:cubicBezTo>
                    <a:cubicBezTo>
                      <a:pt x="29140" y="177"/>
                      <a:pt x="37463" y="8501"/>
                      <a:pt x="37463" y="18768"/>
                    </a:cubicBezTo>
                    <a:close/>
                  </a:path>
                </a:pathLst>
              </a:custGeom>
              <a:solidFill>
                <a:srgbClr val="F7DADA"/>
              </a:solidFill>
              <a:ln w="5753" cap="sq">
                <a:noFill/>
                <a:prstDash val="solid"/>
                <a:miter/>
              </a:ln>
            </p:spPr>
            <p:txBody>
              <a:bodyPr rtlCol="0" anchor="ctr"/>
              <a:lstStyle/>
              <a:p>
                <a:endParaRPr lang="en-US"/>
              </a:p>
            </p:txBody>
          </p:sp>
          <p:sp>
            <p:nvSpPr>
              <p:cNvPr id="2939" name="Freeform: Shape 2938">
                <a:extLst>
                  <a:ext uri="{FF2B5EF4-FFF2-40B4-BE49-F238E27FC236}">
                    <a16:creationId xmlns:a16="http://schemas.microsoft.com/office/drawing/2014/main" id="{909675A8-FC24-FB6A-C8BB-F53154CEEF83}"/>
                  </a:ext>
                </a:extLst>
              </p:cNvPr>
              <p:cNvSpPr/>
              <p:nvPr/>
            </p:nvSpPr>
            <p:spPr>
              <a:xfrm>
                <a:off x="7818380" y="8021591"/>
                <a:ext cx="41981" cy="41981"/>
              </a:xfrm>
              <a:custGeom>
                <a:avLst/>
                <a:gdLst>
                  <a:gd name="connsiteX0" fmla="*/ 21273 w 41981"/>
                  <a:gd name="connsiteY0" fmla="*/ 4978 h 41981"/>
                  <a:gd name="connsiteX1" fmla="*/ 37463 w 41981"/>
                  <a:gd name="connsiteY1" fmla="*/ 21168 h 41981"/>
                  <a:gd name="connsiteX2" fmla="*/ 37463 w 41981"/>
                  <a:gd name="connsiteY2" fmla="*/ 21168 h 41981"/>
                  <a:gd name="connsiteX3" fmla="*/ 21273 w 41981"/>
                  <a:gd name="connsiteY3" fmla="*/ 37358 h 41981"/>
                  <a:gd name="connsiteX4" fmla="*/ 5082 w 41981"/>
                  <a:gd name="connsiteY4" fmla="*/ 21168 h 41981"/>
                  <a:gd name="connsiteX5" fmla="*/ 21273 w 41981"/>
                  <a:gd name="connsiteY5" fmla="*/ 4978 h 41981"/>
                  <a:gd name="connsiteX6" fmla="*/ 21273 w 41981"/>
                  <a:gd name="connsiteY6" fmla="*/ 177 h 41981"/>
                  <a:gd name="connsiteX7" fmla="*/ 282 w 41981"/>
                  <a:gd name="connsiteY7" fmla="*/ 21168 h 41981"/>
                  <a:gd name="connsiteX8" fmla="*/ 21273 w 41981"/>
                  <a:gd name="connsiteY8" fmla="*/ 42158 h 41981"/>
                  <a:gd name="connsiteX9" fmla="*/ 42263 w 41981"/>
                  <a:gd name="connsiteY9" fmla="*/ 21168 h 41981"/>
                  <a:gd name="connsiteX10" fmla="*/ 42263 w 41981"/>
                  <a:gd name="connsiteY10" fmla="*/ 21168 h 41981"/>
                  <a:gd name="connsiteX11" fmla="*/ 2127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78"/>
                    </a:moveTo>
                    <a:cubicBezTo>
                      <a:pt x="30215" y="4978"/>
                      <a:pt x="37463" y="12226"/>
                      <a:pt x="37463" y="21168"/>
                    </a:cubicBezTo>
                    <a:lnTo>
                      <a:pt x="37463" y="21168"/>
                    </a:lnTo>
                    <a:cubicBezTo>
                      <a:pt x="37463" y="30110"/>
                      <a:pt x="30215" y="37358"/>
                      <a:pt x="21273" y="37358"/>
                    </a:cubicBezTo>
                    <a:cubicBezTo>
                      <a:pt x="12331" y="37358"/>
                      <a:pt x="5082" y="30110"/>
                      <a:pt x="5082" y="21168"/>
                    </a:cubicBezTo>
                    <a:cubicBezTo>
                      <a:pt x="5082" y="12226"/>
                      <a:pt x="12331" y="4978"/>
                      <a:pt x="21273" y="4978"/>
                    </a:cubicBezTo>
                    <a:close/>
                    <a:moveTo>
                      <a:pt x="21273" y="177"/>
                    </a:moveTo>
                    <a:cubicBezTo>
                      <a:pt x="9680" y="177"/>
                      <a:pt x="282" y="9575"/>
                      <a:pt x="282" y="21168"/>
                    </a:cubicBezTo>
                    <a:cubicBezTo>
                      <a:pt x="282" y="32760"/>
                      <a:pt x="9680" y="42158"/>
                      <a:pt x="21273" y="42158"/>
                    </a:cubicBezTo>
                    <a:cubicBezTo>
                      <a:pt x="32865" y="42158"/>
                      <a:pt x="42263" y="32760"/>
                      <a:pt x="42263" y="21168"/>
                    </a:cubicBezTo>
                    <a:lnTo>
                      <a:pt x="42263" y="21168"/>
                    </a:lnTo>
                    <a:cubicBezTo>
                      <a:pt x="42263" y="9575"/>
                      <a:pt x="32865" y="177"/>
                      <a:pt x="21273" y="177"/>
                    </a:cubicBezTo>
                    <a:close/>
                  </a:path>
                </a:pathLst>
              </a:custGeom>
              <a:solidFill>
                <a:srgbClr val="000000"/>
              </a:solidFill>
              <a:ln w="4794" cap="sq">
                <a:noFill/>
                <a:prstDash val="solid"/>
                <a:round/>
              </a:ln>
            </p:spPr>
            <p:txBody>
              <a:bodyPr rtlCol="0" anchor="ctr"/>
              <a:lstStyle/>
              <a:p>
                <a:endParaRPr lang="en-US"/>
              </a:p>
            </p:txBody>
          </p:sp>
          <p:sp>
            <p:nvSpPr>
              <p:cNvPr id="2940" name="Freeform: Shape 2939">
                <a:extLst>
                  <a:ext uri="{FF2B5EF4-FFF2-40B4-BE49-F238E27FC236}">
                    <a16:creationId xmlns:a16="http://schemas.microsoft.com/office/drawing/2014/main" id="{705366E7-9D59-4B1C-BEE1-C73F526AAE37}"/>
                  </a:ext>
                </a:extLst>
              </p:cNvPr>
              <p:cNvSpPr/>
              <p:nvPr/>
            </p:nvSpPr>
            <p:spPr>
              <a:xfrm>
                <a:off x="8426231" y="8228321"/>
                <a:ext cx="37180" cy="37180"/>
              </a:xfrm>
              <a:custGeom>
                <a:avLst/>
                <a:gdLst>
                  <a:gd name="connsiteX0" fmla="*/ 37568 w 37180"/>
                  <a:gd name="connsiteY0" fmla="*/ 18803 h 37180"/>
                  <a:gd name="connsiteX1" fmla="*/ 18978 w 37180"/>
                  <a:gd name="connsiteY1" fmla="*/ 37394 h 37180"/>
                  <a:gd name="connsiteX2" fmla="*/ 387 w 37180"/>
                  <a:gd name="connsiteY2" fmla="*/ 18803 h 37180"/>
                  <a:gd name="connsiteX3" fmla="*/ 18978 w 37180"/>
                  <a:gd name="connsiteY3" fmla="*/ 213 h 37180"/>
                  <a:gd name="connsiteX4" fmla="*/ 37568 w 37180"/>
                  <a:gd name="connsiteY4" fmla="*/ 1880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68" y="18803"/>
                    </a:moveTo>
                    <a:cubicBezTo>
                      <a:pt x="37568" y="29070"/>
                      <a:pt x="29245" y="37394"/>
                      <a:pt x="18978" y="37394"/>
                    </a:cubicBezTo>
                    <a:cubicBezTo>
                      <a:pt x="8710" y="37394"/>
                      <a:pt x="387" y="29070"/>
                      <a:pt x="387" y="18803"/>
                    </a:cubicBezTo>
                    <a:cubicBezTo>
                      <a:pt x="387" y="8536"/>
                      <a:pt x="8710" y="213"/>
                      <a:pt x="18978" y="213"/>
                    </a:cubicBezTo>
                    <a:cubicBezTo>
                      <a:pt x="29245" y="213"/>
                      <a:pt x="37568" y="8536"/>
                      <a:pt x="37568" y="18803"/>
                    </a:cubicBezTo>
                    <a:close/>
                  </a:path>
                </a:pathLst>
              </a:custGeom>
              <a:solidFill>
                <a:srgbClr val="F7DADA"/>
              </a:solidFill>
              <a:ln w="5753" cap="sq">
                <a:noFill/>
                <a:prstDash val="solid"/>
                <a:miter/>
              </a:ln>
            </p:spPr>
            <p:txBody>
              <a:bodyPr rtlCol="0" anchor="ctr"/>
              <a:lstStyle/>
              <a:p>
                <a:endParaRPr lang="en-US"/>
              </a:p>
            </p:txBody>
          </p:sp>
          <p:sp>
            <p:nvSpPr>
              <p:cNvPr id="2941" name="Freeform: Shape 2940">
                <a:extLst>
                  <a:ext uri="{FF2B5EF4-FFF2-40B4-BE49-F238E27FC236}">
                    <a16:creationId xmlns:a16="http://schemas.microsoft.com/office/drawing/2014/main" id="{AEE4706C-F0FF-D4E8-218A-DCC566954067}"/>
                  </a:ext>
                </a:extLst>
              </p:cNvPr>
              <p:cNvSpPr/>
              <p:nvPr/>
            </p:nvSpPr>
            <p:spPr>
              <a:xfrm>
                <a:off x="8423831" y="8225921"/>
                <a:ext cx="41981" cy="41981"/>
              </a:xfrm>
              <a:custGeom>
                <a:avLst/>
                <a:gdLst>
                  <a:gd name="connsiteX0" fmla="*/ 21378 w 41981"/>
                  <a:gd name="connsiteY0" fmla="*/ 5013 h 41981"/>
                  <a:gd name="connsiteX1" fmla="*/ 37568 w 41981"/>
                  <a:gd name="connsiteY1" fmla="*/ 21203 h 41981"/>
                  <a:gd name="connsiteX2" fmla="*/ 37568 w 41981"/>
                  <a:gd name="connsiteY2" fmla="*/ 21203 h 41981"/>
                  <a:gd name="connsiteX3" fmla="*/ 21378 w 41981"/>
                  <a:gd name="connsiteY3" fmla="*/ 37394 h 41981"/>
                  <a:gd name="connsiteX4" fmla="*/ 5188 w 41981"/>
                  <a:gd name="connsiteY4" fmla="*/ 21203 h 41981"/>
                  <a:gd name="connsiteX5" fmla="*/ 21378 w 41981"/>
                  <a:gd name="connsiteY5" fmla="*/ 5013 h 41981"/>
                  <a:gd name="connsiteX6" fmla="*/ 21378 w 41981"/>
                  <a:gd name="connsiteY6" fmla="*/ 213 h 41981"/>
                  <a:gd name="connsiteX7" fmla="*/ 387 w 41981"/>
                  <a:gd name="connsiteY7" fmla="*/ 21203 h 41981"/>
                  <a:gd name="connsiteX8" fmla="*/ 21378 w 41981"/>
                  <a:gd name="connsiteY8" fmla="*/ 42194 h 41981"/>
                  <a:gd name="connsiteX9" fmla="*/ 42368 w 41981"/>
                  <a:gd name="connsiteY9" fmla="*/ 21203 h 41981"/>
                  <a:gd name="connsiteX10" fmla="*/ 42368 w 41981"/>
                  <a:gd name="connsiteY10" fmla="*/ 21203 h 41981"/>
                  <a:gd name="connsiteX11" fmla="*/ 21378 w 41981"/>
                  <a:gd name="connsiteY11" fmla="*/ 21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78" y="5013"/>
                    </a:moveTo>
                    <a:cubicBezTo>
                      <a:pt x="30320" y="5013"/>
                      <a:pt x="37568" y="12262"/>
                      <a:pt x="37568" y="21203"/>
                    </a:cubicBezTo>
                    <a:lnTo>
                      <a:pt x="37568" y="21203"/>
                    </a:lnTo>
                    <a:cubicBezTo>
                      <a:pt x="37568" y="30145"/>
                      <a:pt x="30320" y="37394"/>
                      <a:pt x="21378" y="37394"/>
                    </a:cubicBezTo>
                    <a:cubicBezTo>
                      <a:pt x="12436" y="37394"/>
                      <a:pt x="5188" y="30145"/>
                      <a:pt x="5188" y="21203"/>
                    </a:cubicBezTo>
                    <a:cubicBezTo>
                      <a:pt x="5188" y="12262"/>
                      <a:pt x="12436" y="5013"/>
                      <a:pt x="21378" y="5013"/>
                    </a:cubicBezTo>
                    <a:close/>
                    <a:moveTo>
                      <a:pt x="21378" y="213"/>
                    </a:moveTo>
                    <a:cubicBezTo>
                      <a:pt x="9785" y="213"/>
                      <a:pt x="387" y="9611"/>
                      <a:pt x="387" y="21203"/>
                    </a:cubicBezTo>
                    <a:cubicBezTo>
                      <a:pt x="387" y="32796"/>
                      <a:pt x="9785" y="42194"/>
                      <a:pt x="21378" y="42194"/>
                    </a:cubicBezTo>
                    <a:cubicBezTo>
                      <a:pt x="32970" y="42194"/>
                      <a:pt x="42368" y="32796"/>
                      <a:pt x="42368" y="21203"/>
                    </a:cubicBezTo>
                    <a:lnTo>
                      <a:pt x="42368" y="21203"/>
                    </a:lnTo>
                    <a:cubicBezTo>
                      <a:pt x="42368" y="9611"/>
                      <a:pt x="32970" y="213"/>
                      <a:pt x="21378" y="213"/>
                    </a:cubicBezTo>
                    <a:close/>
                  </a:path>
                </a:pathLst>
              </a:custGeom>
              <a:solidFill>
                <a:srgbClr val="000000"/>
              </a:solidFill>
              <a:ln w="4794" cap="sq">
                <a:noFill/>
                <a:prstDash val="solid"/>
                <a:round/>
              </a:ln>
            </p:spPr>
            <p:txBody>
              <a:bodyPr rtlCol="0" anchor="ctr"/>
              <a:lstStyle/>
              <a:p>
                <a:endParaRPr lang="en-US"/>
              </a:p>
            </p:txBody>
          </p:sp>
          <p:sp>
            <p:nvSpPr>
              <p:cNvPr id="2942" name="Freeform: Shape 2941">
                <a:extLst>
                  <a:ext uri="{FF2B5EF4-FFF2-40B4-BE49-F238E27FC236}">
                    <a16:creationId xmlns:a16="http://schemas.microsoft.com/office/drawing/2014/main" id="{8EBFF5CC-A89A-9DC7-5A66-D63D561FA966}"/>
                  </a:ext>
                </a:extLst>
              </p:cNvPr>
              <p:cNvSpPr/>
              <p:nvPr/>
            </p:nvSpPr>
            <p:spPr>
              <a:xfrm>
                <a:off x="7826736" y="7863650"/>
                <a:ext cx="37180" cy="37180"/>
              </a:xfrm>
              <a:custGeom>
                <a:avLst/>
                <a:gdLst>
                  <a:gd name="connsiteX0" fmla="*/ 37464 w 37180"/>
                  <a:gd name="connsiteY0" fmla="*/ 18740 h 37180"/>
                  <a:gd name="connsiteX1" fmla="*/ 18874 w 37180"/>
                  <a:gd name="connsiteY1" fmla="*/ 37330 h 37180"/>
                  <a:gd name="connsiteX2" fmla="*/ 283 w 37180"/>
                  <a:gd name="connsiteY2" fmla="*/ 18740 h 37180"/>
                  <a:gd name="connsiteX3" fmla="*/ 18874 w 37180"/>
                  <a:gd name="connsiteY3" fmla="*/ 149 h 37180"/>
                  <a:gd name="connsiteX4" fmla="*/ 37464 w 37180"/>
                  <a:gd name="connsiteY4" fmla="*/ 1874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40"/>
                    </a:moveTo>
                    <a:cubicBezTo>
                      <a:pt x="37464" y="29007"/>
                      <a:pt x="29141" y="37330"/>
                      <a:pt x="18874" y="37330"/>
                    </a:cubicBezTo>
                    <a:cubicBezTo>
                      <a:pt x="8606" y="37330"/>
                      <a:pt x="283" y="29007"/>
                      <a:pt x="283" y="18740"/>
                    </a:cubicBezTo>
                    <a:cubicBezTo>
                      <a:pt x="283" y="8473"/>
                      <a:pt x="8606" y="149"/>
                      <a:pt x="18874" y="149"/>
                    </a:cubicBezTo>
                    <a:cubicBezTo>
                      <a:pt x="29141" y="149"/>
                      <a:pt x="37464" y="8473"/>
                      <a:pt x="37464" y="18740"/>
                    </a:cubicBezTo>
                    <a:close/>
                  </a:path>
                </a:pathLst>
              </a:custGeom>
              <a:solidFill>
                <a:srgbClr val="F7E2E2"/>
              </a:solidFill>
              <a:ln w="5753" cap="sq">
                <a:noFill/>
                <a:prstDash val="solid"/>
                <a:miter/>
              </a:ln>
            </p:spPr>
            <p:txBody>
              <a:bodyPr rtlCol="0" anchor="ctr"/>
              <a:lstStyle/>
              <a:p>
                <a:endParaRPr lang="en-US"/>
              </a:p>
            </p:txBody>
          </p:sp>
          <p:sp>
            <p:nvSpPr>
              <p:cNvPr id="2943" name="Freeform: Shape 2942">
                <a:extLst>
                  <a:ext uri="{FF2B5EF4-FFF2-40B4-BE49-F238E27FC236}">
                    <a16:creationId xmlns:a16="http://schemas.microsoft.com/office/drawing/2014/main" id="{DBE1824F-AB0F-C324-61EE-9436F8A30F11}"/>
                  </a:ext>
                </a:extLst>
              </p:cNvPr>
              <p:cNvSpPr/>
              <p:nvPr/>
            </p:nvSpPr>
            <p:spPr>
              <a:xfrm>
                <a:off x="7824336" y="7861250"/>
                <a:ext cx="41981" cy="41981"/>
              </a:xfrm>
              <a:custGeom>
                <a:avLst/>
                <a:gdLst>
                  <a:gd name="connsiteX0" fmla="*/ 21274 w 41981"/>
                  <a:gd name="connsiteY0" fmla="*/ 4950 h 41981"/>
                  <a:gd name="connsiteX1" fmla="*/ 37464 w 41981"/>
                  <a:gd name="connsiteY1" fmla="*/ 21140 h 41981"/>
                  <a:gd name="connsiteX2" fmla="*/ 37464 w 41981"/>
                  <a:gd name="connsiteY2" fmla="*/ 21140 h 41981"/>
                  <a:gd name="connsiteX3" fmla="*/ 21274 w 41981"/>
                  <a:gd name="connsiteY3" fmla="*/ 37330 h 41981"/>
                  <a:gd name="connsiteX4" fmla="*/ 5084 w 41981"/>
                  <a:gd name="connsiteY4" fmla="*/ 21140 h 41981"/>
                  <a:gd name="connsiteX5" fmla="*/ 21274 w 41981"/>
                  <a:gd name="connsiteY5" fmla="*/ 4950 h 41981"/>
                  <a:gd name="connsiteX6" fmla="*/ 21274 w 41981"/>
                  <a:gd name="connsiteY6" fmla="*/ 149 h 41981"/>
                  <a:gd name="connsiteX7" fmla="*/ 283 w 41981"/>
                  <a:gd name="connsiteY7" fmla="*/ 21140 h 41981"/>
                  <a:gd name="connsiteX8" fmla="*/ 21274 w 41981"/>
                  <a:gd name="connsiteY8" fmla="*/ 42131 h 41981"/>
                  <a:gd name="connsiteX9" fmla="*/ 42264 w 41981"/>
                  <a:gd name="connsiteY9" fmla="*/ 21140 h 41981"/>
                  <a:gd name="connsiteX10" fmla="*/ 42264 w 41981"/>
                  <a:gd name="connsiteY10" fmla="*/ 21140 h 41981"/>
                  <a:gd name="connsiteX11" fmla="*/ 21274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50"/>
                    </a:moveTo>
                    <a:cubicBezTo>
                      <a:pt x="30216" y="4950"/>
                      <a:pt x="37464" y="12198"/>
                      <a:pt x="37464" y="21140"/>
                    </a:cubicBezTo>
                    <a:lnTo>
                      <a:pt x="37464" y="21140"/>
                    </a:lnTo>
                    <a:cubicBezTo>
                      <a:pt x="37464" y="30082"/>
                      <a:pt x="30216" y="37330"/>
                      <a:pt x="21274" y="37330"/>
                    </a:cubicBezTo>
                    <a:cubicBezTo>
                      <a:pt x="12332" y="37330"/>
                      <a:pt x="5084" y="30082"/>
                      <a:pt x="5084" y="21140"/>
                    </a:cubicBezTo>
                    <a:cubicBezTo>
                      <a:pt x="5084" y="12198"/>
                      <a:pt x="12332" y="4950"/>
                      <a:pt x="21274" y="4950"/>
                    </a:cubicBezTo>
                    <a:close/>
                    <a:moveTo>
                      <a:pt x="21274" y="149"/>
                    </a:moveTo>
                    <a:cubicBezTo>
                      <a:pt x="9681" y="149"/>
                      <a:pt x="283" y="9547"/>
                      <a:pt x="283" y="21140"/>
                    </a:cubicBezTo>
                    <a:cubicBezTo>
                      <a:pt x="283" y="32733"/>
                      <a:pt x="9681" y="42131"/>
                      <a:pt x="21274" y="42131"/>
                    </a:cubicBezTo>
                    <a:cubicBezTo>
                      <a:pt x="32866" y="42131"/>
                      <a:pt x="42264" y="32733"/>
                      <a:pt x="42264" y="21140"/>
                    </a:cubicBezTo>
                    <a:lnTo>
                      <a:pt x="42264" y="21140"/>
                    </a:lnTo>
                    <a:cubicBezTo>
                      <a:pt x="42264" y="9547"/>
                      <a:pt x="32866" y="149"/>
                      <a:pt x="21274" y="149"/>
                    </a:cubicBezTo>
                    <a:close/>
                  </a:path>
                </a:pathLst>
              </a:custGeom>
              <a:solidFill>
                <a:srgbClr val="000000"/>
              </a:solidFill>
              <a:ln w="4794" cap="sq">
                <a:noFill/>
                <a:prstDash val="solid"/>
                <a:round/>
              </a:ln>
            </p:spPr>
            <p:txBody>
              <a:bodyPr rtlCol="0" anchor="ctr"/>
              <a:lstStyle/>
              <a:p>
                <a:endParaRPr lang="en-US"/>
              </a:p>
            </p:txBody>
          </p:sp>
          <p:sp>
            <p:nvSpPr>
              <p:cNvPr id="2944" name="Freeform: Shape 2943">
                <a:extLst>
                  <a:ext uri="{FF2B5EF4-FFF2-40B4-BE49-F238E27FC236}">
                    <a16:creationId xmlns:a16="http://schemas.microsoft.com/office/drawing/2014/main" id="{9ADF12C8-4C82-F930-362E-885F3A25C4EF}"/>
                  </a:ext>
                </a:extLst>
              </p:cNvPr>
              <p:cNvSpPr/>
              <p:nvPr/>
            </p:nvSpPr>
            <p:spPr>
              <a:xfrm>
                <a:off x="7731783" y="7968787"/>
                <a:ext cx="37180" cy="37180"/>
              </a:xfrm>
              <a:custGeom>
                <a:avLst/>
                <a:gdLst>
                  <a:gd name="connsiteX0" fmla="*/ 37447 w 37180"/>
                  <a:gd name="connsiteY0" fmla="*/ 18758 h 37180"/>
                  <a:gd name="connsiteX1" fmla="*/ 18857 w 37180"/>
                  <a:gd name="connsiteY1" fmla="*/ 37349 h 37180"/>
                  <a:gd name="connsiteX2" fmla="*/ 267 w 37180"/>
                  <a:gd name="connsiteY2" fmla="*/ 18758 h 37180"/>
                  <a:gd name="connsiteX3" fmla="*/ 18857 w 37180"/>
                  <a:gd name="connsiteY3" fmla="*/ 168 h 37180"/>
                  <a:gd name="connsiteX4" fmla="*/ 37447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8"/>
                    </a:moveTo>
                    <a:cubicBezTo>
                      <a:pt x="37447" y="29025"/>
                      <a:pt x="29124" y="37349"/>
                      <a:pt x="18857" y="37349"/>
                    </a:cubicBezTo>
                    <a:cubicBezTo>
                      <a:pt x="8590" y="37349"/>
                      <a:pt x="267" y="29025"/>
                      <a:pt x="267" y="18758"/>
                    </a:cubicBezTo>
                    <a:cubicBezTo>
                      <a:pt x="267" y="8491"/>
                      <a:pt x="8590" y="168"/>
                      <a:pt x="18857" y="168"/>
                    </a:cubicBezTo>
                    <a:cubicBezTo>
                      <a:pt x="29124" y="168"/>
                      <a:pt x="37447" y="8491"/>
                      <a:pt x="37447" y="18758"/>
                    </a:cubicBezTo>
                    <a:close/>
                  </a:path>
                </a:pathLst>
              </a:custGeom>
              <a:solidFill>
                <a:srgbClr val="F7E4E4"/>
              </a:solidFill>
              <a:ln w="5753" cap="sq">
                <a:noFill/>
                <a:prstDash val="solid"/>
                <a:miter/>
              </a:ln>
            </p:spPr>
            <p:txBody>
              <a:bodyPr rtlCol="0" anchor="ctr"/>
              <a:lstStyle/>
              <a:p>
                <a:endParaRPr lang="en-US"/>
              </a:p>
            </p:txBody>
          </p:sp>
          <p:sp>
            <p:nvSpPr>
              <p:cNvPr id="2945" name="Freeform: Shape 2944">
                <a:extLst>
                  <a:ext uri="{FF2B5EF4-FFF2-40B4-BE49-F238E27FC236}">
                    <a16:creationId xmlns:a16="http://schemas.microsoft.com/office/drawing/2014/main" id="{D721BF21-7F8A-D598-C518-6FC1AD89D4FE}"/>
                  </a:ext>
                </a:extLst>
              </p:cNvPr>
              <p:cNvSpPr/>
              <p:nvPr/>
            </p:nvSpPr>
            <p:spPr>
              <a:xfrm>
                <a:off x="7729382" y="7966387"/>
                <a:ext cx="41981" cy="41981"/>
              </a:xfrm>
              <a:custGeom>
                <a:avLst/>
                <a:gdLst>
                  <a:gd name="connsiteX0" fmla="*/ 21257 w 41981"/>
                  <a:gd name="connsiteY0" fmla="*/ 4968 h 41981"/>
                  <a:gd name="connsiteX1" fmla="*/ 37447 w 41981"/>
                  <a:gd name="connsiteY1" fmla="*/ 21158 h 41981"/>
                  <a:gd name="connsiteX2" fmla="*/ 37447 w 41981"/>
                  <a:gd name="connsiteY2" fmla="*/ 21158 h 41981"/>
                  <a:gd name="connsiteX3" fmla="*/ 21257 w 41981"/>
                  <a:gd name="connsiteY3" fmla="*/ 37349 h 41981"/>
                  <a:gd name="connsiteX4" fmla="*/ 5067 w 41981"/>
                  <a:gd name="connsiteY4" fmla="*/ 21158 h 41981"/>
                  <a:gd name="connsiteX5" fmla="*/ 21257 w 41981"/>
                  <a:gd name="connsiteY5" fmla="*/ 4968 h 41981"/>
                  <a:gd name="connsiteX6" fmla="*/ 21257 w 41981"/>
                  <a:gd name="connsiteY6" fmla="*/ 168 h 41981"/>
                  <a:gd name="connsiteX7" fmla="*/ 267 w 41981"/>
                  <a:gd name="connsiteY7" fmla="*/ 21158 h 41981"/>
                  <a:gd name="connsiteX8" fmla="*/ 21257 w 41981"/>
                  <a:gd name="connsiteY8" fmla="*/ 42149 h 41981"/>
                  <a:gd name="connsiteX9" fmla="*/ 42248 w 41981"/>
                  <a:gd name="connsiteY9" fmla="*/ 21158 h 41981"/>
                  <a:gd name="connsiteX10" fmla="*/ 42248 w 41981"/>
                  <a:gd name="connsiteY10" fmla="*/ 21158 h 41981"/>
                  <a:gd name="connsiteX11" fmla="*/ 21257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8"/>
                    </a:moveTo>
                    <a:cubicBezTo>
                      <a:pt x="30199" y="4968"/>
                      <a:pt x="37447" y="12216"/>
                      <a:pt x="37447" y="21158"/>
                    </a:cubicBezTo>
                    <a:lnTo>
                      <a:pt x="37447" y="21158"/>
                    </a:lnTo>
                    <a:cubicBezTo>
                      <a:pt x="37447" y="30100"/>
                      <a:pt x="30199" y="37349"/>
                      <a:pt x="21257" y="37349"/>
                    </a:cubicBezTo>
                    <a:cubicBezTo>
                      <a:pt x="12315" y="37349"/>
                      <a:pt x="5067" y="30100"/>
                      <a:pt x="5067" y="21158"/>
                    </a:cubicBezTo>
                    <a:cubicBezTo>
                      <a:pt x="5067" y="12216"/>
                      <a:pt x="12315" y="4968"/>
                      <a:pt x="21257" y="4968"/>
                    </a:cubicBezTo>
                    <a:close/>
                    <a:moveTo>
                      <a:pt x="21257" y="168"/>
                    </a:moveTo>
                    <a:cubicBezTo>
                      <a:pt x="9665" y="168"/>
                      <a:pt x="267" y="9566"/>
                      <a:pt x="267" y="21158"/>
                    </a:cubicBezTo>
                    <a:cubicBezTo>
                      <a:pt x="267" y="32751"/>
                      <a:pt x="9665" y="42149"/>
                      <a:pt x="21257" y="42149"/>
                    </a:cubicBezTo>
                    <a:cubicBezTo>
                      <a:pt x="32850" y="42149"/>
                      <a:pt x="42248" y="32751"/>
                      <a:pt x="42248" y="21158"/>
                    </a:cubicBezTo>
                    <a:lnTo>
                      <a:pt x="42248" y="21158"/>
                    </a:lnTo>
                    <a:cubicBezTo>
                      <a:pt x="42248" y="9566"/>
                      <a:pt x="32850" y="168"/>
                      <a:pt x="21257" y="168"/>
                    </a:cubicBezTo>
                    <a:close/>
                  </a:path>
                </a:pathLst>
              </a:custGeom>
              <a:solidFill>
                <a:srgbClr val="000000"/>
              </a:solidFill>
              <a:ln w="4794" cap="sq">
                <a:noFill/>
                <a:prstDash val="solid"/>
                <a:round/>
              </a:ln>
            </p:spPr>
            <p:txBody>
              <a:bodyPr rtlCol="0" anchor="ctr"/>
              <a:lstStyle/>
              <a:p>
                <a:endParaRPr lang="en-US"/>
              </a:p>
            </p:txBody>
          </p:sp>
          <p:sp>
            <p:nvSpPr>
              <p:cNvPr id="2946" name="Freeform: Shape 2945">
                <a:extLst>
                  <a:ext uri="{FF2B5EF4-FFF2-40B4-BE49-F238E27FC236}">
                    <a16:creationId xmlns:a16="http://schemas.microsoft.com/office/drawing/2014/main" id="{586C2EFB-190E-68E3-A5B2-2187A3DB50F5}"/>
                  </a:ext>
                </a:extLst>
              </p:cNvPr>
              <p:cNvSpPr/>
              <p:nvPr/>
            </p:nvSpPr>
            <p:spPr>
              <a:xfrm>
                <a:off x="7730032" y="8000888"/>
                <a:ext cx="37180" cy="37180"/>
              </a:xfrm>
              <a:custGeom>
                <a:avLst/>
                <a:gdLst>
                  <a:gd name="connsiteX0" fmla="*/ 37447 w 37180"/>
                  <a:gd name="connsiteY0" fmla="*/ 18764 h 37180"/>
                  <a:gd name="connsiteX1" fmla="*/ 18857 w 37180"/>
                  <a:gd name="connsiteY1" fmla="*/ 37354 h 37180"/>
                  <a:gd name="connsiteX2" fmla="*/ 266 w 37180"/>
                  <a:gd name="connsiteY2" fmla="*/ 18764 h 37180"/>
                  <a:gd name="connsiteX3" fmla="*/ 18857 w 37180"/>
                  <a:gd name="connsiteY3" fmla="*/ 173 h 37180"/>
                  <a:gd name="connsiteX4" fmla="*/ 37447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4"/>
                    </a:moveTo>
                    <a:cubicBezTo>
                      <a:pt x="37447" y="29031"/>
                      <a:pt x="29124" y="37354"/>
                      <a:pt x="18857" y="37354"/>
                    </a:cubicBezTo>
                    <a:cubicBezTo>
                      <a:pt x="8590" y="37354"/>
                      <a:pt x="266" y="29031"/>
                      <a:pt x="266" y="18764"/>
                    </a:cubicBezTo>
                    <a:cubicBezTo>
                      <a:pt x="266" y="8496"/>
                      <a:pt x="8590" y="173"/>
                      <a:pt x="18857" y="173"/>
                    </a:cubicBezTo>
                    <a:cubicBezTo>
                      <a:pt x="29124" y="173"/>
                      <a:pt x="37447" y="8496"/>
                      <a:pt x="37447" y="18764"/>
                    </a:cubicBezTo>
                    <a:close/>
                  </a:path>
                </a:pathLst>
              </a:custGeom>
              <a:solidFill>
                <a:srgbClr val="F7D5D5"/>
              </a:solidFill>
              <a:ln w="5753" cap="sq">
                <a:noFill/>
                <a:prstDash val="solid"/>
                <a:miter/>
              </a:ln>
            </p:spPr>
            <p:txBody>
              <a:bodyPr rtlCol="0" anchor="ctr"/>
              <a:lstStyle/>
              <a:p>
                <a:endParaRPr lang="en-US"/>
              </a:p>
            </p:txBody>
          </p:sp>
          <p:sp>
            <p:nvSpPr>
              <p:cNvPr id="2947" name="Freeform: Shape 2946">
                <a:extLst>
                  <a:ext uri="{FF2B5EF4-FFF2-40B4-BE49-F238E27FC236}">
                    <a16:creationId xmlns:a16="http://schemas.microsoft.com/office/drawing/2014/main" id="{C04FA2B8-33FD-90DC-F475-686DE8DC9D85}"/>
                  </a:ext>
                </a:extLst>
              </p:cNvPr>
              <p:cNvSpPr/>
              <p:nvPr/>
            </p:nvSpPr>
            <p:spPr>
              <a:xfrm>
                <a:off x="7727631" y="7998487"/>
                <a:ext cx="41981" cy="41981"/>
              </a:xfrm>
              <a:custGeom>
                <a:avLst/>
                <a:gdLst>
                  <a:gd name="connsiteX0" fmla="*/ 21257 w 41981"/>
                  <a:gd name="connsiteY0" fmla="*/ 4974 h 41981"/>
                  <a:gd name="connsiteX1" fmla="*/ 37447 w 41981"/>
                  <a:gd name="connsiteY1" fmla="*/ 21164 h 41981"/>
                  <a:gd name="connsiteX2" fmla="*/ 37447 w 41981"/>
                  <a:gd name="connsiteY2" fmla="*/ 21164 h 41981"/>
                  <a:gd name="connsiteX3" fmla="*/ 21257 w 41981"/>
                  <a:gd name="connsiteY3" fmla="*/ 37354 h 41981"/>
                  <a:gd name="connsiteX4" fmla="*/ 5067 w 41981"/>
                  <a:gd name="connsiteY4" fmla="*/ 21164 h 41981"/>
                  <a:gd name="connsiteX5" fmla="*/ 21257 w 41981"/>
                  <a:gd name="connsiteY5" fmla="*/ 4974 h 41981"/>
                  <a:gd name="connsiteX6" fmla="*/ 21257 w 41981"/>
                  <a:gd name="connsiteY6" fmla="*/ 173 h 41981"/>
                  <a:gd name="connsiteX7" fmla="*/ 266 w 41981"/>
                  <a:gd name="connsiteY7" fmla="*/ 21164 h 41981"/>
                  <a:gd name="connsiteX8" fmla="*/ 21257 w 41981"/>
                  <a:gd name="connsiteY8" fmla="*/ 42154 h 41981"/>
                  <a:gd name="connsiteX9" fmla="*/ 42248 w 41981"/>
                  <a:gd name="connsiteY9" fmla="*/ 21164 h 41981"/>
                  <a:gd name="connsiteX10" fmla="*/ 42248 w 41981"/>
                  <a:gd name="connsiteY10" fmla="*/ 21164 h 41981"/>
                  <a:gd name="connsiteX11" fmla="*/ 21257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74"/>
                    </a:moveTo>
                    <a:cubicBezTo>
                      <a:pt x="30199" y="4974"/>
                      <a:pt x="37447" y="12222"/>
                      <a:pt x="37447" y="21164"/>
                    </a:cubicBezTo>
                    <a:lnTo>
                      <a:pt x="37447" y="21164"/>
                    </a:lnTo>
                    <a:cubicBezTo>
                      <a:pt x="37447" y="30106"/>
                      <a:pt x="30199" y="37354"/>
                      <a:pt x="21257" y="37354"/>
                    </a:cubicBezTo>
                    <a:cubicBezTo>
                      <a:pt x="12315" y="37354"/>
                      <a:pt x="5067" y="30106"/>
                      <a:pt x="5067" y="21164"/>
                    </a:cubicBezTo>
                    <a:cubicBezTo>
                      <a:pt x="5067" y="12222"/>
                      <a:pt x="12315" y="4974"/>
                      <a:pt x="21257" y="4974"/>
                    </a:cubicBezTo>
                    <a:close/>
                    <a:moveTo>
                      <a:pt x="21257" y="173"/>
                    </a:moveTo>
                    <a:cubicBezTo>
                      <a:pt x="9664" y="173"/>
                      <a:pt x="266" y="9571"/>
                      <a:pt x="266" y="21164"/>
                    </a:cubicBezTo>
                    <a:cubicBezTo>
                      <a:pt x="266" y="32756"/>
                      <a:pt x="9664" y="42154"/>
                      <a:pt x="21257" y="42154"/>
                    </a:cubicBezTo>
                    <a:cubicBezTo>
                      <a:pt x="32850" y="42154"/>
                      <a:pt x="42248" y="32756"/>
                      <a:pt x="42248" y="21164"/>
                    </a:cubicBezTo>
                    <a:lnTo>
                      <a:pt x="42248" y="21164"/>
                    </a:lnTo>
                    <a:cubicBezTo>
                      <a:pt x="42248" y="9571"/>
                      <a:pt x="32850" y="173"/>
                      <a:pt x="21257" y="173"/>
                    </a:cubicBezTo>
                    <a:close/>
                  </a:path>
                </a:pathLst>
              </a:custGeom>
              <a:solidFill>
                <a:srgbClr val="000000"/>
              </a:solidFill>
              <a:ln w="4794" cap="sq">
                <a:noFill/>
                <a:prstDash val="solid"/>
                <a:round/>
              </a:ln>
            </p:spPr>
            <p:txBody>
              <a:bodyPr rtlCol="0" anchor="ctr"/>
              <a:lstStyle/>
              <a:p>
                <a:endParaRPr lang="en-US"/>
              </a:p>
            </p:txBody>
          </p:sp>
          <p:sp>
            <p:nvSpPr>
              <p:cNvPr id="2948" name="Freeform: Shape 2947">
                <a:extLst>
                  <a:ext uri="{FF2B5EF4-FFF2-40B4-BE49-F238E27FC236}">
                    <a16:creationId xmlns:a16="http://schemas.microsoft.com/office/drawing/2014/main" id="{623666F4-D667-4542-17BB-13BCF677EEC4}"/>
                  </a:ext>
                </a:extLst>
              </p:cNvPr>
              <p:cNvSpPr/>
              <p:nvPr/>
            </p:nvSpPr>
            <p:spPr>
              <a:xfrm>
                <a:off x="7724542" y="7889408"/>
                <a:ext cx="37180" cy="37180"/>
              </a:xfrm>
              <a:custGeom>
                <a:avLst/>
                <a:gdLst>
                  <a:gd name="connsiteX0" fmla="*/ 37446 w 37180"/>
                  <a:gd name="connsiteY0" fmla="*/ 18744 h 37180"/>
                  <a:gd name="connsiteX1" fmla="*/ 18856 w 37180"/>
                  <a:gd name="connsiteY1" fmla="*/ 37335 h 37180"/>
                  <a:gd name="connsiteX2" fmla="*/ 265 w 37180"/>
                  <a:gd name="connsiteY2" fmla="*/ 18744 h 37180"/>
                  <a:gd name="connsiteX3" fmla="*/ 18856 w 37180"/>
                  <a:gd name="connsiteY3" fmla="*/ 154 h 37180"/>
                  <a:gd name="connsiteX4" fmla="*/ 37446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4"/>
                    </a:moveTo>
                    <a:cubicBezTo>
                      <a:pt x="37446" y="29012"/>
                      <a:pt x="29123" y="37335"/>
                      <a:pt x="18856" y="37335"/>
                    </a:cubicBezTo>
                    <a:cubicBezTo>
                      <a:pt x="8589" y="37335"/>
                      <a:pt x="265" y="29012"/>
                      <a:pt x="265" y="18744"/>
                    </a:cubicBezTo>
                    <a:cubicBezTo>
                      <a:pt x="265" y="8477"/>
                      <a:pt x="8589" y="154"/>
                      <a:pt x="18856" y="154"/>
                    </a:cubicBezTo>
                    <a:cubicBezTo>
                      <a:pt x="29123" y="154"/>
                      <a:pt x="37446" y="8477"/>
                      <a:pt x="37446" y="18744"/>
                    </a:cubicBezTo>
                    <a:close/>
                  </a:path>
                </a:pathLst>
              </a:custGeom>
              <a:solidFill>
                <a:srgbClr val="F7E4E4"/>
              </a:solidFill>
              <a:ln w="5753" cap="sq">
                <a:noFill/>
                <a:prstDash val="solid"/>
                <a:miter/>
              </a:ln>
            </p:spPr>
            <p:txBody>
              <a:bodyPr rtlCol="0" anchor="ctr"/>
              <a:lstStyle/>
              <a:p>
                <a:endParaRPr lang="en-US"/>
              </a:p>
            </p:txBody>
          </p:sp>
          <p:sp>
            <p:nvSpPr>
              <p:cNvPr id="2949" name="Freeform: Shape 2948">
                <a:extLst>
                  <a:ext uri="{FF2B5EF4-FFF2-40B4-BE49-F238E27FC236}">
                    <a16:creationId xmlns:a16="http://schemas.microsoft.com/office/drawing/2014/main" id="{DBF50AF3-06A8-2138-67EC-E349AE1E577B}"/>
                  </a:ext>
                </a:extLst>
              </p:cNvPr>
              <p:cNvSpPr/>
              <p:nvPr/>
            </p:nvSpPr>
            <p:spPr>
              <a:xfrm>
                <a:off x="7722142" y="7887008"/>
                <a:ext cx="41981" cy="41981"/>
              </a:xfrm>
              <a:custGeom>
                <a:avLst/>
                <a:gdLst>
                  <a:gd name="connsiteX0" fmla="*/ 21256 w 41981"/>
                  <a:gd name="connsiteY0" fmla="*/ 4954 h 41981"/>
                  <a:gd name="connsiteX1" fmla="*/ 37446 w 41981"/>
                  <a:gd name="connsiteY1" fmla="*/ 21145 h 41981"/>
                  <a:gd name="connsiteX2" fmla="*/ 37446 w 41981"/>
                  <a:gd name="connsiteY2" fmla="*/ 21145 h 41981"/>
                  <a:gd name="connsiteX3" fmla="*/ 21256 w 41981"/>
                  <a:gd name="connsiteY3" fmla="*/ 37335 h 41981"/>
                  <a:gd name="connsiteX4" fmla="*/ 5066 w 41981"/>
                  <a:gd name="connsiteY4" fmla="*/ 21145 h 41981"/>
                  <a:gd name="connsiteX5" fmla="*/ 21256 w 41981"/>
                  <a:gd name="connsiteY5" fmla="*/ 4954 h 41981"/>
                  <a:gd name="connsiteX6" fmla="*/ 21256 w 41981"/>
                  <a:gd name="connsiteY6" fmla="*/ 154 h 41981"/>
                  <a:gd name="connsiteX7" fmla="*/ 265 w 41981"/>
                  <a:gd name="connsiteY7" fmla="*/ 21145 h 41981"/>
                  <a:gd name="connsiteX8" fmla="*/ 21256 w 41981"/>
                  <a:gd name="connsiteY8" fmla="*/ 42135 h 41981"/>
                  <a:gd name="connsiteX9" fmla="*/ 42247 w 41981"/>
                  <a:gd name="connsiteY9" fmla="*/ 21145 h 41981"/>
                  <a:gd name="connsiteX10" fmla="*/ 42247 w 41981"/>
                  <a:gd name="connsiteY10" fmla="*/ 21145 h 41981"/>
                  <a:gd name="connsiteX11" fmla="*/ 21256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4"/>
                    </a:moveTo>
                    <a:cubicBezTo>
                      <a:pt x="30198" y="4954"/>
                      <a:pt x="37446" y="12203"/>
                      <a:pt x="37446" y="21145"/>
                    </a:cubicBezTo>
                    <a:lnTo>
                      <a:pt x="37446" y="21145"/>
                    </a:lnTo>
                    <a:cubicBezTo>
                      <a:pt x="37446" y="30086"/>
                      <a:pt x="30198" y="37335"/>
                      <a:pt x="21256" y="37335"/>
                    </a:cubicBezTo>
                    <a:cubicBezTo>
                      <a:pt x="12314" y="37335"/>
                      <a:pt x="5066" y="30086"/>
                      <a:pt x="5066" y="21145"/>
                    </a:cubicBezTo>
                    <a:cubicBezTo>
                      <a:pt x="5066" y="12203"/>
                      <a:pt x="12314" y="4954"/>
                      <a:pt x="21256" y="4954"/>
                    </a:cubicBezTo>
                    <a:close/>
                    <a:moveTo>
                      <a:pt x="21256" y="154"/>
                    </a:moveTo>
                    <a:cubicBezTo>
                      <a:pt x="9663" y="154"/>
                      <a:pt x="265" y="9552"/>
                      <a:pt x="265" y="21145"/>
                    </a:cubicBezTo>
                    <a:cubicBezTo>
                      <a:pt x="265" y="32737"/>
                      <a:pt x="9663" y="42135"/>
                      <a:pt x="21256" y="42135"/>
                    </a:cubicBezTo>
                    <a:cubicBezTo>
                      <a:pt x="32849" y="42135"/>
                      <a:pt x="42247" y="32737"/>
                      <a:pt x="42247" y="21145"/>
                    </a:cubicBezTo>
                    <a:lnTo>
                      <a:pt x="42247" y="21145"/>
                    </a:lnTo>
                    <a:cubicBezTo>
                      <a:pt x="42247" y="9552"/>
                      <a:pt x="32849" y="154"/>
                      <a:pt x="21256" y="154"/>
                    </a:cubicBezTo>
                    <a:close/>
                  </a:path>
                </a:pathLst>
              </a:custGeom>
              <a:solidFill>
                <a:srgbClr val="000000"/>
              </a:solidFill>
              <a:ln w="4794" cap="sq">
                <a:noFill/>
                <a:prstDash val="solid"/>
                <a:round/>
              </a:ln>
            </p:spPr>
            <p:txBody>
              <a:bodyPr rtlCol="0" anchor="ctr"/>
              <a:lstStyle/>
              <a:p>
                <a:endParaRPr lang="en-US"/>
              </a:p>
            </p:txBody>
          </p:sp>
          <p:sp>
            <p:nvSpPr>
              <p:cNvPr id="2950" name="Freeform: Shape 2949">
                <a:extLst>
                  <a:ext uri="{FF2B5EF4-FFF2-40B4-BE49-F238E27FC236}">
                    <a16:creationId xmlns:a16="http://schemas.microsoft.com/office/drawing/2014/main" id="{7A9520B5-2EA2-8E31-24AC-F6729A7E30A6}"/>
                  </a:ext>
                </a:extLst>
              </p:cNvPr>
              <p:cNvSpPr/>
              <p:nvPr/>
            </p:nvSpPr>
            <p:spPr>
              <a:xfrm>
                <a:off x="7749149" y="8060394"/>
                <a:ext cx="37180" cy="37180"/>
              </a:xfrm>
              <a:custGeom>
                <a:avLst/>
                <a:gdLst>
                  <a:gd name="connsiteX0" fmla="*/ 37450 w 37180"/>
                  <a:gd name="connsiteY0" fmla="*/ 18774 h 37180"/>
                  <a:gd name="connsiteX1" fmla="*/ 18860 w 37180"/>
                  <a:gd name="connsiteY1" fmla="*/ 37364 h 37180"/>
                  <a:gd name="connsiteX2" fmla="*/ 270 w 37180"/>
                  <a:gd name="connsiteY2" fmla="*/ 18774 h 37180"/>
                  <a:gd name="connsiteX3" fmla="*/ 18860 w 37180"/>
                  <a:gd name="connsiteY3" fmla="*/ 184 h 37180"/>
                  <a:gd name="connsiteX4" fmla="*/ 37450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74"/>
                    </a:moveTo>
                    <a:cubicBezTo>
                      <a:pt x="37450" y="29041"/>
                      <a:pt x="29127" y="37364"/>
                      <a:pt x="18860" y="37364"/>
                    </a:cubicBezTo>
                    <a:cubicBezTo>
                      <a:pt x="8593" y="37364"/>
                      <a:pt x="270" y="29041"/>
                      <a:pt x="270" y="18774"/>
                    </a:cubicBezTo>
                    <a:cubicBezTo>
                      <a:pt x="270" y="8507"/>
                      <a:pt x="8593" y="184"/>
                      <a:pt x="18860" y="184"/>
                    </a:cubicBezTo>
                    <a:cubicBezTo>
                      <a:pt x="29127" y="184"/>
                      <a:pt x="37450" y="8507"/>
                      <a:pt x="37450" y="18774"/>
                    </a:cubicBezTo>
                    <a:close/>
                  </a:path>
                </a:pathLst>
              </a:custGeom>
              <a:solidFill>
                <a:srgbClr val="F4F7F4"/>
              </a:solidFill>
              <a:ln w="5753" cap="sq">
                <a:noFill/>
                <a:prstDash val="solid"/>
                <a:miter/>
              </a:ln>
            </p:spPr>
            <p:txBody>
              <a:bodyPr rtlCol="0" anchor="ctr"/>
              <a:lstStyle/>
              <a:p>
                <a:endParaRPr lang="en-US"/>
              </a:p>
            </p:txBody>
          </p:sp>
          <p:sp>
            <p:nvSpPr>
              <p:cNvPr id="2951" name="Freeform: Shape 2950">
                <a:extLst>
                  <a:ext uri="{FF2B5EF4-FFF2-40B4-BE49-F238E27FC236}">
                    <a16:creationId xmlns:a16="http://schemas.microsoft.com/office/drawing/2014/main" id="{759E5782-07E4-9A8B-A9DE-23A1E317E593}"/>
                  </a:ext>
                </a:extLst>
              </p:cNvPr>
              <p:cNvSpPr/>
              <p:nvPr/>
            </p:nvSpPr>
            <p:spPr>
              <a:xfrm>
                <a:off x="7746749" y="8057994"/>
                <a:ext cx="41981" cy="41981"/>
              </a:xfrm>
              <a:custGeom>
                <a:avLst/>
                <a:gdLst>
                  <a:gd name="connsiteX0" fmla="*/ 21260 w 41981"/>
                  <a:gd name="connsiteY0" fmla="*/ 4984 h 41981"/>
                  <a:gd name="connsiteX1" fmla="*/ 37450 w 41981"/>
                  <a:gd name="connsiteY1" fmla="*/ 21174 h 41981"/>
                  <a:gd name="connsiteX2" fmla="*/ 37450 w 41981"/>
                  <a:gd name="connsiteY2" fmla="*/ 21174 h 41981"/>
                  <a:gd name="connsiteX3" fmla="*/ 21260 w 41981"/>
                  <a:gd name="connsiteY3" fmla="*/ 37364 h 41981"/>
                  <a:gd name="connsiteX4" fmla="*/ 5070 w 41981"/>
                  <a:gd name="connsiteY4" fmla="*/ 21174 h 41981"/>
                  <a:gd name="connsiteX5" fmla="*/ 21260 w 41981"/>
                  <a:gd name="connsiteY5" fmla="*/ 4984 h 41981"/>
                  <a:gd name="connsiteX6" fmla="*/ 21260 w 41981"/>
                  <a:gd name="connsiteY6" fmla="*/ 184 h 41981"/>
                  <a:gd name="connsiteX7" fmla="*/ 270 w 41981"/>
                  <a:gd name="connsiteY7" fmla="*/ 21174 h 41981"/>
                  <a:gd name="connsiteX8" fmla="*/ 21260 w 41981"/>
                  <a:gd name="connsiteY8" fmla="*/ 42165 h 41981"/>
                  <a:gd name="connsiteX9" fmla="*/ 42251 w 41981"/>
                  <a:gd name="connsiteY9" fmla="*/ 21174 h 41981"/>
                  <a:gd name="connsiteX10" fmla="*/ 42251 w 41981"/>
                  <a:gd name="connsiteY10" fmla="*/ 21174 h 41981"/>
                  <a:gd name="connsiteX11" fmla="*/ 21260 w 41981"/>
                  <a:gd name="connsiteY11" fmla="*/ 18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84"/>
                    </a:moveTo>
                    <a:cubicBezTo>
                      <a:pt x="30202" y="4984"/>
                      <a:pt x="37450" y="12232"/>
                      <a:pt x="37450" y="21174"/>
                    </a:cubicBezTo>
                    <a:lnTo>
                      <a:pt x="37450" y="21174"/>
                    </a:lnTo>
                    <a:cubicBezTo>
                      <a:pt x="37450" y="30116"/>
                      <a:pt x="30202" y="37364"/>
                      <a:pt x="21260" y="37364"/>
                    </a:cubicBezTo>
                    <a:cubicBezTo>
                      <a:pt x="12318" y="37364"/>
                      <a:pt x="5070" y="30116"/>
                      <a:pt x="5070" y="21174"/>
                    </a:cubicBezTo>
                    <a:cubicBezTo>
                      <a:pt x="5070" y="12232"/>
                      <a:pt x="12318" y="4984"/>
                      <a:pt x="21260" y="4984"/>
                    </a:cubicBezTo>
                    <a:close/>
                    <a:moveTo>
                      <a:pt x="21260" y="184"/>
                    </a:moveTo>
                    <a:cubicBezTo>
                      <a:pt x="9668" y="184"/>
                      <a:pt x="270" y="9582"/>
                      <a:pt x="270" y="21174"/>
                    </a:cubicBezTo>
                    <a:cubicBezTo>
                      <a:pt x="270" y="32767"/>
                      <a:pt x="9668" y="42165"/>
                      <a:pt x="21260" y="42165"/>
                    </a:cubicBezTo>
                    <a:cubicBezTo>
                      <a:pt x="32853" y="42165"/>
                      <a:pt x="42251" y="32767"/>
                      <a:pt x="42251" y="21174"/>
                    </a:cubicBezTo>
                    <a:lnTo>
                      <a:pt x="42251" y="21174"/>
                    </a:lnTo>
                    <a:cubicBezTo>
                      <a:pt x="42251" y="9582"/>
                      <a:pt x="32853" y="184"/>
                      <a:pt x="21260" y="184"/>
                    </a:cubicBezTo>
                    <a:close/>
                  </a:path>
                </a:pathLst>
              </a:custGeom>
              <a:solidFill>
                <a:srgbClr val="000000"/>
              </a:solidFill>
              <a:ln w="4794" cap="sq">
                <a:noFill/>
                <a:prstDash val="solid"/>
                <a:round/>
              </a:ln>
            </p:spPr>
            <p:txBody>
              <a:bodyPr rtlCol="0" anchor="ctr"/>
              <a:lstStyle/>
              <a:p>
                <a:endParaRPr lang="en-US"/>
              </a:p>
            </p:txBody>
          </p:sp>
          <p:sp>
            <p:nvSpPr>
              <p:cNvPr id="2952" name="Freeform: Shape 2951">
                <a:extLst>
                  <a:ext uri="{FF2B5EF4-FFF2-40B4-BE49-F238E27FC236}">
                    <a16:creationId xmlns:a16="http://schemas.microsoft.com/office/drawing/2014/main" id="{ACA71C1E-DDFD-79CD-995D-820E3AB0E776}"/>
                  </a:ext>
                </a:extLst>
              </p:cNvPr>
              <p:cNvSpPr/>
              <p:nvPr/>
            </p:nvSpPr>
            <p:spPr>
              <a:xfrm>
                <a:off x="7811513" y="7980296"/>
                <a:ext cx="37180" cy="37180"/>
              </a:xfrm>
              <a:custGeom>
                <a:avLst/>
                <a:gdLst>
                  <a:gd name="connsiteX0" fmla="*/ 37461 w 37180"/>
                  <a:gd name="connsiteY0" fmla="*/ 18760 h 37180"/>
                  <a:gd name="connsiteX1" fmla="*/ 18871 w 37180"/>
                  <a:gd name="connsiteY1" fmla="*/ 37351 h 37180"/>
                  <a:gd name="connsiteX2" fmla="*/ 280 w 37180"/>
                  <a:gd name="connsiteY2" fmla="*/ 18760 h 37180"/>
                  <a:gd name="connsiteX3" fmla="*/ 18871 w 37180"/>
                  <a:gd name="connsiteY3" fmla="*/ 170 h 37180"/>
                  <a:gd name="connsiteX4" fmla="*/ 3746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60"/>
                    </a:moveTo>
                    <a:cubicBezTo>
                      <a:pt x="37461" y="29027"/>
                      <a:pt x="29138" y="37351"/>
                      <a:pt x="18871" y="37351"/>
                    </a:cubicBezTo>
                    <a:cubicBezTo>
                      <a:pt x="8604" y="37351"/>
                      <a:pt x="280" y="29027"/>
                      <a:pt x="280" y="18760"/>
                    </a:cubicBezTo>
                    <a:cubicBezTo>
                      <a:pt x="280" y="8493"/>
                      <a:pt x="8604" y="170"/>
                      <a:pt x="18871" y="170"/>
                    </a:cubicBezTo>
                    <a:cubicBezTo>
                      <a:pt x="29138" y="170"/>
                      <a:pt x="37461" y="8493"/>
                      <a:pt x="37461" y="18760"/>
                    </a:cubicBezTo>
                    <a:close/>
                  </a:path>
                </a:pathLst>
              </a:custGeom>
              <a:solidFill>
                <a:srgbClr val="F7E9E9"/>
              </a:solidFill>
              <a:ln w="5753" cap="sq">
                <a:noFill/>
                <a:prstDash val="solid"/>
                <a:miter/>
              </a:ln>
            </p:spPr>
            <p:txBody>
              <a:bodyPr rtlCol="0" anchor="ctr"/>
              <a:lstStyle/>
              <a:p>
                <a:endParaRPr lang="en-US"/>
              </a:p>
            </p:txBody>
          </p:sp>
          <p:sp>
            <p:nvSpPr>
              <p:cNvPr id="2953" name="Freeform: Shape 2952">
                <a:extLst>
                  <a:ext uri="{FF2B5EF4-FFF2-40B4-BE49-F238E27FC236}">
                    <a16:creationId xmlns:a16="http://schemas.microsoft.com/office/drawing/2014/main" id="{A9927F7B-198A-96C1-022F-B13FC0F7130C}"/>
                  </a:ext>
                </a:extLst>
              </p:cNvPr>
              <p:cNvSpPr/>
              <p:nvPr/>
            </p:nvSpPr>
            <p:spPr>
              <a:xfrm>
                <a:off x="7809112" y="7977895"/>
                <a:ext cx="41981" cy="41981"/>
              </a:xfrm>
              <a:custGeom>
                <a:avLst/>
                <a:gdLst>
                  <a:gd name="connsiteX0" fmla="*/ 21271 w 41981"/>
                  <a:gd name="connsiteY0" fmla="*/ 4970 h 41981"/>
                  <a:gd name="connsiteX1" fmla="*/ 37461 w 41981"/>
                  <a:gd name="connsiteY1" fmla="*/ 21160 h 41981"/>
                  <a:gd name="connsiteX2" fmla="*/ 37461 w 41981"/>
                  <a:gd name="connsiteY2" fmla="*/ 21160 h 41981"/>
                  <a:gd name="connsiteX3" fmla="*/ 21271 w 41981"/>
                  <a:gd name="connsiteY3" fmla="*/ 37351 h 41981"/>
                  <a:gd name="connsiteX4" fmla="*/ 5081 w 41981"/>
                  <a:gd name="connsiteY4" fmla="*/ 21160 h 41981"/>
                  <a:gd name="connsiteX5" fmla="*/ 21271 w 41981"/>
                  <a:gd name="connsiteY5" fmla="*/ 4970 h 41981"/>
                  <a:gd name="connsiteX6" fmla="*/ 21271 w 41981"/>
                  <a:gd name="connsiteY6" fmla="*/ 170 h 41981"/>
                  <a:gd name="connsiteX7" fmla="*/ 280 w 41981"/>
                  <a:gd name="connsiteY7" fmla="*/ 21160 h 41981"/>
                  <a:gd name="connsiteX8" fmla="*/ 21271 w 41981"/>
                  <a:gd name="connsiteY8" fmla="*/ 42151 h 41981"/>
                  <a:gd name="connsiteX9" fmla="*/ 42262 w 41981"/>
                  <a:gd name="connsiteY9" fmla="*/ 21160 h 41981"/>
                  <a:gd name="connsiteX10" fmla="*/ 42262 w 41981"/>
                  <a:gd name="connsiteY10" fmla="*/ 21160 h 41981"/>
                  <a:gd name="connsiteX11" fmla="*/ 21271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0"/>
                    </a:moveTo>
                    <a:cubicBezTo>
                      <a:pt x="30213" y="4970"/>
                      <a:pt x="37461" y="12218"/>
                      <a:pt x="37461" y="21160"/>
                    </a:cubicBezTo>
                    <a:lnTo>
                      <a:pt x="37461" y="21160"/>
                    </a:lnTo>
                    <a:cubicBezTo>
                      <a:pt x="37461" y="30102"/>
                      <a:pt x="30213" y="37351"/>
                      <a:pt x="21271" y="37351"/>
                    </a:cubicBezTo>
                    <a:cubicBezTo>
                      <a:pt x="12329" y="37351"/>
                      <a:pt x="5081" y="30102"/>
                      <a:pt x="5081" y="21160"/>
                    </a:cubicBezTo>
                    <a:cubicBezTo>
                      <a:pt x="5081" y="12218"/>
                      <a:pt x="12329" y="4970"/>
                      <a:pt x="21271" y="4970"/>
                    </a:cubicBezTo>
                    <a:close/>
                    <a:moveTo>
                      <a:pt x="21271" y="170"/>
                    </a:moveTo>
                    <a:cubicBezTo>
                      <a:pt x="9679" y="170"/>
                      <a:pt x="280" y="9568"/>
                      <a:pt x="280" y="21160"/>
                    </a:cubicBezTo>
                    <a:cubicBezTo>
                      <a:pt x="280" y="32753"/>
                      <a:pt x="9679" y="42151"/>
                      <a:pt x="21271" y="42151"/>
                    </a:cubicBezTo>
                    <a:cubicBezTo>
                      <a:pt x="32864" y="42151"/>
                      <a:pt x="42262" y="32753"/>
                      <a:pt x="42262" y="21160"/>
                    </a:cubicBezTo>
                    <a:lnTo>
                      <a:pt x="42262" y="21160"/>
                    </a:lnTo>
                    <a:cubicBezTo>
                      <a:pt x="42262" y="9568"/>
                      <a:pt x="32864" y="170"/>
                      <a:pt x="21271" y="170"/>
                    </a:cubicBezTo>
                    <a:close/>
                  </a:path>
                </a:pathLst>
              </a:custGeom>
              <a:solidFill>
                <a:srgbClr val="000000"/>
              </a:solidFill>
              <a:ln w="4794" cap="sq">
                <a:noFill/>
                <a:prstDash val="solid"/>
                <a:round/>
              </a:ln>
            </p:spPr>
            <p:txBody>
              <a:bodyPr rtlCol="0" anchor="ctr"/>
              <a:lstStyle/>
              <a:p>
                <a:endParaRPr lang="en-US"/>
              </a:p>
            </p:txBody>
          </p:sp>
          <p:sp>
            <p:nvSpPr>
              <p:cNvPr id="2954" name="Freeform: Shape 2953">
                <a:extLst>
                  <a:ext uri="{FF2B5EF4-FFF2-40B4-BE49-F238E27FC236}">
                    <a16:creationId xmlns:a16="http://schemas.microsoft.com/office/drawing/2014/main" id="{2C7AFC4D-BCA3-735E-2989-060BB3C45375}"/>
                  </a:ext>
                </a:extLst>
              </p:cNvPr>
              <p:cNvSpPr/>
              <p:nvPr/>
            </p:nvSpPr>
            <p:spPr>
              <a:xfrm>
                <a:off x="7817319" y="7911164"/>
                <a:ext cx="37180" cy="37180"/>
              </a:xfrm>
              <a:custGeom>
                <a:avLst/>
                <a:gdLst>
                  <a:gd name="connsiteX0" fmla="*/ 37462 w 37180"/>
                  <a:gd name="connsiteY0" fmla="*/ 18748 h 37180"/>
                  <a:gd name="connsiteX1" fmla="*/ 18872 w 37180"/>
                  <a:gd name="connsiteY1" fmla="*/ 37339 h 37180"/>
                  <a:gd name="connsiteX2" fmla="*/ 282 w 37180"/>
                  <a:gd name="connsiteY2" fmla="*/ 18748 h 37180"/>
                  <a:gd name="connsiteX3" fmla="*/ 18872 w 37180"/>
                  <a:gd name="connsiteY3" fmla="*/ 158 h 37180"/>
                  <a:gd name="connsiteX4" fmla="*/ 37462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48"/>
                    </a:moveTo>
                    <a:cubicBezTo>
                      <a:pt x="37462" y="29015"/>
                      <a:pt x="29139" y="37339"/>
                      <a:pt x="18872" y="37339"/>
                    </a:cubicBezTo>
                    <a:cubicBezTo>
                      <a:pt x="8605" y="37339"/>
                      <a:pt x="282" y="29015"/>
                      <a:pt x="282" y="18748"/>
                    </a:cubicBezTo>
                    <a:cubicBezTo>
                      <a:pt x="282" y="8481"/>
                      <a:pt x="8605" y="158"/>
                      <a:pt x="18872" y="158"/>
                    </a:cubicBezTo>
                    <a:cubicBezTo>
                      <a:pt x="29139" y="158"/>
                      <a:pt x="37462" y="8481"/>
                      <a:pt x="37462" y="18748"/>
                    </a:cubicBezTo>
                    <a:close/>
                  </a:path>
                </a:pathLst>
              </a:custGeom>
              <a:solidFill>
                <a:srgbClr val="F5F7F5"/>
              </a:solidFill>
              <a:ln w="5753" cap="sq">
                <a:noFill/>
                <a:prstDash val="solid"/>
                <a:miter/>
              </a:ln>
            </p:spPr>
            <p:txBody>
              <a:bodyPr rtlCol="0" anchor="ctr"/>
              <a:lstStyle/>
              <a:p>
                <a:endParaRPr lang="en-US"/>
              </a:p>
            </p:txBody>
          </p:sp>
          <p:sp>
            <p:nvSpPr>
              <p:cNvPr id="2955" name="Freeform: Shape 2954">
                <a:extLst>
                  <a:ext uri="{FF2B5EF4-FFF2-40B4-BE49-F238E27FC236}">
                    <a16:creationId xmlns:a16="http://schemas.microsoft.com/office/drawing/2014/main" id="{6764DD60-A1D2-C44A-3699-C798C82FF493}"/>
                  </a:ext>
                </a:extLst>
              </p:cNvPr>
              <p:cNvSpPr/>
              <p:nvPr/>
            </p:nvSpPr>
            <p:spPr>
              <a:xfrm>
                <a:off x="7814918" y="7908764"/>
                <a:ext cx="41981" cy="41981"/>
              </a:xfrm>
              <a:custGeom>
                <a:avLst/>
                <a:gdLst>
                  <a:gd name="connsiteX0" fmla="*/ 21272 w 41981"/>
                  <a:gd name="connsiteY0" fmla="*/ 4958 h 41981"/>
                  <a:gd name="connsiteX1" fmla="*/ 37462 w 41981"/>
                  <a:gd name="connsiteY1" fmla="*/ 21148 h 41981"/>
                  <a:gd name="connsiteX2" fmla="*/ 37462 w 41981"/>
                  <a:gd name="connsiteY2" fmla="*/ 21148 h 41981"/>
                  <a:gd name="connsiteX3" fmla="*/ 21272 w 41981"/>
                  <a:gd name="connsiteY3" fmla="*/ 37339 h 41981"/>
                  <a:gd name="connsiteX4" fmla="*/ 5082 w 41981"/>
                  <a:gd name="connsiteY4" fmla="*/ 21148 h 41981"/>
                  <a:gd name="connsiteX5" fmla="*/ 21272 w 41981"/>
                  <a:gd name="connsiteY5" fmla="*/ 4958 h 41981"/>
                  <a:gd name="connsiteX6" fmla="*/ 21272 w 41981"/>
                  <a:gd name="connsiteY6" fmla="*/ 158 h 41981"/>
                  <a:gd name="connsiteX7" fmla="*/ 282 w 41981"/>
                  <a:gd name="connsiteY7" fmla="*/ 21148 h 41981"/>
                  <a:gd name="connsiteX8" fmla="*/ 21272 w 41981"/>
                  <a:gd name="connsiteY8" fmla="*/ 42139 h 41981"/>
                  <a:gd name="connsiteX9" fmla="*/ 42263 w 41981"/>
                  <a:gd name="connsiteY9" fmla="*/ 21148 h 41981"/>
                  <a:gd name="connsiteX10" fmla="*/ 42263 w 41981"/>
                  <a:gd name="connsiteY10" fmla="*/ 21148 h 41981"/>
                  <a:gd name="connsiteX11" fmla="*/ 21272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58"/>
                    </a:moveTo>
                    <a:cubicBezTo>
                      <a:pt x="30214" y="4958"/>
                      <a:pt x="37462" y="12206"/>
                      <a:pt x="37462" y="21148"/>
                    </a:cubicBezTo>
                    <a:lnTo>
                      <a:pt x="37462" y="21148"/>
                    </a:lnTo>
                    <a:cubicBezTo>
                      <a:pt x="37462" y="30090"/>
                      <a:pt x="30214" y="37339"/>
                      <a:pt x="21272" y="37339"/>
                    </a:cubicBezTo>
                    <a:cubicBezTo>
                      <a:pt x="12330" y="37339"/>
                      <a:pt x="5082" y="30090"/>
                      <a:pt x="5082" y="21148"/>
                    </a:cubicBezTo>
                    <a:cubicBezTo>
                      <a:pt x="5082" y="12206"/>
                      <a:pt x="12330" y="4958"/>
                      <a:pt x="21272" y="4958"/>
                    </a:cubicBezTo>
                    <a:close/>
                    <a:moveTo>
                      <a:pt x="21272" y="158"/>
                    </a:moveTo>
                    <a:cubicBezTo>
                      <a:pt x="9680" y="158"/>
                      <a:pt x="282" y="9556"/>
                      <a:pt x="282" y="21148"/>
                    </a:cubicBezTo>
                    <a:cubicBezTo>
                      <a:pt x="282" y="32741"/>
                      <a:pt x="9680" y="42139"/>
                      <a:pt x="21272" y="42139"/>
                    </a:cubicBezTo>
                    <a:cubicBezTo>
                      <a:pt x="32865" y="42139"/>
                      <a:pt x="42263" y="32741"/>
                      <a:pt x="42263" y="21148"/>
                    </a:cubicBezTo>
                    <a:lnTo>
                      <a:pt x="42263" y="21148"/>
                    </a:lnTo>
                    <a:cubicBezTo>
                      <a:pt x="42263" y="9556"/>
                      <a:pt x="32865" y="158"/>
                      <a:pt x="21272" y="158"/>
                    </a:cubicBezTo>
                    <a:close/>
                  </a:path>
                </a:pathLst>
              </a:custGeom>
              <a:solidFill>
                <a:srgbClr val="000000"/>
              </a:solidFill>
              <a:ln w="4794" cap="sq">
                <a:noFill/>
                <a:prstDash val="solid"/>
                <a:round/>
              </a:ln>
            </p:spPr>
            <p:txBody>
              <a:bodyPr rtlCol="0" anchor="ctr"/>
              <a:lstStyle/>
              <a:p>
                <a:endParaRPr lang="en-US"/>
              </a:p>
            </p:txBody>
          </p:sp>
          <p:sp>
            <p:nvSpPr>
              <p:cNvPr id="2956" name="Freeform: Shape 2955">
                <a:extLst>
                  <a:ext uri="{FF2B5EF4-FFF2-40B4-BE49-F238E27FC236}">
                    <a16:creationId xmlns:a16="http://schemas.microsoft.com/office/drawing/2014/main" id="{4398A53E-8665-A32B-CEF8-E295087D8EC1}"/>
                  </a:ext>
                </a:extLst>
              </p:cNvPr>
              <p:cNvSpPr/>
              <p:nvPr/>
            </p:nvSpPr>
            <p:spPr>
              <a:xfrm>
                <a:off x="7693162" y="7989321"/>
                <a:ext cx="37180" cy="37180"/>
              </a:xfrm>
              <a:custGeom>
                <a:avLst/>
                <a:gdLst>
                  <a:gd name="connsiteX0" fmla="*/ 37441 w 37180"/>
                  <a:gd name="connsiteY0" fmla="*/ 18762 h 37180"/>
                  <a:gd name="connsiteX1" fmla="*/ 18850 w 37180"/>
                  <a:gd name="connsiteY1" fmla="*/ 37352 h 37180"/>
                  <a:gd name="connsiteX2" fmla="*/ 260 w 37180"/>
                  <a:gd name="connsiteY2" fmla="*/ 18762 h 37180"/>
                  <a:gd name="connsiteX3" fmla="*/ 18850 w 37180"/>
                  <a:gd name="connsiteY3" fmla="*/ 171 h 37180"/>
                  <a:gd name="connsiteX4" fmla="*/ 3744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2"/>
                    </a:moveTo>
                    <a:cubicBezTo>
                      <a:pt x="37441" y="29029"/>
                      <a:pt x="29118" y="37352"/>
                      <a:pt x="18850" y="37352"/>
                    </a:cubicBezTo>
                    <a:cubicBezTo>
                      <a:pt x="8583" y="37352"/>
                      <a:pt x="260" y="29029"/>
                      <a:pt x="260" y="18762"/>
                    </a:cubicBezTo>
                    <a:cubicBezTo>
                      <a:pt x="260" y="8494"/>
                      <a:pt x="8583" y="171"/>
                      <a:pt x="18850" y="171"/>
                    </a:cubicBezTo>
                    <a:cubicBezTo>
                      <a:pt x="29118" y="171"/>
                      <a:pt x="37441" y="8494"/>
                      <a:pt x="37441" y="18762"/>
                    </a:cubicBezTo>
                    <a:close/>
                  </a:path>
                </a:pathLst>
              </a:custGeom>
              <a:solidFill>
                <a:srgbClr val="F7F1F1"/>
              </a:solidFill>
              <a:ln w="5753" cap="sq">
                <a:noFill/>
                <a:prstDash val="solid"/>
                <a:miter/>
              </a:ln>
            </p:spPr>
            <p:txBody>
              <a:bodyPr rtlCol="0" anchor="ctr"/>
              <a:lstStyle/>
              <a:p>
                <a:endParaRPr lang="en-US"/>
              </a:p>
            </p:txBody>
          </p:sp>
          <p:sp>
            <p:nvSpPr>
              <p:cNvPr id="2957" name="Freeform: Shape 2956">
                <a:extLst>
                  <a:ext uri="{FF2B5EF4-FFF2-40B4-BE49-F238E27FC236}">
                    <a16:creationId xmlns:a16="http://schemas.microsoft.com/office/drawing/2014/main" id="{0EB174C0-4FCC-3D91-4DD2-F4D37B36C1F7}"/>
                  </a:ext>
                </a:extLst>
              </p:cNvPr>
              <p:cNvSpPr/>
              <p:nvPr/>
            </p:nvSpPr>
            <p:spPr>
              <a:xfrm>
                <a:off x="7690762" y="7986921"/>
                <a:ext cx="41981" cy="41981"/>
              </a:xfrm>
              <a:custGeom>
                <a:avLst/>
                <a:gdLst>
                  <a:gd name="connsiteX0" fmla="*/ 21251 w 41981"/>
                  <a:gd name="connsiteY0" fmla="*/ 4972 h 41981"/>
                  <a:gd name="connsiteX1" fmla="*/ 37441 w 41981"/>
                  <a:gd name="connsiteY1" fmla="*/ 21162 h 41981"/>
                  <a:gd name="connsiteX2" fmla="*/ 37441 w 41981"/>
                  <a:gd name="connsiteY2" fmla="*/ 21162 h 41981"/>
                  <a:gd name="connsiteX3" fmla="*/ 21251 w 41981"/>
                  <a:gd name="connsiteY3" fmla="*/ 37352 h 41981"/>
                  <a:gd name="connsiteX4" fmla="*/ 5060 w 41981"/>
                  <a:gd name="connsiteY4" fmla="*/ 21162 h 41981"/>
                  <a:gd name="connsiteX5" fmla="*/ 21251 w 41981"/>
                  <a:gd name="connsiteY5" fmla="*/ 4972 h 41981"/>
                  <a:gd name="connsiteX6" fmla="*/ 21251 w 41981"/>
                  <a:gd name="connsiteY6" fmla="*/ 171 h 41981"/>
                  <a:gd name="connsiteX7" fmla="*/ 260 w 41981"/>
                  <a:gd name="connsiteY7" fmla="*/ 21162 h 41981"/>
                  <a:gd name="connsiteX8" fmla="*/ 21251 w 41981"/>
                  <a:gd name="connsiteY8" fmla="*/ 42152 h 41981"/>
                  <a:gd name="connsiteX9" fmla="*/ 42241 w 41981"/>
                  <a:gd name="connsiteY9" fmla="*/ 21162 h 41981"/>
                  <a:gd name="connsiteX10" fmla="*/ 42241 w 41981"/>
                  <a:gd name="connsiteY10" fmla="*/ 21162 h 41981"/>
                  <a:gd name="connsiteX11" fmla="*/ 21251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2"/>
                    </a:moveTo>
                    <a:cubicBezTo>
                      <a:pt x="30192" y="4972"/>
                      <a:pt x="37441" y="12220"/>
                      <a:pt x="37441" y="21162"/>
                    </a:cubicBezTo>
                    <a:lnTo>
                      <a:pt x="37441" y="21162"/>
                    </a:lnTo>
                    <a:cubicBezTo>
                      <a:pt x="37441" y="30104"/>
                      <a:pt x="30192" y="37352"/>
                      <a:pt x="21251" y="37352"/>
                    </a:cubicBezTo>
                    <a:cubicBezTo>
                      <a:pt x="12309" y="37352"/>
                      <a:pt x="5060" y="30104"/>
                      <a:pt x="5060" y="21162"/>
                    </a:cubicBezTo>
                    <a:cubicBezTo>
                      <a:pt x="5060" y="12220"/>
                      <a:pt x="12309" y="4972"/>
                      <a:pt x="21251" y="4972"/>
                    </a:cubicBezTo>
                    <a:close/>
                    <a:moveTo>
                      <a:pt x="21251" y="171"/>
                    </a:moveTo>
                    <a:cubicBezTo>
                      <a:pt x="9658" y="171"/>
                      <a:pt x="260" y="9569"/>
                      <a:pt x="260" y="21162"/>
                    </a:cubicBezTo>
                    <a:cubicBezTo>
                      <a:pt x="260" y="32754"/>
                      <a:pt x="9658" y="42152"/>
                      <a:pt x="21251" y="42152"/>
                    </a:cubicBezTo>
                    <a:cubicBezTo>
                      <a:pt x="32843" y="42152"/>
                      <a:pt x="42241" y="32754"/>
                      <a:pt x="42241" y="21162"/>
                    </a:cubicBezTo>
                    <a:lnTo>
                      <a:pt x="42241" y="21162"/>
                    </a:lnTo>
                    <a:cubicBezTo>
                      <a:pt x="42241" y="9569"/>
                      <a:pt x="32843" y="171"/>
                      <a:pt x="21251" y="171"/>
                    </a:cubicBezTo>
                    <a:close/>
                  </a:path>
                </a:pathLst>
              </a:custGeom>
              <a:solidFill>
                <a:srgbClr val="000000"/>
              </a:solidFill>
              <a:ln w="4794" cap="sq">
                <a:noFill/>
                <a:prstDash val="solid"/>
                <a:round/>
              </a:ln>
            </p:spPr>
            <p:txBody>
              <a:bodyPr rtlCol="0" anchor="ctr"/>
              <a:lstStyle/>
              <a:p>
                <a:endParaRPr lang="en-US"/>
              </a:p>
            </p:txBody>
          </p:sp>
          <p:sp>
            <p:nvSpPr>
              <p:cNvPr id="2958" name="Freeform: Shape 2957">
                <a:extLst>
                  <a:ext uri="{FF2B5EF4-FFF2-40B4-BE49-F238E27FC236}">
                    <a16:creationId xmlns:a16="http://schemas.microsoft.com/office/drawing/2014/main" id="{19EF483E-F4C3-1168-0623-604AAB3B9B23}"/>
                  </a:ext>
                </a:extLst>
              </p:cNvPr>
              <p:cNvSpPr/>
              <p:nvPr/>
            </p:nvSpPr>
            <p:spPr>
              <a:xfrm>
                <a:off x="7759074" y="7974593"/>
                <a:ext cx="37180" cy="37180"/>
              </a:xfrm>
              <a:custGeom>
                <a:avLst/>
                <a:gdLst>
                  <a:gd name="connsiteX0" fmla="*/ 37452 w 37180"/>
                  <a:gd name="connsiteY0" fmla="*/ 18759 h 37180"/>
                  <a:gd name="connsiteX1" fmla="*/ 18862 w 37180"/>
                  <a:gd name="connsiteY1" fmla="*/ 37350 h 37180"/>
                  <a:gd name="connsiteX2" fmla="*/ 271 w 37180"/>
                  <a:gd name="connsiteY2" fmla="*/ 18759 h 37180"/>
                  <a:gd name="connsiteX3" fmla="*/ 18862 w 37180"/>
                  <a:gd name="connsiteY3" fmla="*/ 169 h 37180"/>
                  <a:gd name="connsiteX4" fmla="*/ 3745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59"/>
                    </a:moveTo>
                    <a:cubicBezTo>
                      <a:pt x="37452" y="29026"/>
                      <a:pt x="29129" y="37350"/>
                      <a:pt x="18862" y="37350"/>
                    </a:cubicBezTo>
                    <a:cubicBezTo>
                      <a:pt x="8595" y="37350"/>
                      <a:pt x="271" y="29026"/>
                      <a:pt x="271" y="18759"/>
                    </a:cubicBezTo>
                    <a:cubicBezTo>
                      <a:pt x="271" y="8492"/>
                      <a:pt x="8595" y="169"/>
                      <a:pt x="18862" y="169"/>
                    </a:cubicBezTo>
                    <a:cubicBezTo>
                      <a:pt x="29129" y="169"/>
                      <a:pt x="37452" y="8492"/>
                      <a:pt x="37452" y="18759"/>
                    </a:cubicBezTo>
                    <a:close/>
                  </a:path>
                </a:pathLst>
              </a:custGeom>
              <a:solidFill>
                <a:srgbClr val="F7D4D4"/>
              </a:solidFill>
              <a:ln w="5753" cap="sq">
                <a:noFill/>
                <a:prstDash val="solid"/>
                <a:miter/>
              </a:ln>
            </p:spPr>
            <p:txBody>
              <a:bodyPr rtlCol="0" anchor="ctr"/>
              <a:lstStyle/>
              <a:p>
                <a:endParaRPr lang="en-US"/>
              </a:p>
            </p:txBody>
          </p:sp>
          <p:sp>
            <p:nvSpPr>
              <p:cNvPr id="2959" name="Freeform: Shape 2958">
                <a:extLst>
                  <a:ext uri="{FF2B5EF4-FFF2-40B4-BE49-F238E27FC236}">
                    <a16:creationId xmlns:a16="http://schemas.microsoft.com/office/drawing/2014/main" id="{9D8B7D25-B69E-3622-2DC8-DC81A52CA6C1}"/>
                  </a:ext>
                </a:extLst>
              </p:cNvPr>
              <p:cNvSpPr/>
              <p:nvPr/>
            </p:nvSpPr>
            <p:spPr>
              <a:xfrm>
                <a:off x="7756673" y="7972193"/>
                <a:ext cx="41981" cy="41981"/>
              </a:xfrm>
              <a:custGeom>
                <a:avLst/>
                <a:gdLst>
                  <a:gd name="connsiteX0" fmla="*/ 21262 w 41981"/>
                  <a:gd name="connsiteY0" fmla="*/ 4969 h 41981"/>
                  <a:gd name="connsiteX1" fmla="*/ 37452 w 41981"/>
                  <a:gd name="connsiteY1" fmla="*/ 21159 h 41981"/>
                  <a:gd name="connsiteX2" fmla="*/ 37452 w 41981"/>
                  <a:gd name="connsiteY2" fmla="*/ 21159 h 41981"/>
                  <a:gd name="connsiteX3" fmla="*/ 21262 w 41981"/>
                  <a:gd name="connsiteY3" fmla="*/ 37350 h 41981"/>
                  <a:gd name="connsiteX4" fmla="*/ 5072 w 41981"/>
                  <a:gd name="connsiteY4" fmla="*/ 21159 h 41981"/>
                  <a:gd name="connsiteX5" fmla="*/ 21262 w 41981"/>
                  <a:gd name="connsiteY5" fmla="*/ 4969 h 41981"/>
                  <a:gd name="connsiteX6" fmla="*/ 21262 w 41981"/>
                  <a:gd name="connsiteY6" fmla="*/ 169 h 41981"/>
                  <a:gd name="connsiteX7" fmla="*/ 271 w 41981"/>
                  <a:gd name="connsiteY7" fmla="*/ 21159 h 41981"/>
                  <a:gd name="connsiteX8" fmla="*/ 21262 w 41981"/>
                  <a:gd name="connsiteY8" fmla="*/ 42150 h 41981"/>
                  <a:gd name="connsiteX9" fmla="*/ 42253 w 41981"/>
                  <a:gd name="connsiteY9" fmla="*/ 21159 h 41981"/>
                  <a:gd name="connsiteX10" fmla="*/ 42253 w 41981"/>
                  <a:gd name="connsiteY10" fmla="*/ 21159 h 41981"/>
                  <a:gd name="connsiteX11" fmla="*/ 2126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69"/>
                    </a:moveTo>
                    <a:cubicBezTo>
                      <a:pt x="30204" y="4969"/>
                      <a:pt x="37452" y="12217"/>
                      <a:pt x="37452" y="21159"/>
                    </a:cubicBezTo>
                    <a:lnTo>
                      <a:pt x="37452" y="21159"/>
                    </a:lnTo>
                    <a:cubicBezTo>
                      <a:pt x="37452" y="30101"/>
                      <a:pt x="30204" y="37350"/>
                      <a:pt x="21262" y="37350"/>
                    </a:cubicBezTo>
                    <a:cubicBezTo>
                      <a:pt x="12320" y="37350"/>
                      <a:pt x="5072" y="30101"/>
                      <a:pt x="5072" y="21159"/>
                    </a:cubicBezTo>
                    <a:cubicBezTo>
                      <a:pt x="5072" y="12217"/>
                      <a:pt x="12320" y="4969"/>
                      <a:pt x="21262" y="4969"/>
                    </a:cubicBezTo>
                    <a:close/>
                    <a:moveTo>
                      <a:pt x="21262" y="169"/>
                    </a:moveTo>
                    <a:cubicBezTo>
                      <a:pt x="9669" y="169"/>
                      <a:pt x="271" y="9567"/>
                      <a:pt x="271" y="21159"/>
                    </a:cubicBezTo>
                    <a:cubicBezTo>
                      <a:pt x="271" y="32752"/>
                      <a:pt x="9669" y="42150"/>
                      <a:pt x="21262" y="42150"/>
                    </a:cubicBezTo>
                    <a:cubicBezTo>
                      <a:pt x="32855" y="42150"/>
                      <a:pt x="42253" y="32752"/>
                      <a:pt x="42253" y="21159"/>
                    </a:cubicBezTo>
                    <a:lnTo>
                      <a:pt x="42253" y="21159"/>
                    </a:lnTo>
                    <a:cubicBezTo>
                      <a:pt x="42253" y="9567"/>
                      <a:pt x="32855" y="169"/>
                      <a:pt x="21262" y="169"/>
                    </a:cubicBezTo>
                    <a:close/>
                  </a:path>
                </a:pathLst>
              </a:custGeom>
              <a:solidFill>
                <a:srgbClr val="000000"/>
              </a:solidFill>
              <a:ln w="4794" cap="sq">
                <a:noFill/>
                <a:prstDash val="solid"/>
                <a:round/>
              </a:ln>
            </p:spPr>
            <p:txBody>
              <a:bodyPr rtlCol="0" anchor="ctr"/>
              <a:lstStyle/>
              <a:p>
                <a:endParaRPr lang="en-US"/>
              </a:p>
            </p:txBody>
          </p:sp>
          <p:sp>
            <p:nvSpPr>
              <p:cNvPr id="2960" name="Freeform: Shape 2959">
                <a:extLst>
                  <a:ext uri="{FF2B5EF4-FFF2-40B4-BE49-F238E27FC236}">
                    <a16:creationId xmlns:a16="http://schemas.microsoft.com/office/drawing/2014/main" id="{C40A0142-D118-1083-39F9-6B1C4EBB3357}"/>
                  </a:ext>
                </a:extLst>
              </p:cNvPr>
              <p:cNvSpPr/>
              <p:nvPr/>
            </p:nvSpPr>
            <p:spPr>
              <a:xfrm>
                <a:off x="8130006" y="7904742"/>
                <a:ext cx="37180" cy="37180"/>
              </a:xfrm>
              <a:custGeom>
                <a:avLst/>
                <a:gdLst>
                  <a:gd name="connsiteX0" fmla="*/ 37517 w 37180"/>
                  <a:gd name="connsiteY0" fmla="*/ 18747 h 37180"/>
                  <a:gd name="connsiteX1" fmla="*/ 18926 w 37180"/>
                  <a:gd name="connsiteY1" fmla="*/ 37337 h 37180"/>
                  <a:gd name="connsiteX2" fmla="*/ 336 w 37180"/>
                  <a:gd name="connsiteY2" fmla="*/ 18747 h 37180"/>
                  <a:gd name="connsiteX3" fmla="*/ 18926 w 37180"/>
                  <a:gd name="connsiteY3" fmla="*/ 157 h 37180"/>
                  <a:gd name="connsiteX4" fmla="*/ 37517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17" y="18747"/>
                    </a:moveTo>
                    <a:cubicBezTo>
                      <a:pt x="37517" y="29014"/>
                      <a:pt x="29193" y="37337"/>
                      <a:pt x="18926" y="37337"/>
                    </a:cubicBezTo>
                    <a:cubicBezTo>
                      <a:pt x="8659" y="37337"/>
                      <a:pt x="336" y="29014"/>
                      <a:pt x="336" y="18747"/>
                    </a:cubicBezTo>
                    <a:cubicBezTo>
                      <a:pt x="336" y="8480"/>
                      <a:pt x="8659" y="157"/>
                      <a:pt x="18926" y="157"/>
                    </a:cubicBezTo>
                    <a:cubicBezTo>
                      <a:pt x="29193" y="157"/>
                      <a:pt x="37517" y="8480"/>
                      <a:pt x="37517" y="18747"/>
                    </a:cubicBezTo>
                    <a:close/>
                  </a:path>
                </a:pathLst>
              </a:custGeom>
              <a:solidFill>
                <a:srgbClr val="F7A9A9"/>
              </a:solidFill>
              <a:ln w="5753" cap="sq">
                <a:noFill/>
                <a:prstDash val="solid"/>
                <a:miter/>
              </a:ln>
            </p:spPr>
            <p:txBody>
              <a:bodyPr rtlCol="0" anchor="ctr"/>
              <a:lstStyle/>
              <a:p>
                <a:endParaRPr lang="en-US"/>
              </a:p>
            </p:txBody>
          </p:sp>
          <p:sp>
            <p:nvSpPr>
              <p:cNvPr id="2961" name="Freeform: Shape 2960">
                <a:extLst>
                  <a:ext uri="{FF2B5EF4-FFF2-40B4-BE49-F238E27FC236}">
                    <a16:creationId xmlns:a16="http://schemas.microsoft.com/office/drawing/2014/main" id="{AC0B1024-AB99-5B17-471D-E80776ACA17D}"/>
                  </a:ext>
                </a:extLst>
              </p:cNvPr>
              <p:cNvSpPr/>
              <p:nvPr/>
            </p:nvSpPr>
            <p:spPr>
              <a:xfrm>
                <a:off x="8127606" y="7902341"/>
                <a:ext cx="41981" cy="41981"/>
              </a:xfrm>
              <a:custGeom>
                <a:avLst/>
                <a:gdLst>
                  <a:gd name="connsiteX0" fmla="*/ 21326 w 41981"/>
                  <a:gd name="connsiteY0" fmla="*/ 4957 h 41981"/>
                  <a:gd name="connsiteX1" fmla="*/ 37517 w 41981"/>
                  <a:gd name="connsiteY1" fmla="*/ 21147 h 41981"/>
                  <a:gd name="connsiteX2" fmla="*/ 37517 w 41981"/>
                  <a:gd name="connsiteY2" fmla="*/ 21147 h 41981"/>
                  <a:gd name="connsiteX3" fmla="*/ 21326 w 41981"/>
                  <a:gd name="connsiteY3" fmla="*/ 37337 h 41981"/>
                  <a:gd name="connsiteX4" fmla="*/ 5136 w 41981"/>
                  <a:gd name="connsiteY4" fmla="*/ 21147 h 41981"/>
                  <a:gd name="connsiteX5" fmla="*/ 21326 w 41981"/>
                  <a:gd name="connsiteY5" fmla="*/ 4957 h 41981"/>
                  <a:gd name="connsiteX6" fmla="*/ 21326 w 41981"/>
                  <a:gd name="connsiteY6" fmla="*/ 157 h 41981"/>
                  <a:gd name="connsiteX7" fmla="*/ 336 w 41981"/>
                  <a:gd name="connsiteY7" fmla="*/ 21147 h 41981"/>
                  <a:gd name="connsiteX8" fmla="*/ 21326 w 41981"/>
                  <a:gd name="connsiteY8" fmla="*/ 42138 h 41981"/>
                  <a:gd name="connsiteX9" fmla="*/ 42317 w 41981"/>
                  <a:gd name="connsiteY9" fmla="*/ 21147 h 41981"/>
                  <a:gd name="connsiteX10" fmla="*/ 42317 w 41981"/>
                  <a:gd name="connsiteY10" fmla="*/ 21147 h 41981"/>
                  <a:gd name="connsiteX11" fmla="*/ 21326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26" y="4957"/>
                    </a:moveTo>
                    <a:cubicBezTo>
                      <a:pt x="30268" y="4957"/>
                      <a:pt x="37517" y="12205"/>
                      <a:pt x="37517" y="21147"/>
                    </a:cubicBezTo>
                    <a:lnTo>
                      <a:pt x="37517" y="21147"/>
                    </a:lnTo>
                    <a:cubicBezTo>
                      <a:pt x="37517" y="30089"/>
                      <a:pt x="30268" y="37337"/>
                      <a:pt x="21326" y="37337"/>
                    </a:cubicBezTo>
                    <a:cubicBezTo>
                      <a:pt x="12385" y="37337"/>
                      <a:pt x="5136" y="30089"/>
                      <a:pt x="5136" y="21147"/>
                    </a:cubicBezTo>
                    <a:cubicBezTo>
                      <a:pt x="5136" y="12205"/>
                      <a:pt x="12385" y="4957"/>
                      <a:pt x="21326" y="4957"/>
                    </a:cubicBezTo>
                    <a:close/>
                    <a:moveTo>
                      <a:pt x="21326" y="157"/>
                    </a:moveTo>
                    <a:cubicBezTo>
                      <a:pt x="9734" y="157"/>
                      <a:pt x="336" y="9555"/>
                      <a:pt x="336" y="21147"/>
                    </a:cubicBezTo>
                    <a:cubicBezTo>
                      <a:pt x="336" y="32740"/>
                      <a:pt x="9734" y="42138"/>
                      <a:pt x="21326" y="42138"/>
                    </a:cubicBezTo>
                    <a:cubicBezTo>
                      <a:pt x="32919" y="42138"/>
                      <a:pt x="42317" y="32740"/>
                      <a:pt x="42317" y="21147"/>
                    </a:cubicBezTo>
                    <a:lnTo>
                      <a:pt x="42317" y="21147"/>
                    </a:lnTo>
                    <a:cubicBezTo>
                      <a:pt x="42317" y="9555"/>
                      <a:pt x="32919" y="157"/>
                      <a:pt x="21326" y="157"/>
                    </a:cubicBezTo>
                    <a:close/>
                  </a:path>
                </a:pathLst>
              </a:custGeom>
              <a:solidFill>
                <a:srgbClr val="000000"/>
              </a:solidFill>
              <a:ln w="4794" cap="sq">
                <a:noFill/>
                <a:prstDash val="solid"/>
                <a:round/>
              </a:ln>
            </p:spPr>
            <p:txBody>
              <a:bodyPr rtlCol="0" anchor="ctr"/>
              <a:lstStyle/>
              <a:p>
                <a:endParaRPr lang="en-US"/>
              </a:p>
            </p:txBody>
          </p:sp>
          <p:sp>
            <p:nvSpPr>
              <p:cNvPr id="2962" name="Freeform: Shape 2961">
                <a:extLst>
                  <a:ext uri="{FF2B5EF4-FFF2-40B4-BE49-F238E27FC236}">
                    <a16:creationId xmlns:a16="http://schemas.microsoft.com/office/drawing/2014/main" id="{3D892AEE-3F4F-708D-F06A-B08659E09FEF}"/>
                  </a:ext>
                </a:extLst>
              </p:cNvPr>
              <p:cNvSpPr/>
              <p:nvPr/>
            </p:nvSpPr>
            <p:spPr>
              <a:xfrm>
                <a:off x="7845854" y="8014130"/>
                <a:ext cx="37180" cy="37180"/>
              </a:xfrm>
              <a:custGeom>
                <a:avLst/>
                <a:gdLst>
                  <a:gd name="connsiteX0" fmla="*/ 37467 w 37180"/>
                  <a:gd name="connsiteY0" fmla="*/ 18766 h 37180"/>
                  <a:gd name="connsiteX1" fmla="*/ 18877 w 37180"/>
                  <a:gd name="connsiteY1" fmla="*/ 37356 h 37180"/>
                  <a:gd name="connsiteX2" fmla="*/ 286 w 37180"/>
                  <a:gd name="connsiteY2" fmla="*/ 18766 h 37180"/>
                  <a:gd name="connsiteX3" fmla="*/ 18877 w 37180"/>
                  <a:gd name="connsiteY3" fmla="*/ 176 h 37180"/>
                  <a:gd name="connsiteX4" fmla="*/ 3746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66"/>
                    </a:moveTo>
                    <a:cubicBezTo>
                      <a:pt x="37467" y="29033"/>
                      <a:pt x="29144" y="37356"/>
                      <a:pt x="18877" y="37356"/>
                    </a:cubicBezTo>
                    <a:cubicBezTo>
                      <a:pt x="8610" y="37356"/>
                      <a:pt x="286" y="29033"/>
                      <a:pt x="286" y="18766"/>
                    </a:cubicBezTo>
                    <a:cubicBezTo>
                      <a:pt x="286" y="8499"/>
                      <a:pt x="8610" y="176"/>
                      <a:pt x="18877" y="176"/>
                    </a:cubicBezTo>
                    <a:cubicBezTo>
                      <a:pt x="29144" y="176"/>
                      <a:pt x="37467" y="8499"/>
                      <a:pt x="37467" y="18766"/>
                    </a:cubicBezTo>
                    <a:close/>
                  </a:path>
                </a:pathLst>
              </a:custGeom>
              <a:solidFill>
                <a:srgbClr val="F7D9D9"/>
              </a:solidFill>
              <a:ln w="5753" cap="sq">
                <a:noFill/>
                <a:prstDash val="solid"/>
                <a:miter/>
              </a:ln>
            </p:spPr>
            <p:txBody>
              <a:bodyPr rtlCol="0" anchor="ctr"/>
              <a:lstStyle/>
              <a:p>
                <a:endParaRPr lang="en-US"/>
              </a:p>
            </p:txBody>
          </p:sp>
          <p:sp>
            <p:nvSpPr>
              <p:cNvPr id="2963" name="Freeform: Shape 2962">
                <a:extLst>
                  <a:ext uri="{FF2B5EF4-FFF2-40B4-BE49-F238E27FC236}">
                    <a16:creationId xmlns:a16="http://schemas.microsoft.com/office/drawing/2014/main" id="{DB8F25E4-485F-1CD4-BF34-8A6392B65518}"/>
                  </a:ext>
                </a:extLst>
              </p:cNvPr>
              <p:cNvSpPr/>
              <p:nvPr/>
            </p:nvSpPr>
            <p:spPr>
              <a:xfrm>
                <a:off x="7843453" y="8011730"/>
                <a:ext cx="41981" cy="41981"/>
              </a:xfrm>
              <a:custGeom>
                <a:avLst/>
                <a:gdLst>
                  <a:gd name="connsiteX0" fmla="*/ 21277 w 41981"/>
                  <a:gd name="connsiteY0" fmla="*/ 4976 h 41981"/>
                  <a:gd name="connsiteX1" fmla="*/ 37467 w 41981"/>
                  <a:gd name="connsiteY1" fmla="*/ 21166 h 41981"/>
                  <a:gd name="connsiteX2" fmla="*/ 37467 w 41981"/>
                  <a:gd name="connsiteY2" fmla="*/ 21166 h 41981"/>
                  <a:gd name="connsiteX3" fmla="*/ 21277 w 41981"/>
                  <a:gd name="connsiteY3" fmla="*/ 37356 h 41981"/>
                  <a:gd name="connsiteX4" fmla="*/ 5087 w 41981"/>
                  <a:gd name="connsiteY4" fmla="*/ 21166 h 41981"/>
                  <a:gd name="connsiteX5" fmla="*/ 21277 w 41981"/>
                  <a:gd name="connsiteY5" fmla="*/ 4976 h 41981"/>
                  <a:gd name="connsiteX6" fmla="*/ 21277 w 41981"/>
                  <a:gd name="connsiteY6" fmla="*/ 176 h 41981"/>
                  <a:gd name="connsiteX7" fmla="*/ 286 w 41981"/>
                  <a:gd name="connsiteY7" fmla="*/ 21166 h 41981"/>
                  <a:gd name="connsiteX8" fmla="*/ 21277 w 41981"/>
                  <a:gd name="connsiteY8" fmla="*/ 42157 h 41981"/>
                  <a:gd name="connsiteX9" fmla="*/ 42268 w 41981"/>
                  <a:gd name="connsiteY9" fmla="*/ 21166 h 41981"/>
                  <a:gd name="connsiteX10" fmla="*/ 42268 w 41981"/>
                  <a:gd name="connsiteY10" fmla="*/ 21166 h 41981"/>
                  <a:gd name="connsiteX11" fmla="*/ 21277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76"/>
                    </a:moveTo>
                    <a:cubicBezTo>
                      <a:pt x="30219" y="4976"/>
                      <a:pt x="37467" y="12224"/>
                      <a:pt x="37467" y="21166"/>
                    </a:cubicBezTo>
                    <a:lnTo>
                      <a:pt x="37467" y="21166"/>
                    </a:lnTo>
                    <a:cubicBezTo>
                      <a:pt x="37467" y="30108"/>
                      <a:pt x="30219" y="37356"/>
                      <a:pt x="21277" y="37356"/>
                    </a:cubicBezTo>
                    <a:cubicBezTo>
                      <a:pt x="12335" y="37356"/>
                      <a:pt x="5087" y="30108"/>
                      <a:pt x="5087" y="21166"/>
                    </a:cubicBezTo>
                    <a:cubicBezTo>
                      <a:pt x="5087" y="12224"/>
                      <a:pt x="12335" y="4976"/>
                      <a:pt x="21277" y="4976"/>
                    </a:cubicBezTo>
                    <a:close/>
                    <a:moveTo>
                      <a:pt x="21277" y="176"/>
                    </a:moveTo>
                    <a:cubicBezTo>
                      <a:pt x="9684" y="176"/>
                      <a:pt x="286" y="9574"/>
                      <a:pt x="286" y="21166"/>
                    </a:cubicBezTo>
                    <a:cubicBezTo>
                      <a:pt x="286" y="32759"/>
                      <a:pt x="9684" y="42157"/>
                      <a:pt x="21277" y="42157"/>
                    </a:cubicBezTo>
                    <a:cubicBezTo>
                      <a:pt x="32870" y="42157"/>
                      <a:pt x="42268" y="32759"/>
                      <a:pt x="42268" y="21166"/>
                    </a:cubicBezTo>
                    <a:lnTo>
                      <a:pt x="42268" y="21166"/>
                    </a:lnTo>
                    <a:cubicBezTo>
                      <a:pt x="42268" y="9574"/>
                      <a:pt x="32870" y="176"/>
                      <a:pt x="21277" y="176"/>
                    </a:cubicBezTo>
                    <a:close/>
                  </a:path>
                </a:pathLst>
              </a:custGeom>
              <a:solidFill>
                <a:srgbClr val="000000"/>
              </a:solidFill>
              <a:ln w="4794" cap="sq">
                <a:noFill/>
                <a:prstDash val="solid"/>
                <a:round/>
              </a:ln>
            </p:spPr>
            <p:txBody>
              <a:bodyPr rtlCol="0" anchor="ctr"/>
              <a:lstStyle/>
              <a:p>
                <a:endParaRPr lang="en-US"/>
              </a:p>
            </p:txBody>
          </p:sp>
          <p:sp>
            <p:nvSpPr>
              <p:cNvPr id="2964" name="Freeform: Shape 2963">
                <a:extLst>
                  <a:ext uri="{FF2B5EF4-FFF2-40B4-BE49-F238E27FC236}">
                    <a16:creationId xmlns:a16="http://schemas.microsoft.com/office/drawing/2014/main" id="{9B439B78-33EE-C6F2-5B16-FC0D702F6A0E}"/>
                  </a:ext>
                </a:extLst>
              </p:cNvPr>
              <p:cNvSpPr/>
              <p:nvPr/>
            </p:nvSpPr>
            <p:spPr>
              <a:xfrm>
                <a:off x="7837663" y="7816625"/>
                <a:ext cx="37180" cy="37180"/>
              </a:xfrm>
              <a:custGeom>
                <a:avLst/>
                <a:gdLst>
                  <a:gd name="connsiteX0" fmla="*/ 37466 w 37180"/>
                  <a:gd name="connsiteY0" fmla="*/ 18732 h 37180"/>
                  <a:gd name="connsiteX1" fmla="*/ 18875 w 37180"/>
                  <a:gd name="connsiteY1" fmla="*/ 37322 h 37180"/>
                  <a:gd name="connsiteX2" fmla="*/ 285 w 37180"/>
                  <a:gd name="connsiteY2" fmla="*/ 18732 h 37180"/>
                  <a:gd name="connsiteX3" fmla="*/ 18875 w 37180"/>
                  <a:gd name="connsiteY3" fmla="*/ 141 h 37180"/>
                  <a:gd name="connsiteX4" fmla="*/ 37466 w 37180"/>
                  <a:gd name="connsiteY4" fmla="*/ 1873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32"/>
                    </a:moveTo>
                    <a:cubicBezTo>
                      <a:pt x="37466" y="28999"/>
                      <a:pt x="29143" y="37322"/>
                      <a:pt x="18875" y="37322"/>
                    </a:cubicBezTo>
                    <a:cubicBezTo>
                      <a:pt x="8608" y="37322"/>
                      <a:pt x="285" y="28999"/>
                      <a:pt x="285" y="18732"/>
                    </a:cubicBezTo>
                    <a:cubicBezTo>
                      <a:pt x="285" y="8465"/>
                      <a:pt x="8608" y="141"/>
                      <a:pt x="18875" y="141"/>
                    </a:cubicBezTo>
                    <a:cubicBezTo>
                      <a:pt x="29143" y="141"/>
                      <a:pt x="37466" y="8465"/>
                      <a:pt x="37466" y="18732"/>
                    </a:cubicBezTo>
                    <a:close/>
                  </a:path>
                </a:pathLst>
              </a:custGeom>
              <a:solidFill>
                <a:srgbClr val="F3F7F3"/>
              </a:solidFill>
              <a:ln w="5753" cap="sq">
                <a:noFill/>
                <a:prstDash val="solid"/>
                <a:miter/>
              </a:ln>
            </p:spPr>
            <p:txBody>
              <a:bodyPr rtlCol="0" anchor="ctr"/>
              <a:lstStyle/>
              <a:p>
                <a:endParaRPr lang="en-US"/>
              </a:p>
            </p:txBody>
          </p:sp>
          <p:sp>
            <p:nvSpPr>
              <p:cNvPr id="2965" name="Freeform: Shape 2964">
                <a:extLst>
                  <a:ext uri="{FF2B5EF4-FFF2-40B4-BE49-F238E27FC236}">
                    <a16:creationId xmlns:a16="http://schemas.microsoft.com/office/drawing/2014/main" id="{7471E335-E59E-6639-F1F4-4A3787F21364}"/>
                  </a:ext>
                </a:extLst>
              </p:cNvPr>
              <p:cNvSpPr/>
              <p:nvPr/>
            </p:nvSpPr>
            <p:spPr>
              <a:xfrm>
                <a:off x="7835263" y="7814225"/>
                <a:ext cx="41981" cy="41981"/>
              </a:xfrm>
              <a:custGeom>
                <a:avLst/>
                <a:gdLst>
                  <a:gd name="connsiteX0" fmla="*/ 21276 w 41981"/>
                  <a:gd name="connsiteY0" fmla="*/ 4942 h 41981"/>
                  <a:gd name="connsiteX1" fmla="*/ 37466 w 41981"/>
                  <a:gd name="connsiteY1" fmla="*/ 21132 h 41981"/>
                  <a:gd name="connsiteX2" fmla="*/ 37466 w 41981"/>
                  <a:gd name="connsiteY2" fmla="*/ 21132 h 41981"/>
                  <a:gd name="connsiteX3" fmla="*/ 21276 w 41981"/>
                  <a:gd name="connsiteY3" fmla="*/ 37322 h 41981"/>
                  <a:gd name="connsiteX4" fmla="*/ 5085 w 41981"/>
                  <a:gd name="connsiteY4" fmla="*/ 21132 h 41981"/>
                  <a:gd name="connsiteX5" fmla="*/ 21276 w 41981"/>
                  <a:gd name="connsiteY5" fmla="*/ 4942 h 41981"/>
                  <a:gd name="connsiteX6" fmla="*/ 21276 w 41981"/>
                  <a:gd name="connsiteY6" fmla="*/ 141 h 41981"/>
                  <a:gd name="connsiteX7" fmla="*/ 285 w 41981"/>
                  <a:gd name="connsiteY7" fmla="*/ 21132 h 41981"/>
                  <a:gd name="connsiteX8" fmla="*/ 21276 w 41981"/>
                  <a:gd name="connsiteY8" fmla="*/ 42122 h 41981"/>
                  <a:gd name="connsiteX9" fmla="*/ 42266 w 41981"/>
                  <a:gd name="connsiteY9" fmla="*/ 21132 h 41981"/>
                  <a:gd name="connsiteX10" fmla="*/ 42266 w 41981"/>
                  <a:gd name="connsiteY10" fmla="*/ 21132 h 41981"/>
                  <a:gd name="connsiteX11" fmla="*/ 21276 w 41981"/>
                  <a:gd name="connsiteY11" fmla="*/ 14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42"/>
                    </a:moveTo>
                    <a:cubicBezTo>
                      <a:pt x="30217" y="4942"/>
                      <a:pt x="37466" y="12190"/>
                      <a:pt x="37466" y="21132"/>
                    </a:cubicBezTo>
                    <a:lnTo>
                      <a:pt x="37466" y="21132"/>
                    </a:lnTo>
                    <a:cubicBezTo>
                      <a:pt x="37466" y="30074"/>
                      <a:pt x="30217" y="37322"/>
                      <a:pt x="21276" y="37322"/>
                    </a:cubicBezTo>
                    <a:cubicBezTo>
                      <a:pt x="12334" y="37322"/>
                      <a:pt x="5085" y="30074"/>
                      <a:pt x="5085" y="21132"/>
                    </a:cubicBezTo>
                    <a:cubicBezTo>
                      <a:pt x="5085" y="12190"/>
                      <a:pt x="12334" y="4942"/>
                      <a:pt x="21276" y="4942"/>
                    </a:cubicBezTo>
                    <a:close/>
                    <a:moveTo>
                      <a:pt x="21276" y="141"/>
                    </a:moveTo>
                    <a:cubicBezTo>
                      <a:pt x="9683" y="141"/>
                      <a:pt x="285" y="9539"/>
                      <a:pt x="285" y="21132"/>
                    </a:cubicBezTo>
                    <a:cubicBezTo>
                      <a:pt x="285" y="32724"/>
                      <a:pt x="9683" y="42122"/>
                      <a:pt x="21276" y="42122"/>
                    </a:cubicBezTo>
                    <a:cubicBezTo>
                      <a:pt x="32868" y="42122"/>
                      <a:pt x="42266" y="32724"/>
                      <a:pt x="42266" y="21132"/>
                    </a:cubicBezTo>
                    <a:lnTo>
                      <a:pt x="42266" y="21132"/>
                    </a:lnTo>
                    <a:cubicBezTo>
                      <a:pt x="42266" y="9539"/>
                      <a:pt x="32868" y="141"/>
                      <a:pt x="21276" y="141"/>
                    </a:cubicBezTo>
                    <a:close/>
                  </a:path>
                </a:pathLst>
              </a:custGeom>
              <a:solidFill>
                <a:srgbClr val="000000"/>
              </a:solidFill>
              <a:ln w="4794" cap="sq">
                <a:noFill/>
                <a:prstDash val="solid"/>
                <a:round/>
              </a:ln>
            </p:spPr>
            <p:txBody>
              <a:bodyPr rtlCol="0" anchor="ctr"/>
              <a:lstStyle/>
              <a:p>
                <a:endParaRPr lang="en-US"/>
              </a:p>
            </p:txBody>
          </p:sp>
          <p:sp>
            <p:nvSpPr>
              <p:cNvPr id="2966" name="Freeform: Shape 2965">
                <a:extLst>
                  <a:ext uri="{FF2B5EF4-FFF2-40B4-BE49-F238E27FC236}">
                    <a16:creationId xmlns:a16="http://schemas.microsoft.com/office/drawing/2014/main" id="{A197CF0B-77F6-D58C-F6A0-B693A187F927}"/>
                  </a:ext>
                </a:extLst>
              </p:cNvPr>
              <p:cNvSpPr/>
              <p:nvPr/>
            </p:nvSpPr>
            <p:spPr>
              <a:xfrm>
                <a:off x="7525050" y="7930299"/>
                <a:ext cx="37180" cy="37180"/>
              </a:xfrm>
              <a:custGeom>
                <a:avLst/>
                <a:gdLst>
                  <a:gd name="connsiteX0" fmla="*/ 37412 w 37180"/>
                  <a:gd name="connsiteY0" fmla="*/ 18751 h 37180"/>
                  <a:gd name="connsiteX1" fmla="*/ 18821 w 37180"/>
                  <a:gd name="connsiteY1" fmla="*/ 37342 h 37180"/>
                  <a:gd name="connsiteX2" fmla="*/ 231 w 37180"/>
                  <a:gd name="connsiteY2" fmla="*/ 18751 h 37180"/>
                  <a:gd name="connsiteX3" fmla="*/ 18821 w 37180"/>
                  <a:gd name="connsiteY3" fmla="*/ 161 h 37180"/>
                  <a:gd name="connsiteX4" fmla="*/ 37412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2" y="18751"/>
                    </a:moveTo>
                    <a:cubicBezTo>
                      <a:pt x="37412" y="29019"/>
                      <a:pt x="29088" y="37342"/>
                      <a:pt x="18821" y="37342"/>
                    </a:cubicBezTo>
                    <a:cubicBezTo>
                      <a:pt x="8554" y="37342"/>
                      <a:pt x="231" y="29019"/>
                      <a:pt x="231" y="18751"/>
                    </a:cubicBezTo>
                    <a:cubicBezTo>
                      <a:pt x="231" y="8484"/>
                      <a:pt x="8554" y="161"/>
                      <a:pt x="18821" y="161"/>
                    </a:cubicBezTo>
                    <a:cubicBezTo>
                      <a:pt x="29088" y="161"/>
                      <a:pt x="37412" y="8484"/>
                      <a:pt x="37412" y="18751"/>
                    </a:cubicBezTo>
                    <a:close/>
                  </a:path>
                </a:pathLst>
              </a:custGeom>
              <a:solidFill>
                <a:srgbClr val="EDF7ED"/>
              </a:solidFill>
              <a:ln w="5753" cap="sq">
                <a:noFill/>
                <a:prstDash val="solid"/>
                <a:miter/>
              </a:ln>
            </p:spPr>
            <p:txBody>
              <a:bodyPr rtlCol="0" anchor="ctr"/>
              <a:lstStyle/>
              <a:p>
                <a:endParaRPr lang="en-US"/>
              </a:p>
            </p:txBody>
          </p:sp>
          <p:sp>
            <p:nvSpPr>
              <p:cNvPr id="2967" name="Freeform: Shape 2966">
                <a:extLst>
                  <a:ext uri="{FF2B5EF4-FFF2-40B4-BE49-F238E27FC236}">
                    <a16:creationId xmlns:a16="http://schemas.microsoft.com/office/drawing/2014/main" id="{8DB7B37F-24A5-EA56-3B59-93AA801EE29D}"/>
                  </a:ext>
                </a:extLst>
              </p:cNvPr>
              <p:cNvSpPr/>
              <p:nvPr/>
            </p:nvSpPr>
            <p:spPr>
              <a:xfrm>
                <a:off x="7522650" y="7927899"/>
                <a:ext cx="41981" cy="41981"/>
              </a:xfrm>
              <a:custGeom>
                <a:avLst/>
                <a:gdLst>
                  <a:gd name="connsiteX0" fmla="*/ 21221 w 41981"/>
                  <a:gd name="connsiteY0" fmla="*/ 4961 h 41981"/>
                  <a:gd name="connsiteX1" fmla="*/ 37412 w 41981"/>
                  <a:gd name="connsiteY1" fmla="*/ 21152 h 41981"/>
                  <a:gd name="connsiteX2" fmla="*/ 37412 w 41981"/>
                  <a:gd name="connsiteY2" fmla="*/ 21152 h 41981"/>
                  <a:gd name="connsiteX3" fmla="*/ 21221 w 41981"/>
                  <a:gd name="connsiteY3" fmla="*/ 37342 h 41981"/>
                  <a:gd name="connsiteX4" fmla="*/ 5031 w 41981"/>
                  <a:gd name="connsiteY4" fmla="*/ 21152 h 41981"/>
                  <a:gd name="connsiteX5" fmla="*/ 21221 w 41981"/>
                  <a:gd name="connsiteY5" fmla="*/ 4961 h 41981"/>
                  <a:gd name="connsiteX6" fmla="*/ 21221 w 41981"/>
                  <a:gd name="connsiteY6" fmla="*/ 161 h 41981"/>
                  <a:gd name="connsiteX7" fmla="*/ 231 w 41981"/>
                  <a:gd name="connsiteY7" fmla="*/ 21152 h 41981"/>
                  <a:gd name="connsiteX8" fmla="*/ 21221 w 41981"/>
                  <a:gd name="connsiteY8" fmla="*/ 42142 h 41981"/>
                  <a:gd name="connsiteX9" fmla="*/ 42212 w 41981"/>
                  <a:gd name="connsiteY9" fmla="*/ 21152 h 41981"/>
                  <a:gd name="connsiteX10" fmla="*/ 42212 w 41981"/>
                  <a:gd name="connsiteY10" fmla="*/ 21152 h 41981"/>
                  <a:gd name="connsiteX11" fmla="*/ 21221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1" y="4961"/>
                    </a:moveTo>
                    <a:cubicBezTo>
                      <a:pt x="30163" y="4961"/>
                      <a:pt x="37412" y="12210"/>
                      <a:pt x="37412" y="21152"/>
                    </a:cubicBezTo>
                    <a:lnTo>
                      <a:pt x="37412" y="21152"/>
                    </a:lnTo>
                    <a:cubicBezTo>
                      <a:pt x="37412" y="30093"/>
                      <a:pt x="30163" y="37342"/>
                      <a:pt x="21221" y="37342"/>
                    </a:cubicBezTo>
                    <a:cubicBezTo>
                      <a:pt x="12280" y="37342"/>
                      <a:pt x="5031" y="30093"/>
                      <a:pt x="5031" y="21152"/>
                    </a:cubicBezTo>
                    <a:cubicBezTo>
                      <a:pt x="5031" y="12210"/>
                      <a:pt x="12280" y="4961"/>
                      <a:pt x="21221" y="4961"/>
                    </a:cubicBezTo>
                    <a:close/>
                    <a:moveTo>
                      <a:pt x="21221" y="161"/>
                    </a:moveTo>
                    <a:cubicBezTo>
                      <a:pt x="9629" y="161"/>
                      <a:pt x="231" y="9559"/>
                      <a:pt x="231" y="21152"/>
                    </a:cubicBezTo>
                    <a:cubicBezTo>
                      <a:pt x="231" y="32744"/>
                      <a:pt x="9629" y="42142"/>
                      <a:pt x="21221" y="42142"/>
                    </a:cubicBezTo>
                    <a:cubicBezTo>
                      <a:pt x="32814" y="42142"/>
                      <a:pt x="42212" y="32744"/>
                      <a:pt x="42212" y="21152"/>
                    </a:cubicBezTo>
                    <a:lnTo>
                      <a:pt x="42212" y="21152"/>
                    </a:lnTo>
                    <a:cubicBezTo>
                      <a:pt x="42212" y="9559"/>
                      <a:pt x="32814" y="161"/>
                      <a:pt x="21221" y="161"/>
                    </a:cubicBezTo>
                    <a:close/>
                  </a:path>
                </a:pathLst>
              </a:custGeom>
              <a:solidFill>
                <a:srgbClr val="000000"/>
              </a:solidFill>
              <a:ln w="4794" cap="sq">
                <a:noFill/>
                <a:prstDash val="solid"/>
                <a:round/>
              </a:ln>
            </p:spPr>
            <p:txBody>
              <a:bodyPr rtlCol="0" anchor="ctr"/>
              <a:lstStyle/>
              <a:p>
                <a:endParaRPr lang="en-US"/>
              </a:p>
            </p:txBody>
          </p:sp>
          <p:sp>
            <p:nvSpPr>
              <p:cNvPr id="2968" name="Freeform: Shape 2967">
                <a:extLst>
                  <a:ext uri="{FF2B5EF4-FFF2-40B4-BE49-F238E27FC236}">
                    <a16:creationId xmlns:a16="http://schemas.microsoft.com/office/drawing/2014/main" id="{D2A3AFCD-E822-4A1E-2043-BEF61E9C1B04}"/>
                  </a:ext>
                </a:extLst>
              </p:cNvPr>
              <p:cNvSpPr/>
              <p:nvPr/>
            </p:nvSpPr>
            <p:spPr>
              <a:xfrm>
                <a:off x="7921713" y="7838479"/>
                <a:ext cx="37180" cy="37180"/>
              </a:xfrm>
              <a:custGeom>
                <a:avLst/>
                <a:gdLst>
                  <a:gd name="connsiteX0" fmla="*/ 37480 w 37180"/>
                  <a:gd name="connsiteY0" fmla="*/ 18735 h 37180"/>
                  <a:gd name="connsiteX1" fmla="*/ 18890 w 37180"/>
                  <a:gd name="connsiteY1" fmla="*/ 37326 h 37180"/>
                  <a:gd name="connsiteX2" fmla="*/ 300 w 37180"/>
                  <a:gd name="connsiteY2" fmla="*/ 18735 h 37180"/>
                  <a:gd name="connsiteX3" fmla="*/ 18890 w 37180"/>
                  <a:gd name="connsiteY3" fmla="*/ 145 h 37180"/>
                  <a:gd name="connsiteX4" fmla="*/ 37480 w 37180"/>
                  <a:gd name="connsiteY4" fmla="*/ 1873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0" y="18735"/>
                    </a:moveTo>
                    <a:cubicBezTo>
                      <a:pt x="37480" y="29003"/>
                      <a:pt x="29157" y="37326"/>
                      <a:pt x="18890" y="37326"/>
                    </a:cubicBezTo>
                    <a:cubicBezTo>
                      <a:pt x="8623" y="37326"/>
                      <a:pt x="300" y="29003"/>
                      <a:pt x="300" y="18735"/>
                    </a:cubicBezTo>
                    <a:cubicBezTo>
                      <a:pt x="300" y="8468"/>
                      <a:pt x="8623" y="145"/>
                      <a:pt x="18890" y="145"/>
                    </a:cubicBezTo>
                    <a:cubicBezTo>
                      <a:pt x="29157" y="145"/>
                      <a:pt x="37480" y="8468"/>
                      <a:pt x="37480" y="18735"/>
                    </a:cubicBezTo>
                    <a:close/>
                  </a:path>
                </a:pathLst>
              </a:custGeom>
              <a:solidFill>
                <a:srgbClr val="ABF7AB"/>
              </a:solidFill>
              <a:ln w="5753" cap="sq">
                <a:noFill/>
                <a:prstDash val="solid"/>
                <a:miter/>
              </a:ln>
            </p:spPr>
            <p:txBody>
              <a:bodyPr rtlCol="0" anchor="ctr"/>
              <a:lstStyle/>
              <a:p>
                <a:endParaRPr lang="en-US"/>
              </a:p>
            </p:txBody>
          </p:sp>
          <p:sp>
            <p:nvSpPr>
              <p:cNvPr id="2969" name="Freeform: Shape 2968">
                <a:extLst>
                  <a:ext uri="{FF2B5EF4-FFF2-40B4-BE49-F238E27FC236}">
                    <a16:creationId xmlns:a16="http://schemas.microsoft.com/office/drawing/2014/main" id="{C42195DB-2254-5124-E558-626FDEAF91A0}"/>
                  </a:ext>
                </a:extLst>
              </p:cNvPr>
              <p:cNvSpPr/>
              <p:nvPr/>
            </p:nvSpPr>
            <p:spPr>
              <a:xfrm>
                <a:off x="7919313" y="7836078"/>
                <a:ext cx="41981" cy="41981"/>
              </a:xfrm>
              <a:custGeom>
                <a:avLst/>
                <a:gdLst>
                  <a:gd name="connsiteX0" fmla="*/ 21290 w 41981"/>
                  <a:gd name="connsiteY0" fmla="*/ 4945 h 41981"/>
                  <a:gd name="connsiteX1" fmla="*/ 37480 w 41981"/>
                  <a:gd name="connsiteY1" fmla="*/ 21136 h 41981"/>
                  <a:gd name="connsiteX2" fmla="*/ 37480 w 41981"/>
                  <a:gd name="connsiteY2" fmla="*/ 21136 h 41981"/>
                  <a:gd name="connsiteX3" fmla="*/ 21290 w 41981"/>
                  <a:gd name="connsiteY3" fmla="*/ 37326 h 41981"/>
                  <a:gd name="connsiteX4" fmla="*/ 5100 w 41981"/>
                  <a:gd name="connsiteY4" fmla="*/ 21136 h 41981"/>
                  <a:gd name="connsiteX5" fmla="*/ 21290 w 41981"/>
                  <a:gd name="connsiteY5" fmla="*/ 4945 h 41981"/>
                  <a:gd name="connsiteX6" fmla="*/ 21290 w 41981"/>
                  <a:gd name="connsiteY6" fmla="*/ 145 h 41981"/>
                  <a:gd name="connsiteX7" fmla="*/ 300 w 41981"/>
                  <a:gd name="connsiteY7" fmla="*/ 21136 h 41981"/>
                  <a:gd name="connsiteX8" fmla="*/ 21290 w 41981"/>
                  <a:gd name="connsiteY8" fmla="*/ 42126 h 41981"/>
                  <a:gd name="connsiteX9" fmla="*/ 42281 w 41981"/>
                  <a:gd name="connsiteY9" fmla="*/ 21136 h 41981"/>
                  <a:gd name="connsiteX10" fmla="*/ 42281 w 41981"/>
                  <a:gd name="connsiteY10" fmla="*/ 21136 h 41981"/>
                  <a:gd name="connsiteX11" fmla="*/ 21290 w 41981"/>
                  <a:gd name="connsiteY11" fmla="*/ 14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0" y="4945"/>
                    </a:moveTo>
                    <a:cubicBezTo>
                      <a:pt x="30232" y="4945"/>
                      <a:pt x="37480" y="12194"/>
                      <a:pt x="37480" y="21136"/>
                    </a:cubicBezTo>
                    <a:lnTo>
                      <a:pt x="37480" y="21136"/>
                    </a:lnTo>
                    <a:cubicBezTo>
                      <a:pt x="37480" y="30078"/>
                      <a:pt x="30232" y="37326"/>
                      <a:pt x="21290" y="37326"/>
                    </a:cubicBezTo>
                    <a:cubicBezTo>
                      <a:pt x="12348" y="37326"/>
                      <a:pt x="5100" y="30078"/>
                      <a:pt x="5100" y="21136"/>
                    </a:cubicBezTo>
                    <a:cubicBezTo>
                      <a:pt x="5100" y="12194"/>
                      <a:pt x="12348" y="4945"/>
                      <a:pt x="21290" y="4945"/>
                    </a:cubicBezTo>
                    <a:close/>
                    <a:moveTo>
                      <a:pt x="21290" y="145"/>
                    </a:moveTo>
                    <a:cubicBezTo>
                      <a:pt x="9698" y="145"/>
                      <a:pt x="300" y="9543"/>
                      <a:pt x="300" y="21136"/>
                    </a:cubicBezTo>
                    <a:cubicBezTo>
                      <a:pt x="300" y="32728"/>
                      <a:pt x="9698" y="42126"/>
                      <a:pt x="21290" y="42126"/>
                    </a:cubicBezTo>
                    <a:cubicBezTo>
                      <a:pt x="32883" y="42126"/>
                      <a:pt x="42281" y="32728"/>
                      <a:pt x="42281" y="21136"/>
                    </a:cubicBezTo>
                    <a:lnTo>
                      <a:pt x="42281" y="21136"/>
                    </a:lnTo>
                    <a:cubicBezTo>
                      <a:pt x="42281" y="9543"/>
                      <a:pt x="32883" y="145"/>
                      <a:pt x="21290" y="145"/>
                    </a:cubicBezTo>
                    <a:close/>
                  </a:path>
                </a:pathLst>
              </a:custGeom>
              <a:solidFill>
                <a:srgbClr val="000000"/>
              </a:solidFill>
              <a:ln w="4794" cap="sq">
                <a:noFill/>
                <a:prstDash val="solid"/>
                <a:round/>
              </a:ln>
            </p:spPr>
            <p:txBody>
              <a:bodyPr rtlCol="0" anchor="ctr"/>
              <a:lstStyle/>
              <a:p>
                <a:endParaRPr lang="en-US"/>
              </a:p>
            </p:txBody>
          </p:sp>
          <p:sp>
            <p:nvSpPr>
              <p:cNvPr id="2970" name="Freeform: Shape 2969">
                <a:extLst>
                  <a:ext uri="{FF2B5EF4-FFF2-40B4-BE49-F238E27FC236}">
                    <a16:creationId xmlns:a16="http://schemas.microsoft.com/office/drawing/2014/main" id="{6C9227F4-87B0-D298-659E-F61BC0424CD2}"/>
                  </a:ext>
                </a:extLst>
              </p:cNvPr>
              <p:cNvSpPr/>
              <p:nvPr/>
            </p:nvSpPr>
            <p:spPr>
              <a:xfrm>
                <a:off x="7800332" y="7944226"/>
                <a:ext cx="37180" cy="37180"/>
              </a:xfrm>
              <a:custGeom>
                <a:avLst/>
                <a:gdLst>
                  <a:gd name="connsiteX0" fmla="*/ 37459 w 37180"/>
                  <a:gd name="connsiteY0" fmla="*/ 18754 h 37180"/>
                  <a:gd name="connsiteX1" fmla="*/ 18869 w 37180"/>
                  <a:gd name="connsiteY1" fmla="*/ 37344 h 37180"/>
                  <a:gd name="connsiteX2" fmla="*/ 279 w 37180"/>
                  <a:gd name="connsiteY2" fmla="*/ 18754 h 37180"/>
                  <a:gd name="connsiteX3" fmla="*/ 18869 w 37180"/>
                  <a:gd name="connsiteY3" fmla="*/ 163 h 37180"/>
                  <a:gd name="connsiteX4" fmla="*/ 37459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54"/>
                    </a:moveTo>
                    <a:cubicBezTo>
                      <a:pt x="37459" y="29021"/>
                      <a:pt x="29136" y="37344"/>
                      <a:pt x="18869" y="37344"/>
                    </a:cubicBezTo>
                    <a:cubicBezTo>
                      <a:pt x="8602" y="37344"/>
                      <a:pt x="279" y="29021"/>
                      <a:pt x="279" y="18754"/>
                    </a:cubicBezTo>
                    <a:cubicBezTo>
                      <a:pt x="279" y="8487"/>
                      <a:pt x="8602" y="163"/>
                      <a:pt x="18869" y="163"/>
                    </a:cubicBezTo>
                    <a:cubicBezTo>
                      <a:pt x="29136" y="163"/>
                      <a:pt x="37459" y="8487"/>
                      <a:pt x="37459" y="18754"/>
                    </a:cubicBezTo>
                    <a:close/>
                  </a:path>
                </a:pathLst>
              </a:custGeom>
              <a:solidFill>
                <a:srgbClr val="F1F7F1"/>
              </a:solidFill>
              <a:ln w="5753" cap="sq">
                <a:noFill/>
                <a:prstDash val="solid"/>
                <a:miter/>
              </a:ln>
            </p:spPr>
            <p:txBody>
              <a:bodyPr rtlCol="0" anchor="ctr"/>
              <a:lstStyle/>
              <a:p>
                <a:endParaRPr lang="en-US"/>
              </a:p>
            </p:txBody>
          </p:sp>
          <p:sp>
            <p:nvSpPr>
              <p:cNvPr id="2971" name="Freeform: Shape 2970">
                <a:extLst>
                  <a:ext uri="{FF2B5EF4-FFF2-40B4-BE49-F238E27FC236}">
                    <a16:creationId xmlns:a16="http://schemas.microsoft.com/office/drawing/2014/main" id="{659B0B1A-9CCB-438A-F10E-ED76160D1228}"/>
                  </a:ext>
                </a:extLst>
              </p:cNvPr>
              <p:cNvSpPr/>
              <p:nvPr/>
            </p:nvSpPr>
            <p:spPr>
              <a:xfrm>
                <a:off x="7797932" y="7941826"/>
                <a:ext cx="41981" cy="41981"/>
              </a:xfrm>
              <a:custGeom>
                <a:avLst/>
                <a:gdLst>
                  <a:gd name="connsiteX0" fmla="*/ 21269 w 41981"/>
                  <a:gd name="connsiteY0" fmla="*/ 4964 h 41981"/>
                  <a:gd name="connsiteX1" fmla="*/ 37459 w 41981"/>
                  <a:gd name="connsiteY1" fmla="*/ 21154 h 41981"/>
                  <a:gd name="connsiteX2" fmla="*/ 37459 w 41981"/>
                  <a:gd name="connsiteY2" fmla="*/ 21154 h 41981"/>
                  <a:gd name="connsiteX3" fmla="*/ 21269 w 41981"/>
                  <a:gd name="connsiteY3" fmla="*/ 37344 h 41981"/>
                  <a:gd name="connsiteX4" fmla="*/ 5079 w 41981"/>
                  <a:gd name="connsiteY4" fmla="*/ 21154 h 41981"/>
                  <a:gd name="connsiteX5" fmla="*/ 21269 w 41981"/>
                  <a:gd name="connsiteY5" fmla="*/ 4964 h 41981"/>
                  <a:gd name="connsiteX6" fmla="*/ 21269 w 41981"/>
                  <a:gd name="connsiteY6" fmla="*/ 163 h 41981"/>
                  <a:gd name="connsiteX7" fmla="*/ 279 w 41981"/>
                  <a:gd name="connsiteY7" fmla="*/ 21154 h 41981"/>
                  <a:gd name="connsiteX8" fmla="*/ 21269 w 41981"/>
                  <a:gd name="connsiteY8" fmla="*/ 42145 h 41981"/>
                  <a:gd name="connsiteX9" fmla="*/ 42260 w 41981"/>
                  <a:gd name="connsiteY9" fmla="*/ 21154 h 41981"/>
                  <a:gd name="connsiteX10" fmla="*/ 42260 w 41981"/>
                  <a:gd name="connsiteY10" fmla="*/ 21154 h 41981"/>
                  <a:gd name="connsiteX11" fmla="*/ 21269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64"/>
                    </a:moveTo>
                    <a:cubicBezTo>
                      <a:pt x="30211" y="4964"/>
                      <a:pt x="37459" y="12212"/>
                      <a:pt x="37459" y="21154"/>
                    </a:cubicBezTo>
                    <a:lnTo>
                      <a:pt x="37459" y="21154"/>
                    </a:lnTo>
                    <a:cubicBezTo>
                      <a:pt x="37459" y="30096"/>
                      <a:pt x="30211" y="37344"/>
                      <a:pt x="21269" y="37344"/>
                    </a:cubicBezTo>
                    <a:cubicBezTo>
                      <a:pt x="12327" y="37344"/>
                      <a:pt x="5079" y="30096"/>
                      <a:pt x="5079" y="21154"/>
                    </a:cubicBezTo>
                    <a:cubicBezTo>
                      <a:pt x="5079" y="12212"/>
                      <a:pt x="12327" y="4964"/>
                      <a:pt x="21269" y="4964"/>
                    </a:cubicBezTo>
                    <a:close/>
                    <a:moveTo>
                      <a:pt x="21269" y="163"/>
                    </a:moveTo>
                    <a:cubicBezTo>
                      <a:pt x="9677" y="163"/>
                      <a:pt x="279" y="9561"/>
                      <a:pt x="279" y="21154"/>
                    </a:cubicBezTo>
                    <a:cubicBezTo>
                      <a:pt x="279" y="32747"/>
                      <a:pt x="9677" y="42145"/>
                      <a:pt x="21269" y="42145"/>
                    </a:cubicBezTo>
                    <a:cubicBezTo>
                      <a:pt x="32862" y="42145"/>
                      <a:pt x="42260" y="32747"/>
                      <a:pt x="42260" y="21154"/>
                    </a:cubicBezTo>
                    <a:lnTo>
                      <a:pt x="42260" y="21154"/>
                    </a:lnTo>
                    <a:cubicBezTo>
                      <a:pt x="42260" y="9561"/>
                      <a:pt x="32862" y="163"/>
                      <a:pt x="21269" y="163"/>
                    </a:cubicBezTo>
                    <a:close/>
                  </a:path>
                </a:pathLst>
              </a:custGeom>
              <a:solidFill>
                <a:srgbClr val="000000"/>
              </a:solidFill>
              <a:ln w="4794" cap="sq">
                <a:noFill/>
                <a:prstDash val="solid"/>
                <a:round/>
              </a:ln>
            </p:spPr>
            <p:txBody>
              <a:bodyPr rtlCol="0" anchor="ctr"/>
              <a:lstStyle/>
              <a:p>
                <a:endParaRPr lang="en-US"/>
              </a:p>
            </p:txBody>
          </p:sp>
          <p:sp>
            <p:nvSpPr>
              <p:cNvPr id="2972" name="Freeform: Shape 2971">
                <a:extLst>
                  <a:ext uri="{FF2B5EF4-FFF2-40B4-BE49-F238E27FC236}">
                    <a16:creationId xmlns:a16="http://schemas.microsoft.com/office/drawing/2014/main" id="{74A92CD4-E657-6410-F4D5-038C30AF1F68}"/>
                  </a:ext>
                </a:extLst>
              </p:cNvPr>
              <p:cNvSpPr/>
              <p:nvPr/>
            </p:nvSpPr>
            <p:spPr>
              <a:xfrm>
                <a:off x="7768975" y="7933697"/>
                <a:ext cx="37180" cy="37180"/>
              </a:xfrm>
              <a:custGeom>
                <a:avLst/>
                <a:gdLst>
                  <a:gd name="connsiteX0" fmla="*/ 37454 w 37180"/>
                  <a:gd name="connsiteY0" fmla="*/ 18752 h 37180"/>
                  <a:gd name="connsiteX1" fmla="*/ 18864 w 37180"/>
                  <a:gd name="connsiteY1" fmla="*/ 37342 h 37180"/>
                  <a:gd name="connsiteX2" fmla="*/ 273 w 37180"/>
                  <a:gd name="connsiteY2" fmla="*/ 18752 h 37180"/>
                  <a:gd name="connsiteX3" fmla="*/ 18864 w 37180"/>
                  <a:gd name="connsiteY3" fmla="*/ 162 h 37180"/>
                  <a:gd name="connsiteX4" fmla="*/ 37454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2"/>
                    </a:moveTo>
                    <a:cubicBezTo>
                      <a:pt x="37454" y="29019"/>
                      <a:pt x="29131" y="37342"/>
                      <a:pt x="18864" y="37342"/>
                    </a:cubicBezTo>
                    <a:cubicBezTo>
                      <a:pt x="8596" y="37342"/>
                      <a:pt x="273" y="29019"/>
                      <a:pt x="273" y="18752"/>
                    </a:cubicBezTo>
                    <a:cubicBezTo>
                      <a:pt x="273" y="8485"/>
                      <a:pt x="8596" y="162"/>
                      <a:pt x="18864" y="162"/>
                    </a:cubicBezTo>
                    <a:cubicBezTo>
                      <a:pt x="29131" y="162"/>
                      <a:pt x="37454" y="8485"/>
                      <a:pt x="37454" y="18752"/>
                    </a:cubicBezTo>
                    <a:close/>
                  </a:path>
                </a:pathLst>
              </a:custGeom>
              <a:solidFill>
                <a:srgbClr val="DBF7DB"/>
              </a:solidFill>
              <a:ln w="5753" cap="sq">
                <a:noFill/>
                <a:prstDash val="solid"/>
                <a:miter/>
              </a:ln>
            </p:spPr>
            <p:txBody>
              <a:bodyPr rtlCol="0" anchor="ctr"/>
              <a:lstStyle/>
              <a:p>
                <a:endParaRPr lang="en-US"/>
              </a:p>
            </p:txBody>
          </p:sp>
          <p:sp>
            <p:nvSpPr>
              <p:cNvPr id="2973" name="Freeform: Shape 2972">
                <a:extLst>
                  <a:ext uri="{FF2B5EF4-FFF2-40B4-BE49-F238E27FC236}">
                    <a16:creationId xmlns:a16="http://schemas.microsoft.com/office/drawing/2014/main" id="{BE87CD1C-EB49-EFFC-C518-AFBC1B5E2877}"/>
                  </a:ext>
                </a:extLst>
              </p:cNvPr>
              <p:cNvSpPr/>
              <p:nvPr/>
            </p:nvSpPr>
            <p:spPr>
              <a:xfrm>
                <a:off x="7766575" y="7931297"/>
                <a:ext cx="41981" cy="41981"/>
              </a:xfrm>
              <a:custGeom>
                <a:avLst/>
                <a:gdLst>
                  <a:gd name="connsiteX0" fmla="*/ 21264 w 41981"/>
                  <a:gd name="connsiteY0" fmla="*/ 4962 h 41981"/>
                  <a:gd name="connsiteX1" fmla="*/ 37454 w 41981"/>
                  <a:gd name="connsiteY1" fmla="*/ 21152 h 41981"/>
                  <a:gd name="connsiteX2" fmla="*/ 37454 w 41981"/>
                  <a:gd name="connsiteY2" fmla="*/ 21152 h 41981"/>
                  <a:gd name="connsiteX3" fmla="*/ 21264 w 41981"/>
                  <a:gd name="connsiteY3" fmla="*/ 37342 h 41981"/>
                  <a:gd name="connsiteX4" fmla="*/ 5073 w 41981"/>
                  <a:gd name="connsiteY4" fmla="*/ 21152 h 41981"/>
                  <a:gd name="connsiteX5" fmla="*/ 21264 w 41981"/>
                  <a:gd name="connsiteY5" fmla="*/ 4962 h 41981"/>
                  <a:gd name="connsiteX6" fmla="*/ 21264 w 41981"/>
                  <a:gd name="connsiteY6" fmla="*/ 162 h 41981"/>
                  <a:gd name="connsiteX7" fmla="*/ 273 w 41981"/>
                  <a:gd name="connsiteY7" fmla="*/ 21152 h 41981"/>
                  <a:gd name="connsiteX8" fmla="*/ 21264 w 41981"/>
                  <a:gd name="connsiteY8" fmla="*/ 42143 h 41981"/>
                  <a:gd name="connsiteX9" fmla="*/ 42254 w 41981"/>
                  <a:gd name="connsiteY9" fmla="*/ 21152 h 41981"/>
                  <a:gd name="connsiteX10" fmla="*/ 42254 w 41981"/>
                  <a:gd name="connsiteY10" fmla="*/ 21152 h 41981"/>
                  <a:gd name="connsiteX11" fmla="*/ 21264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2"/>
                    </a:moveTo>
                    <a:cubicBezTo>
                      <a:pt x="30206" y="4962"/>
                      <a:pt x="37454" y="12210"/>
                      <a:pt x="37454" y="21152"/>
                    </a:cubicBezTo>
                    <a:lnTo>
                      <a:pt x="37454" y="21152"/>
                    </a:lnTo>
                    <a:cubicBezTo>
                      <a:pt x="37454" y="30094"/>
                      <a:pt x="30206" y="37342"/>
                      <a:pt x="21264" y="37342"/>
                    </a:cubicBezTo>
                    <a:cubicBezTo>
                      <a:pt x="12322" y="37342"/>
                      <a:pt x="5073" y="30094"/>
                      <a:pt x="5073" y="21152"/>
                    </a:cubicBezTo>
                    <a:cubicBezTo>
                      <a:pt x="5073" y="12210"/>
                      <a:pt x="12322" y="4962"/>
                      <a:pt x="21264" y="4962"/>
                    </a:cubicBezTo>
                    <a:close/>
                    <a:moveTo>
                      <a:pt x="21264" y="162"/>
                    </a:moveTo>
                    <a:cubicBezTo>
                      <a:pt x="9671" y="162"/>
                      <a:pt x="273" y="9560"/>
                      <a:pt x="273" y="21152"/>
                    </a:cubicBezTo>
                    <a:cubicBezTo>
                      <a:pt x="273" y="32745"/>
                      <a:pt x="9671" y="42143"/>
                      <a:pt x="21264" y="42143"/>
                    </a:cubicBezTo>
                    <a:cubicBezTo>
                      <a:pt x="32856" y="42143"/>
                      <a:pt x="42254" y="32745"/>
                      <a:pt x="42254" y="21152"/>
                    </a:cubicBezTo>
                    <a:lnTo>
                      <a:pt x="42254" y="21152"/>
                    </a:lnTo>
                    <a:cubicBezTo>
                      <a:pt x="42254" y="9560"/>
                      <a:pt x="32856" y="162"/>
                      <a:pt x="21264" y="162"/>
                    </a:cubicBezTo>
                    <a:close/>
                  </a:path>
                </a:pathLst>
              </a:custGeom>
              <a:solidFill>
                <a:srgbClr val="000000"/>
              </a:solidFill>
              <a:ln w="4794" cap="sq">
                <a:noFill/>
                <a:prstDash val="solid"/>
                <a:round/>
              </a:ln>
            </p:spPr>
            <p:txBody>
              <a:bodyPr rtlCol="0" anchor="ctr"/>
              <a:lstStyle/>
              <a:p>
                <a:endParaRPr lang="en-US"/>
              </a:p>
            </p:txBody>
          </p:sp>
          <p:sp>
            <p:nvSpPr>
              <p:cNvPr id="2974" name="Freeform: Shape 2973">
                <a:extLst>
                  <a:ext uri="{FF2B5EF4-FFF2-40B4-BE49-F238E27FC236}">
                    <a16:creationId xmlns:a16="http://schemas.microsoft.com/office/drawing/2014/main" id="{7F3C1BED-910F-3604-3939-BB590BC90A52}"/>
                  </a:ext>
                </a:extLst>
              </p:cNvPr>
              <p:cNvSpPr/>
              <p:nvPr/>
            </p:nvSpPr>
            <p:spPr>
              <a:xfrm>
                <a:off x="7731570" y="7946179"/>
                <a:ext cx="37180" cy="37180"/>
              </a:xfrm>
              <a:custGeom>
                <a:avLst/>
                <a:gdLst>
                  <a:gd name="connsiteX0" fmla="*/ 37447 w 37180"/>
                  <a:gd name="connsiteY0" fmla="*/ 18754 h 37180"/>
                  <a:gd name="connsiteX1" fmla="*/ 18857 w 37180"/>
                  <a:gd name="connsiteY1" fmla="*/ 37345 h 37180"/>
                  <a:gd name="connsiteX2" fmla="*/ 267 w 37180"/>
                  <a:gd name="connsiteY2" fmla="*/ 18754 h 37180"/>
                  <a:gd name="connsiteX3" fmla="*/ 18857 w 37180"/>
                  <a:gd name="connsiteY3" fmla="*/ 164 h 37180"/>
                  <a:gd name="connsiteX4" fmla="*/ 37447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4"/>
                    </a:moveTo>
                    <a:cubicBezTo>
                      <a:pt x="37447" y="29021"/>
                      <a:pt x="29124" y="37345"/>
                      <a:pt x="18857" y="37345"/>
                    </a:cubicBezTo>
                    <a:cubicBezTo>
                      <a:pt x="8590" y="37345"/>
                      <a:pt x="267" y="29021"/>
                      <a:pt x="267" y="18754"/>
                    </a:cubicBezTo>
                    <a:cubicBezTo>
                      <a:pt x="267" y="8487"/>
                      <a:pt x="8590" y="164"/>
                      <a:pt x="18857" y="164"/>
                    </a:cubicBezTo>
                    <a:cubicBezTo>
                      <a:pt x="29124" y="164"/>
                      <a:pt x="37447" y="8487"/>
                      <a:pt x="37447" y="18754"/>
                    </a:cubicBezTo>
                    <a:close/>
                  </a:path>
                </a:pathLst>
              </a:custGeom>
              <a:solidFill>
                <a:srgbClr val="F7D0D0"/>
              </a:solidFill>
              <a:ln w="5753" cap="sq">
                <a:noFill/>
                <a:prstDash val="solid"/>
                <a:miter/>
              </a:ln>
            </p:spPr>
            <p:txBody>
              <a:bodyPr rtlCol="0" anchor="ctr"/>
              <a:lstStyle/>
              <a:p>
                <a:endParaRPr lang="en-US"/>
              </a:p>
            </p:txBody>
          </p:sp>
          <p:sp>
            <p:nvSpPr>
              <p:cNvPr id="2975" name="Freeform: Shape 2974">
                <a:extLst>
                  <a:ext uri="{FF2B5EF4-FFF2-40B4-BE49-F238E27FC236}">
                    <a16:creationId xmlns:a16="http://schemas.microsoft.com/office/drawing/2014/main" id="{EE6F753F-BD25-7EE6-20D3-8871086B1064}"/>
                  </a:ext>
                </a:extLst>
              </p:cNvPr>
              <p:cNvSpPr/>
              <p:nvPr/>
            </p:nvSpPr>
            <p:spPr>
              <a:xfrm>
                <a:off x="7729169" y="7943779"/>
                <a:ext cx="41981" cy="41981"/>
              </a:xfrm>
              <a:custGeom>
                <a:avLst/>
                <a:gdLst>
                  <a:gd name="connsiteX0" fmla="*/ 21257 w 41981"/>
                  <a:gd name="connsiteY0" fmla="*/ 4964 h 41981"/>
                  <a:gd name="connsiteX1" fmla="*/ 37447 w 41981"/>
                  <a:gd name="connsiteY1" fmla="*/ 21154 h 41981"/>
                  <a:gd name="connsiteX2" fmla="*/ 37447 w 41981"/>
                  <a:gd name="connsiteY2" fmla="*/ 21154 h 41981"/>
                  <a:gd name="connsiteX3" fmla="*/ 21257 w 41981"/>
                  <a:gd name="connsiteY3" fmla="*/ 37345 h 41981"/>
                  <a:gd name="connsiteX4" fmla="*/ 5067 w 41981"/>
                  <a:gd name="connsiteY4" fmla="*/ 21154 h 41981"/>
                  <a:gd name="connsiteX5" fmla="*/ 21257 w 41981"/>
                  <a:gd name="connsiteY5" fmla="*/ 4964 h 41981"/>
                  <a:gd name="connsiteX6" fmla="*/ 21257 w 41981"/>
                  <a:gd name="connsiteY6" fmla="*/ 164 h 41981"/>
                  <a:gd name="connsiteX7" fmla="*/ 267 w 41981"/>
                  <a:gd name="connsiteY7" fmla="*/ 21154 h 41981"/>
                  <a:gd name="connsiteX8" fmla="*/ 21257 w 41981"/>
                  <a:gd name="connsiteY8" fmla="*/ 42145 h 41981"/>
                  <a:gd name="connsiteX9" fmla="*/ 42248 w 41981"/>
                  <a:gd name="connsiteY9" fmla="*/ 21154 h 41981"/>
                  <a:gd name="connsiteX10" fmla="*/ 42248 w 41981"/>
                  <a:gd name="connsiteY10" fmla="*/ 21154 h 41981"/>
                  <a:gd name="connsiteX11" fmla="*/ 21257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4"/>
                    </a:moveTo>
                    <a:cubicBezTo>
                      <a:pt x="30199" y="4964"/>
                      <a:pt x="37447" y="12213"/>
                      <a:pt x="37447" y="21154"/>
                    </a:cubicBezTo>
                    <a:lnTo>
                      <a:pt x="37447" y="21154"/>
                    </a:lnTo>
                    <a:cubicBezTo>
                      <a:pt x="37447" y="30096"/>
                      <a:pt x="30199" y="37345"/>
                      <a:pt x="21257" y="37345"/>
                    </a:cubicBezTo>
                    <a:cubicBezTo>
                      <a:pt x="12315" y="37345"/>
                      <a:pt x="5067" y="30096"/>
                      <a:pt x="5067" y="21154"/>
                    </a:cubicBezTo>
                    <a:cubicBezTo>
                      <a:pt x="5067" y="12213"/>
                      <a:pt x="12315" y="4964"/>
                      <a:pt x="21257" y="4964"/>
                    </a:cubicBezTo>
                    <a:close/>
                    <a:moveTo>
                      <a:pt x="21257" y="164"/>
                    </a:moveTo>
                    <a:cubicBezTo>
                      <a:pt x="9665" y="164"/>
                      <a:pt x="267" y="9562"/>
                      <a:pt x="267" y="21154"/>
                    </a:cubicBezTo>
                    <a:cubicBezTo>
                      <a:pt x="267" y="32747"/>
                      <a:pt x="9665" y="42145"/>
                      <a:pt x="21257" y="42145"/>
                    </a:cubicBezTo>
                    <a:cubicBezTo>
                      <a:pt x="32850" y="42145"/>
                      <a:pt x="42248" y="32747"/>
                      <a:pt x="42248" y="21154"/>
                    </a:cubicBezTo>
                    <a:lnTo>
                      <a:pt x="42248" y="21154"/>
                    </a:lnTo>
                    <a:cubicBezTo>
                      <a:pt x="42248" y="9562"/>
                      <a:pt x="32850" y="164"/>
                      <a:pt x="21257" y="164"/>
                    </a:cubicBezTo>
                    <a:close/>
                  </a:path>
                </a:pathLst>
              </a:custGeom>
              <a:solidFill>
                <a:srgbClr val="000000"/>
              </a:solidFill>
              <a:ln w="4794" cap="sq">
                <a:noFill/>
                <a:prstDash val="solid"/>
                <a:round/>
              </a:ln>
            </p:spPr>
            <p:txBody>
              <a:bodyPr rtlCol="0" anchor="ctr"/>
              <a:lstStyle/>
              <a:p>
                <a:endParaRPr lang="en-US"/>
              </a:p>
            </p:txBody>
          </p:sp>
          <p:sp>
            <p:nvSpPr>
              <p:cNvPr id="2976" name="Freeform: Shape 2975">
                <a:extLst>
                  <a:ext uri="{FF2B5EF4-FFF2-40B4-BE49-F238E27FC236}">
                    <a16:creationId xmlns:a16="http://schemas.microsoft.com/office/drawing/2014/main" id="{E08B8513-9FB2-0B80-ECEB-4D1D144E7823}"/>
                  </a:ext>
                </a:extLst>
              </p:cNvPr>
              <p:cNvSpPr/>
              <p:nvPr/>
            </p:nvSpPr>
            <p:spPr>
              <a:xfrm>
                <a:off x="7722699" y="7753576"/>
                <a:ext cx="37180" cy="37180"/>
              </a:xfrm>
              <a:custGeom>
                <a:avLst/>
                <a:gdLst>
                  <a:gd name="connsiteX0" fmla="*/ 37446 w 37180"/>
                  <a:gd name="connsiteY0" fmla="*/ 18721 h 37180"/>
                  <a:gd name="connsiteX1" fmla="*/ 18855 w 37180"/>
                  <a:gd name="connsiteY1" fmla="*/ 37311 h 37180"/>
                  <a:gd name="connsiteX2" fmla="*/ 265 w 37180"/>
                  <a:gd name="connsiteY2" fmla="*/ 18721 h 37180"/>
                  <a:gd name="connsiteX3" fmla="*/ 18855 w 37180"/>
                  <a:gd name="connsiteY3" fmla="*/ 130 h 37180"/>
                  <a:gd name="connsiteX4" fmla="*/ 37446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21"/>
                    </a:moveTo>
                    <a:cubicBezTo>
                      <a:pt x="37446" y="28988"/>
                      <a:pt x="29123" y="37311"/>
                      <a:pt x="18855" y="37311"/>
                    </a:cubicBezTo>
                    <a:cubicBezTo>
                      <a:pt x="8588" y="37311"/>
                      <a:pt x="265" y="28988"/>
                      <a:pt x="265" y="18721"/>
                    </a:cubicBezTo>
                    <a:cubicBezTo>
                      <a:pt x="265" y="8454"/>
                      <a:pt x="8588" y="130"/>
                      <a:pt x="18855" y="130"/>
                    </a:cubicBezTo>
                    <a:cubicBezTo>
                      <a:pt x="29123" y="130"/>
                      <a:pt x="37446" y="8454"/>
                      <a:pt x="37446" y="18721"/>
                    </a:cubicBezTo>
                    <a:close/>
                  </a:path>
                </a:pathLst>
              </a:custGeom>
              <a:solidFill>
                <a:srgbClr val="F7A500"/>
              </a:solidFill>
              <a:ln w="5753" cap="sq">
                <a:noFill/>
                <a:prstDash val="solid"/>
                <a:miter/>
              </a:ln>
            </p:spPr>
            <p:txBody>
              <a:bodyPr rtlCol="0" anchor="ctr"/>
              <a:lstStyle/>
              <a:p>
                <a:endParaRPr lang="en-US"/>
              </a:p>
            </p:txBody>
          </p:sp>
          <p:sp>
            <p:nvSpPr>
              <p:cNvPr id="2977" name="Freeform: Shape 2976">
                <a:extLst>
                  <a:ext uri="{FF2B5EF4-FFF2-40B4-BE49-F238E27FC236}">
                    <a16:creationId xmlns:a16="http://schemas.microsoft.com/office/drawing/2014/main" id="{D3EA2A7B-7231-D2FF-E698-D506CD9238FF}"/>
                  </a:ext>
                </a:extLst>
              </p:cNvPr>
              <p:cNvSpPr/>
              <p:nvPr/>
            </p:nvSpPr>
            <p:spPr>
              <a:xfrm>
                <a:off x="7720299" y="7751176"/>
                <a:ext cx="41981" cy="41981"/>
              </a:xfrm>
              <a:custGeom>
                <a:avLst/>
                <a:gdLst>
                  <a:gd name="connsiteX0" fmla="*/ 21256 w 41981"/>
                  <a:gd name="connsiteY0" fmla="*/ 4931 h 41981"/>
                  <a:gd name="connsiteX1" fmla="*/ 37446 w 41981"/>
                  <a:gd name="connsiteY1" fmla="*/ 21121 h 41981"/>
                  <a:gd name="connsiteX2" fmla="*/ 37446 w 41981"/>
                  <a:gd name="connsiteY2" fmla="*/ 21121 h 41981"/>
                  <a:gd name="connsiteX3" fmla="*/ 21256 w 41981"/>
                  <a:gd name="connsiteY3" fmla="*/ 37311 h 41981"/>
                  <a:gd name="connsiteX4" fmla="*/ 5065 w 41981"/>
                  <a:gd name="connsiteY4" fmla="*/ 21121 h 41981"/>
                  <a:gd name="connsiteX5" fmla="*/ 21256 w 41981"/>
                  <a:gd name="connsiteY5" fmla="*/ 4931 h 41981"/>
                  <a:gd name="connsiteX6" fmla="*/ 21256 w 41981"/>
                  <a:gd name="connsiteY6" fmla="*/ 130 h 41981"/>
                  <a:gd name="connsiteX7" fmla="*/ 265 w 41981"/>
                  <a:gd name="connsiteY7" fmla="*/ 21121 h 41981"/>
                  <a:gd name="connsiteX8" fmla="*/ 21256 w 41981"/>
                  <a:gd name="connsiteY8" fmla="*/ 42112 h 41981"/>
                  <a:gd name="connsiteX9" fmla="*/ 42246 w 41981"/>
                  <a:gd name="connsiteY9" fmla="*/ 21121 h 41981"/>
                  <a:gd name="connsiteX10" fmla="*/ 42246 w 41981"/>
                  <a:gd name="connsiteY10" fmla="*/ 21121 h 41981"/>
                  <a:gd name="connsiteX11" fmla="*/ 21256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31"/>
                    </a:moveTo>
                    <a:cubicBezTo>
                      <a:pt x="30197" y="4931"/>
                      <a:pt x="37446" y="12179"/>
                      <a:pt x="37446" y="21121"/>
                    </a:cubicBezTo>
                    <a:lnTo>
                      <a:pt x="37446" y="21121"/>
                    </a:lnTo>
                    <a:cubicBezTo>
                      <a:pt x="37446" y="30063"/>
                      <a:pt x="30197" y="37311"/>
                      <a:pt x="21256" y="37311"/>
                    </a:cubicBezTo>
                    <a:cubicBezTo>
                      <a:pt x="12314" y="37311"/>
                      <a:pt x="5065" y="30063"/>
                      <a:pt x="5065" y="21121"/>
                    </a:cubicBezTo>
                    <a:cubicBezTo>
                      <a:pt x="5065" y="12179"/>
                      <a:pt x="12314" y="4931"/>
                      <a:pt x="21256" y="4931"/>
                    </a:cubicBezTo>
                    <a:close/>
                    <a:moveTo>
                      <a:pt x="21256" y="130"/>
                    </a:moveTo>
                    <a:cubicBezTo>
                      <a:pt x="9663" y="130"/>
                      <a:pt x="265" y="9528"/>
                      <a:pt x="265" y="21121"/>
                    </a:cubicBezTo>
                    <a:cubicBezTo>
                      <a:pt x="265" y="32714"/>
                      <a:pt x="9663" y="42112"/>
                      <a:pt x="21256" y="42112"/>
                    </a:cubicBezTo>
                    <a:cubicBezTo>
                      <a:pt x="32848" y="42112"/>
                      <a:pt x="42246" y="32714"/>
                      <a:pt x="42246" y="21121"/>
                    </a:cubicBezTo>
                    <a:lnTo>
                      <a:pt x="42246" y="21121"/>
                    </a:lnTo>
                    <a:cubicBezTo>
                      <a:pt x="42246" y="9528"/>
                      <a:pt x="32848" y="130"/>
                      <a:pt x="21256" y="130"/>
                    </a:cubicBezTo>
                    <a:close/>
                  </a:path>
                </a:pathLst>
              </a:custGeom>
              <a:solidFill>
                <a:srgbClr val="000000"/>
              </a:solidFill>
              <a:ln w="4794" cap="sq">
                <a:noFill/>
                <a:prstDash val="solid"/>
                <a:round/>
              </a:ln>
            </p:spPr>
            <p:txBody>
              <a:bodyPr rtlCol="0" anchor="ctr"/>
              <a:lstStyle/>
              <a:p>
                <a:endParaRPr lang="en-US"/>
              </a:p>
            </p:txBody>
          </p:sp>
          <p:sp>
            <p:nvSpPr>
              <p:cNvPr id="2978" name="Freeform: Shape 2977">
                <a:extLst>
                  <a:ext uri="{FF2B5EF4-FFF2-40B4-BE49-F238E27FC236}">
                    <a16:creationId xmlns:a16="http://schemas.microsoft.com/office/drawing/2014/main" id="{36F7B3BA-E971-6DB8-DEBA-F0F743642DF3}"/>
                  </a:ext>
                </a:extLst>
              </p:cNvPr>
              <p:cNvSpPr/>
              <p:nvPr/>
            </p:nvSpPr>
            <p:spPr>
              <a:xfrm>
                <a:off x="7928124" y="7880262"/>
                <a:ext cx="37180" cy="37180"/>
              </a:xfrm>
              <a:custGeom>
                <a:avLst/>
                <a:gdLst>
                  <a:gd name="connsiteX0" fmla="*/ 37482 w 37180"/>
                  <a:gd name="connsiteY0" fmla="*/ 18743 h 37180"/>
                  <a:gd name="connsiteX1" fmla="*/ 18891 w 37180"/>
                  <a:gd name="connsiteY1" fmla="*/ 37333 h 37180"/>
                  <a:gd name="connsiteX2" fmla="*/ 301 w 37180"/>
                  <a:gd name="connsiteY2" fmla="*/ 18743 h 37180"/>
                  <a:gd name="connsiteX3" fmla="*/ 18891 w 37180"/>
                  <a:gd name="connsiteY3" fmla="*/ 152 h 37180"/>
                  <a:gd name="connsiteX4" fmla="*/ 37482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2" y="18743"/>
                    </a:moveTo>
                    <a:cubicBezTo>
                      <a:pt x="37482" y="29010"/>
                      <a:pt x="29158" y="37333"/>
                      <a:pt x="18891" y="37333"/>
                    </a:cubicBezTo>
                    <a:cubicBezTo>
                      <a:pt x="8624" y="37333"/>
                      <a:pt x="301" y="29010"/>
                      <a:pt x="301" y="18743"/>
                    </a:cubicBezTo>
                    <a:cubicBezTo>
                      <a:pt x="301" y="8476"/>
                      <a:pt x="8624" y="152"/>
                      <a:pt x="18891" y="152"/>
                    </a:cubicBezTo>
                    <a:cubicBezTo>
                      <a:pt x="29158" y="152"/>
                      <a:pt x="37482" y="8476"/>
                      <a:pt x="37482" y="18743"/>
                    </a:cubicBezTo>
                    <a:close/>
                  </a:path>
                </a:pathLst>
              </a:custGeom>
              <a:solidFill>
                <a:srgbClr val="BEF7BE"/>
              </a:solidFill>
              <a:ln w="5753" cap="sq">
                <a:noFill/>
                <a:prstDash val="solid"/>
                <a:miter/>
              </a:ln>
            </p:spPr>
            <p:txBody>
              <a:bodyPr rtlCol="0" anchor="ctr"/>
              <a:lstStyle/>
              <a:p>
                <a:endParaRPr lang="en-US"/>
              </a:p>
            </p:txBody>
          </p:sp>
          <p:sp>
            <p:nvSpPr>
              <p:cNvPr id="2979" name="Freeform: Shape 2978">
                <a:extLst>
                  <a:ext uri="{FF2B5EF4-FFF2-40B4-BE49-F238E27FC236}">
                    <a16:creationId xmlns:a16="http://schemas.microsoft.com/office/drawing/2014/main" id="{8BCE30BC-F092-6479-410D-4810E4B0DCA5}"/>
                  </a:ext>
                </a:extLst>
              </p:cNvPr>
              <p:cNvSpPr/>
              <p:nvPr/>
            </p:nvSpPr>
            <p:spPr>
              <a:xfrm>
                <a:off x="7925724" y="7877861"/>
                <a:ext cx="41981" cy="41981"/>
              </a:xfrm>
              <a:custGeom>
                <a:avLst/>
                <a:gdLst>
                  <a:gd name="connsiteX0" fmla="*/ 21291 w 41981"/>
                  <a:gd name="connsiteY0" fmla="*/ 4953 h 41981"/>
                  <a:gd name="connsiteX1" fmla="*/ 37482 w 41981"/>
                  <a:gd name="connsiteY1" fmla="*/ 21143 h 41981"/>
                  <a:gd name="connsiteX2" fmla="*/ 37482 w 41981"/>
                  <a:gd name="connsiteY2" fmla="*/ 21143 h 41981"/>
                  <a:gd name="connsiteX3" fmla="*/ 21291 w 41981"/>
                  <a:gd name="connsiteY3" fmla="*/ 37333 h 41981"/>
                  <a:gd name="connsiteX4" fmla="*/ 5101 w 41981"/>
                  <a:gd name="connsiteY4" fmla="*/ 21143 h 41981"/>
                  <a:gd name="connsiteX5" fmla="*/ 21291 w 41981"/>
                  <a:gd name="connsiteY5" fmla="*/ 4953 h 41981"/>
                  <a:gd name="connsiteX6" fmla="*/ 21291 w 41981"/>
                  <a:gd name="connsiteY6" fmla="*/ 152 h 41981"/>
                  <a:gd name="connsiteX7" fmla="*/ 301 w 41981"/>
                  <a:gd name="connsiteY7" fmla="*/ 21143 h 41981"/>
                  <a:gd name="connsiteX8" fmla="*/ 21291 w 41981"/>
                  <a:gd name="connsiteY8" fmla="*/ 42134 h 41981"/>
                  <a:gd name="connsiteX9" fmla="*/ 42282 w 41981"/>
                  <a:gd name="connsiteY9" fmla="*/ 21143 h 41981"/>
                  <a:gd name="connsiteX10" fmla="*/ 42282 w 41981"/>
                  <a:gd name="connsiteY10" fmla="*/ 21143 h 41981"/>
                  <a:gd name="connsiteX11" fmla="*/ 21291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53"/>
                    </a:moveTo>
                    <a:cubicBezTo>
                      <a:pt x="30233" y="4953"/>
                      <a:pt x="37482" y="12201"/>
                      <a:pt x="37482" y="21143"/>
                    </a:cubicBezTo>
                    <a:lnTo>
                      <a:pt x="37482" y="21143"/>
                    </a:lnTo>
                    <a:cubicBezTo>
                      <a:pt x="37482" y="30085"/>
                      <a:pt x="30233" y="37333"/>
                      <a:pt x="21291" y="37333"/>
                    </a:cubicBezTo>
                    <a:cubicBezTo>
                      <a:pt x="12350" y="37333"/>
                      <a:pt x="5101" y="30085"/>
                      <a:pt x="5101" y="21143"/>
                    </a:cubicBezTo>
                    <a:cubicBezTo>
                      <a:pt x="5101" y="12201"/>
                      <a:pt x="12350" y="4953"/>
                      <a:pt x="21291" y="4953"/>
                    </a:cubicBezTo>
                    <a:close/>
                    <a:moveTo>
                      <a:pt x="21291" y="152"/>
                    </a:moveTo>
                    <a:cubicBezTo>
                      <a:pt x="9699" y="152"/>
                      <a:pt x="301" y="9550"/>
                      <a:pt x="301" y="21143"/>
                    </a:cubicBezTo>
                    <a:cubicBezTo>
                      <a:pt x="301" y="32736"/>
                      <a:pt x="9699" y="42134"/>
                      <a:pt x="21291" y="42134"/>
                    </a:cubicBezTo>
                    <a:cubicBezTo>
                      <a:pt x="32884" y="42134"/>
                      <a:pt x="42282" y="32736"/>
                      <a:pt x="42282" y="21143"/>
                    </a:cubicBezTo>
                    <a:lnTo>
                      <a:pt x="42282" y="21143"/>
                    </a:lnTo>
                    <a:cubicBezTo>
                      <a:pt x="42282" y="9550"/>
                      <a:pt x="32884" y="152"/>
                      <a:pt x="21291" y="152"/>
                    </a:cubicBezTo>
                    <a:close/>
                  </a:path>
                </a:pathLst>
              </a:custGeom>
              <a:solidFill>
                <a:srgbClr val="000000"/>
              </a:solidFill>
              <a:ln w="4794" cap="sq">
                <a:noFill/>
                <a:prstDash val="solid"/>
                <a:round/>
              </a:ln>
            </p:spPr>
            <p:txBody>
              <a:bodyPr rtlCol="0" anchor="ctr"/>
              <a:lstStyle/>
              <a:p>
                <a:endParaRPr lang="en-US"/>
              </a:p>
            </p:txBody>
          </p:sp>
          <p:sp>
            <p:nvSpPr>
              <p:cNvPr id="2980" name="Freeform: Shape 2979">
                <a:extLst>
                  <a:ext uri="{FF2B5EF4-FFF2-40B4-BE49-F238E27FC236}">
                    <a16:creationId xmlns:a16="http://schemas.microsoft.com/office/drawing/2014/main" id="{6E367A8A-373D-25B2-7158-76F01F6DA05E}"/>
                  </a:ext>
                </a:extLst>
              </p:cNvPr>
              <p:cNvSpPr/>
              <p:nvPr/>
            </p:nvSpPr>
            <p:spPr>
              <a:xfrm>
                <a:off x="7813275" y="8004499"/>
                <a:ext cx="37180" cy="37180"/>
              </a:xfrm>
              <a:custGeom>
                <a:avLst/>
                <a:gdLst>
                  <a:gd name="connsiteX0" fmla="*/ 37462 w 37180"/>
                  <a:gd name="connsiteY0" fmla="*/ 18764 h 37180"/>
                  <a:gd name="connsiteX1" fmla="*/ 18871 w 37180"/>
                  <a:gd name="connsiteY1" fmla="*/ 37355 h 37180"/>
                  <a:gd name="connsiteX2" fmla="*/ 281 w 37180"/>
                  <a:gd name="connsiteY2" fmla="*/ 18764 h 37180"/>
                  <a:gd name="connsiteX3" fmla="*/ 18871 w 37180"/>
                  <a:gd name="connsiteY3" fmla="*/ 174 h 37180"/>
                  <a:gd name="connsiteX4" fmla="*/ 37462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64"/>
                    </a:moveTo>
                    <a:cubicBezTo>
                      <a:pt x="37462" y="29032"/>
                      <a:pt x="29138" y="37355"/>
                      <a:pt x="18871" y="37355"/>
                    </a:cubicBezTo>
                    <a:cubicBezTo>
                      <a:pt x="8604" y="37355"/>
                      <a:pt x="281" y="29032"/>
                      <a:pt x="281" y="18764"/>
                    </a:cubicBezTo>
                    <a:cubicBezTo>
                      <a:pt x="281" y="8497"/>
                      <a:pt x="8604" y="174"/>
                      <a:pt x="18871" y="174"/>
                    </a:cubicBezTo>
                    <a:cubicBezTo>
                      <a:pt x="29138" y="174"/>
                      <a:pt x="37462" y="8497"/>
                      <a:pt x="37462" y="18764"/>
                    </a:cubicBezTo>
                    <a:close/>
                  </a:path>
                </a:pathLst>
              </a:custGeom>
              <a:solidFill>
                <a:srgbClr val="F7EFEF"/>
              </a:solidFill>
              <a:ln w="5753" cap="sq">
                <a:noFill/>
                <a:prstDash val="solid"/>
                <a:miter/>
              </a:ln>
            </p:spPr>
            <p:txBody>
              <a:bodyPr rtlCol="0" anchor="ctr"/>
              <a:lstStyle/>
              <a:p>
                <a:endParaRPr lang="en-US"/>
              </a:p>
            </p:txBody>
          </p:sp>
          <p:sp>
            <p:nvSpPr>
              <p:cNvPr id="2981" name="Freeform: Shape 2980">
                <a:extLst>
                  <a:ext uri="{FF2B5EF4-FFF2-40B4-BE49-F238E27FC236}">
                    <a16:creationId xmlns:a16="http://schemas.microsoft.com/office/drawing/2014/main" id="{91AA757F-D988-76DD-3506-00371BAC032E}"/>
                  </a:ext>
                </a:extLst>
              </p:cNvPr>
              <p:cNvSpPr/>
              <p:nvPr/>
            </p:nvSpPr>
            <p:spPr>
              <a:xfrm>
                <a:off x="7810875" y="8002099"/>
                <a:ext cx="41981" cy="41981"/>
              </a:xfrm>
              <a:custGeom>
                <a:avLst/>
                <a:gdLst>
                  <a:gd name="connsiteX0" fmla="*/ 21271 w 41981"/>
                  <a:gd name="connsiteY0" fmla="*/ 4974 h 41981"/>
                  <a:gd name="connsiteX1" fmla="*/ 37462 w 41981"/>
                  <a:gd name="connsiteY1" fmla="*/ 21165 h 41981"/>
                  <a:gd name="connsiteX2" fmla="*/ 37462 w 41981"/>
                  <a:gd name="connsiteY2" fmla="*/ 21165 h 41981"/>
                  <a:gd name="connsiteX3" fmla="*/ 21271 w 41981"/>
                  <a:gd name="connsiteY3" fmla="*/ 37355 h 41981"/>
                  <a:gd name="connsiteX4" fmla="*/ 5081 w 41981"/>
                  <a:gd name="connsiteY4" fmla="*/ 21165 h 41981"/>
                  <a:gd name="connsiteX5" fmla="*/ 21271 w 41981"/>
                  <a:gd name="connsiteY5" fmla="*/ 4974 h 41981"/>
                  <a:gd name="connsiteX6" fmla="*/ 21271 w 41981"/>
                  <a:gd name="connsiteY6" fmla="*/ 174 h 41981"/>
                  <a:gd name="connsiteX7" fmla="*/ 281 w 41981"/>
                  <a:gd name="connsiteY7" fmla="*/ 21165 h 41981"/>
                  <a:gd name="connsiteX8" fmla="*/ 21271 w 41981"/>
                  <a:gd name="connsiteY8" fmla="*/ 42155 h 41981"/>
                  <a:gd name="connsiteX9" fmla="*/ 42262 w 41981"/>
                  <a:gd name="connsiteY9" fmla="*/ 21165 h 41981"/>
                  <a:gd name="connsiteX10" fmla="*/ 42262 w 41981"/>
                  <a:gd name="connsiteY10" fmla="*/ 21165 h 41981"/>
                  <a:gd name="connsiteX11" fmla="*/ 21271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4"/>
                    </a:moveTo>
                    <a:cubicBezTo>
                      <a:pt x="30213" y="4974"/>
                      <a:pt x="37462" y="12223"/>
                      <a:pt x="37462" y="21165"/>
                    </a:cubicBezTo>
                    <a:lnTo>
                      <a:pt x="37462" y="21165"/>
                    </a:lnTo>
                    <a:cubicBezTo>
                      <a:pt x="37462" y="30106"/>
                      <a:pt x="30213" y="37355"/>
                      <a:pt x="21271" y="37355"/>
                    </a:cubicBezTo>
                    <a:cubicBezTo>
                      <a:pt x="12330" y="37355"/>
                      <a:pt x="5081" y="30106"/>
                      <a:pt x="5081" y="21165"/>
                    </a:cubicBezTo>
                    <a:cubicBezTo>
                      <a:pt x="5081" y="12223"/>
                      <a:pt x="12330" y="4974"/>
                      <a:pt x="21271" y="4974"/>
                    </a:cubicBezTo>
                    <a:close/>
                    <a:moveTo>
                      <a:pt x="21271" y="174"/>
                    </a:moveTo>
                    <a:cubicBezTo>
                      <a:pt x="9679" y="174"/>
                      <a:pt x="281" y="9572"/>
                      <a:pt x="281" y="21165"/>
                    </a:cubicBezTo>
                    <a:cubicBezTo>
                      <a:pt x="281" y="32757"/>
                      <a:pt x="9679" y="42155"/>
                      <a:pt x="21271" y="42155"/>
                    </a:cubicBezTo>
                    <a:cubicBezTo>
                      <a:pt x="32864" y="42155"/>
                      <a:pt x="42262" y="32757"/>
                      <a:pt x="42262" y="21165"/>
                    </a:cubicBezTo>
                    <a:lnTo>
                      <a:pt x="42262" y="21165"/>
                    </a:lnTo>
                    <a:cubicBezTo>
                      <a:pt x="42262" y="9572"/>
                      <a:pt x="32864" y="174"/>
                      <a:pt x="21271" y="174"/>
                    </a:cubicBezTo>
                    <a:close/>
                  </a:path>
                </a:pathLst>
              </a:custGeom>
              <a:solidFill>
                <a:srgbClr val="000000"/>
              </a:solidFill>
              <a:ln w="4794" cap="sq">
                <a:noFill/>
                <a:prstDash val="solid"/>
                <a:round/>
              </a:ln>
            </p:spPr>
            <p:txBody>
              <a:bodyPr rtlCol="0" anchor="ctr"/>
              <a:lstStyle/>
              <a:p>
                <a:endParaRPr lang="en-US"/>
              </a:p>
            </p:txBody>
          </p:sp>
          <p:sp>
            <p:nvSpPr>
              <p:cNvPr id="2982" name="Freeform: Shape 2981">
                <a:extLst>
                  <a:ext uri="{FF2B5EF4-FFF2-40B4-BE49-F238E27FC236}">
                    <a16:creationId xmlns:a16="http://schemas.microsoft.com/office/drawing/2014/main" id="{4FBC464B-FCEB-8245-8B47-787343CF77F7}"/>
                  </a:ext>
                </a:extLst>
              </p:cNvPr>
              <p:cNvSpPr/>
              <p:nvPr/>
            </p:nvSpPr>
            <p:spPr>
              <a:xfrm>
                <a:off x="7802867" y="7920276"/>
                <a:ext cx="37180" cy="37180"/>
              </a:xfrm>
              <a:custGeom>
                <a:avLst/>
                <a:gdLst>
                  <a:gd name="connsiteX0" fmla="*/ 37460 w 37180"/>
                  <a:gd name="connsiteY0" fmla="*/ 18750 h 37180"/>
                  <a:gd name="connsiteX1" fmla="*/ 18869 w 37180"/>
                  <a:gd name="connsiteY1" fmla="*/ 37340 h 37180"/>
                  <a:gd name="connsiteX2" fmla="*/ 279 w 37180"/>
                  <a:gd name="connsiteY2" fmla="*/ 18750 h 37180"/>
                  <a:gd name="connsiteX3" fmla="*/ 18869 w 37180"/>
                  <a:gd name="connsiteY3" fmla="*/ 159 h 37180"/>
                  <a:gd name="connsiteX4" fmla="*/ 37460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0" y="18750"/>
                    </a:moveTo>
                    <a:cubicBezTo>
                      <a:pt x="37460" y="29017"/>
                      <a:pt x="29137" y="37340"/>
                      <a:pt x="18869" y="37340"/>
                    </a:cubicBezTo>
                    <a:cubicBezTo>
                      <a:pt x="8602" y="37340"/>
                      <a:pt x="279" y="29017"/>
                      <a:pt x="279" y="18750"/>
                    </a:cubicBezTo>
                    <a:cubicBezTo>
                      <a:pt x="279" y="8483"/>
                      <a:pt x="8602" y="159"/>
                      <a:pt x="18869" y="159"/>
                    </a:cubicBezTo>
                    <a:cubicBezTo>
                      <a:pt x="29137" y="159"/>
                      <a:pt x="37460" y="8483"/>
                      <a:pt x="37460" y="18750"/>
                    </a:cubicBezTo>
                    <a:close/>
                  </a:path>
                </a:pathLst>
              </a:custGeom>
              <a:solidFill>
                <a:srgbClr val="F7A500"/>
              </a:solidFill>
              <a:ln w="5753" cap="sq">
                <a:noFill/>
                <a:prstDash val="solid"/>
                <a:miter/>
              </a:ln>
            </p:spPr>
            <p:txBody>
              <a:bodyPr rtlCol="0" anchor="ctr"/>
              <a:lstStyle/>
              <a:p>
                <a:endParaRPr lang="en-US"/>
              </a:p>
            </p:txBody>
          </p:sp>
          <p:sp>
            <p:nvSpPr>
              <p:cNvPr id="2983" name="Freeform: Shape 2982">
                <a:extLst>
                  <a:ext uri="{FF2B5EF4-FFF2-40B4-BE49-F238E27FC236}">
                    <a16:creationId xmlns:a16="http://schemas.microsoft.com/office/drawing/2014/main" id="{40F87AE8-5673-E8E2-3F05-C8640B3D1CC7}"/>
                  </a:ext>
                </a:extLst>
              </p:cNvPr>
              <p:cNvSpPr/>
              <p:nvPr/>
            </p:nvSpPr>
            <p:spPr>
              <a:xfrm>
                <a:off x="7800467" y="7917876"/>
                <a:ext cx="41981" cy="41981"/>
              </a:xfrm>
              <a:custGeom>
                <a:avLst/>
                <a:gdLst>
                  <a:gd name="connsiteX0" fmla="*/ 21270 w 41981"/>
                  <a:gd name="connsiteY0" fmla="*/ 4960 h 41981"/>
                  <a:gd name="connsiteX1" fmla="*/ 37460 w 41981"/>
                  <a:gd name="connsiteY1" fmla="*/ 21150 h 41981"/>
                  <a:gd name="connsiteX2" fmla="*/ 37460 w 41981"/>
                  <a:gd name="connsiteY2" fmla="*/ 21150 h 41981"/>
                  <a:gd name="connsiteX3" fmla="*/ 21270 w 41981"/>
                  <a:gd name="connsiteY3" fmla="*/ 37340 h 41981"/>
                  <a:gd name="connsiteX4" fmla="*/ 5079 w 41981"/>
                  <a:gd name="connsiteY4" fmla="*/ 21150 h 41981"/>
                  <a:gd name="connsiteX5" fmla="*/ 21270 w 41981"/>
                  <a:gd name="connsiteY5" fmla="*/ 4960 h 41981"/>
                  <a:gd name="connsiteX6" fmla="*/ 21270 w 41981"/>
                  <a:gd name="connsiteY6" fmla="*/ 159 h 41981"/>
                  <a:gd name="connsiteX7" fmla="*/ 279 w 41981"/>
                  <a:gd name="connsiteY7" fmla="*/ 21150 h 41981"/>
                  <a:gd name="connsiteX8" fmla="*/ 21270 w 41981"/>
                  <a:gd name="connsiteY8" fmla="*/ 42140 h 41981"/>
                  <a:gd name="connsiteX9" fmla="*/ 42260 w 41981"/>
                  <a:gd name="connsiteY9" fmla="*/ 21150 h 41981"/>
                  <a:gd name="connsiteX10" fmla="*/ 42260 w 41981"/>
                  <a:gd name="connsiteY10" fmla="*/ 21150 h 41981"/>
                  <a:gd name="connsiteX11" fmla="*/ 21270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60"/>
                    </a:moveTo>
                    <a:cubicBezTo>
                      <a:pt x="30211" y="4960"/>
                      <a:pt x="37460" y="12208"/>
                      <a:pt x="37460" y="21150"/>
                    </a:cubicBezTo>
                    <a:lnTo>
                      <a:pt x="37460" y="21150"/>
                    </a:lnTo>
                    <a:cubicBezTo>
                      <a:pt x="37460" y="30092"/>
                      <a:pt x="30211" y="37340"/>
                      <a:pt x="21270" y="37340"/>
                    </a:cubicBezTo>
                    <a:cubicBezTo>
                      <a:pt x="12328" y="37340"/>
                      <a:pt x="5079" y="30092"/>
                      <a:pt x="5079" y="21150"/>
                    </a:cubicBezTo>
                    <a:cubicBezTo>
                      <a:pt x="5079" y="12208"/>
                      <a:pt x="12328" y="4960"/>
                      <a:pt x="21270" y="4960"/>
                    </a:cubicBezTo>
                    <a:close/>
                    <a:moveTo>
                      <a:pt x="21270" y="159"/>
                    </a:moveTo>
                    <a:cubicBezTo>
                      <a:pt x="9677" y="159"/>
                      <a:pt x="279" y="9557"/>
                      <a:pt x="279" y="21150"/>
                    </a:cubicBezTo>
                    <a:cubicBezTo>
                      <a:pt x="279" y="32742"/>
                      <a:pt x="9677" y="42140"/>
                      <a:pt x="21270" y="42140"/>
                    </a:cubicBezTo>
                    <a:cubicBezTo>
                      <a:pt x="32862" y="42140"/>
                      <a:pt x="42260" y="32742"/>
                      <a:pt x="42260" y="21150"/>
                    </a:cubicBezTo>
                    <a:lnTo>
                      <a:pt x="42260" y="21150"/>
                    </a:lnTo>
                    <a:cubicBezTo>
                      <a:pt x="42260" y="9557"/>
                      <a:pt x="32862" y="159"/>
                      <a:pt x="21270" y="159"/>
                    </a:cubicBezTo>
                    <a:close/>
                  </a:path>
                </a:pathLst>
              </a:custGeom>
              <a:solidFill>
                <a:srgbClr val="000000"/>
              </a:solidFill>
              <a:ln w="4794" cap="sq">
                <a:noFill/>
                <a:prstDash val="solid"/>
                <a:round/>
              </a:ln>
            </p:spPr>
            <p:txBody>
              <a:bodyPr rtlCol="0" anchor="ctr"/>
              <a:lstStyle/>
              <a:p>
                <a:endParaRPr lang="en-US"/>
              </a:p>
            </p:txBody>
          </p:sp>
          <p:sp>
            <p:nvSpPr>
              <p:cNvPr id="2984" name="Freeform: Shape 2983">
                <a:extLst>
                  <a:ext uri="{FF2B5EF4-FFF2-40B4-BE49-F238E27FC236}">
                    <a16:creationId xmlns:a16="http://schemas.microsoft.com/office/drawing/2014/main" id="{30138D91-5919-A1DC-6104-05C948B81D6E}"/>
                  </a:ext>
                </a:extLst>
              </p:cNvPr>
              <p:cNvSpPr/>
              <p:nvPr/>
            </p:nvSpPr>
            <p:spPr>
              <a:xfrm>
                <a:off x="7706156" y="7892104"/>
                <a:ext cx="37180" cy="37180"/>
              </a:xfrm>
              <a:custGeom>
                <a:avLst/>
                <a:gdLst>
                  <a:gd name="connsiteX0" fmla="*/ 37443 w 37180"/>
                  <a:gd name="connsiteY0" fmla="*/ 18745 h 37180"/>
                  <a:gd name="connsiteX1" fmla="*/ 18853 w 37180"/>
                  <a:gd name="connsiteY1" fmla="*/ 37335 h 37180"/>
                  <a:gd name="connsiteX2" fmla="*/ 262 w 37180"/>
                  <a:gd name="connsiteY2" fmla="*/ 18745 h 37180"/>
                  <a:gd name="connsiteX3" fmla="*/ 18853 w 37180"/>
                  <a:gd name="connsiteY3" fmla="*/ 154 h 37180"/>
                  <a:gd name="connsiteX4" fmla="*/ 37443 w 37180"/>
                  <a:gd name="connsiteY4" fmla="*/ 1874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45"/>
                    </a:moveTo>
                    <a:cubicBezTo>
                      <a:pt x="37443" y="29012"/>
                      <a:pt x="29120" y="37335"/>
                      <a:pt x="18853" y="37335"/>
                    </a:cubicBezTo>
                    <a:cubicBezTo>
                      <a:pt x="8585" y="37335"/>
                      <a:pt x="262" y="29012"/>
                      <a:pt x="262" y="18745"/>
                    </a:cubicBezTo>
                    <a:cubicBezTo>
                      <a:pt x="262" y="8478"/>
                      <a:pt x="8585" y="154"/>
                      <a:pt x="18853" y="154"/>
                    </a:cubicBezTo>
                    <a:cubicBezTo>
                      <a:pt x="29120" y="154"/>
                      <a:pt x="37443" y="8478"/>
                      <a:pt x="37443" y="18745"/>
                    </a:cubicBezTo>
                    <a:close/>
                  </a:path>
                </a:pathLst>
              </a:custGeom>
              <a:solidFill>
                <a:srgbClr val="F7E5E5"/>
              </a:solidFill>
              <a:ln w="5753" cap="sq">
                <a:noFill/>
                <a:prstDash val="solid"/>
                <a:miter/>
              </a:ln>
            </p:spPr>
            <p:txBody>
              <a:bodyPr rtlCol="0" anchor="ctr"/>
              <a:lstStyle/>
              <a:p>
                <a:endParaRPr lang="en-US"/>
              </a:p>
            </p:txBody>
          </p:sp>
          <p:sp>
            <p:nvSpPr>
              <p:cNvPr id="2985" name="Freeform: Shape 2984">
                <a:extLst>
                  <a:ext uri="{FF2B5EF4-FFF2-40B4-BE49-F238E27FC236}">
                    <a16:creationId xmlns:a16="http://schemas.microsoft.com/office/drawing/2014/main" id="{6ED725AF-BD9E-7725-9A01-9926A59760F4}"/>
                  </a:ext>
                </a:extLst>
              </p:cNvPr>
              <p:cNvSpPr/>
              <p:nvPr/>
            </p:nvSpPr>
            <p:spPr>
              <a:xfrm>
                <a:off x="7703756" y="7889704"/>
                <a:ext cx="41981" cy="41981"/>
              </a:xfrm>
              <a:custGeom>
                <a:avLst/>
                <a:gdLst>
                  <a:gd name="connsiteX0" fmla="*/ 21253 w 41981"/>
                  <a:gd name="connsiteY0" fmla="*/ 4955 h 41981"/>
                  <a:gd name="connsiteX1" fmla="*/ 37443 w 41981"/>
                  <a:gd name="connsiteY1" fmla="*/ 21145 h 41981"/>
                  <a:gd name="connsiteX2" fmla="*/ 37443 w 41981"/>
                  <a:gd name="connsiteY2" fmla="*/ 21145 h 41981"/>
                  <a:gd name="connsiteX3" fmla="*/ 21253 w 41981"/>
                  <a:gd name="connsiteY3" fmla="*/ 37335 h 41981"/>
                  <a:gd name="connsiteX4" fmla="*/ 5063 w 41981"/>
                  <a:gd name="connsiteY4" fmla="*/ 21145 h 41981"/>
                  <a:gd name="connsiteX5" fmla="*/ 21253 w 41981"/>
                  <a:gd name="connsiteY5" fmla="*/ 4955 h 41981"/>
                  <a:gd name="connsiteX6" fmla="*/ 21253 w 41981"/>
                  <a:gd name="connsiteY6" fmla="*/ 154 h 41981"/>
                  <a:gd name="connsiteX7" fmla="*/ 262 w 41981"/>
                  <a:gd name="connsiteY7" fmla="*/ 21145 h 41981"/>
                  <a:gd name="connsiteX8" fmla="*/ 21253 w 41981"/>
                  <a:gd name="connsiteY8" fmla="*/ 42136 h 41981"/>
                  <a:gd name="connsiteX9" fmla="*/ 42243 w 41981"/>
                  <a:gd name="connsiteY9" fmla="*/ 21145 h 41981"/>
                  <a:gd name="connsiteX10" fmla="*/ 42243 w 41981"/>
                  <a:gd name="connsiteY10" fmla="*/ 21145 h 41981"/>
                  <a:gd name="connsiteX11" fmla="*/ 21253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55"/>
                    </a:moveTo>
                    <a:cubicBezTo>
                      <a:pt x="30195" y="4955"/>
                      <a:pt x="37443" y="12203"/>
                      <a:pt x="37443" y="21145"/>
                    </a:cubicBezTo>
                    <a:lnTo>
                      <a:pt x="37443" y="21145"/>
                    </a:lnTo>
                    <a:cubicBezTo>
                      <a:pt x="37443" y="30087"/>
                      <a:pt x="30195" y="37335"/>
                      <a:pt x="21253" y="37335"/>
                    </a:cubicBezTo>
                    <a:cubicBezTo>
                      <a:pt x="12311" y="37335"/>
                      <a:pt x="5063" y="30087"/>
                      <a:pt x="5063" y="21145"/>
                    </a:cubicBezTo>
                    <a:cubicBezTo>
                      <a:pt x="5063" y="12203"/>
                      <a:pt x="12311" y="4955"/>
                      <a:pt x="21253" y="4955"/>
                    </a:cubicBezTo>
                    <a:close/>
                    <a:moveTo>
                      <a:pt x="21253" y="154"/>
                    </a:moveTo>
                    <a:cubicBezTo>
                      <a:pt x="9660" y="154"/>
                      <a:pt x="262" y="9552"/>
                      <a:pt x="262" y="21145"/>
                    </a:cubicBezTo>
                    <a:cubicBezTo>
                      <a:pt x="262" y="32738"/>
                      <a:pt x="9660" y="42136"/>
                      <a:pt x="21253" y="42136"/>
                    </a:cubicBezTo>
                    <a:cubicBezTo>
                      <a:pt x="32845" y="42136"/>
                      <a:pt x="42243" y="32738"/>
                      <a:pt x="42243" y="21145"/>
                    </a:cubicBezTo>
                    <a:lnTo>
                      <a:pt x="42243" y="21145"/>
                    </a:lnTo>
                    <a:cubicBezTo>
                      <a:pt x="42243" y="9552"/>
                      <a:pt x="32845" y="154"/>
                      <a:pt x="21253" y="154"/>
                    </a:cubicBezTo>
                    <a:close/>
                  </a:path>
                </a:pathLst>
              </a:custGeom>
              <a:solidFill>
                <a:srgbClr val="000000"/>
              </a:solidFill>
              <a:ln w="4794" cap="sq">
                <a:noFill/>
                <a:prstDash val="solid"/>
                <a:round/>
              </a:ln>
            </p:spPr>
            <p:txBody>
              <a:bodyPr rtlCol="0" anchor="ctr"/>
              <a:lstStyle/>
              <a:p>
                <a:endParaRPr lang="en-US"/>
              </a:p>
            </p:txBody>
          </p:sp>
          <p:sp>
            <p:nvSpPr>
              <p:cNvPr id="2986" name="Freeform: Shape 2985">
                <a:extLst>
                  <a:ext uri="{FF2B5EF4-FFF2-40B4-BE49-F238E27FC236}">
                    <a16:creationId xmlns:a16="http://schemas.microsoft.com/office/drawing/2014/main" id="{D0BCCB86-54D1-6952-7D77-0ED6490F38FD}"/>
                  </a:ext>
                </a:extLst>
              </p:cNvPr>
              <p:cNvSpPr/>
              <p:nvPr/>
            </p:nvSpPr>
            <p:spPr>
              <a:xfrm>
                <a:off x="7836108" y="7953327"/>
                <a:ext cx="37180" cy="37180"/>
              </a:xfrm>
              <a:custGeom>
                <a:avLst/>
                <a:gdLst>
                  <a:gd name="connsiteX0" fmla="*/ 37466 w 37180"/>
                  <a:gd name="connsiteY0" fmla="*/ 18755 h 37180"/>
                  <a:gd name="connsiteX1" fmla="*/ 18875 w 37180"/>
                  <a:gd name="connsiteY1" fmla="*/ 37346 h 37180"/>
                  <a:gd name="connsiteX2" fmla="*/ 285 w 37180"/>
                  <a:gd name="connsiteY2" fmla="*/ 18755 h 37180"/>
                  <a:gd name="connsiteX3" fmla="*/ 18875 w 37180"/>
                  <a:gd name="connsiteY3" fmla="*/ 165 h 37180"/>
                  <a:gd name="connsiteX4" fmla="*/ 3746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55"/>
                    </a:moveTo>
                    <a:cubicBezTo>
                      <a:pt x="37466" y="29023"/>
                      <a:pt x="29142" y="37346"/>
                      <a:pt x="18875" y="37346"/>
                    </a:cubicBezTo>
                    <a:cubicBezTo>
                      <a:pt x="8608" y="37346"/>
                      <a:pt x="285" y="29023"/>
                      <a:pt x="285" y="18755"/>
                    </a:cubicBezTo>
                    <a:cubicBezTo>
                      <a:pt x="285" y="8488"/>
                      <a:pt x="8608" y="165"/>
                      <a:pt x="18875" y="165"/>
                    </a:cubicBezTo>
                    <a:cubicBezTo>
                      <a:pt x="29142" y="165"/>
                      <a:pt x="37466" y="8488"/>
                      <a:pt x="37466" y="18755"/>
                    </a:cubicBezTo>
                    <a:close/>
                  </a:path>
                </a:pathLst>
              </a:custGeom>
              <a:solidFill>
                <a:srgbClr val="F7EEEE"/>
              </a:solidFill>
              <a:ln w="5753" cap="sq">
                <a:noFill/>
                <a:prstDash val="solid"/>
                <a:miter/>
              </a:ln>
            </p:spPr>
            <p:txBody>
              <a:bodyPr rtlCol="0" anchor="ctr"/>
              <a:lstStyle/>
              <a:p>
                <a:endParaRPr lang="en-US"/>
              </a:p>
            </p:txBody>
          </p:sp>
          <p:sp>
            <p:nvSpPr>
              <p:cNvPr id="2987" name="Freeform: Shape 2986">
                <a:extLst>
                  <a:ext uri="{FF2B5EF4-FFF2-40B4-BE49-F238E27FC236}">
                    <a16:creationId xmlns:a16="http://schemas.microsoft.com/office/drawing/2014/main" id="{D6931AF5-A425-5A4B-7658-B5A108038D16}"/>
                  </a:ext>
                </a:extLst>
              </p:cNvPr>
              <p:cNvSpPr/>
              <p:nvPr/>
            </p:nvSpPr>
            <p:spPr>
              <a:xfrm>
                <a:off x="7833708" y="7950927"/>
                <a:ext cx="41981" cy="41981"/>
              </a:xfrm>
              <a:custGeom>
                <a:avLst/>
                <a:gdLst>
                  <a:gd name="connsiteX0" fmla="*/ 21275 w 41981"/>
                  <a:gd name="connsiteY0" fmla="*/ 4965 h 41981"/>
                  <a:gd name="connsiteX1" fmla="*/ 37466 w 41981"/>
                  <a:gd name="connsiteY1" fmla="*/ 21156 h 41981"/>
                  <a:gd name="connsiteX2" fmla="*/ 37466 w 41981"/>
                  <a:gd name="connsiteY2" fmla="*/ 21156 h 41981"/>
                  <a:gd name="connsiteX3" fmla="*/ 21275 w 41981"/>
                  <a:gd name="connsiteY3" fmla="*/ 37346 h 41981"/>
                  <a:gd name="connsiteX4" fmla="*/ 5085 w 41981"/>
                  <a:gd name="connsiteY4" fmla="*/ 21156 h 41981"/>
                  <a:gd name="connsiteX5" fmla="*/ 21275 w 41981"/>
                  <a:gd name="connsiteY5" fmla="*/ 4965 h 41981"/>
                  <a:gd name="connsiteX6" fmla="*/ 21275 w 41981"/>
                  <a:gd name="connsiteY6" fmla="*/ 165 h 41981"/>
                  <a:gd name="connsiteX7" fmla="*/ 285 w 41981"/>
                  <a:gd name="connsiteY7" fmla="*/ 21156 h 41981"/>
                  <a:gd name="connsiteX8" fmla="*/ 21275 w 41981"/>
                  <a:gd name="connsiteY8" fmla="*/ 42146 h 41981"/>
                  <a:gd name="connsiteX9" fmla="*/ 42266 w 41981"/>
                  <a:gd name="connsiteY9" fmla="*/ 21156 h 41981"/>
                  <a:gd name="connsiteX10" fmla="*/ 42266 w 41981"/>
                  <a:gd name="connsiteY10" fmla="*/ 21156 h 41981"/>
                  <a:gd name="connsiteX11" fmla="*/ 2127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5" y="4965"/>
                    </a:moveTo>
                    <a:cubicBezTo>
                      <a:pt x="30217" y="4965"/>
                      <a:pt x="37466" y="12214"/>
                      <a:pt x="37466" y="21156"/>
                    </a:cubicBezTo>
                    <a:lnTo>
                      <a:pt x="37466" y="21156"/>
                    </a:lnTo>
                    <a:cubicBezTo>
                      <a:pt x="37466" y="30097"/>
                      <a:pt x="30217" y="37346"/>
                      <a:pt x="21275" y="37346"/>
                    </a:cubicBezTo>
                    <a:cubicBezTo>
                      <a:pt x="12334" y="37346"/>
                      <a:pt x="5085" y="30097"/>
                      <a:pt x="5085" y="21156"/>
                    </a:cubicBezTo>
                    <a:cubicBezTo>
                      <a:pt x="5085" y="12214"/>
                      <a:pt x="12334" y="4965"/>
                      <a:pt x="21275" y="4965"/>
                    </a:cubicBezTo>
                    <a:close/>
                    <a:moveTo>
                      <a:pt x="21275" y="165"/>
                    </a:moveTo>
                    <a:cubicBezTo>
                      <a:pt x="9683" y="165"/>
                      <a:pt x="285" y="9563"/>
                      <a:pt x="285" y="21156"/>
                    </a:cubicBezTo>
                    <a:cubicBezTo>
                      <a:pt x="285" y="32748"/>
                      <a:pt x="9683" y="42146"/>
                      <a:pt x="21275" y="42146"/>
                    </a:cubicBezTo>
                    <a:cubicBezTo>
                      <a:pt x="32868" y="42146"/>
                      <a:pt x="42266" y="32748"/>
                      <a:pt x="42266" y="21156"/>
                    </a:cubicBezTo>
                    <a:lnTo>
                      <a:pt x="42266" y="21156"/>
                    </a:lnTo>
                    <a:cubicBezTo>
                      <a:pt x="42266" y="9563"/>
                      <a:pt x="32868" y="165"/>
                      <a:pt x="21275" y="165"/>
                    </a:cubicBezTo>
                    <a:close/>
                  </a:path>
                </a:pathLst>
              </a:custGeom>
              <a:solidFill>
                <a:srgbClr val="000000"/>
              </a:solidFill>
              <a:ln w="4794" cap="sq">
                <a:noFill/>
                <a:prstDash val="solid"/>
                <a:round/>
              </a:ln>
            </p:spPr>
            <p:txBody>
              <a:bodyPr rtlCol="0" anchor="ctr"/>
              <a:lstStyle/>
              <a:p>
                <a:endParaRPr lang="en-US"/>
              </a:p>
            </p:txBody>
          </p:sp>
          <p:sp>
            <p:nvSpPr>
              <p:cNvPr id="2988" name="Freeform: Shape 2987">
                <a:extLst>
                  <a:ext uri="{FF2B5EF4-FFF2-40B4-BE49-F238E27FC236}">
                    <a16:creationId xmlns:a16="http://schemas.microsoft.com/office/drawing/2014/main" id="{12F7B9CA-E2DE-2C02-A211-68F8A1A2118C}"/>
                  </a:ext>
                </a:extLst>
              </p:cNvPr>
              <p:cNvSpPr/>
              <p:nvPr/>
            </p:nvSpPr>
            <p:spPr>
              <a:xfrm>
                <a:off x="7897342" y="7777872"/>
                <a:ext cx="37180" cy="37180"/>
              </a:xfrm>
              <a:custGeom>
                <a:avLst/>
                <a:gdLst>
                  <a:gd name="connsiteX0" fmla="*/ 37476 w 37180"/>
                  <a:gd name="connsiteY0" fmla="*/ 18725 h 37180"/>
                  <a:gd name="connsiteX1" fmla="*/ 18886 w 37180"/>
                  <a:gd name="connsiteY1" fmla="*/ 37315 h 37180"/>
                  <a:gd name="connsiteX2" fmla="*/ 295 w 37180"/>
                  <a:gd name="connsiteY2" fmla="*/ 18725 h 37180"/>
                  <a:gd name="connsiteX3" fmla="*/ 18886 w 37180"/>
                  <a:gd name="connsiteY3" fmla="*/ 135 h 37180"/>
                  <a:gd name="connsiteX4" fmla="*/ 37476 w 37180"/>
                  <a:gd name="connsiteY4" fmla="*/ 1872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25"/>
                    </a:moveTo>
                    <a:cubicBezTo>
                      <a:pt x="37476" y="28992"/>
                      <a:pt x="29153" y="37315"/>
                      <a:pt x="18886" y="37315"/>
                    </a:cubicBezTo>
                    <a:cubicBezTo>
                      <a:pt x="8619" y="37315"/>
                      <a:pt x="295" y="28992"/>
                      <a:pt x="295" y="18725"/>
                    </a:cubicBezTo>
                    <a:cubicBezTo>
                      <a:pt x="295" y="8458"/>
                      <a:pt x="8619" y="135"/>
                      <a:pt x="18886" y="135"/>
                    </a:cubicBezTo>
                    <a:cubicBezTo>
                      <a:pt x="29153" y="135"/>
                      <a:pt x="37476" y="8458"/>
                      <a:pt x="37476" y="18725"/>
                    </a:cubicBezTo>
                    <a:close/>
                  </a:path>
                </a:pathLst>
              </a:custGeom>
              <a:solidFill>
                <a:srgbClr val="D7F7D7"/>
              </a:solidFill>
              <a:ln w="5753" cap="sq">
                <a:noFill/>
                <a:prstDash val="solid"/>
                <a:miter/>
              </a:ln>
            </p:spPr>
            <p:txBody>
              <a:bodyPr rtlCol="0" anchor="ctr"/>
              <a:lstStyle/>
              <a:p>
                <a:endParaRPr lang="en-US"/>
              </a:p>
            </p:txBody>
          </p:sp>
          <p:sp>
            <p:nvSpPr>
              <p:cNvPr id="2989" name="Freeform: Shape 2988">
                <a:extLst>
                  <a:ext uri="{FF2B5EF4-FFF2-40B4-BE49-F238E27FC236}">
                    <a16:creationId xmlns:a16="http://schemas.microsoft.com/office/drawing/2014/main" id="{A30E79BD-F74D-9373-B1B3-C422A3C39595}"/>
                  </a:ext>
                </a:extLst>
              </p:cNvPr>
              <p:cNvSpPr/>
              <p:nvPr/>
            </p:nvSpPr>
            <p:spPr>
              <a:xfrm>
                <a:off x="7894942" y="7775472"/>
                <a:ext cx="41981" cy="41981"/>
              </a:xfrm>
              <a:custGeom>
                <a:avLst/>
                <a:gdLst>
                  <a:gd name="connsiteX0" fmla="*/ 21286 w 41981"/>
                  <a:gd name="connsiteY0" fmla="*/ 4935 h 41981"/>
                  <a:gd name="connsiteX1" fmla="*/ 37476 w 41981"/>
                  <a:gd name="connsiteY1" fmla="*/ 21125 h 41981"/>
                  <a:gd name="connsiteX2" fmla="*/ 37476 w 41981"/>
                  <a:gd name="connsiteY2" fmla="*/ 21125 h 41981"/>
                  <a:gd name="connsiteX3" fmla="*/ 21286 w 41981"/>
                  <a:gd name="connsiteY3" fmla="*/ 37315 h 41981"/>
                  <a:gd name="connsiteX4" fmla="*/ 5096 w 41981"/>
                  <a:gd name="connsiteY4" fmla="*/ 21125 h 41981"/>
                  <a:gd name="connsiteX5" fmla="*/ 21286 w 41981"/>
                  <a:gd name="connsiteY5" fmla="*/ 4935 h 41981"/>
                  <a:gd name="connsiteX6" fmla="*/ 21286 w 41981"/>
                  <a:gd name="connsiteY6" fmla="*/ 135 h 41981"/>
                  <a:gd name="connsiteX7" fmla="*/ 295 w 41981"/>
                  <a:gd name="connsiteY7" fmla="*/ 21125 h 41981"/>
                  <a:gd name="connsiteX8" fmla="*/ 21286 w 41981"/>
                  <a:gd name="connsiteY8" fmla="*/ 42116 h 41981"/>
                  <a:gd name="connsiteX9" fmla="*/ 42277 w 41981"/>
                  <a:gd name="connsiteY9" fmla="*/ 21125 h 41981"/>
                  <a:gd name="connsiteX10" fmla="*/ 42277 w 41981"/>
                  <a:gd name="connsiteY10" fmla="*/ 21125 h 41981"/>
                  <a:gd name="connsiteX11" fmla="*/ 21286 w 41981"/>
                  <a:gd name="connsiteY11" fmla="*/ 13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35"/>
                    </a:moveTo>
                    <a:cubicBezTo>
                      <a:pt x="30228" y="4935"/>
                      <a:pt x="37476" y="12183"/>
                      <a:pt x="37476" y="21125"/>
                    </a:cubicBezTo>
                    <a:lnTo>
                      <a:pt x="37476" y="21125"/>
                    </a:lnTo>
                    <a:cubicBezTo>
                      <a:pt x="37476" y="30067"/>
                      <a:pt x="30228" y="37315"/>
                      <a:pt x="21286" y="37315"/>
                    </a:cubicBezTo>
                    <a:cubicBezTo>
                      <a:pt x="12344" y="37315"/>
                      <a:pt x="5096" y="30067"/>
                      <a:pt x="5096" y="21125"/>
                    </a:cubicBezTo>
                    <a:cubicBezTo>
                      <a:pt x="5096" y="12183"/>
                      <a:pt x="12344" y="4935"/>
                      <a:pt x="21286" y="4935"/>
                    </a:cubicBezTo>
                    <a:close/>
                    <a:moveTo>
                      <a:pt x="21286" y="135"/>
                    </a:moveTo>
                    <a:cubicBezTo>
                      <a:pt x="9693" y="135"/>
                      <a:pt x="295" y="9533"/>
                      <a:pt x="295" y="21125"/>
                    </a:cubicBezTo>
                    <a:cubicBezTo>
                      <a:pt x="295" y="32718"/>
                      <a:pt x="9693" y="42116"/>
                      <a:pt x="21286" y="42116"/>
                    </a:cubicBezTo>
                    <a:cubicBezTo>
                      <a:pt x="32879" y="42116"/>
                      <a:pt x="42277" y="32718"/>
                      <a:pt x="42277" y="21125"/>
                    </a:cubicBezTo>
                    <a:lnTo>
                      <a:pt x="42277" y="21125"/>
                    </a:lnTo>
                    <a:cubicBezTo>
                      <a:pt x="42277" y="9533"/>
                      <a:pt x="32879" y="135"/>
                      <a:pt x="21286" y="135"/>
                    </a:cubicBezTo>
                    <a:close/>
                  </a:path>
                </a:pathLst>
              </a:custGeom>
              <a:solidFill>
                <a:srgbClr val="000000"/>
              </a:solidFill>
              <a:ln w="4794" cap="sq">
                <a:noFill/>
                <a:prstDash val="solid"/>
                <a:round/>
              </a:ln>
            </p:spPr>
            <p:txBody>
              <a:bodyPr rtlCol="0" anchor="ctr"/>
              <a:lstStyle/>
              <a:p>
                <a:endParaRPr lang="en-US"/>
              </a:p>
            </p:txBody>
          </p:sp>
          <p:sp>
            <p:nvSpPr>
              <p:cNvPr id="2990" name="Freeform: Shape 2989">
                <a:extLst>
                  <a:ext uri="{FF2B5EF4-FFF2-40B4-BE49-F238E27FC236}">
                    <a16:creationId xmlns:a16="http://schemas.microsoft.com/office/drawing/2014/main" id="{FDF13EDC-58B7-A32C-C0A9-337D8ECEF546}"/>
                  </a:ext>
                </a:extLst>
              </p:cNvPr>
              <p:cNvSpPr/>
              <p:nvPr/>
            </p:nvSpPr>
            <p:spPr>
              <a:xfrm>
                <a:off x="7671326" y="8086038"/>
                <a:ext cx="37180" cy="37180"/>
              </a:xfrm>
              <a:custGeom>
                <a:avLst/>
                <a:gdLst>
                  <a:gd name="connsiteX0" fmla="*/ 37437 w 37180"/>
                  <a:gd name="connsiteY0" fmla="*/ 18778 h 37180"/>
                  <a:gd name="connsiteX1" fmla="*/ 18847 w 37180"/>
                  <a:gd name="connsiteY1" fmla="*/ 37369 h 37180"/>
                  <a:gd name="connsiteX2" fmla="*/ 256 w 37180"/>
                  <a:gd name="connsiteY2" fmla="*/ 18778 h 37180"/>
                  <a:gd name="connsiteX3" fmla="*/ 18847 w 37180"/>
                  <a:gd name="connsiteY3" fmla="*/ 188 h 37180"/>
                  <a:gd name="connsiteX4" fmla="*/ 37437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78"/>
                    </a:moveTo>
                    <a:cubicBezTo>
                      <a:pt x="37437" y="29046"/>
                      <a:pt x="29114" y="37369"/>
                      <a:pt x="18847" y="37369"/>
                    </a:cubicBezTo>
                    <a:cubicBezTo>
                      <a:pt x="8579" y="37369"/>
                      <a:pt x="256" y="29046"/>
                      <a:pt x="256" y="18778"/>
                    </a:cubicBezTo>
                    <a:cubicBezTo>
                      <a:pt x="256" y="8511"/>
                      <a:pt x="8579" y="188"/>
                      <a:pt x="18847" y="188"/>
                    </a:cubicBezTo>
                    <a:cubicBezTo>
                      <a:pt x="29114" y="188"/>
                      <a:pt x="37437" y="8511"/>
                      <a:pt x="37437" y="18778"/>
                    </a:cubicBezTo>
                    <a:close/>
                  </a:path>
                </a:pathLst>
              </a:custGeom>
              <a:solidFill>
                <a:srgbClr val="F7A55E"/>
              </a:solidFill>
              <a:ln w="5753" cap="sq">
                <a:noFill/>
                <a:prstDash val="solid"/>
                <a:miter/>
              </a:ln>
            </p:spPr>
            <p:txBody>
              <a:bodyPr rtlCol="0" anchor="ctr"/>
              <a:lstStyle/>
              <a:p>
                <a:endParaRPr lang="en-US"/>
              </a:p>
            </p:txBody>
          </p:sp>
          <p:sp>
            <p:nvSpPr>
              <p:cNvPr id="2991" name="Freeform: Shape 2990">
                <a:extLst>
                  <a:ext uri="{FF2B5EF4-FFF2-40B4-BE49-F238E27FC236}">
                    <a16:creationId xmlns:a16="http://schemas.microsoft.com/office/drawing/2014/main" id="{49E3F875-7ED2-2B1B-9E54-462B158FABB9}"/>
                  </a:ext>
                </a:extLst>
              </p:cNvPr>
              <p:cNvSpPr/>
              <p:nvPr/>
            </p:nvSpPr>
            <p:spPr>
              <a:xfrm>
                <a:off x="7668925" y="8083637"/>
                <a:ext cx="41981" cy="41981"/>
              </a:xfrm>
              <a:custGeom>
                <a:avLst/>
                <a:gdLst>
                  <a:gd name="connsiteX0" fmla="*/ 21247 w 41981"/>
                  <a:gd name="connsiteY0" fmla="*/ 4988 h 41981"/>
                  <a:gd name="connsiteX1" fmla="*/ 37437 w 41981"/>
                  <a:gd name="connsiteY1" fmla="*/ 21179 h 41981"/>
                  <a:gd name="connsiteX2" fmla="*/ 37437 w 41981"/>
                  <a:gd name="connsiteY2" fmla="*/ 21179 h 41981"/>
                  <a:gd name="connsiteX3" fmla="*/ 21247 w 41981"/>
                  <a:gd name="connsiteY3" fmla="*/ 37369 h 41981"/>
                  <a:gd name="connsiteX4" fmla="*/ 5057 w 41981"/>
                  <a:gd name="connsiteY4" fmla="*/ 21179 h 41981"/>
                  <a:gd name="connsiteX5" fmla="*/ 21247 w 41981"/>
                  <a:gd name="connsiteY5" fmla="*/ 4988 h 41981"/>
                  <a:gd name="connsiteX6" fmla="*/ 21247 w 41981"/>
                  <a:gd name="connsiteY6" fmla="*/ 188 h 41981"/>
                  <a:gd name="connsiteX7" fmla="*/ 256 w 41981"/>
                  <a:gd name="connsiteY7" fmla="*/ 21179 h 41981"/>
                  <a:gd name="connsiteX8" fmla="*/ 21247 w 41981"/>
                  <a:gd name="connsiteY8" fmla="*/ 42169 h 41981"/>
                  <a:gd name="connsiteX9" fmla="*/ 42237 w 41981"/>
                  <a:gd name="connsiteY9" fmla="*/ 21179 h 41981"/>
                  <a:gd name="connsiteX10" fmla="*/ 42237 w 41981"/>
                  <a:gd name="connsiteY10" fmla="*/ 21179 h 41981"/>
                  <a:gd name="connsiteX11" fmla="*/ 21247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88"/>
                    </a:moveTo>
                    <a:cubicBezTo>
                      <a:pt x="30189" y="4988"/>
                      <a:pt x="37437" y="12237"/>
                      <a:pt x="37437" y="21179"/>
                    </a:cubicBezTo>
                    <a:lnTo>
                      <a:pt x="37437" y="21179"/>
                    </a:lnTo>
                    <a:cubicBezTo>
                      <a:pt x="37437" y="30120"/>
                      <a:pt x="30189" y="37369"/>
                      <a:pt x="21247" y="37369"/>
                    </a:cubicBezTo>
                    <a:cubicBezTo>
                      <a:pt x="12305" y="37369"/>
                      <a:pt x="5057" y="30120"/>
                      <a:pt x="5057" y="21179"/>
                    </a:cubicBezTo>
                    <a:cubicBezTo>
                      <a:pt x="5057" y="12237"/>
                      <a:pt x="12305" y="4988"/>
                      <a:pt x="21247" y="4988"/>
                    </a:cubicBezTo>
                    <a:close/>
                    <a:moveTo>
                      <a:pt x="21247" y="188"/>
                    </a:moveTo>
                    <a:cubicBezTo>
                      <a:pt x="9654" y="188"/>
                      <a:pt x="256" y="9586"/>
                      <a:pt x="256" y="21179"/>
                    </a:cubicBezTo>
                    <a:cubicBezTo>
                      <a:pt x="256" y="32771"/>
                      <a:pt x="9654" y="42169"/>
                      <a:pt x="21247" y="42169"/>
                    </a:cubicBezTo>
                    <a:cubicBezTo>
                      <a:pt x="32839" y="42169"/>
                      <a:pt x="42237" y="32771"/>
                      <a:pt x="42237" y="21179"/>
                    </a:cubicBezTo>
                    <a:lnTo>
                      <a:pt x="42237" y="21179"/>
                    </a:lnTo>
                    <a:cubicBezTo>
                      <a:pt x="42237" y="9586"/>
                      <a:pt x="32839" y="188"/>
                      <a:pt x="21247" y="188"/>
                    </a:cubicBezTo>
                    <a:close/>
                  </a:path>
                </a:pathLst>
              </a:custGeom>
              <a:solidFill>
                <a:srgbClr val="000000"/>
              </a:solidFill>
              <a:ln w="4794" cap="sq">
                <a:noFill/>
                <a:prstDash val="solid"/>
                <a:round/>
              </a:ln>
            </p:spPr>
            <p:txBody>
              <a:bodyPr rtlCol="0" anchor="ctr"/>
              <a:lstStyle/>
              <a:p>
                <a:endParaRPr lang="en-US"/>
              </a:p>
            </p:txBody>
          </p:sp>
          <p:sp>
            <p:nvSpPr>
              <p:cNvPr id="2992" name="Freeform: Shape 2991">
                <a:extLst>
                  <a:ext uri="{FF2B5EF4-FFF2-40B4-BE49-F238E27FC236}">
                    <a16:creationId xmlns:a16="http://schemas.microsoft.com/office/drawing/2014/main" id="{F56FD878-5B6E-4003-27A7-8BAA11C583C0}"/>
                  </a:ext>
                </a:extLst>
              </p:cNvPr>
              <p:cNvSpPr/>
              <p:nvPr/>
            </p:nvSpPr>
            <p:spPr>
              <a:xfrm>
                <a:off x="7773641" y="7901234"/>
                <a:ext cx="37180" cy="37180"/>
              </a:xfrm>
              <a:custGeom>
                <a:avLst/>
                <a:gdLst>
                  <a:gd name="connsiteX0" fmla="*/ 37455 w 37180"/>
                  <a:gd name="connsiteY0" fmla="*/ 18746 h 37180"/>
                  <a:gd name="connsiteX1" fmla="*/ 18864 w 37180"/>
                  <a:gd name="connsiteY1" fmla="*/ 37337 h 37180"/>
                  <a:gd name="connsiteX2" fmla="*/ 274 w 37180"/>
                  <a:gd name="connsiteY2" fmla="*/ 18746 h 37180"/>
                  <a:gd name="connsiteX3" fmla="*/ 18864 w 37180"/>
                  <a:gd name="connsiteY3" fmla="*/ 156 h 37180"/>
                  <a:gd name="connsiteX4" fmla="*/ 37455 w 37180"/>
                  <a:gd name="connsiteY4" fmla="*/ 1874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46"/>
                    </a:moveTo>
                    <a:cubicBezTo>
                      <a:pt x="37455" y="29014"/>
                      <a:pt x="29132" y="37337"/>
                      <a:pt x="18864" y="37337"/>
                    </a:cubicBezTo>
                    <a:cubicBezTo>
                      <a:pt x="8597" y="37337"/>
                      <a:pt x="274" y="29014"/>
                      <a:pt x="274" y="18746"/>
                    </a:cubicBezTo>
                    <a:cubicBezTo>
                      <a:pt x="274" y="8479"/>
                      <a:pt x="8597" y="156"/>
                      <a:pt x="18864" y="156"/>
                    </a:cubicBezTo>
                    <a:cubicBezTo>
                      <a:pt x="29132" y="156"/>
                      <a:pt x="37455" y="8479"/>
                      <a:pt x="37455" y="18746"/>
                    </a:cubicBezTo>
                    <a:close/>
                  </a:path>
                </a:pathLst>
              </a:custGeom>
              <a:solidFill>
                <a:srgbClr val="F7E9E9"/>
              </a:solidFill>
              <a:ln w="5753" cap="sq">
                <a:noFill/>
                <a:prstDash val="solid"/>
                <a:miter/>
              </a:ln>
            </p:spPr>
            <p:txBody>
              <a:bodyPr rtlCol="0" anchor="ctr"/>
              <a:lstStyle/>
              <a:p>
                <a:endParaRPr lang="en-US"/>
              </a:p>
            </p:txBody>
          </p:sp>
          <p:sp>
            <p:nvSpPr>
              <p:cNvPr id="2993" name="Freeform: Shape 2992">
                <a:extLst>
                  <a:ext uri="{FF2B5EF4-FFF2-40B4-BE49-F238E27FC236}">
                    <a16:creationId xmlns:a16="http://schemas.microsoft.com/office/drawing/2014/main" id="{31964EEC-1F67-88E6-D710-ED3C26C608AD}"/>
                  </a:ext>
                </a:extLst>
              </p:cNvPr>
              <p:cNvSpPr/>
              <p:nvPr/>
            </p:nvSpPr>
            <p:spPr>
              <a:xfrm>
                <a:off x="7771240" y="7898834"/>
                <a:ext cx="41981" cy="41981"/>
              </a:xfrm>
              <a:custGeom>
                <a:avLst/>
                <a:gdLst>
                  <a:gd name="connsiteX0" fmla="*/ 21265 w 41981"/>
                  <a:gd name="connsiteY0" fmla="*/ 4956 h 41981"/>
                  <a:gd name="connsiteX1" fmla="*/ 37455 w 41981"/>
                  <a:gd name="connsiteY1" fmla="*/ 21147 h 41981"/>
                  <a:gd name="connsiteX2" fmla="*/ 37455 w 41981"/>
                  <a:gd name="connsiteY2" fmla="*/ 21147 h 41981"/>
                  <a:gd name="connsiteX3" fmla="*/ 21265 w 41981"/>
                  <a:gd name="connsiteY3" fmla="*/ 37337 h 41981"/>
                  <a:gd name="connsiteX4" fmla="*/ 5074 w 41981"/>
                  <a:gd name="connsiteY4" fmla="*/ 21147 h 41981"/>
                  <a:gd name="connsiteX5" fmla="*/ 21265 w 41981"/>
                  <a:gd name="connsiteY5" fmla="*/ 4956 h 41981"/>
                  <a:gd name="connsiteX6" fmla="*/ 21265 w 41981"/>
                  <a:gd name="connsiteY6" fmla="*/ 156 h 41981"/>
                  <a:gd name="connsiteX7" fmla="*/ 274 w 41981"/>
                  <a:gd name="connsiteY7" fmla="*/ 21147 h 41981"/>
                  <a:gd name="connsiteX8" fmla="*/ 21265 w 41981"/>
                  <a:gd name="connsiteY8" fmla="*/ 42137 h 41981"/>
                  <a:gd name="connsiteX9" fmla="*/ 42255 w 41981"/>
                  <a:gd name="connsiteY9" fmla="*/ 21147 h 41981"/>
                  <a:gd name="connsiteX10" fmla="*/ 42255 w 41981"/>
                  <a:gd name="connsiteY10" fmla="*/ 21147 h 41981"/>
                  <a:gd name="connsiteX11" fmla="*/ 21265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5" y="4956"/>
                    </a:moveTo>
                    <a:cubicBezTo>
                      <a:pt x="30206" y="4956"/>
                      <a:pt x="37455" y="12205"/>
                      <a:pt x="37455" y="21147"/>
                    </a:cubicBezTo>
                    <a:lnTo>
                      <a:pt x="37455" y="21147"/>
                    </a:lnTo>
                    <a:cubicBezTo>
                      <a:pt x="37455" y="30088"/>
                      <a:pt x="30206" y="37337"/>
                      <a:pt x="21265" y="37337"/>
                    </a:cubicBezTo>
                    <a:cubicBezTo>
                      <a:pt x="12323" y="37337"/>
                      <a:pt x="5074" y="30088"/>
                      <a:pt x="5074" y="21147"/>
                    </a:cubicBezTo>
                    <a:cubicBezTo>
                      <a:pt x="5074" y="12205"/>
                      <a:pt x="12323" y="4956"/>
                      <a:pt x="21265" y="4956"/>
                    </a:cubicBezTo>
                    <a:close/>
                    <a:moveTo>
                      <a:pt x="21265" y="156"/>
                    </a:moveTo>
                    <a:cubicBezTo>
                      <a:pt x="9672" y="156"/>
                      <a:pt x="274" y="9554"/>
                      <a:pt x="274" y="21147"/>
                    </a:cubicBezTo>
                    <a:cubicBezTo>
                      <a:pt x="274" y="32739"/>
                      <a:pt x="9672" y="42137"/>
                      <a:pt x="21265" y="42137"/>
                    </a:cubicBezTo>
                    <a:cubicBezTo>
                      <a:pt x="32857" y="42137"/>
                      <a:pt x="42255" y="32739"/>
                      <a:pt x="42255" y="21147"/>
                    </a:cubicBezTo>
                    <a:lnTo>
                      <a:pt x="42255" y="21147"/>
                    </a:lnTo>
                    <a:cubicBezTo>
                      <a:pt x="42255" y="9554"/>
                      <a:pt x="32857" y="156"/>
                      <a:pt x="21265" y="156"/>
                    </a:cubicBezTo>
                    <a:close/>
                  </a:path>
                </a:pathLst>
              </a:custGeom>
              <a:solidFill>
                <a:srgbClr val="000000"/>
              </a:solidFill>
              <a:ln w="4794" cap="sq">
                <a:noFill/>
                <a:prstDash val="solid"/>
                <a:round/>
              </a:ln>
            </p:spPr>
            <p:txBody>
              <a:bodyPr rtlCol="0" anchor="ctr"/>
              <a:lstStyle/>
              <a:p>
                <a:endParaRPr lang="en-US"/>
              </a:p>
            </p:txBody>
          </p:sp>
          <p:sp>
            <p:nvSpPr>
              <p:cNvPr id="2994" name="Freeform: Shape 2993">
                <a:extLst>
                  <a:ext uri="{FF2B5EF4-FFF2-40B4-BE49-F238E27FC236}">
                    <a16:creationId xmlns:a16="http://schemas.microsoft.com/office/drawing/2014/main" id="{3816BBBB-6CEB-21CF-365A-F8AA2F8627F7}"/>
                  </a:ext>
                </a:extLst>
              </p:cNvPr>
              <p:cNvSpPr/>
              <p:nvPr/>
            </p:nvSpPr>
            <p:spPr>
              <a:xfrm>
                <a:off x="7598727" y="7698096"/>
                <a:ext cx="37180" cy="37180"/>
              </a:xfrm>
              <a:custGeom>
                <a:avLst/>
                <a:gdLst>
                  <a:gd name="connsiteX0" fmla="*/ 37424 w 37180"/>
                  <a:gd name="connsiteY0" fmla="*/ 18711 h 37180"/>
                  <a:gd name="connsiteX1" fmla="*/ 18834 w 37180"/>
                  <a:gd name="connsiteY1" fmla="*/ 37302 h 37180"/>
                  <a:gd name="connsiteX2" fmla="*/ 244 w 37180"/>
                  <a:gd name="connsiteY2" fmla="*/ 18711 h 37180"/>
                  <a:gd name="connsiteX3" fmla="*/ 18834 w 37180"/>
                  <a:gd name="connsiteY3" fmla="*/ 121 h 37180"/>
                  <a:gd name="connsiteX4" fmla="*/ 37424 w 37180"/>
                  <a:gd name="connsiteY4" fmla="*/ 1871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11"/>
                    </a:moveTo>
                    <a:cubicBezTo>
                      <a:pt x="37424" y="28978"/>
                      <a:pt x="29101" y="37302"/>
                      <a:pt x="18834" y="37302"/>
                    </a:cubicBezTo>
                    <a:cubicBezTo>
                      <a:pt x="8567" y="37302"/>
                      <a:pt x="244" y="28978"/>
                      <a:pt x="244" y="18711"/>
                    </a:cubicBezTo>
                    <a:cubicBezTo>
                      <a:pt x="244" y="8444"/>
                      <a:pt x="8567" y="121"/>
                      <a:pt x="18834" y="121"/>
                    </a:cubicBezTo>
                    <a:cubicBezTo>
                      <a:pt x="29101" y="121"/>
                      <a:pt x="37424" y="8444"/>
                      <a:pt x="37424" y="18711"/>
                    </a:cubicBezTo>
                    <a:close/>
                  </a:path>
                </a:pathLst>
              </a:custGeom>
              <a:solidFill>
                <a:srgbClr val="60F760"/>
              </a:solidFill>
              <a:ln w="5753" cap="sq">
                <a:noFill/>
                <a:prstDash val="solid"/>
                <a:miter/>
              </a:ln>
            </p:spPr>
            <p:txBody>
              <a:bodyPr rtlCol="0" anchor="ctr"/>
              <a:lstStyle/>
              <a:p>
                <a:endParaRPr lang="en-US"/>
              </a:p>
            </p:txBody>
          </p:sp>
          <p:sp>
            <p:nvSpPr>
              <p:cNvPr id="2995" name="Freeform: Shape 2994">
                <a:extLst>
                  <a:ext uri="{FF2B5EF4-FFF2-40B4-BE49-F238E27FC236}">
                    <a16:creationId xmlns:a16="http://schemas.microsoft.com/office/drawing/2014/main" id="{E90634CB-9894-0061-A711-588D0C959566}"/>
                  </a:ext>
                </a:extLst>
              </p:cNvPr>
              <p:cNvSpPr/>
              <p:nvPr/>
            </p:nvSpPr>
            <p:spPr>
              <a:xfrm>
                <a:off x="7596326" y="7695696"/>
                <a:ext cx="41981" cy="41981"/>
              </a:xfrm>
              <a:custGeom>
                <a:avLst/>
                <a:gdLst>
                  <a:gd name="connsiteX0" fmla="*/ 21234 w 41981"/>
                  <a:gd name="connsiteY0" fmla="*/ 4921 h 41981"/>
                  <a:gd name="connsiteX1" fmla="*/ 37424 w 41981"/>
                  <a:gd name="connsiteY1" fmla="*/ 21111 h 41981"/>
                  <a:gd name="connsiteX2" fmla="*/ 37424 w 41981"/>
                  <a:gd name="connsiteY2" fmla="*/ 21111 h 41981"/>
                  <a:gd name="connsiteX3" fmla="*/ 21234 w 41981"/>
                  <a:gd name="connsiteY3" fmla="*/ 37302 h 41981"/>
                  <a:gd name="connsiteX4" fmla="*/ 5044 w 41981"/>
                  <a:gd name="connsiteY4" fmla="*/ 21111 h 41981"/>
                  <a:gd name="connsiteX5" fmla="*/ 21234 w 41981"/>
                  <a:gd name="connsiteY5" fmla="*/ 4921 h 41981"/>
                  <a:gd name="connsiteX6" fmla="*/ 21234 w 41981"/>
                  <a:gd name="connsiteY6" fmla="*/ 121 h 41981"/>
                  <a:gd name="connsiteX7" fmla="*/ 244 w 41981"/>
                  <a:gd name="connsiteY7" fmla="*/ 21111 h 41981"/>
                  <a:gd name="connsiteX8" fmla="*/ 21234 w 41981"/>
                  <a:gd name="connsiteY8" fmla="*/ 42102 h 41981"/>
                  <a:gd name="connsiteX9" fmla="*/ 42225 w 41981"/>
                  <a:gd name="connsiteY9" fmla="*/ 21111 h 41981"/>
                  <a:gd name="connsiteX10" fmla="*/ 42225 w 41981"/>
                  <a:gd name="connsiteY10" fmla="*/ 21111 h 41981"/>
                  <a:gd name="connsiteX11" fmla="*/ 21234 w 41981"/>
                  <a:gd name="connsiteY11" fmla="*/ 12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21"/>
                    </a:moveTo>
                    <a:cubicBezTo>
                      <a:pt x="30176" y="4921"/>
                      <a:pt x="37424" y="12169"/>
                      <a:pt x="37424" y="21111"/>
                    </a:cubicBezTo>
                    <a:lnTo>
                      <a:pt x="37424" y="21111"/>
                    </a:lnTo>
                    <a:cubicBezTo>
                      <a:pt x="37424" y="30053"/>
                      <a:pt x="30176" y="37302"/>
                      <a:pt x="21234" y="37302"/>
                    </a:cubicBezTo>
                    <a:cubicBezTo>
                      <a:pt x="12292" y="37302"/>
                      <a:pt x="5044" y="30053"/>
                      <a:pt x="5044" y="21111"/>
                    </a:cubicBezTo>
                    <a:cubicBezTo>
                      <a:pt x="5044" y="12169"/>
                      <a:pt x="12292" y="4921"/>
                      <a:pt x="21234" y="4921"/>
                    </a:cubicBezTo>
                    <a:close/>
                    <a:moveTo>
                      <a:pt x="21234" y="121"/>
                    </a:moveTo>
                    <a:cubicBezTo>
                      <a:pt x="9642" y="121"/>
                      <a:pt x="244" y="9519"/>
                      <a:pt x="244" y="21111"/>
                    </a:cubicBezTo>
                    <a:cubicBezTo>
                      <a:pt x="244" y="32704"/>
                      <a:pt x="9642" y="42102"/>
                      <a:pt x="21234" y="42102"/>
                    </a:cubicBezTo>
                    <a:cubicBezTo>
                      <a:pt x="32827" y="42102"/>
                      <a:pt x="42225" y="32704"/>
                      <a:pt x="42225" y="21111"/>
                    </a:cubicBezTo>
                    <a:lnTo>
                      <a:pt x="42225" y="21111"/>
                    </a:lnTo>
                    <a:cubicBezTo>
                      <a:pt x="42225" y="9519"/>
                      <a:pt x="32827" y="121"/>
                      <a:pt x="21234" y="121"/>
                    </a:cubicBezTo>
                    <a:close/>
                  </a:path>
                </a:pathLst>
              </a:custGeom>
              <a:solidFill>
                <a:srgbClr val="000000"/>
              </a:solidFill>
              <a:ln w="4794" cap="sq">
                <a:noFill/>
                <a:prstDash val="solid"/>
                <a:round/>
              </a:ln>
            </p:spPr>
            <p:txBody>
              <a:bodyPr rtlCol="0" anchor="ctr"/>
              <a:lstStyle/>
              <a:p>
                <a:endParaRPr lang="en-US"/>
              </a:p>
            </p:txBody>
          </p:sp>
          <p:sp>
            <p:nvSpPr>
              <p:cNvPr id="2996" name="Freeform: Shape 2995">
                <a:extLst>
                  <a:ext uri="{FF2B5EF4-FFF2-40B4-BE49-F238E27FC236}">
                    <a16:creationId xmlns:a16="http://schemas.microsoft.com/office/drawing/2014/main" id="{E9CAA9BC-C49C-A6E0-166D-239319F5811D}"/>
                  </a:ext>
                </a:extLst>
              </p:cNvPr>
              <p:cNvSpPr/>
              <p:nvPr/>
            </p:nvSpPr>
            <p:spPr>
              <a:xfrm>
                <a:off x="7663002" y="7976321"/>
                <a:ext cx="37180" cy="37180"/>
              </a:xfrm>
              <a:custGeom>
                <a:avLst/>
                <a:gdLst>
                  <a:gd name="connsiteX0" fmla="*/ 37436 w 37180"/>
                  <a:gd name="connsiteY0" fmla="*/ 18759 h 37180"/>
                  <a:gd name="connsiteX1" fmla="*/ 18845 w 37180"/>
                  <a:gd name="connsiteY1" fmla="*/ 37350 h 37180"/>
                  <a:gd name="connsiteX2" fmla="*/ 255 w 37180"/>
                  <a:gd name="connsiteY2" fmla="*/ 18759 h 37180"/>
                  <a:gd name="connsiteX3" fmla="*/ 18845 w 37180"/>
                  <a:gd name="connsiteY3" fmla="*/ 169 h 37180"/>
                  <a:gd name="connsiteX4" fmla="*/ 37436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9"/>
                    </a:moveTo>
                    <a:cubicBezTo>
                      <a:pt x="37436" y="29027"/>
                      <a:pt x="29112" y="37350"/>
                      <a:pt x="18845" y="37350"/>
                    </a:cubicBezTo>
                    <a:cubicBezTo>
                      <a:pt x="8578" y="37350"/>
                      <a:pt x="255" y="29027"/>
                      <a:pt x="255" y="18759"/>
                    </a:cubicBezTo>
                    <a:cubicBezTo>
                      <a:pt x="255" y="8492"/>
                      <a:pt x="8578" y="169"/>
                      <a:pt x="18845" y="169"/>
                    </a:cubicBezTo>
                    <a:cubicBezTo>
                      <a:pt x="29112" y="169"/>
                      <a:pt x="37436" y="8492"/>
                      <a:pt x="37436" y="18759"/>
                    </a:cubicBezTo>
                    <a:close/>
                  </a:path>
                </a:pathLst>
              </a:custGeom>
              <a:solidFill>
                <a:srgbClr val="F2F7F2"/>
              </a:solidFill>
              <a:ln w="5753" cap="sq">
                <a:noFill/>
                <a:prstDash val="solid"/>
                <a:miter/>
              </a:ln>
            </p:spPr>
            <p:txBody>
              <a:bodyPr rtlCol="0" anchor="ctr"/>
              <a:lstStyle/>
              <a:p>
                <a:endParaRPr lang="en-US"/>
              </a:p>
            </p:txBody>
          </p:sp>
          <p:sp>
            <p:nvSpPr>
              <p:cNvPr id="2997" name="Freeform: Shape 2996">
                <a:extLst>
                  <a:ext uri="{FF2B5EF4-FFF2-40B4-BE49-F238E27FC236}">
                    <a16:creationId xmlns:a16="http://schemas.microsoft.com/office/drawing/2014/main" id="{355FC4D1-A7BC-61C5-5C3B-00454BD3A69C}"/>
                  </a:ext>
                </a:extLst>
              </p:cNvPr>
              <p:cNvSpPr/>
              <p:nvPr/>
            </p:nvSpPr>
            <p:spPr>
              <a:xfrm>
                <a:off x="7660602" y="7973921"/>
                <a:ext cx="41981" cy="41981"/>
              </a:xfrm>
              <a:custGeom>
                <a:avLst/>
                <a:gdLst>
                  <a:gd name="connsiteX0" fmla="*/ 21245 w 41981"/>
                  <a:gd name="connsiteY0" fmla="*/ 4969 h 41981"/>
                  <a:gd name="connsiteX1" fmla="*/ 37436 w 41981"/>
                  <a:gd name="connsiteY1" fmla="*/ 21160 h 41981"/>
                  <a:gd name="connsiteX2" fmla="*/ 37436 w 41981"/>
                  <a:gd name="connsiteY2" fmla="*/ 21160 h 41981"/>
                  <a:gd name="connsiteX3" fmla="*/ 21245 w 41981"/>
                  <a:gd name="connsiteY3" fmla="*/ 37350 h 41981"/>
                  <a:gd name="connsiteX4" fmla="*/ 5055 w 41981"/>
                  <a:gd name="connsiteY4" fmla="*/ 21160 h 41981"/>
                  <a:gd name="connsiteX5" fmla="*/ 21245 w 41981"/>
                  <a:gd name="connsiteY5" fmla="*/ 4969 h 41981"/>
                  <a:gd name="connsiteX6" fmla="*/ 21245 w 41981"/>
                  <a:gd name="connsiteY6" fmla="*/ 169 h 41981"/>
                  <a:gd name="connsiteX7" fmla="*/ 255 w 41981"/>
                  <a:gd name="connsiteY7" fmla="*/ 21160 h 41981"/>
                  <a:gd name="connsiteX8" fmla="*/ 21245 w 41981"/>
                  <a:gd name="connsiteY8" fmla="*/ 42150 h 41981"/>
                  <a:gd name="connsiteX9" fmla="*/ 42236 w 41981"/>
                  <a:gd name="connsiteY9" fmla="*/ 21160 h 41981"/>
                  <a:gd name="connsiteX10" fmla="*/ 42236 w 41981"/>
                  <a:gd name="connsiteY10" fmla="*/ 21160 h 41981"/>
                  <a:gd name="connsiteX11" fmla="*/ 21245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9"/>
                    </a:moveTo>
                    <a:cubicBezTo>
                      <a:pt x="30187" y="4969"/>
                      <a:pt x="37436" y="12218"/>
                      <a:pt x="37436" y="21160"/>
                    </a:cubicBezTo>
                    <a:lnTo>
                      <a:pt x="37436" y="21160"/>
                    </a:lnTo>
                    <a:cubicBezTo>
                      <a:pt x="37436" y="30101"/>
                      <a:pt x="30187" y="37350"/>
                      <a:pt x="21245" y="37350"/>
                    </a:cubicBezTo>
                    <a:cubicBezTo>
                      <a:pt x="12303" y="37350"/>
                      <a:pt x="5055" y="30101"/>
                      <a:pt x="5055" y="21160"/>
                    </a:cubicBezTo>
                    <a:cubicBezTo>
                      <a:pt x="5055" y="12218"/>
                      <a:pt x="12303" y="4969"/>
                      <a:pt x="21245" y="4969"/>
                    </a:cubicBezTo>
                    <a:close/>
                    <a:moveTo>
                      <a:pt x="21245" y="169"/>
                    </a:moveTo>
                    <a:cubicBezTo>
                      <a:pt x="9653" y="169"/>
                      <a:pt x="255" y="9567"/>
                      <a:pt x="255" y="21160"/>
                    </a:cubicBezTo>
                    <a:cubicBezTo>
                      <a:pt x="255" y="32752"/>
                      <a:pt x="9653" y="42150"/>
                      <a:pt x="21245" y="42150"/>
                    </a:cubicBezTo>
                    <a:cubicBezTo>
                      <a:pt x="32838" y="42150"/>
                      <a:pt x="42236" y="32752"/>
                      <a:pt x="42236" y="21160"/>
                    </a:cubicBezTo>
                    <a:lnTo>
                      <a:pt x="42236" y="21160"/>
                    </a:lnTo>
                    <a:cubicBezTo>
                      <a:pt x="42236" y="9567"/>
                      <a:pt x="32838" y="169"/>
                      <a:pt x="21245" y="169"/>
                    </a:cubicBezTo>
                    <a:close/>
                  </a:path>
                </a:pathLst>
              </a:custGeom>
              <a:solidFill>
                <a:srgbClr val="000000"/>
              </a:solidFill>
              <a:ln w="4794" cap="sq">
                <a:noFill/>
                <a:prstDash val="solid"/>
                <a:round/>
              </a:ln>
            </p:spPr>
            <p:txBody>
              <a:bodyPr rtlCol="0" anchor="ctr"/>
              <a:lstStyle/>
              <a:p>
                <a:endParaRPr lang="en-US"/>
              </a:p>
            </p:txBody>
          </p:sp>
          <p:sp>
            <p:nvSpPr>
              <p:cNvPr id="2998" name="Freeform: Shape 2997">
                <a:extLst>
                  <a:ext uri="{FF2B5EF4-FFF2-40B4-BE49-F238E27FC236}">
                    <a16:creationId xmlns:a16="http://schemas.microsoft.com/office/drawing/2014/main" id="{C5F41CBB-3410-6541-20C9-002112D8EC20}"/>
                  </a:ext>
                </a:extLst>
              </p:cNvPr>
              <p:cNvSpPr/>
              <p:nvPr/>
            </p:nvSpPr>
            <p:spPr>
              <a:xfrm>
                <a:off x="7771504" y="7958880"/>
                <a:ext cx="37180" cy="37180"/>
              </a:xfrm>
              <a:custGeom>
                <a:avLst/>
                <a:gdLst>
                  <a:gd name="connsiteX0" fmla="*/ 37454 w 37180"/>
                  <a:gd name="connsiteY0" fmla="*/ 18756 h 37180"/>
                  <a:gd name="connsiteX1" fmla="*/ 18864 w 37180"/>
                  <a:gd name="connsiteY1" fmla="*/ 37347 h 37180"/>
                  <a:gd name="connsiteX2" fmla="*/ 274 w 37180"/>
                  <a:gd name="connsiteY2" fmla="*/ 18756 h 37180"/>
                  <a:gd name="connsiteX3" fmla="*/ 18864 w 37180"/>
                  <a:gd name="connsiteY3" fmla="*/ 166 h 37180"/>
                  <a:gd name="connsiteX4" fmla="*/ 37454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56"/>
                    </a:moveTo>
                    <a:cubicBezTo>
                      <a:pt x="37454" y="29024"/>
                      <a:pt x="29131" y="37347"/>
                      <a:pt x="18864" y="37347"/>
                    </a:cubicBezTo>
                    <a:cubicBezTo>
                      <a:pt x="8597" y="37347"/>
                      <a:pt x="274" y="29024"/>
                      <a:pt x="274" y="18756"/>
                    </a:cubicBezTo>
                    <a:cubicBezTo>
                      <a:pt x="274" y="8489"/>
                      <a:pt x="8597" y="166"/>
                      <a:pt x="18864" y="166"/>
                    </a:cubicBezTo>
                    <a:cubicBezTo>
                      <a:pt x="29131" y="166"/>
                      <a:pt x="37454" y="8489"/>
                      <a:pt x="37454" y="18756"/>
                    </a:cubicBezTo>
                    <a:close/>
                  </a:path>
                </a:pathLst>
              </a:custGeom>
              <a:solidFill>
                <a:srgbClr val="F7BFBF"/>
              </a:solidFill>
              <a:ln w="5753" cap="sq">
                <a:noFill/>
                <a:prstDash val="solid"/>
                <a:miter/>
              </a:ln>
            </p:spPr>
            <p:txBody>
              <a:bodyPr rtlCol="0" anchor="ctr"/>
              <a:lstStyle/>
              <a:p>
                <a:endParaRPr lang="en-US"/>
              </a:p>
            </p:txBody>
          </p:sp>
          <p:sp>
            <p:nvSpPr>
              <p:cNvPr id="2999" name="Freeform: Shape 2998">
                <a:extLst>
                  <a:ext uri="{FF2B5EF4-FFF2-40B4-BE49-F238E27FC236}">
                    <a16:creationId xmlns:a16="http://schemas.microsoft.com/office/drawing/2014/main" id="{AE99DCDE-0E8B-59A0-49C7-7CD96EB76BA1}"/>
                  </a:ext>
                </a:extLst>
              </p:cNvPr>
              <p:cNvSpPr/>
              <p:nvPr/>
            </p:nvSpPr>
            <p:spPr>
              <a:xfrm>
                <a:off x="7769103" y="7956480"/>
                <a:ext cx="41981" cy="41981"/>
              </a:xfrm>
              <a:custGeom>
                <a:avLst/>
                <a:gdLst>
                  <a:gd name="connsiteX0" fmla="*/ 21264 w 41981"/>
                  <a:gd name="connsiteY0" fmla="*/ 4966 h 41981"/>
                  <a:gd name="connsiteX1" fmla="*/ 37454 w 41981"/>
                  <a:gd name="connsiteY1" fmla="*/ 21157 h 41981"/>
                  <a:gd name="connsiteX2" fmla="*/ 37454 w 41981"/>
                  <a:gd name="connsiteY2" fmla="*/ 21157 h 41981"/>
                  <a:gd name="connsiteX3" fmla="*/ 21264 w 41981"/>
                  <a:gd name="connsiteY3" fmla="*/ 37347 h 41981"/>
                  <a:gd name="connsiteX4" fmla="*/ 5074 w 41981"/>
                  <a:gd name="connsiteY4" fmla="*/ 21157 h 41981"/>
                  <a:gd name="connsiteX5" fmla="*/ 21264 w 41981"/>
                  <a:gd name="connsiteY5" fmla="*/ 4966 h 41981"/>
                  <a:gd name="connsiteX6" fmla="*/ 21264 w 41981"/>
                  <a:gd name="connsiteY6" fmla="*/ 166 h 41981"/>
                  <a:gd name="connsiteX7" fmla="*/ 274 w 41981"/>
                  <a:gd name="connsiteY7" fmla="*/ 21157 h 41981"/>
                  <a:gd name="connsiteX8" fmla="*/ 21264 w 41981"/>
                  <a:gd name="connsiteY8" fmla="*/ 42147 h 41981"/>
                  <a:gd name="connsiteX9" fmla="*/ 42255 w 41981"/>
                  <a:gd name="connsiteY9" fmla="*/ 21157 h 41981"/>
                  <a:gd name="connsiteX10" fmla="*/ 42255 w 41981"/>
                  <a:gd name="connsiteY10" fmla="*/ 21157 h 41981"/>
                  <a:gd name="connsiteX11" fmla="*/ 21264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6"/>
                    </a:moveTo>
                    <a:cubicBezTo>
                      <a:pt x="30206" y="4966"/>
                      <a:pt x="37454" y="12215"/>
                      <a:pt x="37454" y="21157"/>
                    </a:cubicBezTo>
                    <a:lnTo>
                      <a:pt x="37454" y="21157"/>
                    </a:lnTo>
                    <a:cubicBezTo>
                      <a:pt x="37454" y="30098"/>
                      <a:pt x="30206" y="37347"/>
                      <a:pt x="21264" y="37347"/>
                    </a:cubicBezTo>
                    <a:cubicBezTo>
                      <a:pt x="12322" y="37347"/>
                      <a:pt x="5074" y="30098"/>
                      <a:pt x="5074" y="21157"/>
                    </a:cubicBezTo>
                    <a:cubicBezTo>
                      <a:pt x="5074" y="12215"/>
                      <a:pt x="12322" y="4966"/>
                      <a:pt x="21264" y="4966"/>
                    </a:cubicBezTo>
                    <a:close/>
                    <a:moveTo>
                      <a:pt x="21264" y="166"/>
                    </a:moveTo>
                    <a:cubicBezTo>
                      <a:pt x="9672" y="166"/>
                      <a:pt x="274" y="9564"/>
                      <a:pt x="274" y="21157"/>
                    </a:cubicBezTo>
                    <a:cubicBezTo>
                      <a:pt x="274" y="32749"/>
                      <a:pt x="9672" y="42147"/>
                      <a:pt x="21264" y="42147"/>
                    </a:cubicBezTo>
                    <a:cubicBezTo>
                      <a:pt x="32857" y="42147"/>
                      <a:pt x="42255" y="32749"/>
                      <a:pt x="42255" y="21157"/>
                    </a:cubicBezTo>
                    <a:lnTo>
                      <a:pt x="42255" y="21157"/>
                    </a:lnTo>
                    <a:cubicBezTo>
                      <a:pt x="42255" y="9564"/>
                      <a:pt x="32857" y="166"/>
                      <a:pt x="21264" y="166"/>
                    </a:cubicBezTo>
                    <a:close/>
                  </a:path>
                </a:pathLst>
              </a:custGeom>
              <a:solidFill>
                <a:srgbClr val="000000"/>
              </a:solidFill>
              <a:ln w="4794" cap="sq">
                <a:noFill/>
                <a:prstDash val="solid"/>
                <a:round/>
              </a:ln>
            </p:spPr>
            <p:txBody>
              <a:bodyPr rtlCol="0" anchor="ctr"/>
              <a:lstStyle/>
              <a:p>
                <a:endParaRPr lang="en-US"/>
              </a:p>
            </p:txBody>
          </p:sp>
          <p:sp>
            <p:nvSpPr>
              <p:cNvPr id="3000" name="Freeform: Shape 2999">
                <a:extLst>
                  <a:ext uri="{FF2B5EF4-FFF2-40B4-BE49-F238E27FC236}">
                    <a16:creationId xmlns:a16="http://schemas.microsoft.com/office/drawing/2014/main" id="{D25F1B1B-F5BB-30DD-34B3-F4CCA42959EC}"/>
                  </a:ext>
                </a:extLst>
              </p:cNvPr>
              <p:cNvSpPr/>
              <p:nvPr/>
            </p:nvSpPr>
            <p:spPr>
              <a:xfrm>
                <a:off x="7555434" y="7797214"/>
                <a:ext cx="37180" cy="37180"/>
              </a:xfrm>
              <a:custGeom>
                <a:avLst/>
                <a:gdLst>
                  <a:gd name="connsiteX0" fmla="*/ 37417 w 37180"/>
                  <a:gd name="connsiteY0" fmla="*/ 18728 h 37180"/>
                  <a:gd name="connsiteX1" fmla="*/ 18826 w 37180"/>
                  <a:gd name="connsiteY1" fmla="*/ 37319 h 37180"/>
                  <a:gd name="connsiteX2" fmla="*/ 236 w 37180"/>
                  <a:gd name="connsiteY2" fmla="*/ 18728 h 37180"/>
                  <a:gd name="connsiteX3" fmla="*/ 18826 w 37180"/>
                  <a:gd name="connsiteY3" fmla="*/ 138 h 37180"/>
                  <a:gd name="connsiteX4" fmla="*/ 37417 w 37180"/>
                  <a:gd name="connsiteY4" fmla="*/ 1872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28"/>
                    </a:moveTo>
                    <a:cubicBezTo>
                      <a:pt x="37417" y="28996"/>
                      <a:pt x="29094" y="37319"/>
                      <a:pt x="18826" y="37319"/>
                    </a:cubicBezTo>
                    <a:cubicBezTo>
                      <a:pt x="8559" y="37319"/>
                      <a:pt x="236" y="28996"/>
                      <a:pt x="236" y="18728"/>
                    </a:cubicBezTo>
                    <a:cubicBezTo>
                      <a:pt x="236" y="8461"/>
                      <a:pt x="8559" y="138"/>
                      <a:pt x="18826" y="138"/>
                    </a:cubicBezTo>
                    <a:cubicBezTo>
                      <a:pt x="29094" y="138"/>
                      <a:pt x="37417" y="8461"/>
                      <a:pt x="37417" y="18728"/>
                    </a:cubicBezTo>
                    <a:close/>
                  </a:path>
                </a:pathLst>
              </a:custGeom>
              <a:solidFill>
                <a:srgbClr val="F7A500"/>
              </a:solidFill>
              <a:ln w="5753" cap="sq">
                <a:noFill/>
                <a:prstDash val="solid"/>
                <a:miter/>
              </a:ln>
            </p:spPr>
            <p:txBody>
              <a:bodyPr rtlCol="0" anchor="ctr"/>
              <a:lstStyle/>
              <a:p>
                <a:endParaRPr lang="en-US"/>
              </a:p>
            </p:txBody>
          </p:sp>
          <p:sp>
            <p:nvSpPr>
              <p:cNvPr id="3001" name="Freeform: Shape 3000">
                <a:extLst>
                  <a:ext uri="{FF2B5EF4-FFF2-40B4-BE49-F238E27FC236}">
                    <a16:creationId xmlns:a16="http://schemas.microsoft.com/office/drawing/2014/main" id="{8E56649E-AD7E-3ABF-ECDB-4292B3BE3EAC}"/>
                  </a:ext>
                </a:extLst>
              </p:cNvPr>
              <p:cNvSpPr/>
              <p:nvPr/>
            </p:nvSpPr>
            <p:spPr>
              <a:xfrm>
                <a:off x="7553034" y="7794814"/>
                <a:ext cx="41981" cy="41981"/>
              </a:xfrm>
              <a:custGeom>
                <a:avLst/>
                <a:gdLst>
                  <a:gd name="connsiteX0" fmla="*/ 21227 w 41981"/>
                  <a:gd name="connsiteY0" fmla="*/ 4938 h 41981"/>
                  <a:gd name="connsiteX1" fmla="*/ 37417 w 41981"/>
                  <a:gd name="connsiteY1" fmla="*/ 21129 h 41981"/>
                  <a:gd name="connsiteX2" fmla="*/ 37417 w 41981"/>
                  <a:gd name="connsiteY2" fmla="*/ 21129 h 41981"/>
                  <a:gd name="connsiteX3" fmla="*/ 21227 w 41981"/>
                  <a:gd name="connsiteY3" fmla="*/ 37319 h 41981"/>
                  <a:gd name="connsiteX4" fmla="*/ 5036 w 41981"/>
                  <a:gd name="connsiteY4" fmla="*/ 21129 h 41981"/>
                  <a:gd name="connsiteX5" fmla="*/ 21227 w 41981"/>
                  <a:gd name="connsiteY5" fmla="*/ 4938 h 41981"/>
                  <a:gd name="connsiteX6" fmla="*/ 21227 w 41981"/>
                  <a:gd name="connsiteY6" fmla="*/ 138 h 41981"/>
                  <a:gd name="connsiteX7" fmla="*/ 236 w 41981"/>
                  <a:gd name="connsiteY7" fmla="*/ 21129 h 41981"/>
                  <a:gd name="connsiteX8" fmla="*/ 21227 w 41981"/>
                  <a:gd name="connsiteY8" fmla="*/ 42119 h 41981"/>
                  <a:gd name="connsiteX9" fmla="*/ 42217 w 41981"/>
                  <a:gd name="connsiteY9" fmla="*/ 21129 h 41981"/>
                  <a:gd name="connsiteX10" fmla="*/ 42217 w 41981"/>
                  <a:gd name="connsiteY10" fmla="*/ 21129 h 41981"/>
                  <a:gd name="connsiteX11" fmla="*/ 21227 w 41981"/>
                  <a:gd name="connsiteY11" fmla="*/ 13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38"/>
                    </a:moveTo>
                    <a:cubicBezTo>
                      <a:pt x="30168" y="4938"/>
                      <a:pt x="37417" y="12187"/>
                      <a:pt x="37417" y="21129"/>
                    </a:cubicBezTo>
                    <a:lnTo>
                      <a:pt x="37417" y="21129"/>
                    </a:lnTo>
                    <a:cubicBezTo>
                      <a:pt x="37417" y="30070"/>
                      <a:pt x="30168" y="37319"/>
                      <a:pt x="21227" y="37319"/>
                    </a:cubicBezTo>
                    <a:cubicBezTo>
                      <a:pt x="12285" y="37319"/>
                      <a:pt x="5036" y="30070"/>
                      <a:pt x="5036" y="21129"/>
                    </a:cubicBezTo>
                    <a:cubicBezTo>
                      <a:pt x="5036" y="12187"/>
                      <a:pt x="12285" y="4938"/>
                      <a:pt x="21227" y="4938"/>
                    </a:cubicBezTo>
                    <a:close/>
                    <a:moveTo>
                      <a:pt x="21227" y="138"/>
                    </a:moveTo>
                    <a:cubicBezTo>
                      <a:pt x="9634" y="138"/>
                      <a:pt x="236" y="9536"/>
                      <a:pt x="236" y="21129"/>
                    </a:cubicBezTo>
                    <a:cubicBezTo>
                      <a:pt x="236" y="32721"/>
                      <a:pt x="9634" y="42119"/>
                      <a:pt x="21227" y="42119"/>
                    </a:cubicBezTo>
                    <a:cubicBezTo>
                      <a:pt x="32819" y="42119"/>
                      <a:pt x="42217" y="32721"/>
                      <a:pt x="42217" y="21129"/>
                    </a:cubicBezTo>
                    <a:lnTo>
                      <a:pt x="42217" y="21129"/>
                    </a:lnTo>
                    <a:cubicBezTo>
                      <a:pt x="42217" y="9536"/>
                      <a:pt x="32819" y="138"/>
                      <a:pt x="21227" y="138"/>
                    </a:cubicBezTo>
                    <a:close/>
                  </a:path>
                </a:pathLst>
              </a:custGeom>
              <a:solidFill>
                <a:srgbClr val="000000"/>
              </a:solidFill>
              <a:ln w="4794" cap="sq">
                <a:noFill/>
                <a:prstDash val="solid"/>
                <a:round/>
              </a:ln>
            </p:spPr>
            <p:txBody>
              <a:bodyPr rtlCol="0" anchor="ctr"/>
              <a:lstStyle/>
              <a:p>
                <a:endParaRPr lang="en-US"/>
              </a:p>
            </p:txBody>
          </p:sp>
          <p:sp>
            <p:nvSpPr>
              <p:cNvPr id="3002" name="Freeform: Shape 3001">
                <a:extLst>
                  <a:ext uri="{FF2B5EF4-FFF2-40B4-BE49-F238E27FC236}">
                    <a16:creationId xmlns:a16="http://schemas.microsoft.com/office/drawing/2014/main" id="{99173F3F-F10D-6ED5-2798-38B97711A72B}"/>
                  </a:ext>
                </a:extLst>
              </p:cNvPr>
              <p:cNvSpPr/>
              <p:nvPr/>
            </p:nvSpPr>
            <p:spPr>
              <a:xfrm>
                <a:off x="8061618" y="7873805"/>
                <a:ext cx="37180" cy="37180"/>
              </a:xfrm>
              <a:custGeom>
                <a:avLst/>
                <a:gdLst>
                  <a:gd name="connsiteX0" fmla="*/ 37505 w 37180"/>
                  <a:gd name="connsiteY0" fmla="*/ 18742 h 37180"/>
                  <a:gd name="connsiteX1" fmla="*/ 18914 w 37180"/>
                  <a:gd name="connsiteY1" fmla="*/ 37332 h 37180"/>
                  <a:gd name="connsiteX2" fmla="*/ 324 w 37180"/>
                  <a:gd name="connsiteY2" fmla="*/ 18742 h 37180"/>
                  <a:gd name="connsiteX3" fmla="*/ 18914 w 37180"/>
                  <a:gd name="connsiteY3" fmla="*/ 151 h 37180"/>
                  <a:gd name="connsiteX4" fmla="*/ 37505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5" y="18742"/>
                    </a:moveTo>
                    <a:cubicBezTo>
                      <a:pt x="37505" y="29009"/>
                      <a:pt x="29182" y="37332"/>
                      <a:pt x="18914" y="37332"/>
                    </a:cubicBezTo>
                    <a:cubicBezTo>
                      <a:pt x="8647" y="37332"/>
                      <a:pt x="324" y="29009"/>
                      <a:pt x="324" y="18742"/>
                    </a:cubicBezTo>
                    <a:cubicBezTo>
                      <a:pt x="324" y="8474"/>
                      <a:pt x="8647" y="151"/>
                      <a:pt x="18914" y="151"/>
                    </a:cubicBezTo>
                    <a:cubicBezTo>
                      <a:pt x="29182" y="151"/>
                      <a:pt x="37505" y="8474"/>
                      <a:pt x="37505" y="18742"/>
                    </a:cubicBezTo>
                    <a:close/>
                  </a:path>
                </a:pathLst>
              </a:custGeom>
              <a:solidFill>
                <a:srgbClr val="00F700"/>
              </a:solidFill>
              <a:ln w="5753" cap="sq">
                <a:noFill/>
                <a:prstDash val="solid"/>
                <a:miter/>
              </a:ln>
            </p:spPr>
            <p:txBody>
              <a:bodyPr rtlCol="0" anchor="ctr"/>
              <a:lstStyle/>
              <a:p>
                <a:endParaRPr lang="en-US"/>
              </a:p>
            </p:txBody>
          </p:sp>
          <p:sp>
            <p:nvSpPr>
              <p:cNvPr id="3003" name="Freeform: Shape 3002">
                <a:extLst>
                  <a:ext uri="{FF2B5EF4-FFF2-40B4-BE49-F238E27FC236}">
                    <a16:creationId xmlns:a16="http://schemas.microsoft.com/office/drawing/2014/main" id="{9C28E599-3848-04FE-1AA8-616499886EE1}"/>
                  </a:ext>
                </a:extLst>
              </p:cNvPr>
              <p:cNvSpPr/>
              <p:nvPr/>
            </p:nvSpPr>
            <p:spPr>
              <a:xfrm>
                <a:off x="8059217" y="7871404"/>
                <a:ext cx="41981" cy="41981"/>
              </a:xfrm>
              <a:custGeom>
                <a:avLst/>
                <a:gdLst>
                  <a:gd name="connsiteX0" fmla="*/ 21315 w 41981"/>
                  <a:gd name="connsiteY0" fmla="*/ 4952 h 41981"/>
                  <a:gd name="connsiteX1" fmla="*/ 37505 w 41981"/>
                  <a:gd name="connsiteY1" fmla="*/ 21142 h 41981"/>
                  <a:gd name="connsiteX2" fmla="*/ 37505 w 41981"/>
                  <a:gd name="connsiteY2" fmla="*/ 21142 h 41981"/>
                  <a:gd name="connsiteX3" fmla="*/ 21315 w 41981"/>
                  <a:gd name="connsiteY3" fmla="*/ 37332 h 41981"/>
                  <a:gd name="connsiteX4" fmla="*/ 5124 w 41981"/>
                  <a:gd name="connsiteY4" fmla="*/ 21142 h 41981"/>
                  <a:gd name="connsiteX5" fmla="*/ 21315 w 41981"/>
                  <a:gd name="connsiteY5" fmla="*/ 4952 h 41981"/>
                  <a:gd name="connsiteX6" fmla="*/ 21315 w 41981"/>
                  <a:gd name="connsiteY6" fmla="*/ 151 h 41981"/>
                  <a:gd name="connsiteX7" fmla="*/ 324 w 41981"/>
                  <a:gd name="connsiteY7" fmla="*/ 21142 h 41981"/>
                  <a:gd name="connsiteX8" fmla="*/ 21315 w 41981"/>
                  <a:gd name="connsiteY8" fmla="*/ 42132 h 41981"/>
                  <a:gd name="connsiteX9" fmla="*/ 42305 w 41981"/>
                  <a:gd name="connsiteY9" fmla="*/ 21142 h 41981"/>
                  <a:gd name="connsiteX10" fmla="*/ 42305 w 41981"/>
                  <a:gd name="connsiteY10" fmla="*/ 21142 h 41981"/>
                  <a:gd name="connsiteX11" fmla="*/ 21315 w 41981"/>
                  <a:gd name="connsiteY11" fmla="*/ 15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5" y="4952"/>
                    </a:moveTo>
                    <a:cubicBezTo>
                      <a:pt x="30256" y="4952"/>
                      <a:pt x="37505" y="12200"/>
                      <a:pt x="37505" y="21142"/>
                    </a:cubicBezTo>
                    <a:lnTo>
                      <a:pt x="37505" y="21142"/>
                    </a:lnTo>
                    <a:cubicBezTo>
                      <a:pt x="37505" y="30084"/>
                      <a:pt x="30256" y="37332"/>
                      <a:pt x="21315" y="37332"/>
                    </a:cubicBezTo>
                    <a:cubicBezTo>
                      <a:pt x="12373" y="37332"/>
                      <a:pt x="5124" y="30084"/>
                      <a:pt x="5124" y="21142"/>
                    </a:cubicBezTo>
                    <a:cubicBezTo>
                      <a:pt x="5124" y="12200"/>
                      <a:pt x="12373" y="4952"/>
                      <a:pt x="21315" y="4952"/>
                    </a:cubicBezTo>
                    <a:close/>
                    <a:moveTo>
                      <a:pt x="21315" y="151"/>
                    </a:moveTo>
                    <a:cubicBezTo>
                      <a:pt x="9722" y="151"/>
                      <a:pt x="324" y="9549"/>
                      <a:pt x="324" y="21142"/>
                    </a:cubicBezTo>
                    <a:cubicBezTo>
                      <a:pt x="324" y="32734"/>
                      <a:pt x="9722" y="42132"/>
                      <a:pt x="21315" y="42132"/>
                    </a:cubicBezTo>
                    <a:cubicBezTo>
                      <a:pt x="32907" y="42132"/>
                      <a:pt x="42305" y="32734"/>
                      <a:pt x="42305" y="21142"/>
                    </a:cubicBezTo>
                    <a:lnTo>
                      <a:pt x="42305" y="21142"/>
                    </a:lnTo>
                    <a:cubicBezTo>
                      <a:pt x="42305" y="9549"/>
                      <a:pt x="32907" y="151"/>
                      <a:pt x="21315" y="151"/>
                    </a:cubicBezTo>
                    <a:close/>
                  </a:path>
                </a:pathLst>
              </a:custGeom>
              <a:solidFill>
                <a:srgbClr val="000000"/>
              </a:solidFill>
              <a:ln w="4794" cap="sq">
                <a:noFill/>
                <a:prstDash val="solid"/>
                <a:round/>
              </a:ln>
            </p:spPr>
            <p:txBody>
              <a:bodyPr rtlCol="0" anchor="ctr"/>
              <a:lstStyle/>
              <a:p>
                <a:endParaRPr lang="en-US"/>
              </a:p>
            </p:txBody>
          </p:sp>
          <p:sp>
            <p:nvSpPr>
              <p:cNvPr id="3004" name="Freeform: Shape 3003">
                <a:extLst>
                  <a:ext uri="{FF2B5EF4-FFF2-40B4-BE49-F238E27FC236}">
                    <a16:creationId xmlns:a16="http://schemas.microsoft.com/office/drawing/2014/main" id="{193818C0-4C5D-A146-7A56-D86D6A268105}"/>
                  </a:ext>
                </a:extLst>
              </p:cNvPr>
              <p:cNvSpPr/>
              <p:nvPr/>
            </p:nvSpPr>
            <p:spPr>
              <a:xfrm>
                <a:off x="7766965" y="8040770"/>
                <a:ext cx="37180" cy="37180"/>
              </a:xfrm>
              <a:custGeom>
                <a:avLst/>
                <a:gdLst>
                  <a:gd name="connsiteX0" fmla="*/ 37454 w 37180"/>
                  <a:gd name="connsiteY0" fmla="*/ 18771 h 37180"/>
                  <a:gd name="connsiteX1" fmla="*/ 18863 w 37180"/>
                  <a:gd name="connsiteY1" fmla="*/ 37361 h 37180"/>
                  <a:gd name="connsiteX2" fmla="*/ 273 w 37180"/>
                  <a:gd name="connsiteY2" fmla="*/ 18771 h 37180"/>
                  <a:gd name="connsiteX3" fmla="*/ 18863 w 37180"/>
                  <a:gd name="connsiteY3" fmla="*/ 180 h 37180"/>
                  <a:gd name="connsiteX4" fmla="*/ 37454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71"/>
                    </a:moveTo>
                    <a:cubicBezTo>
                      <a:pt x="37454" y="29038"/>
                      <a:pt x="29130" y="37361"/>
                      <a:pt x="18863" y="37361"/>
                    </a:cubicBezTo>
                    <a:cubicBezTo>
                      <a:pt x="8596" y="37361"/>
                      <a:pt x="273" y="29038"/>
                      <a:pt x="273" y="18771"/>
                    </a:cubicBezTo>
                    <a:cubicBezTo>
                      <a:pt x="273" y="8503"/>
                      <a:pt x="8596" y="180"/>
                      <a:pt x="18863" y="180"/>
                    </a:cubicBezTo>
                    <a:cubicBezTo>
                      <a:pt x="29130" y="180"/>
                      <a:pt x="37454" y="8503"/>
                      <a:pt x="37454" y="18771"/>
                    </a:cubicBezTo>
                    <a:close/>
                  </a:path>
                </a:pathLst>
              </a:custGeom>
              <a:solidFill>
                <a:srgbClr val="F7E4E4"/>
              </a:solidFill>
              <a:ln w="5753" cap="sq">
                <a:noFill/>
                <a:prstDash val="solid"/>
                <a:miter/>
              </a:ln>
            </p:spPr>
            <p:txBody>
              <a:bodyPr rtlCol="0" anchor="ctr"/>
              <a:lstStyle/>
              <a:p>
                <a:endParaRPr lang="en-US"/>
              </a:p>
            </p:txBody>
          </p:sp>
          <p:sp>
            <p:nvSpPr>
              <p:cNvPr id="3005" name="Freeform: Shape 3004">
                <a:extLst>
                  <a:ext uri="{FF2B5EF4-FFF2-40B4-BE49-F238E27FC236}">
                    <a16:creationId xmlns:a16="http://schemas.microsoft.com/office/drawing/2014/main" id="{4DAE5F9D-E12E-C9F1-A182-3F2BC95742A8}"/>
                  </a:ext>
                </a:extLst>
              </p:cNvPr>
              <p:cNvSpPr/>
              <p:nvPr/>
            </p:nvSpPr>
            <p:spPr>
              <a:xfrm>
                <a:off x="7764565" y="8038370"/>
                <a:ext cx="41981" cy="41981"/>
              </a:xfrm>
              <a:custGeom>
                <a:avLst/>
                <a:gdLst>
                  <a:gd name="connsiteX0" fmla="*/ 21263 w 41981"/>
                  <a:gd name="connsiteY0" fmla="*/ 4981 h 41981"/>
                  <a:gd name="connsiteX1" fmla="*/ 37454 w 41981"/>
                  <a:gd name="connsiteY1" fmla="*/ 21171 h 41981"/>
                  <a:gd name="connsiteX2" fmla="*/ 37454 w 41981"/>
                  <a:gd name="connsiteY2" fmla="*/ 21171 h 41981"/>
                  <a:gd name="connsiteX3" fmla="*/ 21263 w 41981"/>
                  <a:gd name="connsiteY3" fmla="*/ 37361 h 41981"/>
                  <a:gd name="connsiteX4" fmla="*/ 5073 w 41981"/>
                  <a:gd name="connsiteY4" fmla="*/ 21171 h 41981"/>
                  <a:gd name="connsiteX5" fmla="*/ 21263 w 41981"/>
                  <a:gd name="connsiteY5" fmla="*/ 4981 h 41981"/>
                  <a:gd name="connsiteX6" fmla="*/ 21263 w 41981"/>
                  <a:gd name="connsiteY6" fmla="*/ 180 h 41981"/>
                  <a:gd name="connsiteX7" fmla="*/ 273 w 41981"/>
                  <a:gd name="connsiteY7" fmla="*/ 21171 h 41981"/>
                  <a:gd name="connsiteX8" fmla="*/ 21263 w 41981"/>
                  <a:gd name="connsiteY8" fmla="*/ 42161 h 41981"/>
                  <a:gd name="connsiteX9" fmla="*/ 42254 w 41981"/>
                  <a:gd name="connsiteY9" fmla="*/ 21171 h 41981"/>
                  <a:gd name="connsiteX10" fmla="*/ 42254 w 41981"/>
                  <a:gd name="connsiteY10" fmla="*/ 21171 h 41981"/>
                  <a:gd name="connsiteX11" fmla="*/ 2126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81"/>
                    </a:moveTo>
                    <a:cubicBezTo>
                      <a:pt x="30205" y="4981"/>
                      <a:pt x="37454" y="12229"/>
                      <a:pt x="37454" y="21171"/>
                    </a:cubicBezTo>
                    <a:lnTo>
                      <a:pt x="37454" y="21171"/>
                    </a:lnTo>
                    <a:cubicBezTo>
                      <a:pt x="37454" y="30113"/>
                      <a:pt x="30205" y="37361"/>
                      <a:pt x="21263" y="37361"/>
                    </a:cubicBezTo>
                    <a:cubicBezTo>
                      <a:pt x="12322" y="37361"/>
                      <a:pt x="5073" y="30113"/>
                      <a:pt x="5073" y="21171"/>
                    </a:cubicBezTo>
                    <a:cubicBezTo>
                      <a:pt x="5073" y="12229"/>
                      <a:pt x="12322" y="4981"/>
                      <a:pt x="21263" y="4981"/>
                    </a:cubicBezTo>
                    <a:close/>
                    <a:moveTo>
                      <a:pt x="21263" y="180"/>
                    </a:moveTo>
                    <a:cubicBezTo>
                      <a:pt x="9671" y="180"/>
                      <a:pt x="273" y="9578"/>
                      <a:pt x="273" y="21171"/>
                    </a:cubicBezTo>
                    <a:cubicBezTo>
                      <a:pt x="273" y="32763"/>
                      <a:pt x="9671" y="42161"/>
                      <a:pt x="21263" y="42161"/>
                    </a:cubicBezTo>
                    <a:cubicBezTo>
                      <a:pt x="32856" y="42161"/>
                      <a:pt x="42254" y="32763"/>
                      <a:pt x="42254" y="21171"/>
                    </a:cubicBezTo>
                    <a:lnTo>
                      <a:pt x="42254" y="21171"/>
                    </a:lnTo>
                    <a:cubicBezTo>
                      <a:pt x="42254" y="9578"/>
                      <a:pt x="32856" y="180"/>
                      <a:pt x="21263" y="180"/>
                    </a:cubicBezTo>
                    <a:close/>
                  </a:path>
                </a:pathLst>
              </a:custGeom>
              <a:solidFill>
                <a:srgbClr val="000000"/>
              </a:solidFill>
              <a:ln w="4794" cap="sq">
                <a:noFill/>
                <a:prstDash val="solid"/>
                <a:round/>
              </a:ln>
            </p:spPr>
            <p:txBody>
              <a:bodyPr rtlCol="0" anchor="ctr"/>
              <a:lstStyle/>
              <a:p>
                <a:endParaRPr lang="en-US"/>
              </a:p>
            </p:txBody>
          </p:sp>
          <p:sp>
            <p:nvSpPr>
              <p:cNvPr id="3006" name="Freeform: Shape 3005">
                <a:extLst>
                  <a:ext uri="{FF2B5EF4-FFF2-40B4-BE49-F238E27FC236}">
                    <a16:creationId xmlns:a16="http://schemas.microsoft.com/office/drawing/2014/main" id="{4AED7F15-49DF-236A-0DF1-71C99742AB94}"/>
                  </a:ext>
                </a:extLst>
              </p:cNvPr>
              <p:cNvSpPr/>
              <p:nvPr/>
            </p:nvSpPr>
            <p:spPr>
              <a:xfrm>
                <a:off x="7724421" y="8047757"/>
                <a:ext cx="37180" cy="37180"/>
              </a:xfrm>
              <a:custGeom>
                <a:avLst/>
                <a:gdLst>
                  <a:gd name="connsiteX0" fmla="*/ 37446 w 37180"/>
                  <a:gd name="connsiteY0" fmla="*/ 18772 h 37180"/>
                  <a:gd name="connsiteX1" fmla="*/ 18856 w 37180"/>
                  <a:gd name="connsiteY1" fmla="*/ 37362 h 37180"/>
                  <a:gd name="connsiteX2" fmla="*/ 265 w 37180"/>
                  <a:gd name="connsiteY2" fmla="*/ 18772 h 37180"/>
                  <a:gd name="connsiteX3" fmla="*/ 18856 w 37180"/>
                  <a:gd name="connsiteY3" fmla="*/ 181 h 37180"/>
                  <a:gd name="connsiteX4" fmla="*/ 3744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2"/>
                    </a:moveTo>
                    <a:cubicBezTo>
                      <a:pt x="37446" y="29039"/>
                      <a:pt x="29123" y="37362"/>
                      <a:pt x="18856" y="37362"/>
                    </a:cubicBezTo>
                    <a:cubicBezTo>
                      <a:pt x="8589" y="37362"/>
                      <a:pt x="265" y="29039"/>
                      <a:pt x="265" y="18772"/>
                    </a:cubicBezTo>
                    <a:cubicBezTo>
                      <a:pt x="265" y="8505"/>
                      <a:pt x="8589" y="181"/>
                      <a:pt x="18856" y="181"/>
                    </a:cubicBezTo>
                    <a:cubicBezTo>
                      <a:pt x="29123" y="181"/>
                      <a:pt x="37446" y="8505"/>
                      <a:pt x="37446" y="18772"/>
                    </a:cubicBezTo>
                    <a:close/>
                  </a:path>
                </a:pathLst>
              </a:custGeom>
              <a:solidFill>
                <a:srgbClr val="F7F5F5"/>
              </a:solidFill>
              <a:ln w="5753" cap="sq">
                <a:noFill/>
                <a:prstDash val="solid"/>
                <a:miter/>
              </a:ln>
            </p:spPr>
            <p:txBody>
              <a:bodyPr rtlCol="0" anchor="ctr"/>
              <a:lstStyle/>
              <a:p>
                <a:endParaRPr lang="en-US"/>
              </a:p>
            </p:txBody>
          </p:sp>
          <p:sp>
            <p:nvSpPr>
              <p:cNvPr id="3007" name="Freeform: Shape 3006">
                <a:extLst>
                  <a:ext uri="{FF2B5EF4-FFF2-40B4-BE49-F238E27FC236}">
                    <a16:creationId xmlns:a16="http://schemas.microsoft.com/office/drawing/2014/main" id="{9782AB15-500E-086A-4958-E33CA83322A7}"/>
                  </a:ext>
                </a:extLst>
              </p:cNvPr>
              <p:cNvSpPr/>
              <p:nvPr/>
            </p:nvSpPr>
            <p:spPr>
              <a:xfrm>
                <a:off x="7722021" y="8045356"/>
                <a:ext cx="41981" cy="41981"/>
              </a:xfrm>
              <a:custGeom>
                <a:avLst/>
                <a:gdLst>
                  <a:gd name="connsiteX0" fmla="*/ 21256 w 41981"/>
                  <a:gd name="connsiteY0" fmla="*/ 4982 h 41981"/>
                  <a:gd name="connsiteX1" fmla="*/ 37446 w 41981"/>
                  <a:gd name="connsiteY1" fmla="*/ 21172 h 41981"/>
                  <a:gd name="connsiteX2" fmla="*/ 37446 w 41981"/>
                  <a:gd name="connsiteY2" fmla="*/ 21172 h 41981"/>
                  <a:gd name="connsiteX3" fmla="*/ 21256 w 41981"/>
                  <a:gd name="connsiteY3" fmla="*/ 37362 h 41981"/>
                  <a:gd name="connsiteX4" fmla="*/ 5066 w 41981"/>
                  <a:gd name="connsiteY4" fmla="*/ 21172 h 41981"/>
                  <a:gd name="connsiteX5" fmla="*/ 21256 w 41981"/>
                  <a:gd name="connsiteY5" fmla="*/ 4982 h 41981"/>
                  <a:gd name="connsiteX6" fmla="*/ 21256 w 41981"/>
                  <a:gd name="connsiteY6" fmla="*/ 181 h 41981"/>
                  <a:gd name="connsiteX7" fmla="*/ 265 w 41981"/>
                  <a:gd name="connsiteY7" fmla="*/ 21172 h 41981"/>
                  <a:gd name="connsiteX8" fmla="*/ 21256 w 41981"/>
                  <a:gd name="connsiteY8" fmla="*/ 42163 h 41981"/>
                  <a:gd name="connsiteX9" fmla="*/ 42247 w 41981"/>
                  <a:gd name="connsiteY9" fmla="*/ 21172 h 41981"/>
                  <a:gd name="connsiteX10" fmla="*/ 42247 w 41981"/>
                  <a:gd name="connsiteY10" fmla="*/ 21172 h 41981"/>
                  <a:gd name="connsiteX11" fmla="*/ 21256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2"/>
                    </a:moveTo>
                    <a:cubicBezTo>
                      <a:pt x="30198" y="4982"/>
                      <a:pt x="37446" y="12230"/>
                      <a:pt x="37446" y="21172"/>
                    </a:cubicBezTo>
                    <a:lnTo>
                      <a:pt x="37446" y="21172"/>
                    </a:lnTo>
                    <a:cubicBezTo>
                      <a:pt x="37446" y="30114"/>
                      <a:pt x="30198" y="37362"/>
                      <a:pt x="21256" y="37362"/>
                    </a:cubicBezTo>
                    <a:cubicBezTo>
                      <a:pt x="12314" y="37362"/>
                      <a:pt x="5066" y="30114"/>
                      <a:pt x="5066" y="21172"/>
                    </a:cubicBezTo>
                    <a:cubicBezTo>
                      <a:pt x="5066" y="12230"/>
                      <a:pt x="12314" y="4982"/>
                      <a:pt x="21256" y="4982"/>
                    </a:cubicBezTo>
                    <a:close/>
                    <a:moveTo>
                      <a:pt x="21256" y="181"/>
                    </a:moveTo>
                    <a:cubicBezTo>
                      <a:pt x="9663" y="181"/>
                      <a:pt x="265" y="9579"/>
                      <a:pt x="265" y="21172"/>
                    </a:cubicBezTo>
                    <a:cubicBezTo>
                      <a:pt x="265" y="32765"/>
                      <a:pt x="9663" y="42163"/>
                      <a:pt x="21256" y="42163"/>
                    </a:cubicBezTo>
                    <a:cubicBezTo>
                      <a:pt x="32849" y="42163"/>
                      <a:pt x="42247" y="32765"/>
                      <a:pt x="42247" y="21172"/>
                    </a:cubicBezTo>
                    <a:lnTo>
                      <a:pt x="42247" y="21172"/>
                    </a:lnTo>
                    <a:cubicBezTo>
                      <a:pt x="42247" y="9579"/>
                      <a:pt x="32849" y="181"/>
                      <a:pt x="21256" y="181"/>
                    </a:cubicBezTo>
                    <a:close/>
                  </a:path>
                </a:pathLst>
              </a:custGeom>
              <a:solidFill>
                <a:srgbClr val="000000"/>
              </a:solidFill>
              <a:ln w="4794" cap="sq">
                <a:noFill/>
                <a:prstDash val="solid"/>
                <a:round/>
              </a:ln>
            </p:spPr>
            <p:txBody>
              <a:bodyPr rtlCol="0" anchor="ctr"/>
              <a:lstStyle/>
              <a:p>
                <a:endParaRPr lang="en-US"/>
              </a:p>
            </p:txBody>
          </p:sp>
          <p:sp>
            <p:nvSpPr>
              <p:cNvPr id="3008" name="Freeform: Shape 3007">
                <a:extLst>
                  <a:ext uri="{FF2B5EF4-FFF2-40B4-BE49-F238E27FC236}">
                    <a16:creationId xmlns:a16="http://schemas.microsoft.com/office/drawing/2014/main" id="{E3C1990F-9EFC-85A1-0770-188A3D9565A4}"/>
                  </a:ext>
                </a:extLst>
              </p:cNvPr>
              <p:cNvSpPr/>
              <p:nvPr/>
            </p:nvSpPr>
            <p:spPr>
              <a:xfrm>
                <a:off x="8261870" y="7768091"/>
                <a:ext cx="37180" cy="37180"/>
              </a:xfrm>
              <a:custGeom>
                <a:avLst/>
                <a:gdLst>
                  <a:gd name="connsiteX0" fmla="*/ 37539 w 37180"/>
                  <a:gd name="connsiteY0" fmla="*/ 18723 h 37180"/>
                  <a:gd name="connsiteX1" fmla="*/ 18949 w 37180"/>
                  <a:gd name="connsiteY1" fmla="*/ 37314 h 37180"/>
                  <a:gd name="connsiteX2" fmla="*/ 359 w 37180"/>
                  <a:gd name="connsiteY2" fmla="*/ 18723 h 37180"/>
                  <a:gd name="connsiteX3" fmla="*/ 18949 w 37180"/>
                  <a:gd name="connsiteY3" fmla="*/ 133 h 37180"/>
                  <a:gd name="connsiteX4" fmla="*/ 37539 w 37180"/>
                  <a:gd name="connsiteY4" fmla="*/ 1872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9" y="18723"/>
                    </a:moveTo>
                    <a:cubicBezTo>
                      <a:pt x="37539" y="28990"/>
                      <a:pt x="29216" y="37314"/>
                      <a:pt x="18949" y="37314"/>
                    </a:cubicBezTo>
                    <a:cubicBezTo>
                      <a:pt x="8682" y="37314"/>
                      <a:pt x="359" y="28990"/>
                      <a:pt x="359" y="18723"/>
                    </a:cubicBezTo>
                    <a:cubicBezTo>
                      <a:pt x="359" y="8456"/>
                      <a:pt x="8682" y="133"/>
                      <a:pt x="18949" y="133"/>
                    </a:cubicBezTo>
                    <a:cubicBezTo>
                      <a:pt x="29216" y="133"/>
                      <a:pt x="37539" y="8456"/>
                      <a:pt x="37539" y="18723"/>
                    </a:cubicBezTo>
                    <a:close/>
                  </a:path>
                </a:pathLst>
              </a:custGeom>
              <a:solidFill>
                <a:srgbClr val="00F700"/>
              </a:solidFill>
              <a:ln w="5753" cap="sq">
                <a:noFill/>
                <a:prstDash val="solid"/>
                <a:miter/>
              </a:ln>
            </p:spPr>
            <p:txBody>
              <a:bodyPr rtlCol="0" anchor="ctr"/>
              <a:lstStyle/>
              <a:p>
                <a:endParaRPr lang="en-US"/>
              </a:p>
            </p:txBody>
          </p:sp>
          <p:sp>
            <p:nvSpPr>
              <p:cNvPr id="3009" name="Freeform: Shape 3008">
                <a:extLst>
                  <a:ext uri="{FF2B5EF4-FFF2-40B4-BE49-F238E27FC236}">
                    <a16:creationId xmlns:a16="http://schemas.microsoft.com/office/drawing/2014/main" id="{7FCBFEDC-A44F-887A-5820-6D0163296690}"/>
                  </a:ext>
                </a:extLst>
              </p:cNvPr>
              <p:cNvSpPr/>
              <p:nvPr/>
            </p:nvSpPr>
            <p:spPr>
              <a:xfrm>
                <a:off x="8259469" y="7765691"/>
                <a:ext cx="41981" cy="41981"/>
              </a:xfrm>
              <a:custGeom>
                <a:avLst/>
                <a:gdLst>
                  <a:gd name="connsiteX0" fmla="*/ 21349 w 41981"/>
                  <a:gd name="connsiteY0" fmla="*/ 4933 h 41981"/>
                  <a:gd name="connsiteX1" fmla="*/ 37539 w 41981"/>
                  <a:gd name="connsiteY1" fmla="*/ 21123 h 41981"/>
                  <a:gd name="connsiteX2" fmla="*/ 37539 w 41981"/>
                  <a:gd name="connsiteY2" fmla="*/ 21123 h 41981"/>
                  <a:gd name="connsiteX3" fmla="*/ 21349 w 41981"/>
                  <a:gd name="connsiteY3" fmla="*/ 37314 h 41981"/>
                  <a:gd name="connsiteX4" fmla="*/ 5159 w 41981"/>
                  <a:gd name="connsiteY4" fmla="*/ 21123 h 41981"/>
                  <a:gd name="connsiteX5" fmla="*/ 21349 w 41981"/>
                  <a:gd name="connsiteY5" fmla="*/ 4933 h 41981"/>
                  <a:gd name="connsiteX6" fmla="*/ 21349 w 41981"/>
                  <a:gd name="connsiteY6" fmla="*/ 133 h 41981"/>
                  <a:gd name="connsiteX7" fmla="*/ 359 w 41981"/>
                  <a:gd name="connsiteY7" fmla="*/ 21123 h 41981"/>
                  <a:gd name="connsiteX8" fmla="*/ 21349 w 41981"/>
                  <a:gd name="connsiteY8" fmla="*/ 42114 h 41981"/>
                  <a:gd name="connsiteX9" fmla="*/ 42340 w 41981"/>
                  <a:gd name="connsiteY9" fmla="*/ 21123 h 41981"/>
                  <a:gd name="connsiteX10" fmla="*/ 42340 w 41981"/>
                  <a:gd name="connsiteY10" fmla="*/ 21123 h 41981"/>
                  <a:gd name="connsiteX11" fmla="*/ 21349 w 41981"/>
                  <a:gd name="connsiteY11" fmla="*/ 13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9" y="4933"/>
                    </a:moveTo>
                    <a:cubicBezTo>
                      <a:pt x="30291" y="4933"/>
                      <a:pt x="37539" y="12182"/>
                      <a:pt x="37539" y="21123"/>
                    </a:cubicBezTo>
                    <a:lnTo>
                      <a:pt x="37539" y="21123"/>
                    </a:lnTo>
                    <a:cubicBezTo>
                      <a:pt x="37539" y="30065"/>
                      <a:pt x="30291" y="37314"/>
                      <a:pt x="21349" y="37314"/>
                    </a:cubicBezTo>
                    <a:cubicBezTo>
                      <a:pt x="12407" y="37314"/>
                      <a:pt x="5159" y="30065"/>
                      <a:pt x="5159" y="21123"/>
                    </a:cubicBezTo>
                    <a:cubicBezTo>
                      <a:pt x="5159" y="12182"/>
                      <a:pt x="12407" y="4933"/>
                      <a:pt x="21349" y="4933"/>
                    </a:cubicBezTo>
                    <a:close/>
                    <a:moveTo>
                      <a:pt x="21349" y="133"/>
                    </a:moveTo>
                    <a:cubicBezTo>
                      <a:pt x="9757" y="133"/>
                      <a:pt x="359" y="9531"/>
                      <a:pt x="359" y="21123"/>
                    </a:cubicBezTo>
                    <a:cubicBezTo>
                      <a:pt x="359" y="32716"/>
                      <a:pt x="9757" y="42114"/>
                      <a:pt x="21349" y="42114"/>
                    </a:cubicBezTo>
                    <a:cubicBezTo>
                      <a:pt x="32942" y="42114"/>
                      <a:pt x="42340" y="32716"/>
                      <a:pt x="42340" y="21123"/>
                    </a:cubicBezTo>
                    <a:lnTo>
                      <a:pt x="42340" y="21123"/>
                    </a:lnTo>
                    <a:cubicBezTo>
                      <a:pt x="42340" y="9531"/>
                      <a:pt x="32942" y="133"/>
                      <a:pt x="21349" y="133"/>
                    </a:cubicBezTo>
                    <a:close/>
                  </a:path>
                </a:pathLst>
              </a:custGeom>
              <a:solidFill>
                <a:srgbClr val="000000"/>
              </a:solidFill>
              <a:ln w="4794" cap="sq">
                <a:noFill/>
                <a:prstDash val="solid"/>
                <a:round/>
              </a:ln>
            </p:spPr>
            <p:txBody>
              <a:bodyPr rtlCol="0" anchor="ctr"/>
              <a:lstStyle/>
              <a:p>
                <a:endParaRPr lang="en-US"/>
              </a:p>
            </p:txBody>
          </p:sp>
          <p:sp>
            <p:nvSpPr>
              <p:cNvPr id="3010" name="Freeform: Shape 3009">
                <a:extLst>
                  <a:ext uri="{FF2B5EF4-FFF2-40B4-BE49-F238E27FC236}">
                    <a16:creationId xmlns:a16="http://schemas.microsoft.com/office/drawing/2014/main" id="{17BB4E1F-346E-0F9B-F014-975D11C86E8D}"/>
                  </a:ext>
                </a:extLst>
              </p:cNvPr>
              <p:cNvSpPr/>
              <p:nvPr/>
            </p:nvSpPr>
            <p:spPr>
              <a:xfrm>
                <a:off x="7690541" y="8088399"/>
                <a:ext cx="37180" cy="37180"/>
              </a:xfrm>
              <a:custGeom>
                <a:avLst/>
                <a:gdLst>
                  <a:gd name="connsiteX0" fmla="*/ 37440 w 37180"/>
                  <a:gd name="connsiteY0" fmla="*/ 18779 h 37180"/>
                  <a:gd name="connsiteX1" fmla="*/ 18850 w 37180"/>
                  <a:gd name="connsiteY1" fmla="*/ 37369 h 37180"/>
                  <a:gd name="connsiteX2" fmla="*/ 259 w 37180"/>
                  <a:gd name="connsiteY2" fmla="*/ 18779 h 37180"/>
                  <a:gd name="connsiteX3" fmla="*/ 18850 w 37180"/>
                  <a:gd name="connsiteY3" fmla="*/ 188 h 37180"/>
                  <a:gd name="connsiteX4" fmla="*/ 37440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79"/>
                    </a:moveTo>
                    <a:cubicBezTo>
                      <a:pt x="37440" y="29046"/>
                      <a:pt x="29117" y="37369"/>
                      <a:pt x="18850" y="37369"/>
                    </a:cubicBezTo>
                    <a:cubicBezTo>
                      <a:pt x="8583" y="37369"/>
                      <a:pt x="259" y="29046"/>
                      <a:pt x="259" y="18779"/>
                    </a:cubicBezTo>
                    <a:cubicBezTo>
                      <a:pt x="259" y="8512"/>
                      <a:pt x="8583" y="188"/>
                      <a:pt x="18850" y="188"/>
                    </a:cubicBezTo>
                    <a:cubicBezTo>
                      <a:pt x="29117" y="188"/>
                      <a:pt x="37440" y="8512"/>
                      <a:pt x="37440" y="18779"/>
                    </a:cubicBezTo>
                    <a:close/>
                  </a:path>
                </a:pathLst>
              </a:custGeom>
              <a:solidFill>
                <a:srgbClr val="F7F0F0"/>
              </a:solidFill>
              <a:ln w="5753" cap="sq">
                <a:noFill/>
                <a:prstDash val="solid"/>
                <a:miter/>
              </a:ln>
            </p:spPr>
            <p:txBody>
              <a:bodyPr rtlCol="0" anchor="ctr"/>
              <a:lstStyle/>
              <a:p>
                <a:endParaRPr lang="en-US"/>
              </a:p>
            </p:txBody>
          </p:sp>
          <p:sp>
            <p:nvSpPr>
              <p:cNvPr id="3011" name="Freeform: Shape 3010">
                <a:extLst>
                  <a:ext uri="{FF2B5EF4-FFF2-40B4-BE49-F238E27FC236}">
                    <a16:creationId xmlns:a16="http://schemas.microsoft.com/office/drawing/2014/main" id="{7600665F-14EB-579D-E229-C51F6E4E7746}"/>
                  </a:ext>
                </a:extLst>
              </p:cNvPr>
              <p:cNvSpPr/>
              <p:nvPr/>
            </p:nvSpPr>
            <p:spPr>
              <a:xfrm>
                <a:off x="7688141" y="8085999"/>
                <a:ext cx="41981" cy="41981"/>
              </a:xfrm>
              <a:custGeom>
                <a:avLst/>
                <a:gdLst>
                  <a:gd name="connsiteX0" fmla="*/ 21250 w 41981"/>
                  <a:gd name="connsiteY0" fmla="*/ 4989 h 41981"/>
                  <a:gd name="connsiteX1" fmla="*/ 37440 w 41981"/>
                  <a:gd name="connsiteY1" fmla="*/ 21179 h 41981"/>
                  <a:gd name="connsiteX2" fmla="*/ 37440 w 41981"/>
                  <a:gd name="connsiteY2" fmla="*/ 21179 h 41981"/>
                  <a:gd name="connsiteX3" fmla="*/ 21250 w 41981"/>
                  <a:gd name="connsiteY3" fmla="*/ 37369 h 41981"/>
                  <a:gd name="connsiteX4" fmla="*/ 5060 w 41981"/>
                  <a:gd name="connsiteY4" fmla="*/ 21179 h 41981"/>
                  <a:gd name="connsiteX5" fmla="*/ 21250 w 41981"/>
                  <a:gd name="connsiteY5" fmla="*/ 4989 h 41981"/>
                  <a:gd name="connsiteX6" fmla="*/ 21250 w 41981"/>
                  <a:gd name="connsiteY6" fmla="*/ 188 h 41981"/>
                  <a:gd name="connsiteX7" fmla="*/ 259 w 41981"/>
                  <a:gd name="connsiteY7" fmla="*/ 21179 h 41981"/>
                  <a:gd name="connsiteX8" fmla="*/ 21250 w 41981"/>
                  <a:gd name="connsiteY8" fmla="*/ 42170 h 41981"/>
                  <a:gd name="connsiteX9" fmla="*/ 42241 w 41981"/>
                  <a:gd name="connsiteY9" fmla="*/ 21179 h 41981"/>
                  <a:gd name="connsiteX10" fmla="*/ 42241 w 41981"/>
                  <a:gd name="connsiteY10" fmla="*/ 21179 h 41981"/>
                  <a:gd name="connsiteX11" fmla="*/ 21250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89"/>
                    </a:moveTo>
                    <a:cubicBezTo>
                      <a:pt x="30192" y="4989"/>
                      <a:pt x="37440" y="12237"/>
                      <a:pt x="37440" y="21179"/>
                    </a:cubicBezTo>
                    <a:lnTo>
                      <a:pt x="37440" y="21179"/>
                    </a:lnTo>
                    <a:cubicBezTo>
                      <a:pt x="37440" y="30121"/>
                      <a:pt x="30192" y="37369"/>
                      <a:pt x="21250" y="37369"/>
                    </a:cubicBezTo>
                    <a:cubicBezTo>
                      <a:pt x="12308" y="37369"/>
                      <a:pt x="5060" y="30121"/>
                      <a:pt x="5060" y="21179"/>
                    </a:cubicBezTo>
                    <a:cubicBezTo>
                      <a:pt x="5060" y="12237"/>
                      <a:pt x="12308" y="4989"/>
                      <a:pt x="21250" y="4989"/>
                    </a:cubicBezTo>
                    <a:close/>
                    <a:moveTo>
                      <a:pt x="21250" y="188"/>
                    </a:moveTo>
                    <a:cubicBezTo>
                      <a:pt x="9658" y="188"/>
                      <a:pt x="259" y="9587"/>
                      <a:pt x="259" y="21179"/>
                    </a:cubicBezTo>
                    <a:cubicBezTo>
                      <a:pt x="259" y="32772"/>
                      <a:pt x="9658" y="42170"/>
                      <a:pt x="21250" y="42170"/>
                    </a:cubicBezTo>
                    <a:cubicBezTo>
                      <a:pt x="32843" y="42170"/>
                      <a:pt x="42241" y="32772"/>
                      <a:pt x="42241" y="21179"/>
                    </a:cubicBezTo>
                    <a:lnTo>
                      <a:pt x="42241" y="21179"/>
                    </a:lnTo>
                    <a:cubicBezTo>
                      <a:pt x="42241" y="9587"/>
                      <a:pt x="32843" y="188"/>
                      <a:pt x="21250" y="188"/>
                    </a:cubicBezTo>
                    <a:close/>
                  </a:path>
                </a:pathLst>
              </a:custGeom>
              <a:solidFill>
                <a:srgbClr val="000000"/>
              </a:solidFill>
              <a:ln w="4794" cap="sq">
                <a:noFill/>
                <a:prstDash val="solid"/>
                <a:round/>
              </a:ln>
            </p:spPr>
            <p:txBody>
              <a:bodyPr rtlCol="0" anchor="ctr"/>
              <a:lstStyle/>
              <a:p>
                <a:endParaRPr lang="en-US"/>
              </a:p>
            </p:txBody>
          </p:sp>
          <p:sp>
            <p:nvSpPr>
              <p:cNvPr id="3012" name="Freeform: Shape 3011">
                <a:extLst>
                  <a:ext uri="{FF2B5EF4-FFF2-40B4-BE49-F238E27FC236}">
                    <a16:creationId xmlns:a16="http://schemas.microsoft.com/office/drawing/2014/main" id="{4FE89B93-DB0F-B302-87E9-DD5C7506ADB8}"/>
                  </a:ext>
                </a:extLst>
              </p:cNvPr>
              <p:cNvSpPr/>
              <p:nvPr/>
            </p:nvSpPr>
            <p:spPr>
              <a:xfrm>
                <a:off x="7764926" y="7968044"/>
                <a:ext cx="37180" cy="37180"/>
              </a:xfrm>
              <a:custGeom>
                <a:avLst/>
                <a:gdLst>
                  <a:gd name="connsiteX0" fmla="*/ 37453 w 37180"/>
                  <a:gd name="connsiteY0" fmla="*/ 18758 h 37180"/>
                  <a:gd name="connsiteX1" fmla="*/ 18863 w 37180"/>
                  <a:gd name="connsiteY1" fmla="*/ 37348 h 37180"/>
                  <a:gd name="connsiteX2" fmla="*/ 272 w 37180"/>
                  <a:gd name="connsiteY2" fmla="*/ 18758 h 37180"/>
                  <a:gd name="connsiteX3" fmla="*/ 18863 w 37180"/>
                  <a:gd name="connsiteY3" fmla="*/ 168 h 37180"/>
                  <a:gd name="connsiteX4" fmla="*/ 37453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8"/>
                    </a:moveTo>
                    <a:cubicBezTo>
                      <a:pt x="37453" y="29025"/>
                      <a:pt x="29130" y="37348"/>
                      <a:pt x="18863" y="37348"/>
                    </a:cubicBezTo>
                    <a:cubicBezTo>
                      <a:pt x="8596" y="37348"/>
                      <a:pt x="272" y="29025"/>
                      <a:pt x="272" y="18758"/>
                    </a:cubicBezTo>
                    <a:cubicBezTo>
                      <a:pt x="272" y="8491"/>
                      <a:pt x="8596" y="168"/>
                      <a:pt x="18863" y="168"/>
                    </a:cubicBezTo>
                    <a:cubicBezTo>
                      <a:pt x="29130" y="168"/>
                      <a:pt x="37453" y="8491"/>
                      <a:pt x="37453" y="18758"/>
                    </a:cubicBezTo>
                    <a:close/>
                  </a:path>
                </a:pathLst>
              </a:custGeom>
              <a:solidFill>
                <a:srgbClr val="F7F4F4"/>
              </a:solidFill>
              <a:ln w="5753" cap="sq">
                <a:noFill/>
                <a:prstDash val="solid"/>
                <a:miter/>
              </a:ln>
            </p:spPr>
            <p:txBody>
              <a:bodyPr rtlCol="0" anchor="ctr"/>
              <a:lstStyle/>
              <a:p>
                <a:endParaRPr lang="en-US"/>
              </a:p>
            </p:txBody>
          </p:sp>
          <p:sp>
            <p:nvSpPr>
              <p:cNvPr id="3013" name="Freeform: Shape 3012">
                <a:extLst>
                  <a:ext uri="{FF2B5EF4-FFF2-40B4-BE49-F238E27FC236}">
                    <a16:creationId xmlns:a16="http://schemas.microsoft.com/office/drawing/2014/main" id="{22803E16-EDBB-84A3-C461-84ABFDFAC56D}"/>
                  </a:ext>
                </a:extLst>
              </p:cNvPr>
              <p:cNvSpPr/>
              <p:nvPr/>
            </p:nvSpPr>
            <p:spPr>
              <a:xfrm>
                <a:off x="7762525" y="7965644"/>
                <a:ext cx="41981" cy="41981"/>
              </a:xfrm>
              <a:custGeom>
                <a:avLst/>
                <a:gdLst>
                  <a:gd name="connsiteX0" fmla="*/ 21263 w 41981"/>
                  <a:gd name="connsiteY0" fmla="*/ 4968 h 41981"/>
                  <a:gd name="connsiteX1" fmla="*/ 37453 w 41981"/>
                  <a:gd name="connsiteY1" fmla="*/ 21158 h 41981"/>
                  <a:gd name="connsiteX2" fmla="*/ 37453 w 41981"/>
                  <a:gd name="connsiteY2" fmla="*/ 21158 h 41981"/>
                  <a:gd name="connsiteX3" fmla="*/ 21263 w 41981"/>
                  <a:gd name="connsiteY3" fmla="*/ 37348 h 41981"/>
                  <a:gd name="connsiteX4" fmla="*/ 5073 w 41981"/>
                  <a:gd name="connsiteY4" fmla="*/ 21158 h 41981"/>
                  <a:gd name="connsiteX5" fmla="*/ 21263 w 41981"/>
                  <a:gd name="connsiteY5" fmla="*/ 4968 h 41981"/>
                  <a:gd name="connsiteX6" fmla="*/ 21263 w 41981"/>
                  <a:gd name="connsiteY6" fmla="*/ 168 h 41981"/>
                  <a:gd name="connsiteX7" fmla="*/ 272 w 41981"/>
                  <a:gd name="connsiteY7" fmla="*/ 21158 h 41981"/>
                  <a:gd name="connsiteX8" fmla="*/ 21263 w 41981"/>
                  <a:gd name="connsiteY8" fmla="*/ 42149 h 41981"/>
                  <a:gd name="connsiteX9" fmla="*/ 42254 w 41981"/>
                  <a:gd name="connsiteY9" fmla="*/ 21158 h 41981"/>
                  <a:gd name="connsiteX10" fmla="*/ 42254 w 41981"/>
                  <a:gd name="connsiteY10" fmla="*/ 21158 h 41981"/>
                  <a:gd name="connsiteX11" fmla="*/ 21263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8"/>
                    </a:moveTo>
                    <a:cubicBezTo>
                      <a:pt x="30205" y="4968"/>
                      <a:pt x="37453" y="12216"/>
                      <a:pt x="37453" y="21158"/>
                    </a:cubicBezTo>
                    <a:lnTo>
                      <a:pt x="37453" y="21158"/>
                    </a:lnTo>
                    <a:cubicBezTo>
                      <a:pt x="37453" y="30100"/>
                      <a:pt x="30205" y="37348"/>
                      <a:pt x="21263" y="37348"/>
                    </a:cubicBezTo>
                    <a:cubicBezTo>
                      <a:pt x="12321" y="37348"/>
                      <a:pt x="5073" y="30100"/>
                      <a:pt x="5073" y="21158"/>
                    </a:cubicBezTo>
                    <a:cubicBezTo>
                      <a:pt x="5073" y="12216"/>
                      <a:pt x="12321" y="4968"/>
                      <a:pt x="21263" y="4968"/>
                    </a:cubicBezTo>
                    <a:close/>
                    <a:moveTo>
                      <a:pt x="21263" y="168"/>
                    </a:moveTo>
                    <a:cubicBezTo>
                      <a:pt x="9670" y="168"/>
                      <a:pt x="272" y="9566"/>
                      <a:pt x="272" y="21158"/>
                    </a:cubicBezTo>
                    <a:cubicBezTo>
                      <a:pt x="272" y="32751"/>
                      <a:pt x="9670" y="42149"/>
                      <a:pt x="21263" y="42149"/>
                    </a:cubicBezTo>
                    <a:cubicBezTo>
                      <a:pt x="32856" y="42149"/>
                      <a:pt x="42254" y="32751"/>
                      <a:pt x="42254" y="21158"/>
                    </a:cubicBezTo>
                    <a:lnTo>
                      <a:pt x="42254" y="21158"/>
                    </a:lnTo>
                    <a:cubicBezTo>
                      <a:pt x="42254" y="9566"/>
                      <a:pt x="32856" y="168"/>
                      <a:pt x="21263" y="168"/>
                    </a:cubicBezTo>
                    <a:close/>
                  </a:path>
                </a:pathLst>
              </a:custGeom>
              <a:solidFill>
                <a:srgbClr val="000000"/>
              </a:solidFill>
              <a:ln w="4794" cap="sq">
                <a:noFill/>
                <a:prstDash val="solid"/>
                <a:round/>
              </a:ln>
            </p:spPr>
            <p:txBody>
              <a:bodyPr rtlCol="0" anchor="ctr"/>
              <a:lstStyle/>
              <a:p>
                <a:endParaRPr lang="en-US"/>
              </a:p>
            </p:txBody>
          </p:sp>
          <p:sp>
            <p:nvSpPr>
              <p:cNvPr id="3014" name="Freeform: Shape 3013">
                <a:extLst>
                  <a:ext uri="{FF2B5EF4-FFF2-40B4-BE49-F238E27FC236}">
                    <a16:creationId xmlns:a16="http://schemas.microsoft.com/office/drawing/2014/main" id="{EC5C513B-8785-F900-F5CC-4129F34236D6}"/>
                  </a:ext>
                </a:extLst>
              </p:cNvPr>
              <p:cNvSpPr/>
              <p:nvPr/>
            </p:nvSpPr>
            <p:spPr>
              <a:xfrm>
                <a:off x="7843855" y="7879668"/>
                <a:ext cx="37180" cy="37180"/>
              </a:xfrm>
              <a:custGeom>
                <a:avLst/>
                <a:gdLst>
                  <a:gd name="connsiteX0" fmla="*/ 37467 w 37180"/>
                  <a:gd name="connsiteY0" fmla="*/ 18743 h 37180"/>
                  <a:gd name="connsiteX1" fmla="*/ 18877 w 37180"/>
                  <a:gd name="connsiteY1" fmla="*/ 37333 h 37180"/>
                  <a:gd name="connsiteX2" fmla="*/ 286 w 37180"/>
                  <a:gd name="connsiteY2" fmla="*/ 18743 h 37180"/>
                  <a:gd name="connsiteX3" fmla="*/ 18877 w 37180"/>
                  <a:gd name="connsiteY3" fmla="*/ 152 h 37180"/>
                  <a:gd name="connsiteX4" fmla="*/ 37467 w 37180"/>
                  <a:gd name="connsiteY4" fmla="*/ 1874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7" y="18743"/>
                    </a:moveTo>
                    <a:cubicBezTo>
                      <a:pt x="37467" y="29010"/>
                      <a:pt x="29144" y="37333"/>
                      <a:pt x="18877" y="37333"/>
                    </a:cubicBezTo>
                    <a:cubicBezTo>
                      <a:pt x="8609" y="37333"/>
                      <a:pt x="286" y="29010"/>
                      <a:pt x="286" y="18743"/>
                    </a:cubicBezTo>
                    <a:cubicBezTo>
                      <a:pt x="286" y="8475"/>
                      <a:pt x="8609" y="152"/>
                      <a:pt x="18877" y="152"/>
                    </a:cubicBezTo>
                    <a:cubicBezTo>
                      <a:pt x="29144" y="152"/>
                      <a:pt x="37467" y="8475"/>
                      <a:pt x="37467" y="18743"/>
                    </a:cubicBezTo>
                    <a:close/>
                  </a:path>
                </a:pathLst>
              </a:custGeom>
              <a:solidFill>
                <a:srgbClr val="DEF7DE"/>
              </a:solidFill>
              <a:ln w="5753" cap="sq">
                <a:noFill/>
                <a:prstDash val="solid"/>
                <a:miter/>
              </a:ln>
            </p:spPr>
            <p:txBody>
              <a:bodyPr rtlCol="0" anchor="ctr"/>
              <a:lstStyle/>
              <a:p>
                <a:endParaRPr lang="en-US"/>
              </a:p>
            </p:txBody>
          </p:sp>
          <p:sp>
            <p:nvSpPr>
              <p:cNvPr id="3015" name="Freeform: Shape 3014">
                <a:extLst>
                  <a:ext uri="{FF2B5EF4-FFF2-40B4-BE49-F238E27FC236}">
                    <a16:creationId xmlns:a16="http://schemas.microsoft.com/office/drawing/2014/main" id="{75CF8D21-9DAF-DA41-6D93-3776AAC8CF6C}"/>
                  </a:ext>
                </a:extLst>
              </p:cNvPr>
              <p:cNvSpPr/>
              <p:nvPr/>
            </p:nvSpPr>
            <p:spPr>
              <a:xfrm>
                <a:off x="7841455" y="7877268"/>
                <a:ext cx="41981" cy="41981"/>
              </a:xfrm>
              <a:custGeom>
                <a:avLst/>
                <a:gdLst>
                  <a:gd name="connsiteX0" fmla="*/ 21277 w 41981"/>
                  <a:gd name="connsiteY0" fmla="*/ 4953 h 41981"/>
                  <a:gd name="connsiteX1" fmla="*/ 37467 w 41981"/>
                  <a:gd name="connsiteY1" fmla="*/ 21143 h 41981"/>
                  <a:gd name="connsiteX2" fmla="*/ 37467 w 41981"/>
                  <a:gd name="connsiteY2" fmla="*/ 21143 h 41981"/>
                  <a:gd name="connsiteX3" fmla="*/ 21277 w 41981"/>
                  <a:gd name="connsiteY3" fmla="*/ 37333 h 41981"/>
                  <a:gd name="connsiteX4" fmla="*/ 5086 w 41981"/>
                  <a:gd name="connsiteY4" fmla="*/ 21143 h 41981"/>
                  <a:gd name="connsiteX5" fmla="*/ 21277 w 41981"/>
                  <a:gd name="connsiteY5" fmla="*/ 4953 h 41981"/>
                  <a:gd name="connsiteX6" fmla="*/ 21277 w 41981"/>
                  <a:gd name="connsiteY6" fmla="*/ 152 h 41981"/>
                  <a:gd name="connsiteX7" fmla="*/ 286 w 41981"/>
                  <a:gd name="connsiteY7" fmla="*/ 21143 h 41981"/>
                  <a:gd name="connsiteX8" fmla="*/ 21277 w 41981"/>
                  <a:gd name="connsiteY8" fmla="*/ 42133 h 41981"/>
                  <a:gd name="connsiteX9" fmla="*/ 42267 w 41981"/>
                  <a:gd name="connsiteY9" fmla="*/ 21143 h 41981"/>
                  <a:gd name="connsiteX10" fmla="*/ 42267 w 41981"/>
                  <a:gd name="connsiteY10" fmla="*/ 21143 h 41981"/>
                  <a:gd name="connsiteX11" fmla="*/ 21277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7" y="4953"/>
                    </a:moveTo>
                    <a:cubicBezTo>
                      <a:pt x="30219" y="4953"/>
                      <a:pt x="37467" y="12201"/>
                      <a:pt x="37467" y="21143"/>
                    </a:cubicBezTo>
                    <a:lnTo>
                      <a:pt x="37467" y="21143"/>
                    </a:lnTo>
                    <a:cubicBezTo>
                      <a:pt x="37467" y="30085"/>
                      <a:pt x="30219" y="37333"/>
                      <a:pt x="21277" y="37333"/>
                    </a:cubicBezTo>
                    <a:cubicBezTo>
                      <a:pt x="12335" y="37333"/>
                      <a:pt x="5086" y="30085"/>
                      <a:pt x="5086" y="21143"/>
                    </a:cubicBezTo>
                    <a:cubicBezTo>
                      <a:pt x="5086" y="12201"/>
                      <a:pt x="12335" y="4953"/>
                      <a:pt x="21277" y="4953"/>
                    </a:cubicBezTo>
                    <a:close/>
                    <a:moveTo>
                      <a:pt x="21277" y="152"/>
                    </a:moveTo>
                    <a:cubicBezTo>
                      <a:pt x="9684" y="152"/>
                      <a:pt x="286" y="9550"/>
                      <a:pt x="286" y="21143"/>
                    </a:cubicBezTo>
                    <a:cubicBezTo>
                      <a:pt x="286" y="32735"/>
                      <a:pt x="9684" y="42133"/>
                      <a:pt x="21277" y="42133"/>
                    </a:cubicBezTo>
                    <a:cubicBezTo>
                      <a:pt x="32869" y="42133"/>
                      <a:pt x="42267" y="32735"/>
                      <a:pt x="42267" y="21143"/>
                    </a:cubicBezTo>
                    <a:lnTo>
                      <a:pt x="42267" y="21143"/>
                    </a:lnTo>
                    <a:cubicBezTo>
                      <a:pt x="42267" y="9550"/>
                      <a:pt x="32869" y="152"/>
                      <a:pt x="21277" y="152"/>
                    </a:cubicBezTo>
                    <a:close/>
                  </a:path>
                </a:pathLst>
              </a:custGeom>
              <a:solidFill>
                <a:srgbClr val="000000"/>
              </a:solidFill>
              <a:ln w="4794" cap="sq">
                <a:noFill/>
                <a:prstDash val="solid"/>
                <a:round/>
              </a:ln>
            </p:spPr>
            <p:txBody>
              <a:bodyPr rtlCol="0" anchor="ctr"/>
              <a:lstStyle/>
              <a:p>
                <a:endParaRPr lang="en-US"/>
              </a:p>
            </p:txBody>
          </p:sp>
          <p:sp>
            <p:nvSpPr>
              <p:cNvPr id="3016" name="Freeform: Shape 3015">
                <a:extLst>
                  <a:ext uri="{FF2B5EF4-FFF2-40B4-BE49-F238E27FC236}">
                    <a16:creationId xmlns:a16="http://schemas.microsoft.com/office/drawing/2014/main" id="{90256C3E-4029-72F3-8AB8-2A607433040B}"/>
                  </a:ext>
                </a:extLst>
              </p:cNvPr>
              <p:cNvSpPr/>
              <p:nvPr/>
            </p:nvSpPr>
            <p:spPr>
              <a:xfrm>
                <a:off x="7626818" y="7831797"/>
                <a:ext cx="37180" cy="37180"/>
              </a:xfrm>
              <a:custGeom>
                <a:avLst/>
                <a:gdLst>
                  <a:gd name="connsiteX0" fmla="*/ 37429 w 37180"/>
                  <a:gd name="connsiteY0" fmla="*/ 18734 h 37180"/>
                  <a:gd name="connsiteX1" fmla="*/ 18839 w 37180"/>
                  <a:gd name="connsiteY1" fmla="*/ 37325 h 37180"/>
                  <a:gd name="connsiteX2" fmla="*/ 248 w 37180"/>
                  <a:gd name="connsiteY2" fmla="*/ 18734 h 37180"/>
                  <a:gd name="connsiteX3" fmla="*/ 18839 w 37180"/>
                  <a:gd name="connsiteY3" fmla="*/ 144 h 37180"/>
                  <a:gd name="connsiteX4" fmla="*/ 37429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34"/>
                    </a:moveTo>
                    <a:cubicBezTo>
                      <a:pt x="37429" y="29002"/>
                      <a:pt x="29106" y="37325"/>
                      <a:pt x="18839" y="37325"/>
                    </a:cubicBezTo>
                    <a:cubicBezTo>
                      <a:pt x="8572" y="37325"/>
                      <a:pt x="248" y="29002"/>
                      <a:pt x="248" y="18734"/>
                    </a:cubicBezTo>
                    <a:cubicBezTo>
                      <a:pt x="248" y="8467"/>
                      <a:pt x="8572" y="144"/>
                      <a:pt x="18839" y="144"/>
                    </a:cubicBezTo>
                    <a:cubicBezTo>
                      <a:pt x="29106" y="144"/>
                      <a:pt x="37429" y="8467"/>
                      <a:pt x="37429" y="18734"/>
                    </a:cubicBezTo>
                    <a:close/>
                  </a:path>
                </a:pathLst>
              </a:custGeom>
              <a:solidFill>
                <a:srgbClr val="F7E6E6"/>
              </a:solidFill>
              <a:ln w="5753" cap="sq">
                <a:noFill/>
                <a:prstDash val="solid"/>
                <a:miter/>
              </a:ln>
            </p:spPr>
            <p:txBody>
              <a:bodyPr rtlCol="0" anchor="ctr"/>
              <a:lstStyle/>
              <a:p>
                <a:endParaRPr lang="en-US"/>
              </a:p>
            </p:txBody>
          </p:sp>
          <p:sp>
            <p:nvSpPr>
              <p:cNvPr id="3017" name="Freeform: Shape 3016">
                <a:extLst>
                  <a:ext uri="{FF2B5EF4-FFF2-40B4-BE49-F238E27FC236}">
                    <a16:creationId xmlns:a16="http://schemas.microsoft.com/office/drawing/2014/main" id="{893E7E40-93A8-A058-FD21-0D4A26E5B30A}"/>
                  </a:ext>
                </a:extLst>
              </p:cNvPr>
              <p:cNvSpPr/>
              <p:nvPr/>
            </p:nvSpPr>
            <p:spPr>
              <a:xfrm>
                <a:off x="7624418" y="7829397"/>
                <a:ext cx="41981" cy="41981"/>
              </a:xfrm>
              <a:custGeom>
                <a:avLst/>
                <a:gdLst>
                  <a:gd name="connsiteX0" fmla="*/ 21239 w 41981"/>
                  <a:gd name="connsiteY0" fmla="*/ 4944 h 41981"/>
                  <a:gd name="connsiteX1" fmla="*/ 37429 w 41981"/>
                  <a:gd name="connsiteY1" fmla="*/ 21135 h 41981"/>
                  <a:gd name="connsiteX2" fmla="*/ 37429 w 41981"/>
                  <a:gd name="connsiteY2" fmla="*/ 21135 h 41981"/>
                  <a:gd name="connsiteX3" fmla="*/ 21239 w 41981"/>
                  <a:gd name="connsiteY3" fmla="*/ 37325 h 41981"/>
                  <a:gd name="connsiteX4" fmla="*/ 5049 w 41981"/>
                  <a:gd name="connsiteY4" fmla="*/ 21135 h 41981"/>
                  <a:gd name="connsiteX5" fmla="*/ 21239 w 41981"/>
                  <a:gd name="connsiteY5" fmla="*/ 4944 h 41981"/>
                  <a:gd name="connsiteX6" fmla="*/ 21239 w 41981"/>
                  <a:gd name="connsiteY6" fmla="*/ 144 h 41981"/>
                  <a:gd name="connsiteX7" fmla="*/ 248 w 41981"/>
                  <a:gd name="connsiteY7" fmla="*/ 21135 h 41981"/>
                  <a:gd name="connsiteX8" fmla="*/ 21239 w 41981"/>
                  <a:gd name="connsiteY8" fmla="*/ 42125 h 41981"/>
                  <a:gd name="connsiteX9" fmla="*/ 42230 w 41981"/>
                  <a:gd name="connsiteY9" fmla="*/ 21135 h 41981"/>
                  <a:gd name="connsiteX10" fmla="*/ 42230 w 41981"/>
                  <a:gd name="connsiteY10" fmla="*/ 21135 h 41981"/>
                  <a:gd name="connsiteX11" fmla="*/ 2123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44"/>
                    </a:moveTo>
                    <a:cubicBezTo>
                      <a:pt x="30181" y="4944"/>
                      <a:pt x="37429" y="12193"/>
                      <a:pt x="37429" y="21135"/>
                    </a:cubicBezTo>
                    <a:lnTo>
                      <a:pt x="37429" y="21135"/>
                    </a:lnTo>
                    <a:cubicBezTo>
                      <a:pt x="37429" y="30076"/>
                      <a:pt x="30181" y="37325"/>
                      <a:pt x="21239" y="37325"/>
                    </a:cubicBezTo>
                    <a:cubicBezTo>
                      <a:pt x="12297" y="37325"/>
                      <a:pt x="5049" y="30076"/>
                      <a:pt x="5049" y="21135"/>
                    </a:cubicBezTo>
                    <a:cubicBezTo>
                      <a:pt x="5049" y="12193"/>
                      <a:pt x="12297" y="4944"/>
                      <a:pt x="21239" y="4944"/>
                    </a:cubicBezTo>
                    <a:close/>
                    <a:moveTo>
                      <a:pt x="21239" y="144"/>
                    </a:moveTo>
                    <a:cubicBezTo>
                      <a:pt x="9646" y="144"/>
                      <a:pt x="248" y="9542"/>
                      <a:pt x="248" y="21135"/>
                    </a:cubicBezTo>
                    <a:cubicBezTo>
                      <a:pt x="248" y="32727"/>
                      <a:pt x="9646" y="42125"/>
                      <a:pt x="21239" y="42125"/>
                    </a:cubicBezTo>
                    <a:cubicBezTo>
                      <a:pt x="32832" y="42125"/>
                      <a:pt x="42230" y="32727"/>
                      <a:pt x="42230" y="21135"/>
                    </a:cubicBezTo>
                    <a:lnTo>
                      <a:pt x="42230" y="21135"/>
                    </a:lnTo>
                    <a:cubicBezTo>
                      <a:pt x="42230" y="9542"/>
                      <a:pt x="32832" y="144"/>
                      <a:pt x="21239" y="144"/>
                    </a:cubicBezTo>
                    <a:close/>
                  </a:path>
                </a:pathLst>
              </a:custGeom>
              <a:solidFill>
                <a:srgbClr val="000000"/>
              </a:solidFill>
              <a:ln w="4794" cap="sq">
                <a:noFill/>
                <a:prstDash val="solid"/>
                <a:round/>
              </a:ln>
            </p:spPr>
            <p:txBody>
              <a:bodyPr rtlCol="0" anchor="ctr"/>
              <a:lstStyle/>
              <a:p>
                <a:endParaRPr lang="en-US"/>
              </a:p>
            </p:txBody>
          </p:sp>
          <p:sp>
            <p:nvSpPr>
              <p:cNvPr id="3018" name="Freeform: Shape 3017">
                <a:extLst>
                  <a:ext uri="{FF2B5EF4-FFF2-40B4-BE49-F238E27FC236}">
                    <a16:creationId xmlns:a16="http://schemas.microsoft.com/office/drawing/2014/main" id="{7841EB5B-1414-3357-3253-8EDAD7632FD8}"/>
                  </a:ext>
                </a:extLst>
              </p:cNvPr>
              <p:cNvSpPr/>
              <p:nvPr/>
            </p:nvSpPr>
            <p:spPr>
              <a:xfrm>
                <a:off x="7824092" y="7859376"/>
                <a:ext cx="37180" cy="37180"/>
              </a:xfrm>
              <a:custGeom>
                <a:avLst/>
                <a:gdLst>
                  <a:gd name="connsiteX0" fmla="*/ 37463 w 37180"/>
                  <a:gd name="connsiteY0" fmla="*/ 18739 h 37180"/>
                  <a:gd name="connsiteX1" fmla="*/ 18873 w 37180"/>
                  <a:gd name="connsiteY1" fmla="*/ 37330 h 37180"/>
                  <a:gd name="connsiteX2" fmla="*/ 283 w 37180"/>
                  <a:gd name="connsiteY2" fmla="*/ 18739 h 37180"/>
                  <a:gd name="connsiteX3" fmla="*/ 18873 w 37180"/>
                  <a:gd name="connsiteY3" fmla="*/ 149 h 37180"/>
                  <a:gd name="connsiteX4" fmla="*/ 37463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3" y="18739"/>
                    </a:moveTo>
                    <a:cubicBezTo>
                      <a:pt x="37463" y="29006"/>
                      <a:pt x="29140" y="37330"/>
                      <a:pt x="18873" y="37330"/>
                    </a:cubicBezTo>
                    <a:cubicBezTo>
                      <a:pt x="8606" y="37330"/>
                      <a:pt x="283" y="29006"/>
                      <a:pt x="283" y="18739"/>
                    </a:cubicBezTo>
                    <a:cubicBezTo>
                      <a:pt x="283" y="8472"/>
                      <a:pt x="8606" y="149"/>
                      <a:pt x="18873" y="149"/>
                    </a:cubicBezTo>
                    <a:cubicBezTo>
                      <a:pt x="29140" y="149"/>
                      <a:pt x="37463" y="8472"/>
                      <a:pt x="37463" y="18739"/>
                    </a:cubicBezTo>
                    <a:close/>
                  </a:path>
                </a:pathLst>
              </a:custGeom>
              <a:solidFill>
                <a:srgbClr val="F7F4F4"/>
              </a:solidFill>
              <a:ln w="5753" cap="sq">
                <a:noFill/>
                <a:prstDash val="solid"/>
                <a:miter/>
              </a:ln>
            </p:spPr>
            <p:txBody>
              <a:bodyPr rtlCol="0" anchor="ctr"/>
              <a:lstStyle/>
              <a:p>
                <a:endParaRPr lang="en-US"/>
              </a:p>
            </p:txBody>
          </p:sp>
          <p:sp>
            <p:nvSpPr>
              <p:cNvPr id="3019" name="Freeform: Shape 3018">
                <a:extLst>
                  <a:ext uri="{FF2B5EF4-FFF2-40B4-BE49-F238E27FC236}">
                    <a16:creationId xmlns:a16="http://schemas.microsoft.com/office/drawing/2014/main" id="{21BCBF56-C3A7-F807-58A2-17327A69A3A5}"/>
                  </a:ext>
                </a:extLst>
              </p:cNvPr>
              <p:cNvSpPr/>
              <p:nvPr/>
            </p:nvSpPr>
            <p:spPr>
              <a:xfrm>
                <a:off x="7821692" y="7856976"/>
                <a:ext cx="41981" cy="41981"/>
              </a:xfrm>
              <a:custGeom>
                <a:avLst/>
                <a:gdLst>
                  <a:gd name="connsiteX0" fmla="*/ 21273 w 41981"/>
                  <a:gd name="connsiteY0" fmla="*/ 4949 h 41981"/>
                  <a:gd name="connsiteX1" fmla="*/ 37463 w 41981"/>
                  <a:gd name="connsiteY1" fmla="*/ 21139 h 41981"/>
                  <a:gd name="connsiteX2" fmla="*/ 37463 w 41981"/>
                  <a:gd name="connsiteY2" fmla="*/ 21139 h 41981"/>
                  <a:gd name="connsiteX3" fmla="*/ 21273 w 41981"/>
                  <a:gd name="connsiteY3" fmla="*/ 37330 h 41981"/>
                  <a:gd name="connsiteX4" fmla="*/ 5083 w 41981"/>
                  <a:gd name="connsiteY4" fmla="*/ 21139 h 41981"/>
                  <a:gd name="connsiteX5" fmla="*/ 21273 w 41981"/>
                  <a:gd name="connsiteY5" fmla="*/ 4949 h 41981"/>
                  <a:gd name="connsiteX6" fmla="*/ 21273 w 41981"/>
                  <a:gd name="connsiteY6" fmla="*/ 149 h 41981"/>
                  <a:gd name="connsiteX7" fmla="*/ 283 w 41981"/>
                  <a:gd name="connsiteY7" fmla="*/ 21139 h 41981"/>
                  <a:gd name="connsiteX8" fmla="*/ 21273 w 41981"/>
                  <a:gd name="connsiteY8" fmla="*/ 42130 h 41981"/>
                  <a:gd name="connsiteX9" fmla="*/ 42264 w 41981"/>
                  <a:gd name="connsiteY9" fmla="*/ 21139 h 41981"/>
                  <a:gd name="connsiteX10" fmla="*/ 42264 w 41981"/>
                  <a:gd name="connsiteY10" fmla="*/ 21139 h 41981"/>
                  <a:gd name="connsiteX11" fmla="*/ 21273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3" y="4949"/>
                    </a:moveTo>
                    <a:cubicBezTo>
                      <a:pt x="30215" y="4949"/>
                      <a:pt x="37463" y="12197"/>
                      <a:pt x="37463" y="21139"/>
                    </a:cubicBezTo>
                    <a:lnTo>
                      <a:pt x="37463" y="21139"/>
                    </a:lnTo>
                    <a:cubicBezTo>
                      <a:pt x="37463" y="30081"/>
                      <a:pt x="30215" y="37330"/>
                      <a:pt x="21273" y="37330"/>
                    </a:cubicBezTo>
                    <a:cubicBezTo>
                      <a:pt x="12331" y="37330"/>
                      <a:pt x="5083" y="30081"/>
                      <a:pt x="5083" y="21139"/>
                    </a:cubicBezTo>
                    <a:cubicBezTo>
                      <a:pt x="5083" y="12197"/>
                      <a:pt x="12331" y="4949"/>
                      <a:pt x="21273" y="4949"/>
                    </a:cubicBezTo>
                    <a:close/>
                    <a:moveTo>
                      <a:pt x="21273" y="149"/>
                    </a:moveTo>
                    <a:cubicBezTo>
                      <a:pt x="9681" y="149"/>
                      <a:pt x="283" y="9547"/>
                      <a:pt x="283" y="21139"/>
                    </a:cubicBezTo>
                    <a:cubicBezTo>
                      <a:pt x="283" y="32732"/>
                      <a:pt x="9681" y="42130"/>
                      <a:pt x="21273" y="42130"/>
                    </a:cubicBezTo>
                    <a:cubicBezTo>
                      <a:pt x="32866" y="42130"/>
                      <a:pt x="42264" y="32732"/>
                      <a:pt x="42264" y="21139"/>
                    </a:cubicBezTo>
                    <a:lnTo>
                      <a:pt x="42264" y="21139"/>
                    </a:lnTo>
                    <a:cubicBezTo>
                      <a:pt x="42264" y="9547"/>
                      <a:pt x="32866" y="149"/>
                      <a:pt x="21273" y="149"/>
                    </a:cubicBezTo>
                    <a:close/>
                  </a:path>
                </a:pathLst>
              </a:custGeom>
              <a:solidFill>
                <a:srgbClr val="000000"/>
              </a:solidFill>
              <a:ln w="4794" cap="sq">
                <a:noFill/>
                <a:prstDash val="solid"/>
                <a:round/>
              </a:ln>
            </p:spPr>
            <p:txBody>
              <a:bodyPr rtlCol="0" anchor="ctr"/>
              <a:lstStyle/>
              <a:p>
                <a:endParaRPr lang="en-US"/>
              </a:p>
            </p:txBody>
          </p:sp>
          <p:sp>
            <p:nvSpPr>
              <p:cNvPr id="3020" name="Freeform: Shape 3019">
                <a:extLst>
                  <a:ext uri="{FF2B5EF4-FFF2-40B4-BE49-F238E27FC236}">
                    <a16:creationId xmlns:a16="http://schemas.microsoft.com/office/drawing/2014/main" id="{F3699C28-7A59-820D-9C93-FD53630ED296}"/>
                  </a:ext>
                </a:extLst>
              </p:cNvPr>
              <p:cNvSpPr/>
              <p:nvPr/>
            </p:nvSpPr>
            <p:spPr>
              <a:xfrm>
                <a:off x="7840140" y="7998728"/>
                <a:ext cx="37180" cy="37180"/>
              </a:xfrm>
              <a:custGeom>
                <a:avLst/>
                <a:gdLst>
                  <a:gd name="connsiteX0" fmla="*/ 37466 w 37180"/>
                  <a:gd name="connsiteY0" fmla="*/ 18763 h 37180"/>
                  <a:gd name="connsiteX1" fmla="*/ 18876 w 37180"/>
                  <a:gd name="connsiteY1" fmla="*/ 37354 h 37180"/>
                  <a:gd name="connsiteX2" fmla="*/ 285 w 37180"/>
                  <a:gd name="connsiteY2" fmla="*/ 18763 h 37180"/>
                  <a:gd name="connsiteX3" fmla="*/ 18876 w 37180"/>
                  <a:gd name="connsiteY3" fmla="*/ 173 h 37180"/>
                  <a:gd name="connsiteX4" fmla="*/ 37466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3"/>
                    </a:moveTo>
                    <a:cubicBezTo>
                      <a:pt x="37466" y="29031"/>
                      <a:pt x="29143" y="37354"/>
                      <a:pt x="18876" y="37354"/>
                    </a:cubicBezTo>
                    <a:cubicBezTo>
                      <a:pt x="8609" y="37354"/>
                      <a:pt x="285" y="29031"/>
                      <a:pt x="285" y="18763"/>
                    </a:cubicBezTo>
                    <a:cubicBezTo>
                      <a:pt x="285" y="8496"/>
                      <a:pt x="8609" y="173"/>
                      <a:pt x="18876" y="173"/>
                    </a:cubicBezTo>
                    <a:cubicBezTo>
                      <a:pt x="29143" y="173"/>
                      <a:pt x="37466" y="8496"/>
                      <a:pt x="37466" y="18763"/>
                    </a:cubicBezTo>
                    <a:close/>
                  </a:path>
                </a:pathLst>
              </a:custGeom>
              <a:solidFill>
                <a:srgbClr val="F7DDDD"/>
              </a:solidFill>
              <a:ln w="5753" cap="sq">
                <a:noFill/>
                <a:prstDash val="solid"/>
                <a:miter/>
              </a:ln>
            </p:spPr>
            <p:txBody>
              <a:bodyPr rtlCol="0" anchor="ctr"/>
              <a:lstStyle/>
              <a:p>
                <a:endParaRPr lang="en-US"/>
              </a:p>
            </p:txBody>
          </p:sp>
          <p:sp>
            <p:nvSpPr>
              <p:cNvPr id="3021" name="Freeform: Shape 3020">
                <a:extLst>
                  <a:ext uri="{FF2B5EF4-FFF2-40B4-BE49-F238E27FC236}">
                    <a16:creationId xmlns:a16="http://schemas.microsoft.com/office/drawing/2014/main" id="{6DFD2E7B-35B6-BBB2-EEC3-5DF1D8E1503C}"/>
                  </a:ext>
                </a:extLst>
              </p:cNvPr>
              <p:cNvSpPr/>
              <p:nvPr/>
            </p:nvSpPr>
            <p:spPr>
              <a:xfrm>
                <a:off x="7837740" y="7996327"/>
                <a:ext cx="41981" cy="41981"/>
              </a:xfrm>
              <a:custGeom>
                <a:avLst/>
                <a:gdLst>
                  <a:gd name="connsiteX0" fmla="*/ 21276 w 41981"/>
                  <a:gd name="connsiteY0" fmla="*/ 4973 h 41981"/>
                  <a:gd name="connsiteX1" fmla="*/ 37466 w 41981"/>
                  <a:gd name="connsiteY1" fmla="*/ 21164 h 41981"/>
                  <a:gd name="connsiteX2" fmla="*/ 37466 w 41981"/>
                  <a:gd name="connsiteY2" fmla="*/ 21164 h 41981"/>
                  <a:gd name="connsiteX3" fmla="*/ 21276 w 41981"/>
                  <a:gd name="connsiteY3" fmla="*/ 37354 h 41981"/>
                  <a:gd name="connsiteX4" fmla="*/ 5086 w 41981"/>
                  <a:gd name="connsiteY4" fmla="*/ 21164 h 41981"/>
                  <a:gd name="connsiteX5" fmla="*/ 21276 w 41981"/>
                  <a:gd name="connsiteY5" fmla="*/ 4973 h 41981"/>
                  <a:gd name="connsiteX6" fmla="*/ 21276 w 41981"/>
                  <a:gd name="connsiteY6" fmla="*/ 173 h 41981"/>
                  <a:gd name="connsiteX7" fmla="*/ 285 w 41981"/>
                  <a:gd name="connsiteY7" fmla="*/ 21164 h 41981"/>
                  <a:gd name="connsiteX8" fmla="*/ 21276 w 41981"/>
                  <a:gd name="connsiteY8" fmla="*/ 42154 h 41981"/>
                  <a:gd name="connsiteX9" fmla="*/ 42267 w 41981"/>
                  <a:gd name="connsiteY9" fmla="*/ 21164 h 41981"/>
                  <a:gd name="connsiteX10" fmla="*/ 42267 w 41981"/>
                  <a:gd name="connsiteY10" fmla="*/ 21164 h 41981"/>
                  <a:gd name="connsiteX11" fmla="*/ 21276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73"/>
                    </a:moveTo>
                    <a:cubicBezTo>
                      <a:pt x="30218" y="4973"/>
                      <a:pt x="37466" y="12222"/>
                      <a:pt x="37466" y="21164"/>
                    </a:cubicBezTo>
                    <a:lnTo>
                      <a:pt x="37466" y="21164"/>
                    </a:lnTo>
                    <a:cubicBezTo>
                      <a:pt x="37466" y="30105"/>
                      <a:pt x="30218" y="37354"/>
                      <a:pt x="21276" y="37354"/>
                    </a:cubicBezTo>
                    <a:cubicBezTo>
                      <a:pt x="12334" y="37354"/>
                      <a:pt x="5086" y="30105"/>
                      <a:pt x="5086" y="21164"/>
                    </a:cubicBezTo>
                    <a:cubicBezTo>
                      <a:pt x="5086" y="12222"/>
                      <a:pt x="12334" y="4973"/>
                      <a:pt x="21276" y="4973"/>
                    </a:cubicBezTo>
                    <a:close/>
                    <a:moveTo>
                      <a:pt x="21276" y="173"/>
                    </a:moveTo>
                    <a:cubicBezTo>
                      <a:pt x="9683" y="173"/>
                      <a:pt x="285" y="9571"/>
                      <a:pt x="285" y="21164"/>
                    </a:cubicBezTo>
                    <a:cubicBezTo>
                      <a:pt x="285" y="32756"/>
                      <a:pt x="9683" y="42154"/>
                      <a:pt x="21276" y="42154"/>
                    </a:cubicBezTo>
                    <a:cubicBezTo>
                      <a:pt x="32869" y="42154"/>
                      <a:pt x="42267" y="32756"/>
                      <a:pt x="42267" y="21164"/>
                    </a:cubicBezTo>
                    <a:lnTo>
                      <a:pt x="42267" y="21164"/>
                    </a:lnTo>
                    <a:cubicBezTo>
                      <a:pt x="42267" y="9571"/>
                      <a:pt x="32869" y="173"/>
                      <a:pt x="21276" y="173"/>
                    </a:cubicBezTo>
                    <a:close/>
                  </a:path>
                </a:pathLst>
              </a:custGeom>
              <a:solidFill>
                <a:srgbClr val="000000"/>
              </a:solidFill>
              <a:ln w="4794" cap="sq">
                <a:noFill/>
                <a:prstDash val="solid"/>
                <a:round/>
              </a:ln>
            </p:spPr>
            <p:txBody>
              <a:bodyPr rtlCol="0" anchor="ctr"/>
              <a:lstStyle/>
              <a:p>
                <a:endParaRPr lang="en-US"/>
              </a:p>
            </p:txBody>
          </p:sp>
          <p:sp>
            <p:nvSpPr>
              <p:cNvPr id="3022" name="Freeform: Shape 3021">
                <a:extLst>
                  <a:ext uri="{FF2B5EF4-FFF2-40B4-BE49-F238E27FC236}">
                    <a16:creationId xmlns:a16="http://schemas.microsoft.com/office/drawing/2014/main" id="{B5098CD0-AF9E-5038-009A-56F8446D1EF8}"/>
                  </a:ext>
                </a:extLst>
              </p:cNvPr>
              <p:cNvSpPr/>
              <p:nvPr/>
            </p:nvSpPr>
            <p:spPr>
              <a:xfrm>
                <a:off x="7701998" y="7932724"/>
                <a:ext cx="37180" cy="37180"/>
              </a:xfrm>
              <a:custGeom>
                <a:avLst/>
                <a:gdLst>
                  <a:gd name="connsiteX0" fmla="*/ 37442 w 37180"/>
                  <a:gd name="connsiteY0" fmla="*/ 18752 h 37180"/>
                  <a:gd name="connsiteX1" fmla="*/ 18852 w 37180"/>
                  <a:gd name="connsiteY1" fmla="*/ 37342 h 37180"/>
                  <a:gd name="connsiteX2" fmla="*/ 261 w 37180"/>
                  <a:gd name="connsiteY2" fmla="*/ 18752 h 37180"/>
                  <a:gd name="connsiteX3" fmla="*/ 18852 w 37180"/>
                  <a:gd name="connsiteY3" fmla="*/ 161 h 37180"/>
                  <a:gd name="connsiteX4" fmla="*/ 37442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2"/>
                    </a:moveTo>
                    <a:cubicBezTo>
                      <a:pt x="37442" y="29019"/>
                      <a:pt x="29119" y="37342"/>
                      <a:pt x="18852" y="37342"/>
                    </a:cubicBezTo>
                    <a:cubicBezTo>
                      <a:pt x="8585" y="37342"/>
                      <a:pt x="261" y="29019"/>
                      <a:pt x="261" y="18752"/>
                    </a:cubicBezTo>
                    <a:cubicBezTo>
                      <a:pt x="261" y="8485"/>
                      <a:pt x="8585" y="161"/>
                      <a:pt x="18852" y="161"/>
                    </a:cubicBezTo>
                    <a:cubicBezTo>
                      <a:pt x="29119" y="161"/>
                      <a:pt x="37442" y="8485"/>
                      <a:pt x="37442" y="18752"/>
                    </a:cubicBezTo>
                    <a:close/>
                  </a:path>
                </a:pathLst>
              </a:custGeom>
              <a:solidFill>
                <a:srgbClr val="F7B8B8"/>
              </a:solidFill>
              <a:ln w="5753" cap="sq">
                <a:noFill/>
                <a:prstDash val="solid"/>
                <a:miter/>
              </a:ln>
            </p:spPr>
            <p:txBody>
              <a:bodyPr rtlCol="0" anchor="ctr"/>
              <a:lstStyle/>
              <a:p>
                <a:endParaRPr lang="en-US"/>
              </a:p>
            </p:txBody>
          </p:sp>
          <p:sp>
            <p:nvSpPr>
              <p:cNvPr id="3023" name="Freeform: Shape 3022">
                <a:extLst>
                  <a:ext uri="{FF2B5EF4-FFF2-40B4-BE49-F238E27FC236}">
                    <a16:creationId xmlns:a16="http://schemas.microsoft.com/office/drawing/2014/main" id="{31B631BF-674F-02E9-863B-FC4EE4318101}"/>
                  </a:ext>
                </a:extLst>
              </p:cNvPr>
              <p:cNvSpPr/>
              <p:nvPr/>
            </p:nvSpPr>
            <p:spPr>
              <a:xfrm>
                <a:off x="7699597" y="7930323"/>
                <a:ext cx="41981" cy="41981"/>
              </a:xfrm>
              <a:custGeom>
                <a:avLst/>
                <a:gdLst>
                  <a:gd name="connsiteX0" fmla="*/ 21252 w 41981"/>
                  <a:gd name="connsiteY0" fmla="*/ 4962 h 41981"/>
                  <a:gd name="connsiteX1" fmla="*/ 37442 w 41981"/>
                  <a:gd name="connsiteY1" fmla="*/ 21152 h 41981"/>
                  <a:gd name="connsiteX2" fmla="*/ 37442 w 41981"/>
                  <a:gd name="connsiteY2" fmla="*/ 21152 h 41981"/>
                  <a:gd name="connsiteX3" fmla="*/ 21252 w 41981"/>
                  <a:gd name="connsiteY3" fmla="*/ 37342 h 41981"/>
                  <a:gd name="connsiteX4" fmla="*/ 5062 w 41981"/>
                  <a:gd name="connsiteY4" fmla="*/ 21152 h 41981"/>
                  <a:gd name="connsiteX5" fmla="*/ 21252 w 41981"/>
                  <a:gd name="connsiteY5" fmla="*/ 4962 h 41981"/>
                  <a:gd name="connsiteX6" fmla="*/ 21252 w 41981"/>
                  <a:gd name="connsiteY6" fmla="*/ 161 h 41981"/>
                  <a:gd name="connsiteX7" fmla="*/ 261 w 41981"/>
                  <a:gd name="connsiteY7" fmla="*/ 21152 h 41981"/>
                  <a:gd name="connsiteX8" fmla="*/ 21252 w 41981"/>
                  <a:gd name="connsiteY8" fmla="*/ 42143 h 41981"/>
                  <a:gd name="connsiteX9" fmla="*/ 42243 w 41981"/>
                  <a:gd name="connsiteY9" fmla="*/ 21152 h 41981"/>
                  <a:gd name="connsiteX10" fmla="*/ 42243 w 41981"/>
                  <a:gd name="connsiteY10" fmla="*/ 21152 h 41981"/>
                  <a:gd name="connsiteX11" fmla="*/ 21252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2"/>
                    </a:moveTo>
                    <a:cubicBezTo>
                      <a:pt x="30194" y="4962"/>
                      <a:pt x="37442" y="12210"/>
                      <a:pt x="37442" y="21152"/>
                    </a:cubicBezTo>
                    <a:lnTo>
                      <a:pt x="37442" y="21152"/>
                    </a:lnTo>
                    <a:cubicBezTo>
                      <a:pt x="37442" y="30094"/>
                      <a:pt x="30194" y="37342"/>
                      <a:pt x="21252" y="37342"/>
                    </a:cubicBezTo>
                    <a:cubicBezTo>
                      <a:pt x="12310" y="37342"/>
                      <a:pt x="5062" y="30094"/>
                      <a:pt x="5062" y="21152"/>
                    </a:cubicBezTo>
                    <a:cubicBezTo>
                      <a:pt x="5062" y="12210"/>
                      <a:pt x="12310" y="4962"/>
                      <a:pt x="21252" y="4962"/>
                    </a:cubicBezTo>
                    <a:close/>
                    <a:moveTo>
                      <a:pt x="21252" y="161"/>
                    </a:moveTo>
                    <a:cubicBezTo>
                      <a:pt x="9659" y="161"/>
                      <a:pt x="261" y="9559"/>
                      <a:pt x="261" y="21152"/>
                    </a:cubicBezTo>
                    <a:cubicBezTo>
                      <a:pt x="261" y="32745"/>
                      <a:pt x="9659" y="42143"/>
                      <a:pt x="21252" y="42143"/>
                    </a:cubicBezTo>
                    <a:cubicBezTo>
                      <a:pt x="32845" y="42143"/>
                      <a:pt x="42243" y="32745"/>
                      <a:pt x="42243" y="21152"/>
                    </a:cubicBezTo>
                    <a:lnTo>
                      <a:pt x="42243" y="21152"/>
                    </a:lnTo>
                    <a:cubicBezTo>
                      <a:pt x="42243" y="9559"/>
                      <a:pt x="32845" y="161"/>
                      <a:pt x="21252" y="161"/>
                    </a:cubicBezTo>
                    <a:close/>
                  </a:path>
                </a:pathLst>
              </a:custGeom>
              <a:solidFill>
                <a:srgbClr val="000000"/>
              </a:solidFill>
              <a:ln w="4794" cap="sq">
                <a:noFill/>
                <a:prstDash val="solid"/>
                <a:round/>
              </a:ln>
            </p:spPr>
            <p:txBody>
              <a:bodyPr rtlCol="0" anchor="ctr"/>
              <a:lstStyle/>
              <a:p>
                <a:endParaRPr lang="en-US"/>
              </a:p>
            </p:txBody>
          </p:sp>
          <p:sp>
            <p:nvSpPr>
              <p:cNvPr id="3024" name="Freeform: Shape 3023">
                <a:extLst>
                  <a:ext uri="{FF2B5EF4-FFF2-40B4-BE49-F238E27FC236}">
                    <a16:creationId xmlns:a16="http://schemas.microsoft.com/office/drawing/2014/main" id="{655764B0-E803-46F7-FF8A-C84E4C994ED0}"/>
                  </a:ext>
                </a:extLst>
              </p:cNvPr>
              <p:cNvSpPr/>
              <p:nvPr/>
            </p:nvSpPr>
            <p:spPr>
              <a:xfrm>
                <a:off x="7838884" y="7996602"/>
                <a:ext cx="37180" cy="37180"/>
              </a:xfrm>
              <a:custGeom>
                <a:avLst/>
                <a:gdLst>
                  <a:gd name="connsiteX0" fmla="*/ 37466 w 37180"/>
                  <a:gd name="connsiteY0" fmla="*/ 18763 h 37180"/>
                  <a:gd name="connsiteX1" fmla="*/ 18876 w 37180"/>
                  <a:gd name="connsiteY1" fmla="*/ 37353 h 37180"/>
                  <a:gd name="connsiteX2" fmla="*/ 285 w 37180"/>
                  <a:gd name="connsiteY2" fmla="*/ 18763 h 37180"/>
                  <a:gd name="connsiteX3" fmla="*/ 18876 w 37180"/>
                  <a:gd name="connsiteY3" fmla="*/ 173 h 37180"/>
                  <a:gd name="connsiteX4" fmla="*/ 37466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3"/>
                    </a:moveTo>
                    <a:cubicBezTo>
                      <a:pt x="37466" y="29030"/>
                      <a:pt x="29143" y="37353"/>
                      <a:pt x="18876" y="37353"/>
                    </a:cubicBezTo>
                    <a:cubicBezTo>
                      <a:pt x="8608" y="37353"/>
                      <a:pt x="285" y="29030"/>
                      <a:pt x="285" y="18763"/>
                    </a:cubicBezTo>
                    <a:cubicBezTo>
                      <a:pt x="285" y="8496"/>
                      <a:pt x="8608" y="173"/>
                      <a:pt x="18876" y="173"/>
                    </a:cubicBezTo>
                    <a:cubicBezTo>
                      <a:pt x="29143" y="173"/>
                      <a:pt x="37466" y="8496"/>
                      <a:pt x="37466" y="18763"/>
                    </a:cubicBezTo>
                    <a:close/>
                  </a:path>
                </a:pathLst>
              </a:custGeom>
              <a:solidFill>
                <a:srgbClr val="EEF7EE"/>
              </a:solidFill>
              <a:ln w="5753" cap="sq">
                <a:noFill/>
                <a:prstDash val="solid"/>
                <a:miter/>
              </a:ln>
            </p:spPr>
            <p:txBody>
              <a:bodyPr rtlCol="0" anchor="ctr"/>
              <a:lstStyle/>
              <a:p>
                <a:endParaRPr lang="en-US"/>
              </a:p>
            </p:txBody>
          </p:sp>
          <p:sp>
            <p:nvSpPr>
              <p:cNvPr id="3025" name="Freeform: Shape 3024">
                <a:extLst>
                  <a:ext uri="{FF2B5EF4-FFF2-40B4-BE49-F238E27FC236}">
                    <a16:creationId xmlns:a16="http://schemas.microsoft.com/office/drawing/2014/main" id="{B3BD8162-50C4-25A4-CB1C-79664BBDBFA4}"/>
                  </a:ext>
                </a:extLst>
              </p:cNvPr>
              <p:cNvSpPr/>
              <p:nvPr/>
            </p:nvSpPr>
            <p:spPr>
              <a:xfrm>
                <a:off x="7836484" y="7994202"/>
                <a:ext cx="41981" cy="41981"/>
              </a:xfrm>
              <a:custGeom>
                <a:avLst/>
                <a:gdLst>
                  <a:gd name="connsiteX0" fmla="*/ 21276 w 41981"/>
                  <a:gd name="connsiteY0" fmla="*/ 4973 h 41981"/>
                  <a:gd name="connsiteX1" fmla="*/ 37466 w 41981"/>
                  <a:gd name="connsiteY1" fmla="*/ 21163 h 41981"/>
                  <a:gd name="connsiteX2" fmla="*/ 37466 w 41981"/>
                  <a:gd name="connsiteY2" fmla="*/ 21163 h 41981"/>
                  <a:gd name="connsiteX3" fmla="*/ 21276 w 41981"/>
                  <a:gd name="connsiteY3" fmla="*/ 37353 h 41981"/>
                  <a:gd name="connsiteX4" fmla="*/ 5086 w 41981"/>
                  <a:gd name="connsiteY4" fmla="*/ 21163 h 41981"/>
                  <a:gd name="connsiteX5" fmla="*/ 21276 w 41981"/>
                  <a:gd name="connsiteY5" fmla="*/ 4973 h 41981"/>
                  <a:gd name="connsiteX6" fmla="*/ 21276 w 41981"/>
                  <a:gd name="connsiteY6" fmla="*/ 173 h 41981"/>
                  <a:gd name="connsiteX7" fmla="*/ 285 w 41981"/>
                  <a:gd name="connsiteY7" fmla="*/ 21163 h 41981"/>
                  <a:gd name="connsiteX8" fmla="*/ 21276 w 41981"/>
                  <a:gd name="connsiteY8" fmla="*/ 42154 h 41981"/>
                  <a:gd name="connsiteX9" fmla="*/ 42266 w 41981"/>
                  <a:gd name="connsiteY9" fmla="*/ 21163 h 41981"/>
                  <a:gd name="connsiteX10" fmla="*/ 42266 w 41981"/>
                  <a:gd name="connsiteY10" fmla="*/ 21163 h 41981"/>
                  <a:gd name="connsiteX11" fmla="*/ 21276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73"/>
                    </a:moveTo>
                    <a:cubicBezTo>
                      <a:pt x="30218" y="4973"/>
                      <a:pt x="37466" y="12221"/>
                      <a:pt x="37466" y="21163"/>
                    </a:cubicBezTo>
                    <a:lnTo>
                      <a:pt x="37466" y="21163"/>
                    </a:lnTo>
                    <a:cubicBezTo>
                      <a:pt x="37466" y="30105"/>
                      <a:pt x="30218" y="37353"/>
                      <a:pt x="21276" y="37353"/>
                    </a:cubicBezTo>
                    <a:cubicBezTo>
                      <a:pt x="12334" y="37353"/>
                      <a:pt x="5086" y="30105"/>
                      <a:pt x="5086" y="21163"/>
                    </a:cubicBezTo>
                    <a:cubicBezTo>
                      <a:pt x="5086" y="12221"/>
                      <a:pt x="12334" y="4973"/>
                      <a:pt x="21276" y="4973"/>
                    </a:cubicBezTo>
                    <a:close/>
                    <a:moveTo>
                      <a:pt x="21276" y="173"/>
                    </a:moveTo>
                    <a:cubicBezTo>
                      <a:pt x="9683" y="173"/>
                      <a:pt x="285" y="9571"/>
                      <a:pt x="285" y="21163"/>
                    </a:cubicBezTo>
                    <a:cubicBezTo>
                      <a:pt x="285" y="32756"/>
                      <a:pt x="9683" y="42154"/>
                      <a:pt x="21276" y="42154"/>
                    </a:cubicBezTo>
                    <a:cubicBezTo>
                      <a:pt x="32868" y="42154"/>
                      <a:pt x="42266" y="32756"/>
                      <a:pt x="42266" y="21163"/>
                    </a:cubicBezTo>
                    <a:lnTo>
                      <a:pt x="42266" y="21163"/>
                    </a:lnTo>
                    <a:cubicBezTo>
                      <a:pt x="42266" y="9571"/>
                      <a:pt x="32868" y="173"/>
                      <a:pt x="21276" y="173"/>
                    </a:cubicBezTo>
                    <a:close/>
                  </a:path>
                </a:pathLst>
              </a:custGeom>
              <a:solidFill>
                <a:srgbClr val="000000"/>
              </a:solidFill>
              <a:ln w="4794" cap="sq">
                <a:noFill/>
                <a:prstDash val="solid"/>
                <a:round/>
              </a:ln>
            </p:spPr>
            <p:txBody>
              <a:bodyPr rtlCol="0" anchor="ctr"/>
              <a:lstStyle/>
              <a:p>
                <a:endParaRPr lang="en-US"/>
              </a:p>
            </p:txBody>
          </p:sp>
          <p:sp>
            <p:nvSpPr>
              <p:cNvPr id="3026" name="Freeform: Shape 3025">
                <a:extLst>
                  <a:ext uri="{FF2B5EF4-FFF2-40B4-BE49-F238E27FC236}">
                    <a16:creationId xmlns:a16="http://schemas.microsoft.com/office/drawing/2014/main" id="{E31D0D5A-24D7-901E-C5A7-92C829B389B1}"/>
                  </a:ext>
                </a:extLst>
              </p:cNvPr>
              <p:cNvSpPr/>
              <p:nvPr/>
            </p:nvSpPr>
            <p:spPr>
              <a:xfrm>
                <a:off x="7660768" y="8160923"/>
                <a:ext cx="37180" cy="37180"/>
              </a:xfrm>
              <a:custGeom>
                <a:avLst/>
                <a:gdLst>
                  <a:gd name="connsiteX0" fmla="*/ 37435 w 37180"/>
                  <a:gd name="connsiteY0" fmla="*/ 18791 h 37180"/>
                  <a:gd name="connsiteX1" fmla="*/ 18845 w 37180"/>
                  <a:gd name="connsiteY1" fmla="*/ 37382 h 37180"/>
                  <a:gd name="connsiteX2" fmla="*/ 254 w 37180"/>
                  <a:gd name="connsiteY2" fmla="*/ 18791 h 37180"/>
                  <a:gd name="connsiteX3" fmla="*/ 18845 w 37180"/>
                  <a:gd name="connsiteY3" fmla="*/ 201 h 37180"/>
                  <a:gd name="connsiteX4" fmla="*/ 37435 w 37180"/>
                  <a:gd name="connsiteY4" fmla="*/ 1879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91"/>
                    </a:moveTo>
                    <a:cubicBezTo>
                      <a:pt x="37435" y="29059"/>
                      <a:pt x="29112" y="37382"/>
                      <a:pt x="18845" y="37382"/>
                    </a:cubicBezTo>
                    <a:cubicBezTo>
                      <a:pt x="8578" y="37382"/>
                      <a:pt x="254" y="29059"/>
                      <a:pt x="254" y="18791"/>
                    </a:cubicBezTo>
                    <a:cubicBezTo>
                      <a:pt x="254" y="8524"/>
                      <a:pt x="8578" y="201"/>
                      <a:pt x="18845" y="201"/>
                    </a:cubicBezTo>
                    <a:cubicBezTo>
                      <a:pt x="29112" y="201"/>
                      <a:pt x="37435" y="8524"/>
                      <a:pt x="37435" y="18791"/>
                    </a:cubicBezTo>
                    <a:close/>
                  </a:path>
                </a:pathLst>
              </a:custGeom>
              <a:solidFill>
                <a:srgbClr val="F7E9E9"/>
              </a:solidFill>
              <a:ln w="5753" cap="sq">
                <a:noFill/>
                <a:prstDash val="solid"/>
                <a:miter/>
              </a:ln>
            </p:spPr>
            <p:txBody>
              <a:bodyPr rtlCol="0" anchor="ctr"/>
              <a:lstStyle/>
              <a:p>
                <a:endParaRPr lang="en-US"/>
              </a:p>
            </p:txBody>
          </p:sp>
          <p:sp>
            <p:nvSpPr>
              <p:cNvPr id="3027" name="Freeform: Shape 3026">
                <a:extLst>
                  <a:ext uri="{FF2B5EF4-FFF2-40B4-BE49-F238E27FC236}">
                    <a16:creationId xmlns:a16="http://schemas.microsoft.com/office/drawing/2014/main" id="{70F991AB-A878-E882-C1C7-E9C9A70AAAA8}"/>
                  </a:ext>
                </a:extLst>
              </p:cNvPr>
              <p:cNvSpPr/>
              <p:nvPr/>
            </p:nvSpPr>
            <p:spPr>
              <a:xfrm>
                <a:off x="7658367" y="8158523"/>
                <a:ext cx="41981" cy="41981"/>
              </a:xfrm>
              <a:custGeom>
                <a:avLst/>
                <a:gdLst>
                  <a:gd name="connsiteX0" fmla="*/ 21245 w 41981"/>
                  <a:gd name="connsiteY0" fmla="*/ 5001 h 41981"/>
                  <a:gd name="connsiteX1" fmla="*/ 37435 w 41981"/>
                  <a:gd name="connsiteY1" fmla="*/ 21192 h 41981"/>
                  <a:gd name="connsiteX2" fmla="*/ 37435 w 41981"/>
                  <a:gd name="connsiteY2" fmla="*/ 21192 h 41981"/>
                  <a:gd name="connsiteX3" fmla="*/ 21245 w 41981"/>
                  <a:gd name="connsiteY3" fmla="*/ 37382 h 41981"/>
                  <a:gd name="connsiteX4" fmla="*/ 5055 w 41981"/>
                  <a:gd name="connsiteY4" fmla="*/ 21192 h 41981"/>
                  <a:gd name="connsiteX5" fmla="*/ 21245 w 41981"/>
                  <a:gd name="connsiteY5" fmla="*/ 5001 h 41981"/>
                  <a:gd name="connsiteX6" fmla="*/ 21245 w 41981"/>
                  <a:gd name="connsiteY6" fmla="*/ 201 h 41981"/>
                  <a:gd name="connsiteX7" fmla="*/ 254 w 41981"/>
                  <a:gd name="connsiteY7" fmla="*/ 21192 h 41981"/>
                  <a:gd name="connsiteX8" fmla="*/ 21245 w 41981"/>
                  <a:gd name="connsiteY8" fmla="*/ 42182 h 41981"/>
                  <a:gd name="connsiteX9" fmla="*/ 42236 w 41981"/>
                  <a:gd name="connsiteY9" fmla="*/ 21192 h 41981"/>
                  <a:gd name="connsiteX10" fmla="*/ 42236 w 41981"/>
                  <a:gd name="connsiteY10" fmla="*/ 21192 h 41981"/>
                  <a:gd name="connsiteX11" fmla="*/ 21245 w 41981"/>
                  <a:gd name="connsiteY11" fmla="*/ 20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5001"/>
                    </a:moveTo>
                    <a:cubicBezTo>
                      <a:pt x="30187" y="5001"/>
                      <a:pt x="37435" y="12250"/>
                      <a:pt x="37435" y="21192"/>
                    </a:cubicBezTo>
                    <a:lnTo>
                      <a:pt x="37435" y="21192"/>
                    </a:lnTo>
                    <a:cubicBezTo>
                      <a:pt x="37435" y="30133"/>
                      <a:pt x="30187" y="37382"/>
                      <a:pt x="21245" y="37382"/>
                    </a:cubicBezTo>
                    <a:cubicBezTo>
                      <a:pt x="12303" y="37382"/>
                      <a:pt x="5055" y="30133"/>
                      <a:pt x="5055" y="21192"/>
                    </a:cubicBezTo>
                    <a:cubicBezTo>
                      <a:pt x="5055" y="12250"/>
                      <a:pt x="12303" y="5001"/>
                      <a:pt x="21245" y="5001"/>
                    </a:cubicBezTo>
                    <a:close/>
                    <a:moveTo>
                      <a:pt x="21245" y="201"/>
                    </a:moveTo>
                    <a:cubicBezTo>
                      <a:pt x="9652" y="201"/>
                      <a:pt x="254" y="9599"/>
                      <a:pt x="254" y="21192"/>
                    </a:cubicBezTo>
                    <a:cubicBezTo>
                      <a:pt x="254" y="32784"/>
                      <a:pt x="9652" y="42182"/>
                      <a:pt x="21245" y="42182"/>
                    </a:cubicBezTo>
                    <a:cubicBezTo>
                      <a:pt x="32837" y="42182"/>
                      <a:pt x="42236" y="32784"/>
                      <a:pt x="42236" y="21192"/>
                    </a:cubicBezTo>
                    <a:lnTo>
                      <a:pt x="42236" y="21192"/>
                    </a:lnTo>
                    <a:cubicBezTo>
                      <a:pt x="42236" y="9599"/>
                      <a:pt x="32837" y="201"/>
                      <a:pt x="21245" y="201"/>
                    </a:cubicBezTo>
                    <a:close/>
                  </a:path>
                </a:pathLst>
              </a:custGeom>
              <a:solidFill>
                <a:srgbClr val="000000"/>
              </a:solidFill>
              <a:ln w="4794" cap="sq">
                <a:noFill/>
                <a:prstDash val="solid"/>
                <a:round/>
              </a:ln>
            </p:spPr>
            <p:txBody>
              <a:bodyPr rtlCol="0" anchor="ctr"/>
              <a:lstStyle/>
              <a:p>
                <a:endParaRPr lang="en-US"/>
              </a:p>
            </p:txBody>
          </p:sp>
          <p:sp>
            <p:nvSpPr>
              <p:cNvPr id="3028" name="Freeform: Shape 3027">
                <a:extLst>
                  <a:ext uri="{FF2B5EF4-FFF2-40B4-BE49-F238E27FC236}">
                    <a16:creationId xmlns:a16="http://schemas.microsoft.com/office/drawing/2014/main" id="{D11F9F1A-845D-C1E8-EE30-686365B21E64}"/>
                  </a:ext>
                </a:extLst>
              </p:cNvPr>
              <p:cNvSpPr/>
              <p:nvPr/>
            </p:nvSpPr>
            <p:spPr>
              <a:xfrm>
                <a:off x="7672495" y="7940310"/>
                <a:ext cx="37180" cy="37180"/>
              </a:xfrm>
              <a:custGeom>
                <a:avLst/>
                <a:gdLst>
                  <a:gd name="connsiteX0" fmla="*/ 37437 w 37180"/>
                  <a:gd name="connsiteY0" fmla="*/ 18753 h 37180"/>
                  <a:gd name="connsiteX1" fmla="*/ 18847 w 37180"/>
                  <a:gd name="connsiteY1" fmla="*/ 37344 h 37180"/>
                  <a:gd name="connsiteX2" fmla="*/ 256 w 37180"/>
                  <a:gd name="connsiteY2" fmla="*/ 18753 h 37180"/>
                  <a:gd name="connsiteX3" fmla="*/ 18847 w 37180"/>
                  <a:gd name="connsiteY3" fmla="*/ 163 h 37180"/>
                  <a:gd name="connsiteX4" fmla="*/ 37437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53"/>
                    </a:moveTo>
                    <a:cubicBezTo>
                      <a:pt x="37437" y="29020"/>
                      <a:pt x="29114" y="37344"/>
                      <a:pt x="18847" y="37344"/>
                    </a:cubicBezTo>
                    <a:cubicBezTo>
                      <a:pt x="8580" y="37344"/>
                      <a:pt x="256" y="29020"/>
                      <a:pt x="256" y="18753"/>
                    </a:cubicBezTo>
                    <a:cubicBezTo>
                      <a:pt x="256" y="8486"/>
                      <a:pt x="8580" y="163"/>
                      <a:pt x="18847" y="163"/>
                    </a:cubicBezTo>
                    <a:cubicBezTo>
                      <a:pt x="29114" y="163"/>
                      <a:pt x="37437" y="8486"/>
                      <a:pt x="37437" y="18753"/>
                    </a:cubicBezTo>
                    <a:close/>
                  </a:path>
                </a:pathLst>
              </a:custGeom>
              <a:solidFill>
                <a:srgbClr val="F7D7D7"/>
              </a:solidFill>
              <a:ln w="5753" cap="sq">
                <a:noFill/>
                <a:prstDash val="solid"/>
                <a:miter/>
              </a:ln>
            </p:spPr>
            <p:txBody>
              <a:bodyPr rtlCol="0" anchor="ctr"/>
              <a:lstStyle/>
              <a:p>
                <a:endParaRPr lang="en-US"/>
              </a:p>
            </p:txBody>
          </p:sp>
          <p:sp>
            <p:nvSpPr>
              <p:cNvPr id="3029" name="Freeform: Shape 3028">
                <a:extLst>
                  <a:ext uri="{FF2B5EF4-FFF2-40B4-BE49-F238E27FC236}">
                    <a16:creationId xmlns:a16="http://schemas.microsoft.com/office/drawing/2014/main" id="{817143D1-E1B0-8FFA-93E3-E95319FE0ACF}"/>
                  </a:ext>
                </a:extLst>
              </p:cNvPr>
              <p:cNvSpPr/>
              <p:nvPr/>
            </p:nvSpPr>
            <p:spPr>
              <a:xfrm>
                <a:off x="7670095" y="7937909"/>
                <a:ext cx="41981" cy="41981"/>
              </a:xfrm>
              <a:custGeom>
                <a:avLst/>
                <a:gdLst>
                  <a:gd name="connsiteX0" fmla="*/ 21247 w 41981"/>
                  <a:gd name="connsiteY0" fmla="*/ 4963 h 41981"/>
                  <a:gd name="connsiteX1" fmla="*/ 37437 w 41981"/>
                  <a:gd name="connsiteY1" fmla="*/ 21153 h 41981"/>
                  <a:gd name="connsiteX2" fmla="*/ 37437 w 41981"/>
                  <a:gd name="connsiteY2" fmla="*/ 21153 h 41981"/>
                  <a:gd name="connsiteX3" fmla="*/ 21247 w 41981"/>
                  <a:gd name="connsiteY3" fmla="*/ 37344 h 41981"/>
                  <a:gd name="connsiteX4" fmla="*/ 5057 w 41981"/>
                  <a:gd name="connsiteY4" fmla="*/ 21153 h 41981"/>
                  <a:gd name="connsiteX5" fmla="*/ 21247 w 41981"/>
                  <a:gd name="connsiteY5" fmla="*/ 4963 h 41981"/>
                  <a:gd name="connsiteX6" fmla="*/ 21247 w 41981"/>
                  <a:gd name="connsiteY6" fmla="*/ 163 h 41981"/>
                  <a:gd name="connsiteX7" fmla="*/ 256 w 41981"/>
                  <a:gd name="connsiteY7" fmla="*/ 21153 h 41981"/>
                  <a:gd name="connsiteX8" fmla="*/ 21247 w 41981"/>
                  <a:gd name="connsiteY8" fmla="*/ 42144 h 41981"/>
                  <a:gd name="connsiteX9" fmla="*/ 42238 w 41981"/>
                  <a:gd name="connsiteY9" fmla="*/ 21153 h 41981"/>
                  <a:gd name="connsiteX10" fmla="*/ 42238 w 41981"/>
                  <a:gd name="connsiteY10" fmla="*/ 21153 h 41981"/>
                  <a:gd name="connsiteX11" fmla="*/ 21247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63"/>
                    </a:moveTo>
                    <a:cubicBezTo>
                      <a:pt x="30189" y="4963"/>
                      <a:pt x="37437" y="12212"/>
                      <a:pt x="37437" y="21153"/>
                    </a:cubicBezTo>
                    <a:lnTo>
                      <a:pt x="37437" y="21153"/>
                    </a:lnTo>
                    <a:cubicBezTo>
                      <a:pt x="37437" y="30095"/>
                      <a:pt x="30189" y="37344"/>
                      <a:pt x="21247" y="37344"/>
                    </a:cubicBezTo>
                    <a:cubicBezTo>
                      <a:pt x="12305" y="37344"/>
                      <a:pt x="5057" y="30095"/>
                      <a:pt x="5057" y="21153"/>
                    </a:cubicBezTo>
                    <a:cubicBezTo>
                      <a:pt x="5057" y="12212"/>
                      <a:pt x="12305" y="4963"/>
                      <a:pt x="21247" y="4963"/>
                    </a:cubicBezTo>
                    <a:close/>
                    <a:moveTo>
                      <a:pt x="21247" y="163"/>
                    </a:moveTo>
                    <a:cubicBezTo>
                      <a:pt x="9654" y="163"/>
                      <a:pt x="256" y="9561"/>
                      <a:pt x="256" y="21153"/>
                    </a:cubicBezTo>
                    <a:cubicBezTo>
                      <a:pt x="256" y="32746"/>
                      <a:pt x="9654" y="42144"/>
                      <a:pt x="21247" y="42144"/>
                    </a:cubicBezTo>
                    <a:cubicBezTo>
                      <a:pt x="32840" y="42144"/>
                      <a:pt x="42238" y="32746"/>
                      <a:pt x="42238" y="21153"/>
                    </a:cubicBezTo>
                    <a:lnTo>
                      <a:pt x="42238" y="21153"/>
                    </a:lnTo>
                    <a:cubicBezTo>
                      <a:pt x="42238" y="9561"/>
                      <a:pt x="32840" y="163"/>
                      <a:pt x="21247" y="163"/>
                    </a:cubicBezTo>
                    <a:close/>
                  </a:path>
                </a:pathLst>
              </a:custGeom>
              <a:solidFill>
                <a:srgbClr val="000000"/>
              </a:solidFill>
              <a:ln w="4794" cap="sq">
                <a:noFill/>
                <a:prstDash val="solid"/>
                <a:round/>
              </a:ln>
            </p:spPr>
            <p:txBody>
              <a:bodyPr rtlCol="0" anchor="ctr"/>
              <a:lstStyle/>
              <a:p>
                <a:endParaRPr lang="en-US"/>
              </a:p>
            </p:txBody>
          </p:sp>
          <p:sp>
            <p:nvSpPr>
              <p:cNvPr id="3030" name="Freeform: Shape 3029">
                <a:extLst>
                  <a:ext uri="{FF2B5EF4-FFF2-40B4-BE49-F238E27FC236}">
                    <a16:creationId xmlns:a16="http://schemas.microsoft.com/office/drawing/2014/main" id="{8B268190-35C6-2824-FA16-099AC10B0A05}"/>
                  </a:ext>
                </a:extLst>
              </p:cNvPr>
              <p:cNvSpPr/>
              <p:nvPr/>
            </p:nvSpPr>
            <p:spPr>
              <a:xfrm>
                <a:off x="7714963" y="7995542"/>
                <a:ext cx="37180" cy="37180"/>
              </a:xfrm>
              <a:custGeom>
                <a:avLst/>
                <a:gdLst>
                  <a:gd name="connsiteX0" fmla="*/ 37445 w 37180"/>
                  <a:gd name="connsiteY0" fmla="*/ 18763 h 37180"/>
                  <a:gd name="connsiteX1" fmla="*/ 18854 w 37180"/>
                  <a:gd name="connsiteY1" fmla="*/ 37353 h 37180"/>
                  <a:gd name="connsiteX2" fmla="*/ 264 w 37180"/>
                  <a:gd name="connsiteY2" fmla="*/ 18763 h 37180"/>
                  <a:gd name="connsiteX3" fmla="*/ 18854 w 37180"/>
                  <a:gd name="connsiteY3" fmla="*/ 172 h 37180"/>
                  <a:gd name="connsiteX4" fmla="*/ 37445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5" y="18763"/>
                    </a:moveTo>
                    <a:cubicBezTo>
                      <a:pt x="37445" y="29030"/>
                      <a:pt x="29121" y="37353"/>
                      <a:pt x="18854" y="37353"/>
                    </a:cubicBezTo>
                    <a:cubicBezTo>
                      <a:pt x="8587" y="37353"/>
                      <a:pt x="264" y="29030"/>
                      <a:pt x="264" y="18763"/>
                    </a:cubicBezTo>
                    <a:cubicBezTo>
                      <a:pt x="264" y="8496"/>
                      <a:pt x="8587" y="172"/>
                      <a:pt x="18854" y="172"/>
                    </a:cubicBezTo>
                    <a:cubicBezTo>
                      <a:pt x="29121" y="172"/>
                      <a:pt x="37445" y="8496"/>
                      <a:pt x="37445" y="18763"/>
                    </a:cubicBezTo>
                    <a:close/>
                  </a:path>
                </a:pathLst>
              </a:custGeom>
              <a:solidFill>
                <a:srgbClr val="F7F1F1"/>
              </a:solidFill>
              <a:ln w="5753" cap="sq">
                <a:noFill/>
                <a:prstDash val="solid"/>
                <a:miter/>
              </a:ln>
            </p:spPr>
            <p:txBody>
              <a:bodyPr rtlCol="0" anchor="ctr"/>
              <a:lstStyle/>
              <a:p>
                <a:endParaRPr lang="en-US"/>
              </a:p>
            </p:txBody>
          </p:sp>
          <p:sp>
            <p:nvSpPr>
              <p:cNvPr id="3031" name="Freeform: Shape 3030">
                <a:extLst>
                  <a:ext uri="{FF2B5EF4-FFF2-40B4-BE49-F238E27FC236}">
                    <a16:creationId xmlns:a16="http://schemas.microsoft.com/office/drawing/2014/main" id="{430CB444-E3A7-1B93-6270-7A3EED9BE3CC}"/>
                  </a:ext>
                </a:extLst>
              </p:cNvPr>
              <p:cNvSpPr/>
              <p:nvPr/>
            </p:nvSpPr>
            <p:spPr>
              <a:xfrm>
                <a:off x="7712563" y="7993142"/>
                <a:ext cx="41981" cy="41981"/>
              </a:xfrm>
              <a:custGeom>
                <a:avLst/>
                <a:gdLst>
                  <a:gd name="connsiteX0" fmla="*/ 21254 w 41981"/>
                  <a:gd name="connsiteY0" fmla="*/ 4973 h 41981"/>
                  <a:gd name="connsiteX1" fmla="*/ 37445 w 41981"/>
                  <a:gd name="connsiteY1" fmla="*/ 21163 h 41981"/>
                  <a:gd name="connsiteX2" fmla="*/ 37445 w 41981"/>
                  <a:gd name="connsiteY2" fmla="*/ 21163 h 41981"/>
                  <a:gd name="connsiteX3" fmla="*/ 21254 w 41981"/>
                  <a:gd name="connsiteY3" fmla="*/ 37353 h 41981"/>
                  <a:gd name="connsiteX4" fmla="*/ 5064 w 41981"/>
                  <a:gd name="connsiteY4" fmla="*/ 21163 h 41981"/>
                  <a:gd name="connsiteX5" fmla="*/ 21254 w 41981"/>
                  <a:gd name="connsiteY5" fmla="*/ 4973 h 41981"/>
                  <a:gd name="connsiteX6" fmla="*/ 21254 w 41981"/>
                  <a:gd name="connsiteY6" fmla="*/ 172 h 41981"/>
                  <a:gd name="connsiteX7" fmla="*/ 264 w 41981"/>
                  <a:gd name="connsiteY7" fmla="*/ 21163 h 41981"/>
                  <a:gd name="connsiteX8" fmla="*/ 21254 w 41981"/>
                  <a:gd name="connsiteY8" fmla="*/ 42154 h 41981"/>
                  <a:gd name="connsiteX9" fmla="*/ 42245 w 41981"/>
                  <a:gd name="connsiteY9" fmla="*/ 21163 h 41981"/>
                  <a:gd name="connsiteX10" fmla="*/ 42245 w 41981"/>
                  <a:gd name="connsiteY10" fmla="*/ 21163 h 41981"/>
                  <a:gd name="connsiteX11" fmla="*/ 21254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3"/>
                    </a:moveTo>
                    <a:cubicBezTo>
                      <a:pt x="30196" y="4973"/>
                      <a:pt x="37445" y="12221"/>
                      <a:pt x="37445" y="21163"/>
                    </a:cubicBezTo>
                    <a:lnTo>
                      <a:pt x="37445" y="21163"/>
                    </a:lnTo>
                    <a:cubicBezTo>
                      <a:pt x="37445" y="30105"/>
                      <a:pt x="30196" y="37353"/>
                      <a:pt x="21254" y="37353"/>
                    </a:cubicBezTo>
                    <a:cubicBezTo>
                      <a:pt x="12313" y="37353"/>
                      <a:pt x="5064" y="30105"/>
                      <a:pt x="5064" y="21163"/>
                    </a:cubicBezTo>
                    <a:cubicBezTo>
                      <a:pt x="5064" y="12221"/>
                      <a:pt x="12313" y="4973"/>
                      <a:pt x="21254" y="4973"/>
                    </a:cubicBezTo>
                    <a:close/>
                    <a:moveTo>
                      <a:pt x="21254" y="172"/>
                    </a:moveTo>
                    <a:cubicBezTo>
                      <a:pt x="9662" y="172"/>
                      <a:pt x="264" y="9570"/>
                      <a:pt x="264" y="21163"/>
                    </a:cubicBezTo>
                    <a:cubicBezTo>
                      <a:pt x="264" y="32756"/>
                      <a:pt x="9662" y="42154"/>
                      <a:pt x="21254" y="42154"/>
                    </a:cubicBezTo>
                    <a:cubicBezTo>
                      <a:pt x="32847" y="42154"/>
                      <a:pt x="42245" y="32756"/>
                      <a:pt x="42245" y="21163"/>
                    </a:cubicBezTo>
                    <a:lnTo>
                      <a:pt x="42245" y="21163"/>
                    </a:lnTo>
                    <a:cubicBezTo>
                      <a:pt x="42245" y="9570"/>
                      <a:pt x="32847" y="172"/>
                      <a:pt x="21254" y="172"/>
                    </a:cubicBezTo>
                    <a:close/>
                  </a:path>
                </a:pathLst>
              </a:custGeom>
              <a:solidFill>
                <a:srgbClr val="000000"/>
              </a:solidFill>
              <a:ln w="4794" cap="sq">
                <a:noFill/>
                <a:prstDash val="solid"/>
                <a:round/>
              </a:ln>
            </p:spPr>
            <p:txBody>
              <a:bodyPr rtlCol="0" anchor="ctr"/>
              <a:lstStyle/>
              <a:p>
                <a:endParaRPr lang="en-US"/>
              </a:p>
            </p:txBody>
          </p:sp>
          <p:sp>
            <p:nvSpPr>
              <p:cNvPr id="3032" name="Freeform: Shape 3031">
                <a:extLst>
                  <a:ext uri="{FF2B5EF4-FFF2-40B4-BE49-F238E27FC236}">
                    <a16:creationId xmlns:a16="http://schemas.microsoft.com/office/drawing/2014/main" id="{DE89918C-CF44-9676-74D1-56D101300727}"/>
                  </a:ext>
                </a:extLst>
              </p:cNvPr>
              <p:cNvSpPr/>
              <p:nvPr/>
            </p:nvSpPr>
            <p:spPr>
              <a:xfrm>
                <a:off x="7764027" y="7934169"/>
                <a:ext cx="37180" cy="37180"/>
              </a:xfrm>
              <a:custGeom>
                <a:avLst/>
                <a:gdLst>
                  <a:gd name="connsiteX0" fmla="*/ 37453 w 37180"/>
                  <a:gd name="connsiteY0" fmla="*/ 18752 h 37180"/>
                  <a:gd name="connsiteX1" fmla="*/ 18863 w 37180"/>
                  <a:gd name="connsiteY1" fmla="*/ 37343 h 37180"/>
                  <a:gd name="connsiteX2" fmla="*/ 272 w 37180"/>
                  <a:gd name="connsiteY2" fmla="*/ 18752 h 37180"/>
                  <a:gd name="connsiteX3" fmla="*/ 18863 w 37180"/>
                  <a:gd name="connsiteY3" fmla="*/ 162 h 37180"/>
                  <a:gd name="connsiteX4" fmla="*/ 37453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52"/>
                    </a:moveTo>
                    <a:cubicBezTo>
                      <a:pt x="37453" y="29019"/>
                      <a:pt x="29130" y="37343"/>
                      <a:pt x="18863" y="37343"/>
                    </a:cubicBezTo>
                    <a:cubicBezTo>
                      <a:pt x="8595" y="37343"/>
                      <a:pt x="272" y="29019"/>
                      <a:pt x="272" y="18752"/>
                    </a:cubicBezTo>
                    <a:cubicBezTo>
                      <a:pt x="272" y="8485"/>
                      <a:pt x="8595" y="162"/>
                      <a:pt x="18863" y="162"/>
                    </a:cubicBezTo>
                    <a:cubicBezTo>
                      <a:pt x="29130" y="162"/>
                      <a:pt x="37453" y="8485"/>
                      <a:pt x="37453" y="18752"/>
                    </a:cubicBezTo>
                    <a:close/>
                  </a:path>
                </a:pathLst>
              </a:custGeom>
              <a:solidFill>
                <a:srgbClr val="F7ECEC"/>
              </a:solidFill>
              <a:ln w="5753" cap="sq">
                <a:noFill/>
                <a:prstDash val="solid"/>
                <a:miter/>
              </a:ln>
            </p:spPr>
            <p:txBody>
              <a:bodyPr rtlCol="0" anchor="ctr"/>
              <a:lstStyle/>
              <a:p>
                <a:endParaRPr lang="en-US"/>
              </a:p>
            </p:txBody>
          </p:sp>
          <p:sp>
            <p:nvSpPr>
              <p:cNvPr id="3033" name="Freeform: Shape 3032">
                <a:extLst>
                  <a:ext uri="{FF2B5EF4-FFF2-40B4-BE49-F238E27FC236}">
                    <a16:creationId xmlns:a16="http://schemas.microsoft.com/office/drawing/2014/main" id="{59C56BBE-E21C-42D6-D805-F60259621C2C}"/>
                  </a:ext>
                </a:extLst>
              </p:cNvPr>
              <p:cNvSpPr/>
              <p:nvPr/>
            </p:nvSpPr>
            <p:spPr>
              <a:xfrm>
                <a:off x="7761627" y="7931769"/>
                <a:ext cx="41981" cy="41981"/>
              </a:xfrm>
              <a:custGeom>
                <a:avLst/>
                <a:gdLst>
                  <a:gd name="connsiteX0" fmla="*/ 21263 w 41981"/>
                  <a:gd name="connsiteY0" fmla="*/ 4962 h 41981"/>
                  <a:gd name="connsiteX1" fmla="*/ 37453 w 41981"/>
                  <a:gd name="connsiteY1" fmla="*/ 21152 h 41981"/>
                  <a:gd name="connsiteX2" fmla="*/ 37453 w 41981"/>
                  <a:gd name="connsiteY2" fmla="*/ 21152 h 41981"/>
                  <a:gd name="connsiteX3" fmla="*/ 21263 w 41981"/>
                  <a:gd name="connsiteY3" fmla="*/ 37343 h 41981"/>
                  <a:gd name="connsiteX4" fmla="*/ 5073 w 41981"/>
                  <a:gd name="connsiteY4" fmla="*/ 21152 h 41981"/>
                  <a:gd name="connsiteX5" fmla="*/ 21263 w 41981"/>
                  <a:gd name="connsiteY5" fmla="*/ 4962 h 41981"/>
                  <a:gd name="connsiteX6" fmla="*/ 21263 w 41981"/>
                  <a:gd name="connsiteY6" fmla="*/ 162 h 41981"/>
                  <a:gd name="connsiteX7" fmla="*/ 272 w 41981"/>
                  <a:gd name="connsiteY7" fmla="*/ 21152 h 41981"/>
                  <a:gd name="connsiteX8" fmla="*/ 21263 w 41981"/>
                  <a:gd name="connsiteY8" fmla="*/ 42143 h 41981"/>
                  <a:gd name="connsiteX9" fmla="*/ 42253 w 41981"/>
                  <a:gd name="connsiteY9" fmla="*/ 21152 h 41981"/>
                  <a:gd name="connsiteX10" fmla="*/ 42253 w 41981"/>
                  <a:gd name="connsiteY10" fmla="*/ 21152 h 41981"/>
                  <a:gd name="connsiteX11" fmla="*/ 21263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62"/>
                    </a:moveTo>
                    <a:cubicBezTo>
                      <a:pt x="30205" y="4962"/>
                      <a:pt x="37453" y="12210"/>
                      <a:pt x="37453" y="21152"/>
                    </a:cubicBezTo>
                    <a:lnTo>
                      <a:pt x="37453" y="21152"/>
                    </a:lnTo>
                    <a:cubicBezTo>
                      <a:pt x="37453" y="30094"/>
                      <a:pt x="30205" y="37343"/>
                      <a:pt x="21263" y="37343"/>
                    </a:cubicBezTo>
                    <a:cubicBezTo>
                      <a:pt x="12321" y="37343"/>
                      <a:pt x="5073" y="30094"/>
                      <a:pt x="5073" y="21152"/>
                    </a:cubicBezTo>
                    <a:cubicBezTo>
                      <a:pt x="5073" y="12210"/>
                      <a:pt x="12321" y="4962"/>
                      <a:pt x="21263" y="4962"/>
                    </a:cubicBezTo>
                    <a:close/>
                    <a:moveTo>
                      <a:pt x="21263" y="162"/>
                    </a:moveTo>
                    <a:cubicBezTo>
                      <a:pt x="9670" y="162"/>
                      <a:pt x="272" y="9560"/>
                      <a:pt x="272" y="21152"/>
                    </a:cubicBezTo>
                    <a:cubicBezTo>
                      <a:pt x="272" y="32745"/>
                      <a:pt x="9670" y="42143"/>
                      <a:pt x="21263" y="42143"/>
                    </a:cubicBezTo>
                    <a:cubicBezTo>
                      <a:pt x="32855" y="42143"/>
                      <a:pt x="42253" y="32745"/>
                      <a:pt x="42253" y="21152"/>
                    </a:cubicBezTo>
                    <a:lnTo>
                      <a:pt x="42253" y="21152"/>
                    </a:lnTo>
                    <a:cubicBezTo>
                      <a:pt x="42253" y="9560"/>
                      <a:pt x="32855" y="162"/>
                      <a:pt x="21263" y="162"/>
                    </a:cubicBezTo>
                    <a:close/>
                  </a:path>
                </a:pathLst>
              </a:custGeom>
              <a:solidFill>
                <a:srgbClr val="000000"/>
              </a:solidFill>
              <a:ln w="4794" cap="sq">
                <a:noFill/>
                <a:prstDash val="solid"/>
                <a:round/>
              </a:ln>
            </p:spPr>
            <p:txBody>
              <a:bodyPr rtlCol="0" anchor="ctr"/>
              <a:lstStyle/>
              <a:p>
                <a:endParaRPr lang="en-US"/>
              </a:p>
            </p:txBody>
          </p:sp>
          <p:sp>
            <p:nvSpPr>
              <p:cNvPr id="3034" name="Freeform: Shape 3033">
                <a:extLst>
                  <a:ext uri="{FF2B5EF4-FFF2-40B4-BE49-F238E27FC236}">
                    <a16:creationId xmlns:a16="http://schemas.microsoft.com/office/drawing/2014/main" id="{A69A6CCA-F891-DA76-A990-F2B96D0D22D8}"/>
                  </a:ext>
                </a:extLst>
              </p:cNvPr>
              <p:cNvSpPr/>
              <p:nvPr/>
            </p:nvSpPr>
            <p:spPr>
              <a:xfrm>
                <a:off x="7922277" y="7831192"/>
                <a:ext cx="37180" cy="37180"/>
              </a:xfrm>
              <a:custGeom>
                <a:avLst/>
                <a:gdLst>
                  <a:gd name="connsiteX0" fmla="*/ 37481 w 37180"/>
                  <a:gd name="connsiteY0" fmla="*/ 18734 h 37180"/>
                  <a:gd name="connsiteX1" fmla="*/ 18890 w 37180"/>
                  <a:gd name="connsiteY1" fmla="*/ 37325 h 37180"/>
                  <a:gd name="connsiteX2" fmla="*/ 300 w 37180"/>
                  <a:gd name="connsiteY2" fmla="*/ 18734 h 37180"/>
                  <a:gd name="connsiteX3" fmla="*/ 18890 w 37180"/>
                  <a:gd name="connsiteY3" fmla="*/ 144 h 37180"/>
                  <a:gd name="connsiteX4" fmla="*/ 37481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1" y="18734"/>
                    </a:moveTo>
                    <a:cubicBezTo>
                      <a:pt x="37481" y="29001"/>
                      <a:pt x="29157" y="37325"/>
                      <a:pt x="18890" y="37325"/>
                    </a:cubicBezTo>
                    <a:cubicBezTo>
                      <a:pt x="8623" y="37325"/>
                      <a:pt x="300" y="29001"/>
                      <a:pt x="300" y="18734"/>
                    </a:cubicBezTo>
                    <a:cubicBezTo>
                      <a:pt x="300" y="8467"/>
                      <a:pt x="8623" y="144"/>
                      <a:pt x="18890" y="144"/>
                    </a:cubicBezTo>
                    <a:cubicBezTo>
                      <a:pt x="29157" y="144"/>
                      <a:pt x="37481" y="8467"/>
                      <a:pt x="37481" y="18734"/>
                    </a:cubicBezTo>
                    <a:close/>
                  </a:path>
                </a:pathLst>
              </a:custGeom>
              <a:solidFill>
                <a:srgbClr val="F7A56A"/>
              </a:solidFill>
              <a:ln w="5753" cap="sq">
                <a:noFill/>
                <a:prstDash val="solid"/>
                <a:miter/>
              </a:ln>
            </p:spPr>
            <p:txBody>
              <a:bodyPr rtlCol="0" anchor="ctr"/>
              <a:lstStyle/>
              <a:p>
                <a:endParaRPr lang="en-US"/>
              </a:p>
            </p:txBody>
          </p:sp>
          <p:sp>
            <p:nvSpPr>
              <p:cNvPr id="3035" name="Freeform: Shape 3034">
                <a:extLst>
                  <a:ext uri="{FF2B5EF4-FFF2-40B4-BE49-F238E27FC236}">
                    <a16:creationId xmlns:a16="http://schemas.microsoft.com/office/drawing/2014/main" id="{210E3AFD-33D7-669B-7916-76B746633D74}"/>
                  </a:ext>
                </a:extLst>
              </p:cNvPr>
              <p:cNvSpPr/>
              <p:nvPr/>
            </p:nvSpPr>
            <p:spPr>
              <a:xfrm>
                <a:off x="7919877" y="7828792"/>
                <a:ext cx="41981" cy="41981"/>
              </a:xfrm>
              <a:custGeom>
                <a:avLst/>
                <a:gdLst>
                  <a:gd name="connsiteX0" fmla="*/ 21290 w 41981"/>
                  <a:gd name="connsiteY0" fmla="*/ 4944 h 41981"/>
                  <a:gd name="connsiteX1" fmla="*/ 37481 w 41981"/>
                  <a:gd name="connsiteY1" fmla="*/ 21134 h 41981"/>
                  <a:gd name="connsiteX2" fmla="*/ 37481 w 41981"/>
                  <a:gd name="connsiteY2" fmla="*/ 21134 h 41981"/>
                  <a:gd name="connsiteX3" fmla="*/ 21290 w 41981"/>
                  <a:gd name="connsiteY3" fmla="*/ 37325 h 41981"/>
                  <a:gd name="connsiteX4" fmla="*/ 5100 w 41981"/>
                  <a:gd name="connsiteY4" fmla="*/ 21134 h 41981"/>
                  <a:gd name="connsiteX5" fmla="*/ 21290 w 41981"/>
                  <a:gd name="connsiteY5" fmla="*/ 4944 h 41981"/>
                  <a:gd name="connsiteX6" fmla="*/ 21290 w 41981"/>
                  <a:gd name="connsiteY6" fmla="*/ 144 h 41981"/>
                  <a:gd name="connsiteX7" fmla="*/ 300 w 41981"/>
                  <a:gd name="connsiteY7" fmla="*/ 21134 h 41981"/>
                  <a:gd name="connsiteX8" fmla="*/ 21290 w 41981"/>
                  <a:gd name="connsiteY8" fmla="*/ 42125 h 41981"/>
                  <a:gd name="connsiteX9" fmla="*/ 42281 w 41981"/>
                  <a:gd name="connsiteY9" fmla="*/ 21134 h 41981"/>
                  <a:gd name="connsiteX10" fmla="*/ 42281 w 41981"/>
                  <a:gd name="connsiteY10" fmla="*/ 21134 h 41981"/>
                  <a:gd name="connsiteX11" fmla="*/ 21290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0" y="4944"/>
                    </a:moveTo>
                    <a:cubicBezTo>
                      <a:pt x="30232" y="4944"/>
                      <a:pt x="37481" y="12193"/>
                      <a:pt x="37481" y="21134"/>
                    </a:cubicBezTo>
                    <a:lnTo>
                      <a:pt x="37481" y="21134"/>
                    </a:lnTo>
                    <a:cubicBezTo>
                      <a:pt x="37481" y="30076"/>
                      <a:pt x="30232" y="37325"/>
                      <a:pt x="21290" y="37325"/>
                    </a:cubicBezTo>
                    <a:cubicBezTo>
                      <a:pt x="12348" y="37325"/>
                      <a:pt x="5100" y="30076"/>
                      <a:pt x="5100" y="21134"/>
                    </a:cubicBezTo>
                    <a:cubicBezTo>
                      <a:pt x="5100" y="12193"/>
                      <a:pt x="12348" y="4944"/>
                      <a:pt x="21290" y="4944"/>
                    </a:cubicBezTo>
                    <a:close/>
                    <a:moveTo>
                      <a:pt x="21290" y="144"/>
                    </a:moveTo>
                    <a:cubicBezTo>
                      <a:pt x="9698" y="144"/>
                      <a:pt x="300" y="9542"/>
                      <a:pt x="300" y="21134"/>
                    </a:cubicBezTo>
                    <a:cubicBezTo>
                      <a:pt x="300" y="32727"/>
                      <a:pt x="9698" y="42125"/>
                      <a:pt x="21290" y="42125"/>
                    </a:cubicBezTo>
                    <a:cubicBezTo>
                      <a:pt x="32883" y="42125"/>
                      <a:pt x="42281" y="32727"/>
                      <a:pt x="42281" y="21134"/>
                    </a:cubicBezTo>
                    <a:lnTo>
                      <a:pt x="42281" y="21134"/>
                    </a:lnTo>
                    <a:cubicBezTo>
                      <a:pt x="42281" y="9542"/>
                      <a:pt x="32883" y="144"/>
                      <a:pt x="21290" y="144"/>
                    </a:cubicBezTo>
                    <a:close/>
                  </a:path>
                </a:pathLst>
              </a:custGeom>
              <a:solidFill>
                <a:srgbClr val="000000"/>
              </a:solidFill>
              <a:ln w="4794" cap="sq">
                <a:noFill/>
                <a:prstDash val="solid"/>
                <a:round/>
              </a:ln>
            </p:spPr>
            <p:txBody>
              <a:bodyPr rtlCol="0" anchor="ctr"/>
              <a:lstStyle/>
              <a:p>
                <a:endParaRPr lang="en-US"/>
              </a:p>
            </p:txBody>
          </p:sp>
          <p:sp>
            <p:nvSpPr>
              <p:cNvPr id="3036" name="Freeform: Shape 3035">
                <a:extLst>
                  <a:ext uri="{FF2B5EF4-FFF2-40B4-BE49-F238E27FC236}">
                    <a16:creationId xmlns:a16="http://schemas.microsoft.com/office/drawing/2014/main" id="{B6FA7B05-26FE-A1D5-2C53-EA6F62C70E3C}"/>
                  </a:ext>
                </a:extLst>
              </p:cNvPr>
              <p:cNvSpPr/>
              <p:nvPr/>
            </p:nvSpPr>
            <p:spPr>
              <a:xfrm>
                <a:off x="7713806" y="7978285"/>
                <a:ext cx="37180" cy="37180"/>
              </a:xfrm>
              <a:custGeom>
                <a:avLst/>
                <a:gdLst>
                  <a:gd name="connsiteX0" fmla="*/ 37444 w 37180"/>
                  <a:gd name="connsiteY0" fmla="*/ 18760 h 37180"/>
                  <a:gd name="connsiteX1" fmla="*/ 18854 w 37180"/>
                  <a:gd name="connsiteY1" fmla="*/ 37350 h 37180"/>
                  <a:gd name="connsiteX2" fmla="*/ 264 w 37180"/>
                  <a:gd name="connsiteY2" fmla="*/ 18760 h 37180"/>
                  <a:gd name="connsiteX3" fmla="*/ 18854 w 37180"/>
                  <a:gd name="connsiteY3" fmla="*/ 169 h 37180"/>
                  <a:gd name="connsiteX4" fmla="*/ 37444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60"/>
                    </a:moveTo>
                    <a:cubicBezTo>
                      <a:pt x="37444" y="29027"/>
                      <a:pt x="29121" y="37350"/>
                      <a:pt x="18854" y="37350"/>
                    </a:cubicBezTo>
                    <a:cubicBezTo>
                      <a:pt x="8587" y="37350"/>
                      <a:pt x="264" y="29027"/>
                      <a:pt x="264" y="18760"/>
                    </a:cubicBezTo>
                    <a:cubicBezTo>
                      <a:pt x="264" y="8493"/>
                      <a:pt x="8587" y="169"/>
                      <a:pt x="18854" y="169"/>
                    </a:cubicBezTo>
                    <a:cubicBezTo>
                      <a:pt x="29121" y="169"/>
                      <a:pt x="37444" y="8493"/>
                      <a:pt x="37444" y="18760"/>
                    </a:cubicBezTo>
                    <a:close/>
                  </a:path>
                </a:pathLst>
              </a:custGeom>
              <a:solidFill>
                <a:srgbClr val="F7F4F4"/>
              </a:solidFill>
              <a:ln w="5753" cap="sq">
                <a:noFill/>
                <a:prstDash val="solid"/>
                <a:miter/>
              </a:ln>
            </p:spPr>
            <p:txBody>
              <a:bodyPr rtlCol="0" anchor="ctr"/>
              <a:lstStyle/>
              <a:p>
                <a:endParaRPr lang="en-US"/>
              </a:p>
            </p:txBody>
          </p:sp>
          <p:sp>
            <p:nvSpPr>
              <p:cNvPr id="3037" name="Freeform: Shape 3036">
                <a:extLst>
                  <a:ext uri="{FF2B5EF4-FFF2-40B4-BE49-F238E27FC236}">
                    <a16:creationId xmlns:a16="http://schemas.microsoft.com/office/drawing/2014/main" id="{73245DE6-BDD6-399C-1429-9428F4C56471}"/>
                  </a:ext>
                </a:extLst>
              </p:cNvPr>
              <p:cNvSpPr/>
              <p:nvPr/>
            </p:nvSpPr>
            <p:spPr>
              <a:xfrm>
                <a:off x="7711405" y="7975885"/>
                <a:ext cx="41981" cy="41981"/>
              </a:xfrm>
              <a:custGeom>
                <a:avLst/>
                <a:gdLst>
                  <a:gd name="connsiteX0" fmla="*/ 21254 w 41981"/>
                  <a:gd name="connsiteY0" fmla="*/ 4970 h 41981"/>
                  <a:gd name="connsiteX1" fmla="*/ 37444 w 41981"/>
                  <a:gd name="connsiteY1" fmla="*/ 21160 h 41981"/>
                  <a:gd name="connsiteX2" fmla="*/ 37444 w 41981"/>
                  <a:gd name="connsiteY2" fmla="*/ 21160 h 41981"/>
                  <a:gd name="connsiteX3" fmla="*/ 21254 w 41981"/>
                  <a:gd name="connsiteY3" fmla="*/ 37350 h 41981"/>
                  <a:gd name="connsiteX4" fmla="*/ 5064 w 41981"/>
                  <a:gd name="connsiteY4" fmla="*/ 21160 h 41981"/>
                  <a:gd name="connsiteX5" fmla="*/ 21254 w 41981"/>
                  <a:gd name="connsiteY5" fmla="*/ 4970 h 41981"/>
                  <a:gd name="connsiteX6" fmla="*/ 21254 w 41981"/>
                  <a:gd name="connsiteY6" fmla="*/ 169 h 41981"/>
                  <a:gd name="connsiteX7" fmla="*/ 264 w 41981"/>
                  <a:gd name="connsiteY7" fmla="*/ 21160 h 41981"/>
                  <a:gd name="connsiteX8" fmla="*/ 21254 w 41981"/>
                  <a:gd name="connsiteY8" fmla="*/ 42151 h 41981"/>
                  <a:gd name="connsiteX9" fmla="*/ 42245 w 41981"/>
                  <a:gd name="connsiteY9" fmla="*/ 21160 h 41981"/>
                  <a:gd name="connsiteX10" fmla="*/ 42245 w 41981"/>
                  <a:gd name="connsiteY10" fmla="*/ 21160 h 41981"/>
                  <a:gd name="connsiteX11" fmla="*/ 21254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70"/>
                    </a:moveTo>
                    <a:cubicBezTo>
                      <a:pt x="30196" y="4970"/>
                      <a:pt x="37444" y="12218"/>
                      <a:pt x="37444" y="21160"/>
                    </a:cubicBezTo>
                    <a:lnTo>
                      <a:pt x="37444" y="21160"/>
                    </a:lnTo>
                    <a:cubicBezTo>
                      <a:pt x="37444" y="30102"/>
                      <a:pt x="30196" y="37350"/>
                      <a:pt x="21254" y="37350"/>
                    </a:cubicBezTo>
                    <a:cubicBezTo>
                      <a:pt x="12312" y="37350"/>
                      <a:pt x="5064" y="30102"/>
                      <a:pt x="5064" y="21160"/>
                    </a:cubicBezTo>
                    <a:cubicBezTo>
                      <a:pt x="5064" y="12218"/>
                      <a:pt x="12312" y="4970"/>
                      <a:pt x="21254" y="4970"/>
                    </a:cubicBezTo>
                    <a:close/>
                    <a:moveTo>
                      <a:pt x="21254" y="169"/>
                    </a:moveTo>
                    <a:cubicBezTo>
                      <a:pt x="9662" y="169"/>
                      <a:pt x="264" y="9567"/>
                      <a:pt x="264" y="21160"/>
                    </a:cubicBezTo>
                    <a:cubicBezTo>
                      <a:pt x="264" y="32753"/>
                      <a:pt x="9662" y="42151"/>
                      <a:pt x="21254" y="42151"/>
                    </a:cubicBezTo>
                    <a:cubicBezTo>
                      <a:pt x="32847" y="42151"/>
                      <a:pt x="42245" y="32753"/>
                      <a:pt x="42245" y="21160"/>
                    </a:cubicBezTo>
                    <a:lnTo>
                      <a:pt x="42245" y="21160"/>
                    </a:lnTo>
                    <a:cubicBezTo>
                      <a:pt x="42245" y="9567"/>
                      <a:pt x="32847" y="169"/>
                      <a:pt x="21254" y="169"/>
                    </a:cubicBezTo>
                    <a:close/>
                  </a:path>
                </a:pathLst>
              </a:custGeom>
              <a:solidFill>
                <a:srgbClr val="000000"/>
              </a:solidFill>
              <a:ln w="4794" cap="sq">
                <a:noFill/>
                <a:prstDash val="solid"/>
                <a:round/>
              </a:ln>
            </p:spPr>
            <p:txBody>
              <a:bodyPr rtlCol="0" anchor="ctr"/>
              <a:lstStyle/>
              <a:p>
                <a:endParaRPr lang="en-US"/>
              </a:p>
            </p:txBody>
          </p:sp>
          <p:sp>
            <p:nvSpPr>
              <p:cNvPr id="3038" name="Freeform: Shape 3037">
                <a:extLst>
                  <a:ext uri="{FF2B5EF4-FFF2-40B4-BE49-F238E27FC236}">
                    <a16:creationId xmlns:a16="http://schemas.microsoft.com/office/drawing/2014/main" id="{70FA338C-1B60-1037-F6F1-59195DADFE49}"/>
                  </a:ext>
                </a:extLst>
              </p:cNvPr>
              <p:cNvSpPr/>
              <p:nvPr/>
            </p:nvSpPr>
            <p:spPr>
              <a:xfrm>
                <a:off x="7797285" y="8015144"/>
                <a:ext cx="37180" cy="37180"/>
              </a:xfrm>
              <a:custGeom>
                <a:avLst/>
                <a:gdLst>
                  <a:gd name="connsiteX0" fmla="*/ 37459 w 37180"/>
                  <a:gd name="connsiteY0" fmla="*/ 18766 h 37180"/>
                  <a:gd name="connsiteX1" fmla="*/ 18868 w 37180"/>
                  <a:gd name="connsiteY1" fmla="*/ 37357 h 37180"/>
                  <a:gd name="connsiteX2" fmla="*/ 278 w 37180"/>
                  <a:gd name="connsiteY2" fmla="*/ 18766 h 37180"/>
                  <a:gd name="connsiteX3" fmla="*/ 18868 w 37180"/>
                  <a:gd name="connsiteY3" fmla="*/ 176 h 37180"/>
                  <a:gd name="connsiteX4" fmla="*/ 3745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66"/>
                    </a:moveTo>
                    <a:cubicBezTo>
                      <a:pt x="37459" y="29033"/>
                      <a:pt x="29136" y="37357"/>
                      <a:pt x="18868" y="37357"/>
                    </a:cubicBezTo>
                    <a:cubicBezTo>
                      <a:pt x="8601" y="37357"/>
                      <a:pt x="278" y="29033"/>
                      <a:pt x="278" y="18766"/>
                    </a:cubicBezTo>
                    <a:cubicBezTo>
                      <a:pt x="278" y="8499"/>
                      <a:pt x="8601" y="176"/>
                      <a:pt x="18868" y="176"/>
                    </a:cubicBezTo>
                    <a:cubicBezTo>
                      <a:pt x="29136" y="176"/>
                      <a:pt x="37459" y="8499"/>
                      <a:pt x="37459" y="18766"/>
                    </a:cubicBezTo>
                    <a:close/>
                  </a:path>
                </a:pathLst>
              </a:custGeom>
              <a:solidFill>
                <a:srgbClr val="F7EFEF"/>
              </a:solidFill>
              <a:ln w="5753" cap="sq">
                <a:noFill/>
                <a:prstDash val="solid"/>
                <a:miter/>
              </a:ln>
            </p:spPr>
            <p:txBody>
              <a:bodyPr rtlCol="0" anchor="ctr"/>
              <a:lstStyle/>
              <a:p>
                <a:endParaRPr lang="en-US"/>
              </a:p>
            </p:txBody>
          </p:sp>
          <p:sp>
            <p:nvSpPr>
              <p:cNvPr id="3039" name="Freeform: Shape 3038">
                <a:extLst>
                  <a:ext uri="{FF2B5EF4-FFF2-40B4-BE49-F238E27FC236}">
                    <a16:creationId xmlns:a16="http://schemas.microsoft.com/office/drawing/2014/main" id="{61A23057-CB3E-0B00-447C-906131638301}"/>
                  </a:ext>
                </a:extLst>
              </p:cNvPr>
              <p:cNvSpPr/>
              <p:nvPr/>
            </p:nvSpPr>
            <p:spPr>
              <a:xfrm>
                <a:off x="7794885" y="8012743"/>
                <a:ext cx="41981" cy="41981"/>
              </a:xfrm>
              <a:custGeom>
                <a:avLst/>
                <a:gdLst>
                  <a:gd name="connsiteX0" fmla="*/ 21269 w 41981"/>
                  <a:gd name="connsiteY0" fmla="*/ 4976 h 41981"/>
                  <a:gd name="connsiteX1" fmla="*/ 37459 w 41981"/>
                  <a:gd name="connsiteY1" fmla="*/ 21166 h 41981"/>
                  <a:gd name="connsiteX2" fmla="*/ 37459 w 41981"/>
                  <a:gd name="connsiteY2" fmla="*/ 21166 h 41981"/>
                  <a:gd name="connsiteX3" fmla="*/ 21269 w 41981"/>
                  <a:gd name="connsiteY3" fmla="*/ 37357 h 41981"/>
                  <a:gd name="connsiteX4" fmla="*/ 5078 w 41981"/>
                  <a:gd name="connsiteY4" fmla="*/ 21166 h 41981"/>
                  <a:gd name="connsiteX5" fmla="*/ 21269 w 41981"/>
                  <a:gd name="connsiteY5" fmla="*/ 4976 h 41981"/>
                  <a:gd name="connsiteX6" fmla="*/ 21269 w 41981"/>
                  <a:gd name="connsiteY6" fmla="*/ 176 h 41981"/>
                  <a:gd name="connsiteX7" fmla="*/ 278 w 41981"/>
                  <a:gd name="connsiteY7" fmla="*/ 21166 h 41981"/>
                  <a:gd name="connsiteX8" fmla="*/ 21269 w 41981"/>
                  <a:gd name="connsiteY8" fmla="*/ 42157 h 41981"/>
                  <a:gd name="connsiteX9" fmla="*/ 42259 w 41981"/>
                  <a:gd name="connsiteY9" fmla="*/ 21166 h 41981"/>
                  <a:gd name="connsiteX10" fmla="*/ 42259 w 41981"/>
                  <a:gd name="connsiteY10" fmla="*/ 21166 h 41981"/>
                  <a:gd name="connsiteX11" fmla="*/ 21269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76"/>
                    </a:moveTo>
                    <a:cubicBezTo>
                      <a:pt x="30210" y="4976"/>
                      <a:pt x="37459" y="12225"/>
                      <a:pt x="37459" y="21166"/>
                    </a:cubicBezTo>
                    <a:lnTo>
                      <a:pt x="37459" y="21166"/>
                    </a:lnTo>
                    <a:cubicBezTo>
                      <a:pt x="37459" y="30108"/>
                      <a:pt x="30210" y="37357"/>
                      <a:pt x="21269" y="37357"/>
                    </a:cubicBezTo>
                    <a:cubicBezTo>
                      <a:pt x="12327" y="37357"/>
                      <a:pt x="5078" y="30108"/>
                      <a:pt x="5078" y="21166"/>
                    </a:cubicBezTo>
                    <a:cubicBezTo>
                      <a:pt x="5078" y="12225"/>
                      <a:pt x="12327" y="4976"/>
                      <a:pt x="21269" y="4976"/>
                    </a:cubicBezTo>
                    <a:close/>
                    <a:moveTo>
                      <a:pt x="21269" y="176"/>
                    </a:moveTo>
                    <a:cubicBezTo>
                      <a:pt x="9676" y="176"/>
                      <a:pt x="278" y="9574"/>
                      <a:pt x="278" y="21166"/>
                    </a:cubicBezTo>
                    <a:cubicBezTo>
                      <a:pt x="278" y="32759"/>
                      <a:pt x="9676" y="42157"/>
                      <a:pt x="21269" y="42157"/>
                    </a:cubicBezTo>
                    <a:cubicBezTo>
                      <a:pt x="32861" y="42157"/>
                      <a:pt x="42259" y="32759"/>
                      <a:pt x="42259" y="21166"/>
                    </a:cubicBezTo>
                    <a:lnTo>
                      <a:pt x="42259" y="21166"/>
                    </a:lnTo>
                    <a:cubicBezTo>
                      <a:pt x="42259" y="9574"/>
                      <a:pt x="32861" y="176"/>
                      <a:pt x="21269" y="176"/>
                    </a:cubicBezTo>
                    <a:close/>
                  </a:path>
                </a:pathLst>
              </a:custGeom>
              <a:solidFill>
                <a:srgbClr val="000000"/>
              </a:solidFill>
              <a:ln w="4794" cap="sq">
                <a:noFill/>
                <a:prstDash val="solid"/>
                <a:round/>
              </a:ln>
            </p:spPr>
            <p:txBody>
              <a:bodyPr rtlCol="0" anchor="ctr"/>
              <a:lstStyle/>
              <a:p>
                <a:endParaRPr lang="en-US"/>
              </a:p>
            </p:txBody>
          </p:sp>
          <p:sp>
            <p:nvSpPr>
              <p:cNvPr id="3040" name="Freeform: Shape 3039">
                <a:extLst>
                  <a:ext uri="{FF2B5EF4-FFF2-40B4-BE49-F238E27FC236}">
                    <a16:creationId xmlns:a16="http://schemas.microsoft.com/office/drawing/2014/main" id="{0F063A2C-3801-9C3E-3C84-056FF86AF1D3}"/>
                  </a:ext>
                </a:extLst>
              </p:cNvPr>
              <p:cNvSpPr/>
              <p:nvPr/>
            </p:nvSpPr>
            <p:spPr>
              <a:xfrm>
                <a:off x="7807077" y="7970613"/>
                <a:ext cx="37180" cy="37180"/>
              </a:xfrm>
              <a:custGeom>
                <a:avLst/>
                <a:gdLst>
                  <a:gd name="connsiteX0" fmla="*/ 37461 w 37180"/>
                  <a:gd name="connsiteY0" fmla="*/ 18758 h 37180"/>
                  <a:gd name="connsiteX1" fmla="*/ 18870 w 37180"/>
                  <a:gd name="connsiteY1" fmla="*/ 37349 h 37180"/>
                  <a:gd name="connsiteX2" fmla="*/ 280 w 37180"/>
                  <a:gd name="connsiteY2" fmla="*/ 18758 h 37180"/>
                  <a:gd name="connsiteX3" fmla="*/ 18870 w 37180"/>
                  <a:gd name="connsiteY3" fmla="*/ 168 h 37180"/>
                  <a:gd name="connsiteX4" fmla="*/ 37461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58"/>
                    </a:moveTo>
                    <a:cubicBezTo>
                      <a:pt x="37461" y="29026"/>
                      <a:pt x="29137" y="37349"/>
                      <a:pt x="18870" y="37349"/>
                    </a:cubicBezTo>
                    <a:cubicBezTo>
                      <a:pt x="8603" y="37349"/>
                      <a:pt x="280" y="29026"/>
                      <a:pt x="280" y="18758"/>
                    </a:cubicBezTo>
                    <a:cubicBezTo>
                      <a:pt x="280" y="8491"/>
                      <a:pt x="8603" y="168"/>
                      <a:pt x="18870" y="168"/>
                    </a:cubicBezTo>
                    <a:cubicBezTo>
                      <a:pt x="29137" y="168"/>
                      <a:pt x="37461" y="8491"/>
                      <a:pt x="37461" y="18758"/>
                    </a:cubicBezTo>
                    <a:close/>
                  </a:path>
                </a:pathLst>
              </a:custGeom>
              <a:solidFill>
                <a:srgbClr val="F7ECEC"/>
              </a:solidFill>
              <a:ln w="5753" cap="sq">
                <a:noFill/>
                <a:prstDash val="solid"/>
                <a:miter/>
              </a:ln>
            </p:spPr>
            <p:txBody>
              <a:bodyPr rtlCol="0" anchor="ctr"/>
              <a:lstStyle/>
              <a:p>
                <a:endParaRPr lang="en-US"/>
              </a:p>
            </p:txBody>
          </p:sp>
          <p:sp>
            <p:nvSpPr>
              <p:cNvPr id="3041" name="Freeform: Shape 3040">
                <a:extLst>
                  <a:ext uri="{FF2B5EF4-FFF2-40B4-BE49-F238E27FC236}">
                    <a16:creationId xmlns:a16="http://schemas.microsoft.com/office/drawing/2014/main" id="{E997EA09-B6E0-D871-5E54-9F19EDEDA96C}"/>
                  </a:ext>
                </a:extLst>
              </p:cNvPr>
              <p:cNvSpPr/>
              <p:nvPr/>
            </p:nvSpPr>
            <p:spPr>
              <a:xfrm>
                <a:off x="7804677" y="7968213"/>
                <a:ext cx="41981" cy="41981"/>
              </a:xfrm>
              <a:custGeom>
                <a:avLst/>
                <a:gdLst>
                  <a:gd name="connsiteX0" fmla="*/ 21270 w 41981"/>
                  <a:gd name="connsiteY0" fmla="*/ 4968 h 41981"/>
                  <a:gd name="connsiteX1" fmla="*/ 37461 w 41981"/>
                  <a:gd name="connsiteY1" fmla="*/ 21159 h 41981"/>
                  <a:gd name="connsiteX2" fmla="*/ 37461 w 41981"/>
                  <a:gd name="connsiteY2" fmla="*/ 21159 h 41981"/>
                  <a:gd name="connsiteX3" fmla="*/ 21270 w 41981"/>
                  <a:gd name="connsiteY3" fmla="*/ 37349 h 41981"/>
                  <a:gd name="connsiteX4" fmla="*/ 5080 w 41981"/>
                  <a:gd name="connsiteY4" fmla="*/ 21159 h 41981"/>
                  <a:gd name="connsiteX5" fmla="*/ 21270 w 41981"/>
                  <a:gd name="connsiteY5" fmla="*/ 4968 h 41981"/>
                  <a:gd name="connsiteX6" fmla="*/ 21270 w 41981"/>
                  <a:gd name="connsiteY6" fmla="*/ 168 h 41981"/>
                  <a:gd name="connsiteX7" fmla="*/ 280 w 41981"/>
                  <a:gd name="connsiteY7" fmla="*/ 21159 h 41981"/>
                  <a:gd name="connsiteX8" fmla="*/ 21270 w 41981"/>
                  <a:gd name="connsiteY8" fmla="*/ 42149 h 41981"/>
                  <a:gd name="connsiteX9" fmla="*/ 42261 w 41981"/>
                  <a:gd name="connsiteY9" fmla="*/ 21159 h 41981"/>
                  <a:gd name="connsiteX10" fmla="*/ 42261 w 41981"/>
                  <a:gd name="connsiteY10" fmla="*/ 21159 h 41981"/>
                  <a:gd name="connsiteX11" fmla="*/ 21270 w 41981"/>
                  <a:gd name="connsiteY11" fmla="*/ 16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0" y="4968"/>
                    </a:moveTo>
                    <a:cubicBezTo>
                      <a:pt x="30212" y="4968"/>
                      <a:pt x="37461" y="12217"/>
                      <a:pt x="37461" y="21159"/>
                    </a:cubicBezTo>
                    <a:lnTo>
                      <a:pt x="37461" y="21159"/>
                    </a:lnTo>
                    <a:cubicBezTo>
                      <a:pt x="37461" y="30100"/>
                      <a:pt x="30212" y="37349"/>
                      <a:pt x="21270" y="37349"/>
                    </a:cubicBezTo>
                    <a:cubicBezTo>
                      <a:pt x="12328" y="37349"/>
                      <a:pt x="5080" y="30100"/>
                      <a:pt x="5080" y="21159"/>
                    </a:cubicBezTo>
                    <a:cubicBezTo>
                      <a:pt x="5080" y="12217"/>
                      <a:pt x="12328" y="4968"/>
                      <a:pt x="21270" y="4968"/>
                    </a:cubicBezTo>
                    <a:close/>
                    <a:moveTo>
                      <a:pt x="21270" y="168"/>
                    </a:moveTo>
                    <a:cubicBezTo>
                      <a:pt x="9678" y="168"/>
                      <a:pt x="280" y="9566"/>
                      <a:pt x="280" y="21159"/>
                    </a:cubicBezTo>
                    <a:cubicBezTo>
                      <a:pt x="280" y="32751"/>
                      <a:pt x="9678" y="42149"/>
                      <a:pt x="21270" y="42149"/>
                    </a:cubicBezTo>
                    <a:cubicBezTo>
                      <a:pt x="32863" y="42149"/>
                      <a:pt x="42261" y="32751"/>
                      <a:pt x="42261" y="21159"/>
                    </a:cubicBezTo>
                    <a:lnTo>
                      <a:pt x="42261" y="21159"/>
                    </a:lnTo>
                    <a:cubicBezTo>
                      <a:pt x="42261" y="9566"/>
                      <a:pt x="32863" y="168"/>
                      <a:pt x="21270" y="168"/>
                    </a:cubicBezTo>
                    <a:close/>
                  </a:path>
                </a:pathLst>
              </a:custGeom>
              <a:solidFill>
                <a:srgbClr val="000000"/>
              </a:solidFill>
              <a:ln w="4794" cap="sq">
                <a:noFill/>
                <a:prstDash val="solid"/>
                <a:round/>
              </a:ln>
            </p:spPr>
            <p:txBody>
              <a:bodyPr rtlCol="0" anchor="ctr"/>
              <a:lstStyle/>
              <a:p>
                <a:endParaRPr lang="en-US"/>
              </a:p>
            </p:txBody>
          </p:sp>
          <p:sp>
            <p:nvSpPr>
              <p:cNvPr id="3042" name="Freeform: Shape 3041">
                <a:extLst>
                  <a:ext uri="{FF2B5EF4-FFF2-40B4-BE49-F238E27FC236}">
                    <a16:creationId xmlns:a16="http://schemas.microsoft.com/office/drawing/2014/main" id="{A38FF651-B524-3848-CB42-3849B4AC1A46}"/>
                  </a:ext>
                </a:extLst>
              </p:cNvPr>
              <p:cNvSpPr/>
              <p:nvPr/>
            </p:nvSpPr>
            <p:spPr>
              <a:xfrm>
                <a:off x="7746050" y="7811424"/>
                <a:ext cx="37180" cy="37180"/>
              </a:xfrm>
              <a:custGeom>
                <a:avLst/>
                <a:gdLst>
                  <a:gd name="connsiteX0" fmla="*/ 37450 w 37180"/>
                  <a:gd name="connsiteY0" fmla="*/ 18731 h 37180"/>
                  <a:gd name="connsiteX1" fmla="*/ 18860 w 37180"/>
                  <a:gd name="connsiteY1" fmla="*/ 37321 h 37180"/>
                  <a:gd name="connsiteX2" fmla="*/ 269 w 37180"/>
                  <a:gd name="connsiteY2" fmla="*/ 18731 h 37180"/>
                  <a:gd name="connsiteX3" fmla="*/ 18860 w 37180"/>
                  <a:gd name="connsiteY3" fmla="*/ 140 h 37180"/>
                  <a:gd name="connsiteX4" fmla="*/ 37450 w 37180"/>
                  <a:gd name="connsiteY4" fmla="*/ 1873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31"/>
                    </a:moveTo>
                    <a:cubicBezTo>
                      <a:pt x="37450" y="28998"/>
                      <a:pt x="29127" y="37321"/>
                      <a:pt x="18860" y="37321"/>
                    </a:cubicBezTo>
                    <a:cubicBezTo>
                      <a:pt x="8592" y="37321"/>
                      <a:pt x="269" y="28998"/>
                      <a:pt x="269" y="18731"/>
                    </a:cubicBezTo>
                    <a:cubicBezTo>
                      <a:pt x="269" y="8464"/>
                      <a:pt x="8592" y="140"/>
                      <a:pt x="18860" y="140"/>
                    </a:cubicBezTo>
                    <a:cubicBezTo>
                      <a:pt x="29127" y="140"/>
                      <a:pt x="37450" y="8464"/>
                      <a:pt x="37450" y="18731"/>
                    </a:cubicBezTo>
                    <a:close/>
                  </a:path>
                </a:pathLst>
              </a:custGeom>
              <a:solidFill>
                <a:srgbClr val="E7F7E7"/>
              </a:solidFill>
              <a:ln w="5753" cap="sq">
                <a:noFill/>
                <a:prstDash val="solid"/>
                <a:miter/>
              </a:ln>
            </p:spPr>
            <p:txBody>
              <a:bodyPr rtlCol="0" anchor="ctr"/>
              <a:lstStyle/>
              <a:p>
                <a:endParaRPr lang="en-US"/>
              </a:p>
            </p:txBody>
          </p:sp>
          <p:sp>
            <p:nvSpPr>
              <p:cNvPr id="3043" name="Freeform: Shape 3042">
                <a:extLst>
                  <a:ext uri="{FF2B5EF4-FFF2-40B4-BE49-F238E27FC236}">
                    <a16:creationId xmlns:a16="http://schemas.microsoft.com/office/drawing/2014/main" id="{5C2678C6-A317-48A4-7E8E-7F0B3166C650}"/>
                  </a:ext>
                </a:extLst>
              </p:cNvPr>
              <p:cNvSpPr/>
              <p:nvPr/>
            </p:nvSpPr>
            <p:spPr>
              <a:xfrm>
                <a:off x="7743650" y="7809024"/>
                <a:ext cx="41981" cy="41981"/>
              </a:xfrm>
              <a:custGeom>
                <a:avLst/>
                <a:gdLst>
                  <a:gd name="connsiteX0" fmla="*/ 21260 w 41981"/>
                  <a:gd name="connsiteY0" fmla="*/ 4941 h 41981"/>
                  <a:gd name="connsiteX1" fmla="*/ 37450 w 41981"/>
                  <a:gd name="connsiteY1" fmla="*/ 21131 h 41981"/>
                  <a:gd name="connsiteX2" fmla="*/ 37450 w 41981"/>
                  <a:gd name="connsiteY2" fmla="*/ 21131 h 41981"/>
                  <a:gd name="connsiteX3" fmla="*/ 21260 w 41981"/>
                  <a:gd name="connsiteY3" fmla="*/ 37321 h 41981"/>
                  <a:gd name="connsiteX4" fmla="*/ 5070 w 41981"/>
                  <a:gd name="connsiteY4" fmla="*/ 21131 h 41981"/>
                  <a:gd name="connsiteX5" fmla="*/ 21260 w 41981"/>
                  <a:gd name="connsiteY5" fmla="*/ 4941 h 41981"/>
                  <a:gd name="connsiteX6" fmla="*/ 21260 w 41981"/>
                  <a:gd name="connsiteY6" fmla="*/ 140 h 41981"/>
                  <a:gd name="connsiteX7" fmla="*/ 269 w 41981"/>
                  <a:gd name="connsiteY7" fmla="*/ 21131 h 41981"/>
                  <a:gd name="connsiteX8" fmla="*/ 21260 w 41981"/>
                  <a:gd name="connsiteY8" fmla="*/ 42122 h 41981"/>
                  <a:gd name="connsiteX9" fmla="*/ 42250 w 41981"/>
                  <a:gd name="connsiteY9" fmla="*/ 21131 h 41981"/>
                  <a:gd name="connsiteX10" fmla="*/ 42250 w 41981"/>
                  <a:gd name="connsiteY10" fmla="*/ 21131 h 41981"/>
                  <a:gd name="connsiteX11" fmla="*/ 21260 w 41981"/>
                  <a:gd name="connsiteY11" fmla="*/ 14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41"/>
                    </a:moveTo>
                    <a:cubicBezTo>
                      <a:pt x="30202" y="4941"/>
                      <a:pt x="37450" y="12189"/>
                      <a:pt x="37450" y="21131"/>
                    </a:cubicBezTo>
                    <a:lnTo>
                      <a:pt x="37450" y="21131"/>
                    </a:lnTo>
                    <a:cubicBezTo>
                      <a:pt x="37450" y="30073"/>
                      <a:pt x="30202" y="37321"/>
                      <a:pt x="21260" y="37321"/>
                    </a:cubicBezTo>
                    <a:cubicBezTo>
                      <a:pt x="12318" y="37321"/>
                      <a:pt x="5070" y="30073"/>
                      <a:pt x="5070" y="21131"/>
                    </a:cubicBezTo>
                    <a:cubicBezTo>
                      <a:pt x="5070" y="12189"/>
                      <a:pt x="12318" y="4941"/>
                      <a:pt x="21260" y="4941"/>
                    </a:cubicBezTo>
                    <a:close/>
                    <a:moveTo>
                      <a:pt x="21260" y="140"/>
                    </a:moveTo>
                    <a:cubicBezTo>
                      <a:pt x="9667" y="140"/>
                      <a:pt x="269" y="9538"/>
                      <a:pt x="269" y="21131"/>
                    </a:cubicBezTo>
                    <a:cubicBezTo>
                      <a:pt x="269" y="32724"/>
                      <a:pt x="9667" y="42122"/>
                      <a:pt x="21260" y="42122"/>
                    </a:cubicBezTo>
                    <a:cubicBezTo>
                      <a:pt x="32852" y="42122"/>
                      <a:pt x="42250" y="32724"/>
                      <a:pt x="42250" y="21131"/>
                    </a:cubicBezTo>
                    <a:lnTo>
                      <a:pt x="42250" y="21131"/>
                    </a:lnTo>
                    <a:cubicBezTo>
                      <a:pt x="42250" y="9538"/>
                      <a:pt x="32852" y="140"/>
                      <a:pt x="21260" y="140"/>
                    </a:cubicBezTo>
                    <a:close/>
                  </a:path>
                </a:pathLst>
              </a:custGeom>
              <a:solidFill>
                <a:srgbClr val="000000"/>
              </a:solidFill>
              <a:ln w="4794" cap="sq">
                <a:noFill/>
                <a:prstDash val="solid"/>
                <a:round/>
              </a:ln>
            </p:spPr>
            <p:txBody>
              <a:bodyPr rtlCol="0" anchor="ctr"/>
              <a:lstStyle/>
              <a:p>
                <a:endParaRPr lang="en-US"/>
              </a:p>
            </p:txBody>
          </p:sp>
          <p:sp>
            <p:nvSpPr>
              <p:cNvPr id="3044" name="Freeform: Shape 3043">
                <a:extLst>
                  <a:ext uri="{FF2B5EF4-FFF2-40B4-BE49-F238E27FC236}">
                    <a16:creationId xmlns:a16="http://schemas.microsoft.com/office/drawing/2014/main" id="{328A4718-9F44-876C-E9AC-A2ACA45738C1}"/>
                  </a:ext>
                </a:extLst>
              </p:cNvPr>
              <p:cNvSpPr/>
              <p:nvPr/>
            </p:nvSpPr>
            <p:spPr>
              <a:xfrm>
                <a:off x="7667760" y="8143563"/>
                <a:ext cx="37180" cy="37180"/>
              </a:xfrm>
              <a:custGeom>
                <a:avLst/>
                <a:gdLst>
                  <a:gd name="connsiteX0" fmla="*/ 37436 w 37180"/>
                  <a:gd name="connsiteY0" fmla="*/ 18788 h 37180"/>
                  <a:gd name="connsiteX1" fmla="*/ 18846 w 37180"/>
                  <a:gd name="connsiteY1" fmla="*/ 37379 h 37180"/>
                  <a:gd name="connsiteX2" fmla="*/ 256 w 37180"/>
                  <a:gd name="connsiteY2" fmla="*/ 18788 h 37180"/>
                  <a:gd name="connsiteX3" fmla="*/ 18846 w 37180"/>
                  <a:gd name="connsiteY3" fmla="*/ 198 h 37180"/>
                  <a:gd name="connsiteX4" fmla="*/ 37436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88"/>
                    </a:moveTo>
                    <a:cubicBezTo>
                      <a:pt x="37436" y="29056"/>
                      <a:pt x="29113" y="37379"/>
                      <a:pt x="18846" y="37379"/>
                    </a:cubicBezTo>
                    <a:cubicBezTo>
                      <a:pt x="8579" y="37379"/>
                      <a:pt x="256" y="29056"/>
                      <a:pt x="256" y="18788"/>
                    </a:cubicBezTo>
                    <a:cubicBezTo>
                      <a:pt x="256" y="8521"/>
                      <a:pt x="8579" y="198"/>
                      <a:pt x="18846" y="198"/>
                    </a:cubicBezTo>
                    <a:cubicBezTo>
                      <a:pt x="29113" y="198"/>
                      <a:pt x="37436" y="8521"/>
                      <a:pt x="37436" y="18788"/>
                    </a:cubicBezTo>
                    <a:close/>
                  </a:path>
                </a:pathLst>
              </a:custGeom>
              <a:solidFill>
                <a:srgbClr val="F7CECE"/>
              </a:solidFill>
              <a:ln w="5753" cap="sq">
                <a:noFill/>
                <a:prstDash val="solid"/>
                <a:miter/>
              </a:ln>
            </p:spPr>
            <p:txBody>
              <a:bodyPr rtlCol="0" anchor="ctr"/>
              <a:lstStyle/>
              <a:p>
                <a:endParaRPr lang="en-US"/>
              </a:p>
            </p:txBody>
          </p:sp>
          <p:sp>
            <p:nvSpPr>
              <p:cNvPr id="3045" name="Freeform: Shape 3044">
                <a:extLst>
                  <a:ext uri="{FF2B5EF4-FFF2-40B4-BE49-F238E27FC236}">
                    <a16:creationId xmlns:a16="http://schemas.microsoft.com/office/drawing/2014/main" id="{9A2C709E-AFCE-C48A-3332-673BE246DE1A}"/>
                  </a:ext>
                </a:extLst>
              </p:cNvPr>
              <p:cNvSpPr/>
              <p:nvPr/>
            </p:nvSpPr>
            <p:spPr>
              <a:xfrm>
                <a:off x="7665360" y="8141163"/>
                <a:ext cx="41981" cy="41981"/>
              </a:xfrm>
              <a:custGeom>
                <a:avLst/>
                <a:gdLst>
                  <a:gd name="connsiteX0" fmla="*/ 21246 w 41981"/>
                  <a:gd name="connsiteY0" fmla="*/ 4998 h 41981"/>
                  <a:gd name="connsiteX1" fmla="*/ 37436 w 41981"/>
                  <a:gd name="connsiteY1" fmla="*/ 21189 h 41981"/>
                  <a:gd name="connsiteX2" fmla="*/ 37436 w 41981"/>
                  <a:gd name="connsiteY2" fmla="*/ 21189 h 41981"/>
                  <a:gd name="connsiteX3" fmla="*/ 21246 w 41981"/>
                  <a:gd name="connsiteY3" fmla="*/ 37379 h 41981"/>
                  <a:gd name="connsiteX4" fmla="*/ 5056 w 41981"/>
                  <a:gd name="connsiteY4" fmla="*/ 21189 h 41981"/>
                  <a:gd name="connsiteX5" fmla="*/ 21246 w 41981"/>
                  <a:gd name="connsiteY5" fmla="*/ 4998 h 41981"/>
                  <a:gd name="connsiteX6" fmla="*/ 21246 w 41981"/>
                  <a:gd name="connsiteY6" fmla="*/ 198 h 41981"/>
                  <a:gd name="connsiteX7" fmla="*/ 256 w 41981"/>
                  <a:gd name="connsiteY7" fmla="*/ 21189 h 41981"/>
                  <a:gd name="connsiteX8" fmla="*/ 21246 w 41981"/>
                  <a:gd name="connsiteY8" fmla="*/ 42179 h 41981"/>
                  <a:gd name="connsiteX9" fmla="*/ 42237 w 41981"/>
                  <a:gd name="connsiteY9" fmla="*/ 21189 h 41981"/>
                  <a:gd name="connsiteX10" fmla="*/ 42237 w 41981"/>
                  <a:gd name="connsiteY10" fmla="*/ 21189 h 41981"/>
                  <a:gd name="connsiteX11" fmla="*/ 21246 w 41981"/>
                  <a:gd name="connsiteY11" fmla="*/ 19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6" y="4998"/>
                    </a:moveTo>
                    <a:cubicBezTo>
                      <a:pt x="30188" y="4998"/>
                      <a:pt x="37436" y="12247"/>
                      <a:pt x="37436" y="21189"/>
                    </a:cubicBezTo>
                    <a:lnTo>
                      <a:pt x="37436" y="21189"/>
                    </a:lnTo>
                    <a:cubicBezTo>
                      <a:pt x="37436" y="30130"/>
                      <a:pt x="30188" y="37379"/>
                      <a:pt x="21246" y="37379"/>
                    </a:cubicBezTo>
                    <a:cubicBezTo>
                      <a:pt x="12304" y="37379"/>
                      <a:pt x="5056" y="30130"/>
                      <a:pt x="5056" y="21189"/>
                    </a:cubicBezTo>
                    <a:cubicBezTo>
                      <a:pt x="5056" y="12247"/>
                      <a:pt x="12304" y="4998"/>
                      <a:pt x="21246" y="4998"/>
                    </a:cubicBezTo>
                    <a:close/>
                    <a:moveTo>
                      <a:pt x="21246" y="198"/>
                    </a:moveTo>
                    <a:cubicBezTo>
                      <a:pt x="9654" y="198"/>
                      <a:pt x="256" y="9596"/>
                      <a:pt x="256" y="21189"/>
                    </a:cubicBezTo>
                    <a:cubicBezTo>
                      <a:pt x="256" y="32781"/>
                      <a:pt x="9654" y="42179"/>
                      <a:pt x="21246" y="42179"/>
                    </a:cubicBezTo>
                    <a:cubicBezTo>
                      <a:pt x="32839" y="42179"/>
                      <a:pt x="42237" y="32781"/>
                      <a:pt x="42237" y="21189"/>
                    </a:cubicBezTo>
                    <a:lnTo>
                      <a:pt x="42237" y="21189"/>
                    </a:lnTo>
                    <a:cubicBezTo>
                      <a:pt x="42237" y="9596"/>
                      <a:pt x="32839" y="198"/>
                      <a:pt x="21246" y="198"/>
                    </a:cubicBezTo>
                    <a:close/>
                  </a:path>
                </a:pathLst>
              </a:custGeom>
              <a:solidFill>
                <a:srgbClr val="000000"/>
              </a:solidFill>
              <a:ln w="4794" cap="sq">
                <a:noFill/>
                <a:prstDash val="solid"/>
                <a:round/>
              </a:ln>
            </p:spPr>
            <p:txBody>
              <a:bodyPr rtlCol="0" anchor="ctr"/>
              <a:lstStyle/>
              <a:p>
                <a:endParaRPr lang="en-US"/>
              </a:p>
            </p:txBody>
          </p:sp>
          <p:sp>
            <p:nvSpPr>
              <p:cNvPr id="3046" name="Freeform: Shape 3045">
                <a:extLst>
                  <a:ext uri="{FF2B5EF4-FFF2-40B4-BE49-F238E27FC236}">
                    <a16:creationId xmlns:a16="http://schemas.microsoft.com/office/drawing/2014/main" id="{3B3EEBB8-D953-3E39-24BC-8A7FC4A7C230}"/>
                  </a:ext>
                </a:extLst>
              </p:cNvPr>
              <p:cNvSpPr/>
              <p:nvPr/>
            </p:nvSpPr>
            <p:spPr>
              <a:xfrm>
                <a:off x="7738493" y="7990738"/>
                <a:ext cx="37180" cy="37180"/>
              </a:xfrm>
              <a:custGeom>
                <a:avLst/>
                <a:gdLst>
                  <a:gd name="connsiteX0" fmla="*/ 37449 w 37180"/>
                  <a:gd name="connsiteY0" fmla="*/ 18762 h 37180"/>
                  <a:gd name="connsiteX1" fmla="*/ 18858 w 37180"/>
                  <a:gd name="connsiteY1" fmla="*/ 37352 h 37180"/>
                  <a:gd name="connsiteX2" fmla="*/ 268 w 37180"/>
                  <a:gd name="connsiteY2" fmla="*/ 18762 h 37180"/>
                  <a:gd name="connsiteX3" fmla="*/ 18858 w 37180"/>
                  <a:gd name="connsiteY3" fmla="*/ 172 h 37180"/>
                  <a:gd name="connsiteX4" fmla="*/ 37449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2"/>
                    </a:moveTo>
                    <a:cubicBezTo>
                      <a:pt x="37449" y="29029"/>
                      <a:pt x="29125" y="37352"/>
                      <a:pt x="18858" y="37352"/>
                    </a:cubicBezTo>
                    <a:cubicBezTo>
                      <a:pt x="8591" y="37352"/>
                      <a:pt x="268" y="29029"/>
                      <a:pt x="268" y="18762"/>
                    </a:cubicBezTo>
                    <a:cubicBezTo>
                      <a:pt x="268" y="8495"/>
                      <a:pt x="8591" y="172"/>
                      <a:pt x="18858" y="172"/>
                    </a:cubicBezTo>
                    <a:cubicBezTo>
                      <a:pt x="29125" y="172"/>
                      <a:pt x="37449" y="8495"/>
                      <a:pt x="37449" y="18762"/>
                    </a:cubicBezTo>
                    <a:close/>
                  </a:path>
                </a:pathLst>
              </a:custGeom>
              <a:solidFill>
                <a:srgbClr val="F7E7E7"/>
              </a:solidFill>
              <a:ln w="5753" cap="sq">
                <a:noFill/>
                <a:prstDash val="solid"/>
                <a:miter/>
              </a:ln>
            </p:spPr>
            <p:txBody>
              <a:bodyPr rtlCol="0" anchor="ctr"/>
              <a:lstStyle/>
              <a:p>
                <a:endParaRPr lang="en-US"/>
              </a:p>
            </p:txBody>
          </p:sp>
          <p:sp>
            <p:nvSpPr>
              <p:cNvPr id="3047" name="Freeform: Shape 3046">
                <a:extLst>
                  <a:ext uri="{FF2B5EF4-FFF2-40B4-BE49-F238E27FC236}">
                    <a16:creationId xmlns:a16="http://schemas.microsoft.com/office/drawing/2014/main" id="{D7ED9F0D-7088-C429-76D7-8F60F5E26C40}"/>
                  </a:ext>
                </a:extLst>
              </p:cNvPr>
              <p:cNvSpPr/>
              <p:nvPr/>
            </p:nvSpPr>
            <p:spPr>
              <a:xfrm>
                <a:off x="7736093" y="7988338"/>
                <a:ext cx="41981" cy="41981"/>
              </a:xfrm>
              <a:custGeom>
                <a:avLst/>
                <a:gdLst>
                  <a:gd name="connsiteX0" fmla="*/ 21258 w 41981"/>
                  <a:gd name="connsiteY0" fmla="*/ 4972 h 41981"/>
                  <a:gd name="connsiteX1" fmla="*/ 37449 w 41981"/>
                  <a:gd name="connsiteY1" fmla="*/ 21162 h 41981"/>
                  <a:gd name="connsiteX2" fmla="*/ 37449 w 41981"/>
                  <a:gd name="connsiteY2" fmla="*/ 21162 h 41981"/>
                  <a:gd name="connsiteX3" fmla="*/ 21258 w 41981"/>
                  <a:gd name="connsiteY3" fmla="*/ 37352 h 41981"/>
                  <a:gd name="connsiteX4" fmla="*/ 5068 w 41981"/>
                  <a:gd name="connsiteY4" fmla="*/ 21162 h 41981"/>
                  <a:gd name="connsiteX5" fmla="*/ 21258 w 41981"/>
                  <a:gd name="connsiteY5" fmla="*/ 4972 h 41981"/>
                  <a:gd name="connsiteX6" fmla="*/ 21258 w 41981"/>
                  <a:gd name="connsiteY6" fmla="*/ 172 h 41981"/>
                  <a:gd name="connsiteX7" fmla="*/ 268 w 41981"/>
                  <a:gd name="connsiteY7" fmla="*/ 21162 h 41981"/>
                  <a:gd name="connsiteX8" fmla="*/ 21258 w 41981"/>
                  <a:gd name="connsiteY8" fmla="*/ 42153 h 41981"/>
                  <a:gd name="connsiteX9" fmla="*/ 42249 w 41981"/>
                  <a:gd name="connsiteY9" fmla="*/ 21162 h 41981"/>
                  <a:gd name="connsiteX10" fmla="*/ 42249 w 41981"/>
                  <a:gd name="connsiteY10" fmla="*/ 21162 h 41981"/>
                  <a:gd name="connsiteX11" fmla="*/ 21258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2"/>
                    </a:moveTo>
                    <a:cubicBezTo>
                      <a:pt x="30200" y="4972"/>
                      <a:pt x="37449" y="12220"/>
                      <a:pt x="37449" y="21162"/>
                    </a:cubicBezTo>
                    <a:lnTo>
                      <a:pt x="37449" y="21162"/>
                    </a:lnTo>
                    <a:cubicBezTo>
                      <a:pt x="37449" y="30104"/>
                      <a:pt x="30200" y="37352"/>
                      <a:pt x="21258" y="37352"/>
                    </a:cubicBezTo>
                    <a:cubicBezTo>
                      <a:pt x="12317" y="37352"/>
                      <a:pt x="5068" y="30104"/>
                      <a:pt x="5068" y="21162"/>
                    </a:cubicBezTo>
                    <a:cubicBezTo>
                      <a:pt x="5068" y="12220"/>
                      <a:pt x="12317" y="4972"/>
                      <a:pt x="21258" y="4972"/>
                    </a:cubicBezTo>
                    <a:close/>
                    <a:moveTo>
                      <a:pt x="21258" y="172"/>
                    </a:moveTo>
                    <a:cubicBezTo>
                      <a:pt x="9666" y="172"/>
                      <a:pt x="268" y="9570"/>
                      <a:pt x="268" y="21162"/>
                    </a:cubicBezTo>
                    <a:cubicBezTo>
                      <a:pt x="268" y="32755"/>
                      <a:pt x="9666" y="42153"/>
                      <a:pt x="21258" y="42153"/>
                    </a:cubicBezTo>
                    <a:cubicBezTo>
                      <a:pt x="32851" y="42153"/>
                      <a:pt x="42249" y="32755"/>
                      <a:pt x="42249" y="21162"/>
                    </a:cubicBezTo>
                    <a:lnTo>
                      <a:pt x="42249" y="21162"/>
                    </a:lnTo>
                    <a:cubicBezTo>
                      <a:pt x="42249" y="9570"/>
                      <a:pt x="32851" y="172"/>
                      <a:pt x="21258" y="172"/>
                    </a:cubicBezTo>
                    <a:close/>
                  </a:path>
                </a:pathLst>
              </a:custGeom>
              <a:solidFill>
                <a:srgbClr val="000000"/>
              </a:solidFill>
              <a:ln w="4794" cap="sq">
                <a:noFill/>
                <a:prstDash val="solid"/>
                <a:round/>
              </a:ln>
            </p:spPr>
            <p:txBody>
              <a:bodyPr rtlCol="0" anchor="ctr"/>
              <a:lstStyle/>
              <a:p>
                <a:endParaRPr lang="en-US"/>
              </a:p>
            </p:txBody>
          </p:sp>
          <p:sp>
            <p:nvSpPr>
              <p:cNvPr id="3048" name="Freeform: Shape 3047">
                <a:extLst>
                  <a:ext uri="{FF2B5EF4-FFF2-40B4-BE49-F238E27FC236}">
                    <a16:creationId xmlns:a16="http://schemas.microsoft.com/office/drawing/2014/main" id="{38DEFB44-D469-F6B4-FCED-7710A4CA9CF3}"/>
                  </a:ext>
                </a:extLst>
              </p:cNvPr>
              <p:cNvSpPr/>
              <p:nvPr/>
            </p:nvSpPr>
            <p:spPr>
              <a:xfrm>
                <a:off x="7818177" y="7956559"/>
                <a:ext cx="37180" cy="37180"/>
              </a:xfrm>
              <a:custGeom>
                <a:avLst/>
                <a:gdLst>
                  <a:gd name="connsiteX0" fmla="*/ 37462 w 37180"/>
                  <a:gd name="connsiteY0" fmla="*/ 18756 h 37180"/>
                  <a:gd name="connsiteX1" fmla="*/ 18872 w 37180"/>
                  <a:gd name="connsiteY1" fmla="*/ 37346 h 37180"/>
                  <a:gd name="connsiteX2" fmla="*/ 282 w 37180"/>
                  <a:gd name="connsiteY2" fmla="*/ 18756 h 37180"/>
                  <a:gd name="connsiteX3" fmla="*/ 18872 w 37180"/>
                  <a:gd name="connsiteY3" fmla="*/ 166 h 37180"/>
                  <a:gd name="connsiteX4" fmla="*/ 37462 w 37180"/>
                  <a:gd name="connsiteY4" fmla="*/ 1875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56"/>
                    </a:moveTo>
                    <a:cubicBezTo>
                      <a:pt x="37462" y="29023"/>
                      <a:pt x="29139" y="37346"/>
                      <a:pt x="18872" y="37346"/>
                    </a:cubicBezTo>
                    <a:cubicBezTo>
                      <a:pt x="8605" y="37346"/>
                      <a:pt x="282" y="29023"/>
                      <a:pt x="282" y="18756"/>
                    </a:cubicBezTo>
                    <a:cubicBezTo>
                      <a:pt x="282" y="8489"/>
                      <a:pt x="8605" y="166"/>
                      <a:pt x="18872" y="166"/>
                    </a:cubicBezTo>
                    <a:cubicBezTo>
                      <a:pt x="29139" y="166"/>
                      <a:pt x="37462" y="8489"/>
                      <a:pt x="37462" y="18756"/>
                    </a:cubicBezTo>
                    <a:close/>
                  </a:path>
                </a:pathLst>
              </a:custGeom>
              <a:solidFill>
                <a:srgbClr val="F7E9E9"/>
              </a:solidFill>
              <a:ln w="5753" cap="sq">
                <a:noFill/>
                <a:prstDash val="solid"/>
                <a:miter/>
              </a:ln>
            </p:spPr>
            <p:txBody>
              <a:bodyPr rtlCol="0" anchor="ctr"/>
              <a:lstStyle/>
              <a:p>
                <a:endParaRPr lang="en-US"/>
              </a:p>
            </p:txBody>
          </p:sp>
          <p:sp>
            <p:nvSpPr>
              <p:cNvPr id="3049" name="Freeform: Shape 3048">
                <a:extLst>
                  <a:ext uri="{FF2B5EF4-FFF2-40B4-BE49-F238E27FC236}">
                    <a16:creationId xmlns:a16="http://schemas.microsoft.com/office/drawing/2014/main" id="{642FA91D-3321-C58D-201A-6FD9D0EF9549}"/>
                  </a:ext>
                </a:extLst>
              </p:cNvPr>
              <p:cNvSpPr/>
              <p:nvPr/>
            </p:nvSpPr>
            <p:spPr>
              <a:xfrm>
                <a:off x="7815777" y="7954158"/>
                <a:ext cx="41981" cy="41981"/>
              </a:xfrm>
              <a:custGeom>
                <a:avLst/>
                <a:gdLst>
                  <a:gd name="connsiteX0" fmla="*/ 21272 w 41981"/>
                  <a:gd name="connsiteY0" fmla="*/ 4966 h 41981"/>
                  <a:gd name="connsiteX1" fmla="*/ 37462 w 41981"/>
                  <a:gd name="connsiteY1" fmla="*/ 21156 h 41981"/>
                  <a:gd name="connsiteX2" fmla="*/ 37462 w 41981"/>
                  <a:gd name="connsiteY2" fmla="*/ 21156 h 41981"/>
                  <a:gd name="connsiteX3" fmla="*/ 21272 w 41981"/>
                  <a:gd name="connsiteY3" fmla="*/ 37346 h 41981"/>
                  <a:gd name="connsiteX4" fmla="*/ 5082 w 41981"/>
                  <a:gd name="connsiteY4" fmla="*/ 21156 h 41981"/>
                  <a:gd name="connsiteX5" fmla="*/ 21272 w 41981"/>
                  <a:gd name="connsiteY5" fmla="*/ 4966 h 41981"/>
                  <a:gd name="connsiteX6" fmla="*/ 21272 w 41981"/>
                  <a:gd name="connsiteY6" fmla="*/ 166 h 41981"/>
                  <a:gd name="connsiteX7" fmla="*/ 282 w 41981"/>
                  <a:gd name="connsiteY7" fmla="*/ 21156 h 41981"/>
                  <a:gd name="connsiteX8" fmla="*/ 21272 w 41981"/>
                  <a:gd name="connsiteY8" fmla="*/ 42147 h 41981"/>
                  <a:gd name="connsiteX9" fmla="*/ 42263 w 41981"/>
                  <a:gd name="connsiteY9" fmla="*/ 21156 h 41981"/>
                  <a:gd name="connsiteX10" fmla="*/ 42263 w 41981"/>
                  <a:gd name="connsiteY10" fmla="*/ 21156 h 41981"/>
                  <a:gd name="connsiteX11" fmla="*/ 21272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66"/>
                    </a:moveTo>
                    <a:cubicBezTo>
                      <a:pt x="30214" y="4966"/>
                      <a:pt x="37462" y="12214"/>
                      <a:pt x="37462" y="21156"/>
                    </a:cubicBezTo>
                    <a:lnTo>
                      <a:pt x="37462" y="21156"/>
                    </a:lnTo>
                    <a:cubicBezTo>
                      <a:pt x="37462" y="30098"/>
                      <a:pt x="30214" y="37346"/>
                      <a:pt x="21272" y="37346"/>
                    </a:cubicBezTo>
                    <a:cubicBezTo>
                      <a:pt x="12330" y="37346"/>
                      <a:pt x="5082" y="30098"/>
                      <a:pt x="5082" y="21156"/>
                    </a:cubicBezTo>
                    <a:cubicBezTo>
                      <a:pt x="5082" y="12214"/>
                      <a:pt x="12330" y="4966"/>
                      <a:pt x="21272" y="4966"/>
                    </a:cubicBezTo>
                    <a:close/>
                    <a:moveTo>
                      <a:pt x="21272" y="166"/>
                    </a:moveTo>
                    <a:cubicBezTo>
                      <a:pt x="9680" y="166"/>
                      <a:pt x="282" y="9564"/>
                      <a:pt x="282" y="21156"/>
                    </a:cubicBezTo>
                    <a:cubicBezTo>
                      <a:pt x="282" y="32749"/>
                      <a:pt x="9680" y="42147"/>
                      <a:pt x="21272" y="42147"/>
                    </a:cubicBezTo>
                    <a:cubicBezTo>
                      <a:pt x="32865" y="42147"/>
                      <a:pt x="42263" y="32749"/>
                      <a:pt x="42263" y="21156"/>
                    </a:cubicBezTo>
                    <a:lnTo>
                      <a:pt x="42263" y="21156"/>
                    </a:lnTo>
                    <a:cubicBezTo>
                      <a:pt x="42263" y="9564"/>
                      <a:pt x="32865" y="166"/>
                      <a:pt x="21272" y="166"/>
                    </a:cubicBezTo>
                    <a:close/>
                  </a:path>
                </a:pathLst>
              </a:custGeom>
              <a:solidFill>
                <a:srgbClr val="000000"/>
              </a:solidFill>
              <a:ln w="4794" cap="sq">
                <a:noFill/>
                <a:prstDash val="solid"/>
                <a:round/>
              </a:ln>
            </p:spPr>
            <p:txBody>
              <a:bodyPr rtlCol="0" anchor="ctr"/>
              <a:lstStyle/>
              <a:p>
                <a:endParaRPr lang="en-US"/>
              </a:p>
            </p:txBody>
          </p:sp>
          <p:sp>
            <p:nvSpPr>
              <p:cNvPr id="3050" name="Freeform: Shape 3049">
                <a:extLst>
                  <a:ext uri="{FF2B5EF4-FFF2-40B4-BE49-F238E27FC236}">
                    <a16:creationId xmlns:a16="http://schemas.microsoft.com/office/drawing/2014/main" id="{4B5D0981-FF72-DD07-DA35-32E4CD0799E8}"/>
                  </a:ext>
                </a:extLst>
              </p:cNvPr>
              <p:cNvSpPr/>
              <p:nvPr/>
            </p:nvSpPr>
            <p:spPr>
              <a:xfrm>
                <a:off x="7955910" y="7978066"/>
                <a:ext cx="37180" cy="37180"/>
              </a:xfrm>
              <a:custGeom>
                <a:avLst/>
                <a:gdLst>
                  <a:gd name="connsiteX0" fmla="*/ 37486 w 37180"/>
                  <a:gd name="connsiteY0" fmla="*/ 18760 h 37180"/>
                  <a:gd name="connsiteX1" fmla="*/ 18896 w 37180"/>
                  <a:gd name="connsiteY1" fmla="*/ 37350 h 37180"/>
                  <a:gd name="connsiteX2" fmla="*/ 306 w 37180"/>
                  <a:gd name="connsiteY2" fmla="*/ 18760 h 37180"/>
                  <a:gd name="connsiteX3" fmla="*/ 18896 w 37180"/>
                  <a:gd name="connsiteY3" fmla="*/ 169 h 37180"/>
                  <a:gd name="connsiteX4" fmla="*/ 37486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6" y="18760"/>
                    </a:moveTo>
                    <a:cubicBezTo>
                      <a:pt x="37486" y="29027"/>
                      <a:pt x="29163" y="37350"/>
                      <a:pt x="18896" y="37350"/>
                    </a:cubicBezTo>
                    <a:cubicBezTo>
                      <a:pt x="8629" y="37350"/>
                      <a:pt x="306" y="29027"/>
                      <a:pt x="306" y="18760"/>
                    </a:cubicBezTo>
                    <a:cubicBezTo>
                      <a:pt x="306" y="8493"/>
                      <a:pt x="8629" y="169"/>
                      <a:pt x="18896" y="169"/>
                    </a:cubicBezTo>
                    <a:cubicBezTo>
                      <a:pt x="29163" y="169"/>
                      <a:pt x="37486" y="8493"/>
                      <a:pt x="37486" y="18760"/>
                    </a:cubicBezTo>
                    <a:close/>
                  </a:path>
                </a:pathLst>
              </a:custGeom>
              <a:solidFill>
                <a:srgbClr val="DAF7DA"/>
              </a:solidFill>
              <a:ln w="5753" cap="sq">
                <a:noFill/>
                <a:prstDash val="solid"/>
                <a:miter/>
              </a:ln>
            </p:spPr>
            <p:txBody>
              <a:bodyPr rtlCol="0" anchor="ctr"/>
              <a:lstStyle/>
              <a:p>
                <a:endParaRPr lang="en-US"/>
              </a:p>
            </p:txBody>
          </p:sp>
          <p:sp>
            <p:nvSpPr>
              <p:cNvPr id="3051" name="Freeform: Shape 3050">
                <a:extLst>
                  <a:ext uri="{FF2B5EF4-FFF2-40B4-BE49-F238E27FC236}">
                    <a16:creationId xmlns:a16="http://schemas.microsoft.com/office/drawing/2014/main" id="{D93B461C-6742-BCAD-8996-440A10D811AF}"/>
                  </a:ext>
                </a:extLst>
              </p:cNvPr>
              <p:cNvSpPr/>
              <p:nvPr/>
            </p:nvSpPr>
            <p:spPr>
              <a:xfrm>
                <a:off x="7953510" y="7975666"/>
                <a:ext cx="41981" cy="41981"/>
              </a:xfrm>
              <a:custGeom>
                <a:avLst/>
                <a:gdLst>
                  <a:gd name="connsiteX0" fmla="*/ 21296 w 41981"/>
                  <a:gd name="connsiteY0" fmla="*/ 4970 h 41981"/>
                  <a:gd name="connsiteX1" fmla="*/ 37486 w 41981"/>
                  <a:gd name="connsiteY1" fmla="*/ 21160 h 41981"/>
                  <a:gd name="connsiteX2" fmla="*/ 37486 w 41981"/>
                  <a:gd name="connsiteY2" fmla="*/ 21160 h 41981"/>
                  <a:gd name="connsiteX3" fmla="*/ 21296 w 41981"/>
                  <a:gd name="connsiteY3" fmla="*/ 37350 h 41981"/>
                  <a:gd name="connsiteX4" fmla="*/ 5106 w 41981"/>
                  <a:gd name="connsiteY4" fmla="*/ 21160 h 41981"/>
                  <a:gd name="connsiteX5" fmla="*/ 21296 w 41981"/>
                  <a:gd name="connsiteY5" fmla="*/ 4970 h 41981"/>
                  <a:gd name="connsiteX6" fmla="*/ 21296 w 41981"/>
                  <a:gd name="connsiteY6" fmla="*/ 169 h 41981"/>
                  <a:gd name="connsiteX7" fmla="*/ 306 w 41981"/>
                  <a:gd name="connsiteY7" fmla="*/ 21160 h 41981"/>
                  <a:gd name="connsiteX8" fmla="*/ 21296 w 41981"/>
                  <a:gd name="connsiteY8" fmla="*/ 42151 h 41981"/>
                  <a:gd name="connsiteX9" fmla="*/ 42287 w 41981"/>
                  <a:gd name="connsiteY9" fmla="*/ 21160 h 41981"/>
                  <a:gd name="connsiteX10" fmla="*/ 42287 w 41981"/>
                  <a:gd name="connsiteY10" fmla="*/ 21160 h 41981"/>
                  <a:gd name="connsiteX11" fmla="*/ 21296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6" y="4970"/>
                    </a:moveTo>
                    <a:cubicBezTo>
                      <a:pt x="30238" y="4970"/>
                      <a:pt x="37486" y="12218"/>
                      <a:pt x="37486" y="21160"/>
                    </a:cubicBezTo>
                    <a:lnTo>
                      <a:pt x="37486" y="21160"/>
                    </a:lnTo>
                    <a:cubicBezTo>
                      <a:pt x="37486" y="30102"/>
                      <a:pt x="30238" y="37350"/>
                      <a:pt x="21296" y="37350"/>
                    </a:cubicBezTo>
                    <a:cubicBezTo>
                      <a:pt x="12354" y="37350"/>
                      <a:pt x="5106" y="30102"/>
                      <a:pt x="5106" y="21160"/>
                    </a:cubicBezTo>
                    <a:cubicBezTo>
                      <a:pt x="5106" y="12218"/>
                      <a:pt x="12354" y="4970"/>
                      <a:pt x="21296" y="4970"/>
                    </a:cubicBezTo>
                    <a:close/>
                    <a:moveTo>
                      <a:pt x="21296" y="169"/>
                    </a:moveTo>
                    <a:cubicBezTo>
                      <a:pt x="9704" y="169"/>
                      <a:pt x="306" y="9567"/>
                      <a:pt x="306" y="21160"/>
                    </a:cubicBezTo>
                    <a:cubicBezTo>
                      <a:pt x="306" y="32752"/>
                      <a:pt x="9704" y="42151"/>
                      <a:pt x="21296" y="42151"/>
                    </a:cubicBezTo>
                    <a:cubicBezTo>
                      <a:pt x="32889" y="42151"/>
                      <a:pt x="42287" y="32752"/>
                      <a:pt x="42287" y="21160"/>
                    </a:cubicBezTo>
                    <a:lnTo>
                      <a:pt x="42287" y="21160"/>
                    </a:lnTo>
                    <a:cubicBezTo>
                      <a:pt x="42287" y="9567"/>
                      <a:pt x="32889" y="169"/>
                      <a:pt x="21296" y="169"/>
                    </a:cubicBezTo>
                    <a:close/>
                  </a:path>
                </a:pathLst>
              </a:custGeom>
              <a:solidFill>
                <a:srgbClr val="000000"/>
              </a:solidFill>
              <a:ln w="4794" cap="sq">
                <a:noFill/>
                <a:prstDash val="solid"/>
                <a:round/>
              </a:ln>
            </p:spPr>
            <p:txBody>
              <a:bodyPr rtlCol="0" anchor="ctr"/>
              <a:lstStyle/>
              <a:p>
                <a:endParaRPr lang="en-US"/>
              </a:p>
            </p:txBody>
          </p:sp>
          <p:sp>
            <p:nvSpPr>
              <p:cNvPr id="3052" name="Freeform: Shape 3051">
                <a:extLst>
                  <a:ext uri="{FF2B5EF4-FFF2-40B4-BE49-F238E27FC236}">
                    <a16:creationId xmlns:a16="http://schemas.microsoft.com/office/drawing/2014/main" id="{1551CEF2-5E5F-0AF7-A2E3-DA40026DAC38}"/>
                  </a:ext>
                </a:extLst>
              </p:cNvPr>
              <p:cNvSpPr/>
              <p:nvPr/>
            </p:nvSpPr>
            <p:spPr>
              <a:xfrm>
                <a:off x="7817100" y="7974950"/>
                <a:ext cx="37180" cy="37180"/>
              </a:xfrm>
              <a:custGeom>
                <a:avLst/>
                <a:gdLst>
                  <a:gd name="connsiteX0" fmla="*/ 37462 w 37180"/>
                  <a:gd name="connsiteY0" fmla="*/ 18759 h 37180"/>
                  <a:gd name="connsiteX1" fmla="*/ 18872 w 37180"/>
                  <a:gd name="connsiteY1" fmla="*/ 37350 h 37180"/>
                  <a:gd name="connsiteX2" fmla="*/ 281 w 37180"/>
                  <a:gd name="connsiteY2" fmla="*/ 18759 h 37180"/>
                  <a:gd name="connsiteX3" fmla="*/ 18872 w 37180"/>
                  <a:gd name="connsiteY3" fmla="*/ 169 h 37180"/>
                  <a:gd name="connsiteX4" fmla="*/ 37462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59"/>
                    </a:moveTo>
                    <a:cubicBezTo>
                      <a:pt x="37462" y="29026"/>
                      <a:pt x="29139" y="37350"/>
                      <a:pt x="18872" y="37350"/>
                    </a:cubicBezTo>
                    <a:cubicBezTo>
                      <a:pt x="8605" y="37350"/>
                      <a:pt x="281" y="29026"/>
                      <a:pt x="281" y="18759"/>
                    </a:cubicBezTo>
                    <a:cubicBezTo>
                      <a:pt x="281" y="8492"/>
                      <a:pt x="8605" y="169"/>
                      <a:pt x="18872" y="169"/>
                    </a:cubicBezTo>
                    <a:cubicBezTo>
                      <a:pt x="29139" y="169"/>
                      <a:pt x="37462" y="8492"/>
                      <a:pt x="37462" y="18759"/>
                    </a:cubicBezTo>
                    <a:close/>
                  </a:path>
                </a:pathLst>
              </a:custGeom>
              <a:solidFill>
                <a:srgbClr val="F7EDED"/>
              </a:solidFill>
              <a:ln w="5753" cap="sq">
                <a:noFill/>
                <a:prstDash val="solid"/>
                <a:miter/>
              </a:ln>
            </p:spPr>
            <p:txBody>
              <a:bodyPr rtlCol="0" anchor="ctr"/>
              <a:lstStyle/>
              <a:p>
                <a:endParaRPr lang="en-US"/>
              </a:p>
            </p:txBody>
          </p:sp>
          <p:sp>
            <p:nvSpPr>
              <p:cNvPr id="3053" name="Freeform: Shape 3052">
                <a:extLst>
                  <a:ext uri="{FF2B5EF4-FFF2-40B4-BE49-F238E27FC236}">
                    <a16:creationId xmlns:a16="http://schemas.microsoft.com/office/drawing/2014/main" id="{92952475-6FCB-24B8-F381-F28D04797326}"/>
                  </a:ext>
                </a:extLst>
              </p:cNvPr>
              <p:cNvSpPr/>
              <p:nvPr/>
            </p:nvSpPr>
            <p:spPr>
              <a:xfrm>
                <a:off x="7814700" y="7972550"/>
                <a:ext cx="41981" cy="41981"/>
              </a:xfrm>
              <a:custGeom>
                <a:avLst/>
                <a:gdLst>
                  <a:gd name="connsiteX0" fmla="*/ 21272 w 41981"/>
                  <a:gd name="connsiteY0" fmla="*/ 4969 h 41981"/>
                  <a:gd name="connsiteX1" fmla="*/ 37462 w 41981"/>
                  <a:gd name="connsiteY1" fmla="*/ 21159 h 41981"/>
                  <a:gd name="connsiteX2" fmla="*/ 37462 w 41981"/>
                  <a:gd name="connsiteY2" fmla="*/ 21159 h 41981"/>
                  <a:gd name="connsiteX3" fmla="*/ 21272 w 41981"/>
                  <a:gd name="connsiteY3" fmla="*/ 37350 h 41981"/>
                  <a:gd name="connsiteX4" fmla="*/ 5082 w 41981"/>
                  <a:gd name="connsiteY4" fmla="*/ 21159 h 41981"/>
                  <a:gd name="connsiteX5" fmla="*/ 21272 w 41981"/>
                  <a:gd name="connsiteY5" fmla="*/ 4969 h 41981"/>
                  <a:gd name="connsiteX6" fmla="*/ 21272 w 41981"/>
                  <a:gd name="connsiteY6" fmla="*/ 169 h 41981"/>
                  <a:gd name="connsiteX7" fmla="*/ 281 w 41981"/>
                  <a:gd name="connsiteY7" fmla="*/ 21159 h 41981"/>
                  <a:gd name="connsiteX8" fmla="*/ 21272 w 41981"/>
                  <a:gd name="connsiteY8" fmla="*/ 42150 h 41981"/>
                  <a:gd name="connsiteX9" fmla="*/ 42263 w 41981"/>
                  <a:gd name="connsiteY9" fmla="*/ 21159 h 41981"/>
                  <a:gd name="connsiteX10" fmla="*/ 42263 w 41981"/>
                  <a:gd name="connsiteY10" fmla="*/ 21159 h 41981"/>
                  <a:gd name="connsiteX11" fmla="*/ 21272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69"/>
                    </a:moveTo>
                    <a:cubicBezTo>
                      <a:pt x="30214" y="4969"/>
                      <a:pt x="37462" y="12218"/>
                      <a:pt x="37462" y="21159"/>
                    </a:cubicBezTo>
                    <a:lnTo>
                      <a:pt x="37462" y="21159"/>
                    </a:lnTo>
                    <a:cubicBezTo>
                      <a:pt x="37462" y="30101"/>
                      <a:pt x="30214" y="37350"/>
                      <a:pt x="21272" y="37350"/>
                    </a:cubicBezTo>
                    <a:cubicBezTo>
                      <a:pt x="12330" y="37350"/>
                      <a:pt x="5082" y="30101"/>
                      <a:pt x="5082" y="21159"/>
                    </a:cubicBezTo>
                    <a:cubicBezTo>
                      <a:pt x="5082" y="12218"/>
                      <a:pt x="12330" y="4969"/>
                      <a:pt x="21272" y="4969"/>
                    </a:cubicBezTo>
                    <a:close/>
                    <a:moveTo>
                      <a:pt x="21272" y="169"/>
                    </a:moveTo>
                    <a:cubicBezTo>
                      <a:pt x="9679" y="169"/>
                      <a:pt x="281" y="9567"/>
                      <a:pt x="281" y="21159"/>
                    </a:cubicBezTo>
                    <a:cubicBezTo>
                      <a:pt x="281" y="32752"/>
                      <a:pt x="9679" y="42150"/>
                      <a:pt x="21272" y="42150"/>
                    </a:cubicBezTo>
                    <a:cubicBezTo>
                      <a:pt x="32865" y="42150"/>
                      <a:pt x="42263" y="32752"/>
                      <a:pt x="42263" y="21159"/>
                    </a:cubicBezTo>
                    <a:lnTo>
                      <a:pt x="42263" y="21159"/>
                    </a:lnTo>
                    <a:cubicBezTo>
                      <a:pt x="42263" y="9567"/>
                      <a:pt x="32865" y="169"/>
                      <a:pt x="21272" y="169"/>
                    </a:cubicBezTo>
                    <a:close/>
                  </a:path>
                </a:pathLst>
              </a:custGeom>
              <a:solidFill>
                <a:srgbClr val="000000"/>
              </a:solidFill>
              <a:ln w="4794" cap="sq">
                <a:noFill/>
                <a:prstDash val="solid"/>
                <a:round/>
              </a:ln>
            </p:spPr>
            <p:txBody>
              <a:bodyPr rtlCol="0" anchor="ctr"/>
              <a:lstStyle/>
              <a:p>
                <a:endParaRPr lang="en-US"/>
              </a:p>
            </p:txBody>
          </p:sp>
          <p:sp>
            <p:nvSpPr>
              <p:cNvPr id="3054" name="Freeform: Shape 3053">
                <a:extLst>
                  <a:ext uri="{FF2B5EF4-FFF2-40B4-BE49-F238E27FC236}">
                    <a16:creationId xmlns:a16="http://schemas.microsoft.com/office/drawing/2014/main" id="{121B6AE7-460F-0F8B-51D6-AD2C4D3DDF04}"/>
                  </a:ext>
                </a:extLst>
              </p:cNvPr>
              <p:cNvSpPr/>
              <p:nvPr/>
            </p:nvSpPr>
            <p:spPr>
              <a:xfrm>
                <a:off x="7766487" y="8018588"/>
                <a:ext cx="37180" cy="37180"/>
              </a:xfrm>
              <a:custGeom>
                <a:avLst/>
                <a:gdLst>
                  <a:gd name="connsiteX0" fmla="*/ 37453 w 37180"/>
                  <a:gd name="connsiteY0" fmla="*/ 18767 h 37180"/>
                  <a:gd name="connsiteX1" fmla="*/ 18863 w 37180"/>
                  <a:gd name="connsiteY1" fmla="*/ 37357 h 37180"/>
                  <a:gd name="connsiteX2" fmla="*/ 273 w 37180"/>
                  <a:gd name="connsiteY2" fmla="*/ 18767 h 37180"/>
                  <a:gd name="connsiteX3" fmla="*/ 18863 w 37180"/>
                  <a:gd name="connsiteY3" fmla="*/ 176 h 37180"/>
                  <a:gd name="connsiteX4" fmla="*/ 37453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7"/>
                    </a:moveTo>
                    <a:cubicBezTo>
                      <a:pt x="37453" y="29034"/>
                      <a:pt x="29130" y="37357"/>
                      <a:pt x="18863" y="37357"/>
                    </a:cubicBezTo>
                    <a:cubicBezTo>
                      <a:pt x="8596" y="37357"/>
                      <a:pt x="273" y="29034"/>
                      <a:pt x="273" y="18767"/>
                    </a:cubicBezTo>
                    <a:cubicBezTo>
                      <a:pt x="273" y="8500"/>
                      <a:pt x="8596" y="176"/>
                      <a:pt x="18863" y="176"/>
                    </a:cubicBezTo>
                    <a:cubicBezTo>
                      <a:pt x="29130" y="176"/>
                      <a:pt x="37453" y="8500"/>
                      <a:pt x="37453" y="18767"/>
                    </a:cubicBezTo>
                    <a:close/>
                  </a:path>
                </a:pathLst>
              </a:custGeom>
              <a:solidFill>
                <a:srgbClr val="F7EFEF"/>
              </a:solidFill>
              <a:ln w="5753" cap="sq">
                <a:noFill/>
                <a:prstDash val="solid"/>
                <a:miter/>
              </a:ln>
            </p:spPr>
            <p:txBody>
              <a:bodyPr rtlCol="0" anchor="ctr"/>
              <a:lstStyle/>
              <a:p>
                <a:endParaRPr lang="en-US"/>
              </a:p>
            </p:txBody>
          </p:sp>
          <p:sp>
            <p:nvSpPr>
              <p:cNvPr id="3055" name="Freeform: Shape 3054">
                <a:extLst>
                  <a:ext uri="{FF2B5EF4-FFF2-40B4-BE49-F238E27FC236}">
                    <a16:creationId xmlns:a16="http://schemas.microsoft.com/office/drawing/2014/main" id="{9A5FDD73-E16F-5691-6450-BE2FDB612251}"/>
                  </a:ext>
                </a:extLst>
              </p:cNvPr>
              <p:cNvSpPr/>
              <p:nvPr/>
            </p:nvSpPr>
            <p:spPr>
              <a:xfrm>
                <a:off x="7764086" y="8016188"/>
                <a:ext cx="41981" cy="41981"/>
              </a:xfrm>
              <a:custGeom>
                <a:avLst/>
                <a:gdLst>
                  <a:gd name="connsiteX0" fmla="*/ 21263 w 41981"/>
                  <a:gd name="connsiteY0" fmla="*/ 4977 h 41981"/>
                  <a:gd name="connsiteX1" fmla="*/ 37453 w 41981"/>
                  <a:gd name="connsiteY1" fmla="*/ 21167 h 41981"/>
                  <a:gd name="connsiteX2" fmla="*/ 37453 w 41981"/>
                  <a:gd name="connsiteY2" fmla="*/ 21167 h 41981"/>
                  <a:gd name="connsiteX3" fmla="*/ 21263 w 41981"/>
                  <a:gd name="connsiteY3" fmla="*/ 37357 h 41981"/>
                  <a:gd name="connsiteX4" fmla="*/ 5073 w 41981"/>
                  <a:gd name="connsiteY4" fmla="*/ 21167 h 41981"/>
                  <a:gd name="connsiteX5" fmla="*/ 21263 w 41981"/>
                  <a:gd name="connsiteY5" fmla="*/ 4977 h 41981"/>
                  <a:gd name="connsiteX6" fmla="*/ 21263 w 41981"/>
                  <a:gd name="connsiteY6" fmla="*/ 176 h 41981"/>
                  <a:gd name="connsiteX7" fmla="*/ 273 w 41981"/>
                  <a:gd name="connsiteY7" fmla="*/ 21167 h 41981"/>
                  <a:gd name="connsiteX8" fmla="*/ 21263 w 41981"/>
                  <a:gd name="connsiteY8" fmla="*/ 42158 h 41981"/>
                  <a:gd name="connsiteX9" fmla="*/ 42254 w 41981"/>
                  <a:gd name="connsiteY9" fmla="*/ 21167 h 41981"/>
                  <a:gd name="connsiteX10" fmla="*/ 42254 w 41981"/>
                  <a:gd name="connsiteY10" fmla="*/ 21167 h 41981"/>
                  <a:gd name="connsiteX11" fmla="*/ 21263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77"/>
                    </a:moveTo>
                    <a:cubicBezTo>
                      <a:pt x="30205" y="4977"/>
                      <a:pt x="37453" y="12225"/>
                      <a:pt x="37453" y="21167"/>
                    </a:cubicBezTo>
                    <a:lnTo>
                      <a:pt x="37453" y="21167"/>
                    </a:lnTo>
                    <a:cubicBezTo>
                      <a:pt x="37453" y="30109"/>
                      <a:pt x="30205" y="37357"/>
                      <a:pt x="21263" y="37357"/>
                    </a:cubicBezTo>
                    <a:cubicBezTo>
                      <a:pt x="12321" y="37357"/>
                      <a:pt x="5073" y="30109"/>
                      <a:pt x="5073" y="21167"/>
                    </a:cubicBezTo>
                    <a:cubicBezTo>
                      <a:pt x="5073" y="12225"/>
                      <a:pt x="12321" y="4977"/>
                      <a:pt x="21263" y="4977"/>
                    </a:cubicBezTo>
                    <a:close/>
                    <a:moveTo>
                      <a:pt x="21263" y="176"/>
                    </a:moveTo>
                    <a:cubicBezTo>
                      <a:pt x="9671" y="176"/>
                      <a:pt x="273" y="9574"/>
                      <a:pt x="273" y="21167"/>
                    </a:cubicBezTo>
                    <a:cubicBezTo>
                      <a:pt x="273" y="32760"/>
                      <a:pt x="9671" y="42158"/>
                      <a:pt x="21263" y="42158"/>
                    </a:cubicBezTo>
                    <a:cubicBezTo>
                      <a:pt x="32856" y="42158"/>
                      <a:pt x="42254" y="32760"/>
                      <a:pt x="42254" y="21167"/>
                    </a:cubicBezTo>
                    <a:lnTo>
                      <a:pt x="42254" y="21167"/>
                    </a:lnTo>
                    <a:cubicBezTo>
                      <a:pt x="42254" y="9574"/>
                      <a:pt x="32856" y="176"/>
                      <a:pt x="21263" y="176"/>
                    </a:cubicBezTo>
                    <a:close/>
                  </a:path>
                </a:pathLst>
              </a:custGeom>
              <a:solidFill>
                <a:srgbClr val="000000"/>
              </a:solidFill>
              <a:ln w="4794" cap="sq">
                <a:noFill/>
                <a:prstDash val="solid"/>
                <a:round/>
              </a:ln>
            </p:spPr>
            <p:txBody>
              <a:bodyPr rtlCol="0" anchor="ctr"/>
              <a:lstStyle/>
              <a:p>
                <a:endParaRPr lang="en-US"/>
              </a:p>
            </p:txBody>
          </p:sp>
          <p:sp>
            <p:nvSpPr>
              <p:cNvPr id="3056" name="Freeform: Shape 3055">
                <a:extLst>
                  <a:ext uri="{FF2B5EF4-FFF2-40B4-BE49-F238E27FC236}">
                    <a16:creationId xmlns:a16="http://schemas.microsoft.com/office/drawing/2014/main" id="{EE8677DC-912C-6468-72BC-43D8EA9B36D8}"/>
                  </a:ext>
                </a:extLst>
              </p:cNvPr>
              <p:cNvSpPr/>
              <p:nvPr/>
            </p:nvSpPr>
            <p:spPr>
              <a:xfrm>
                <a:off x="7866411" y="7876978"/>
                <a:ext cx="37180" cy="37180"/>
              </a:xfrm>
              <a:custGeom>
                <a:avLst/>
                <a:gdLst>
                  <a:gd name="connsiteX0" fmla="*/ 37471 w 37180"/>
                  <a:gd name="connsiteY0" fmla="*/ 18742 h 37180"/>
                  <a:gd name="connsiteX1" fmla="*/ 18880 w 37180"/>
                  <a:gd name="connsiteY1" fmla="*/ 37333 h 37180"/>
                  <a:gd name="connsiteX2" fmla="*/ 290 w 37180"/>
                  <a:gd name="connsiteY2" fmla="*/ 18742 h 37180"/>
                  <a:gd name="connsiteX3" fmla="*/ 18880 w 37180"/>
                  <a:gd name="connsiteY3" fmla="*/ 152 h 37180"/>
                  <a:gd name="connsiteX4" fmla="*/ 37471 w 37180"/>
                  <a:gd name="connsiteY4" fmla="*/ 1874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1" y="18742"/>
                    </a:moveTo>
                    <a:cubicBezTo>
                      <a:pt x="37471" y="29009"/>
                      <a:pt x="29148" y="37333"/>
                      <a:pt x="18880" y="37333"/>
                    </a:cubicBezTo>
                    <a:cubicBezTo>
                      <a:pt x="8613" y="37333"/>
                      <a:pt x="290" y="29009"/>
                      <a:pt x="290" y="18742"/>
                    </a:cubicBezTo>
                    <a:cubicBezTo>
                      <a:pt x="290" y="8475"/>
                      <a:pt x="8613" y="152"/>
                      <a:pt x="18880" y="152"/>
                    </a:cubicBezTo>
                    <a:cubicBezTo>
                      <a:pt x="29148" y="152"/>
                      <a:pt x="37471" y="8475"/>
                      <a:pt x="37471" y="18742"/>
                    </a:cubicBezTo>
                    <a:close/>
                  </a:path>
                </a:pathLst>
              </a:custGeom>
              <a:solidFill>
                <a:srgbClr val="C5F7C5"/>
              </a:solidFill>
              <a:ln w="5753" cap="sq">
                <a:noFill/>
                <a:prstDash val="solid"/>
                <a:miter/>
              </a:ln>
            </p:spPr>
            <p:txBody>
              <a:bodyPr rtlCol="0" anchor="ctr"/>
              <a:lstStyle/>
              <a:p>
                <a:endParaRPr lang="en-US"/>
              </a:p>
            </p:txBody>
          </p:sp>
          <p:sp>
            <p:nvSpPr>
              <p:cNvPr id="3057" name="Freeform: Shape 3056">
                <a:extLst>
                  <a:ext uri="{FF2B5EF4-FFF2-40B4-BE49-F238E27FC236}">
                    <a16:creationId xmlns:a16="http://schemas.microsoft.com/office/drawing/2014/main" id="{01002F42-4502-0078-00FC-D7251E38E236}"/>
                  </a:ext>
                </a:extLst>
              </p:cNvPr>
              <p:cNvSpPr/>
              <p:nvPr/>
            </p:nvSpPr>
            <p:spPr>
              <a:xfrm>
                <a:off x="7864011" y="7874578"/>
                <a:ext cx="41981" cy="41981"/>
              </a:xfrm>
              <a:custGeom>
                <a:avLst/>
                <a:gdLst>
                  <a:gd name="connsiteX0" fmla="*/ 21281 w 41981"/>
                  <a:gd name="connsiteY0" fmla="*/ 4952 h 41981"/>
                  <a:gd name="connsiteX1" fmla="*/ 37471 w 41981"/>
                  <a:gd name="connsiteY1" fmla="*/ 21142 h 41981"/>
                  <a:gd name="connsiteX2" fmla="*/ 37471 w 41981"/>
                  <a:gd name="connsiteY2" fmla="*/ 21142 h 41981"/>
                  <a:gd name="connsiteX3" fmla="*/ 21281 w 41981"/>
                  <a:gd name="connsiteY3" fmla="*/ 37333 h 41981"/>
                  <a:gd name="connsiteX4" fmla="*/ 5090 w 41981"/>
                  <a:gd name="connsiteY4" fmla="*/ 21142 h 41981"/>
                  <a:gd name="connsiteX5" fmla="*/ 21281 w 41981"/>
                  <a:gd name="connsiteY5" fmla="*/ 4952 h 41981"/>
                  <a:gd name="connsiteX6" fmla="*/ 21281 w 41981"/>
                  <a:gd name="connsiteY6" fmla="*/ 152 h 41981"/>
                  <a:gd name="connsiteX7" fmla="*/ 290 w 41981"/>
                  <a:gd name="connsiteY7" fmla="*/ 21142 h 41981"/>
                  <a:gd name="connsiteX8" fmla="*/ 21281 w 41981"/>
                  <a:gd name="connsiteY8" fmla="*/ 42133 h 41981"/>
                  <a:gd name="connsiteX9" fmla="*/ 42271 w 41981"/>
                  <a:gd name="connsiteY9" fmla="*/ 21142 h 41981"/>
                  <a:gd name="connsiteX10" fmla="*/ 42271 w 41981"/>
                  <a:gd name="connsiteY10" fmla="*/ 21142 h 41981"/>
                  <a:gd name="connsiteX11" fmla="*/ 21281 w 41981"/>
                  <a:gd name="connsiteY11" fmla="*/ 15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1" y="4952"/>
                    </a:moveTo>
                    <a:cubicBezTo>
                      <a:pt x="30222" y="4952"/>
                      <a:pt x="37471" y="12201"/>
                      <a:pt x="37471" y="21142"/>
                    </a:cubicBezTo>
                    <a:lnTo>
                      <a:pt x="37471" y="21142"/>
                    </a:lnTo>
                    <a:cubicBezTo>
                      <a:pt x="37471" y="30084"/>
                      <a:pt x="30222" y="37333"/>
                      <a:pt x="21281" y="37333"/>
                    </a:cubicBezTo>
                    <a:cubicBezTo>
                      <a:pt x="12339" y="37333"/>
                      <a:pt x="5090" y="30084"/>
                      <a:pt x="5090" y="21142"/>
                    </a:cubicBezTo>
                    <a:cubicBezTo>
                      <a:pt x="5090" y="12201"/>
                      <a:pt x="12339" y="4952"/>
                      <a:pt x="21281" y="4952"/>
                    </a:cubicBezTo>
                    <a:close/>
                    <a:moveTo>
                      <a:pt x="21281" y="152"/>
                    </a:moveTo>
                    <a:cubicBezTo>
                      <a:pt x="9688" y="152"/>
                      <a:pt x="290" y="9550"/>
                      <a:pt x="290" y="21142"/>
                    </a:cubicBezTo>
                    <a:cubicBezTo>
                      <a:pt x="290" y="32735"/>
                      <a:pt x="9688" y="42133"/>
                      <a:pt x="21281" y="42133"/>
                    </a:cubicBezTo>
                    <a:cubicBezTo>
                      <a:pt x="32873" y="42133"/>
                      <a:pt x="42271" y="32735"/>
                      <a:pt x="42271" y="21142"/>
                    </a:cubicBezTo>
                    <a:lnTo>
                      <a:pt x="42271" y="21142"/>
                    </a:lnTo>
                    <a:cubicBezTo>
                      <a:pt x="42271" y="9550"/>
                      <a:pt x="32873" y="152"/>
                      <a:pt x="21281" y="152"/>
                    </a:cubicBezTo>
                    <a:close/>
                  </a:path>
                </a:pathLst>
              </a:custGeom>
              <a:solidFill>
                <a:srgbClr val="000000"/>
              </a:solidFill>
              <a:ln w="4794" cap="sq">
                <a:noFill/>
                <a:prstDash val="solid"/>
                <a:round/>
              </a:ln>
            </p:spPr>
            <p:txBody>
              <a:bodyPr rtlCol="0" anchor="ctr"/>
              <a:lstStyle/>
              <a:p>
                <a:endParaRPr lang="en-US"/>
              </a:p>
            </p:txBody>
          </p:sp>
          <p:sp>
            <p:nvSpPr>
              <p:cNvPr id="3058" name="Freeform: Shape 3057">
                <a:extLst>
                  <a:ext uri="{FF2B5EF4-FFF2-40B4-BE49-F238E27FC236}">
                    <a16:creationId xmlns:a16="http://schemas.microsoft.com/office/drawing/2014/main" id="{8733EB93-66C5-B26B-D17A-844C59E0B83C}"/>
                  </a:ext>
                </a:extLst>
              </p:cNvPr>
              <p:cNvSpPr/>
              <p:nvPr/>
            </p:nvSpPr>
            <p:spPr>
              <a:xfrm>
                <a:off x="8409199" y="8112989"/>
                <a:ext cx="37180" cy="37180"/>
              </a:xfrm>
              <a:custGeom>
                <a:avLst/>
                <a:gdLst>
                  <a:gd name="connsiteX0" fmla="*/ 37565 w 37180"/>
                  <a:gd name="connsiteY0" fmla="*/ 18783 h 37180"/>
                  <a:gd name="connsiteX1" fmla="*/ 18975 w 37180"/>
                  <a:gd name="connsiteY1" fmla="*/ 37374 h 37180"/>
                  <a:gd name="connsiteX2" fmla="*/ 384 w 37180"/>
                  <a:gd name="connsiteY2" fmla="*/ 18783 h 37180"/>
                  <a:gd name="connsiteX3" fmla="*/ 18975 w 37180"/>
                  <a:gd name="connsiteY3" fmla="*/ 193 h 37180"/>
                  <a:gd name="connsiteX4" fmla="*/ 37565 w 37180"/>
                  <a:gd name="connsiteY4" fmla="*/ 1878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65" y="18783"/>
                    </a:moveTo>
                    <a:cubicBezTo>
                      <a:pt x="37565" y="29050"/>
                      <a:pt x="29242" y="37374"/>
                      <a:pt x="18975" y="37374"/>
                    </a:cubicBezTo>
                    <a:cubicBezTo>
                      <a:pt x="8707" y="37374"/>
                      <a:pt x="384" y="29050"/>
                      <a:pt x="384" y="18783"/>
                    </a:cubicBezTo>
                    <a:cubicBezTo>
                      <a:pt x="384" y="8516"/>
                      <a:pt x="8707" y="193"/>
                      <a:pt x="18975" y="193"/>
                    </a:cubicBezTo>
                    <a:cubicBezTo>
                      <a:pt x="29242" y="193"/>
                      <a:pt x="37565" y="8516"/>
                      <a:pt x="37565" y="18783"/>
                    </a:cubicBezTo>
                    <a:close/>
                  </a:path>
                </a:pathLst>
              </a:custGeom>
              <a:solidFill>
                <a:srgbClr val="F7ECEC"/>
              </a:solidFill>
              <a:ln w="5753" cap="sq">
                <a:noFill/>
                <a:prstDash val="solid"/>
                <a:miter/>
              </a:ln>
            </p:spPr>
            <p:txBody>
              <a:bodyPr rtlCol="0" anchor="ctr"/>
              <a:lstStyle/>
              <a:p>
                <a:endParaRPr lang="en-US"/>
              </a:p>
            </p:txBody>
          </p:sp>
          <p:sp>
            <p:nvSpPr>
              <p:cNvPr id="3059" name="Freeform: Shape 3058">
                <a:extLst>
                  <a:ext uri="{FF2B5EF4-FFF2-40B4-BE49-F238E27FC236}">
                    <a16:creationId xmlns:a16="http://schemas.microsoft.com/office/drawing/2014/main" id="{016C946E-C966-3179-A03A-476080BC8027}"/>
                  </a:ext>
                </a:extLst>
              </p:cNvPr>
              <p:cNvSpPr/>
              <p:nvPr/>
            </p:nvSpPr>
            <p:spPr>
              <a:xfrm>
                <a:off x="8406799" y="8110588"/>
                <a:ext cx="41981" cy="41981"/>
              </a:xfrm>
              <a:custGeom>
                <a:avLst/>
                <a:gdLst>
                  <a:gd name="connsiteX0" fmla="*/ 21375 w 41981"/>
                  <a:gd name="connsiteY0" fmla="*/ 4993 h 41981"/>
                  <a:gd name="connsiteX1" fmla="*/ 37565 w 41981"/>
                  <a:gd name="connsiteY1" fmla="*/ 21183 h 41981"/>
                  <a:gd name="connsiteX2" fmla="*/ 37565 w 41981"/>
                  <a:gd name="connsiteY2" fmla="*/ 21183 h 41981"/>
                  <a:gd name="connsiteX3" fmla="*/ 21375 w 41981"/>
                  <a:gd name="connsiteY3" fmla="*/ 37374 h 41981"/>
                  <a:gd name="connsiteX4" fmla="*/ 5185 w 41981"/>
                  <a:gd name="connsiteY4" fmla="*/ 21183 h 41981"/>
                  <a:gd name="connsiteX5" fmla="*/ 21375 w 41981"/>
                  <a:gd name="connsiteY5" fmla="*/ 4993 h 41981"/>
                  <a:gd name="connsiteX6" fmla="*/ 21375 w 41981"/>
                  <a:gd name="connsiteY6" fmla="*/ 193 h 41981"/>
                  <a:gd name="connsiteX7" fmla="*/ 384 w 41981"/>
                  <a:gd name="connsiteY7" fmla="*/ 21183 h 41981"/>
                  <a:gd name="connsiteX8" fmla="*/ 21375 w 41981"/>
                  <a:gd name="connsiteY8" fmla="*/ 42174 h 41981"/>
                  <a:gd name="connsiteX9" fmla="*/ 42365 w 41981"/>
                  <a:gd name="connsiteY9" fmla="*/ 21183 h 41981"/>
                  <a:gd name="connsiteX10" fmla="*/ 42365 w 41981"/>
                  <a:gd name="connsiteY10" fmla="*/ 21183 h 41981"/>
                  <a:gd name="connsiteX11" fmla="*/ 21375 w 41981"/>
                  <a:gd name="connsiteY11" fmla="*/ 19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75" y="4993"/>
                    </a:moveTo>
                    <a:cubicBezTo>
                      <a:pt x="30317" y="4993"/>
                      <a:pt x="37565" y="12242"/>
                      <a:pt x="37565" y="21183"/>
                    </a:cubicBezTo>
                    <a:lnTo>
                      <a:pt x="37565" y="21183"/>
                    </a:lnTo>
                    <a:cubicBezTo>
                      <a:pt x="37565" y="30125"/>
                      <a:pt x="30317" y="37374"/>
                      <a:pt x="21375" y="37374"/>
                    </a:cubicBezTo>
                    <a:cubicBezTo>
                      <a:pt x="12433" y="37374"/>
                      <a:pt x="5185" y="30125"/>
                      <a:pt x="5185" y="21183"/>
                    </a:cubicBezTo>
                    <a:cubicBezTo>
                      <a:pt x="5185" y="12242"/>
                      <a:pt x="12433" y="4993"/>
                      <a:pt x="21375" y="4993"/>
                    </a:cubicBezTo>
                    <a:close/>
                    <a:moveTo>
                      <a:pt x="21375" y="193"/>
                    </a:moveTo>
                    <a:cubicBezTo>
                      <a:pt x="9782" y="193"/>
                      <a:pt x="384" y="9591"/>
                      <a:pt x="384" y="21183"/>
                    </a:cubicBezTo>
                    <a:cubicBezTo>
                      <a:pt x="384" y="32776"/>
                      <a:pt x="9782" y="42174"/>
                      <a:pt x="21375" y="42174"/>
                    </a:cubicBezTo>
                    <a:cubicBezTo>
                      <a:pt x="32967" y="42174"/>
                      <a:pt x="42365" y="32776"/>
                      <a:pt x="42365" y="21183"/>
                    </a:cubicBezTo>
                    <a:lnTo>
                      <a:pt x="42365" y="21183"/>
                    </a:lnTo>
                    <a:cubicBezTo>
                      <a:pt x="42365" y="9591"/>
                      <a:pt x="32967" y="193"/>
                      <a:pt x="21375" y="193"/>
                    </a:cubicBezTo>
                    <a:close/>
                  </a:path>
                </a:pathLst>
              </a:custGeom>
              <a:solidFill>
                <a:srgbClr val="000000"/>
              </a:solidFill>
              <a:ln w="4794" cap="sq">
                <a:noFill/>
                <a:prstDash val="solid"/>
                <a:round/>
              </a:ln>
            </p:spPr>
            <p:txBody>
              <a:bodyPr rtlCol="0" anchor="ctr"/>
              <a:lstStyle/>
              <a:p>
                <a:endParaRPr lang="en-US"/>
              </a:p>
            </p:txBody>
          </p:sp>
          <p:sp>
            <p:nvSpPr>
              <p:cNvPr id="3060" name="Freeform: Shape 3059">
                <a:extLst>
                  <a:ext uri="{FF2B5EF4-FFF2-40B4-BE49-F238E27FC236}">
                    <a16:creationId xmlns:a16="http://schemas.microsoft.com/office/drawing/2014/main" id="{4FA55720-2100-5ED8-1799-82F7570194CD}"/>
                  </a:ext>
                </a:extLst>
              </p:cNvPr>
              <p:cNvSpPr/>
              <p:nvPr/>
            </p:nvSpPr>
            <p:spPr>
              <a:xfrm>
                <a:off x="7907376" y="8043932"/>
                <a:ext cx="37180" cy="37180"/>
              </a:xfrm>
              <a:custGeom>
                <a:avLst/>
                <a:gdLst>
                  <a:gd name="connsiteX0" fmla="*/ 37478 w 37180"/>
                  <a:gd name="connsiteY0" fmla="*/ 18771 h 37180"/>
                  <a:gd name="connsiteX1" fmla="*/ 18888 w 37180"/>
                  <a:gd name="connsiteY1" fmla="*/ 37362 h 37180"/>
                  <a:gd name="connsiteX2" fmla="*/ 297 w 37180"/>
                  <a:gd name="connsiteY2" fmla="*/ 18771 h 37180"/>
                  <a:gd name="connsiteX3" fmla="*/ 18888 w 37180"/>
                  <a:gd name="connsiteY3" fmla="*/ 181 h 37180"/>
                  <a:gd name="connsiteX4" fmla="*/ 37478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8" y="18771"/>
                    </a:moveTo>
                    <a:cubicBezTo>
                      <a:pt x="37478" y="29038"/>
                      <a:pt x="29155" y="37362"/>
                      <a:pt x="18888" y="37362"/>
                    </a:cubicBezTo>
                    <a:cubicBezTo>
                      <a:pt x="8620" y="37362"/>
                      <a:pt x="297" y="29038"/>
                      <a:pt x="297" y="18771"/>
                    </a:cubicBezTo>
                    <a:cubicBezTo>
                      <a:pt x="297" y="8504"/>
                      <a:pt x="8620" y="181"/>
                      <a:pt x="18888" y="181"/>
                    </a:cubicBezTo>
                    <a:cubicBezTo>
                      <a:pt x="29155" y="181"/>
                      <a:pt x="37478" y="8504"/>
                      <a:pt x="37478" y="18771"/>
                    </a:cubicBezTo>
                    <a:close/>
                  </a:path>
                </a:pathLst>
              </a:custGeom>
              <a:solidFill>
                <a:srgbClr val="72F772"/>
              </a:solidFill>
              <a:ln w="5753" cap="sq">
                <a:noFill/>
                <a:prstDash val="solid"/>
                <a:miter/>
              </a:ln>
            </p:spPr>
            <p:txBody>
              <a:bodyPr rtlCol="0" anchor="ctr"/>
              <a:lstStyle/>
              <a:p>
                <a:endParaRPr lang="en-US"/>
              </a:p>
            </p:txBody>
          </p:sp>
          <p:sp>
            <p:nvSpPr>
              <p:cNvPr id="3061" name="Freeform: Shape 3060">
                <a:extLst>
                  <a:ext uri="{FF2B5EF4-FFF2-40B4-BE49-F238E27FC236}">
                    <a16:creationId xmlns:a16="http://schemas.microsoft.com/office/drawing/2014/main" id="{B63EBA42-E369-9ADD-6E37-7CB268BDAB7B}"/>
                  </a:ext>
                </a:extLst>
              </p:cNvPr>
              <p:cNvSpPr/>
              <p:nvPr/>
            </p:nvSpPr>
            <p:spPr>
              <a:xfrm>
                <a:off x="7904976" y="8041532"/>
                <a:ext cx="41981" cy="41981"/>
              </a:xfrm>
              <a:custGeom>
                <a:avLst/>
                <a:gdLst>
                  <a:gd name="connsiteX0" fmla="*/ 21288 w 41981"/>
                  <a:gd name="connsiteY0" fmla="*/ 4981 h 41981"/>
                  <a:gd name="connsiteX1" fmla="*/ 37478 w 41981"/>
                  <a:gd name="connsiteY1" fmla="*/ 21171 h 41981"/>
                  <a:gd name="connsiteX2" fmla="*/ 37478 w 41981"/>
                  <a:gd name="connsiteY2" fmla="*/ 21171 h 41981"/>
                  <a:gd name="connsiteX3" fmla="*/ 21288 w 41981"/>
                  <a:gd name="connsiteY3" fmla="*/ 37362 h 41981"/>
                  <a:gd name="connsiteX4" fmla="*/ 5098 w 41981"/>
                  <a:gd name="connsiteY4" fmla="*/ 21171 h 41981"/>
                  <a:gd name="connsiteX5" fmla="*/ 21288 w 41981"/>
                  <a:gd name="connsiteY5" fmla="*/ 4981 h 41981"/>
                  <a:gd name="connsiteX6" fmla="*/ 21288 w 41981"/>
                  <a:gd name="connsiteY6" fmla="*/ 181 h 41981"/>
                  <a:gd name="connsiteX7" fmla="*/ 297 w 41981"/>
                  <a:gd name="connsiteY7" fmla="*/ 21171 h 41981"/>
                  <a:gd name="connsiteX8" fmla="*/ 21288 w 41981"/>
                  <a:gd name="connsiteY8" fmla="*/ 42162 h 41981"/>
                  <a:gd name="connsiteX9" fmla="*/ 42278 w 41981"/>
                  <a:gd name="connsiteY9" fmla="*/ 21171 h 41981"/>
                  <a:gd name="connsiteX10" fmla="*/ 42278 w 41981"/>
                  <a:gd name="connsiteY10" fmla="*/ 21171 h 41981"/>
                  <a:gd name="connsiteX11" fmla="*/ 21288 w 41981"/>
                  <a:gd name="connsiteY11" fmla="*/ 18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8" y="4981"/>
                    </a:moveTo>
                    <a:cubicBezTo>
                      <a:pt x="30230" y="4981"/>
                      <a:pt x="37478" y="12230"/>
                      <a:pt x="37478" y="21171"/>
                    </a:cubicBezTo>
                    <a:lnTo>
                      <a:pt x="37478" y="21171"/>
                    </a:lnTo>
                    <a:cubicBezTo>
                      <a:pt x="37478" y="30113"/>
                      <a:pt x="30230" y="37362"/>
                      <a:pt x="21288" y="37362"/>
                    </a:cubicBezTo>
                    <a:cubicBezTo>
                      <a:pt x="12346" y="37362"/>
                      <a:pt x="5098" y="30113"/>
                      <a:pt x="5098" y="21171"/>
                    </a:cubicBezTo>
                    <a:cubicBezTo>
                      <a:pt x="5098" y="12230"/>
                      <a:pt x="12346" y="4981"/>
                      <a:pt x="21288" y="4981"/>
                    </a:cubicBezTo>
                    <a:close/>
                    <a:moveTo>
                      <a:pt x="21288" y="181"/>
                    </a:moveTo>
                    <a:cubicBezTo>
                      <a:pt x="9695" y="181"/>
                      <a:pt x="297" y="9579"/>
                      <a:pt x="297" y="21171"/>
                    </a:cubicBezTo>
                    <a:cubicBezTo>
                      <a:pt x="297" y="32764"/>
                      <a:pt x="9695" y="42162"/>
                      <a:pt x="21288" y="42162"/>
                    </a:cubicBezTo>
                    <a:cubicBezTo>
                      <a:pt x="32880" y="42162"/>
                      <a:pt x="42278" y="32764"/>
                      <a:pt x="42278" y="21171"/>
                    </a:cubicBezTo>
                    <a:lnTo>
                      <a:pt x="42278" y="21171"/>
                    </a:lnTo>
                    <a:cubicBezTo>
                      <a:pt x="42278" y="9579"/>
                      <a:pt x="32880" y="181"/>
                      <a:pt x="21288" y="181"/>
                    </a:cubicBezTo>
                    <a:close/>
                  </a:path>
                </a:pathLst>
              </a:custGeom>
              <a:solidFill>
                <a:srgbClr val="000000"/>
              </a:solidFill>
              <a:ln w="4794" cap="sq">
                <a:noFill/>
                <a:prstDash val="solid"/>
                <a:round/>
              </a:ln>
            </p:spPr>
            <p:txBody>
              <a:bodyPr rtlCol="0" anchor="ctr"/>
              <a:lstStyle/>
              <a:p>
                <a:endParaRPr lang="en-US"/>
              </a:p>
            </p:txBody>
          </p:sp>
          <p:sp>
            <p:nvSpPr>
              <p:cNvPr id="3062" name="Freeform: Shape 3061">
                <a:extLst>
                  <a:ext uri="{FF2B5EF4-FFF2-40B4-BE49-F238E27FC236}">
                    <a16:creationId xmlns:a16="http://schemas.microsoft.com/office/drawing/2014/main" id="{1E8CD700-4ECB-D4AA-1712-2175EC3EDB22}"/>
                  </a:ext>
                </a:extLst>
              </p:cNvPr>
              <p:cNvSpPr/>
              <p:nvPr/>
            </p:nvSpPr>
            <p:spPr>
              <a:xfrm>
                <a:off x="7696330" y="7842678"/>
                <a:ext cx="37180" cy="37180"/>
              </a:xfrm>
              <a:custGeom>
                <a:avLst/>
                <a:gdLst>
                  <a:gd name="connsiteX0" fmla="*/ 37441 w 37180"/>
                  <a:gd name="connsiteY0" fmla="*/ 18736 h 37180"/>
                  <a:gd name="connsiteX1" fmla="*/ 18851 w 37180"/>
                  <a:gd name="connsiteY1" fmla="*/ 37327 h 37180"/>
                  <a:gd name="connsiteX2" fmla="*/ 260 w 37180"/>
                  <a:gd name="connsiteY2" fmla="*/ 18736 h 37180"/>
                  <a:gd name="connsiteX3" fmla="*/ 18851 w 37180"/>
                  <a:gd name="connsiteY3" fmla="*/ 146 h 37180"/>
                  <a:gd name="connsiteX4" fmla="*/ 37441 w 37180"/>
                  <a:gd name="connsiteY4" fmla="*/ 1873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36"/>
                    </a:moveTo>
                    <a:cubicBezTo>
                      <a:pt x="37441" y="29003"/>
                      <a:pt x="29118" y="37327"/>
                      <a:pt x="18851" y="37327"/>
                    </a:cubicBezTo>
                    <a:cubicBezTo>
                      <a:pt x="8584" y="37327"/>
                      <a:pt x="260" y="29003"/>
                      <a:pt x="260" y="18736"/>
                    </a:cubicBezTo>
                    <a:cubicBezTo>
                      <a:pt x="260" y="8469"/>
                      <a:pt x="8584" y="146"/>
                      <a:pt x="18851" y="146"/>
                    </a:cubicBezTo>
                    <a:cubicBezTo>
                      <a:pt x="29118" y="146"/>
                      <a:pt x="37441" y="8469"/>
                      <a:pt x="37441" y="18736"/>
                    </a:cubicBezTo>
                    <a:close/>
                  </a:path>
                </a:pathLst>
              </a:custGeom>
              <a:solidFill>
                <a:srgbClr val="F7A500"/>
              </a:solidFill>
              <a:ln w="5753" cap="sq">
                <a:noFill/>
                <a:prstDash val="solid"/>
                <a:miter/>
              </a:ln>
            </p:spPr>
            <p:txBody>
              <a:bodyPr rtlCol="0" anchor="ctr"/>
              <a:lstStyle/>
              <a:p>
                <a:endParaRPr lang="en-US"/>
              </a:p>
            </p:txBody>
          </p:sp>
          <p:sp>
            <p:nvSpPr>
              <p:cNvPr id="3063" name="Freeform: Shape 3062">
                <a:extLst>
                  <a:ext uri="{FF2B5EF4-FFF2-40B4-BE49-F238E27FC236}">
                    <a16:creationId xmlns:a16="http://schemas.microsoft.com/office/drawing/2014/main" id="{127DB901-FA7E-3B75-246A-DCBDBBAD99C1}"/>
                  </a:ext>
                </a:extLst>
              </p:cNvPr>
              <p:cNvSpPr/>
              <p:nvPr/>
            </p:nvSpPr>
            <p:spPr>
              <a:xfrm>
                <a:off x="7693930" y="7840277"/>
                <a:ext cx="41981" cy="41981"/>
              </a:xfrm>
              <a:custGeom>
                <a:avLst/>
                <a:gdLst>
                  <a:gd name="connsiteX0" fmla="*/ 21251 w 41981"/>
                  <a:gd name="connsiteY0" fmla="*/ 4946 h 41981"/>
                  <a:gd name="connsiteX1" fmla="*/ 37441 w 41981"/>
                  <a:gd name="connsiteY1" fmla="*/ 21136 h 41981"/>
                  <a:gd name="connsiteX2" fmla="*/ 37441 w 41981"/>
                  <a:gd name="connsiteY2" fmla="*/ 21136 h 41981"/>
                  <a:gd name="connsiteX3" fmla="*/ 21251 w 41981"/>
                  <a:gd name="connsiteY3" fmla="*/ 37327 h 41981"/>
                  <a:gd name="connsiteX4" fmla="*/ 5061 w 41981"/>
                  <a:gd name="connsiteY4" fmla="*/ 21136 h 41981"/>
                  <a:gd name="connsiteX5" fmla="*/ 21251 w 41981"/>
                  <a:gd name="connsiteY5" fmla="*/ 4946 h 41981"/>
                  <a:gd name="connsiteX6" fmla="*/ 21251 w 41981"/>
                  <a:gd name="connsiteY6" fmla="*/ 146 h 41981"/>
                  <a:gd name="connsiteX7" fmla="*/ 260 w 41981"/>
                  <a:gd name="connsiteY7" fmla="*/ 21136 h 41981"/>
                  <a:gd name="connsiteX8" fmla="*/ 21251 w 41981"/>
                  <a:gd name="connsiteY8" fmla="*/ 42127 h 41981"/>
                  <a:gd name="connsiteX9" fmla="*/ 42242 w 41981"/>
                  <a:gd name="connsiteY9" fmla="*/ 21136 h 41981"/>
                  <a:gd name="connsiteX10" fmla="*/ 42242 w 41981"/>
                  <a:gd name="connsiteY10" fmla="*/ 21136 h 41981"/>
                  <a:gd name="connsiteX11" fmla="*/ 21251 w 41981"/>
                  <a:gd name="connsiteY11" fmla="*/ 14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46"/>
                    </a:moveTo>
                    <a:cubicBezTo>
                      <a:pt x="30193" y="4946"/>
                      <a:pt x="37441" y="12195"/>
                      <a:pt x="37441" y="21136"/>
                    </a:cubicBezTo>
                    <a:lnTo>
                      <a:pt x="37441" y="21136"/>
                    </a:lnTo>
                    <a:cubicBezTo>
                      <a:pt x="37441" y="30078"/>
                      <a:pt x="30193" y="37327"/>
                      <a:pt x="21251" y="37327"/>
                    </a:cubicBezTo>
                    <a:cubicBezTo>
                      <a:pt x="12309" y="37327"/>
                      <a:pt x="5061" y="30078"/>
                      <a:pt x="5061" y="21136"/>
                    </a:cubicBezTo>
                    <a:cubicBezTo>
                      <a:pt x="5061" y="12195"/>
                      <a:pt x="12309" y="4946"/>
                      <a:pt x="21251" y="4946"/>
                    </a:cubicBezTo>
                    <a:close/>
                    <a:moveTo>
                      <a:pt x="21251" y="146"/>
                    </a:moveTo>
                    <a:cubicBezTo>
                      <a:pt x="9659" y="146"/>
                      <a:pt x="260" y="9544"/>
                      <a:pt x="260" y="21136"/>
                    </a:cubicBezTo>
                    <a:cubicBezTo>
                      <a:pt x="260" y="32729"/>
                      <a:pt x="9659" y="42127"/>
                      <a:pt x="21251" y="42127"/>
                    </a:cubicBezTo>
                    <a:cubicBezTo>
                      <a:pt x="32844" y="42127"/>
                      <a:pt x="42242" y="32729"/>
                      <a:pt x="42242" y="21136"/>
                    </a:cubicBezTo>
                    <a:lnTo>
                      <a:pt x="42242" y="21136"/>
                    </a:lnTo>
                    <a:cubicBezTo>
                      <a:pt x="42242" y="9544"/>
                      <a:pt x="32844" y="146"/>
                      <a:pt x="21251" y="146"/>
                    </a:cubicBezTo>
                    <a:close/>
                  </a:path>
                </a:pathLst>
              </a:custGeom>
              <a:solidFill>
                <a:srgbClr val="000000"/>
              </a:solidFill>
              <a:ln w="4794" cap="sq">
                <a:noFill/>
                <a:prstDash val="solid"/>
                <a:round/>
              </a:ln>
            </p:spPr>
            <p:txBody>
              <a:bodyPr rtlCol="0" anchor="ctr"/>
              <a:lstStyle/>
              <a:p>
                <a:endParaRPr lang="en-US"/>
              </a:p>
            </p:txBody>
          </p:sp>
          <p:sp>
            <p:nvSpPr>
              <p:cNvPr id="3064" name="Freeform: Shape 3063">
                <a:extLst>
                  <a:ext uri="{FF2B5EF4-FFF2-40B4-BE49-F238E27FC236}">
                    <a16:creationId xmlns:a16="http://schemas.microsoft.com/office/drawing/2014/main" id="{86F0B8AB-0744-2634-EB1B-ABDE3B141EB2}"/>
                  </a:ext>
                </a:extLst>
              </p:cNvPr>
              <p:cNvSpPr/>
              <p:nvPr/>
            </p:nvSpPr>
            <p:spPr>
              <a:xfrm>
                <a:off x="7708483" y="8052889"/>
                <a:ext cx="37180" cy="37180"/>
              </a:xfrm>
              <a:custGeom>
                <a:avLst/>
                <a:gdLst>
                  <a:gd name="connsiteX0" fmla="*/ 37443 w 37180"/>
                  <a:gd name="connsiteY0" fmla="*/ 18773 h 37180"/>
                  <a:gd name="connsiteX1" fmla="*/ 18853 w 37180"/>
                  <a:gd name="connsiteY1" fmla="*/ 37363 h 37180"/>
                  <a:gd name="connsiteX2" fmla="*/ 263 w 37180"/>
                  <a:gd name="connsiteY2" fmla="*/ 18773 h 37180"/>
                  <a:gd name="connsiteX3" fmla="*/ 18853 w 37180"/>
                  <a:gd name="connsiteY3" fmla="*/ 182 h 37180"/>
                  <a:gd name="connsiteX4" fmla="*/ 37443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3"/>
                    </a:moveTo>
                    <a:cubicBezTo>
                      <a:pt x="37443" y="29040"/>
                      <a:pt x="29120" y="37363"/>
                      <a:pt x="18853" y="37363"/>
                    </a:cubicBezTo>
                    <a:cubicBezTo>
                      <a:pt x="8586" y="37363"/>
                      <a:pt x="263" y="29040"/>
                      <a:pt x="263" y="18773"/>
                    </a:cubicBezTo>
                    <a:cubicBezTo>
                      <a:pt x="263" y="8506"/>
                      <a:pt x="8586" y="182"/>
                      <a:pt x="18853" y="182"/>
                    </a:cubicBezTo>
                    <a:cubicBezTo>
                      <a:pt x="29120" y="182"/>
                      <a:pt x="37443" y="8506"/>
                      <a:pt x="37443" y="18773"/>
                    </a:cubicBezTo>
                    <a:close/>
                  </a:path>
                </a:pathLst>
              </a:custGeom>
              <a:solidFill>
                <a:srgbClr val="F2F7F2"/>
              </a:solidFill>
              <a:ln w="5753" cap="sq">
                <a:noFill/>
                <a:prstDash val="solid"/>
                <a:miter/>
              </a:ln>
            </p:spPr>
            <p:txBody>
              <a:bodyPr rtlCol="0" anchor="ctr"/>
              <a:lstStyle/>
              <a:p>
                <a:endParaRPr lang="en-US"/>
              </a:p>
            </p:txBody>
          </p:sp>
          <p:sp>
            <p:nvSpPr>
              <p:cNvPr id="3065" name="Freeform: Shape 3064">
                <a:extLst>
                  <a:ext uri="{FF2B5EF4-FFF2-40B4-BE49-F238E27FC236}">
                    <a16:creationId xmlns:a16="http://schemas.microsoft.com/office/drawing/2014/main" id="{0293C7FD-AA5F-E2F7-958E-B49BB8BFD5C5}"/>
                  </a:ext>
                </a:extLst>
              </p:cNvPr>
              <p:cNvSpPr/>
              <p:nvPr/>
            </p:nvSpPr>
            <p:spPr>
              <a:xfrm>
                <a:off x="7706083" y="8050489"/>
                <a:ext cx="41981" cy="41981"/>
              </a:xfrm>
              <a:custGeom>
                <a:avLst/>
                <a:gdLst>
                  <a:gd name="connsiteX0" fmla="*/ 21253 w 41981"/>
                  <a:gd name="connsiteY0" fmla="*/ 4983 h 41981"/>
                  <a:gd name="connsiteX1" fmla="*/ 37443 w 41981"/>
                  <a:gd name="connsiteY1" fmla="*/ 21173 h 41981"/>
                  <a:gd name="connsiteX2" fmla="*/ 37443 w 41981"/>
                  <a:gd name="connsiteY2" fmla="*/ 21173 h 41981"/>
                  <a:gd name="connsiteX3" fmla="*/ 21253 w 41981"/>
                  <a:gd name="connsiteY3" fmla="*/ 37363 h 41981"/>
                  <a:gd name="connsiteX4" fmla="*/ 5063 w 41981"/>
                  <a:gd name="connsiteY4" fmla="*/ 21173 h 41981"/>
                  <a:gd name="connsiteX5" fmla="*/ 21253 w 41981"/>
                  <a:gd name="connsiteY5" fmla="*/ 4983 h 41981"/>
                  <a:gd name="connsiteX6" fmla="*/ 21253 w 41981"/>
                  <a:gd name="connsiteY6" fmla="*/ 182 h 41981"/>
                  <a:gd name="connsiteX7" fmla="*/ 263 w 41981"/>
                  <a:gd name="connsiteY7" fmla="*/ 21173 h 41981"/>
                  <a:gd name="connsiteX8" fmla="*/ 21253 w 41981"/>
                  <a:gd name="connsiteY8" fmla="*/ 42164 h 41981"/>
                  <a:gd name="connsiteX9" fmla="*/ 42244 w 41981"/>
                  <a:gd name="connsiteY9" fmla="*/ 21173 h 41981"/>
                  <a:gd name="connsiteX10" fmla="*/ 42244 w 41981"/>
                  <a:gd name="connsiteY10" fmla="*/ 21173 h 41981"/>
                  <a:gd name="connsiteX11" fmla="*/ 21253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3"/>
                    </a:moveTo>
                    <a:cubicBezTo>
                      <a:pt x="30195" y="4983"/>
                      <a:pt x="37443" y="12231"/>
                      <a:pt x="37443" y="21173"/>
                    </a:cubicBezTo>
                    <a:lnTo>
                      <a:pt x="37443" y="21173"/>
                    </a:lnTo>
                    <a:cubicBezTo>
                      <a:pt x="37443" y="30115"/>
                      <a:pt x="30195" y="37363"/>
                      <a:pt x="21253" y="37363"/>
                    </a:cubicBezTo>
                    <a:cubicBezTo>
                      <a:pt x="12311" y="37363"/>
                      <a:pt x="5063" y="30115"/>
                      <a:pt x="5063" y="21173"/>
                    </a:cubicBezTo>
                    <a:cubicBezTo>
                      <a:pt x="5063" y="12231"/>
                      <a:pt x="12311" y="4983"/>
                      <a:pt x="21253" y="4983"/>
                    </a:cubicBezTo>
                    <a:close/>
                    <a:moveTo>
                      <a:pt x="21253" y="182"/>
                    </a:moveTo>
                    <a:cubicBezTo>
                      <a:pt x="9661" y="182"/>
                      <a:pt x="263" y="9580"/>
                      <a:pt x="263" y="21173"/>
                    </a:cubicBezTo>
                    <a:cubicBezTo>
                      <a:pt x="263" y="32765"/>
                      <a:pt x="9661" y="42164"/>
                      <a:pt x="21253" y="42164"/>
                    </a:cubicBezTo>
                    <a:cubicBezTo>
                      <a:pt x="32846" y="42164"/>
                      <a:pt x="42244" y="32765"/>
                      <a:pt x="42244" y="21173"/>
                    </a:cubicBezTo>
                    <a:lnTo>
                      <a:pt x="42244" y="21173"/>
                    </a:lnTo>
                    <a:cubicBezTo>
                      <a:pt x="42244" y="9580"/>
                      <a:pt x="32846" y="182"/>
                      <a:pt x="21253" y="182"/>
                    </a:cubicBezTo>
                    <a:close/>
                  </a:path>
                </a:pathLst>
              </a:custGeom>
              <a:solidFill>
                <a:srgbClr val="000000"/>
              </a:solidFill>
              <a:ln w="4794" cap="sq">
                <a:noFill/>
                <a:prstDash val="solid"/>
                <a:round/>
              </a:ln>
            </p:spPr>
            <p:txBody>
              <a:bodyPr rtlCol="0" anchor="ctr"/>
              <a:lstStyle/>
              <a:p>
                <a:endParaRPr lang="en-US"/>
              </a:p>
            </p:txBody>
          </p:sp>
          <p:sp>
            <p:nvSpPr>
              <p:cNvPr id="3066" name="Freeform: Shape 3065">
                <a:extLst>
                  <a:ext uri="{FF2B5EF4-FFF2-40B4-BE49-F238E27FC236}">
                    <a16:creationId xmlns:a16="http://schemas.microsoft.com/office/drawing/2014/main" id="{D6420D3F-DEEE-B08C-D64A-A73A880D8A73}"/>
                  </a:ext>
                </a:extLst>
              </p:cNvPr>
              <p:cNvSpPr/>
              <p:nvPr/>
            </p:nvSpPr>
            <p:spPr>
              <a:xfrm>
                <a:off x="7556448" y="7887888"/>
                <a:ext cx="37180" cy="37180"/>
              </a:xfrm>
              <a:custGeom>
                <a:avLst/>
                <a:gdLst>
                  <a:gd name="connsiteX0" fmla="*/ 37417 w 37180"/>
                  <a:gd name="connsiteY0" fmla="*/ 18744 h 37180"/>
                  <a:gd name="connsiteX1" fmla="*/ 18827 w 37180"/>
                  <a:gd name="connsiteY1" fmla="*/ 37334 h 37180"/>
                  <a:gd name="connsiteX2" fmla="*/ 236 w 37180"/>
                  <a:gd name="connsiteY2" fmla="*/ 18744 h 37180"/>
                  <a:gd name="connsiteX3" fmla="*/ 18827 w 37180"/>
                  <a:gd name="connsiteY3" fmla="*/ 154 h 37180"/>
                  <a:gd name="connsiteX4" fmla="*/ 37417 w 37180"/>
                  <a:gd name="connsiteY4" fmla="*/ 1874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7" y="18744"/>
                    </a:moveTo>
                    <a:cubicBezTo>
                      <a:pt x="37417" y="29011"/>
                      <a:pt x="29094" y="37334"/>
                      <a:pt x="18827" y="37334"/>
                    </a:cubicBezTo>
                    <a:cubicBezTo>
                      <a:pt x="8559" y="37334"/>
                      <a:pt x="236" y="29011"/>
                      <a:pt x="236" y="18744"/>
                    </a:cubicBezTo>
                    <a:cubicBezTo>
                      <a:pt x="236" y="8477"/>
                      <a:pt x="8559" y="154"/>
                      <a:pt x="18827" y="154"/>
                    </a:cubicBezTo>
                    <a:cubicBezTo>
                      <a:pt x="29094" y="154"/>
                      <a:pt x="37417" y="8477"/>
                      <a:pt x="37417" y="18744"/>
                    </a:cubicBezTo>
                    <a:close/>
                  </a:path>
                </a:pathLst>
              </a:custGeom>
              <a:solidFill>
                <a:srgbClr val="F7EAEA"/>
              </a:solidFill>
              <a:ln w="5753" cap="sq">
                <a:noFill/>
                <a:prstDash val="solid"/>
                <a:miter/>
              </a:ln>
            </p:spPr>
            <p:txBody>
              <a:bodyPr rtlCol="0" anchor="ctr"/>
              <a:lstStyle/>
              <a:p>
                <a:endParaRPr lang="en-US"/>
              </a:p>
            </p:txBody>
          </p:sp>
          <p:sp>
            <p:nvSpPr>
              <p:cNvPr id="3067" name="Freeform: Shape 3066">
                <a:extLst>
                  <a:ext uri="{FF2B5EF4-FFF2-40B4-BE49-F238E27FC236}">
                    <a16:creationId xmlns:a16="http://schemas.microsoft.com/office/drawing/2014/main" id="{8AD21895-128B-C336-2B18-C996071FEE09}"/>
                  </a:ext>
                </a:extLst>
              </p:cNvPr>
              <p:cNvSpPr/>
              <p:nvPr/>
            </p:nvSpPr>
            <p:spPr>
              <a:xfrm>
                <a:off x="7554048" y="7885488"/>
                <a:ext cx="41981" cy="41981"/>
              </a:xfrm>
              <a:custGeom>
                <a:avLst/>
                <a:gdLst>
                  <a:gd name="connsiteX0" fmla="*/ 21227 w 41981"/>
                  <a:gd name="connsiteY0" fmla="*/ 4954 h 41981"/>
                  <a:gd name="connsiteX1" fmla="*/ 37417 w 41981"/>
                  <a:gd name="connsiteY1" fmla="*/ 21144 h 41981"/>
                  <a:gd name="connsiteX2" fmla="*/ 37417 w 41981"/>
                  <a:gd name="connsiteY2" fmla="*/ 21144 h 41981"/>
                  <a:gd name="connsiteX3" fmla="*/ 21227 w 41981"/>
                  <a:gd name="connsiteY3" fmla="*/ 37334 h 41981"/>
                  <a:gd name="connsiteX4" fmla="*/ 5037 w 41981"/>
                  <a:gd name="connsiteY4" fmla="*/ 21144 h 41981"/>
                  <a:gd name="connsiteX5" fmla="*/ 21227 w 41981"/>
                  <a:gd name="connsiteY5" fmla="*/ 4954 h 41981"/>
                  <a:gd name="connsiteX6" fmla="*/ 21227 w 41981"/>
                  <a:gd name="connsiteY6" fmla="*/ 154 h 41981"/>
                  <a:gd name="connsiteX7" fmla="*/ 236 w 41981"/>
                  <a:gd name="connsiteY7" fmla="*/ 21144 h 41981"/>
                  <a:gd name="connsiteX8" fmla="*/ 21227 w 41981"/>
                  <a:gd name="connsiteY8" fmla="*/ 42135 h 41981"/>
                  <a:gd name="connsiteX9" fmla="*/ 42217 w 41981"/>
                  <a:gd name="connsiteY9" fmla="*/ 21144 h 41981"/>
                  <a:gd name="connsiteX10" fmla="*/ 42217 w 41981"/>
                  <a:gd name="connsiteY10" fmla="*/ 21144 h 41981"/>
                  <a:gd name="connsiteX11" fmla="*/ 21227 w 41981"/>
                  <a:gd name="connsiteY11" fmla="*/ 15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7" y="4954"/>
                    </a:moveTo>
                    <a:cubicBezTo>
                      <a:pt x="30169" y="4954"/>
                      <a:pt x="37417" y="12202"/>
                      <a:pt x="37417" y="21144"/>
                    </a:cubicBezTo>
                    <a:lnTo>
                      <a:pt x="37417" y="21144"/>
                    </a:lnTo>
                    <a:cubicBezTo>
                      <a:pt x="37417" y="30086"/>
                      <a:pt x="30169" y="37334"/>
                      <a:pt x="21227" y="37334"/>
                    </a:cubicBezTo>
                    <a:cubicBezTo>
                      <a:pt x="12285" y="37334"/>
                      <a:pt x="5037" y="30086"/>
                      <a:pt x="5037" y="21144"/>
                    </a:cubicBezTo>
                    <a:cubicBezTo>
                      <a:pt x="5037" y="12202"/>
                      <a:pt x="12285" y="4954"/>
                      <a:pt x="21227" y="4954"/>
                    </a:cubicBezTo>
                    <a:close/>
                    <a:moveTo>
                      <a:pt x="21227" y="154"/>
                    </a:moveTo>
                    <a:cubicBezTo>
                      <a:pt x="9634" y="154"/>
                      <a:pt x="236" y="9552"/>
                      <a:pt x="236" y="21144"/>
                    </a:cubicBezTo>
                    <a:cubicBezTo>
                      <a:pt x="236" y="32737"/>
                      <a:pt x="9634" y="42135"/>
                      <a:pt x="21227" y="42135"/>
                    </a:cubicBezTo>
                    <a:cubicBezTo>
                      <a:pt x="32819" y="42135"/>
                      <a:pt x="42217" y="32737"/>
                      <a:pt x="42217" y="21144"/>
                    </a:cubicBezTo>
                    <a:lnTo>
                      <a:pt x="42217" y="21144"/>
                    </a:lnTo>
                    <a:cubicBezTo>
                      <a:pt x="42217" y="9552"/>
                      <a:pt x="32819" y="154"/>
                      <a:pt x="21227" y="154"/>
                    </a:cubicBezTo>
                    <a:close/>
                  </a:path>
                </a:pathLst>
              </a:custGeom>
              <a:solidFill>
                <a:srgbClr val="000000"/>
              </a:solidFill>
              <a:ln w="4794" cap="sq">
                <a:noFill/>
                <a:prstDash val="solid"/>
                <a:round/>
              </a:ln>
            </p:spPr>
            <p:txBody>
              <a:bodyPr rtlCol="0" anchor="ctr"/>
              <a:lstStyle/>
              <a:p>
                <a:endParaRPr lang="en-US"/>
              </a:p>
            </p:txBody>
          </p:sp>
          <p:sp>
            <p:nvSpPr>
              <p:cNvPr id="3068" name="Freeform: Shape 3067">
                <a:extLst>
                  <a:ext uri="{FF2B5EF4-FFF2-40B4-BE49-F238E27FC236}">
                    <a16:creationId xmlns:a16="http://schemas.microsoft.com/office/drawing/2014/main" id="{79893F0B-8FA5-08C0-3E97-098E4723F388}"/>
                  </a:ext>
                </a:extLst>
              </p:cNvPr>
              <p:cNvSpPr/>
              <p:nvPr/>
            </p:nvSpPr>
            <p:spPr>
              <a:xfrm>
                <a:off x="7726685" y="8012079"/>
                <a:ext cx="37180" cy="37180"/>
              </a:xfrm>
              <a:custGeom>
                <a:avLst/>
                <a:gdLst>
                  <a:gd name="connsiteX0" fmla="*/ 37447 w 37180"/>
                  <a:gd name="connsiteY0" fmla="*/ 18766 h 37180"/>
                  <a:gd name="connsiteX1" fmla="*/ 18856 w 37180"/>
                  <a:gd name="connsiteY1" fmla="*/ 37356 h 37180"/>
                  <a:gd name="connsiteX2" fmla="*/ 266 w 37180"/>
                  <a:gd name="connsiteY2" fmla="*/ 18766 h 37180"/>
                  <a:gd name="connsiteX3" fmla="*/ 18856 w 37180"/>
                  <a:gd name="connsiteY3" fmla="*/ 175 h 37180"/>
                  <a:gd name="connsiteX4" fmla="*/ 37447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6"/>
                    </a:moveTo>
                    <a:cubicBezTo>
                      <a:pt x="37447" y="29033"/>
                      <a:pt x="29123" y="37356"/>
                      <a:pt x="18856" y="37356"/>
                    </a:cubicBezTo>
                    <a:cubicBezTo>
                      <a:pt x="8589" y="37356"/>
                      <a:pt x="266" y="29033"/>
                      <a:pt x="266" y="18766"/>
                    </a:cubicBezTo>
                    <a:cubicBezTo>
                      <a:pt x="266" y="8498"/>
                      <a:pt x="8589" y="175"/>
                      <a:pt x="18856" y="175"/>
                    </a:cubicBezTo>
                    <a:cubicBezTo>
                      <a:pt x="29123" y="175"/>
                      <a:pt x="37447" y="8498"/>
                      <a:pt x="37447" y="18766"/>
                    </a:cubicBezTo>
                    <a:close/>
                  </a:path>
                </a:pathLst>
              </a:custGeom>
              <a:solidFill>
                <a:srgbClr val="F7EFEF"/>
              </a:solidFill>
              <a:ln w="5753" cap="sq">
                <a:noFill/>
                <a:prstDash val="solid"/>
                <a:miter/>
              </a:ln>
            </p:spPr>
            <p:txBody>
              <a:bodyPr rtlCol="0" anchor="ctr"/>
              <a:lstStyle/>
              <a:p>
                <a:endParaRPr lang="en-US"/>
              </a:p>
            </p:txBody>
          </p:sp>
          <p:sp>
            <p:nvSpPr>
              <p:cNvPr id="3069" name="Freeform: Shape 3068">
                <a:extLst>
                  <a:ext uri="{FF2B5EF4-FFF2-40B4-BE49-F238E27FC236}">
                    <a16:creationId xmlns:a16="http://schemas.microsoft.com/office/drawing/2014/main" id="{23E38AC8-E29E-8682-DB35-A4BC1489B430}"/>
                  </a:ext>
                </a:extLst>
              </p:cNvPr>
              <p:cNvSpPr/>
              <p:nvPr/>
            </p:nvSpPr>
            <p:spPr>
              <a:xfrm>
                <a:off x="7724285" y="8009679"/>
                <a:ext cx="41981" cy="41981"/>
              </a:xfrm>
              <a:custGeom>
                <a:avLst/>
                <a:gdLst>
                  <a:gd name="connsiteX0" fmla="*/ 21256 w 41981"/>
                  <a:gd name="connsiteY0" fmla="*/ 4976 h 41981"/>
                  <a:gd name="connsiteX1" fmla="*/ 37447 w 41981"/>
                  <a:gd name="connsiteY1" fmla="*/ 21166 h 41981"/>
                  <a:gd name="connsiteX2" fmla="*/ 37447 w 41981"/>
                  <a:gd name="connsiteY2" fmla="*/ 21166 h 41981"/>
                  <a:gd name="connsiteX3" fmla="*/ 21256 w 41981"/>
                  <a:gd name="connsiteY3" fmla="*/ 37356 h 41981"/>
                  <a:gd name="connsiteX4" fmla="*/ 5066 w 41981"/>
                  <a:gd name="connsiteY4" fmla="*/ 21166 h 41981"/>
                  <a:gd name="connsiteX5" fmla="*/ 21256 w 41981"/>
                  <a:gd name="connsiteY5" fmla="*/ 4976 h 41981"/>
                  <a:gd name="connsiteX6" fmla="*/ 21256 w 41981"/>
                  <a:gd name="connsiteY6" fmla="*/ 175 h 41981"/>
                  <a:gd name="connsiteX7" fmla="*/ 266 w 41981"/>
                  <a:gd name="connsiteY7" fmla="*/ 21166 h 41981"/>
                  <a:gd name="connsiteX8" fmla="*/ 21256 w 41981"/>
                  <a:gd name="connsiteY8" fmla="*/ 42156 h 41981"/>
                  <a:gd name="connsiteX9" fmla="*/ 42247 w 41981"/>
                  <a:gd name="connsiteY9" fmla="*/ 21166 h 41981"/>
                  <a:gd name="connsiteX10" fmla="*/ 42247 w 41981"/>
                  <a:gd name="connsiteY10" fmla="*/ 21166 h 41981"/>
                  <a:gd name="connsiteX11" fmla="*/ 2125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6"/>
                    </a:moveTo>
                    <a:cubicBezTo>
                      <a:pt x="30198" y="4976"/>
                      <a:pt x="37447" y="12224"/>
                      <a:pt x="37447" y="21166"/>
                    </a:cubicBezTo>
                    <a:lnTo>
                      <a:pt x="37447" y="21166"/>
                    </a:lnTo>
                    <a:cubicBezTo>
                      <a:pt x="37447" y="30108"/>
                      <a:pt x="30198" y="37356"/>
                      <a:pt x="21256" y="37356"/>
                    </a:cubicBezTo>
                    <a:cubicBezTo>
                      <a:pt x="12315" y="37356"/>
                      <a:pt x="5066" y="30108"/>
                      <a:pt x="5066" y="21166"/>
                    </a:cubicBezTo>
                    <a:cubicBezTo>
                      <a:pt x="5066" y="12224"/>
                      <a:pt x="12315" y="4976"/>
                      <a:pt x="21256" y="4976"/>
                    </a:cubicBezTo>
                    <a:close/>
                    <a:moveTo>
                      <a:pt x="21256" y="175"/>
                    </a:moveTo>
                    <a:cubicBezTo>
                      <a:pt x="9664" y="175"/>
                      <a:pt x="266" y="9573"/>
                      <a:pt x="266" y="21166"/>
                    </a:cubicBezTo>
                    <a:cubicBezTo>
                      <a:pt x="266" y="32758"/>
                      <a:pt x="9664" y="42156"/>
                      <a:pt x="21256" y="42156"/>
                    </a:cubicBezTo>
                    <a:cubicBezTo>
                      <a:pt x="32849" y="42156"/>
                      <a:pt x="42247" y="32758"/>
                      <a:pt x="42247" y="21166"/>
                    </a:cubicBezTo>
                    <a:lnTo>
                      <a:pt x="42247" y="21166"/>
                    </a:lnTo>
                    <a:cubicBezTo>
                      <a:pt x="42247" y="9573"/>
                      <a:pt x="32849" y="175"/>
                      <a:pt x="21256" y="175"/>
                    </a:cubicBezTo>
                    <a:close/>
                  </a:path>
                </a:pathLst>
              </a:custGeom>
              <a:solidFill>
                <a:srgbClr val="000000"/>
              </a:solidFill>
              <a:ln w="4794" cap="sq">
                <a:noFill/>
                <a:prstDash val="solid"/>
                <a:round/>
              </a:ln>
            </p:spPr>
            <p:txBody>
              <a:bodyPr rtlCol="0" anchor="ctr"/>
              <a:lstStyle/>
              <a:p>
                <a:endParaRPr lang="en-US"/>
              </a:p>
            </p:txBody>
          </p:sp>
          <p:sp>
            <p:nvSpPr>
              <p:cNvPr id="3070" name="Freeform: Shape 3069">
                <a:extLst>
                  <a:ext uri="{FF2B5EF4-FFF2-40B4-BE49-F238E27FC236}">
                    <a16:creationId xmlns:a16="http://schemas.microsoft.com/office/drawing/2014/main" id="{43AFD361-695C-E310-D43C-4721C7C4441F}"/>
                  </a:ext>
                </a:extLst>
              </p:cNvPr>
              <p:cNvSpPr/>
              <p:nvPr/>
            </p:nvSpPr>
            <p:spPr>
              <a:xfrm>
                <a:off x="7903350" y="7967232"/>
                <a:ext cx="37180" cy="37180"/>
              </a:xfrm>
              <a:custGeom>
                <a:avLst/>
                <a:gdLst>
                  <a:gd name="connsiteX0" fmla="*/ 37477 w 37180"/>
                  <a:gd name="connsiteY0" fmla="*/ 18758 h 37180"/>
                  <a:gd name="connsiteX1" fmla="*/ 18887 w 37180"/>
                  <a:gd name="connsiteY1" fmla="*/ 37348 h 37180"/>
                  <a:gd name="connsiteX2" fmla="*/ 296 w 37180"/>
                  <a:gd name="connsiteY2" fmla="*/ 18758 h 37180"/>
                  <a:gd name="connsiteX3" fmla="*/ 18887 w 37180"/>
                  <a:gd name="connsiteY3" fmla="*/ 167 h 37180"/>
                  <a:gd name="connsiteX4" fmla="*/ 37477 w 37180"/>
                  <a:gd name="connsiteY4" fmla="*/ 1875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7" y="18758"/>
                    </a:moveTo>
                    <a:cubicBezTo>
                      <a:pt x="37477" y="29025"/>
                      <a:pt x="29154" y="37348"/>
                      <a:pt x="18887" y="37348"/>
                    </a:cubicBezTo>
                    <a:cubicBezTo>
                      <a:pt x="8620" y="37348"/>
                      <a:pt x="296" y="29025"/>
                      <a:pt x="296" y="18758"/>
                    </a:cubicBezTo>
                    <a:cubicBezTo>
                      <a:pt x="296" y="8491"/>
                      <a:pt x="8620" y="167"/>
                      <a:pt x="18887" y="167"/>
                    </a:cubicBezTo>
                    <a:cubicBezTo>
                      <a:pt x="29154" y="167"/>
                      <a:pt x="37477" y="8491"/>
                      <a:pt x="37477" y="18758"/>
                    </a:cubicBezTo>
                    <a:close/>
                  </a:path>
                </a:pathLst>
              </a:custGeom>
              <a:solidFill>
                <a:srgbClr val="F7F2F2"/>
              </a:solidFill>
              <a:ln w="5753" cap="sq">
                <a:noFill/>
                <a:prstDash val="solid"/>
                <a:miter/>
              </a:ln>
            </p:spPr>
            <p:txBody>
              <a:bodyPr rtlCol="0" anchor="ctr"/>
              <a:lstStyle/>
              <a:p>
                <a:endParaRPr lang="en-US"/>
              </a:p>
            </p:txBody>
          </p:sp>
          <p:sp>
            <p:nvSpPr>
              <p:cNvPr id="3071" name="Freeform: Shape 3070">
                <a:extLst>
                  <a:ext uri="{FF2B5EF4-FFF2-40B4-BE49-F238E27FC236}">
                    <a16:creationId xmlns:a16="http://schemas.microsoft.com/office/drawing/2014/main" id="{228F6212-1D8B-CD72-F1DC-BF8037EE0F5D}"/>
                  </a:ext>
                </a:extLst>
              </p:cNvPr>
              <p:cNvSpPr/>
              <p:nvPr/>
            </p:nvSpPr>
            <p:spPr>
              <a:xfrm>
                <a:off x="7900950" y="7964832"/>
                <a:ext cx="41981" cy="41981"/>
              </a:xfrm>
              <a:custGeom>
                <a:avLst/>
                <a:gdLst>
                  <a:gd name="connsiteX0" fmla="*/ 21287 w 41981"/>
                  <a:gd name="connsiteY0" fmla="*/ 4968 h 41981"/>
                  <a:gd name="connsiteX1" fmla="*/ 37477 w 41981"/>
                  <a:gd name="connsiteY1" fmla="*/ 21158 h 41981"/>
                  <a:gd name="connsiteX2" fmla="*/ 37477 w 41981"/>
                  <a:gd name="connsiteY2" fmla="*/ 21158 h 41981"/>
                  <a:gd name="connsiteX3" fmla="*/ 21287 w 41981"/>
                  <a:gd name="connsiteY3" fmla="*/ 37348 h 41981"/>
                  <a:gd name="connsiteX4" fmla="*/ 5097 w 41981"/>
                  <a:gd name="connsiteY4" fmla="*/ 21158 h 41981"/>
                  <a:gd name="connsiteX5" fmla="*/ 21287 w 41981"/>
                  <a:gd name="connsiteY5" fmla="*/ 4968 h 41981"/>
                  <a:gd name="connsiteX6" fmla="*/ 21287 w 41981"/>
                  <a:gd name="connsiteY6" fmla="*/ 167 h 41981"/>
                  <a:gd name="connsiteX7" fmla="*/ 296 w 41981"/>
                  <a:gd name="connsiteY7" fmla="*/ 21158 h 41981"/>
                  <a:gd name="connsiteX8" fmla="*/ 21287 w 41981"/>
                  <a:gd name="connsiteY8" fmla="*/ 42149 h 41981"/>
                  <a:gd name="connsiteX9" fmla="*/ 42278 w 41981"/>
                  <a:gd name="connsiteY9" fmla="*/ 21158 h 41981"/>
                  <a:gd name="connsiteX10" fmla="*/ 42278 w 41981"/>
                  <a:gd name="connsiteY10" fmla="*/ 21158 h 41981"/>
                  <a:gd name="connsiteX11" fmla="*/ 21287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7" y="4968"/>
                    </a:moveTo>
                    <a:cubicBezTo>
                      <a:pt x="30229" y="4968"/>
                      <a:pt x="37477" y="12216"/>
                      <a:pt x="37477" y="21158"/>
                    </a:cubicBezTo>
                    <a:lnTo>
                      <a:pt x="37477" y="21158"/>
                    </a:lnTo>
                    <a:cubicBezTo>
                      <a:pt x="37477" y="30100"/>
                      <a:pt x="30229" y="37348"/>
                      <a:pt x="21287" y="37348"/>
                    </a:cubicBezTo>
                    <a:cubicBezTo>
                      <a:pt x="12345" y="37348"/>
                      <a:pt x="5097" y="30100"/>
                      <a:pt x="5097" y="21158"/>
                    </a:cubicBezTo>
                    <a:cubicBezTo>
                      <a:pt x="5097" y="12216"/>
                      <a:pt x="12345" y="4968"/>
                      <a:pt x="21287" y="4968"/>
                    </a:cubicBezTo>
                    <a:close/>
                    <a:moveTo>
                      <a:pt x="21287" y="167"/>
                    </a:moveTo>
                    <a:cubicBezTo>
                      <a:pt x="9694" y="167"/>
                      <a:pt x="296" y="9565"/>
                      <a:pt x="296" y="21158"/>
                    </a:cubicBezTo>
                    <a:cubicBezTo>
                      <a:pt x="296" y="32751"/>
                      <a:pt x="9694" y="42149"/>
                      <a:pt x="21287" y="42149"/>
                    </a:cubicBezTo>
                    <a:cubicBezTo>
                      <a:pt x="32880" y="42149"/>
                      <a:pt x="42278" y="32751"/>
                      <a:pt x="42278" y="21158"/>
                    </a:cubicBezTo>
                    <a:lnTo>
                      <a:pt x="42278" y="21158"/>
                    </a:lnTo>
                    <a:cubicBezTo>
                      <a:pt x="42278" y="9565"/>
                      <a:pt x="32880" y="167"/>
                      <a:pt x="21287" y="167"/>
                    </a:cubicBezTo>
                    <a:close/>
                  </a:path>
                </a:pathLst>
              </a:custGeom>
              <a:solidFill>
                <a:srgbClr val="000000"/>
              </a:solidFill>
              <a:ln w="4794" cap="sq">
                <a:noFill/>
                <a:prstDash val="solid"/>
                <a:round/>
              </a:ln>
            </p:spPr>
            <p:txBody>
              <a:bodyPr rtlCol="0" anchor="ctr"/>
              <a:lstStyle/>
              <a:p>
                <a:endParaRPr lang="en-US"/>
              </a:p>
            </p:txBody>
          </p:sp>
          <p:sp>
            <p:nvSpPr>
              <p:cNvPr id="3072" name="Freeform: Shape 3071">
                <a:extLst>
                  <a:ext uri="{FF2B5EF4-FFF2-40B4-BE49-F238E27FC236}">
                    <a16:creationId xmlns:a16="http://schemas.microsoft.com/office/drawing/2014/main" id="{A6199A8D-D00C-A79A-EA70-E0F2C234145C}"/>
                  </a:ext>
                </a:extLst>
              </p:cNvPr>
              <p:cNvSpPr/>
              <p:nvPr/>
            </p:nvSpPr>
            <p:spPr>
              <a:xfrm>
                <a:off x="7663308" y="7952244"/>
                <a:ext cx="37180" cy="37180"/>
              </a:xfrm>
              <a:custGeom>
                <a:avLst/>
                <a:gdLst>
                  <a:gd name="connsiteX0" fmla="*/ 37436 w 37180"/>
                  <a:gd name="connsiteY0" fmla="*/ 18755 h 37180"/>
                  <a:gd name="connsiteX1" fmla="*/ 18845 w 37180"/>
                  <a:gd name="connsiteY1" fmla="*/ 37346 h 37180"/>
                  <a:gd name="connsiteX2" fmla="*/ 255 w 37180"/>
                  <a:gd name="connsiteY2" fmla="*/ 18755 h 37180"/>
                  <a:gd name="connsiteX3" fmla="*/ 18845 w 37180"/>
                  <a:gd name="connsiteY3" fmla="*/ 165 h 37180"/>
                  <a:gd name="connsiteX4" fmla="*/ 3743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6" y="18755"/>
                    </a:moveTo>
                    <a:cubicBezTo>
                      <a:pt x="37436" y="29022"/>
                      <a:pt x="29112" y="37346"/>
                      <a:pt x="18845" y="37346"/>
                    </a:cubicBezTo>
                    <a:cubicBezTo>
                      <a:pt x="8578" y="37346"/>
                      <a:pt x="255" y="29022"/>
                      <a:pt x="255" y="18755"/>
                    </a:cubicBezTo>
                    <a:cubicBezTo>
                      <a:pt x="255" y="8488"/>
                      <a:pt x="8578" y="165"/>
                      <a:pt x="18845" y="165"/>
                    </a:cubicBezTo>
                    <a:cubicBezTo>
                      <a:pt x="29112" y="165"/>
                      <a:pt x="37436" y="8488"/>
                      <a:pt x="37436" y="18755"/>
                    </a:cubicBezTo>
                    <a:close/>
                  </a:path>
                </a:pathLst>
              </a:custGeom>
              <a:solidFill>
                <a:srgbClr val="F7DBDB"/>
              </a:solidFill>
              <a:ln w="5753" cap="sq">
                <a:noFill/>
                <a:prstDash val="solid"/>
                <a:miter/>
              </a:ln>
            </p:spPr>
            <p:txBody>
              <a:bodyPr rtlCol="0" anchor="ctr"/>
              <a:lstStyle/>
              <a:p>
                <a:endParaRPr lang="en-US"/>
              </a:p>
            </p:txBody>
          </p:sp>
          <p:sp>
            <p:nvSpPr>
              <p:cNvPr id="3073" name="Freeform: Shape 3072">
                <a:extLst>
                  <a:ext uri="{FF2B5EF4-FFF2-40B4-BE49-F238E27FC236}">
                    <a16:creationId xmlns:a16="http://schemas.microsoft.com/office/drawing/2014/main" id="{E730F2A8-19EE-4038-3112-97BE235F56AE}"/>
                  </a:ext>
                </a:extLst>
              </p:cNvPr>
              <p:cNvSpPr/>
              <p:nvPr/>
            </p:nvSpPr>
            <p:spPr>
              <a:xfrm>
                <a:off x="7660908" y="7949844"/>
                <a:ext cx="41981" cy="41981"/>
              </a:xfrm>
              <a:custGeom>
                <a:avLst/>
                <a:gdLst>
                  <a:gd name="connsiteX0" fmla="*/ 21245 w 41981"/>
                  <a:gd name="connsiteY0" fmla="*/ 4965 h 41981"/>
                  <a:gd name="connsiteX1" fmla="*/ 37436 w 41981"/>
                  <a:gd name="connsiteY1" fmla="*/ 21155 h 41981"/>
                  <a:gd name="connsiteX2" fmla="*/ 37436 w 41981"/>
                  <a:gd name="connsiteY2" fmla="*/ 21155 h 41981"/>
                  <a:gd name="connsiteX3" fmla="*/ 21245 w 41981"/>
                  <a:gd name="connsiteY3" fmla="*/ 37346 h 41981"/>
                  <a:gd name="connsiteX4" fmla="*/ 5055 w 41981"/>
                  <a:gd name="connsiteY4" fmla="*/ 21155 h 41981"/>
                  <a:gd name="connsiteX5" fmla="*/ 21245 w 41981"/>
                  <a:gd name="connsiteY5" fmla="*/ 4965 h 41981"/>
                  <a:gd name="connsiteX6" fmla="*/ 21245 w 41981"/>
                  <a:gd name="connsiteY6" fmla="*/ 165 h 41981"/>
                  <a:gd name="connsiteX7" fmla="*/ 255 w 41981"/>
                  <a:gd name="connsiteY7" fmla="*/ 21155 h 41981"/>
                  <a:gd name="connsiteX8" fmla="*/ 21245 w 41981"/>
                  <a:gd name="connsiteY8" fmla="*/ 42146 h 41981"/>
                  <a:gd name="connsiteX9" fmla="*/ 42236 w 41981"/>
                  <a:gd name="connsiteY9" fmla="*/ 21155 h 41981"/>
                  <a:gd name="connsiteX10" fmla="*/ 42236 w 41981"/>
                  <a:gd name="connsiteY10" fmla="*/ 21155 h 41981"/>
                  <a:gd name="connsiteX11" fmla="*/ 21245 w 41981"/>
                  <a:gd name="connsiteY11" fmla="*/ 16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65"/>
                    </a:moveTo>
                    <a:cubicBezTo>
                      <a:pt x="30187" y="4965"/>
                      <a:pt x="37436" y="12214"/>
                      <a:pt x="37436" y="21155"/>
                    </a:cubicBezTo>
                    <a:lnTo>
                      <a:pt x="37436" y="21155"/>
                    </a:lnTo>
                    <a:cubicBezTo>
                      <a:pt x="37436" y="30097"/>
                      <a:pt x="30187" y="37346"/>
                      <a:pt x="21245" y="37346"/>
                    </a:cubicBezTo>
                    <a:cubicBezTo>
                      <a:pt x="12304" y="37346"/>
                      <a:pt x="5055" y="30097"/>
                      <a:pt x="5055" y="21155"/>
                    </a:cubicBezTo>
                    <a:cubicBezTo>
                      <a:pt x="5055" y="12214"/>
                      <a:pt x="12304" y="4965"/>
                      <a:pt x="21245" y="4965"/>
                    </a:cubicBezTo>
                    <a:close/>
                    <a:moveTo>
                      <a:pt x="21245" y="165"/>
                    </a:moveTo>
                    <a:cubicBezTo>
                      <a:pt x="9653" y="165"/>
                      <a:pt x="255" y="9563"/>
                      <a:pt x="255" y="21155"/>
                    </a:cubicBezTo>
                    <a:cubicBezTo>
                      <a:pt x="255" y="32748"/>
                      <a:pt x="9653" y="42146"/>
                      <a:pt x="21245" y="42146"/>
                    </a:cubicBezTo>
                    <a:cubicBezTo>
                      <a:pt x="32838" y="42146"/>
                      <a:pt x="42236" y="32748"/>
                      <a:pt x="42236" y="21155"/>
                    </a:cubicBezTo>
                    <a:lnTo>
                      <a:pt x="42236" y="21155"/>
                    </a:lnTo>
                    <a:cubicBezTo>
                      <a:pt x="42236" y="9563"/>
                      <a:pt x="32838" y="165"/>
                      <a:pt x="21245" y="165"/>
                    </a:cubicBezTo>
                    <a:close/>
                  </a:path>
                </a:pathLst>
              </a:custGeom>
              <a:solidFill>
                <a:srgbClr val="000000"/>
              </a:solidFill>
              <a:ln w="4794" cap="sq">
                <a:noFill/>
                <a:prstDash val="solid"/>
                <a:round/>
              </a:ln>
            </p:spPr>
            <p:txBody>
              <a:bodyPr rtlCol="0" anchor="ctr"/>
              <a:lstStyle/>
              <a:p>
                <a:endParaRPr lang="en-US"/>
              </a:p>
            </p:txBody>
          </p:sp>
          <p:sp>
            <p:nvSpPr>
              <p:cNvPr id="3074" name="Freeform: Shape 3073">
                <a:extLst>
                  <a:ext uri="{FF2B5EF4-FFF2-40B4-BE49-F238E27FC236}">
                    <a16:creationId xmlns:a16="http://schemas.microsoft.com/office/drawing/2014/main" id="{35C11B25-02FB-3AAC-140F-2B900534DCD6}"/>
                  </a:ext>
                </a:extLst>
              </p:cNvPr>
              <p:cNvSpPr/>
              <p:nvPr/>
            </p:nvSpPr>
            <p:spPr>
              <a:xfrm>
                <a:off x="7898540" y="7949704"/>
                <a:ext cx="37180" cy="37180"/>
              </a:xfrm>
              <a:custGeom>
                <a:avLst/>
                <a:gdLst>
                  <a:gd name="connsiteX0" fmla="*/ 37476 w 37180"/>
                  <a:gd name="connsiteY0" fmla="*/ 18755 h 37180"/>
                  <a:gd name="connsiteX1" fmla="*/ 18886 w 37180"/>
                  <a:gd name="connsiteY1" fmla="*/ 37345 h 37180"/>
                  <a:gd name="connsiteX2" fmla="*/ 296 w 37180"/>
                  <a:gd name="connsiteY2" fmla="*/ 18755 h 37180"/>
                  <a:gd name="connsiteX3" fmla="*/ 18886 w 37180"/>
                  <a:gd name="connsiteY3" fmla="*/ 164 h 37180"/>
                  <a:gd name="connsiteX4" fmla="*/ 3747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55"/>
                    </a:moveTo>
                    <a:cubicBezTo>
                      <a:pt x="37476" y="29022"/>
                      <a:pt x="29153" y="37345"/>
                      <a:pt x="18886" y="37345"/>
                    </a:cubicBezTo>
                    <a:cubicBezTo>
                      <a:pt x="8619" y="37345"/>
                      <a:pt x="296" y="29022"/>
                      <a:pt x="296" y="18755"/>
                    </a:cubicBezTo>
                    <a:cubicBezTo>
                      <a:pt x="296" y="8488"/>
                      <a:pt x="8619" y="164"/>
                      <a:pt x="18886" y="164"/>
                    </a:cubicBezTo>
                    <a:cubicBezTo>
                      <a:pt x="29153" y="164"/>
                      <a:pt x="37476" y="8488"/>
                      <a:pt x="37476" y="18755"/>
                    </a:cubicBezTo>
                    <a:close/>
                  </a:path>
                </a:pathLst>
              </a:custGeom>
              <a:solidFill>
                <a:srgbClr val="D6F7D6"/>
              </a:solidFill>
              <a:ln w="5753" cap="sq">
                <a:noFill/>
                <a:prstDash val="solid"/>
                <a:miter/>
              </a:ln>
            </p:spPr>
            <p:txBody>
              <a:bodyPr rtlCol="0" anchor="ctr"/>
              <a:lstStyle/>
              <a:p>
                <a:endParaRPr lang="en-US"/>
              </a:p>
            </p:txBody>
          </p:sp>
          <p:sp>
            <p:nvSpPr>
              <p:cNvPr id="3075" name="Freeform: Shape 3074">
                <a:extLst>
                  <a:ext uri="{FF2B5EF4-FFF2-40B4-BE49-F238E27FC236}">
                    <a16:creationId xmlns:a16="http://schemas.microsoft.com/office/drawing/2014/main" id="{36394925-8C61-8362-5506-04D817D54471}"/>
                  </a:ext>
                </a:extLst>
              </p:cNvPr>
              <p:cNvSpPr/>
              <p:nvPr/>
            </p:nvSpPr>
            <p:spPr>
              <a:xfrm>
                <a:off x="7896140" y="7947304"/>
                <a:ext cx="41981" cy="41981"/>
              </a:xfrm>
              <a:custGeom>
                <a:avLst/>
                <a:gdLst>
                  <a:gd name="connsiteX0" fmla="*/ 21286 w 41981"/>
                  <a:gd name="connsiteY0" fmla="*/ 4965 h 41981"/>
                  <a:gd name="connsiteX1" fmla="*/ 37476 w 41981"/>
                  <a:gd name="connsiteY1" fmla="*/ 21155 h 41981"/>
                  <a:gd name="connsiteX2" fmla="*/ 37476 w 41981"/>
                  <a:gd name="connsiteY2" fmla="*/ 21155 h 41981"/>
                  <a:gd name="connsiteX3" fmla="*/ 21286 w 41981"/>
                  <a:gd name="connsiteY3" fmla="*/ 37345 h 41981"/>
                  <a:gd name="connsiteX4" fmla="*/ 5096 w 41981"/>
                  <a:gd name="connsiteY4" fmla="*/ 21155 h 41981"/>
                  <a:gd name="connsiteX5" fmla="*/ 21286 w 41981"/>
                  <a:gd name="connsiteY5" fmla="*/ 4965 h 41981"/>
                  <a:gd name="connsiteX6" fmla="*/ 21286 w 41981"/>
                  <a:gd name="connsiteY6" fmla="*/ 164 h 41981"/>
                  <a:gd name="connsiteX7" fmla="*/ 296 w 41981"/>
                  <a:gd name="connsiteY7" fmla="*/ 21155 h 41981"/>
                  <a:gd name="connsiteX8" fmla="*/ 21286 w 41981"/>
                  <a:gd name="connsiteY8" fmla="*/ 42146 h 41981"/>
                  <a:gd name="connsiteX9" fmla="*/ 42277 w 41981"/>
                  <a:gd name="connsiteY9" fmla="*/ 21155 h 41981"/>
                  <a:gd name="connsiteX10" fmla="*/ 42277 w 41981"/>
                  <a:gd name="connsiteY10" fmla="*/ 21155 h 41981"/>
                  <a:gd name="connsiteX11" fmla="*/ 21286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65"/>
                    </a:moveTo>
                    <a:cubicBezTo>
                      <a:pt x="30228" y="4965"/>
                      <a:pt x="37476" y="12213"/>
                      <a:pt x="37476" y="21155"/>
                    </a:cubicBezTo>
                    <a:lnTo>
                      <a:pt x="37476" y="21155"/>
                    </a:lnTo>
                    <a:cubicBezTo>
                      <a:pt x="37476" y="30097"/>
                      <a:pt x="30228" y="37345"/>
                      <a:pt x="21286" y="37345"/>
                    </a:cubicBezTo>
                    <a:cubicBezTo>
                      <a:pt x="12344" y="37345"/>
                      <a:pt x="5096" y="30097"/>
                      <a:pt x="5096" y="21155"/>
                    </a:cubicBezTo>
                    <a:cubicBezTo>
                      <a:pt x="5096" y="12213"/>
                      <a:pt x="12344" y="4965"/>
                      <a:pt x="21286" y="4965"/>
                    </a:cubicBezTo>
                    <a:close/>
                    <a:moveTo>
                      <a:pt x="21286" y="164"/>
                    </a:moveTo>
                    <a:cubicBezTo>
                      <a:pt x="9694" y="164"/>
                      <a:pt x="296" y="9562"/>
                      <a:pt x="296" y="21155"/>
                    </a:cubicBezTo>
                    <a:cubicBezTo>
                      <a:pt x="296" y="32748"/>
                      <a:pt x="9694" y="42146"/>
                      <a:pt x="21286" y="42146"/>
                    </a:cubicBezTo>
                    <a:cubicBezTo>
                      <a:pt x="32879" y="42146"/>
                      <a:pt x="42277" y="32748"/>
                      <a:pt x="42277" y="21155"/>
                    </a:cubicBezTo>
                    <a:lnTo>
                      <a:pt x="42277" y="21155"/>
                    </a:lnTo>
                    <a:cubicBezTo>
                      <a:pt x="42277" y="9562"/>
                      <a:pt x="32879" y="164"/>
                      <a:pt x="21286" y="164"/>
                    </a:cubicBezTo>
                    <a:close/>
                  </a:path>
                </a:pathLst>
              </a:custGeom>
              <a:solidFill>
                <a:srgbClr val="000000"/>
              </a:solidFill>
              <a:ln w="4794" cap="sq">
                <a:noFill/>
                <a:prstDash val="solid"/>
                <a:round/>
              </a:ln>
            </p:spPr>
            <p:txBody>
              <a:bodyPr rtlCol="0" anchor="ctr"/>
              <a:lstStyle/>
              <a:p>
                <a:endParaRPr lang="en-US"/>
              </a:p>
            </p:txBody>
          </p:sp>
          <p:sp>
            <p:nvSpPr>
              <p:cNvPr id="3076" name="Freeform: Shape 3075">
                <a:extLst>
                  <a:ext uri="{FF2B5EF4-FFF2-40B4-BE49-F238E27FC236}">
                    <a16:creationId xmlns:a16="http://schemas.microsoft.com/office/drawing/2014/main" id="{904371C0-C709-844E-1B2A-FEB14867424B}"/>
                  </a:ext>
                </a:extLst>
              </p:cNvPr>
              <p:cNvSpPr/>
              <p:nvPr/>
            </p:nvSpPr>
            <p:spPr>
              <a:xfrm>
                <a:off x="7781895" y="8050326"/>
                <a:ext cx="37180" cy="37180"/>
              </a:xfrm>
              <a:custGeom>
                <a:avLst/>
                <a:gdLst>
                  <a:gd name="connsiteX0" fmla="*/ 37456 w 37180"/>
                  <a:gd name="connsiteY0" fmla="*/ 18772 h 37180"/>
                  <a:gd name="connsiteX1" fmla="*/ 18866 w 37180"/>
                  <a:gd name="connsiteY1" fmla="*/ 37363 h 37180"/>
                  <a:gd name="connsiteX2" fmla="*/ 275 w 37180"/>
                  <a:gd name="connsiteY2" fmla="*/ 18772 h 37180"/>
                  <a:gd name="connsiteX3" fmla="*/ 18866 w 37180"/>
                  <a:gd name="connsiteY3" fmla="*/ 182 h 37180"/>
                  <a:gd name="connsiteX4" fmla="*/ 37456 w 37180"/>
                  <a:gd name="connsiteY4" fmla="*/ 1877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72"/>
                    </a:moveTo>
                    <a:cubicBezTo>
                      <a:pt x="37456" y="29039"/>
                      <a:pt x="29133" y="37363"/>
                      <a:pt x="18866" y="37363"/>
                    </a:cubicBezTo>
                    <a:cubicBezTo>
                      <a:pt x="8599" y="37363"/>
                      <a:pt x="275" y="29039"/>
                      <a:pt x="275" y="18772"/>
                    </a:cubicBezTo>
                    <a:cubicBezTo>
                      <a:pt x="275" y="8505"/>
                      <a:pt x="8599" y="182"/>
                      <a:pt x="18866" y="182"/>
                    </a:cubicBezTo>
                    <a:cubicBezTo>
                      <a:pt x="29133" y="182"/>
                      <a:pt x="37456" y="8505"/>
                      <a:pt x="37456" y="18772"/>
                    </a:cubicBezTo>
                    <a:close/>
                  </a:path>
                </a:pathLst>
              </a:custGeom>
              <a:solidFill>
                <a:srgbClr val="F7F6F6"/>
              </a:solidFill>
              <a:ln w="5753" cap="sq">
                <a:noFill/>
                <a:prstDash val="solid"/>
                <a:miter/>
              </a:ln>
            </p:spPr>
            <p:txBody>
              <a:bodyPr rtlCol="0" anchor="ctr"/>
              <a:lstStyle/>
              <a:p>
                <a:endParaRPr lang="en-US"/>
              </a:p>
            </p:txBody>
          </p:sp>
          <p:sp>
            <p:nvSpPr>
              <p:cNvPr id="3077" name="Freeform: Shape 3076">
                <a:extLst>
                  <a:ext uri="{FF2B5EF4-FFF2-40B4-BE49-F238E27FC236}">
                    <a16:creationId xmlns:a16="http://schemas.microsoft.com/office/drawing/2014/main" id="{6629F900-54DC-8C70-E5AD-B72E68951A8C}"/>
                  </a:ext>
                </a:extLst>
              </p:cNvPr>
              <p:cNvSpPr/>
              <p:nvPr/>
            </p:nvSpPr>
            <p:spPr>
              <a:xfrm>
                <a:off x="7779494" y="8047925"/>
                <a:ext cx="41981" cy="41981"/>
              </a:xfrm>
              <a:custGeom>
                <a:avLst/>
                <a:gdLst>
                  <a:gd name="connsiteX0" fmla="*/ 21266 w 41981"/>
                  <a:gd name="connsiteY0" fmla="*/ 4982 h 41981"/>
                  <a:gd name="connsiteX1" fmla="*/ 37456 w 41981"/>
                  <a:gd name="connsiteY1" fmla="*/ 21172 h 41981"/>
                  <a:gd name="connsiteX2" fmla="*/ 37456 w 41981"/>
                  <a:gd name="connsiteY2" fmla="*/ 21172 h 41981"/>
                  <a:gd name="connsiteX3" fmla="*/ 21266 w 41981"/>
                  <a:gd name="connsiteY3" fmla="*/ 37363 h 41981"/>
                  <a:gd name="connsiteX4" fmla="*/ 5076 w 41981"/>
                  <a:gd name="connsiteY4" fmla="*/ 21172 h 41981"/>
                  <a:gd name="connsiteX5" fmla="*/ 21266 w 41981"/>
                  <a:gd name="connsiteY5" fmla="*/ 4982 h 41981"/>
                  <a:gd name="connsiteX6" fmla="*/ 21266 w 41981"/>
                  <a:gd name="connsiteY6" fmla="*/ 182 h 41981"/>
                  <a:gd name="connsiteX7" fmla="*/ 275 w 41981"/>
                  <a:gd name="connsiteY7" fmla="*/ 21172 h 41981"/>
                  <a:gd name="connsiteX8" fmla="*/ 21266 w 41981"/>
                  <a:gd name="connsiteY8" fmla="*/ 42163 h 41981"/>
                  <a:gd name="connsiteX9" fmla="*/ 42257 w 41981"/>
                  <a:gd name="connsiteY9" fmla="*/ 21172 h 41981"/>
                  <a:gd name="connsiteX10" fmla="*/ 42257 w 41981"/>
                  <a:gd name="connsiteY10" fmla="*/ 21172 h 41981"/>
                  <a:gd name="connsiteX11" fmla="*/ 21266 w 41981"/>
                  <a:gd name="connsiteY11" fmla="*/ 18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82"/>
                    </a:moveTo>
                    <a:cubicBezTo>
                      <a:pt x="30208" y="4982"/>
                      <a:pt x="37456" y="12231"/>
                      <a:pt x="37456" y="21172"/>
                    </a:cubicBezTo>
                    <a:lnTo>
                      <a:pt x="37456" y="21172"/>
                    </a:lnTo>
                    <a:cubicBezTo>
                      <a:pt x="37456" y="30114"/>
                      <a:pt x="30208" y="37363"/>
                      <a:pt x="21266" y="37363"/>
                    </a:cubicBezTo>
                    <a:cubicBezTo>
                      <a:pt x="12324" y="37363"/>
                      <a:pt x="5076" y="30114"/>
                      <a:pt x="5076" y="21172"/>
                    </a:cubicBezTo>
                    <a:cubicBezTo>
                      <a:pt x="5076" y="12231"/>
                      <a:pt x="12324" y="4982"/>
                      <a:pt x="21266" y="4982"/>
                    </a:cubicBezTo>
                    <a:close/>
                    <a:moveTo>
                      <a:pt x="21266" y="182"/>
                    </a:moveTo>
                    <a:cubicBezTo>
                      <a:pt x="9673" y="182"/>
                      <a:pt x="275" y="9580"/>
                      <a:pt x="275" y="21172"/>
                    </a:cubicBezTo>
                    <a:cubicBezTo>
                      <a:pt x="275" y="32765"/>
                      <a:pt x="9673" y="42163"/>
                      <a:pt x="21266" y="42163"/>
                    </a:cubicBezTo>
                    <a:cubicBezTo>
                      <a:pt x="32859" y="42163"/>
                      <a:pt x="42257" y="32765"/>
                      <a:pt x="42257" y="21172"/>
                    </a:cubicBezTo>
                    <a:lnTo>
                      <a:pt x="42257" y="21172"/>
                    </a:lnTo>
                    <a:cubicBezTo>
                      <a:pt x="42257" y="9580"/>
                      <a:pt x="32859" y="182"/>
                      <a:pt x="21266" y="182"/>
                    </a:cubicBezTo>
                    <a:close/>
                  </a:path>
                </a:pathLst>
              </a:custGeom>
              <a:solidFill>
                <a:srgbClr val="000000"/>
              </a:solidFill>
              <a:ln w="4794" cap="sq">
                <a:noFill/>
                <a:prstDash val="solid"/>
                <a:round/>
              </a:ln>
            </p:spPr>
            <p:txBody>
              <a:bodyPr rtlCol="0" anchor="ctr"/>
              <a:lstStyle/>
              <a:p>
                <a:endParaRPr lang="en-US"/>
              </a:p>
            </p:txBody>
          </p:sp>
          <p:sp>
            <p:nvSpPr>
              <p:cNvPr id="3078" name="Freeform: Shape 3077">
                <a:extLst>
                  <a:ext uri="{FF2B5EF4-FFF2-40B4-BE49-F238E27FC236}">
                    <a16:creationId xmlns:a16="http://schemas.microsoft.com/office/drawing/2014/main" id="{F7412911-B2E7-8568-1300-47914E0E6CDD}"/>
                  </a:ext>
                </a:extLst>
              </p:cNvPr>
              <p:cNvSpPr/>
              <p:nvPr/>
            </p:nvSpPr>
            <p:spPr>
              <a:xfrm>
                <a:off x="7949177" y="7788511"/>
                <a:ext cx="37180" cy="37180"/>
              </a:xfrm>
              <a:custGeom>
                <a:avLst/>
                <a:gdLst>
                  <a:gd name="connsiteX0" fmla="*/ 37485 w 37180"/>
                  <a:gd name="connsiteY0" fmla="*/ 18727 h 37180"/>
                  <a:gd name="connsiteX1" fmla="*/ 18895 w 37180"/>
                  <a:gd name="connsiteY1" fmla="*/ 37317 h 37180"/>
                  <a:gd name="connsiteX2" fmla="*/ 304 w 37180"/>
                  <a:gd name="connsiteY2" fmla="*/ 18727 h 37180"/>
                  <a:gd name="connsiteX3" fmla="*/ 18895 w 37180"/>
                  <a:gd name="connsiteY3" fmla="*/ 136 h 37180"/>
                  <a:gd name="connsiteX4" fmla="*/ 37485 w 37180"/>
                  <a:gd name="connsiteY4" fmla="*/ 1872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5" y="18727"/>
                    </a:moveTo>
                    <a:cubicBezTo>
                      <a:pt x="37485" y="28994"/>
                      <a:pt x="29162" y="37317"/>
                      <a:pt x="18895" y="37317"/>
                    </a:cubicBezTo>
                    <a:cubicBezTo>
                      <a:pt x="8628" y="37317"/>
                      <a:pt x="304" y="28994"/>
                      <a:pt x="304" y="18727"/>
                    </a:cubicBezTo>
                    <a:cubicBezTo>
                      <a:pt x="304" y="8460"/>
                      <a:pt x="8628" y="136"/>
                      <a:pt x="18895" y="136"/>
                    </a:cubicBezTo>
                    <a:cubicBezTo>
                      <a:pt x="29162" y="136"/>
                      <a:pt x="37485" y="8460"/>
                      <a:pt x="37485" y="18727"/>
                    </a:cubicBezTo>
                    <a:close/>
                  </a:path>
                </a:pathLst>
              </a:custGeom>
              <a:solidFill>
                <a:srgbClr val="A5F7A5"/>
              </a:solidFill>
              <a:ln w="5753" cap="sq">
                <a:noFill/>
                <a:prstDash val="solid"/>
                <a:miter/>
              </a:ln>
            </p:spPr>
            <p:txBody>
              <a:bodyPr rtlCol="0" anchor="ctr"/>
              <a:lstStyle/>
              <a:p>
                <a:endParaRPr lang="en-US"/>
              </a:p>
            </p:txBody>
          </p:sp>
          <p:sp>
            <p:nvSpPr>
              <p:cNvPr id="3079" name="Freeform: Shape 3078">
                <a:extLst>
                  <a:ext uri="{FF2B5EF4-FFF2-40B4-BE49-F238E27FC236}">
                    <a16:creationId xmlns:a16="http://schemas.microsoft.com/office/drawing/2014/main" id="{C480C0FC-8A34-FA35-0244-CD5FB4AD958D}"/>
                  </a:ext>
                </a:extLst>
              </p:cNvPr>
              <p:cNvSpPr/>
              <p:nvPr/>
            </p:nvSpPr>
            <p:spPr>
              <a:xfrm>
                <a:off x="7946776" y="7786110"/>
                <a:ext cx="41981" cy="41981"/>
              </a:xfrm>
              <a:custGeom>
                <a:avLst/>
                <a:gdLst>
                  <a:gd name="connsiteX0" fmla="*/ 21295 w 41981"/>
                  <a:gd name="connsiteY0" fmla="*/ 4937 h 41981"/>
                  <a:gd name="connsiteX1" fmla="*/ 37485 w 41981"/>
                  <a:gd name="connsiteY1" fmla="*/ 21127 h 41981"/>
                  <a:gd name="connsiteX2" fmla="*/ 37485 w 41981"/>
                  <a:gd name="connsiteY2" fmla="*/ 21127 h 41981"/>
                  <a:gd name="connsiteX3" fmla="*/ 21295 w 41981"/>
                  <a:gd name="connsiteY3" fmla="*/ 37317 h 41981"/>
                  <a:gd name="connsiteX4" fmla="*/ 5105 w 41981"/>
                  <a:gd name="connsiteY4" fmla="*/ 21127 h 41981"/>
                  <a:gd name="connsiteX5" fmla="*/ 21295 w 41981"/>
                  <a:gd name="connsiteY5" fmla="*/ 4937 h 41981"/>
                  <a:gd name="connsiteX6" fmla="*/ 21295 w 41981"/>
                  <a:gd name="connsiteY6" fmla="*/ 136 h 41981"/>
                  <a:gd name="connsiteX7" fmla="*/ 304 w 41981"/>
                  <a:gd name="connsiteY7" fmla="*/ 21127 h 41981"/>
                  <a:gd name="connsiteX8" fmla="*/ 21295 w 41981"/>
                  <a:gd name="connsiteY8" fmla="*/ 42118 h 41981"/>
                  <a:gd name="connsiteX9" fmla="*/ 42286 w 41981"/>
                  <a:gd name="connsiteY9" fmla="*/ 21127 h 41981"/>
                  <a:gd name="connsiteX10" fmla="*/ 42286 w 41981"/>
                  <a:gd name="connsiteY10" fmla="*/ 21127 h 41981"/>
                  <a:gd name="connsiteX11" fmla="*/ 21295 w 41981"/>
                  <a:gd name="connsiteY11" fmla="*/ 13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5" y="4937"/>
                    </a:moveTo>
                    <a:cubicBezTo>
                      <a:pt x="30237" y="4937"/>
                      <a:pt x="37485" y="12185"/>
                      <a:pt x="37485" y="21127"/>
                    </a:cubicBezTo>
                    <a:lnTo>
                      <a:pt x="37485" y="21127"/>
                    </a:lnTo>
                    <a:cubicBezTo>
                      <a:pt x="37485" y="30069"/>
                      <a:pt x="30237" y="37317"/>
                      <a:pt x="21295" y="37317"/>
                    </a:cubicBezTo>
                    <a:cubicBezTo>
                      <a:pt x="12353" y="37317"/>
                      <a:pt x="5105" y="30069"/>
                      <a:pt x="5105" y="21127"/>
                    </a:cubicBezTo>
                    <a:cubicBezTo>
                      <a:pt x="5105" y="12185"/>
                      <a:pt x="12353" y="4937"/>
                      <a:pt x="21295" y="4937"/>
                    </a:cubicBezTo>
                    <a:close/>
                    <a:moveTo>
                      <a:pt x="21295" y="136"/>
                    </a:moveTo>
                    <a:cubicBezTo>
                      <a:pt x="9702" y="136"/>
                      <a:pt x="304" y="9534"/>
                      <a:pt x="304" y="21127"/>
                    </a:cubicBezTo>
                    <a:cubicBezTo>
                      <a:pt x="304" y="32720"/>
                      <a:pt x="9702" y="42118"/>
                      <a:pt x="21295" y="42118"/>
                    </a:cubicBezTo>
                    <a:cubicBezTo>
                      <a:pt x="32888" y="42118"/>
                      <a:pt x="42286" y="32720"/>
                      <a:pt x="42286" y="21127"/>
                    </a:cubicBezTo>
                    <a:lnTo>
                      <a:pt x="42286" y="21127"/>
                    </a:lnTo>
                    <a:cubicBezTo>
                      <a:pt x="42286" y="9534"/>
                      <a:pt x="32888" y="136"/>
                      <a:pt x="21295" y="136"/>
                    </a:cubicBezTo>
                    <a:close/>
                  </a:path>
                </a:pathLst>
              </a:custGeom>
              <a:solidFill>
                <a:srgbClr val="000000"/>
              </a:solidFill>
              <a:ln w="4794" cap="sq">
                <a:noFill/>
                <a:prstDash val="solid"/>
                <a:round/>
              </a:ln>
            </p:spPr>
            <p:txBody>
              <a:bodyPr rtlCol="0" anchor="ctr"/>
              <a:lstStyle/>
              <a:p>
                <a:endParaRPr lang="en-US"/>
              </a:p>
            </p:txBody>
          </p:sp>
          <p:sp>
            <p:nvSpPr>
              <p:cNvPr id="3080" name="Freeform: Shape 3079">
                <a:extLst>
                  <a:ext uri="{FF2B5EF4-FFF2-40B4-BE49-F238E27FC236}">
                    <a16:creationId xmlns:a16="http://schemas.microsoft.com/office/drawing/2014/main" id="{7F43AC41-05EE-0E69-4B6B-A345E37CECA6}"/>
                  </a:ext>
                </a:extLst>
              </p:cNvPr>
              <p:cNvSpPr/>
              <p:nvPr/>
            </p:nvSpPr>
            <p:spPr>
              <a:xfrm>
                <a:off x="7575387" y="7907420"/>
                <a:ext cx="37180" cy="37180"/>
              </a:xfrm>
              <a:custGeom>
                <a:avLst/>
                <a:gdLst>
                  <a:gd name="connsiteX0" fmla="*/ 37420 w 37180"/>
                  <a:gd name="connsiteY0" fmla="*/ 18747 h 37180"/>
                  <a:gd name="connsiteX1" fmla="*/ 18830 w 37180"/>
                  <a:gd name="connsiteY1" fmla="*/ 37338 h 37180"/>
                  <a:gd name="connsiteX2" fmla="*/ 240 w 37180"/>
                  <a:gd name="connsiteY2" fmla="*/ 18747 h 37180"/>
                  <a:gd name="connsiteX3" fmla="*/ 18830 w 37180"/>
                  <a:gd name="connsiteY3" fmla="*/ 157 h 37180"/>
                  <a:gd name="connsiteX4" fmla="*/ 37420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47"/>
                    </a:moveTo>
                    <a:cubicBezTo>
                      <a:pt x="37420" y="29015"/>
                      <a:pt x="29097" y="37338"/>
                      <a:pt x="18830" y="37338"/>
                    </a:cubicBezTo>
                    <a:cubicBezTo>
                      <a:pt x="8563" y="37338"/>
                      <a:pt x="240" y="29015"/>
                      <a:pt x="240" y="18747"/>
                    </a:cubicBezTo>
                    <a:cubicBezTo>
                      <a:pt x="240" y="8480"/>
                      <a:pt x="8563" y="157"/>
                      <a:pt x="18830" y="157"/>
                    </a:cubicBezTo>
                    <a:cubicBezTo>
                      <a:pt x="29097" y="157"/>
                      <a:pt x="37420" y="8480"/>
                      <a:pt x="37420" y="18747"/>
                    </a:cubicBezTo>
                    <a:close/>
                  </a:path>
                </a:pathLst>
              </a:custGeom>
              <a:solidFill>
                <a:srgbClr val="F4F7F4"/>
              </a:solidFill>
              <a:ln w="5753" cap="sq">
                <a:noFill/>
                <a:prstDash val="solid"/>
                <a:miter/>
              </a:ln>
            </p:spPr>
            <p:txBody>
              <a:bodyPr rtlCol="0" anchor="ctr"/>
              <a:lstStyle/>
              <a:p>
                <a:endParaRPr lang="en-US"/>
              </a:p>
            </p:txBody>
          </p:sp>
          <p:sp>
            <p:nvSpPr>
              <p:cNvPr id="3081" name="Freeform: Shape 3080">
                <a:extLst>
                  <a:ext uri="{FF2B5EF4-FFF2-40B4-BE49-F238E27FC236}">
                    <a16:creationId xmlns:a16="http://schemas.microsoft.com/office/drawing/2014/main" id="{23A43325-9C68-7835-59C5-7FC43F6BCE6E}"/>
                  </a:ext>
                </a:extLst>
              </p:cNvPr>
              <p:cNvSpPr/>
              <p:nvPr/>
            </p:nvSpPr>
            <p:spPr>
              <a:xfrm>
                <a:off x="7572987" y="7905020"/>
                <a:ext cx="41981" cy="41981"/>
              </a:xfrm>
              <a:custGeom>
                <a:avLst/>
                <a:gdLst>
                  <a:gd name="connsiteX0" fmla="*/ 21230 w 41981"/>
                  <a:gd name="connsiteY0" fmla="*/ 4957 h 41981"/>
                  <a:gd name="connsiteX1" fmla="*/ 37420 w 41981"/>
                  <a:gd name="connsiteY1" fmla="*/ 21148 h 41981"/>
                  <a:gd name="connsiteX2" fmla="*/ 37420 w 41981"/>
                  <a:gd name="connsiteY2" fmla="*/ 21148 h 41981"/>
                  <a:gd name="connsiteX3" fmla="*/ 21230 w 41981"/>
                  <a:gd name="connsiteY3" fmla="*/ 37338 h 41981"/>
                  <a:gd name="connsiteX4" fmla="*/ 5040 w 41981"/>
                  <a:gd name="connsiteY4" fmla="*/ 21148 h 41981"/>
                  <a:gd name="connsiteX5" fmla="*/ 21230 w 41981"/>
                  <a:gd name="connsiteY5" fmla="*/ 4957 h 41981"/>
                  <a:gd name="connsiteX6" fmla="*/ 21230 w 41981"/>
                  <a:gd name="connsiteY6" fmla="*/ 157 h 41981"/>
                  <a:gd name="connsiteX7" fmla="*/ 240 w 41981"/>
                  <a:gd name="connsiteY7" fmla="*/ 21148 h 41981"/>
                  <a:gd name="connsiteX8" fmla="*/ 21230 w 41981"/>
                  <a:gd name="connsiteY8" fmla="*/ 42138 h 41981"/>
                  <a:gd name="connsiteX9" fmla="*/ 42221 w 41981"/>
                  <a:gd name="connsiteY9" fmla="*/ 21148 h 41981"/>
                  <a:gd name="connsiteX10" fmla="*/ 42221 w 41981"/>
                  <a:gd name="connsiteY10" fmla="*/ 21148 h 41981"/>
                  <a:gd name="connsiteX11" fmla="*/ 21230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57"/>
                    </a:moveTo>
                    <a:cubicBezTo>
                      <a:pt x="30172" y="4957"/>
                      <a:pt x="37420" y="12206"/>
                      <a:pt x="37420" y="21148"/>
                    </a:cubicBezTo>
                    <a:lnTo>
                      <a:pt x="37420" y="21148"/>
                    </a:lnTo>
                    <a:cubicBezTo>
                      <a:pt x="37420" y="30089"/>
                      <a:pt x="30172" y="37338"/>
                      <a:pt x="21230" y="37338"/>
                    </a:cubicBezTo>
                    <a:cubicBezTo>
                      <a:pt x="12288" y="37338"/>
                      <a:pt x="5040" y="30089"/>
                      <a:pt x="5040" y="21148"/>
                    </a:cubicBezTo>
                    <a:cubicBezTo>
                      <a:pt x="5040" y="12206"/>
                      <a:pt x="12288" y="4957"/>
                      <a:pt x="21230" y="4957"/>
                    </a:cubicBezTo>
                    <a:close/>
                    <a:moveTo>
                      <a:pt x="21230" y="157"/>
                    </a:moveTo>
                    <a:cubicBezTo>
                      <a:pt x="9638" y="157"/>
                      <a:pt x="240" y="9555"/>
                      <a:pt x="240" y="21148"/>
                    </a:cubicBezTo>
                    <a:cubicBezTo>
                      <a:pt x="240" y="32740"/>
                      <a:pt x="9638" y="42138"/>
                      <a:pt x="21230" y="42138"/>
                    </a:cubicBezTo>
                    <a:cubicBezTo>
                      <a:pt x="32823" y="42138"/>
                      <a:pt x="42221" y="32740"/>
                      <a:pt x="42221" y="21148"/>
                    </a:cubicBezTo>
                    <a:lnTo>
                      <a:pt x="42221" y="21148"/>
                    </a:lnTo>
                    <a:cubicBezTo>
                      <a:pt x="42221" y="9555"/>
                      <a:pt x="32823" y="157"/>
                      <a:pt x="21230" y="157"/>
                    </a:cubicBezTo>
                    <a:close/>
                  </a:path>
                </a:pathLst>
              </a:custGeom>
              <a:solidFill>
                <a:srgbClr val="000000"/>
              </a:solidFill>
              <a:ln w="4794" cap="sq">
                <a:noFill/>
                <a:prstDash val="solid"/>
                <a:round/>
              </a:ln>
            </p:spPr>
            <p:txBody>
              <a:bodyPr rtlCol="0" anchor="ctr"/>
              <a:lstStyle/>
              <a:p>
                <a:endParaRPr lang="en-US"/>
              </a:p>
            </p:txBody>
          </p:sp>
          <p:sp>
            <p:nvSpPr>
              <p:cNvPr id="3082" name="Freeform: Shape 3081">
                <a:extLst>
                  <a:ext uri="{FF2B5EF4-FFF2-40B4-BE49-F238E27FC236}">
                    <a16:creationId xmlns:a16="http://schemas.microsoft.com/office/drawing/2014/main" id="{9DC63B92-EF61-F8E3-B395-B50700F2AC66}"/>
                  </a:ext>
                </a:extLst>
              </p:cNvPr>
              <p:cNvSpPr/>
              <p:nvPr/>
            </p:nvSpPr>
            <p:spPr>
              <a:xfrm>
                <a:off x="7740348" y="7943305"/>
                <a:ext cx="37180" cy="37180"/>
              </a:xfrm>
              <a:custGeom>
                <a:avLst/>
                <a:gdLst>
                  <a:gd name="connsiteX0" fmla="*/ 37449 w 37180"/>
                  <a:gd name="connsiteY0" fmla="*/ 18754 h 37180"/>
                  <a:gd name="connsiteX1" fmla="*/ 18859 w 37180"/>
                  <a:gd name="connsiteY1" fmla="*/ 37344 h 37180"/>
                  <a:gd name="connsiteX2" fmla="*/ 268 w 37180"/>
                  <a:gd name="connsiteY2" fmla="*/ 18754 h 37180"/>
                  <a:gd name="connsiteX3" fmla="*/ 18859 w 37180"/>
                  <a:gd name="connsiteY3" fmla="*/ 163 h 37180"/>
                  <a:gd name="connsiteX4" fmla="*/ 37449 w 37180"/>
                  <a:gd name="connsiteY4" fmla="*/ 1875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54"/>
                    </a:moveTo>
                    <a:cubicBezTo>
                      <a:pt x="37449" y="29021"/>
                      <a:pt x="29126" y="37344"/>
                      <a:pt x="18859" y="37344"/>
                    </a:cubicBezTo>
                    <a:cubicBezTo>
                      <a:pt x="8591" y="37344"/>
                      <a:pt x="268" y="29021"/>
                      <a:pt x="268" y="18754"/>
                    </a:cubicBezTo>
                    <a:cubicBezTo>
                      <a:pt x="268" y="8486"/>
                      <a:pt x="8591" y="163"/>
                      <a:pt x="18859" y="163"/>
                    </a:cubicBezTo>
                    <a:cubicBezTo>
                      <a:pt x="29126" y="163"/>
                      <a:pt x="37449" y="8486"/>
                      <a:pt x="37449" y="18754"/>
                    </a:cubicBezTo>
                    <a:close/>
                  </a:path>
                </a:pathLst>
              </a:custGeom>
              <a:solidFill>
                <a:srgbClr val="F7CECE"/>
              </a:solidFill>
              <a:ln w="5753" cap="sq">
                <a:noFill/>
                <a:prstDash val="solid"/>
                <a:miter/>
              </a:ln>
            </p:spPr>
            <p:txBody>
              <a:bodyPr rtlCol="0" anchor="ctr"/>
              <a:lstStyle/>
              <a:p>
                <a:endParaRPr lang="en-US"/>
              </a:p>
            </p:txBody>
          </p:sp>
          <p:sp>
            <p:nvSpPr>
              <p:cNvPr id="3083" name="Freeform: Shape 3082">
                <a:extLst>
                  <a:ext uri="{FF2B5EF4-FFF2-40B4-BE49-F238E27FC236}">
                    <a16:creationId xmlns:a16="http://schemas.microsoft.com/office/drawing/2014/main" id="{CBC7BBE8-8C7D-8FD8-1D3E-40B84DC4E107}"/>
                  </a:ext>
                </a:extLst>
              </p:cNvPr>
              <p:cNvSpPr/>
              <p:nvPr/>
            </p:nvSpPr>
            <p:spPr>
              <a:xfrm>
                <a:off x="7737948" y="7940905"/>
                <a:ext cx="41981" cy="41981"/>
              </a:xfrm>
              <a:custGeom>
                <a:avLst/>
                <a:gdLst>
                  <a:gd name="connsiteX0" fmla="*/ 21259 w 41981"/>
                  <a:gd name="connsiteY0" fmla="*/ 4964 h 41981"/>
                  <a:gd name="connsiteX1" fmla="*/ 37449 w 41981"/>
                  <a:gd name="connsiteY1" fmla="*/ 21154 h 41981"/>
                  <a:gd name="connsiteX2" fmla="*/ 37449 w 41981"/>
                  <a:gd name="connsiteY2" fmla="*/ 21154 h 41981"/>
                  <a:gd name="connsiteX3" fmla="*/ 21259 w 41981"/>
                  <a:gd name="connsiteY3" fmla="*/ 37344 h 41981"/>
                  <a:gd name="connsiteX4" fmla="*/ 5069 w 41981"/>
                  <a:gd name="connsiteY4" fmla="*/ 21154 h 41981"/>
                  <a:gd name="connsiteX5" fmla="*/ 21259 w 41981"/>
                  <a:gd name="connsiteY5" fmla="*/ 4964 h 41981"/>
                  <a:gd name="connsiteX6" fmla="*/ 21259 w 41981"/>
                  <a:gd name="connsiteY6" fmla="*/ 163 h 41981"/>
                  <a:gd name="connsiteX7" fmla="*/ 268 w 41981"/>
                  <a:gd name="connsiteY7" fmla="*/ 21154 h 41981"/>
                  <a:gd name="connsiteX8" fmla="*/ 21259 w 41981"/>
                  <a:gd name="connsiteY8" fmla="*/ 42144 h 41981"/>
                  <a:gd name="connsiteX9" fmla="*/ 42249 w 41981"/>
                  <a:gd name="connsiteY9" fmla="*/ 21154 h 41981"/>
                  <a:gd name="connsiteX10" fmla="*/ 42249 w 41981"/>
                  <a:gd name="connsiteY10" fmla="*/ 21154 h 41981"/>
                  <a:gd name="connsiteX11" fmla="*/ 21259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64"/>
                    </a:moveTo>
                    <a:cubicBezTo>
                      <a:pt x="30201" y="4964"/>
                      <a:pt x="37449" y="12212"/>
                      <a:pt x="37449" y="21154"/>
                    </a:cubicBezTo>
                    <a:lnTo>
                      <a:pt x="37449" y="21154"/>
                    </a:lnTo>
                    <a:cubicBezTo>
                      <a:pt x="37449" y="30096"/>
                      <a:pt x="30201" y="37344"/>
                      <a:pt x="21259" y="37344"/>
                    </a:cubicBezTo>
                    <a:cubicBezTo>
                      <a:pt x="12317" y="37344"/>
                      <a:pt x="5069" y="30096"/>
                      <a:pt x="5069" y="21154"/>
                    </a:cubicBezTo>
                    <a:cubicBezTo>
                      <a:pt x="5069" y="12212"/>
                      <a:pt x="12317" y="4964"/>
                      <a:pt x="21259" y="4964"/>
                    </a:cubicBezTo>
                    <a:close/>
                    <a:moveTo>
                      <a:pt x="21259" y="163"/>
                    </a:moveTo>
                    <a:cubicBezTo>
                      <a:pt x="9666" y="163"/>
                      <a:pt x="268" y="9561"/>
                      <a:pt x="268" y="21154"/>
                    </a:cubicBezTo>
                    <a:cubicBezTo>
                      <a:pt x="268" y="32746"/>
                      <a:pt x="9666" y="42144"/>
                      <a:pt x="21259" y="42144"/>
                    </a:cubicBezTo>
                    <a:cubicBezTo>
                      <a:pt x="32851" y="42144"/>
                      <a:pt x="42249" y="32746"/>
                      <a:pt x="42249" y="21154"/>
                    </a:cubicBezTo>
                    <a:lnTo>
                      <a:pt x="42249" y="21154"/>
                    </a:lnTo>
                    <a:cubicBezTo>
                      <a:pt x="42249" y="9561"/>
                      <a:pt x="32851" y="163"/>
                      <a:pt x="21259" y="163"/>
                    </a:cubicBezTo>
                    <a:close/>
                  </a:path>
                </a:pathLst>
              </a:custGeom>
              <a:solidFill>
                <a:srgbClr val="000000"/>
              </a:solidFill>
              <a:ln w="4794" cap="sq">
                <a:noFill/>
                <a:prstDash val="solid"/>
                <a:round/>
              </a:ln>
            </p:spPr>
            <p:txBody>
              <a:bodyPr rtlCol="0" anchor="ctr"/>
              <a:lstStyle/>
              <a:p>
                <a:endParaRPr lang="en-US"/>
              </a:p>
            </p:txBody>
          </p:sp>
          <p:sp>
            <p:nvSpPr>
              <p:cNvPr id="3084" name="Freeform: Shape 3083">
                <a:extLst>
                  <a:ext uri="{FF2B5EF4-FFF2-40B4-BE49-F238E27FC236}">
                    <a16:creationId xmlns:a16="http://schemas.microsoft.com/office/drawing/2014/main" id="{495D1B14-E266-8AA7-2EEA-240649E5F9E5}"/>
                  </a:ext>
                </a:extLst>
              </p:cNvPr>
              <p:cNvSpPr/>
              <p:nvPr/>
            </p:nvSpPr>
            <p:spPr>
              <a:xfrm>
                <a:off x="7694959" y="8013064"/>
                <a:ext cx="37180" cy="37180"/>
              </a:xfrm>
              <a:custGeom>
                <a:avLst/>
                <a:gdLst>
                  <a:gd name="connsiteX0" fmla="*/ 37441 w 37180"/>
                  <a:gd name="connsiteY0" fmla="*/ 18766 h 37180"/>
                  <a:gd name="connsiteX1" fmla="*/ 18851 w 37180"/>
                  <a:gd name="connsiteY1" fmla="*/ 37356 h 37180"/>
                  <a:gd name="connsiteX2" fmla="*/ 260 w 37180"/>
                  <a:gd name="connsiteY2" fmla="*/ 18766 h 37180"/>
                  <a:gd name="connsiteX3" fmla="*/ 18851 w 37180"/>
                  <a:gd name="connsiteY3" fmla="*/ 175 h 37180"/>
                  <a:gd name="connsiteX4" fmla="*/ 37441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66"/>
                    </a:moveTo>
                    <a:cubicBezTo>
                      <a:pt x="37441" y="29033"/>
                      <a:pt x="29118" y="37356"/>
                      <a:pt x="18851" y="37356"/>
                    </a:cubicBezTo>
                    <a:cubicBezTo>
                      <a:pt x="8583" y="37356"/>
                      <a:pt x="260" y="29033"/>
                      <a:pt x="260" y="18766"/>
                    </a:cubicBezTo>
                    <a:cubicBezTo>
                      <a:pt x="260" y="8499"/>
                      <a:pt x="8583" y="175"/>
                      <a:pt x="18851" y="175"/>
                    </a:cubicBezTo>
                    <a:cubicBezTo>
                      <a:pt x="29118" y="175"/>
                      <a:pt x="37441" y="8499"/>
                      <a:pt x="37441" y="18766"/>
                    </a:cubicBezTo>
                    <a:close/>
                  </a:path>
                </a:pathLst>
              </a:custGeom>
              <a:solidFill>
                <a:srgbClr val="F7E9E9"/>
              </a:solidFill>
              <a:ln w="5753" cap="sq">
                <a:noFill/>
                <a:prstDash val="solid"/>
                <a:miter/>
              </a:ln>
            </p:spPr>
            <p:txBody>
              <a:bodyPr rtlCol="0" anchor="ctr"/>
              <a:lstStyle/>
              <a:p>
                <a:endParaRPr lang="en-US"/>
              </a:p>
            </p:txBody>
          </p:sp>
          <p:sp>
            <p:nvSpPr>
              <p:cNvPr id="3085" name="Freeform: Shape 3084">
                <a:extLst>
                  <a:ext uri="{FF2B5EF4-FFF2-40B4-BE49-F238E27FC236}">
                    <a16:creationId xmlns:a16="http://schemas.microsoft.com/office/drawing/2014/main" id="{7F17C235-A6DE-B325-B31A-D0AC6CE05A56}"/>
                  </a:ext>
                </a:extLst>
              </p:cNvPr>
              <p:cNvSpPr/>
              <p:nvPr/>
            </p:nvSpPr>
            <p:spPr>
              <a:xfrm>
                <a:off x="7692559" y="8010664"/>
                <a:ext cx="41981" cy="41981"/>
              </a:xfrm>
              <a:custGeom>
                <a:avLst/>
                <a:gdLst>
                  <a:gd name="connsiteX0" fmla="*/ 21251 w 41981"/>
                  <a:gd name="connsiteY0" fmla="*/ 4976 h 41981"/>
                  <a:gd name="connsiteX1" fmla="*/ 37441 w 41981"/>
                  <a:gd name="connsiteY1" fmla="*/ 21166 h 41981"/>
                  <a:gd name="connsiteX2" fmla="*/ 37441 w 41981"/>
                  <a:gd name="connsiteY2" fmla="*/ 21166 h 41981"/>
                  <a:gd name="connsiteX3" fmla="*/ 21251 w 41981"/>
                  <a:gd name="connsiteY3" fmla="*/ 37356 h 41981"/>
                  <a:gd name="connsiteX4" fmla="*/ 5061 w 41981"/>
                  <a:gd name="connsiteY4" fmla="*/ 21166 h 41981"/>
                  <a:gd name="connsiteX5" fmla="*/ 21251 w 41981"/>
                  <a:gd name="connsiteY5" fmla="*/ 4976 h 41981"/>
                  <a:gd name="connsiteX6" fmla="*/ 21251 w 41981"/>
                  <a:gd name="connsiteY6" fmla="*/ 175 h 41981"/>
                  <a:gd name="connsiteX7" fmla="*/ 260 w 41981"/>
                  <a:gd name="connsiteY7" fmla="*/ 21166 h 41981"/>
                  <a:gd name="connsiteX8" fmla="*/ 21251 w 41981"/>
                  <a:gd name="connsiteY8" fmla="*/ 42157 h 41981"/>
                  <a:gd name="connsiteX9" fmla="*/ 42241 w 41981"/>
                  <a:gd name="connsiteY9" fmla="*/ 21166 h 41981"/>
                  <a:gd name="connsiteX10" fmla="*/ 42241 w 41981"/>
                  <a:gd name="connsiteY10" fmla="*/ 21166 h 41981"/>
                  <a:gd name="connsiteX11" fmla="*/ 21251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6"/>
                    </a:moveTo>
                    <a:cubicBezTo>
                      <a:pt x="30193" y="4976"/>
                      <a:pt x="37441" y="12224"/>
                      <a:pt x="37441" y="21166"/>
                    </a:cubicBezTo>
                    <a:lnTo>
                      <a:pt x="37441" y="21166"/>
                    </a:lnTo>
                    <a:cubicBezTo>
                      <a:pt x="37441" y="30108"/>
                      <a:pt x="30193" y="37356"/>
                      <a:pt x="21251" y="37356"/>
                    </a:cubicBezTo>
                    <a:cubicBezTo>
                      <a:pt x="12309" y="37356"/>
                      <a:pt x="5061" y="30108"/>
                      <a:pt x="5061" y="21166"/>
                    </a:cubicBezTo>
                    <a:cubicBezTo>
                      <a:pt x="5061" y="12224"/>
                      <a:pt x="12309" y="4976"/>
                      <a:pt x="21251" y="4976"/>
                    </a:cubicBezTo>
                    <a:close/>
                    <a:moveTo>
                      <a:pt x="21251" y="175"/>
                    </a:moveTo>
                    <a:cubicBezTo>
                      <a:pt x="9658" y="175"/>
                      <a:pt x="260" y="9573"/>
                      <a:pt x="260" y="21166"/>
                    </a:cubicBezTo>
                    <a:cubicBezTo>
                      <a:pt x="260" y="32759"/>
                      <a:pt x="9658" y="42157"/>
                      <a:pt x="21251" y="42157"/>
                    </a:cubicBezTo>
                    <a:cubicBezTo>
                      <a:pt x="32843" y="42157"/>
                      <a:pt x="42241" y="32759"/>
                      <a:pt x="42241" y="21166"/>
                    </a:cubicBezTo>
                    <a:lnTo>
                      <a:pt x="42241" y="21166"/>
                    </a:lnTo>
                    <a:cubicBezTo>
                      <a:pt x="42241" y="9573"/>
                      <a:pt x="32843" y="175"/>
                      <a:pt x="21251" y="175"/>
                    </a:cubicBezTo>
                    <a:close/>
                  </a:path>
                </a:pathLst>
              </a:custGeom>
              <a:solidFill>
                <a:srgbClr val="000000"/>
              </a:solidFill>
              <a:ln w="4794" cap="sq">
                <a:noFill/>
                <a:prstDash val="solid"/>
                <a:round/>
              </a:ln>
            </p:spPr>
            <p:txBody>
              <a:bodyPr rtlCol="0" anchor="ctr"/>
              <a:lstStyle/>
              <a:p>
                <a:endParaRPr lang="en-US"/>
              </a:p>
            </p:txBody>
          </p:sp>
          <p:sp>
            <p:nvSpPr>
              <p:cNvPr id="3086" name="Freeform: Shape 3085">
                <a:extLst>
                  <a:ext uri="{FF2B5EF4-FFF2-40B4-BE49-F238E27FC236}">
                    <a16:creationId xmlns:a16="http://schemas.microsoft.com/office/drawing/2014/main" id="{21516E9E-1FCB-0E2C-A8C8-A8FFA524C764}"/>
                  </a:ext>
                </a:extLst>
              </p:cNvPr>
              <p:cNvSpPr/>
              <p:nvPr/>
            </p:nvSpPr>
            <p:spPr>
              <a:xfrm>
                <a:off x="7729600" y="7960786"/>
                <a:ext cx="37180" cy="37180"/>
              </a:xfrm>
              <a:custGeom>
                <a:avLst/>
                <a:gdLst>
                  <a:gd name="connsiteX0" fmla="*/ 37447 w 37180"/>
                  <a:gd name="connsiteY0" fmla="*/ 18757 h 37180"/>
                  <a:gd name="connsiteX1" fmla="*/ 18857 w 37180"/>
                  <a:gd name="connsiteY1" fmla="*/ 37347 h 37180"/>
                  <a:gd name="connsiteX2" fmla="*/ 266 w 37180"/>
                  <a:gd name="connsiteY2" fmla="*/ 18757 h 37180"/>
                  <a:gd name="connsiteX3" fmla="*/ 18857 w 37180"/>
                  <a:gd name="connsiteY3" fmla="*/ 166 h 37180"/>
                  <a:gd name="connsiteX4" fmla="*/ 37447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57"/>
                    </a:moveTo>
                    <a:cubicBezTo>
                      <a:pt x="37447" y="29024"/>
                      <a:pt x="29124" y="37347"/>
                      <a:pt x="18857" y="37347"/>
                    </a:cubicBezTo>
                    <a:cubicBezTo>
                      <a:pt x="8589" y="37347"/>
                      <a:pt x="266" y="29024"/>
                      <a:pt x="266" y="18757"/>
                    </a:cubicBezTo>
                    <a:cubicBezTo>
                      <a:pt x="266" y="8490"/>
                      <a:pt x="8589" y="166"/>
                      <a:pt x="18857" y="166"/>
                    </a:cubicBezTo>
                    <a:cubicBezTo>
                      <a:pt x="29124" y="166"/>
                      <a:pt x="37447" y="8490"/>
                      <a:pt x="37447" y="18757"/>
                    </a:cubicBezTo>
                    <a:close/>
                  </a:path>
                </a:pathLst>
              </a:custGeom>
              <a:solidFill>
                <a:srgbClr val="F7DCDC"/>
              </a:solidFill>
              <a:ln w="5753" cap="sq">
                <a:noFill/>
                <a:prstDash val="solid"/>
                <a:miter/>
              </a:ln>
            </p:spPr>
            <p:txBody>
              <a:bodyPr rtlCol="0" anchor="ctr"/>
              <a:lstStyle/>
              <a:p>
                <a:endParaRPr lang="en-US"/>
              </a:p>
            </p:txBody>
          </p:sp>
          <p:sp>
            <p:nvSpPr>
              <p:cNvPr id="3087" name="Freeform: Shape 3086">
                <a:extLst>
                  <a:ext uri="{FF2B5EF4-FFF2-40B4-BE49-F238E27FC236}">
                    <a16:creationId xmlns:a16="http://schemas.microsoft.com/office/drawing/2014/main" id="{AC13B744-F8B7-40DF-A954-12D37EA9D8B3}"/>
                  </a:ext>
                </a:extLst>
              </p:cNvPr>
              <p:cNvSpPr/>
              <p:nvPr/>
            </p:nvSpPr>
            <p:spPr>
              <a:xfrm>
                <a:off x="7727199" y="7958386"/>
                <a:ext cx="41981" cy="41981"/>
              </a:xfrm>
              <a:custGeom>
                <a:avLst/>
                <a:gdLst>
                  <a:gd name="connsiteX0" fmla="*/ 21257 w 41981"/>
                  <a:gd name="connsiteY0" fmla="*/ 4967 h 41981"/>
                  <a:gd name="connsiteX1" fmla="*/ 37447 w 41981"/>
                  <a:gd name="connsiteY1" fmla="*/ 21157 h 41981"/>
                  <a:gd name="connsiteX2" fmla="*/ 37447 w 41981"/>
                  <a:gd name="connsiteY2" fmla="*/ 21157 h 41981"/>
                  <a:gd name="connsiteX3" fmla="*/ 21257 w 41981"/>
                  <a:gd name="connsiteY3" fmla="*/ 37347 h 41981"/>
                  <a:gd name="connsiteX4" fmla="*/ 5067 w 41981"/>
                  <a:gd name="connsiteY4" fmla="*/ 21157 h 41981"/>
                  <a:gd name="connsiteX5" fmla="*/ 21257 w 41981"/>
                  <a:gd name="connsiteY5" fmla="*/ 4967 h 41981"/>
                  <a:gd name="connsiteX6" fmla="*/ 21257 w 41981"/>
                  <a:gd name="connsiteY6" fmla="*/ 166 h 41981"/>
                  <a:gd name="connsiteX7" fmla="*/ 266 w 41981"/>
                  <a:gd name="connsiteY7" fmla="*/ 21157 h 41981"/>
                  <a:gd name="connsiteX8" fmla="*/ 21257 w 41981"/>
                  <a:gd name="connsiteY8" fmla="*/ 42148 h 41981"/>
                  <a:gd name="connsiteX9" fmla="*/ 42247 w 41981"/>
                  <a:gd name="connsiteY9" fmla="*/ 21157 h 41981"/>
                  <a:gd name="connsiteX10" fmla="*/ 42247 w 41981"/>
                  <a:gd name="connsiteY10" fmla="*/ 21157 h 41981"/>
                  <a:gd name="connsiteX11" fmla="*/ 21257 w 41981"/>
                  <a:gd name="connsiteY11" fmla="*/ 16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7"/>
                    </a:moveTo>
                    <a:cubicBezTo>
                      <a:pt x="30199" y="4967"/>
                      <a:pt x="37447" y="12215"/>
                      <a:pt x="37447" y="21157"/>
                    </a:cubicBezTo>
                    <a:lnTo>
                      <a:pt x="37447" y="21157"/>
                    </a:lnTo>
                    <a:cubicBezTo>
                      <a:pt x="37447" y="30099"/>
                      <a:pt x="30199" y="37347"/>
                      <a:pt x="21257" y="37347"/>
                    </a:cubicBezTo>
                    <a:cubicBezTo>
                      <a:pt x="12315" y="37347"/>
                      <a:pt x="5067" y="30099"/>
                      <a:pt x="5067" y="21157"/>
                    </a:cubicBezTo>
                    <a:cubicBezTo>
                      <a:pt x="5067" y="12215"/>
                      <a:pt x="12315" y="4967"/>
                      <a:pt x="21257" y="4967"/>
                    </a:cubicBezTo>
                    <a:close/>
                    <a:moveTo>
                      <a:pt x="21257" y="166"/>
                    </a:moveTo>
                    <a:cubicBezTo>
                      <a:pt x="9664" y="166"/>
                      <a:pt x="266" y="9564"/>
                      <a:pt x="266" y="21157"/>
                    </a:cubicBezTo>
                    <a:cubicBezTo>
                      <a:pt x="266" y="32749"/>
                      <a:pt x="9664" y="42148"/>
                      <a:pt x="21257" y="42148"/>
                    </a:cubicBezTo>
                    <a:cubicBezTo>
                      <a:pt x="32849" y="42148"/>
                      <a:pt x="42247" y="32749"/>
                      <a:pt x="42247" y="21157"/>
                    </a:cubicBezTo>
                    <a:lnTo>
                      <a:pt x="42247" y="21157"/>
                    </a:lnTo>
                    <a:cubicBezTo>
                      <a:pt x="42247" y="9564"/>
                      <a:pt x="32849" y="166"/>
                      <a:pt x="21257" y="166"/>
                    </a:cubicBezTo>
                    <a:close/>
                  </a:path>
                </a:pathLst>
              </a:custGeom>
              <a:solidFill>
                <a:srgbClr val="000000"/>
              </a:solidFill>
              <a:ln w="4794" cap="sq">
                <a:noFill/>
                <a:prstDash val="solid"/>
                <a:round/>
              </a:ln>
            </p:spPr>
            <p:txBody>
              <a:bodyPr rtlCol="0" anchor="ctr"/>
              <a:lstStyle/>
              <a:p>
                <a:endParaRPr lang="en-US"/>
              </a:p>
            </p:txBody>
          </p:sp>
          <p:sp>
            <p:nvSpPr>
              <p:cNvPr id="3088" name="Freeform: Shape 3087">
                <a:extLst>
                  <a:ext uri="{FF2B5EF4-FFF2-40B4-BE49-F238E27FC236}">
                    <a16:creationId xmlns:a16="http://schemas.microsoft.com/office/drawing/2014/main" id="{9108F3DE-A875-EE05-E34F-EBB3E87BD8F9}"/>
                  </a:ext>
                </a:extLst>
              </p:cNvPr>
              <p:cNvSpPr/>
              <p:nvPr/>
            </p:nvSpPr>
            <p:spPr>
              <a:xfrm>
                <a:off x="7712250" y="7974524"/>
                <a:ext cx="37180" cy="37180"/>
              </a:xfrm>
              <a:custGeom>
                <a:avLst/>
                <a:gdLst>
                  <a:gd name="connsiteX0" fmla="*/ 37444 w 37180"/>
                  <a:gd name="connsiteY0" fmla="*/ 18759 h 37180"/>
                  <a:gd name="connsiteX1" fmla="*/ 18854 w 37180"/>
                  <a:gd name="connsiteY1" fmla="*/ 37350 h 37180"/>
                  <a:gd name="connsiteX2" fmla="*/ 263 w 37180"/>
                  <a:gd name="connsiteY2" fmla="*/ 18759 h 37180"/>
                  <a:gd name="connsiteX3" fmla="*/ 18854 w 37180"/>
                  <a:gd name="connsiteY3" fmla="*/ 169 h 37180"/>
                  <a:gd name="connsiteX4" fmla="*/ 37444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9"/>
                    </a:moveTo>
                    <a:cubicBezTo>
                      <a:pt x="37444" y="29026"/>
                      <a:pt x="29121" y="37350"/>
                      <a:pt x="18854" y="37350"/>
                    </a:cubicBezTo>
                    <a:cubicBezTo>
                      <a:pt x="8586" y="37350"/>
                      <a:pt x="263" y="29026"/>
                      <a:pt x="263" y="18759"/>
                    </a:cubicBezTo>
                    <a:cubicBezTo>
                      <a:pt x="263" y="8492"/>
                      <a:pt x="8586" y="169"/>
                      <a:pt x="18854" y="169"/>
                    </a:cubicBezTo>
                    <a:cubicBezTo>
                      <a:pt x="29121" y="169"/>
                      <a:pt x="37444" y="8492"/>
                      <a:pt x="37444" y="18759"/>
                    </a:cubicBezTo>
                    <a:close/>
                  </a:path>
                </a:pathLst>
              </a:custGeom>
              <a:solidFill>
                <a:srgbClr val="F7E8E8"/>
              </a:solidFill>
              <a:ln w="5753" cap="sq">
                <a:noFill/>
                <a:prstDash val="solid"/>
                <a:miter/>
              </a:ln>
            </p:spPr>
            <p:txBody>
              <a:bodyPr rtlCol="0" anchor="ctr"/>
              <a:lstStyle/>
              <a:p>
                <a:endParaRPr lang="en-US"/>
              </a:p>
            </p:txBody>
          </p:sp>
          <p:sp>
            <p:nvSpPr>
              <p:cNvPr id="3089" name="Freeform: Shape 3088">
                <a:extLst>
                  <a:ext uri="{FF2B5EF4-FFF2-40B4-BE49-F238E27FC236}">
                    <a16:creationId xmlns:a16="http://schemas.microsoft.com/office/drawing/2014/main" id="{A7045289-A21D-2A4B-150D-80DF2D188E6D}"/>
                  </a:ext>
                </a:extLst>
              </p:cNvPr>
              <p:cNvSpPr/>
              <p:nvPr/>
            </p:nvSpPr>
            <p:spPr>
              <a:xfrm>
                <a:off x="7709850" y="7972124"/>
                <a:ext cx="41981" cy="41981"/>
              </a:xfrm>
              <a:custGeom>
                <a:avLst/>
                <a:gdLst>
                  <a:gd name="connsiteX0" fmla="*/ 21254 w 41981"/>
                  <a:gd name="connsiteY0" fmla="*/ 4969 h 41981"/>
                  <a:gd name="connsiteX1" fmla="*/ 37444 w 41981"/>
                  <a:gd name="connsiteY1" fmla="*/ 21159 h 41981"/>
                  <a:gd name="connsiteX2" fmla="*/ 37444 w 41981"/>
                  <a:gd name="connsiteY2" fmla="*/ 21159 h 41981"/>
                  <a:gd name="connsiteX3" fmla="*/ 21254 w 41981"/>
                  <a:gd name="connsiteY3" fmla="*/ 37350 h 41981"/>
                  <a:gd name="connsiteX4" fmla="*/ 5064 w 41981"/>
                  <a:gd name="connsiteY4" fmla="*/ 21159 h 41981"/>
                  <a:gd name="connsiteX5" fmla="*/ 21254 w 41981"/>
                  <a:gd name="connsiteY5" fmla="*/ 4969 h 41981"/>
                  <a:gd name="connsiteX6" fmla="*/ 21254 w 41981"/>
                  <a:gd name="connsiteY6" fmla="*/ 169 h 41981"/>
                  <a:gd name="connsiteX7" fmla="*/ 263 w 41981"/>
                  <a:gd name="connsiteY7" fmla="*/ 21159 h 41981"/>
                  <a:gd name="connsiteX8" fmla="*/ 21254 w 41981"/>
                  <a:gd name="connsiteY8" fmla="*/ 42150 h 41981"/>
                  <a:gd name="connsiteX9" fmla="*/ 42244 w 41981"/>
                  <a:gd name="connsiteY9" fmla="*/ 21159 h 41981"/>
                  <a:gd name="connsiteX10" fmla="*/ 42244 w 41981"/>
                  <a:gd name="connsiteY10" fmla="*/ 21159 h 41981"/>
                  <a:gd name="connsiteX11" fmla="*/ 21254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9"/>
                    </a:moveTo>
                    <a:cubicBezTo>
                      <a:pt x="30196" y="4969"/>
                      <a:pt x="37444" y="12217"/>
                      <a:pt x="37444" y="21159"/>
                    </a:cubicBezTo>
                    <a:lnTo>
                      <a:pt x="37444" y="21159"/>
                    </a:lnTo>
                    <a:cubicBezTo>
                      <a:pt x="37444" y="30101"/>
                      <a:pt x="30196" y="37350"/>
                      <a:pt x="21254" y="37350"/>
                    </a:cubicBezTo>
                    <a:cubicBezTo>
                      <a:pt x="12312" y="37350"/>
                      <a:pt x="5064" y="30101"/>
                      <a:pt x="5064" y="21159"/>
                    </a:cubicBezTo>
                    <a:cubicBezTo>
                      <a:pt x="5064" y="12217"/>
                      <a:pt x="12312" y="4969"/>
                      <a:pt x="21254" y="4969"/>
                    </a:cubicBezTo>
                    <a:close/>
                    <a:moveTo>
                      <a:pt x="21254" y="169"/>
                    </a:moveTo>
                    <a:cubicBezTo>
                      <a:pt x="9661" y="169"/>
                      <a:pt x="263" y="9567"/>
                      <a:pt x="263" y="21159"/>
                    </a:cubicBezTo>
                    <a:cubicBezTo>
                      <a:pt x="263" y="32752"/>
                      <a:pt x="9661" y="42150"/>
                      <a:pt x="21254" y="42150"/>
                    </a:cubicBezTo>
                    <a:cubicBezTo>
                      <a:pt x="32846" y="42150"/>
                      <a:pt x="42244" y="32752"/>
                      <a:pt x="42244" y="21159"/>
                    </a:cubicBezTo>
                    <a:lnTo>
                      <a:pt x="42244" y="21159"/>
                    </a:lnTo>
                    <a:cubicBezTo>
                      <a:pt x="42244" y="9567"/>
                      <a:pt x="32846" y="169"/>
                      <a:pt x="21254" y="169"/>
                    </a:cubicBezTo>
                    <a:close/>
                  </a:path>
                </a:pathLst>
              </a:custGeom>
              <a:solidFill>
                <a:srgbClr val="000000"/>
              </a:solidFill>
              <a:ln w="4794" cap="sq">
                <a:noFill/>
                <a:prstDash val="solid"/>
                <a:round/>
              </a:ln>
            </p:spPr>
            <p:txBody>
              <a:bodyPr rtlCol="0" anchor="ctr"/>
              <a:lstStyle/>
              <a:p>
                <a:endParaRPr lang="en-US"/>
              </a:p>
            </p:txBody>
          </p:sp>
          <p:sp>
            <p:nvSpPr>
              <p:cNvPr id="3090" name="Freeform: Shape 3089">
                <a:extLst>
                  <a:ext uri="{FF2B5EF4-FFF2-40B4-BE49-F238E27FC236}">
                    <a16:creationId xmlns:a16="http://schemas.microsoft.com/office/drawing/2014/main" id="{31EDA1FD-BFA4-B1E5-D0A2-3CEC647A5C4D}"/>
                  </a:ext>
                </a:extLst>
              </p:cNvPr>
              <p:cNvSpPr/>
              <p:nvPr/>
            </p:nvSpPr>
            <p:spPr>
              <a:xfrm>
                <a:off x="7652456" y="8086153"/>
                <a:ext cx="37180" cy="37180"/>
              </a:xfrm>
              <a:custGeom>
                <a:avLst/>
                <a:gdLst>
                  <a:gd name="connsiteX0" fmla="*/ 37434 w 37180"/>
                  <a:gd name="connsiteY0" fmla="*/ 18778 h 37180"/>
                  <a:gd name="connsiteX1" fmla="*/ 18843 w 37180"/>
                  <a:gd name="connsiteY1" fmla="*/ 37369 h 37180"/>
                  <a:gd name="connsiteX2" fmla="*/ 253 w 37180"/>
                  <a:gd name="connsiteY2" fmla="*/ 18778 h 37180"/>
                  <a:gd name="connsiteX3" fmla="*/ 18843 w 37180"/>
                  <a:gd name="connsiteY3" fmla="*/ 188 h 37180"/>
                  <a:gd name="connsiteX4" fmla="*/ 37434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4" y="18778"/>
                    </a:moveTo>
                    <a:cubicBezTo>
                      <a:pt x="37434" y="29046"/>
                      <a:pt x="29110" y="37369"/>
                      <a:pt x="18843" y="37369"/>
                    </a:cubicBezTo>
                    <a:cubicBezTo>
                      <a:pt x="8576" y="37369"/>
                      <a:pt x="253" y="29046"/>
                      <a:pt x="253" y="18778"/>
                    </a:cubicBezTo>
                    <a:cubicBezTo>
                      <a:pt x="253" y="8511"/>
                      <a:pt x="8576" y="188"/>
                      <a:pt x="18843" y="188"/>
                    </a:cubicBezTo>
                    <a:cubicBezTo>
                      <a:pt x="29110" y="188"/>
                      <a:pt x="37434" y="8511"/>
                      <a:pt x="37434" y="18778"/>
                    </a:cubicBezTo>
                    <a:close/>
                  </a:path>
                </a:pathLst>
              </a:custGeom>
              <a:solidFill>
                <a:srgbClr val="F7F1F1"/>
              </a:solidFill>
              <a:ln w="5753" cap="sq">
                <a:noFill/>
                <a:prstDash val="solid"/>
                <a:miter/>
              </a:ln>
            </p:spPr>
            <p:txBody>
              <a:bodyPr rtlCol="0" anchor="ctr"/>
              <a:lstStyle/>
              <a:p>
                <a:endParaRPr lang="en-US"/>
              </a:p>
            </p:txBody>
          </p:sp>
          <p:sp>
            <p:nvSpPr>
              <p:cNvPr id="3091" name="Freeform: Shape 3090">
                <a:extLst>
                  <a:ext uri="{FF2B5EF4-FFF2-40B4-BE49-F238E27FC236}">
                    <a16:creationId xmlns:a16="http://schemas.microsoft.com/office/drawing/2014/main" id="{C6CD4A1C-EA96-5745-5E6C-FFC2D3B09E17}"/>
                  </a:ext>
                </a:extLst>
              </p:cNvPr>
              <p:cNvSpPr/>
              <p:nvPr/>
            </p:nvSpPr>
            <p:spPr>
              <a:xfrm>
                <a:off x="7650056" y="8083753"/>
                <a:ext cx="41981" cy="41981"/>
              </a:xfrm>
              <a:custGeom>
                <a:avLst/>
                <a:gdLst>
                  <a:gd name="connsiteX0" fmla="*/ 21243 w 41981"/>
                  <a:gd name="connsiteY0" fmla="*/ 4988 h 41981"/>
                  <a:gd name="connsiteX1" fmla="*/ 37434 w 41981"/>
                  <a:gd name="connsiteY1" fmla="*/ 21179 h 41981"/>
                  <a:gd name="connsiteX2" fmla="*/ 37434 w 41981"/>
                  <a:gd name="connsiteY2" fmla="*/ 21179 h 41981"/>
                  <a:gd name="connsiteX3" fmla="*/ 21243 w 41981"/>
                  <a:gd name="connsiteY3" fmla="*/ 37369 h 41981"/>
                  <a:gd name="connsiteX4" fmla="*/ 5053 w 41981"/>
                  <a:gd name="connsiteY4" fmla="*/ 21179 h 41981"/>
                  <a:gd name="connsiteX5" fmla="*/ 21243 w 41981"/>
                  <a:gd name="connsiteY5" fmla="*/ 4988 h 41981"/>
                  <a:gd name="connsiteX6" fmla="*/ 21243 w 41981"/>
                  <a:gd name="connsiteY6" fmla="*/ 188 h 41981"/>
                  <a:gd name="connsiteX7" fmla="*/ 253 w 41981"/>
                  <a:gd name="connsiteY7" fmla="*/ 21179 h 41981"/>
                  <a:gd name="connsiteX8" fmla="*/ 21243 w 41981"/>
                  <a:gd name="connsiteY8" fmla="*/ 42169 h 41981"/>
                  <a:gd name="connsiteX9" fmla="*/ 42234 w 41981"/>
                  <a:gd name="connsiteY9" fmla="*/ 21179 h 41981"/>
                  <a:gd name="connsiteX10" fmla="*/ 42234 w 41981"/>
                  <a:gd name="connsiteY10" fmla="*/ 21179 h 41981"/>
                  <a:gd name="connsiteX11" fmla="*/ 21243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88"/>
                    </a:moveTo>
                    <a:cubicBezTo>
                      <a:pt x="30185" y="4988"/>
                      <a:pt x="37434" y="12237"/>
                      <a:pt x="37434" y="21179"/>
                    </a:cubicBezTo>
                    <a:lnTo>
                      <a:pt x="37434" y="21179"/>
                    </a:lnTo>
                    <a:cubicBezTo>
                      <a:pt x="37434" y="30121"/>
                      <a:pt x="30185" y="37369"/>
                      <a:pt x="21243" y="37369"/>
                    </a:cubicBezTo>
                    <a:cubicBezTo>
                      <a:pt x="12302" y="37369"/>
                      <a:pt x="5053" y="30121"/>
                      <a:pt x="5053" y="21179"/>
                    </a:cubicBezTo>
                    <a:cubicBezTo>
                      <a:pt x="5053" y="12237"/>
                      <a:pt x="12302" y="4988"/>
                      <a:pt x="21243" y="4988"/>
                    </a:cubicBezTo>
                    <a:close/>
                    <a:moveTo>
                      <a:pt x="21243" y="188"/>
                    </a:moveTo>
                    <a:cubicBezTo>
                      <a:pt x="9651" y="188"/>
                      <a:pt x="253" y="9586"/>
                      <a:pt x="253" y="21179"/>
                    </a:cubicBezTo>
                    <a:cubicBezTo>
                      <a:pt x="253" y="32771"/>
                      <a:pt x="9651" y="42169"/>
                      <a:pt x="21243" y="42169"/>
                    </a:cubicBezTo>
                    <a:cubicBezTo>
                      <a:pt x="32836" y="42169"/>
                      <a:pt x="42234" y="32771"/>
                      <a:pt x="42234" y="21179"/>
                    </a:cubicBezTo>
                    <a:lnTo>
                      <a:pt x="42234" y="21179"/>
                    </a:lnTo>
                    <a:cubicBezTo>
                      <a:pt x="42234" y="9586"/>
                      <a:pt x="32836" y="188"/>
                      <a:pt x="21243" y="188"/>
                    </a:cubicBezTo>
                    <a:close/>
                  </a:path>
                </a:pathLst>
              </a:custGeom>
              <a:solidFill>
                <a:srgbClr val="000000"/>
              </a:solidFill>
              <a:ln w="4794" cap="sq">
                <a:noFill/>
                <a:prstDash val="solid"/>
                <a:round/>
              </a:ln>
            </p:spPr>
            <p:txBody>
              <a:bodyPr rtlCol="0" anchor="ctr"/>
              <a:lstStyle/>
              <a:p>
                <a:endParaRPr lang="en-US"/>
              </a:p>
            </p:txBody>
          </p:sp>
          <p:sp>
            <p:nvSpPr>
              <p:cNvPr id="3092" name="Freeform: Shape 3091">
                <a:extLst>
                  <a:ext uri="{FF2B5EF4-FFF2-40B4-BE49-F238E27FC236}">
                    <a16:creationId xmlns:a16="http://schemas.microsoft.com/office/drawing/2014/main" id="{B1AF2664-A683-05C5-95DB-114CFEC9E458}"/>
                  </a:ext>
                </a:extLst>
              </p:cNvPr>
              <p:cNvSpPr/>
              <p:nvPr/>
            </p:nvSpPr>
            <p:spPr>
              <a:xfrm>
                <a:off x="7659593" y="7847718"/>
                <a:ext cx="37180" cy="37180"/>
              </a:xfrm>
              <a:custGeom>
                <a:avLst/>
                <a:gdLst>
                  <a:gd name="connsiteX0" fmla="*/ 37435 w 37180"/>
                  <a:gd name="connsiteY0" fmla="*/ 18737 h 37180"/>
                  <a:gd name="connsiteX1" fmla="*/ 18845 w 37180"/>
                  <a:gd name="connsiteY1" fmla="*/ 37327 h 37180"/>
                  <a:gd name="connsiteX2" fmla="*/ 254 w 37180"/>
                  <a:gd name="connsiteY2" fmla="*/ 18737 h 37180"/>
                  <a:gd name="connsiteX3" fmla="*/ 18845 w 37180"/>
                  <a:gd name="connsiteY3" fmla="*/ 147 h 37180"/>
                  <a:gd name="connsiteX4" fmla="*/ 37435 w 37180"/>
                  <a:gd name="connsiteY4" fmla="*/ 1873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5" y="18737"/>
                    </a:moveTo>
                    <a:cubicBezTo>
                      <a:pt x="37435" y="29004"/>
                      <a:pt x="29112" y="37327"/>
                      <a:pt x="18845" y="37327"/>
                    </a:cubicBezTo>
                    <a:cubicBezTo>
                      <a:pt x="8577" y="37327"/>
                      <a:pt x="254" y="29004"/>
                      <a:pt x="254" y="18737"/>
                    </a:cubicBezTo>
                    <a:cubicBezTo>
                      <a:pt x="254" y="8470"/>
                      <a:pt x="8577" y="147"/>
                      <a:pt x="18845" y="147"/>
                    </a:cubicBezTo>
                    <a:cubicBezTo>
                      <a:pt x="29112" y="147"/>
                      <a:pt x="37435" y="8470"/>
                      <a:pt x="37435" y="18737"/>
                    </a:cubicBezTo>
                    <a:close/>
                  </a:path>
                </a:pathLst>
              </a:custGeom>
              <a:solidFill>
                <a:srgbClr val="F7A517"/>
              </a:solidFill>
              <a:ln w="5753" cap="sq">
                <a:noFill/>
                <a:prstDash val="solid"/>
                <a:miter/>
              </a:ln>
            </p:spPr>
            <p:txBody>
              <a:bodyPr rtlCol="0" anchor="ctr"/>
              <a:lstStyle/>
              <a:p>
                <a:endParaRPr lang="en-US"/>
              </a:p>
            </p:txBody>
          </p:sp>
          <p:sp>
            <p:nvSpPr>
              <p:cNvPr id="3093" name="Freeform: Shape 3092">
                <a:extLst>
                  <a:ext uri="{FF2B5EF4-FFF2-40B4-BE49-F238E27FC236}">
                    <a16:creationId xmlns:a16="http://schemas.microsoft.com/office/drawing/2014/main" id="{71296262-5C69-B569-911F-74BDAECE848A}"/>
                  </a:ext>
                </a:extLst>
              </p:cNvPr>
              <p:cNvSpPr/>
              <p:nvPr/>
            </p:nvSpPr>
            <p:spPr>
              <a:xfrm>
                <a:off x="7657192" y="7845317"/>
                <a:ext cx="41981" cy="41981"/>
              </a:xfrm>
              <a:custGeom>
                <a:avLst/>
                <a:gdLst>
                  <a:gd name="connsiteX0" fmla="*/ 21245 w 41981"/>
                  <a:gd name="connsiteY0" fmla="*/ 4947 h 41981"/>
                  <a:gd name="connsiteX1" fmla="*/ 37435 w 41981"/>
                  <a:gd name="connsiteY1" fmla="*/ 21137 h 41981"/>
                  <a:gd name="connsiteX2" fmla="*/ 37435 w 41981"/>
                  <a:gd name="connsiteY2" fmla="*/ 21137 h 41981"/>
                  <a:gd name="connsiteX3" fmla="*/ 21245 w 41981"/>
                  <a:gd name="connsiteY3" fmla="*/ 37328 h 41981"/>
                  <a:gd name="connsiteX4" fmla="*/ 5055 w 41981"/>
                  <a:gd name="connsiteY4" fmla="*/ 21137 h 41981"/>
                  <a:gd name="connsiteX5" fmla="*/ 21245 w 41981"/>
                  <a:gd name="connsiteY5" fmla="*/ 4947 h 41981"/>
                  <a:gd name="connsiteX6" fmla="*/ 21245 w 41981"/>
                  <a:gd name="connsiteY6" fmla="*/ 147 h 41981"/>
                  <a:gd name="connsiteX7" fmla="*/ 254 w 41981"/>
                  <a:gd name="connsiteY7" fmla="*/ 21137 h 41981"/>
                  <a:gd name="connsiteX8" fmla="*/ 21245 w 41981"/>
                  <a:gd name="connsiteY8" fmla="*/ 42128 h 41981"/>
                  <a:gd name="connsiteX9" fmla="*/ 42235 w 41981"/>
                  <a:gd name="connsiteY9" fmla="*/ 21137 h 41981"/>
                  <a:gd name="connsiteX10" fmla="*/ 42235 w 41981"/>
                  <a:gd name="connsiteY10" fmla="*/ 21137 h 41981"/>
                  <a:gd name="connsiteX11" fmla="*/ 21245 w 41981"/>
                  <a:gd name="connsiteY11" fmla="*/ 14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5" y="4947"/>
                    </a:moveTo>
                    <a:cubicBezTo>
                      <a:pt x="30187" y="4947"/>
                      <a:pt x="37435" y="12195"/>
                      <a:pt x="37435" y="21137"/>
                    </a:cubicBezTo>
                    <a:lnTo>
                      <a:pt x="37435" y="21137"/>
                    </a:lnTo>
                    <a:cubicBezTo>
                      <a:pt x="37435" y="30079"/>
                      <a:pt x="30187" y="37328"/>
                      <a:pt x="21245" y="37328"/>
                    </a:cubicBezTo>
                    <a:cubicBezTo>
                      <a:pt x="12303" y="37328"/>
                      <a:pt x="5055" y="30079"/>
                      <a:pt x="5055" y="21137"/>
                    </a:cubicBezTo>
                    <a:cubicBezTo>
                      <a:pt x="5055" y="12195"/>
                      <a:pt x="12303" y="4947"/>
                      <a:pt x="21245" y="4947"/>
                    </a:cubicBezTo>
                    <a:close/>
                    <a:moveTo>
                      <a:pt x="21245" y="147"/>
                    </a:moveTo>
                    <a:cubicBezTo>
                      <a:pt x="9652" y="147"/>
                      <a:pt x="254" y="9545"/>
                      <a:pt x="254" y="21137"/>
                    </a:cubicBezTo>
                    <a:cubicBezTo>
                      <a:pt x="254" y="32730"/>
                      <a:pt x="9652" y="42128"/>
                      <a:pt x="21245" y="42128"/>
                    </a:cubicBezTo>
                    <a:cubicBezTo>
                      <a:pt x="32837" y="42128"/>
                      <a:pt x="42235" y="32730"/>
                      <a:pt x="42235" y="21137"/>
                    </a:cubicBezTo>
                    <a:lnTo>
                      <a:pt x="42235" y="21137"/>
                    </a:lnTo>
                    <a:cubicBezTo>
                      <a:pt x="42235" y="9545"/>
                      <a:pt x="32837" y="147"/>
                      <a:pt x="21245" y="147"/>
                    </a:cubicBezTo>
                    <a:close/>
                  </a:path>
                </a:pathLst>
              </a:custGeom>
              <a:solidFill>
                <a:srgbClr val="000000"/>
              </a:solidFill>
              <a:ln w="4794" cap="sq">
                <a:noFill/>
                <a:prstDash val="solid"/>
                <a:round/>
              </a:ln>
            </p:spPr>
            <p:txBody>
              <a:bodyPr rtlCol="0" anchor="ctr"/>
              <a:lstStyle/>
              <a:p>
                <a:endParaRPr lang="en-US"/>
              </a:p>
            </p:txBody>
          </p:sp>
          <p:sp>
            <p:nvSpPr>
              <p:cNvPr id="3094" name="Freeform: Shape 3093">
                <a:extLst>
                  <a:ext uri="{FF2B5EF4-FFF2-40B4-BE49-F238E27FC236}">
                    <a16:creationId xmlns:a16="http://schemas.microsoft.com/office/drawing/2014/main" id="{20CF11D9-93C4-C69D-BB6F-FD26AF2B5A3C}"/>
                  </a:ext>
                </a:extLst>
              </p:cNvPr>
              <p:cNvSpPr/>
              <p:nvPr/>
            </p:nvSpPr>
            <p:spPr>
              <a:xfrm>
                <a:off x="7566574" y="7802288"/>
                <a:ext cx="37180" cy="37180"/>
              </a:xfrm>
              <a:custGeom>
                <a:avLst/>
                <a:gdLst>
                  <a:gd name="connsiteX0" fmla="*/ 37419 w 37180"/>
                  <a:gd name="connsiteY0" fmla="*/ 18729 h 37180"/>
                  <a:gd name="connsiteX1" fmla="*/ 18828 w 37180"/>
                  <a:gd name="connsiteY1" fmla="*/ 37320 h 37180"/>
                  <a:gd name="connsiteX2" fmla="*/ 238 w 37180"/>
                  <a:gd name="connsiteY2" fmla="*/ 18729 h 37180"/>
                  <a:gd name="connsiteX3" fmla="*/ 18828 w 37180"/>
                  <a:gd name="connsiteY3" fmla="*/ 139 h 37180"/>
                  <a:gd name="connsiteX4" fmla="*/ 37419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29"/>
                    </a:moveTo>
                    <a:cubicBezTo>
                      <a:pt x="37419" y="28996"/>
                      <a:pt x="29096" y="37320"/>
                      <a:pt x="18828" y="37320"/>
                    </a:cubicBezTo>
                    <a:cubicBezTo>
                      <a:pt x="8561" y="37320"/>
                      <a:pt x="238" y="28996"/>
                      <a:pt x="238" y="18729"/>
                    </a:cubicBezTo>
                    <a:cubicBezTo>
                      <a:pt x="238" y="8462"/>
                      <a:pt x="8561" y="139"/>
                      <a:pt x="18828" y="139"/>
                    </a:cubicBezTo>
                    <a:cubicBezTo>
                      <a:pt x="29096" y="139"/>
                      <a:pt x="37419" y="8462"/>
                      <a:pt x="37419" y="18729"/>
                    </a:cubicBezTo>
                    <a:close/>
                  </a:path>
                </a:pathLst>
              </a:custGeom>
              <a:solidFill>
                <a:srgbClr val="F7DFDF"/>
              </a:solidFill>
              <a:ln w="5753" cap="sq">
                <a:noFill/>
                <a:prstDash val="solid"/>
                <a:miter/>
              </a:ln>
            </p:spPr>
            <p:txBody>
              <a:bodyPr rtlCol="0" anchor="ctr"/>
              <a:lstStyle/>
              <a:p>
                <a:endParaRPr lang="en-US"/>
              </a:p>
            </p:txBody>
          </p:sp>
          <p:sp>
            <p:nvSpPr>
              <p:cNvPr id="3095" name="Freeform: Shape 3094">
                <a:extLst>
                  <a:ext uri="{FF2B5EF4-FFF2-40B4-BE49-F238E27FC236}">
                    <a16:creationId xmlns:a16="http://schemas.microsoft.com/office/drawing/2014/main" id="{5A731590-85D3-BD2D-1841-F11372509757}"/>
                  </a:ext>
                </a:extLst>
              </p:cNvPr>
              <p:cNvSpPr/>
              <p:nvPr/>
            </p:nvSpPr>
            <p:spPr>
              <a:xfrm>
                <a:off x="7564174" y="7799888"/>
                <a:ext cx="41981" cy="41981"/>
              </a:xfrm>
              <a:custGeom>
                <a:avLst/>
                <a:gdLst>
                  <a:gd name="connsiteX0" fmla="*/ 21229 w 41981"/>
                  <a:gd name="connsiteY0" fmla="*/ 4939 h 41981"/>
                  <a:gd name="connsiteX1" fmla="*/ 37419 w 41981"/>
                  <a:gd name="connsiteY1" fmla="*/ 21129 h 41981"/>
                  <a:gd name="connsiteX2" fmla="*/ 37419 w 41981"/>
                  <a:gd name="connsiteY2" fmla="*/ 21129 h 41981"/>
                  <a:gd name="connsiteX3" fmla="*/ 21229 w 41981"/>
                  <a:gd name="connsiteY3" fmla="*/ 37320 h 41981"/>
                  <a:gd name="connsiteX4" fmla="*/ 5038 w 41981"/>
                  <a:gd name="connsiteY4" fmla="*/ 21129 h 41981"/>
                  <a:gd name="connsiteX5" fmla="*/ 21229 w 41981"/>
                  <a:gd name="connsiteY5" fmla="*/ 4939 h 41981"/>
                  <a:gd name="connsiteX6" fmla="*/ 21229 w 41981"/>
                  <a:gd name="connsiteY6" fmla="*/ 139 h 41981"/>
                  <a:gd name="connsiteX7" fmla="*/ 238 w 41981"/>
                  <a:gd name="connsiteY7" fmla="*/ 21129 h 41981"/>
                  <a:gd name="connsiteX8" fmla="*/ 21229 w 41981"/>
                  <a:gd name="connsiteY8" fmla="*/ 42120 h 41981"/>
                  <a:gd name="connsiteX9" fmla="*/ 42219 w 41981"/>
                  <a:gd name="connsiteY9" fmla="*/ 21129 h 41981"/>
                  <a:gd name="connsiteX10" fmla="*/ 42219 w 41981"/>
                  <a:gd name="connsiteY10" fmla="*/ 21129 h 41981"/>
                  <a:gd name="connsiteX11" fmla="*/ 21229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39"/>
                    </a:moveTo>
                    <a:cubicBezTo>
                      <a:pt x="30170" y="4939"/>
                      <a:pt x="37419" y="12188"/>
                      <a:pt x="37419" y="21129"/>
                    </a:cubicBezTo>
                    <a:lnTo>
                      <a:pt x="37419" y="21129"/>
                    </a:lnTo>
                    <a:cubicBezTo>
                      <a:pt x="37419" y="30071"/>
                      <a:pt x="30170" y="37320"/>
                      <a:pt x="21229" y="37320"/>
                    </a:cubicBezTo>
                    <a:cubicBezTo>
                      <a:pt x="12287" y="37320"/>
                      <a:pt x="5038" y="30071"/>
                      <a:pt x="5038" y="21129"/>
                    </a:cubicBezTo>
                    <a:cubicBezTo>
                      <a:pt x="5038" y="12188"/>
                      <a:pt x="12287" y="4939"/>
                      <a:pt x="21229" y="4939"/>
                    </a:cubicBezTo>
                    <a:close/>
                    <a:moveTo>
                      <a:pt x="21229" y="139"/>
                    </a:moveTo>
                    <a:cubicBezTo>
                      <a:pt x="9636" y="139"/>
                      <a:pt x="238" y="9537"/>
                      <a:pt x="238" y="21129"/>
                    </a:cubicBezTo>
                    <a:cubicBezTo>
                      <a:pt x="238" y="32722"/>
                      <a:pt x="9636" y="42120"/>
                      <a:pt x="21229" y="42120"/>
                    </a:cubicBezTo>
                    <a:cubicBezTo>
                      <a:pt x="32821" y="42120"/>
                      <a:pt x="42219" y="32722"/>
                      <a:pt x="42219" y="21129"/>
                    </a:cubicBezTo>
                    <a:lnTo>
                      <a:pt x="42219" y="21129"/>
                    </a:lnTo>
                    <a:cubicBezTo>
                      <a:pt x="42219" y="9537"/>
                      <a:pt x="32821" y="139"/>
                      <a:pt x="21229" y="139"/>
                    </a:cubicBezTo>
                    <a:close/>
                  </a:path>
                </a:pathLst>
              </a:custGeom>
              <a:solidFill>
                <a:srgbClr val="000000"/>
              </a:solidFill>
              <a:ln w="4794" cap="sq">
                <a:noFill/>
                <a:prstDash val="solid"/>
                <a:round/>
              </a:ln>
            </p:spPr>
            <p:txBody>
              <a:bodyPr rtlCol="0" anchor="ctr"/>
              <a:lstStyle/>
              <a:p>
                <a:endParaRPr lang="en-US"/>
              </a:p>
            </p:txBody>
          </p:sp>
          <p:sp>
            <p:nvSpPr>
              <p:cNvPr id="3096" name="Freeform: Shape 3095">
                <a:extLst>
                  <a:ext uri="{FF2B5EF4-FFF2-40B4-BE49-F238E27FC236}">
                    <a16:creationId xmlns:a16="http://schemas.microsoft.com/office/drawing/2014/main" id="{6A4DF3F3-795B-0E87-0DE2-A1CEB2ACBC22}"/>
                  </a:ext>
                </a:extLst>
              </p:cNvPr>
              <p:cNvSpPr/>
              <p:nvPr/>
            </p:nvSpPr>
            <p:spPr>
              <a:xfrm>
                <a:off x="7840474" y="7803492"/>
                <a:ext cx="37180" cy="37180"/>
              </a:xfrm>
              <a:custGeom>
                <a:avLst/>
                <a:gdLst>
                  <a:gd name="connsiteX0" fmla="*/ 37466 w 37180"/>
                  <a:gd name="connsiteY0" fmla="*/ 18729 h 37180"/>
                  <a:gd name="connsiteX1" fmla="*/ 18876 w 37180"/>
                  <a:gd name="connsiteY1" fmla="*/ 37320 h 37180"/>
                  <a:gd name="connsiteX2" fmla="*/ 286 w 37180"/>
                  <a:gd name="connsiteY2" fmla="*/ 18729 h 37180"/>
                  <a:gd name="connsiteX3" fmla="*/ 18876 w 37180"/>
                  <a:gd name="connsiteY3" fmla="*/ 139 h 37180"/>
                  <a:gd name="connsiteX4" fmla="*/ 37466 w 37180"/>
                  <a:gd name="connsiteY4" fmla="*/ 1872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29"/>
                    </a:moveTo>
                    <a:cubicBezTo>
                      <a:pt x="37466" y="28997"/>
                      <a:pt x="29143" y="37320"/>
                      <a:pt x="18876" y="37320"/>
                    </a:cubicBezTo>
                    <a:cubicBezTo>
                      <a:pt x="8609" y="37320"/>
                      <a:pt x="286" y="28997"/>
                      <a:pt x="286" y="18729"/>
                    </a:cubicBezTo>
                    <a:cubicBezTo>
                      <a:pt x="286" y="8462"/>
                      <a:pt x="8609" y="139"/>
                      <a:pt x="18876" y="139"/>
                    </a:cubicBezTo>
                    <a:cubicBezTo>
                      <a:pt x="29143" y="139"/>
                      <a:pt x="37466" y="8462"/>
                      <a:pt x="37466" y="18729"/>
                    </a:cubicBezTo>
                    <a:close/>
                  </a:path>
                </a:pathLst>
              </a:custGeom>
              <a:solidFill>
                <a:srgbClr val="67F767"/>
              </a:solidFill>
              <a:ln w="5753" cap="sq">
                <a:noFill/>
                <a:prstDash val="solid"/>
                <a:miter/>
              </a:ln>
            </p:spPr>
            <p:txBody>
              <a:bodyPr rtlCol="0" anchor="ctr"/>
              <a:lstStyle/>
              <a:p>
                <a:endParaRPr lang="en-US"/>
              </a:p>
            </p:txBody>
          </p:sp>
          <p:sp>
            <p:nvSpPr>
              <p:cNvPr id="3097" name="Freeform: Shape 3096">
                <a:extLst>
                  <a:ext uri="{FF2B5EF4-FFF2-40B4-BE49-F238E27FC236}">
                    <a16:creationId xmlns:a16="http://schemas.microsoft.com/office/drawing/2014/main" id="{3823A88F-2830-B06B-24AC-F9588D6AA584}"/>
                  </a:ext>
                </a:extLst>
              </p:cNvPr>
              <p:cNvSpPr/>
              <p:nvPr/>
            </p:nvSpPr>
            <p:spPr>
              <a:xfrm>
                <a:off x="7838074" y="7801092"/>
                <a:ext cx="41981" cy="41981"/>
              </a:xfrm>
              <a:custGeom>
                <a:avLst/>
                <a:gdLst>
                  <a:gd name="connsiteX0" fmla="*/ 21276 w 41981"/>
                  <a:gd name="connsiteY0" fmla="*/ 4939 h 41981"/>
                  <a:gd name="connsiteX1" fmla="*/ 37466 w 41981"/>
                  <a:gd name="connsiteY1" fmla="*/ 21130 h 41981"/>
                  <a:gd name="connsiteX2" fmla="*/ 37466 w 41981"/>
                  <a:gd name="connsiteY2" fmla="*/ 21130 h 41981"/>
                  <a:gd name="connsiteX3" fmla="*/ 21276 w 41981"/>
                  <a:gd name="connsiteY3" fmla="*/ 37320 h 41981"/>
                  <a:gd name="connsiteX4" fmla="*/ 5086 w 41981"/>
                  <a:gd name="connsiteY4" fmla="*/ 21130 h 41981"/>
                  <a:gd name="connsiteX5" fmla="*/ 21276 w 41981"/>
                  <a:gd name="connsiteY5" fmla="*/ 4939 h 41981"/>
                  <a:gd name="connsiteX6" fmla="*/ 21276 w 41981"/>
                  <a:gd name="connsiteY6" fmla="*/ 139 h 41981"/>
                  <a:gd name="connsiteX7" fmla="*/ 286 w 41981"/>
                  <a:gd name="connsiteY7" fmla="*/ 21130 h 41981"/>
                  <a:gd name="connsiteX8" fmla="*/ 21276 w 41981"/>
                  <a:gd name="connsiteY8" fmla="*/ 42120 h 41981"/>
                  <a:gd name="connsiteX9" fmla="*/ 42267 w 41981"/>
                  <a:gd name="connsiteY9" fmla="*/ 21130 h 41981"/>
                  <a:gd name="connsiteX10" fmla="*/ 42267 w 41981"/>
                  <a:gd name="connsiteY10" fmla="*/ 21130 h 41981"/>
                  <a:gd name="connsiteX11" fmla="*/ 21276 w 41981"/>
                  <a:gd name="connsiteY11" fmla="*/ 13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39"/>
                    </a:moveTo>
                    <a:cubicBezTo>
                      <a:pt x="30218" y="4939"/>
                      <a:pt x="37466" y="12188"/>
                      <a:pt x="37466" y="21130"/>
                    </a:cubicBezTo>
                    <a:lnTo>
                      <a:pt x="37466" y="21130"/>
                    </a:lnTo>
                    <a:cubicBezTo>
                      <a:pt x="37466" y="30071"/>
                      <a:pt x="30218" y="37320"/>
                      <a:pt x="21276" y="37320"/>
                    </a:cubicBezTo>
                    <a:cubicBezTo>
                      <a:pt x="12334" y="37320"/>
                      <a:pt x="5086" y="30071"/>
                      <a:pt x="5086" y="21130"/>
                    </a:cubicBezTo>
                    <a:cubicBezTo>
                      <a:pt x="5086" y="12188"/>
                      <a:pt x="12334" y="4939"/>
                      <a:pt x="21276" y="4939"/>
                    </a:cubicBezTo>
                    <a:close/>
                    <a:moveTo>
                      <a:pt x="21276" y="139"/>
                    </a:moveTo>
                    <a:cubicBezTo>
                      <a:pt x="9684" y="139"/>
                      <a:pt x="286" y="9537"/>
                      <a:pt x="286" y="21130"/>
                    </a:cubicBezTo>
                    <a:cubicBezTo>
                      <a:pt x="286" y="32722"/>
                      <a:pt x="9684" y="42120"/>
                      <a:pt x="21276" y="42120"/>
                    </a:cubicBezTo>
                    <a:cubicBezTo>
                      <a:pt x="32869" y="42120"/>
                      <a:pt x="42267" y="32722"/>
                      <a:pt x="42267" y="21130"/>
                    </a:cubicBezTo>
                    <a:lnTo>
                      <a:pt x="42267" y="21130"/>
                    </a:lnTo>
                    <a:cubicBezTo>
                      <a:pt x="42267" y="9537"/>
                      <a:pt x="32869" y="139"/>
                      <a:pt x="21276" y="139"/>
                    </a:cubicBezTo>
                    <a:close/>
                  </a:path>
                </a:pathLst>
              </a:custGeom>
              <a:solidFill>
                <a:srgbClr val="000000"/>
              </a:solidFill>
              <a:ln w="4794" cap="sq">
                <a:noFill/>
                <a:prstDash val="solid"/>
                <a:round/>
              </a:ln>
            </p:spPr>
            <p:txBody>
              <a:bodyPr rtlCol="0" anchor="ctr"/>
              <a:lstStyle/>
              <a:p>
                <a:endParaRPr lang="en-US"/>
              </a:p>
            </p:txBody>
          </p:sp>
          <p:sp>
            <p:nvSpPr>
              <p:cNvPr id="3098" name="Freeform: Shape 3097">
                <a:extLst>
                  <a:ext uri="{FF2B5EF4-FFF2-40B4-BE49-F238E27FC236}">
                    <a16:creationId xmlns:a16="http://schemas.microsoft.com/office/drawing/2014/main" id="{EF14A7A0-7963-487F-226C-65428BDB64D0}"/>
                  </a:ext>
                </a:extLst>
              </p:cNvPr>
              <p:cNvSpPr/>
              <p:nvPr/>
            </p:nvSpPr>
            <p:spPr>
              <a:xfrm>
                <a:off x="7790379" y="7932724"/>
                <a:ext cx="37180" cy="37180"/>
              </a:xfrm>
              <a:custGeom>
                <a:avLst/>
                <a:gdLst>
                  <a:gd name="connsiteX0" fmla="*/ 37458 w 37180"/>
                  <a:gd name="connsiteY0" fmla="*/ 18752 h 37180"/>
                  <a:gd name="connsiteX1" fmla="*/ 18867 w 37180"/>
                  <a:gd name="connsiteY1" fmla="*/ 37342 h 37180"/>
                  <a:gd name="connsiteX2" fmla="*/ 277 w 37180"/>
                  <a:gd name="connsiteY2" fmla="*/ 18752 h 37180"/>
                  <a:gd name="connsiteX3" fmla="*/ 18867 w 37180"/>
                  <a:gd name="connsiteY3" fmla="*/ 161 h 37180"/>
                  <a:gd name="connsiteX4" fmla="*/ 3745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52"/>
                    </a:moveTo>
                    <a:cubicBezTo>
                      <a:pt x="37458" y="29019"/>
                      <a:pt x="29134" y="37342"/>
                      <a:pt x="18867" y="37342"/>
                    </a:cubicBezTo>
                    <a:cubicBezTo>
                      <a:pt x="8600" y="37342"/>
                      <a:pt x="277" y="29019"/>
                      <a:pt x="277" y="18752"/>
                    </a:cubicBezTo>
                    <a:cubicBezTo>
                      <a:pt x="277" y="8485"/>
                      <a:pt x="8600" y="161"/>
                      <a:pt x="18867" y="161"/>
                    </a:cubicBezTo>
                    <a:cubicBezTo>
                      <a:pt x="29134" y="161"/>
                      <a:pt x="37458" y="8485"/>
                      <a:pt x="37458" y="18752"/>
                    </a:cubicBezTo>
                    <a:close/>
                  </a:path>
                </a:pathLst>
              </a:custGeom>
              <a:solidFill>
                <a:srgbClr val="F7E7E7"/>
              </a:solidFill>
              <a:ln w="5753" cap="sq">
                <a:noFill/>
                <a:prstDash val="solid"/>
                <a:miter/>
              </a:ln>
            </p:spPr>
            <p:txBody>
              <a:bodyPr rtlCol="0" anchor="ctr"/>
              <a:lstStyle/>
              <a:p>
                <a:endParaRPr lang="en-US"/>
              </a:p>
            </p:txBody>
          </p:sp>
          <p:sp>
            <p:nvSpPr>
              <p:cNvPr id="3099" name="Freeform: Shape 3098">
                <a:extLst>
                  <a:ext uri="{FF2B5EF4-FFF2-40B4-BE49-F238E27FC236}">
                    <a16:creationId xmlns:a16="http://schemas.microsoft.com/office/drawing/2014/main" id="{571601A3-C453-77D6-9BF7-C6C3E61E4AC0}"/>
                  </a:ext>
                </a:extLst>
              </p:cNvPr>
              <p:cNvSpPr/>
              <p:nvPr/>
            </p:nvSpPr>
            <p:spPr>
              <a:xfrm>
                <a:off x="7787979" y="7930323"/>
                <a:ext cx="41981" cy="41981"/>
              </a:xfrm>
              <a:custGeom>
                <a:avLst/>
                <a:gdLst>
                  <a:gd name="connsiteX0" fmla="*/ 21267 w 41981"/>
                  <a:gd name="connsiteY0" fmla="*/ 4962 h 41981"/>
                  <a:gd name="connsiteX1" fmla="*/ 37458 w 41981"/>
                  <a:gd name="connsiteY1" fmla="*/ 21152 h 41981"/>
                  <a:gd name="connsiteX2" fmla="*/ 37458 w 41981"/>
                  <a:gd name="connsiteY2" fmla="*/ 21152 h 41981"/>
                  <a:gd name="connsiteX3" fmla="*/ 21267 w 41981"/>
                  <a:gd name="connsiteY3" fmla="*/ 37342 h 41981"/>
                  <a:gd name="connsiteX4" fmla="*/ 5077 w 41981"/>
                  <a:gd name="connsiteY4" fmla="*/ 21152 h 41981"/>
                  <a:gd name="connsiteX5" fmla="*/ 21267 w 41981"/>
                  <a:gd name="connsiteY5" fmla="*/ 4962 h 41981"/>
                  <a:gd name="connsiteX6" fmla="*/ 21267 w 41981"/>
                  <a:gd name="connsiteY6" fmla="*/ 161 h 41981"/>
                  <a:gd name="connsiteX7" fmla="*/ 277 w 41981"/>
                  <a:gd name="connsiteY7" fmla="*/ 21152 h 41981"/>
                  <a:gd name="connsiteX8" fmla="*/ 21267 w 41981"/>
                  <a:gd name="connsiteY8" fmla="*/ 42143 h 41981"/>
                  <a:gd name="connsiteX9" fmla="*/ 42258 w 41981"/>
                  <a:gd name="connsiteY9" fmla="*/ 21152 h 41981"/>
                  <a:gd name="connsiteX10" fmla="*/ 42258 w 41981"/>
                  <a:gd name="connsiteY10" fmla="*/ 21152 h 41981"/>
                  <a:gd name="connsiteX11" fmla="*/ 21267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2"/>
                    </a:moveTo>
                    <a:cubicBezTo>
                      <a:pt x="30209" y="4962"/>
                      <a:pt x="37458" y="12210"/>
                      <a:pt x="37458" y="21152"/>
                    </a:cubicBezTo>
                    <a:lnTo>
                      <a:pt x="37458" y="21152"/>
                    </a:lnTo>
                    <a:cubicBezTo>
                      <a:pt x="37458" y="30094"/>
                      <a:pt x="30209" y="37342"/>
                      <a:pt x="21267" y="37342"/>
                    </a:cubicBezTo>
                    <a:cubicBezTo>
                      <a:pt x="12326" y="37342"/>
                      <a:pt x="5077" y="30094"/>
                      <a:pt x="5077" y="21152"/>
                    </a:cubicBezTo>
                    <a:cubicBezTo>
                      <a:pt x="5077" y="12210"/>
                      <a:pt x="12326" y="4962"/>
                      <a:pt x="21267" y="4962"/>
                    </a:cubicBezTo>
                    <a:close/>
                    <a:moveTo>
                      <a:pt x="21267" y="161"/>
                    </a:moveTo>
                    <a:cubicBezTo>
                      <a:pt x="9675" y="161"/>
                      <a:pt x="277" y="9559"/>
                      <a:pt x="277" y="21152"/>
                    </a:cubicBezTo>
                    <a:cubicBezTo>
                      <a:pt x="277" y="32745"/>
                      <a:pt x="9675" y="42143"/>
                      <a:pt x="21267" y="42143"/>
                    </a:cubicBezTo>
                    <a:cubicBezTo>
                      <a:pt x="32860" y="42143"/>
                      <a:pt x="42258" y="32745"/>
                      <a:pt x="42258" y="21152"/>
                    </a:cubicBezTo>
                    <a:lnTo>
                      <a:pt x="42258" y="21152"/>
                    </a:lnTo>
                    <a:cubicBezTo>
                      <a:pt x="42258" y="9559"/>
                      <a:pt x="32860" y="161"/>
                      <a:pt x="21267" y="161"/>
                    </a:cubicBezTo>
                    <a:close/>
                  </a:path>
                </a:pathLst>
              </a:custGeom>
              <a:solidFill>
                <a:srgbClr val="000000"/>
              </a:solidFill>
              <a:ln w="4794" cap="sq">
                <a:noFill/>
                <a:prstDash val="solid"/>
                <a:round/>
              </a:ln>
            </p:spPr>
            <p:txBody>
              <a:bodyPr rtlCol="0" anchor="ctr"/>
              <a:lstStyle/>
              <a:p>
                <a:endParaRPr lang="en-US"/>
              </a:p>
            </p:txBody>
          </p:sp>
          <p:sp>
            <p:nvSpPr>
              <p:cNvPr id="3100" name="Freeform: Shape 3099">
                <a:extLst>
                  <a:ext uri="{FF2B5EF4-FFF2-40B4-BE49-F238E27FC236}">
                    <a16:creationId xmlns:a16="http://schemas.microsoft.com/office/drawing/2014/main" id="{B0EA90CE-7FFD-69A3-1BAB-508DD4E18648}"/>
                  </a:ext>
                </a:extLst>
              </p:cNvPr>
              <p:cNvSpPr/>
              <p:nvPr/>
            </p:nvSpPr>
            <p:spPr>
              <a:xfrm>
                <a:off x="7674067" y="8101929"/>
                <a:ext cx="37180" cy="37180"/>
              </a:xfrm>
              <a:custGeom>
                <a:avLst/>
                <a:gdLst>
                  <a:gd name="connsiteX0" fmla="*/ 37437 w 37180"/>
                  <a:gd name="connsiteY0" fmla="*/ 18781 h 37180"/>
                  <a:gd name="connsiteX1" fmla="*/ 18847 w 37180"/>
                  <a:gd name="connsiteY1" fmla="*/ 37372 h 37180"/>
                  <a:gd name="connsiteX2" fmla="*/ 257 w 37180"/>
                  <a:gd name="connsiteY2" fmla="*/ 18781 h 37180"/>
                  <a:gd name="connsiteX3" fmla="*/ 18847 w 37180"/>
                  <a:gd name="connsiteY3" fmla="*/ 191 h 37180"/>
                  <a:gd name="connsiteX4" fmla="*/ 37437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7" y="18781"/>
                    </a:moveTo>
                    <a:cubicBezTo>
                      <a:pt x="37437" y="29048"/>
                      <a:pt x="29114" y="37372"/>
                      <a:pt x="18847" y="37372"/>
                    </a:cubicBezTo>
                    <a:cubicBezTo>
                      <a:pt x="8580" y="37372"/>
                      <a:pt x="257" y="29048"/>
                      <a:pt x="257" y="18781"/>
                    </a:cubicBezTo>
                    <a:cubicBezTo>
                      <a:pt x="257" y="8514"/>
                      <a:pt x="8580" y="191"/>
                      <a:pt x="18847" y="191"/>
                    </a:cubicBezTo>
                    <a:cubicBezTo>
                      <a:pt x="29114" y="191"/>
                      <a:pt x="37437" y="8514"/>
                      <a:pt x="37437" y="18781"/>
                    </a:cubicBezTo>
                    <a:close/>
                  </a:path>
                </a:pathLst>
              </a:custGeom>
              <a:solidFill>
                <a:srgbClr val="F7E8E8"/>
              </a:solidFill>
              <a:ln w="5753" cap="sq">
                <a:noFill/>
                <a:prstDash val="solid"/>
                <a:miter/>
              </a:ln>
            </p:spPr>
            <p:txBody>
              <a:bodyPr rtlCol="0" anchor="ctr"/>
              <a:lstStyle/>
              <a:p>
                <a:endParaRPr lang="en-US"/>
              </a:p>
            </p:txBody>
          </p:sp>
          <p:sp>
            <p:nvSpPr>
              <p:cNvPr id="3101" name="Freeform: Shape 3100">
                <a:extLst>
                  <a:ext uri="{FF2B5EF4-FFF2-40B4-BE49-F238E27FC236}">
                    <a16:creationId xmlns:a16="http://schemas.microsoft.com/office/drawing/2014/main" id="{63EDFBE1-85F4-6359-FA60-25C57A47CF13}"/>
                  </a:ext>
                </a:extLst>
              </p:cNvPr>
              <p:cNvSpPr/>
              <p:nvPr/>
            </p:nvSpPr>
            <p:spPr>
              <a:xfrm>
                <a:off x="7671667" y="8099529"/>
                <a:ext cx="41981" cy="41981"/>
              </a:xfrm>
              <a:custGeom>
                <a:avLst/>
                <a:gdLst>
                  <a:gd name="connsiteX0" fmla="*/ 21247 w 41981"/>
                  <a:gd name="connsiteY0" fmla="*/ 4991 h 41981"/>
                  <a:gd name="connsiteX1" fmla="*/ 37437 w 41981"/>
                  <a:gd name="connsiteY1" fmla="*/ 21181 h 41981"/>
                  <a:gd name="connsiteX2" fmla="*/ 37437 w 41981"/>
                  <a:gd name="connsiteY2" fmla="*/ 21181 h 41981"/>
                  <a:gd name="connsiteX3" fmla="*/ 21247 w 41981"/>
                  <a:gd name="connsiteY3" fmla="*/ 37372 h 41981"/>
                  <a:gd name="connsiteX4" fmla="*/ 5057 w 41981"/>
                  <a:gd name="connsiteY4" fmla="*/ 21181 h 41981"/>
                  <a:gd name="connsiteX5" fmla="*/ 21247 w 41981"/>
                  <a:gd name="connsiteY5" fmla="*/ 4991 h 41981"/>
                  <a:gd name="connsiteX6" fmla="*/ 21247 w 41981"/>
                  <a:gd name="connsiteY6" fmla="*/ 191 h 41981"/>
                  <a:gd name="connsiteX7" fmla="*/ 257 w 41981"/>
                  <a:gd name="connsiteY7" fmla="*/ 21181 h 41981"/>
                  <a:gd name="connsiteX8" fmla="*/ 21247 w 41981"/>
                  <a:gd name="connsiteY8" fmla="*/ 42172 h 41981"/>
                  <a:gd name="connsiteX9" fmla="*/ 42238 w 41981"/>
                  <a:gd name="connsiteY9" fmla="*/ 21181 h 41981"/>
                  <a:gd name="connsiteX10" fmla="*/ 42238 w 41981"/>
                  <a:gd name="connsiteY10" fmla="*/ 21181 h 41981"/>
                  <a:gd name="connsiteX11" fmla="*/ 21247 w 41981"/>
                  <a:gd name="connsiteY11" fmla="*/ 19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7" y="4991"/>
                    </a:moveTo>
                    <a:cubicBezTo>
                      <a:pt x="30189" y="4991"/>
                      <a:pt x="37437" y="12240"/>
                      <a:pt x="37437" y="21181"/>
                    </a:cubicBezTo>
                    <a:lnTo>
                      <a:pt x="37437" y="21181"/>
                    </a:lnTo>
                    <a:cubicBezTo>
                      <a:pt x="37437" y="30123"/>
                      <a:pt x="30189" y="37372"/>
                      <a:pt x="21247" y="37372"/>
                    </a:cubicBezTo>
                    <a:cubicBezTo>
                      <a:pt x="12305" y="37372"/>
                      <a:pt x="5057" y="30123"/>
                      <a:pt x="5057" y="21181"/>
                    </a:cubicBezTo>
                    <a:cubicBezTo>
                      <a:pt x="5057" y="12240"/>
                      <a:pt x="12305" y="4991"/>
                      <a:pt x="21247" y="4991"/>
                    </a:cubicBezTo>
                    <a:close/>
                    <a:moveTo>
                      <a:pt x="21247" y="191"/>
                    </a:moveTo>
                    <a:cubicBezTo>
                      <a:pt x="9655" y="191"/>
                      <a:pt x="257" y="9589"/>
                      <a:pt x="257" y="21181"/>
                    </a:cubicBezTo>
                    <a:cubicBezTo>
                      <a:pt x="257" y="32774"/>
                      <a:pt x="9655" y="42172"/>
                      <a:pt x="21247" y="42172"/>
                    </a:cubicBezTo>
                    <a:cubicBezTo>
                      <a:pt x="32840" y="42172"/>
                      <a:pt x="42238" y="32774"/>
                      <a:pt x="42238" y="21181"/>
                    </a:cubicBezTo>
                    <a:lnTo>
                      <a:pt x="42238" y="21181"/>
                    </a:lnTo>
                    <a:cubicBezTo>
                      <a:pt x="42238" y="9589"/>
                      <a:pt x="32840" y="191"/>
                      <a:pt x="21247" y="191"/>
                    </a:cubicBezTo>
                    <a:close/>
                  </a:path>
                </a:pathLst>
              </a:custGeom>
              <a:solidFill>
                <a:srgbClr val="000000"/>
              </a:solidFill>
              <a:ln w="4794" cap="sq">
                <a:noFill/>
                <a:prstDash val="solid"/>
                <a:round/>
              </a:ln>
            </p:spPr>
            <p:txBody>
              <a:bodyPr rtlCol="0" anchor="ctr"/>
              <a:lstStyle/>
              <a:p>
                <a:endParaRPr lang="en-US"/>
              </a:p>
            </p:txBody>
          </p:sp>
          <p:sp>
            <p:nvSpPr>
              <p:cNvPr id="3102" name="Freeform: Shape 3101">
                <a:extLst>
                  <a:ext uri="{FF2B5EF4-FFF2-40B4-BE49-F238E27FC236}">
                    <a16:creationId xmlns:a16="http://schemas.microsoft.com/office/drawing/2014/main" id="{F46ACE45-1693-6FF9-3C7A-7F8561CC44D9}"/>
                  </a:ext>
                </a:extLst>
              </p:cNvPr>
              <p:cNvSpPr/>
              <p:nvPr/>
            </p:nvSpPr>
            <p:spPr>
              <a:xfrm>
                <a:off x="7725435" y="7949877"/>
                <a:ext cx="37180" cy="37180"/>
              </a:xfrm>
              <a:custGeom>
                <a:avLst/>
                <a:gdLst>
                  <a:gd name="connsiteX0" fmla="*/ 37446 w 37180"/>
                  <a:gd name="connsiteY0" fmla="*/ 18755 h 37180"/>
                  <a:gd name="connsiteX1" fmla="*/ 18856 w 37180"/>
                  <a:gd name="connsiteY1" fmla="*/ 37345 h 37180"/>
                  <a:gd name="connsiteX2" fmla="*/ 266 w 37180"/>
                  <a:gd name="connsiteY2" fmla="*/ 18755 h 37180"/>
                  <a:gd name="connsiteX3" fmla="*/ 18856 w 37180"/>
                  <a:gd name="connsiteY3" fmla="*/ 164 h 37180"/>
                  <a:gd name="connsiteX4" fmla="*/ 37446 w 37180"/>
                  <a:gd name="connsiteY4" fmla="*/ 1875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55"/>
                    </a:moveTo>
                    <a:cubicBezTo>
                      <a:pt x="37446" y="29022"/>
                      <a:pt x="29123" y="37345"/>
                      <a:pt x="18856" y="37345"/>
                    </a:cubicBezTo>
                    <a:cubicBezTo>
                      <a:pt x="8589" y="37345"/>
                      <a:pt x="266" y="29022"/>
                      <a:pt x="266" y="18755"/>
                    </a:cubicBezTo>
                    <a:cubicBezTo>
                      <a:pt x="266" y="8488"/>
                      <a:pt x="8589" y="164"/>
                      <a:pt x="18856" y="164"/>
                    </a:cubicBezTo>
                    <a:cubicBezTo>
                      <a:pt x="29123" y="164"/>
                      <a:pt x="37446" y="8488"/>
                      <a:pt x="37446" y="18755"/>
                    </a:cubicBezTo>
                    <a:close/>
                  </a:path>
                </a:pathLst>
              </a:custGeom>
              <a:solidFill>
                <a:srgbClr val="F7E9E9"/>
              </a:solidFill>
              <a:ln w="5753" cap="sq">
                <a:noFill/>
                <a:prstDash val="solid"/>
                <a:miter/>
              </a:ln>
            </p:spPr>
            <p:txBody>
              <a:bodyPr rtlCol="0" anchor="ctr"/>
              <a:lstStyle/>
              <a:p>
                <a:endParaRPr lang="en-US"/>
              </a:p>
            </p:txBody>
          </p:sp>
          <p:sp>
            <p:nvSpPr>
              <p:cNvPr id="3103" name="Freeform: Shape 3102">
                <a:extLst>
                  <a:ext uri="{FF2B5EF4-FFF2-40B4-BE49-F238E27FC236}">
                    <a16:creationId xmlns:a16="http://schemas.microsoft.com/office/drawing/2014/main" id="{5F7535CD-4E4E-7D32-2544-A656220772E7}"/>
                  </a:ext>
                </a:extLst>
              </p:cNvPr>
              <p:cNvSpPr/>
              <p:nvPr/>
            </p:nvSpPr>
            <p:spPr>
              <a:xfrm>
                <a:off x="7723035" y="7947477"/>
                <a:ext cx="41981" cy="41981"/>
              </a:xfrm>
              <a:custGeom>
                <a:avLst/>
                <a:gdLst>
                  <a:gd name="connsiteX0" fmla="*/ 21256 w 41981"/>
                  <a:gd name="connsiteY0" fmla="*/ 4965 h 41981"/>
                  <a:gd name="connsiteX1" fmla="*/ 37446 w 41981"/>
                  <a:gd name="connsiteY1" fmla="*/ 21155 h 41981"/>
                  <a:gd name="connsiteX2" fmla="*/ 37446 w 41981"/>
                  <a:gd name="connsiteY2" fmla="*/ 21155 h 41981"/>
                  <a:gd name="connsiteX3" fmla="*/ 21256 w 41981"/>
                  <a:gd name="connsiteY3" fmla="*/ 37345 h 41981"/>
                  <a:gd name="connsiteX4" fmla="*/ 5066 w 41981"/>
                  <a:gd name="connsiteY4" fmla="*/ 21155 h 41981"/>
                  <a:gd name="connsiteX5" fmla="*/ 21256 w 41981"/>
                  <a:gd name="connsiteY5" fmla="*/ 4965 h 41981"/>
                  <a:gd name="connsiteX6" fmla="*/ 21256 w 41981"/>
                  <a:gd name="connsiteY6" fmla="*/ 164 h 41981"/>
                  <a:gd name="connsiteX7" fmla="*/ 266 w 41981"/>
                  <a:gd name="connsiteY7" fmla="*/ 21155 h 41981"/>
                  <a:gd name="connsiteX8" fmla="*/ 21256 w 41981"/>
                  <a:gd name="connsiteY8" fmla="*/ 42146 h 41981"/>
                  <a:gd name="connsiteX9" fmla="*/ 42247 w 41981"/>
                  <a:gd name="connsiteY9" fmla="*/ 21155 h 41981"/>
                  <a:gd name="connsiteX10" fmla="*/ 42247 w 41981"/>
                  <a:gd name="connsiteY10" fmla="*/ 21155 h 41981"/>
                  <a:gd name="connsiteX11" fmla="*/ 21256 w 41981"/>
                  <a:gd name="connsiteY11" fmla="*/ 16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65"/>
                    </a:moveTo>
                    <a:cubicBezTo>
                      <a:pt x="30198" y="4965"/>
                      <a:pt x="37446" y="12213"/>
                      <a:pt x="37446" y="21155"/>
                    </a:cubicBezTo>
                    <a:lnTo>
                      <a:pt x="37446" y="21155"/>
                    </a:lnTo>
                    <a:cubicBezTo>
                      <a:pt x="37446" y="30097"/>
                      <a:pt x="30198" y="37345"/>
                      <a:pt x="21256" y="37345"/>
                    </a:cubicBezTo>
                    <a:cubicBezTo>
                      <a:pt x="12314" y="37345"/>
                      <a:pt x="5066" y="30097"/>
                      <a:pt x="5066" y="21155"/>
                    </a:cubicBezTo>
                    <a:cubicBezTo>
                      <a:pt x="5066" y="12213"/>
                      <a:pt x="12314" y="4965"/>
                      <a:pt x="21256" y="4965"/>
                    </a:cubicBezTo>
                    <a:close/>
                    <a:moveTo>
                      <a:pt x="21256" y="164"/>
                    </a:moveTo>
                    <a:cubicBezTo>
                      <a:pt x="9664" y="164"/>
                      <a:pt x="266" y="9562"/>
                      <a:pt x="266" y="21155"/>
                    </a:cubicBezTo>
                    <a:cubicBezTo>
                      <a:pt x="266" y="32748"/>
                      <a:pt x="9664" y="42146"/>
                      <a:pt x="21256" y="42146"/>
                    </a:cubicBezTo>
                    <a:cubicBezTo>
                      <a:pt x="32849" y="42146"/>
                      <a:pt x="42247" y="32748"/>
                      <a:pt x="42247" y="21155"/>
                    </a:cubicBezTo>
                    <a:lnTo>
                      <a:pt x="42247" y="21155"/>
                    </a:lnTo>
                    <a:cubicBezTo>
                      <a:pt x="42247" y="9562"/>
                      <a:pt x="32849" y="164"/>
                      <a:pt x="21256" y="164"/>
                    </a:cubicBezTo>
                    <a:close/>
                  </a:path>
                </a:pathLst>
              </a:custGeom>
              <a:solidFill>
                <a:srgbClr val="000000"/>
              </a:solidFill>
              <a:ln w="4794" cap="sq">
                <a:noFill/>
                <a:prstDash val="solid"/>
                <a:round/>
              </a:ln>
            </p:spPr>
            <p:txBody>
              <a:bodyPr rtlCol="0" anchor="ctr"/>
              <a:lstStyle/>
              <a:p>
                <a:endParaRPr lang="en-US"/>
              </a:p>
            </p:txBody>
          </p:sp>
          <p:sp>
            <p:nvSpPr>
              <p:cNvPr id="3104" name="Freeform: Shape 3103">
                <a:extLst>
                  <a:ext uri="{FF2B5EF4-FFF2-40B4-BE49-F238E27FC236}">
                    <a16:creationId xmlns:a16="http://schemas.microsoft.com/office/drawing/2014/main" id="{CD6EE678-C028-47A9-D748-AEA64842F1A1}"/>
                  </a:ext>
                </a:extLst>
              </p:cNvPr>
              <p:cNvSpPr/>
              <p:nvPr/>
            </p:nvSpPr>
            <p:spPr>
              <a:xfrm>
                <a:off x="7704786" y="8037734"/>
                <a:ext cx="37180" cy="37180"/>
              </a:xfrm>
              <a:custGeom>
                <a:avLst/>
                <a:gdLst>
                  <a:gd name="connsiteX0" fmla="*/ 37443 w 37180"/>
                  <a:gd name="connsiteY0" fmla="*/ 18770 h 37180"/>
                  <a:gd name="connsiteX1" fmla="*/ 18852 w 37180"/>
                  <a:gd name="connsiteY1" fmla="*/ 37360 h 37180"/>
                  <a:gd name="connsiteX2" fmla="*/ 262 w 37180"/>
                  <a:gd name="connsiteY2" fmla="*/ 18770 h 37180"/>
                  <a:gd name="connsiteX3" fmla="*/ 18852 w 37180"/>
                  <a:gd name="connsiteY3" fmla="*/ 180 h 37180"/>
                  <a:gd name="connsiteX4" fmla="*/ 37443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3" y="18770"/>
                    </a:moveTo>
                    <a:cubicBezTo>
                      <a:pt x="37443" y="29037"/>
                      <a:pt x="29120" y="37360"/>
                      <a:pt x="18852" y="37360"/>
                    </a:cubicBezTo>
                    <a:cubicBezTo>
                      <a:pt x="8585" y="37360"/>
                      <a:pt x="262" y="29037"/>
                      <a:pt x="262" y="18770"/>
                    </a:cubicBezTo>
                    <a:cubicBezTo>
                      <a:pt x="262" y="8503"/>
                      <a:pt x="8585" y="180"/>
                      <a:pt x="18852" y="180"/>
                    </a:cubicBezTo>
                    <a:cubicBezTo>
                      <a:pt x="29120" y="180"/>
                      <a:pt x="37443" y="8503"/>
                      <a:pt x="37443" y="18770"/>
                    </a:cubicBezTo>
                    <a:close/>
                  </a:path>
                </a:pathLst>
              </a:custGeom>
              <a:solidFill>
                <a:srgbClr val="B9F7B9"/>
              </a:solidFill>
              <a:ln w="5753" cap="sq">
                <a:noFill/>
                <a:prstDash val="solid"/>
                <a:miter/>
              </a:ln>
            </p:spPr>
            <p:txBody>
              <a:bodyPr rtlCol="0" anchor="ctr"/>
              <a:lstStyle/>
              <a:p>
                <a:endParaRPr lang="en-US"/>
              </a:p>
            </p:txBody>
          </p:sp>
          <p:sp>
            <p:nvSpPr>
              <p:cNvPr id="3105" name="Freeform: Shape 3104">
                <a:extLst>
                  <a:ext uri="{FF2B5EF4-FFF2-40B4-BE49-F238E27FC236}">
                    <a16:creationId xmlns:a16="http://schemas.microsoft.com/office/drawing/2014/main" id="{3D4A347D-C1F4-5D99-9902-AA596595A0B7}"/>
                  </a:ext>
                </a:extLst>
              </p:cNvPr>
              <p:cNvSpPr/>
              <p:nvPr/>
            </p:nvSpPr>
            <p:spPr>
              <a:xfrm>
                <a:off x="7702385" y="8035334"/>
                <a:ext cx="41981" cy="41981"/>
              </a:xfrm>
              <a:custGeom>
                <a:avLst/>
                <a:gdLst>
                  <a:gd name="connsiteX0" fmla="*/ 21253 w 41981"/>
                  <a:gd name="connsiteY0" fmla="*/ 4980 h 41981"/>
                  <a:gd name="connsiteX1" fmla="*/ 37443 w 41981"/>
                  <a:gd name="connsiteY1" fmla="*/ 21170 h 41981"/>
                  <a:gd name="connsiteX2" fmla="*/ 37443 w 41981"/>
                  <a:gd name="connsiteY2" fmla="*/ 21170 h 41981"/>
                  <a:gd name="connsiteX3" fmla="*/ 21253 w 41981"/>
                  <a:gd name="connsiteY3" fmla="*/ 37360 h 41981"/>
                  <a:gd name="connsiteX4" fmla="*/ 5062 w 41981"/>
                  <a:gd name="connsiteY4" fmla="*/ 21170 h 41981"/>
                  <a:gd name="connsiteX5" fmla="*/ 21253 w 41981"/>
                  <a:gd name="connsiteY5" fmla="*/ 4980 h 41981"/>
                  <a:gd name="connsiteX6" fmla="*/ 21253 w 41981"/>
                  <a:gd name="connsiteY6" fmla="*/ 180 h 41981"/>
                  <a:gd name="connsiteX7" fmla="*/ 262 w 41981"/>
                  <a:gd name="connsiteY7" fmla="*/ 21170 h 41981"/>
                  <a:gd name="connsiteX8" fmla="*/ 21253 w 41981"/>
                  <a:gd name="connsiteY8" fmla="*/ 42161 h 41981"/>
                  <a:gd name="connsiteX9" fmla="*/ 42243 w 41981"/>
                  <a:gd name="connsiteY9" fmla="*/ 21170 h 41981"/>
                  <a:gd name="connsiteX10" fmla="*/ 42243 w 41981"/>
                  <a:gd name="connsiteY10" fmla="*/ 21170 h 41981"/>
                  <a:gd name="connsiteX11" fmla="*/ 21253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3" y="4980"/>
                    </a:moveTo>
                    <a:cubicBezTo>
                      <a:pt x="30194" y="4980"/>
                      <a:pt x="37443" y="12228"/>
                      <a:pt x="37443" y="21170"/>
                    </a:cubicBezTo>
                    <a:lnTo>
                      <a:pt x="37443" y="21170"/>
                    </a:lnTo>
                    <a:cubicBezTo>
                      <a:pt x="37443" y="30112"/>
                      <a:pt x="30194" y="37360"/>
                      <a:pt x="21253" y="37360"/>
                    </a:cubicBezTo>
                    <a:cubicBezTo>
                      <a:pt x="12311" y="37360"/>
                      <a:pt x="5062" y="30112"/>
                      <a:pt x="5062" y="21170"/>
                    </a:cubicBezTo>
                    <a:cubicBezTo>
                      <a:pt x="5062" y="12228"/>
                      <a:pt x="12311" y="4980"/>
                      <a:pt x="21253" y="4980"/>
                    </a:cubicBezTo>
                    <a:close/>
                    <a:moveTo>
                      <a:pt x="21253" y="180"/>
                    </a:moveTo>
                    <a:cubicBezTo>
                      <a:pt x="9660" y="180"/>
                      <a:pt x="262" y="9578"/>
                      <a:pt x="262" y="21170"/>
                    </a:cubicBezTo>
                    <a:cubicBezTo>
                      <a:pt x="262" y="32763"/>
                      <a:pt x="9660" y="42161"/>
                      <a:pt x="21253" y="42161"/>
                    </a:cubicBezTo>
                    <a:cubicBezTo>
                      <a:pt x="32845" y="42161"/>
                      <a:pt x="42243" y="32763"/>
                      <a:pt x="42243" y="21170"/>
                    </a:cubicBezTo>
                    <a:lnTo>
                      <a:pt x="42243" y="21170"/>
                    </a:lnTo>
                    <a:cubicBezTo>
                      <a:pt x="42243" y="9578"/>
                      <a:pt x="32845" y="180"/>
                      <a:pt x="21253" y="180"/>
                    </a:cubicBezTo>
                    <a:close/>
                  </a:path>
                </a:pathLst>
              </a:custGeom>
              <a:solidFill>
                <a:srgbClr val="000000"/>
              </a:solidFill>
              <a:ln w="4794" cap="sq">
                <a:noFill/>
                <a:prstDash val="solid"/>
                <a:round/>
              </a:ln>
            </p:spPr>
            <p:txBody>
              <a:bodyPr rtlCol="0" anchor="ctr"/>
              <a:lstStyle/>
              <a:p>
                <a:endParaRPr lang="en-US"/>
              </a:p>
            </p:txBody>
          </p:sp>
          <p:sp>
            <p:nvSpPr>
              <p:cNvPr id="3106" name="Freeform: Shape 3105">
                <a:extLst>
                  <a:ext uri="{FF2B5EF4-FFF2-40B4-BE49-F238E27FC236}">
                    <a16:creationId xmlns:a16="http://schemas.microsoft.com/office/drawing/2014/main" id="{0CDC8EEA-5D28-C71F-9BF7-5380BC5F889D}"/>
                  </a:ext>
                </a:extLst>
              </p:cNvPr>
              <p:cNvSpPr/>
              <p:nvPr/>
            </p:nvSpPr>
            <p:spPr>
              <a:xfrm>
                <a:off x="7619365" y="7720819"/>
                <a:ext cx="37180" cy="37180"/>
              </a:xfrm>
              <a:custGeom>
                <a:avLst/>
                <a:gdLst>
                  <a:gd name="connsiteX0" fmla="*/ 37428 w 37180"/>
                  <a:gd name="connsiteY0" fmla="*/ 18715 h 37180"/>
                  <a:gd name="connsiteX1" fmla="*/ 18838 w 37180"/>
                  <a:gd name="connsiteY1" fmla="*/ 37305 h 37180"/>
                  <a:gd name="connsiteX2" fmla="*/ 247 w 37180"/>
                  <a:gd name="connsiteY2" fmla="*/ 18715 h 37180"/>
                  <a:gd name="connsiteX3" fmla="*/ 18838 w 37180"/>
                  <a:gd name="connsiteY3" fmla="*/ 125 h 37180"/>
                  <a:gd name="connsiteX4" fmla="*/ 37428 w 37180"/>
                  <a:gd name="connsiteY4" fmla="*/ 1871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8" y="18715"/>
                    </a:moveTo>
                    <a:cubicBezTo>
                      <a:pt x="37428" y="28982"/>
                      <a:pt x="29105" y="37305"/>
                      <a:pt x="18838" y="37305"/>
                    </a:cubicBezTo>
                    <a:cubicBezTo>
                      <a:pt x="8570" y="37305"/>
                      <a:pt x="247" y="28982"/>
                      <a:pt x="247" y="18715"/>
                    </a:cubicBezTo>
                    <a:cubicBezTo>
                      <a:pt x="247" y="8448"/>
                      <a:pt x="8570" y="125"/>
                      <a:pt x="18838" y="125"/>
                    </a:cubicBezTo>
                    <a:cubicBezTo>
                      <a:pt x="29105" y="125"/>
                      <a:pt x="37428" y="8448"/>
                      <a:pt x="37428" y="18715"/>
                    </a:cubicBezTo>
                    <a:close/>
                  </a:path>
                </a:pathLst>
              </a:custGeom>
              <a:solidFill>
                <a:srgbClr val="F7CCCC"/>
              </a:solidFill>
              <a:ln w="5753" cap="sq">
                <a:noFill/>
                <a:prstDash val="solid"/>
                <a:miter/>
              </a:ln>
            </p:spPr>
            <p:txBody>
              <a:bodyPr rtlCol="0" anchor="ctr"/>
              <a:lstStyle/>
              <a:p>
                <a:endParaRPr lang="en-US"/>
              </a:p>
            </p:txBody>
          </p:sp>
          <p:sp>
            <p:nvSpPr>
              <p:cNvPr id="3107" name="Freeform: Shape 3106">
                <a:extLst>
                  <a:ext uri="{FF2B5EF4-FFF2-40B4-BE49-F238E27FC236}">
                    <a16:creationId xmlns:a16="http://schemas.microsoft.com/office/drawing/2014/main" id="{86765B97-8E74-30F7-C2E6-2926519286CD}"/>
                  </a:ext>
                </a:extLst>
              </p:cNvPr>
              <p:cNvSpPr/>
              <p:nvPr/>
            </p:nvSpPr>
            <p:spPr>
              <a:xfrm>
                <a:off x="7616965" y="7718419"/>
                <a:ext cx="41981" cy="41981"/>
              </a:xfrm>
              <a:custGeom>
                <a:avLst/>
                <a:gdLst>
                  <a:gd name="connsiteX0" fmla="*/ 21238 w 41981"/>
                  <a:gd name="connsiteY0" fmla="*/ 4925 h 41981"/>
                  <a:gd name="connsiteX1" fmla="*/ 37428 w 41981"/>
                  <a:gd name="connsiteY1" fmla="*/ 21115 h 41981"/>
                  <a:gd name="connsiteX2" fmla="*/ 37428 w 41981"/>
                  <a:gd name="connsiteY2" fmla="*/ 21115 h 41981"/>
                  <a:gd name="connsiteX3" fmla="*/ 21238 w 41981"/>
                  <a:gd name="connsiteY3" fmla="*/ 37305 h 41981"/>
                  <a:gd name="connsiteX4" fmla="*/ 5048 w 41981"/>
                  <a:gd name="connsiteY4" fmla="*/ 21115 h 41981"/>
                  <a:gd name="connsiteX5" fmla="*/ 21238 w 41981"/>
                  <a:gd name="connsiteY5" fmla="*/ 4925 h 41981"/>
                  <a:gd name="connsiteX6" fmla="*/ 21238 w 41981"/>
                  <a:gd name="connsiteY6" fmla="*/ 125 h 41981"/>
                  <a:gd name="connsiteX7" fmla="*/ 247 w 41981"/>
                  <a:gd name="connsiteY7" fmla="*/ 21115 h 41981"/>
                  <a:gd name="connsiteX8" fmla="*/ 21238 w 41981"/>
                  <a:gd name="connsiteY8" fmla="*/ 42106 h 41981"/>
                  <a:gd name="connsiteX9" fmla="*/ 42228 w 41981"/>
                  <a:gd name="connsiteY9" fmla="*/ 21115 h 41981"/>
                  <a:gd name="connsiteX10" fmla="*/ 42228 w 41981"/>
                  <a:gd name="connsiteY10" fmla="*/ 21115 h 41981"/>
                  <a:gd name="connsiteX11" fmla="*/ 21238 w 41981"/>
                  <a:gd name="connsiteY11" fmla="*/ 12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8" y="4925"/>
                    </a:moveTo>
                    <a:cubicBezTo>
                      <a:pt x="30180" y="4925"/>
                      <a:pt x="37428" y="12173"/>
                      <a:pt x="37428" y="21115"/>
                    </a:cubicBezTo>
                    <a:lnTo>
                      <a:pt x="37428" y="21115"/>
                    </a:lnTo>
                    <a:cubicBezTo>
                      <a:pt x="37428" y="30057"/>
                      <a:pt x="30180" y="37305"/>
                      <a:pt x="21238" y="37305"/>
                    </a:cubicBezTo>
                    <a:cubicBezTo>
                      <a:pt x="12296" y="37305"/>
                      <a:pt x="5048" y="30057"/>
                      <a:pt x="5048" y="21115"/>
                    </a:cubicBezTo>
                    <a:cubicBezTo>
                      <a:pt x="5048" y="12173"/>
                      <a:pt x="12296" y="4925"/>
                      <a:pt x="21238" y="4925"/>
                    </a:cubicBezTo>
                    <a:close/>
                    <a:moveTo>
                      <a:pt x="21238" y="125"/>
                    </a:moveTo>
                    <a:cubicBezTo>
                      <a:pt x="9645" y="125"/>
                      <a:pt x="247" y="9523"/>
                      <a:pt x="247" y="21115"/>
                    </a:cubicBezTo>
                    <a:cubicBezTo>
                      <a:pt x="247" y="32708"/>
                      <a:pt x="9645" y="42106"/>
                      <a:pt x="21238" y="42106"/>
                    </a:cubicBezTo>
                    <a:cubicBezTo>
                      <a:pt x="32830" y="42106"/>
                      <a:pt x="42228" y="32708"/>
                      <a:pt x="42228" y="21115"/>
                    </a:cubicBezTo>
                    <a:lnTo>
                      <a:pt x="42228" y="21115"/>
                    </a:lnTo>
                    <a:cubicBezTo>
                      <a:pt x="42228" y="9523"/>
                      <a:pt x="32830" y="125"/>
                      <a:pt x="21238" y="125"/>
                    </a:cubicBezTo>
                    <a:close/>
                  </a:path>
                </a:pathLst>
              </a:custGeom>
              <a:solidFill>
                <a:srgbClr val="000000"/>
              </a:solidFill>
              <a:ln w="4794" cap="sq">
                <a:noFill/>
                <a:prstDash val="solid"/>
                <a:round/>
              </a:ln>
            </p:spPr>
            <p:txBody>
              <a:bodyPr rtlCol="0" anchor="ctr"/>
              <a:lstStyle/>
              <a:p>
                <a:endParaRPr lang="en-US"/>
              </a:p>
            </p:txBody>
          </p:sp>
          <p:sp>
            <p:nvSpPr>
              <p:cNvPr id="3108" name="Freeform: Shape 3107">
                <a:extLst>
                  <a:ext uri="{FF2B5EF4-FFF2-40B4-BE49-F238E27FC236}">
                    <a16:creationId xmlns:a16="http://schemas.microsoft.com/office/drawing/2014/main" id="{30BC9065-60D4-AE99-02C9-1DEA75169F43}"/>
                  </a:ext>
                </a:extLst>
              </p:cNvPr>
              <p:cNvSpPr/>
              <p:nvPr/>
            </p:nvSpPr>
            <p:spPr>
              <a:xfrm>
                <a:off x="7992365" y="8023732"/>
                <a:ext cx="37180" cy="37180"/>
              </a:xfrm>
              <a:custGeom>
                <a:avLst/>
                <a:gdLst>
                  <a:gd name="connsiteX0" fmla="*/ 37493 w 37180"/>
                  <a:gd name="connsiteY0" fmla="*/ 18768 h 37180"/>
                  <a:gd name="connsiteX1" fmla="*/ 18902 w 37180"/>
                  <a:gd name="connsiteY1" fmla="*/ 37358 h 37180"/>
                  <a:gd name="connsiteX2" fmla="*/ 312 w 37180"/>
                  <a:gd name="connsiteY2" fmla="*/ 18768 h 37180"/>
                  <a:gd name="connsiteX3" fmla="*/ 18902 w 37180"/>
                  <a:gd name="connsiteY3" fmla="*/ 177 h 37180"/>
                  <a:gd name="connsiteX4" fmla="*/ 37493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3" y="18768"/>
                    </a:moveTo>
                    <a:cubicBezTo>
                      <a:pt x="37493" y="29035"/>
                      <a:pt x="29169" y="37358"/>
                      <a:pt x="18902" y="37358"/>
                    </a:cubicBezTo>
                    <a:cubicBezTo>
                      <a:pt x="8635" y="37358"/>
                      <a:pt x="312" y="29035"/>
                      <a:pt x="312" y="18768"/>
                    </a:cubicBezTo>
                    <a:cubicBezTo>
                      <a:pt x="312" y="8500"/>
                      <a:pt x="8635" y="177"/>
                      <a:pt x="18902" y="177"/>
                    </a:cubicBezTo>
                    <a:cubicBezTo>
                      <a:pt x="29169" y="177"/>
                      <a:pt x="37493" y="8500"/>
                      <a:pt x="37493" y="18768"/>
                    </a:cubicBezTo>
                    <a:close/>
                  </a:path>
                </a:pathLst>
              </a:custGeom>
              <a:solidFill>
                <a:srgbClr val="F7D6D6"/>
              </a:solidFill>
              <a:ln w="5753" cap="sq">
                <a:noFill/>
                <a:prstDash val="solid"/>
                <a:miter/>
              </a:ln>
            </p:spPr>
            <p:txBody>
              <a:bodyPr rtlCol="0" anchor="ctr"/>
              <a:lstStyle/>
              <a:p>
                <a:endParaRPr lang="en-US"/>
              </a:p>
            </p:txBody>
          </p:sp>
          <p:sp>
            <p:nvSpPr>
              <p:cNvPr id="3109" name="Freeform: Shape 3108">
                <a:extLst>
                  <a:ext uri="{FF2B5EF4-FFF2-40B4-BE49-F238E27FC236}">
                    <a16:creationId xmlns:a16="http://schemas.microsoft.com/office/drawing/2014/main" id="{4C6AADD6-3830-200B-3153-986F99CC94B2}"/>
                  </a:ext>
                </a:extLst>
              </p:cNvPr>
              <p:cNvSpPr/>
              <p:nvPr/>
            </p:nvSpPr>
            <p:spPr>
              <a:xfrm>
                <a:off x="7989965" y="8021331"/>
                <a:ext cx="41981" cy="41981"/>
              </a:xfrm>
              <a:custGeom>
                <a:avLst/>
                <a:gdLst>
                  <a:gd name="connsiteX0" fmla="*/ 21302 w 41981"/>
                  <a:gd name="connsiteY0" fmla="*/ 4978 h 41981"/>
                  <a:gd name="connsiteX1" fmla="*/ 37493 w 41981"/>
                  <a:gd name="connsiteY1" fmla="*/ 21168 h 41981"/>
                  <a:gd name="connsiteX2" fmla="*/ 37493 w 41981"/>
                  <a:gd name="connsiteY2" fmla="*/ 21168 h 41981"/>
                  <a:gd name="connsiteX3" fmla="*/ 21302 w 41981"/>
                  <a:gd name="connsiteY3" fmla="*/ 37358 h 41981"/>
                  <a:gd name="connsiteX4" fmla="*/ 5112 w 41981"/>
                  <a:gd name="connsiteY4" fmla="*/ 21168 h 41981"/>
                  <a:gd name="connsiteX5" fmla="*/ 21302 w 41981"/>
                  <a:gd name="connsiteY5" fmla="*/ 4978 h 41981"/>
                  <a:gd name="connsiteX6" fmla="*/ 21302 w 41981"/>
                  <a:gd name="connsiteY6" fmla="*/ 177 h 41981"/>
                  <a:gd name="connsiteX7" fmla="*/ 312 w 41981"/>
                  <a:gd name="connsiteY7" fmla="*/ 21168 h 41981"/>
                  <a:gd name="connsiteX8" fmla="*/ 21302 w 41981"/>
                  <a:gd name="connsiteY8" fmla="*/ 42158 h 41981"/>
                  <a:gd name="connsiteX9" fmla="*/ 42293 w 41981"/>
                  <a:gd name="connsiteY9" fmla="*/ 21168 h 41981"/>
                  <a:gd name="connsiteX10" fmla="*/ 42293 w 41981"/>
                  <a:gd name="connsiteY10" fmla="*/ 21168 h 41981"/>
                  <a:gd name="connsiteX11" fmla="*/ 21302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2" y="4978"/>
                    </a:moveTo>
                    <a:cubicBezTo>
                      <a:pt x="30244" y="4978"/>
                      <a:pt x="37493" y="12226"/>
                      <a:pt x="37493" y="21168"/>
                    </a:cubicBezTo>
                    <a:lnTo>
                      <a:pt x="37493" y="21168"/>
                    </a:lnTo>
                    <a:cubicBezTo>
                      <a:pt x="37493" y="30110"/>
                      <a:pt x="30244" y="37358"/>
                      <a:pt x="21302" y="37358"/>
                    </a:cubicBezTo>
                    <a:cubicBezTo>
                      <a:pt x="12361" y="37358"/>
                      <a:pt x="5112" y="30110"/>
                      <a:pt x="5112" y="21168"/>
                    </a:cubicBezTo>
                    <a:cubicBezTo>
                      <a:pt x="5112" y="12226"/>
                      <a:pt x="12361" y="4978"/>
                      <a:pt x="21302" y="4978"/>
                    </a:cubicBezTo>
                    <a:close/>
                    <a:moveTo>
                      <a:pt x="21302" y="177"/>
                    </a:moveTo>
                    <a:cubicBezTo>
                      <a:pt x="9710" y="177"/>
                      <a:pt x="312" y="9575"/>
                      <a:pt x="312" y="21168"/>
                    </a:cubicBezTo>
                    <a:cubicBezTo>
                      <a:pt x="312" y="32760"/>
                      <a:pt x="9710" y="42158"/>
                      <a:pt x="21302" y="42158"/>
                    </a:cubicBezTo>
                    <a:cubicBezTo>
                      <a:pt x="32895" y="42158"/>
                      <a:pt x="42293" y="32760"/>
                      <a:pt x="42293" y="21168"/>
                    </a:cubicBezTo>
                    <a:lnTo>
                      <a:pt x="42293" y="21168"/>
                    </a:lnTo>
                    <a:cubicBezTo>
                      <a:pt x="42293" y="9575"/>
                      <a:pt x="32895" y="177"/>
                      <a:pt x="21302" y="177"/>
                    </a:cubicBezTo>
                    <a:close/>
                  </a:path>
                </a:pathLst>
              </a:custGeom>
              <a:solidFill>
                <a:srgbClr val="000000"/>
              </a:solidFill>
              <a:ln w="4794" cap="sq">
                <a:noFill/>
                <a:prstDash val="solid"/>
                <a:round/>
              </a:ln>
            </p:spPr>
            <p:txBody>
              <a:bodyPr rtlCol="0" anchor="ctr"/>
              <a:lstStyle/>
              <a:p>
                <a:endParaRPr lang="en-US"/>
              </a:p>
            </p:txBody>
          </p:sp>
          <p:sp>
            <p:nvSpPr>
              <p:cNvPr id="3110" name="Freeform: Shape 3109">
                <a:extLst>
                  <a:ext uri="{FF2B5EF4-FFF2-40B4-BE49-F238E27FC236}">
                    <a16:creationId xmlns:a16="http://schemas.microsoft.com/office/drawing/2014/main" id="{55C1B972-1593-E776-C549-7258F25A2090}"/>
                  </a:ext>
                </a:extLst>
              </p:cNvPr>
              <p:cNvSpPr/>
              <p:nvPr/>
            </p:nvSpPr>
            <p:spPr>
              <a:xfrm>
                <a:off x="7980373" y="8059334"/>
                <a:ext cx="37180" cy="37180"/>
              </a:xfrm>
              <a:custGeom>
                <a:avLst/>
                <a:gdLst>
                  <a:gd name="connsiteX0" fmla="*/ 37491 w 37180"/>
                  <a:gd name="connsiteY0" fmla="*/ 18774 h 37180"/>
                  <a:gd name="connsiteX1" fmla="*/ 18900 w 37180"/>
                  <a:gd name="connsiteY1" fmla="*/ 37364 h 37180"/>
                  <a:gd name="connsiteX2" fmla="*/ 310 w 37180"/>
                  <a:gd name="connsiteY2" fmla="*/ 18774 h 37180"/>
                  <a:gd name="connsiteX3" fmla="*/ 18900 w 37180"/>
                  <a:gd name="connsiteY3" fmla="*/ 183 h 37180"/>
                  <a:gd name="connsiteX4" fmla="*/ 37491 w 37180"/>
                  <a:gd name="connsiteY4" fmla="*/ 1877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74"/>
                    </a:moveTo>
                    <a:cubicBezTo>
                      <a:pt x="37491" y="29041"/>
                      <a:pt x="29167" y="37364"/>
                      <a:pt x="18900" y="37364"/>
                    </a:cubicBezTo>
                    <a:cubicBezTo>
                      <a:pt x="8633" y="37364"/>
                      <a:pt x="310" y="29041"/>
                      <a:pt x="310" y="18774"/>
                    </a:cubicBezTo>
                    <a:cubicBezTo>
                      <a:pt x="310" y="8507"/>
                      <a:pt x="8633" y="183"/>
                      <a:pt x="18900" y="183"/>
                    </a:cubicBezTo>
                    <a:cubicBezTo>
                      <a:pt x="29167" y="183"/>
                      <a:pt x="37491" y="8507"/>
                      <a:pt x="37491" y="18774"/>
                    </a:cubicBezTo>
                    <a:close/>
                  </a:path>
                </a:pathLst>
              </a:custGeom>
              <a:solidFill>
                <a:srgbClr val="F7EDED"/>
              </a:solidFill>
              <a:ln w="5753" cap="sq">
                <a:noFill/>
                <a:prstDash val="solid"/>
                <a:miter/>
              </a:ln>
            </p:spPr>
            <p:txBody>
              <a:bodyPr rtlCol="0" anchor="ctr"/>
              <a:lstStyle/>
              <a:p>
                <a:endParaRPr lang="en-US"/>
              </a:p>
            </p:txBody>
          </p:sp>
          <p:sp>
            <p:nvSpPr>
              <p:cNvPr id="3111" name="Freeform: Shape 3110">
                <a:extLst>
                  <a:ext uri="{FF2B5EF4-FFF2-40B4-BE49-F238E27FC236}">
                    <a16:creationId xmlns:a16="http://schemas.microsoft.com/office/drawing/2014/main" id="{F0992B69-0CCA-8272-F4CF-78160F7FBA84}"/>
                  </a:ext>
                </a:extLst>
              </p:cNvPr>
              <p:cNvSpPr/>
              <p:nvPr/>
            </p:nvSpPr>
            <p:spPr>
              <a:xfrm>
                <a:off x="7977973" y="8056934"/>
                <a:ext cx="41981" cy="41981"/>
              </a:xfrm>
              <a:custGeom>
                <a:avLst/>
                <a:gdLst>
                  <a:gd name="connsiteX0" fmla="*/ 21300 w 41981"/>
                  <a:gd name="connsiteY0" fmla="*/ 4984 h 41981"/>
                  <a:gd name="connsiteX1" fmla="*/ 37491 w 41981"/>
                  <a:gd name="connsiteY1" fmla="*/ 21174 h 41981"/>
                  <a:gd name="connsiteX2" fmla="*/ 37491 w 41981"/>
                  <a:gd name="connsiteY2" fmla="*/ 21174 h 41981"/>
                  <a:gd name="connsiteX3" fmla="*/ 21300 w 41981"/>
                  <a:gd name="connsiteY3" fmla="*/ 37364 h 41981"/>
                  <a:gd name="connsiteX4" fmla="*/ 5110 w 41981"/>
                  <a:gd name="connsiteY4" fmla="*/ 21174 h 41981"/>
                  <a:gd name="connsiteX5" fmla="*/ 21300 w 41981"/>
                  <a:gd name="connsiteY5" fmla="*/ 4984 h 41981"/>
                  <a:gd name="connsiteX6" fmla="*/ 21300 w 41981"/>
                  <a:gd name="connsiteY6" fmla="*/ 183 h 41981"/>
                  <a:gd name="connsiteX7" fmla="*/ 310 w 41981"/>
                  <a:gd name="connsiteY7" fmla="*/ 21174 h 41981"/>
                  <a:gd name="connsiteX8" fmla="*/ 21300 w 41981"/>
                  <a:gd name="connsiteY8" fmla="*/ 42165 h 41981"/>
                  <a:gd name="connsiteX9" fmla="*/ 42291 w 41981"/>
                  <a:gd name="connsiteY9" fmla="*/ 21174 h 41981"/>
                  <a:gd name="connsiteX10" fmla="*/ 42291 w 41981"/>
                  <a:gd name="connsiteY10" fmla="*/ 21174 h 41981"/>
                  <a:gd name="connsiteX11" fmla="*/ 21300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0" y="4984"/>
                    </a:moveTo>
                    <a:cubicBezTo>
                      <a:pt x="30242" y="4984"/>
                      <a:pt x="37491" y="12232"/>
                      <a:pt x="37491" y="21174"/>
                    </a:cubicBezTo>
                    <a:lnTo>
                      <a:pt x="37491" y="21174"/>
                    </a:lnTo>
                    <a:cubicBezTo>
                      <a:pt x="37491" y="30116"/>
                      <a:pt x="30242" y="37364"/>
                      <a:pt x="21300" y="37364"/>
                    </a:cubicBezTo>
                    <a:cubicBezTo>
                      <a:pt x="12359" y="37364"/>
                      <a:pt x="5110" y="30116"/>
                      <a:pt x="5110" y="21174"/>
                    </a:cubicBezTo>
                    <a:cubicBezTo>
                      <a:pt x="5110" y="12232"/>
                      <a:pt x="12359" y="4984"/>
                      <a:pt x="21300" y="4984"/>
                    </a:cubicBezTo>
                    <a:close/>
                    <a:moveTo>
                      <a:pt x="21300" y="183"/>
                    </a:moveTo>
                    <a:cubicBezTo>
                      <a:pt x="9708" y="183"/>
                      <a:pt x="310" y="9581"/>
                      <a:pt x="310" y="21174"/>
                    </a:cubicBezTo>
                    <a:cubicBezTo>
                      <a:pt x="310" y="32767"/>
                      <a:pt x="9708" y="42165"/>
                      <a:pt x="21300" y="42165"/>
                    </a:cubicBezTo>
                    <a:cubicBezTo>
                      <a:pt x="32893" y="42165"/>
                      <a:pt x="42291" y="32767"/>
                      <a:pt x="42291" y="21174"/>
                    </a:cubicBezTo>
                    <a:lnTo>
                      <a:pt x="42291" y="21174"/>
                    </a:lnTo>
                    <a:cubicBezTo>
                      <a:pt x="42291" y="9581"/>
                      <a:pt x="32893" y="183"/>
                      <a:pt x="21300" y="183"/>
                    </a:cubicBezTo>
                    <a:close/>
                  </a:path>
                </a:pathLst>
              </a:custGeom>
              <a:solidFill>
                <a:srgbClr val="000000"/>
              </a:solidFill>
              <a:ln w="4794" cap="sq">
                <a:noFill/>
                <a:prstDash val="solid"/>
                <a:round/>
              </a:ln>
            </p:spPr>
            <p:txBody>
              <a:bodyPr rtlCol="0" anchor="ctr"/>
              <a:lstStyle/>
              <a:p>
                <a:endParaRPr lang="en-US"/>
              </a:p>
            </p:txBody>
          </p:sp>
          <p:sp>
            <p:nvSpPr>
              <p:cNvPr id="3112" name="Freeform: Shape 3111">
                <a:extLst>
                  <a:ext uri="{FF2B5EF4-FFF2-40B4-BE49-F238E27FC236}">
                    <a16:creationId xmlns:a16="http://schemas.microsoft.com/office/drawing/2014/main" id="{53471720-3ECE-F12D-E9FA-00DEDAD3F630}"/>
                  </a:ext>
                </a:extLst>
              </p:cNvPr>
              <p:cNvSpPr/>
              <p:nvPr/>
            </p:nvSpPr>
            <p:spPr>
              <a:xfrm>
                <a:off x="7740330" y="8015472"/>
                <a:ext cx="37180" cy="37180"/>
              </a:xfrm>
              <a:custGeom>
                <a:avLst/>
                <a:gdLst>
                  <a:gd name="connsiteX0" fmla="*/ 37449 w 37180"/>
                  <a:gd name="connsiteY0" fmla="*/ 18766 h 37180"/>
                  <a:gd name="connsiteX1" fmla="*/ 18859 w 37180"/>
                  <a:gd name="connsiteY1" fmla="*/ 37357 h 37180"/>
                  <a:gd name="connsiteX2" fmla="*/ 268 w 37180"/>
                  <a:gd name="connsiteY2" fmla="*/ 18766 h 37180"/>
                  <a:gd name="connsiteX3" fmla="*/ 18859 w 37180"/>
                  <a:gd name="connsiteY3" fmla="*/ 176 h 37180"/>
                  <a:gd name="connsiteX4" fmla="*/ 37449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9" y="18766"/>
                    </a:moveTo>
                    <a:cubicBezTo>
                      <a:pt x="37449" y="29033"/>
                      <a:pt x="29126" y="37357"/>
                      <a:pt x="18859" y="37357"/>
                    </a:cubicBezTo>
                    <a:cubicBezTo>
                      <a:pt x="8591" y="37357"/>
                      <a:pt x="268" y="29033"/>
                      <a:pt x="268" y="18766"/>
                    </a:cubicBezTo>
                    <a:cubicBezTo>
                      <a:pt x="268" y="8499"/>
                      <a:pt x="8591" y="176"/>
                      <a:pt x="18859" y="176"/>
                    </a:cubicBezTo>
                    <a:cubicBezTo>
                      <a:pt x="29126" y="176"/>
                      <a:pt x="37449" y="8499"/>
                      <a:pt x="37449" y="18766"/>
                    </a:cubicBezTo>
                    <a:close/>
                  </a:path>
                </a:pathLst>
              </a:custGeom>
              <a:solidFill>
                <a:srgbClr val="F7E9E9"/>
              </a:solidFill>
              <a:ln w="5753" cap="sq">
                <a:noFill/>
                <a:prstDash val="solid"/>
                <a:miter/>
              </a:ln>
            </p:spPr>
            <p:txBody>
              <a:bodyPr rtlCol="0" anchor="ctr"/>
              <a:lstStyle/>
              <a:p>
                <a:endParaRPr lang="en-US"/>
              </a:p>
            </p:txBody>
          </p:sp>
          <p:sp>
            <p:nvSpPr>
              <p:cNvPr id="3113" name="Freeform: Shape 3112">
                <a:extLst>
                  <a:ext uri="{FF2B5EF4-FFF2-40B4-BE49-F238E27FC236}">
                    <a16:creationId xmlns:a16="http://schemas.microsoft.com/office/drawing/2014/main" id="{CD21501E-EE6B-FEEB-C944-C0123951D04E}"/>
                  </a:ext>
                </a:extLst>
              </p:cNvPr>
              <p:cNvSpPr/>
              <p:nvPr/>
            </p:nvSpPr>
            <p:spPr>
              <a:xfrm>
                <a:off x="7737930" y="8013072"/>
                <a:ext cx="41981" cy="41981"/>
              </a:xfrm>
              <a:custGeom>
                <a:avLst/>
                <a:gdLst>
                  <a:gd name="connsiteX0" fmla="*/ 21259 w 41981"/>
                  <a:gd name="connsiteY0" fmla="*/ 4976 h 41981"/>
                  <a:gd name="connsiteX1" fmla="*/ 37449 w 41981"/>
                  <a:gd name="connsiteY1" fmla="*/ 21166 h 41981"/>
                  <a:gd name="connsiteX2" fmla="*/ 37449 w 41981"/>
                  <a:gd name="connsiteY2" fmla="*/ 21166 h 41981"/>
                  <a:gd name="connsiteX3" fmla="*/ 21259 w 41981"/>
                  <a:gd name="connsiteY3" fmla="*/ 37357 h 41981"/>
                  <a:gd name="connsiteX4" fmla="*/ 5069 w 41981"/>
                  <a:gd name="connsiteY4" fmla="*/ 21166 h 41981"/>
                  <a:gd name="connsiteX5" fmla="*/ 21259 w 41981"/>
                  <a:gd name="connsiteY5" fmla="*/ 4976 h 41981"/>
                  <a:gd name="connsiteX6" fmla="*/ 21259 w 41981"/>
                  <a:gd name="connsiteY6" fmla="*/ 176 h 41981"/>
                  <a:gd name="connsiteX7" fmla="*/ 268 w 41981"/>
                  <a:gd name="connsiteY7" fmla="*/ 21166 h 41981"/>
                  <a:gd name="connsiteX8" fmla="*/ 21259 w 41981"/>
                  <a:gd name="connsiteY8" fmla="*/ 42157 h 41981"/>
                  <a:gd name="connsiteX9" fmla="*/ 42249 w 41981"/>
                  <a:gd name="connsiteY9" fmla="*/ 21166 h 41981"/>
                  <a:gd name="connsiteX10" fmla="*/ 42249 w 41981"/>
                  <a:gd name="connsiteY10" fmla="*/ 21166 h 41981"/>
                  <a:gd name="connsiteX11" fmla="*/ 21259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9" y="4976"/>
                    </a:moveTo>
                    <a:cubicBezTo>
                      <a:pt x="30201" y="4976"/>
                      <a:pt x="37449" y="12225"/>
                      <a:pt x="37449" y="21166"/>
                    </a:cubicBezTo>
                    <a:lnTo>
                      <a:pt x="37449" y="21166"/>
                    </a:lnTo>
                    <a:cubicBezTo>
                      <a:pt x="37449" y="30108"/>
                      <a:pt x="30201" y="37357"/>
                      <a:pt x="21259" y="37357"/>
                    </a:cubicBezTo>
                    <a:cubicBezTo>
                      <a:pt x="12317" y="37357"/>
                      <a:pt x="5069" y="30108"/>
                      <a:pt x="5069" y="21166"/>
                    </a:cubicBezTo>
                    <a:cubicBezTo>
                      <a:pt x="5069" y="12225"/>
                      <a:pt x="12317" y="4976"/>
                      <a:pt x="21259" y="4976"/>
                    </a:cubicBezTo>
                    <a:close/>
                    <a:moveTo>
                      <a:pt x="21259" y="176"/>
                    </a:moveTo>
                    <a:cubicBezTo>
                      <a:pt x="9666" y="176"/>
                      <a:pt x="268" y="9574"/>
                      <a:pt x="268" y="21166"/>
                    </a:cubicBezTo>
                    <a:cubicBezTo>
                      <a:pt x="268" y="32759"/>
                      <a:pt x="9666" y="42157"/>
                      <a:pt x="21259" y="42157"/>
                    </a:cubicBezTo>
                    <a:cubicBezTo>
                      <a:pt x="32851" y="42157"/>
                      <a:pt x="42249" y="32759"/>
                      <a:pt x="42249" y="21166"/>
                    </a:cubicBezTo>
                    <a:lnTo>
                      <a:pt x="42249" y="21166"/>
                    </a:lnTo>
                    <a:cubicBezTo>
                      <a:pt x="42249" y="9574"/>
                      <a:pt x="32851" y="176"/>
                      <a:pt x="21259" y="176"/>
                    </a:cubicBezTo>
                    <a:close/>
                  </a:path>
                </a:pathLst>
              </a:custGeom>
              <a:solidFill>
                <a:srgbClr val="000000"/>
              </a:solidFill>
              <a:ln w="4794" cap="sq">
                <a:noFill/>
                <a:prstDash val="solid"/>
                <a:round/>
              </a:ln>
            </p:spPr>
            <p:txBody>
              <a:bodyPr rtlCol="0" anchor="ctr"/>
              <a:lstStyle/>
              <a:p>
                <a:endParaRPr lang="en-US"/>
              </a:p>
            </p:txBody>
          </p:sp>
          <p:sp>
            <p:nvSpPr>
              <p:cNvPr id="3114" name="Freeform: Shape 3113">
                <a:extLst>
                  <a:ext uri="{FF2B5EF4-FFF2-40B4-BE49-F238E27FC236}">
                    <a16:creationId xmlns:a16="http://schemas.microsoft.com/office/drawing/2014/main" id="{E7944B3D-136A-9DF6-21A8-B3FA21BA1F00}"/>
                  </a:ext>
                </a:extLst>
              </p:cNvPr>
              <p:cNvSpPr/>
              <p:nvPr/>
            </p:nvSpPr>
            <p:spPr>
              <a:xfrm>
                <a:off x="7747133" y="8014009"/>
                <a:ext cx="37180" cy="37180"/>
              </a:xfrm>
              <a:custGeom>
                <a:avLst/>
                <a:gdLst>
                  <a:gd name="connsiteX0" fmla="*/ 37450 w 37180"/>
                  <a:gd name="connsiteY0" fmla="*/ 18766 h 37180"/>
                  <a:gd name="connsiteX1" fmla="*/ 18860 w 37180"/>
                  <a:gd name="connsiteY1" fmla="*/ 37356 h 37180"/>
                  <a:gd name="connsiteX2" fmla="*/ 269 w 37180"/>
                  <a:gd name="connsiteY2" fmla="*/ 18766 h 37180"/>
                  <a:gd name="connsiteX3" fmla="*/ 18860 w 37180"/>
                  <a:gd name="connsiteY3" fmla="*/ 176 h 37180"/>
                  <a:gd name="connsiteX4" fmla="*/ 3745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0" y="18766"/>
                    </a:moveTo>
                    <a:cubicBezTo>
                      <a:pt x="37450" y="29033"/>
                      <a:pt x="29127" y="37356"/>
                      <a:pt x="18860" y="37356"/>
                    </a:cubicBezTo>
                    <a:cubicBezTo>
                      <a:pt x="8593" y="37356"/>
                      <a:pt x="269" y="29033"/>
                      <a:pt x="269" y="18766"/>
                    </a:cubicBezTo>
                    <a:cubicBezTo>
                      <a:pt x="269" y="8499"/>
                      <a:pt x="8593" y="176"/>
                      <a:pt x="18860" y="176"/>
                    </a:cubicBezTo>
                    <a:cubicBezTo>
                      <a:pt x="29127" y="176"/>
                      <a:pt x="37450" y="8499"/>
                      <a:pt x="37450" y="18766"/>
                    </a:cubicBezTo>
                    <a:close/>
                  </a:path>
                </a:pathLst>
              </a:custGeom>
              <a:solidFill>
                <a:srgbClr val="F7E7E7"/>
              </a:solidFill>
              <a:ln w="5753" cap="sq">
                <a:noFill/>
                <a:prstDash val="solid"/>
                <a:miter/>
              </a:ln>
            </p:spPr>
            <p:txBody>
              <a:bodyPr rtlCol="0" anchor="ctr"/>
              <a:lstStyle/>
              <a:p>
                <a:endParaRPr lang="en-US"/>
              </a:p>
            </p:txBody>
          </p:sp>
          <p:sp>
            <p:nvSpPr>
              <p:cNvPr id="3115" name="Freeform: Shape 3114">
                <a:extLst>
                  <a:ext uri="{FF2B5EF4-FFF2-40B4-BE49-F238E27FC236}">
                    <a16:creationId xmlns:a16="http://schemas.microsoft.com/office/drawing/2014/main" id="{516BB151-9666-BF16-9A7E-0BA336F0B43E}"/>
                  </a:ext>
                </a:extLst>
              </p:cNvPr>
              <p:cNvSpPr/>
              <p:nvPr/>
            </p:nvSpPr>
            <p:spPr>
              <a:xfrm>
                <a:off x="7744733" y="8011609"/>
                <a:ext cx="41981" cy="41981"/>
              </a:xfrm>
              <a:custGeom>
                <a:avLst/>
                <a:gdLst>
                  <a:gd name="connsiteX0" fmla="*/ 21260 w 41981"/>
                  <a:gd name="connsiteY0" fmla="*/ 4976 h 41981"/>
                  <a:gd name="connsiteX1" fmla="*/ 37450 w 41981"/>
                  <a:gd name="connsiteY1" fmla="*/ 21166 h 41981"/>
                  <a:gd name="connsiteX2" fmla="*/ 37450 w 41981"/>
                  <a:gd name="connsiteY2" fmla="*/ 21166 h 41981"/>
                  <a:gd name="connsiteX3" fmla="*/ 21260 w 41981"/>
                  <a:gd name="connsiteY3" fmla="*/ 37356 h 41981"/>
                  <a:gd name="connsiteX4" fmla="*/ 5070 w 41981"/>
                  <a:gd name="connsiteY4" fmla="*/ 21166 h 41981"/>
                  <a:gd name="connsiteX5" fmla="*/ 21260 w 41981"/>
                  <a:gd name="connsiteY5" fmla="*/ 4976 h 41981"/>
                  <a:gd name="connsiteX6" fmla="*/ 21260 w 41981"/>
                  <a:gd name="connsiteY6" fmla="*/ 176 h 41981"/>
                  <a:gd name="connsiteX7" fmla="*/ 269 w 41981"/>
                  <a:gd name="connsiteY7" fmla="*/ 21166 h 41981"/>
                  <a:gd name="connsiteX8" fmla="*/ 21260 w 41981"/>
                  <a:gd name="connsiteY8" fmla="*/ 42157 h 41981"/>
                  <a:gd name="connsiteX9" fmla="*/ 42251 w 41981"/>
                  <a:gd name="connsiteY9" fmla="*/ 21166 h 41981"/>
                  <a:gd name="connsiteX10" fmla="*/ 42251 w 41981"/>
                  <a:gd name="connsiteY10" fmla="*/ 21166 h 41981"/>
                  <a:gd name="connsiteX11" fmla="*/ 21260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6"/>
                    </a:moveTo>
                    <a:cubicBezTo>
                      <a:pt x="30202" y="4976"/>
                      <a:pt x="37450" y="12224"/>
                      <a:pt x="37450" y="21166"/>
                    </a:cubicBezTo>
                    <a:lnTo>
                      <a:pt x="37450" y="21166"/>
                    </a:lnTo>
                    <a:cubicBezTo>
                      <a:pt x="37450" y="30108"/>
                      <a:pt x="30202" y="37356"/>
                      <a:pt x="21260" y="37356"/>
                    </a:cubicBezTo>
                    <a:cubicBezTo>
                      <a:pt x="12318" y="37356"/>
                      <a:pt x="5070" y="30108"/>
                      <a:pt x="5070" y="21166"/>
                    </a:cubicBezTo>
                    <a:cubicBezTo>
                      <a:pt x="5070" y="12224"/>
                      <a:pt x="12318" y="4976"/>
                      <a:pt x="21260" y="4976"/>
                    </a:cubicBezTo>
                    <a:close/>
                    <a:moveTo>
                      <a:pt x="21260" y="176"/>
                    </a:moveTo>
                    <a:cubicBezTo>
                      <a:pt x="9667" y="176"/>
                      <a:pt x="269" y="9574"/>
                      <a:pt x="269" y="21166"/>
                    </a:cubicBezTo>
                    <a:cubicBezTo>
                      <a:pt x="269" y="32759"/>
                      <a:pt x="9667" y="42157"/>
                      <a:pt x="21260" y="42157"/>
                    </a:cubicBezTo>
                    <a:cubicBezTo>
                      <a:pt x="32852" y="42157"/>
                      <a:pt x="42251" y="32759"/>
                      <a:pt x="42251" y="21166"/>
                    </a:cubicBezTo>
                    <a:lnTo>
                      <a:pt x="42251" y="21166"/>
                    </a:lnTo>
                    <a:cubicBezTo>
                      <a:pt x="42251" y="9574"/>
                      <a:pt x="32852" y="176"/>
                      <a:pt x="21260" y="176"/>
                    </a:cubicBezTo>
                    <a:close/>
                  </a:path>
                </a:pathLst>
              </a:custGeom>
              <a:solidFill>
                <a:srgbClr val="000000"/>
              </a:solidFill>
              <a:ln w="4794" cap="sq">
                <a:noFill/>
                <a:prstDash val="solid"/>
                <a:round/>
              </a:ln>
            </p:spPr>
            <p:txBody>
              <a:bodyPr rtlCol="0" anchor="ctr"/>
              <a:lstStyle/>
              <a:p>
                <a:endParaRPr lang="en-US"/>
              </a:p>
            </p:txBody>
          </p:sp>
          <p:sp>
            <p:nvSpPr>
              <p:cNvPr id="3116" name="Freeform: Shape 3115">
                <a:extLst>
                  <a:ext uri="{FF2B5EF4-FFF2-40B4-BE49-F238E27FC236}">
                    <a16:creationId xmlns:a16="http://schemas.microsoft.com/office/drawing/2014/main" id="{59B3B58B-6803-F72E-3AE7-4D4B8E1FDD46}"/>
                  </a:ext>
                </a:extLst>
              </p:cNvPr>
              <p:cNvSpPr/>
              <p:nvPr/>
            </p:nvSpPr>
            <p:spPr>
              <a:xfrm>
                <a:off x="7785915" y="7939757"/>
                <a:ext cx="37180" cy="37180"/>
              </a:xfrm>
              <a:custGeom>
                <a:avLst/>
                <a:gdLst>
                  <a:gd name="connsiteX0" fmla="*/ 37457 w 37180"/>
                  <a:gd name="connsiteY0" fmla="*/ 18753 h 37180"/>
                  <a:gd name="connsiteX1" fmla="*/ 18866 w 37180"/>
                  <a:gd name="connsiteY1" fmla="*/ 37343 h 37180"/>
                  <a:gd name="connsiteX2" fmla="*/ 276 w 37180"/>
                  <a:gd name="connsiteY2" fmla="*/ 18753 h 37180"/>
                  <a:gd name="connsiteX3" fmla="*/ 18866 w 37180"/>
                  <a:gd name="connsiteY3" fmla="*/ 163 h 37180"/>
                  <a:gd name="connsiteX4" fmla="*/ 37457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3"/>
                    </a:moveTo>
                    <a:cubicBezTo>
                      <a:pt x="37457" y="29020"/>
                      <a:pt x="29134" y="37343"/>
                      <a:pt x="18866" y="37343"/>
                    </a:cubicBezTo>
                    <a:cubicBezTo>
                      <a:pt x="8599" y="37343"/>
                      <a:pt x="276" y="29020"/>
                      <a:pt x="276" y="18753"/>
                    </a:cubicBezTo>
                    <a:cubicBezTo>
                      <a:pt x="276" y="8486"/>
                      <a:pt x="8599" y="163"/>
                      <a:pt x="18866" y="163"/>
                    </a:cubicBezTo>
                    <a:cubicBezTo>
                      <a:pt x="29134" y="163"/>
                      <a:pt x="37457" y="8486"/>
                      <a:pt x="37457" y="18753"/>
                    </a:cubicBezTo>
                    <a:close/>
                  </a:path>
                </a:pathLst>
              </a:custGeom>
              <a:solidFill>
                <a:srgbClr val="F7DADA"/>
              </a:solidFill>
              <a:ln w="5753" cap="sq">
                <a:noFill/>
                <a:prstDash val="solid"/>
                <a:miter/>
              </a:ln>
            </p:spPr>
            <p:txBody>
              <a:bodyPr rtlCol="0" anchor="ctr"/>
              <a:lstStyle/>
              <a:p>
                <a:endParaRPr lang="en-US"/>
              </a:p>
            </p:txBody>
          </p:sp>
          <p:sp>
            <p:nvSpPr>
              <p:cNvPr id="3117" name="Freeform: Shape 3116">
                <a:extLst>
                  <a:ext uri="{FF2B5EF4-FFF2-40B4-BE49-F238E27FC236}">
                    <a16:creationId xmlns:a16="http://schemas.microsoft.com/office/drawing/2014/main" id="{0568A9A5-46DE-D859-6427-67956558B0D4}"/>
                  </a:ext>
                </a:extLst>
              </p:cNvPr>
              <p:cNvSpPr/>
              <p:nvPr/>
            </p:nvSpPr>
            <p:spPr>
              <a:xfrm>
                <a:off x="7783515" y="7937356"/>
                <a:ext cx="41981" cy="41981"/>
              </a:xfrm>
              <a:custGeom>
                <a:avLst/>
                <a:gdLst>
                  <a:gd name="connsiteX0" fmla="*/ 21267 w 41981"/>
                  <a:gd name="connsiteY0" fmla="*/ 4963 h 41981"/>
                  <a:gd name="connsiteX1" fmla="*/ 37457 w 41981"/>
                  <a:gd name="connsiteY1" fmla="*/ 21153 h 41981"/>
                  <a:gd name="connsiteX2" fmla="*/ 37457 w 41981"/>
                  <a:gd name="connsiteY2" fmla="*/ 21153 h 41981"/>
                  <a:gd name="connsiteX3" fmla="*/ 21267 w 41981"/>
                  <a:gd name="connsiteY3" fmla="*/ 37343 h 41981"/>
                  <a:gd name="connsiteX4" fmla="*/ 5076 w 41981"/>
                  <a:gd name="connsiteY4" fmla="*/ 21153 h 41981"/>
                  <a:gd name="connsiteX5" fmla="*/ 21267 w 41981"/>
                  <a:gd name="connsiteY5" fmla="*/ 4963 h 41981"/>
                  <a:gd name="connsiteX6" fmla="*/ 21267 w 41981"/>
                  <a:gd name="connsiteY6" fmla="*/ 163 h 41981"/>
                  <a:gd name="connsiteX7" fmla="*/ 276 w 41981"/>
                  <a:gd name="connsiteY7" fmla="*/ 21153 h 41981"/>
                  <a:gd name="connsiteX8" fmla="*/ 21267 w 41981"/>
                  <a:gd name="connsiteY8" fmla="*/ 42144 h 41981"/>
                  <a:gd name="connsiteX9" fmla="*/ 42257 w 41981"/>
                  <a:gd name="connsiteY9" fmla="*/ 21153 h 41981"/>
                  <a:gd name="connsiteX10" fmla="*/ 42257 w 41981"/>
                  <a:gd name="connsiteY10" fmla="*/ 21153 h 41981"/>
                  <a:gd name="connsiteX11" fmla="*/ 21267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3"/>
                    </a:moveTo>
                    <a:cubicBezTo>
                      <a:pt x="30208" y="4963"/>
                      <a:pt x="37457" y="12211"/>
                      <a:pt x="37457" y="21153"/>
                    </a:cubicBezTo>
                    <a:lnTo>
                      <a:pt x="37457" y="21153"/>
                    </a:lnTo>
                    <a:cubicBezTo>
                      <a:pt x="37457" y="30095"/>
                      <a:pt x="30208" y="37343"/>
                      <a:pt x="21267" y="37343"/>
                    </a:cubicBezTo>
                    <a:cubicBezTo>
                      <a:pt x="12325" y="37343"/>
                      <a:pt x="5076" y="30095"/>
                      <a:pt x="5076" y="21153"/>
                    </a:cubicBezTo>
                    <a:cubicBezTo>
                      <a:pt x="5076" y="12211"/>
                      <a:pt x="12325" y="4963"/>
                      <a:pt x="21267" y="4963"/>
                    </a:cubicBezTo>
                    <a:close/>
                    <a:moveTo>
                      <a:pt x="21267" y="163"/>
                    </a:moveTo>
                    <a:cubicBezTo>
                      <a:pt x="9674" y="163"/>
                      <a:pt x="276" y="9561"/>
                      <a:pt x="276" y="21153"/>
                    </a:cubicBezTo>
                    <a:cubicBezTo>
                      <a:pt x="276" y="32746"/>
                      <a:pt x="9674" y="42144"/>
                      <a:pt x="21267" y="42144"/>
                    </a:cubicBezTo>
                    <a:cubicBezTo>
                      <a:pt x="32859" y="42144"/>
                      <a:pt x="42257" y="32746"/>
                      <a:pt x="42257" y="21153"/>
                    </a:cubicBezTo>
                    <a:lnTo>
                      <a:pt x="42257" y="21153"/>
                    </a:lnTo>
                    <a:cubicBezTo>
                      <a:pt x="42257" y="9561"/>
                      <a:pt x="32859" y="163"/>
                      <a:pt x="21267" y="163"/>
                    </a:cubicBezTo>
                    <a:close/>
                  </a:path>
                </a:pathLst>
              </a:custGeom>
              <a:solidFill>
                <a:srgbClr val="000000"/>
              </a:solidFill>
              <a:ln w="4794" cap="sq">
                <a:noFill/>
                <a:prstDash val="solid"/>
                <a:round/>
              </a:ln>
            </p:spPr>
            <p:txBody>
              <a:bodyPr rtlCol="0" anchor="ctr"/>
              <a:lstStyle/>
              <a:p>
                <a:endParaRPr lang="en-US"/>
              </a:p>
            </p:txBody>
          </p:sp>
          <p:sp>
            <p:nvSpPr>
              <p:cNvPr id="3118" name="Freeform: Shape 3117">
                <a:extLst>
                  <a:ext uri="{FF2B5EF4-FFF2-40B4-BE49-F238E27FC236}">
                    <a16:creationId xmlns:a16="http://schemas.microsoft.com/office/drawing/2014/main" id="{1D5FC33F-888A-1F50-ECED-304442085A00}"/>
                  </a:ext>
                </a:extLst>
              </p:cNvPr>
              <p:cNvSpPr/>
              <p:nvPr/>
            </p:nvSpPr>
            <p:spPr>
              <a:xfrm>
                <a:off x="7712994" y="7919539"/>
                <a:ext cx="37180" cy="37180"/>
              </a:xfrm>
              <a:custGeom>
                <a:avLst/>
                <a:gdLst>
                  <a:gd name="connsiteX0" fmla="*/ 37444 w 37180"/>
                  <a:gd name="connsiteY0" fmla="*/ 18750 h 37180"/>
                  <a:gd name="connsiteX1" fmla="*/ 18854 w 37180"/>
                  <a:gd name="connsiteY1" fmla="*/ 37340 h 37180"/>
                  <a:gd name="connsiteX2" fmla="*/ 263 w 37180"/>
                  <a:gd name="connsiteY2" fmla="*/ 18750 h 37180"/>
                  <a:gd name="connsiteX3" fmla="*/ 18854 w 37180"/>
                  <a:gd name="connsiteY3" fmla="*/ 159 h 37180"/>
                  <a:gd name="connsiteX4" fmla="*/ 37444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4" y="18750"/>
                    </a:moveTo>
                    <a:cubicBezTo>
                      <a:pt x="37444" y="29017"/>
                      <a:pt x="29121" y="37340"/>
                      <a:pt x="18854" y="37340"/>
                    </a:cubicBezTo>
                    <a:cubicBezTo>
                      <a:pt x="8587" y="37340"/>
                      <a:pt x="263" y="29017"/>
                      <a:pt x="263" y="18750"/>
                    </a:cubicBezTo>
                    <a:cubicBezTo>
                      <a:pt x="263" y="8482"/>
                      <a:pt x="8587" y="159"/>
                      <a:pt x="18854" y="159"/>
                    </a:cubicBezTo>
                    <a:cubicBezTo>
                      <a:pt x="29121" y="159"/>
                      <a:pt x="37444" y="8482"/>
                      <a:pt x="37444" y="18750"/>
                    </a:cubicBezTo>
                    <a:close/>
                  </a:path>
                </a:pathLst>
              </a:custGeom>
              <a:solidFill>
                <a:srgbClr val="F7E8E8"/>
              </a:solidFill>
              <a:ln w="5753" cap="sq">
                <a:noFill/>
                <a:prstDash val="solid"/>
                <a:miter/>
              </a:ln>
            </p:spPr>
            <p:txBody>
              <a:bodyPr rtlCol="0" anchor="ctr"/>
              <a:lstStyle/>
              <a:p>
                <a:endParaRPr lang="en-US"/>
              </a:p>
            </p:txBody>
          </p:sp>
          <p:sp>
            <p:nvSpPr>
              <p:cNvPr id="3119" name="Freeform: Shape 3118">
                <a:extLst>
                  <a:ext uri="{FF2B5EF4-FFF2-40B4-BE49-F238E27FC236}">
                    <a16:creationId xmlns:a16="http://schemas.microsoft.com/office/drawing/2014/main" id="{FDE69E0B-C295-9700-79D7-1408774EC095}"/>
                  </a:ext>
                </a:extLst>
              </p:cNvPr>
              <p:cNvSpPr/>
              <p:nvPr/>
            </p:nvSpPr>
            <p:spPr>
              <a:xfrm>
                <a:off x="7710593" y="7917139"/>
                <a:ext cx="41981" cy="41981"/>
              </a:xfrm>
              <a:custGeom>
                <a:avLst/>
                <a:gdLst>
                  <a:gd name="connsiteX0" fmla="*/ 21254 w 41981"/>
                  <a:gd name="connsiteY0" fmla="*/ 4960 h 41981"/>
                  <a:gd name="connsiteX1" fmla="*/ 37444 w 41981"/>
                  <a:gd name="connsiteY1" fmla="*/ 21150 h 41981"/>
                  <a:gd name="connsiteX2" fmla="*/ 37444 w 41981"/>
                  <a:gd name="connsiteY2" fmla="*/ 21150 h 41981"/>
                  <a:gd name="connsiteX3" fmla="*/ 21254 w 41981"/>
                  <a:gd name="connsiteY3" fmla="*/ 37340 h 41981"/>
                  <a:gd name="connsiteX4" fmla="*/ 5064 w 41981"/>
                  <a:gd name="connsiteY4" fmla="*/ 21150 h 41981"/>
                  <a:gd name="connsiteX5" fmla="*/ 21254 w 41981"/>
                  <a:gd name="connsiteY5" fmla="*/ 4960 h 41981"/>
                  <a:gd name="connsiteX6" fmla="*/ 21254 w 41981"/>
                  <a:gd name="connsiteY6" fmla="*/ 159 h 41981"/>
                  <a:gd name="connsiteX7" fmla="*/ 263 w 41981"/>
                  <a:gd name="connsiteY7" fmla="*/ 21150 h 41981"/>
                  <a:gd name="connsiteX8" fmla="*/ 21254 w 41981"/>
                  <a:gd name="connsiteY8" fmla="*/ 42140 h 41981"/>
                  <a:gd name="connsiteX9" fmla="*/ 42245 w 41981"/>
                  <a:gd name="connsiteY9" fmla="*/ 21150 h 41981"/>
                  <a:gd name="connsiteX10" fmla="*/ 42245 w 41981"/>
                  <a:gd name="connsiteY10" fmla="*/ 21150 h 41981"/>
                  <a:gd name="connsiteX11" fmla="*/ 21254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4" y="4960"/>
                    </a:moveTo>
                    <a:cubicBezTo>
                      <a:pt x="30196" y="4960"/>
                      <a:pt x="37444" y="12208"/>
                      <a:pt x="37444" y="21150"/>
                    </a:cubicBezTo>
                    <a:lnTo>
                      <a:pt x="37444" y="21150"/>
                    </a:lnTo>
                    <a:cubicBezTo>
                      <a:pt x="37444" y="30092"/>
                      <a:pt x="30196" y="37340"/>
                      <a:pt x="21254" y="37340"/>
                    </a:cubicBezTo>
                    <a:cubicBezTo>
                      <a:pt x="12312" y="37340"/>
                      <a:pt x="5064" y="30092"/>
                      <a:pt x="5064" y="21150"/>
                    </a:cubicBezTo>
                    <a:cubicBezTo>
                      <a:pt x="5064" y="12208"/>
                      <a:pt x="12312" y="4960"/>
                      <a:pt x="21254" y="4960"/>
                    </a:cubicBezTo>
                    <a:close/>
                    <a:moveTo>
                      <a:pt x="21254" y="159"/>
                    </a:moveTo>
                    <a:cubicBezTo>
                      <a:pt x="9661" y="159"/>
                      <a:pt x="263" y="9557"/>
                      <a:pt x="263" y="21150"/>
                    </a:cubicBezTo>
                    <a:cubicBezTo>
                      <a:pt x="263" y="32742"/>
                      <a:pt x="9661" y="42140"/>
                      <a:pt x="21254" y="42140"/>
                    </a:cubicBezTo>
                    <a:cubicBezTo>
                      <a:pt x="32847" y="42140"/>
                      <a:pt x="42245" y="32742"/>
                      <a:pt x="42245" y="21150"/>
                    </a:cubicBezTo>
                    <a:lnTo>
                      <a:pt x="42245" y="21150"/>
                    </a:lnTo>
                    <a:cubicBezTo>
                      <a:pt x="42245" y="9557"/>
                      <a:pt x="32847" y="159"/>
                      <a:pt x="21254" y="159"/>
                    </a:cubicBezTo>
                    <a:close/>
                  </a:path>
                </a:pathLst>
              </a:custGeom>
              <a:solidFill>
                <a:srgbClr val="000000"/>
              </a:solidFill>
              <a:ln w="4794" cap="sq">
                <a:noFill/>
                <a:prstDash val="solid"/>
                <a:round/>
              </a:ln>
            </p:spPr>
            <p:txBody>
              <a:bodyPr rtlCol="0" anchor="ctr"/>
              <a:lstStyle/>
              <a:p>
                <a:endParaRPr lang="en-US"/>
              </a:p>
            </p:txBody>
          </p:sp>
          <p:sp>
            <p:nvSpPr>
              <p:cNvPr id="3120" name="Freeform: Shape 3119">
                <a:extLst>
                  <a:ext uri="{FF2B5EF4-FFF2-40B4-BE49-F238E27FC236}">
                    <a16:creationId xmlns:a16="http://schemas.microsoft.com/office/drawing/2014/main" id="{B49F0434-FD8F-B108-CCBF-3BC55647B79E}"/>
                  </a:ext>
                </a:extLst>
              </p:cNvPr>
              <p:cNvSpPr/>
              <p:nvPr/>
            </p:nvSpPr>
            <p:spPr>
              <a:xfrm>
                <a:off x="7732497" y="7937090"/>
                <a:ext cx="37180" cy="37180"/>
              </a:xfrm>
              <a:custGeom>
                <a:avLst/>
                <a:gdLst>
                  <a:gd name="connsiteX0" fmla="*/ 37448 w 37180"/>
                  <a:gd name="connsiteY0" fmla="*/ 18753 h 37180"/>
                  <a:gd name="connsiteX1" fmla="*/ 18857 w 37180"/>
                  <a:gd name="connsiteY1" fmla="*/ 37343 h 37180"/>
                  <a:gd name="connsiteX2" fmla="*/ 267 w 37180"/>
                  <a:gd name="connsiteY2" fmla="*/ 18753 h 37180"/>
                  <a:gd name="connsiteX3" fmla="*/ 18857 w 37180"/>
                  <a:gd name="connsiteY3" fmla="*/ 162 h 37180"/>
                  <a:gd name="connsiteX4" fmla="*/ 37448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3"/>
                    </a:moveTo>
                    <a:cubicBezTo>
                      <a:pt x="37448" y="29020"/>
                      <a:pt x="29124" y="37343"/>
                      <a:pt x="18857" y="37343"/>
                    </a:cubicBezTo>
                    <a:cubicBezTo>
                      <a:pt x="8590" y="37343"/>
                      <a:pt x="267" y="29020"/>
                      <a:pt x="267" y="18753"/>
                    </a:cubicBezTo>
                    <a:cubicBezTo>
                      <a:pt x="267" y="8485"/>
                      <a:pt x="8590" y="162"/>
                      <a:pt x="18857" y="162"/>
                    </a:cubicBezTo>
                    <a:cubicBezTo>
                      <a:pt x="29124" y="162"/>
                      <a:pt x="37448" y="8485"/>
                      <a:pt x="37448" y="18753"/>
                    </a:cubicBezTo>
                    <a:close/>
                  </a:path>
                </a:pathLst>
              </a:custGeom>
              <a:solidFill>
                <a:srgbClr val="00F700"/>
              </a:solidFill>
              <a:ln w="5753" cap="sq">
                <a:noFill/>
                <a:prstDash val="solid"/>
                <a:miter/>
              </a:ln>
            </p:spPr>
            <p:txBody>
              <a:bodyPr rtlCol="0" anchor="ctr"/>
              <a:lstStyle/>
              <a:p>
                <a:endParaRPr lang="en-US"/>
              </a:p>
            </p:txBody>
          </p:sp>
          <p:sp>
            <p:nvSpPr>
              <p:cNvPr id="3121" name="Freeform: Shape 3120">
                <a:extLst>
                  <a:ext uri="{FF2B5EF4-FFF2-40B4-BE49-F238E27FC236}">
                    <a16:creationId xmlns:a16="http://schemas.microsoft.com/office/drawing/2014/main" id="{4F299EF7-E9AA-5C9F-8CE4-A5D3DD83CDA7}"/>
                  </a:ext>
                </a:extLst>
              </p:cNvPr>
              <p:cNvSpPr/>
              <p:nvPr/>
            </p:nvSpPr>
            <p:spPr>
              <a:xfrm>
                <a:off x="7730097" y="7934690"/>
                <a:ext cx="41981" cy="41981"/>
              </a:xfrm>
              <a:custGeom>
                <a:avLst/>
                <a:gdLst>
                  <a:gd name="connsiteX0" fmla="*/ 21257 w 41981"/>
                  <a:gd name="connsiteY0" fmla="*/ 4963 h 41981"/>
                  <a:gd name="connsiteX1" fmla="*/ 37448 w 41981"/>
                  <a:gd name="connsiteY1" fmla="*/ 21153 h 41981"/>
                  <a:gd name="connsiteX2" fmla="*/ 37448 w 41981"/>
                  <a:gd name="connsiteY2" fmla="*/ 21153 h 41981"/>
                  <a:gd name="connsiteX3" fmla="*/ 21257 w 41981"/>
                  <a:gd name="connsiteY3" fmla="*/ 37343 h 41981"/>
                  <a:gd name="connsiteX4" fmla="*/ 5067 w 41981"/>
                  <a:gd name="connsiteY4" fmla="*/ 21153 h 41981"/>
                  <a:gd name="connsiteX5" fmla="*/ 21257 w 41981"/>
                  <a:gd name="connsiteY5" fmla="*/ 4963 h 41981"/>
                  <a:gd name="connsiteX6" fmla="*/ 21257 w 41981"/>
                  <a:gd name="connsiteY6" fmla="*/ 162 h 41981"/>
                  <a:gd name="connsiteX7" fmla="*/ 267 w 41981"/>
                  <a:gd name="connsiteY7" fmla="*/ 21153 h 41981"/>
                  <a:gd name="connsiteX8" fmla="*/ 21257 w 41981"/>
                  <a:gd name="connsiteY8" fmla="*/ 42143 h 41981"/>
                  <a:gd name="connsiteX9" fmla="*/ 42248 w 41981"/>
                  <a:gd name="connsiteY9" fmla="*/ 21153 h 41981"/>
                  <a:gd name="connsiteX10" fmla="*/ 42248 w 41981"/>
                  <a:gd name="connsiteY10" fmla="*/ 21153 h 41981"/>
                  <a:gd name="connsiteX11" fmla="*/ 21257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3"/>
                    </a:moveTo>
                    <a:cubicBezTo>
                      <a:pt x="30199" y="4963"/>
                      <a:pt x="37448" y="12211"/>
                      <a:pt x="37448" y="21153"/>
                    </a:cubicBezTo>
                    <a:lnTo>
                      <a:pt x="37448" y="21153"/>
                    </a:lnTo>
                    <a:cubicBezTo>
                      <a:pt x="37448" y="30095"/>
                      <a:pt x="30199" y="37343"/>
                      <a:pt x="21257" y="37343"/>
                    </a:cubicBezTo>
                    <a:cubicBezTo>
                      <a:pt x="12316" y="37343"/>
                      <a:pt x="5067" y="30095"/>
                      <a:pt x="5067" y="21153"/>
                    </a:cubicBezTo>
                    <a:cubicBezTo>
                      <a:pt x="5067" y="12211"/>
                      <a:pt x="12316" y="4963"/>
                      <a:pt x="21257" y="4963"/>
                    </a:cubicBezTo>
                    <a:close/>
                    <a:moveTo>
                      <a:pt x="21257" y="162"/>
                    </a:moveTo>
                    <a:cubicBezTo>
                      <a:pt x="9665" y="162"/>
                      <a:pt x="267" y="9560"/>
                      <a:pt x="267" y="21153"/>
                    </a:cubicBezTo>
                    <a:cubicBezTo>
                      <a:pt x="267" y="32745"/>
                      <a:pt x="9665" y="42143"/>
                      <a:pt x="21257" y="42143"/>
                    </a:cubicBezTo>
                    <a:cubicBezTo>
                      <a:pt x="32850" y="42143"/>
                      <a:pt x="42248" y="32745"/>
                      <a:pt x="42248" y="21153"/>
                    </a:cubicBezTo>
                    <a:lnTo>
                      <a:pt x="42248" y="21153"/>
                    </a:lnTo>
                    <a:cubicBezTo>
                      <a:pt x="42248" y="9560"/>
                      <a:pt x="32850" y="162"/>
                      <a:pt x="21257" y="162"/>
                    </a:cubicBezTo>
                    <a:close/>
                  </a:path>
                </a:pathLst>
              </a:custGeom>
              <a:solidFill>
                <a:srgbClr val="000000"/>
              </a:solidFill>
              <a:ln w="4794" cap="sq">
                <a:noFill/>
                <a:prstDash val="solid"/>
                <a:round/>
              </a:ln>
            </p:spPr>
            <p:txBody>
              <a:bodyPr rtlCol="0" anchor="ctr"/>
              <a:lstStyle/>
              <a:p>
                <a:endParaRPr lang="en-US"/>
              </a:p>
            </p:txBody>
          </p:sp>
          <p:sp>
            <p:nvSpPr>
              <p:cNvPr id="3122" name="Freeform: Shape 3121">
                <a:extLst>
                  <a:ext uri="{FF2B5EF4-FFF2-40B4-BE49-F238E27FC236}">
                    <a16:creationId xmlns:a16="http://schemas.microsoft.com/office/drawing/2014/main" id="{FF22F767-749B-7547-1638-0B3BCC366728}"/>
                  </a:ext>
                </a:extLst>
              </p:cNvPr>
              <p:cNvSpPr/>
              <p:nvPr/>
            </p:nvSpPr>
            <p:spPr>
              <a:xfrm>
                <a:off x="7926857" y="7920616"/>
                <a:ext cx="37180" cy="37180"/>
              </a:xfrm>
              <a:custGeom>
                <a:avLst/>
                <a:gdLst>
                  <a:gd name="connsiteX0" fmla="*/ 37481 w 37180"/>
                  <a:gd name="connsiteY0" fmla="*/ 18750 h 37180"/>
                  <a:gd name="connsiteX1" fmla="*/ 18891 w 37180"/>
                  <a:gd name="connsiteY1" fmla="*/ 37340 h 37180"/>
                  <a:gd name="connsiteX2" fmla="*/ 301 w 37180"/>
                  <a:gd name="connsiteY2" fmla="*/ 18750 h 37180"/>
                  <a:gd name="connsiteX3" fmla="*/ 18891 w 37180"/>
                  <a:gd name="connsiteY3" fmla="*/ 159 h 37180"/>
                  <a:gd name="connsiteX4" fmla="*/ 37481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1" y="18750"/>
                    </a:moveTo>
                    <a:cubicBezTo>
                      <a:pt x="37481" y="29017"/>
                      <a:pt x="29158" y="37340"/>
                      <a:pt x="18891" y="37340"/>
                    </a:cubicBezTo>
                    <a:cubicBezTo>
                      <a:pt x="8624" y="37340"/>
                      <a:pt x="301" y="29017"/>
                      <a:pt x="301" y="18750"/>
                    </a:cubicBezTo>
                    <a:cubicBezTo>
                      <a:pt x="301" y="8483"/>
                      <a:pt x="8624" y="159"/>
                      <a:pt x="18891" y="159"/>
                    </a:cubicBezTo>
                    <a:cubicBezTo>
                      <a:pt x="29158" y="159"/>
                      <a:pt x="37481" y="8483"/>
                      <a:pt x="37481" y="18750"/>
                    </a:cubicBezTo>
                    <a:close/>
                  </a:path>
                </a:pathLst>
              </a:custGeom>
              <a:solidFill>
                <a:srgbClr val="D7F7D7"/>
              </a:solidFill>
              <a:ln w="5753" cap="sq">
                <a:noFill/>
                <a:prstDash val="solid"/>
                <a:miter/>
              </a:ln>
            </p:spPr>
            <p:txBody>
              <a:bodyPr rtlCol="0" anchor="ctr"/>
              <a:lstStyle/>
              <a:p>
                <a:endParaRPr lang="en-US"/>
              </a:p>
            </p:txBody>
          </p:sp>
          <p:sp>
            <p:nvSpPr>
              <p:cNvPr id="3123" name="Freeform: Shape 3122">
                <a:extLst>
                  <a:ext uri="{FF2B5EF4-FFF2-40B4-BE49-F238E27FC236}">
                    <a16:creationId xmlns:a16="http://schemas.microsoft.com/office/drawing/2014/main" id="{8CE8DAE8-6513-F2B3-E684-1B516EDB398A}"/>
                  </a:ext>
                </a:extLst>
              </p:cNvPr>
              <p:cNvSpPr/>
              <p:nvPr/>
            </p:nvSpPr>
            <p:spPr>
              <a:xfrm>
                <a:off x="7924456" y="7918216"/>
                <a:ext cx="41981" cy="41981"/>
              </a:xfrm>
              <a:custGeom>
                <a:avLst/>
                <a:gdLst>
                  <a:gd name="connsiteX0" fmla="*/ 21291 w 41981"/>
                  <a:gd name="connsiteY0" fmla="*/ 4960 h 41981"/>
                  <a:gd name="connsiteX1" fmla="*/ 37481 w 41981"/>
                  <a:gd name="connsiteY1" fmla="*/ 21150 h 41981"/>
                  <a:gd name="connsiteX2" fmla="*/ 37481 w 41981"/>
                  <a:gd name="connsiteY2" fmla="*/ 21150 h 41981"/>
                  <a:gd name="connsiteX3" fmla="*/ 21291 w 41981"/>
                  <a:gd name="connsiteY3" fmla="*/ 37340 h 41981"/>
                  <a:gd name="connsiteX4" fmla="*/ 5101 w 41981"/>
                  <a:gd name="connsiteY4" fmla="*/ 21150 h 41981"/>
                  <a:gd name="connsiteX5" fmla="*/ 21291 w 41981"/>
                  <a:gd name="connsiteY5" fmla="*/ 4960 h 41981"/>
                  <a:gd name="connsiteX6" fmla="*/ 21291 w 41981"/>
                  <a:gd name="connsiteY6" fmla="*/ 159 h 41981"/>
                  <a:gd name="connsiteX7" fmla="*/ 301 w 41981"/>
                  <a:gd name="connsiteY7" fmla="*/ 21150 h 41981"/>
                  <a:gd name="connsiteX8" fmla="*/ 21291 w 41981"/>
                  <a:gd name="connsiteY8" fmla="*/ 42141 h 41981"/>
                  <a:gd name="connsiteX9" fmla="*/ 42282 w 41981"/>
                  <a:gd name="connsiteY9" fmla="*/ 21150 h 41981"/>
                  <a:gd name="connsiteX10" fmla="*/ 42282 w 41981"/>
                  <a:gd name="connsiteY10" fmla="*/ 21150 h 41981"/>
                  <a:gd name="connsiteX11" fmla="*/ 21291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1" y="4960"/>
                    </a:moveTo>
                    <a:cubicBezTo>
                      <a:pt x="30233" y="4960"/>
                      <a:pt x="37481" y="12208"/>
                      <a:pt x="37481" y="21150"/>
                    </a:cubicBezTo>
                    <a:lnTo>
                      <a:pt x="37481" y="21150"/>
                    </a:lnTo>
                    <a:cubicBezTo>
                      <a:pt x="37481" y="30092"/>
                      <a:pt x="30233" y="37340"/>
                      <a:pt x="21291" y="37340"/>
                    </a:cubicBezTo>
                    <a:cubicBezTo>
                      <a:pt x="12349" y="37340"/>
                      <a:pt x="5101" y="30092"/>
                      <a:pt x="5101" y="21150"/>
                    </a:cubicBezTo>
                    <a:cubicBezTo>
                      <a:pt x="5101" y="12208"/>
                      <a:pt x="12349" y="4960"/>
                      <a:pt x="21291" y="4960"/>
                    </a:cubicBezTo>
                    <a:close/>
                    <a:moveTo>
                      <a:pt x="21291" y="159"/>
                    </a:moveTo>
                    <a:cubicBezTo>
                      <a:pt x="9699" y="159"/>
                      <a:pt x="301" y="9557"/>
                      <a:pt x="301" y="21150"/>
                    </a:cubicBezTo>
                    <a:cubicBezTo>
                      <a:pt x="301" y="32743"/>
                      <a:pt x="9699" y="42141"/>
                      <a:pt x="21291" y="42141"/>
                    </a:cubicBezTo>
                    <a:cubicBezTo>
                      <a:pt x="32884" y="42141"/>
                      <a:pt x="42282" y="32743"/>
                      <a:pt x="42282" y="21150"/>
                    </a:cubicBezTo>
                    <a:lnTo>
                      <a:pt x="42282" y="21150"/>
                    </a:lnTo>
                    <a:cubicBezTo>
                      <a:pt x="42282" y="9557"/>
                      <a:pt x="32884" y="159"/>
                      <a:pt x="21291" y="159"/>
                    </a:cubicBezTo>
                    <a:close/>
                  </a:path>
                </a:pathLst>
              </a:custGeom>
              <a:solidFill>
                <a:srgbClr val="000000"/>
              </a:solidFill>
              <a:ln w="4794" cap="sq">
                <a:noFill/>
                <a:prstDash val="solid"/>
                <a:round/>
              </a:ln>
            </p:spPr>
            <p:txBody>
              <a:bodyPr rtlCol="0" anchor="ctr"/>
              <a:lstStyle/>
              <a:p>
                <a:endParaRPr lang="en-US"/>
              </a:p>
            </p:txBody>
          </p:sp>
          <p:sp>
            <p:nvSpPr>
              <p:cNvPr id="3124" name="Freeform: Shape 3123">
                <a:extLst>
                  <a:ext uri="{FF2B5EF4-FFF2-40B4-BE49-F238E27FC236}">
                    <a16:creationId xmlns:a16="http://schemas.microsoft.com/office/drawing/2014/main" id="{F493377F-6072-D314-0103-BFB6300A18A9}"/>
                  </a:ext>
                </a:extLst>
              </p:cNvPr>
              <p:cNvSpPr/>
              <p:nvPr/>
            </p:nvSpPr>
            <p:spPr>
              <a:xfrm>
                <a:off x="7800880" y="7940120"/>
                <a:ext cx="37180" cy="37180"/>
              </a:xfrm>
              <a:custGeom>
                <a:avLst/>
                <a:gdLst>
                  <a:gd name="connsiteX0" fmla="*/ 37459 w 37180"/>
                  <a:gd name="connsiteY0" fmla="*/ 18753 h 37180"/>
                  <a:gd name="connsiteX1" fmla="*/ 18869 w 37180"/>
                  <a:gd name="connsiteY1" fmla="*/ 37344 h 37180"/>
                  <a:gd name="connsiteX2" fmla="*/ 279 w 37180"/>
                  <a:gd name="connsiteY2" fmla="*/ 18753 h 37180"/>
                  <a:gd name="connsiteX3" fmla="*/ 18869 w 37180"/>
                  <a:gd name="connsiteY3" fmla="*/ 163 h 37180"/>
                  <a:gd name="connsiteX4" fmla="*/ 37459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53"/>
                    </a:moveTo>
                    <a:cubicBezTo>
                      <a:pt x="37459" y="29020"/>
                      <a:pt x="29136" y="37344"/>
                      <a:pt x="18869" y="37344"/>
                    </a:cubicBezTo>
                    <a:cubicBezTo>
                      <a:pt x="8602" y="37344"/>
                      <a:pt x="279" y="29020"/>
                      <a:pt x="279" y="18753"/>
                    </a:cubicBezTo>
                    <a:cubicBezTo>
                      <a:pt x="279" y="8486"/>
                      <a:pt x="8602" y="163"/>
                      <a:pt x="18869" y="163"/>
                    </a:cubicBezTo>
                    <a:cubicBezTo>
                      <a:pt x="29136" y="163"/>
                      <a:pt x="37459" y="8486"/>
                      <a:pt x="37459" y="18753"/>
                    </a:cubicBezTo>
                    <a:close/>
                  </a:path>
                </a:pathLst>
              </a:custGeom>
              <a:solidFill>
                <a:srgbClr val="F7D9D9"/>
              </a:solidFill>
              <a:ln w="5753" cap="sq">
                <a:noFill/>
                <a:prstDash val="solid"/>
                <a:miter/>
              </a:ln>
            </p:spPr>
            <p:txBody>
              <a:bodyPr rtlCol="0" anchor="ctr"/>
              <a:lstStyle/>
              <a:p>
                <a:endParaRPr lang="en-US"/>
              </a:p>
            </p:txBody>
          </p:sp>
          <p:sp>
            <p:nvSpPr>
              <p:cNvPr id="3125" name="Freeform: Shape 3124">
                <a:extLst>
                  <a:ext uri="{FF2B5EF4-FFF2-40B4-BE49-F238E27FC236}">
                    <a16:creationId xmlns:a16="http://schemas.microsoft.com/office/drawing/2014/main" id="{439C5D36-3D35-C09B-975F-2859278967EB}"/>
                  </a:ext>
                </a:extLst>
              </p:cNvPr>
              <p:cNvSpPr/>
              <p:nvPr/>
            </p:nvSpPr>
            <p:spPr>
              <a:xfrm>
                <a:off x="7798479" y="7937719"/>
                <a:ext cx="41981" cy="41981"/>
              </a:xfrm>
              <a:custGeom>
                <a:avLst/>
                <a:gdLst>
                  <a:gd name="connsiteX0" fmla="*/ 21269 w 41981"/>
                  <a:gd name="connsiteY0" fmla="*/ 4963 h 41981"/>
                  <a:gd name="connsiteX1" fmla="*/ 37459 w 41981"/>
                  <a:gd name="connsiteY1" fmla="*/ 21153 h 41981"/>
                  <a:gd name="connsiteX2" fmla="*/ 37459 w 41981"/>
                  <a:gd name="connsiteY2" fmla="*/ 21153 h 41981"/>
                  <a:gd name="connsiteX3" fmla="*/ 21269 w 41981"/>
                  <a:gd name="connsiteY3" fmla="*/ 37344 h 41981"/>
                  <a:gd name="connsiteX4" fmla="*/ 5079 w 41981"/>
                  <a:gd name="connsiteY4" fmla="*/ 21153 h 41981"/>
                  <a:gd name="connsiteX5" fmla="*/ 21269 w 41981"/>
                  <a:gd name="connsiteY5" fmla="*/ 4963 h 41981"/>
                  <a:gd name="connsiteX6" fmla="*/ 21269 w 41981"/>
                  <a:gd name="connsiteY6" fmla="*/ 163 h 41981"/>
                  <a:gd name="connsiteX7" fmla="*/ 279 w 41981"/>
                  <a:gd name="connsiteY7" fmla="*/ 21153 h 41981"/>
                  <a:gd name="connsiteX8" fmla="*/ 21269 w 41981"/>
                  <a:gd name="connsiteY8" fmla="*/ 42144 h 41981"/>
                  <a:gd name="connsiteX9" fmla="*/ 42260 w 41981"/>
                  <a:gd name="connsiteY9" fmla="*/ 21153 h 41981"/>
                  <a:gd name="connsiteX10" fmla="*/ 42260 w 41981"/>
                  <a:gd name="connsiteY10" fmla="*/ 21153 h 41981"/>
                  <a:gd name="connsiteX11" fmla="*/ 21269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9" y="4963"/>
                    </a:moveTo>
                    <a:cubicBezTo>
                      <a:pt x="30211" y="4963"/>
                      <a:pt x="37459" y="12212"/>
                      <a:pt x="37459" y="21153"/>
                    </a:cubicBezTo>
                    <a:lnTo>
                      <a:pt x="37459" y="21153"/>
                    </a:lnTo>
                    <a:cubicBezTo>
                      <a:pt x="37459" y="30095"/>
                      <a:pt x="30211" y="37344"/>
                      <a:pt x="21269" y="37344"/>
                    </a:cubicBezTo>
                    <a:cubicBezTo>
                      <a:pt x="12327" y="37344"/>
                      <a:pt x="5079" y="30095"/>
                      <a:pt x="5079" y="21153"/>
                    </a:cubicBezTo>
                    <a:cubicBezTo>
                      <a:pt x="5079" y="12212"/>
                      <a:pt x="12327" y="4963"/>
                      <a:pt x="21269" y="4963"/>
                    </a:cubicBezTo>
                    <a:close/>
                    <a:moveTo>
                      <a:pt x="21269" y="163"/>
                    </a:moveTo>
                    <a:cubicBezTo>
                      <a:pt x="9677" y="163"/>
                      <a:pt x="279" y="9561"/>
                      <a:pt x="279" y="21153"/>
                    </a:cubicBezTo>
                    <a:cubicBezTo>
                      <a:pt x="279" y="32746"/>
                      <a:pt x="9677" y="42144"/>
                      <a:pt x="21269" y="42144"/>
                    </a:cubicBezTo>
                    <a:cubicBezTo>
                      <a:pt x="32862" y="42144"/>
                      <a:pt x="42260" y="32746"/>
                      <a:pt x="42260" y="21153"/>
                    </a:cubicBezTo>
                    <a:lnTo>
                      <a:pt x="42260" y="21153"/>
                    </a:lnTo>
                    <a:cubicBezTo>
                      <a:pt x="42260" y="9561"/>
                      <a:pt x="32862" y="163"/>
                      <a:pt x="21269" y="163"/>
                    </a:cubicBezTo>
                    <a:close/>
                  </a:path>
                </a:pathLst>
              </a:custGeom>
              <a:solidFill>
                <a:srgbClr val="000000"/>
              </a:solidFill>
              <a:ln w="4794" cap="sq">
                <a:noFill/>
                <a:prstDash val="solid"/>
                <a:round/>
              </a:ln>
            </p:spPr>
            <p:txBody>
              <a:bodyPr rtlCol="0" anchor="ctr"/>
              <a:lstStyle/>
              <a:p>
                <a:endParaRPr lang="en-US"/>
              </a:p>
            </p:txBody>
          </p:sp>
          <p:sp>
            <p:nvSpPr>
              <p:cNvPr id="3126" name="Freeform: Shape 3125">
                <a:extLst>
                  <a:ext uri="{FF2B5EF4-FFF2-40B4-BE49-F238E27FC236}">
                    <a16:creationId xmlns:a16="http://schemas.microsoft.com/office/drawing/2014/main" id="{A0CC1AD2-8638-27EE-3669-0B80037CEAA4}"/>
                  </a:ext>
                </a:extLst>
              </p:cNvPr>
              <p:cNvSpPr/>
              <p:nvPr/>
            </p:nvSpPr>
            <p:spPr>
              <a:xfrm>
                <a:off x="7877977" y="7936738"/>
                <a:ext cx="37180" cy="37180"/>
              </a:xfrm>
              <a:custGeom>
                <a:avLst/>
                <a:gdLst>
                  <a:gd name="connsiteX0" fmla="*/ 37473 w 37180"/>
                  <a:gd name="connsiteY0" fmla="*/ 18753 h 37180"/>
                  <a:gd name="connsiteX1" fmla="*/ 18882 w 37180"/>
                  <a:gd name="connsiteY1" fmla="*/ 37343 h 37180"/>
                  <a:gd name="connsiteX2" fmla="*/ 292 w 37180"/>
                  <a:gd name="connsiteY2" fmla="*/ 18753 h 37180"/>
                  <a:gd name="connsiteX3" fmla="*/ 18882 w 37180"/>
                  <a:gd name="connsiteY3" fmla="*/ 162 h 37180"/>
                  <a:gd name="connsiteX4" fmla="*/ 37473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3" y="18753"/>
                    </a:moveTo>
                    <a:cubicBezTo>
                      <a:pt x="37473" y="29020"/>
                      <a:pt x="29150" y="37343"/>
                      <a:pt x="18882" y="37343"/>
                    </a:cubicBezTo>
                    <a:cubicBezTo>
                      <a:pt x="8615" y="37343"/>
                      <a:pt x="292" y="29020"/>
                      <a:pt x="292" y="18753"/>
                    </a:cubicBezTo>
                    <a:cubicBezTo>
                      <a:pt x="292" y="8485"/>
                      <a:pt x="8615" y="162"/>
                      <a:pt x="18882" y="162"/>
                    </a:cubicBezTo>
                    <a:cubicBezTo>
                      <a:pt x="29150" y="162"/>
                      <a:pt x="37473" y="8485"/>
                      <a:pt x="37473" y="18753"/>
                    </a:cubicBezTo>
                    <a:close/>
                  </a:path>
                </a:pathLst>
              </a:custGeom>
              <a:solidFill>
                <a:srgbClr val="F7F0F0"/>
              </a:solidFill>
              <a:ln w="5753" cap="sq">
                <a:noFill/>
                <a:prstDash val="solid"/>
                <a:miter/>
              </a:ln>
            </p:spPr>
            <p:txBody>
              <a:bodyPr rtlCol="0" anchor="ctr"/>
              <a:lstStyle/>
              <a:p>
                <a:endParaRPr lang="en-US"/>
              </a:p>
            </p:txBody>
          </p:sp>
          <p:sp>
            <p:nvSpPr>
              <p:cNvPr id="3127" name="Freeform: Shape 3126">
                <a:extLst>
                  <a:ext uri="{FF2B5EF4-FFF2-40B4-BE49-F238E27FC236}">
                    <a16:creationId xmlns:a16="http://schemas.microsoft.com/office/drawing/2014/main" id="{242BB0DC-5D12-766E-B258-759EFCBFDEEE}"/>
                  </a:ext>
                </a:extLst>
              </p:cNvPr>
              <p:cNvSpPr/>
              <p:nvPr/>
            </p:nvSpPr>
            <p:spPr>
              <a:xfrm>
                <a:off x="7875577" y="7934338"/>
                <a:ext cx="41981" cy="41981"/>
              </a:xfrm>
              <a:custGeom>
                <a:avLst/>
                <a:gdLst>
                  <a:gd name="connsiteX0" fmla="*/ 21283 w 41981"/>
                  <a:gd name="connsiteY0" fmla="*/ 4963 h 41981"/>
                  <a:gd name="connsiteX1" fmla="*/ 37473 w 41981"/>
                  <a:gd name="connsiteY1" fmla="*/ 21153 h 41981"/>
                  <a:gd name="connsiteX2" fmla="*/ 37473 w 41981"/>
                  <a:gd name="connsiteY2" fmla="*/ 21153 h 41981"/>
                  <a:gd name="connsiteX3" fmla="*/ 21283 w 41981"/>
                  <a:gd name="connsiteY3" fmla="*/ 37343 h 41981"/>
                  <a:gd name="connsiteX4" fmla="*/ 5092 w 41981"/>
                  <a:gd name="connsiteY4" fmla="*/ 21153 h 41981"/>
                  <a:gd name="connsiteX5" fmla="*/ 21283 w 41981"/>
                  <a:gd name="connsiteY5" fmla="*/ 4963 h 41981"/>
                  <a:gd name="connsiteX6" fmla="*/ 21283 w 41981"/>
                  <a:gd name="connsiteY6" fmla="*/ 162 h 41981"/>
                  <a:gd name="connsiteX7" fmla="*/ 292 w 41981"/>
                  <a:gd name="connsiteY7" fmla="*/ 21153 h 41981"/>
                  <a:gd name="connsiteX8" fmla="*/ 21283 w 41981"/>
                  <a:gd name="connsiteY8" fmla="*/ 42143 h 41981"/>
                  <a:gd name="connsiteX9" fmla="*/ 42273 w 41981"/>
                  <a:gd name="connsiteY9" fmla="*/ 21153 h 41981"/>
                  <a:gd name="connsiteX10" fmla="*/ 42273 w 41981"/>
                  <a:gd name="connsiteY10" fmla="*/ 21153 h 41981"/>
                  <a:gd name="connsiteX11" fmla="*/ 21283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3" y="4963"/>
                    </a:moveTo>
                    <a:cubicBezTo>
                      <a:pt x="30224" y="4963"/>
                      <a:pt x="37473" y="12211"/>
                      <a:pt x="37473" y="21153"/>
                    </a:cubicBezTo>
                    <a:lnTo>
                      <a:pt x="37473" y="21153"/>
                    </a:lnTo>
                    <a:cubicBezTo>
                      <a:pt x="37473" y="30095"/>
                      <a:pt x="30224" y="37343"/>
                      <a:pt x="21283" y="37343"/>
                    </a:cubicBezTo>
                    <a:cubicBezTo>
                      <a:pt x="12341" y="37343"/>
                      <a:pt x="5092" y="30095"/>
                      <a:pt x="5092" y="21153"/>
                    </a:cubicBezTo>
                    <a:cubicBezTo>
                      <a:pt x="5092" y="12211"/>
                      <a:pt x="12341" y="4963"/>
                      <a:pt x="21283" y="4963"/>
                    </a:cubicBezTo>
                    <a:close/>
                    <a:moveTo>
                      <a:pt x="21283" y="162"/>
                    </a:moveTo>
                    <a:cubicBezTo>
                      <a:pt x="9690" y="162"/>
                      <a:pt x="292" y="9560"/>
                      <a:pt x="292" y="21153"/>
                    </a:cubicBezTo>
                    <a:cubicBezTo>
                      <a:pt x="292" y="32745"/>
                      <a:pt x="9690" y="42143"/>
                      <a:pt x="21283" y="42143"/>
                    </a:cubicBezTo>
                    <a:cubicBezTo>
                      <a:pt x="32875" y="42143"/>
                      <a:pt x="42273" y="32745"/>
                      <a:pt x="42273" y="21153"/>
                    </a:cubicBezTo>
                    <a:lnTo>
                      <a:pt x="42273" y="21153"/>
                    </a:lnTo>
                    <a:cubicBezTo>
                      <a:pt x="42273" y="9560"/>
                      <a:pt x="32875" y="162"/>
                      <a:pt x="21283" y="162"/>
                    </a:cubicBezTo>
                    <a:close/>
                  </a:path>
                </a:pathLst>
              </a:custGeom>
              <a:solidFill>
                <a:srgbClr val="000000"/>
              </a:solidFill>
              <a:ln w="4794" cap="sq">
                <a:noFill/>
                <a:prstDash val="solid"/>
                <a:round/>
              </a:ln>
            </p:spPr>
            <p:txBody>
              <a:bodyPr rtlCol="0" anchor="ctr"/>
              <a:lstStyle/>
              <a:p>
                <a:endParaRPr lang="en-US"/>
              </a:p>
            </p:txBody>
          </p:sp>
          <p:sp>
            <p:nvSpPr>
              <p:cNvPr id="3128" name="Freeform: Shape 3127">
                <a:extLst>
                  <a:ext uri="{FF2B5EF4-FFF2-40B4-BE49-F238E27FC236}">
                    <a16:creationId xmlns:a16="http://schemas.microsoft.com/office/drawing/2014/main" id="{7F89A8EB-7CBF-BC64-A4F4-BA0F891BADF9}"/>
                  </a:ext>
                </a:extLst>
              </p:cNvPr>
              <p:cNvSpPr/>
              <p:nvPr/>
            </p:nvSpPr>
            <p:spPr>
              <a:xfrm>
                <a:off x="7688709" y="8026865"/>
                <a:ext cx="37180" cy="37180"/>
              </a:xfrm>
              <a:custGeom>
                <a:avLst/>
                <a:gdLst>
                  <a:gd name="connsiteX0" fmla="*/ 37440 w 37180"/>
                  <a:gd name="connsiteY0" fmla="*/ 18768 h 37180"/>
                  <a:gd name="connsiteX1" fmla="*/ 18850 w 37180"/>
                  <a:gd name="connsiteY1" fmla="*/ 37359 h 37180"/>
                  <a:gd name="connsiteX2" fmla="*/ 259 w 37180"/>
                  <a:gd name="connsiteY2" fmla="*/ 18768 h 37180"/>
                  <a:gd name="connsiteX3" fmla="*/ 18850 w 37180"/>
                  <a:gd name="connsiteY3" fmla="*/ 178 h 37180"/>
                  <a:gd name="connsiteX4" fmla="*/ 37440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8"/>
                    </a:moveTo>
                    <a:cubicBezTo>
                      <a:pt x="37440" y="29035"/>
                      <a:pt x="29117" y="37359"/>
                      <a:pt x="18850" y="37359"/>
                    </a:cubicBezTo>
                    <a:cubicBezTo>
                      <a:pt x="8582" y="37359"/>
                      <a:pt x="259" y="29035"/>
                      <a:pt x="259" y="18768"/>
                    </a:cubicBezTo>
                    <a:cubicBezTo>
                      <a:pt x="259" y="8501"/>
                      <a:pt x="8582" y="178"/>
                      <a:pt x="18850" y="178"/>
                    </a:cubicBezTo>
                    <a:cubicBezTo>
                      <a:pt x="29117" y="178"/>
                      <a:pt x="37440" y="8501"/>
                      <a:pt x="37440" y="18768"/>
                    </a:cubicBezTo>
                    <a:close/>
                  </a:path>
                </a:pathLst>
              </a:custGeom>
              <a:solidFill>
                <a:srgbClr val="F7D8D8"/>
              </a:solidFill>
              <a:ln w="5753" cap="sq">
                <a:noFill/>
                <a:prstDash val="solid"/>
                <a:miter/>
              </a:ln>
            </p:spPr>
            <p:txBody>
              <a:bodyPr rtlCol="0" anchor="ctr"/>
              <a:lstStyle/>
              <a:p>
                <a:endParaRPr lang="en-US"/>
              </a:p>
            </p:txBody>
          </p:sp>
          <p:sp>
            <p:nvSpPr>
              <p:cNvPr id="3129" name="Freeform: Shape 3128">
                <a:extLst>
                  <a:ext uri="{FF2B5EF4-FFF2-40B4-BE49-F238E27FC236}">
                    <a16:creationId xmlns:a16="http://schemas.microsoft.com/office/drawing/2014/main" id="{B1A304D9-2F7D-957F-26C6-5CE8AE015FDA}"/>
                  </a:ext>
                </a:extLst>
              </p:cNvPr>
              <p:cNvSpPr/>
              <p:nvPr/>
            </p:nvSpPr>
            <p:spPr>
              <a:xfrm>
                <a:off x="7686309" y="8024465"/>
                <a:ext cx="41981" cy="41981"/>
              </a:xfrm>
              <a:custGeom>
                <a:avLst/>
                <a:gdLst>
                  <a:gd name="connsiteX0" fmla="*/ 21250 w 41981"/>
                  <a:gd name="connsiteY0" fmla="*/ 4978 h 41981"/>
                  <a:gd name="connsiteX1" fmla="*/ 37440 w 41981"/>
                  <a:gd name="connsiteY1" fmla="*/ 21168 h 41981"/>
                  <a:gd name="connsiteX2" fmla="*/ 37440 w 41981"/>
                  <a:gd name="connsiteY2" fmla="*/ 21168 h 41981"/>
                  <a:gd name="connsiteX3" fmla="*/ 21250 w 41981"/>
                  <a:gd name="connsiteY3" fmla="*/ 37359 h 41981"/>
                  <a:gd name="connsiteX4" fmla="*/ 5060 w 41981"/>
                  <a:gd name="connsiteY4" fmla="*/ 21168 h 41981"/>
                  <a:gd name="connsiteX5" fmla="*/ 21250 w 41981"/>
                  <a:gd name="connsiteY5" fmla="*/ 4978 h 41981"/>
                  <a:gd name="connsiteX6" fmla="*/ 21250 w 41981"/>
                  <a:gd name="connsiteY6" fmla="*/ 178 h 41981"/>
                  <a:gd name="connsiteX7" fmla="*/ 259 w 41981"/>
                  <a:gd name="connsiteY7" fmla="*/ 21168 h 41981"/>
                  <a:gd name="connsiteX8" fmla="*/ 21250 w 41981"/>
                  <a:gd name="connsiteY8" fmla="*/ 42159 h 41981"/>
                  <a:gd name="connsiteX9" fmla="*/ 42240 w 41981"/>
                  <a:gd name="connsiteY9" fmla="*/ 21168 h 41981"/>
                  <a:gd name="connsiteX10" fmla="*/ 42240 w 41981"/>
                  <a:gd name="connsiteY10" fmla="*/ 21168 h 41981"/>
                  <a:gd name="connsiteX11" fmla="*/ 21250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8"/>
                    </a:moveTo>
                    <a:cubicBezTo>
                      <a:pt x="30192" y="4978"/>
                      <a:pt x="37440" y="12227"/>
                      <a:pt x="37440" y="21168"/>
                    </a:cubicBezTo>
                    <a:lnTo>
                      <a:pt x="37440" y="21168"/>
                    </a:lnTo>
                    <a:cubicBezTo>
                      <a:pt x="37440" y="30110"/>
                      <a:pt x="30192" y="37359"/>
                      <a:pt x="21250" y="37359"/>
                    </a:cubicBezTo>
                    <a:cubicBezTo>
                      <a:pt x="12308" y="37359"/>
                      <a:pt x="5060" y="30110"/>
                      <a:pt x="5060" y="21168"/>
                    </a:cubicBezTo>
                    <a:cubicBezTo>
                      <a:pt x="5060" y="12227"/>
                      <a:pt x="12308" y="4978"/>
                      <a:pt x="21250" y="4978"/>
                    </a:cubicBezTo>
                    <a:close/>
                    <a:moveTo>
                      <a:pt x="21250" y="178"/>
                    </a:moveTo>
                    <a:cubicBezTo>
                      <a:pt x="9657" y="178"/>
                      <a:pt x="259" y="9576"/>
                      <a:pt x="259" y="21168"/>
                    </a:cubicBezTo>
                    <a:cubicBezTo>
                      <a:pt x="259" y="32761"/>
                      <a:pt x="9657" y="42159"/>
                      <a:pt x="21250" y="42159"/>
                    </a:cubicBezTo>
                    <a:cubicBezTo>
                      <a:pt x="32842" y="42159"/>
                      <a:pt x="42240" y="32761"/>
                      <a:pt x="42240" y="21168"/>
                    </a:cubicBezTo>
                    <a:lnTo>
                      <a:pt x="42240" y="21168"/>
                    </a:lnTo>
                    <a:cubicBezTo>
                      <a:pt x="42240" y="9576"/>
                      <a:pt x="32842" y="178"/>
                      <a:pt x="21250" y="178"/>
                    </a:cubicBezTo>
                    <a:close/>
                  </a:path>
                </a:pathLst>
              </a:custGeom>
              <a:solidFill>
                <a:srgbClr val="000000"/>
              </a:solidFill>
              <a:ln w="4794" cap="sq">
                <a:noFill/>
                <a:prstDash val="solid"/>
                <a:round/>
              </a:ln>
            </p:spPr>
            <p:txBody>
              <a:bodyPr rtlCol="0" anchor="ctr"/>
              <a:lstStyle/>
              <a:p>
                <a:endParaRPr lang="en-US"/>
              </a:p>
            </p:txBody>
          </p:sp>
          <p:sp>
            <p:nvSpPr>
              <p:cNvPr id="3130" name="Freeform: Shape 3129">
                <a:extLst>
                  <a:ext uri="{FF2B5EF4-FFF2-40B4-BE49-F238E27FC236}">
                    <a16:creationId xmlns:a16="http://schemas.microsoft.com/office/drawing/2014/main" id="{E1674A5B-1527-F3E5-6112-1DC71F239148}"/>
                  </a:ext>
                </a:extLst>
              </p:cNvPr>
              <p:cNvSpPr/>
              <p:nvPr/>
            </p:nvSpPr>
            <p:spPr>
              <a:xfrm>
                <a:off x="7685207" y="7938351"/>
                <a:ext cx="37180" cy="37180"/>
              </a:xfrm>
              <a:custGeom>
                <a:avLst/>
                <a:gdLst>
                  <a:gd name="connsiteX0" fmla="*/ 37439 w 37180"/>
                  <a:gd name="connsiteY0" fmla="*/ 18753 h 37180"/>
                  <a:gd name="connsiteX1" fmla="*/ 18849 w 37180"/>
                  <a:gd name="connsiteY1" fmla="*/ 37343 h 37180"/>
                  <a:gd name="connsiteX2" fmla="*/ 259 w 37180"/>
                  <a:gd name="connsiteY2" fmla="*/ 18753 h 37180"/>
                  <a:gd name="connsiteX3" fmla="*/ 18849 w 37180"/>
                  <a:gd name="connsiteY3" fmla="*/ 162 h 37180"/>
                  <a:gd name="connsiteX4" fmla="*/ 37439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53"/>
                    </a:moveTo>
                    <a:cubicBezTo>
                      <a:pt x="37439" y="29020"/>
                      <a:pt x="29116" y="37343"/>
                      <a:pt x="18849" y="37343"/>
                    </a:cubicBezTo>
                    <a:cubicBezTo>
                      <a:pt x="8582" y="37343"/>
                      <a:pt x="259" y="29020"/>
                      <a:pt x="259" y="18753"/>
                    </a:cubicBezTo>
                    <a:cubicBezTo>
                      <a:pt x="259" y="8486"/>
                      <a:pt x="8582" y="162"/>
                      <a:pt x="18849" y="162"/>
                    </a:cubicBezTo>
                    <a:cubicBezTo>
                      <a:pt x="29116" y="162"/>
                      <a:pt x="37439" y="8486"/>
                      <a:pt x="37439" y="18753"/>
                    </a:cubicBezTo>
                    <a:close/>
                  </a:path>
                </a:pathLst>
              </a:custGeom>
              <a:solidFill>
                <a:srgbClr val="F7E7E7"/>
              </a:solidFill>
              <a:ln w="5753" cap="sq">
                <a:noFill/>
                <a:prstDash val="solid"/>
                <a:miter/>
              </a:ln>
            </p:spPr>
            <p:txBody>
              <a:bodyPr rtlCol="0" anchor="ctr"/>
              <a:lstStyle/>
              <a:p>
                <a:endParaRPr lang="en-US"/>
              </a:p>
            </p:txBody>
          </p:sp>
          <p:sp>
            <p:nvSpPr>
              <p:cNvPr id="3131" name="Freeform: Shape 3130">
                <a:extLst>
                  <a:ext uri="{FF2B5EF4-FFF2-40B4-BE49-F238E27FC236}">
                    <a16:creationId xmlns:a16="http://schemas.microsoft.com/office/drawing/2014/main" id="{49FA7D22-A9B2-D0E3-9D03-5896DC717CC3}"/>
                  </a:ext>
                </a:extLst>
              </p:cNvPr>
              <p:cNvSpPr/>
              <p:nvPr/>
            </p:nvSpPr>
            <p:spPr>
              <a:xfrm>
                <a:off x="7682807" y="7935951"/>
                <a:ext cx="41981" cy="41981"/>
              </a:xfrm>
              <a:custGeom>
                <a:avLst/>
                <a:gdLst>
                  <a:gd name="connsiteX0" fmla="*/ 21249 w 41981"/>
                  <a:gd name="connsiteY0" fmla="*/ 4963 h 41981"/>
                  <a:gd name="connsiteX1" fmla="*/ 37439 w 41981"/>
                  <a:gd name="connsiteY1" fmla="*/ 21153 h 41981"/>
                  <a:gd name="connsiteX2" fmla="*/ 37439 w 41981"/>
                  <a:gd name="connsiteY2" fmla="*/ 21153 h 41981"/>
                  <a:gd name="connsiteX3" fmla="*/ 21249 w 41981"/>
                  <a:gd name="connsiteY3" fmla="*/ 37343 h 41981"/>
                  <a:gd name="connsiteX4" fmla="*/ 5059 w 41981"/>
                  <a:gd name="connsiteY4" fmla="*/ 21153 h 41981"/>
                  <a:gd name="connsiteX5" fmla="*/ 21249 w 41981"/>
                  <a:gd name="connsiteY5" fmla="*/ 4963 h 41981"/>
                  <a:gd name="connsiteX6" fmla="*/ 21249 w 41981"/>
                  <a:gd name="connsiteY6" fmla="*/ 162 h 41981"/>
                  <a:gd name="connsiteX7" fmla="*/ 259 w 41981"/>
                  <a:gd name="connsiteY7" fmla="*/ 21153 h 41981"/>
                  <a:gd name="connsiteX8" fmla="*/ 21249 w 41981"/>
                  <a:gd name="connsiteY8" fmla="*/ 42144 h 41981"/>
                  <a:gd name="connsiteX9" fmla="*/ 42240 w 41981"/>
                  <a:gd name="connsiteY9" fmla="*/ 21153 h 41981"/>
                  <a:gd name="connsiteX10" fmla="*/ 42240 w 41981"/>
                  <a:gd name="connsiteY10" fmla="*/ 21153 h 41981"/>
                  <a:gd name="connsiteX11" fmla="*/ 21249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3"/>
                    </a:moveTo>
                    <a:cubicBezTo>
                      <a:pt x="30191" y="4963"/>
                      <a:pt x="37439" y="12211"/>
                      <a:pt x="37439" y="21153"/>
                    </a:cubicBezTo>
                    <a:lnTo>
                      <a:pt x="37439" y="21153"/>
                    </a:lnTo>
                    <a:cubicBezTo>
                      <a:pt x="37439" y="30095"/>
                      <a:pt x="30191" y="37343"/>
                      <a:pt x="21249" y="37343"/>
                    </a:cubicBezTo>
                    <a:cubicBezTo>
                      <a:pt x="12307" y="37343"/>
                      <a:pt x="5059" y="30095"/>
                      <a:pt x="5059" y="21153"/>
                    </a:cubicBezTo>
                    <a:cubicBezTo>
                      <a:pt x="5059" y="12211"/>
                      <a:pt x="12307" y="4963"/>
                      <a:pt x="21249" y="4963"/>
                    </a:cubicBezTo>
                    <a:close/>
                    <a:moveTo>
                      <a:pt x="21249" y="162"/>
                    </a:moveTo>
                    <a:cubicBezTo>
                      <a:pt x="9657" y="162"/>
                      <a:pt x="259" y="9560"/>
                      <a:pt x="259" y="21153"/>
                    </a:cubicBezTo>
                    <a:cubicBezTo>
                      <a:pt x="259" y="32746"/>
                      <a:pt x="9657" y="42144"/>
                      <a:pt x="21249" y="42144"/>
                    </a:cubicBezTo>
                    <a:cubicBezTo>
                      <a:pt x="32842" y="42144"/>
                      <a:pt x="42240" y="32746"/>
                      <a:pt x="42240" y="21153"/>
                    </a:cubicBezTo>
                    <a:lnTo>
                      <a:pt x="42240" y="21153"/>
                    </a:lnTo>
                    <a:cubicBezTo>
                      <a:pt x="42240" y="9560"/>
                      <a:pt x="32842" y="162"/>
                      <a:pt x="21249" y="162"/>
                    </a:cubicBezTo>
                    <a:close/>
                  </a:path>
                </a:pathLst>
              </a:custGeom>
              <a:solidFill>
                <a:srgbClr val="000000"/>
              </a:solidFill>
              <a:ln w="4794" cap="sq">
                <a:noFill/>
                <a:prstDash val="solid"/>
                <a:round/>
              </a:ln>
            </p:spPr>
            <p:txBody>
              <a:bodyPr rtlCol="0" anchor="ctr"/>
              <a:lstStyle/>
              <a:p>
                <a:endParaRPr lang="en-US"/>
              </a:p>
            </p:txBody>
          </p:sp>
          <p:sp>
            <p:nvSpPr>
              <p:cNvPr id="3132" name="Freeform: Shape 3131">
                <a:extLst>
                  <a:ext uri="{FF2B5EF4-FFF2-40B4-BE49-F238E27FC236}">
                    <a16:creationId xmlns:a16="http://schemas.microsoft.com/office/drawing/2014/main" id="{09659ED1-1126-001F-22C9-8E697C8EB436}"/>
                  </a:ext>
                </a:extLst>
              </p:cNvPr>
              <p:cNvSpPr/>
              <p:nvPr/>
            </p:nvSpPr>
            <p:spPr>
              <a:xfrm>
                <a:off x="7862529" y="7976598"/>
                <a:ext cx="37180" cy="37180"/>
              </a:xfrm>
              <a:custGeom>
                <a:avLst/>
                <a:gdLst>
                  <a:gd name="connsiteX0" fmla="*/ 37470 w 37180"/>
                  <a:gd name="connsiteY0" fmla="*/ 18759 h 37180"/>
                  <a:gd name="connsiteX1" fmla="*/ 18880 w 37180"/>
                  <a:gd name="connsiteY1" fmla="*/ 37350 h 37180"/>
                  <a:gd name="connsiteX2" fmla="*/ 289 w 37180"/>
                  <a:gd name="connsiteY2" fmla="*/ 18759 h 37180"/>
                  <a:gd name="connsiteX3" fmla="*/ 18880 w 37180"/>
                  <a:gd name="connsiteY3" fmla="*/ 169 h 37180"/>
                  <a:gd name="connsiteX4" fmla="*/ 37470 w 37180"/>
                  <a:gd name="connsiteY4" fmla="*/ 1875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59"/>
                    </a:moveTo>
                    <a:cubicBezTo>
                      <a:pt x="37470" y="29027"/>
                      <a:pt x="29147" y="37350"/>
                      <a:pt x="18880" y="37350"/>
                    </a:cubicBezTo>
                    <a:cubicBezTo>
                      <a:pt x="8613" y="37350"/>
                      <a:pt x="289" y="29027"/>
                      <a:pt x="289" y="18759"/>
                    </a:cubicBezTo>
                    <a:cubicBezTo>
                      <a:pt x="289" y="8492"/>
                      <a:pt x="8613" y="169"/>
                      <a:pt x="18880" y="169"/>
                    </a:cubicBezTo>
                    <a:cubicBezTo>
                      <a:pt x="29147" y="169"/>
                      <a:pt x="37470" y="8492"/>
                      <a:pt x="37470" y="18759"/>
                    </a:cubicBezTo>
                    <a:close/>
                  </a:path>
                </a:pathLst>
              </a:custGeom>
              <a:solidFill>
                <a:srgbClr val="59F759"/>
              </a:solidFill>
              <a:ln w="5753" cap="sq">
                <a:noFill/>
                <a:prstDash val="solid"/>
                <a:miter/>
              </a:ln>
            </p:spPr>
            <p:txBody>
              <a:bodyPr rtlCol="0" anchor="ctr"/>
              <a:lstStyle/>
              <a:p>
                <a:endParaRPr lang="en-US"/>
              </a:p>
            </p:txBody>
          </p:sp>
          <p:sp>
            <p:nvSpPr>
              <p:cNvPr id="3133" name="Freeform: Shape 3132">
                <a:extLst>
                  <a:ext uri="{FF2B5EF4-FFF2-40B4-BE49-F238E27FC236}">
                    <a16:creationId xmlns:a16="http://schemas.microsoft.com/office/drawing/2014/main" id="{624AF190-12D6-6E36-FEC7-FEEB28D87071}"/>
                  </a:ext>
                </a:extLst>
              </p:cNvPr>
              <p:cNvSpPr/>
              <p:nvPr/>
            </p:nvSpPr>
            <p:spPr>
              <a:xfrm>
                <a:off x="7860129" y="7974197"/>
                <a:ext cx="41981" cy="41981"/>
              </a:xfrm>
              <a:custGeom>
                <a:avLst/>
                <a:gdLst>
                  <a:gd name="connsiteX0" fmla="*/ 21280 w 41981"/>
                  <a:gd name="connsiteY0" fmla="*/ 4969 h 41981"/>
                  <a:gd name="connsiteX1" fmla="*/ 37470 w 41981"/>
                  <a:gd name="connsiteY1" fmla="*/ 21160 h 41981"/>
                  <a:gd name="connsiteX2" fmla="*/ 37470 w 41981"/>
                  <a:gd name="connsiteY2" fmla="*/ 21160 h 41981"/>
                  <a:gd name="connsiteX3" fmla="*/ 21280 w 41981"/>
                  <a:gd name="connsiteY3" fmla="*/ 37350 h 41981"/>
                  <a:gd name="connsiteX4" fmla="*/ 5090 w 41981"/>
                  <a:gd name="connsiteY4" fmla="*/ 21160 h 41981"/>
                  <a:gd name="connsiteX5" fmla="*/ 21280 w 41981"/>
                  <a:gd name="connsiteY5" fmla="*/ 4969 h 41981"/>
                  <a:gd name="connsiteX6" fmla="*/ 21280 w 41981"/>
                  <a:gd name="connsiteY6" fmla="*/ 169 h 41981"/>
                  <a:gd name="connsiteX7" fmla="*/ 289 w 41981"/>
                  <a:gd name="connsiteY7" fmla="*/ 21160 h 41981"/>
                  <a:gd name="connsiteX8" fmla="*/ 21280 w 41981"/>
                  <a:gd name="connsiteY8" fmla="*/ 42150 h 41981"/>
                  <a:gd name="connsiteX9" fmla="*/ 42271 w 41981"/>
                  <a:gd name="connsiteY9" fmla="*/ 21160 h 41981"/>
                  <a:gd name="connsiteX10" fmla="*/ 42271 w 41981"/>
                  <a:gd name="connsiteY10" fmla="*/ 21160 h 41981"/>
                  <a:gd name="connsiteX11" fmla="*/ 21280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0" y="4969"/>
                    </a:moveTo>
                    <a:cubicBezTo>
                      <a:pt x="30222" y="4969"/>
                      <a:pt x="37470" y="12218"/>
                      <a:pt x="37470" y="21160"/>
                    </a:cubicBezTo>
                    <a:lnTo>
                      <a:pt x="37470" y="21160"/>
                    </a:lnTo>
                    <a:cubicBezTo>
                      <a:pt x="37470" y="30101"/>
                      <a:pt x="30222" y="37350"/>
                      <a:pt x="21280" y="37350"/>
                    </a:cubicBezTo>
                    <a:cubicBezTo>
                      <a:pt x="12338" y="37350"/>
                      <a:pt x="5090" y="30101"/>
                      <a:pt x="5090" y="21160"/>
                    </a:cubicBezTo>
                    <a:cubicBezTo>
                      <a:pt x="5090" y="12218"/>
                      <a:pt x="12338" y="4969"/>
                      <a:pt x="21280" y="4969"/>
                    </a:cubicBezTo>
                    <a:close/>
                    <a:moveTo>
                      <a:pt x="21280" y="169"/>
                    </a:moveTo>
                    <a:cubicBezTo>
                      <a:pt x="9687" y="169"/>
                      <a:pt x="289" y="9567"/>
                      <a:pt x="289" y="21160"/>
                    </a:cubicBezTo>
                    <a:cubicBezTo>
                      <a:pt x="289" y="32752"/>
                      <a:pt x="9687" y="42150"/>
                      <a:pt x="21280" y="42150"/>
                    </a:cubicBezTo>
                    <a:cubicBezTo>
                      <a:pt x="32873" y="42150"/>
                      <a:pt x="42271" y="32752"/>
                      <a:pt x="42271" y="21160"/>
                    </a:cubicBezTo>
                    <a:lnTo>
                      <a:pt x="42271" y="21160"/>
                    </a:lnTo>
                    <a:cubicBezTo>
                      <a:pt x="42271" y="9567"/>
                      <a:pt x="32873" y="169"/>
                      <a:pt x="21280" y="169"/>
                    </a:cubicBezTo>
                    <a:close/>
                  </a:path>
                </a:pathLst>
              </a:custGeom>
              <a:solidFill>
                <a:srgbClr val="000000"/>
              </a:solidFill>
              <a:ln w="4794" cap="sq">
                <a:noFill/>
                <a:prstDash val="solid"/>
                <a:round/>
              </a:ln>
            </p:spPr>
            <p:txBody>
              <a:bodyPr rtlCol="0" anchor="ctr"/>
              <a:lstStyle/>
              <a:p>
                <a:endParaRPr lang="en-US"/>
              </a:p>
            </p:txBody>
          </p:sp>
          <p:sp>
            <p:nvSpPr>
              <p:cNvPr id="3134" name="Freeform: Shape 3133">
                <a:extLst>
                  <a:ext uri="{FF2B5EF4-FFF2-40B4-BE49-F238E27FC236}">
                    <a16:creationId xmlns:a16="http://schemas.microsoft.com/office/drawing/2014/main" id="{67B89478-F048-8364-7992-0D350CB11CEE}"/>
                  </a:ext>
                </a:extLst>
              </p:cNvPr>
              <p:cNvSpPr/>
              <p:nvPr/>
            </p:nvSpPr>
            <p:spPr>
              <a:xfrm>
                <a:off x="7689568" y="7755621"/>
                <a:ext cx="37180" cy="37180"/>
              </a:xfrm>
              <a:custGeom>
                <a:avLst/>
                <a:gdLst>
                  <a:gd name="connsiteX0" fmla="*/ 37440 w 37180"/>
                  <a:gd name="connsiteY0" fmla="*/ 18721 h 37180"/>
                  <a:gd name="connsiteX1" fmla="*/ 18850 w 37180"/>
                  <a:gd name="connsiteY1" fmla="*/ 37312 h 37180"/>
                  <a:gd name="connsiteX2" fmla="*/ 259 w 37180"/>
                  <a:gd name="connsiteY2" fmla="*/ 18721 h 37180"/>
                  <a:gd name="connsiteX3" fmla="*/ 18850 w 37180"/>
                  <a:gd name="connsiteY3" fmla="*/ 131 h 37180"/>
                  <a:gd name="connsiteX4" fmla="*/ 37440 w 37180"/>
                  <a:gd name="connsiteY4" fmla="*/ 1872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21"/>
                    </a:moveTo>
                    <a:cubicBezTo>
                      <a:pt x="37440" y="28988"/>
                      <a:pt x="29117" y="37312"/>
                      <a:pt x="18850" y="37312"/>
                    </a:cubicBezTo>
                    <a:cubicBezTo>
                      <a:pt x="8583" y="37312"/>
                      <a:pt x="259" y="28988"/>
                      <a:pt x="259" y="18721"/>
                    </a:cubicBezTo>
                    <a:cubicBezTo>
                      <a:pt x="259" y="8454"/>
                      <a:pt x="8583" y="131"/>
                      <a:pt x="18850" y="131"/>
                    </a:cubicBezTo>
                    <a:cubicBezTo>
                      <a:pt x="29117" y="131"/>
                      <a:pt x="37440" y="8454"/>
                      <a:pt x="37440" y="18721"/>
                    </a:cubicBezTo>
                    <a:close/>
                  </a:path>
                </a:pathLst>
              </a:custGeom>
              <a:solidFill>
                <a:srgbClr val="F7EEEE"/>
              </a:solidFill>
              <a:ln w="5753" cap="sq">
                <a:noFill/>
                <a:prstDash val="solid"/>
                <a:miter/>
              </a:ln>
            </p:spPr>
            <p:txBody>
              <a:bodyPr rtlCol="0" anchor="ctr"/>
              <a:lstStyle/>
              <a:p>
                <a:endParaRPr lang="en-US"/>
              </a:p>
            </p:txBody>
          </p:sp>
          <p:sp>
            <p:nvSpPr>
              <p:cNvPr id="3135" name="Freeform: Shape 3134">
                <a:extLst>
                  <a:ext uri="{FF2B5EF4-FFF2-40B4-BE49-F238E27FC236}">
                    <a16:creationId xmlns:a16="http://schemas.microsoft.com/office/drawing/2014/main" id="{1E7BC855-4911-9870-F9D3-5013C504532D}"/>
                  </a:ext>
                </a:extLst>
              </p:cNvPr>
              <p:cNvSpPr/>
              <p:nvPr/>
            </p:nvSpPr>
            <p:spPr>
              <a:xfrm>
                <a:off x="7687167" y="7753221"/>
                <a:ext cx="41981" cy="41981"/>
              </a:xfrm>
              <a:custGeom>
                <a:avLst/>
                <a:gdLst>
                  <a:gd name="connsiteX0" fmla="*/ 21250 w 41981"/>
                  <a:gd name="connsiteY0" fmla="*/ 4931 h 41981"/>
                  <a:gd name="connsiteX1" fmla="*/ 37440 w 41981"/>
                  <a:gd name="connsiteY1" fmla="*/ 21121 h 41981"/>
                  <a:gd name="connsiteX2" fmla="*/ 37440 w 41981"/>
                  <a:gd name="connsiteY2" fmla="*/ 21121 h 41981"/>
                  <a:gd name="connsiteX3" fmla="*/ 21250 w 41981"/>
                  <a:gd name="connsiteY3" fmla="*/ 37312 h 41981"/>
                  <a:gd name="connsiteX4" fmla="*/ 5060 w 41981"/>
                  <a:gd name="connsiteY4" fmla="*/ 21121 h 41981"/>
                  <a:gd name="connsiteX5" fmla="*/ 21250 w 41981"/>
                  <a:gd name="connsiteY5" fmla="*/ 4931 h 41981"/>
                  <a:gd name="connsiteX6" fmla="*/ 21250 w 41981"/>
                  <a:gd name="connsiteY6" fmla="*/ 131 h 41981"/>
                  <a:gd name="connsiteX7" fmla="*/ 259 w 41981"/>
                  <a:gd name="connsiteY7" fmla="*/ 21121 h 41981"/>
                  <a:gd name="connsiteX8" fmla="*/ 21250 w 41981"/>
                  <a:gd name="connsiteY8" fmla="*/ 42112 h 41981"/>
                  <a:gd name="connsiteX9" fmla="*/ 42241 w 41981"/>
                  <a:gd name="connsiteY9" fmla="*/ 21121 h 41981"/>
                  <a:gd name="connsiteX10" fmla="*/ 42241 w 41981"/>
                  <a:gd name="connsiteY10" fmla="*/ 21121 h 41981"/>
                  <a:gd name="connsiteX11" fmla="*/ 21250 w 41981"/>
                  <a:gd name="connsiteY11" fmla="*/ 13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31"/>
                    </a:moveTo>
                    <a:cubicBezTo>
                      <a:pt x="30192" y="4931"/>
                      <a:pt x="37440" y="12179"/>
                      <a:pt x="37440" y="21121"/>
                    </a:cubicBezTo>
                    <a:lnTo>
                      <a:pt x="37440" y="21121"/>
                    </a:lnTo>
                    <a:cubicBezTo>
                      <a:pt x="37440" y="30063"/>
                      <a:pt x="30192" y="37312"/>
                      <a:pt x="21250" y="37312"/>
                    </a:cubicBezTo>
                    <a:cubicBezTo>
                      <a:pt x="12308" y="37312"/>
                      <a:pt x="5060" y="30063"/>
                      <a:pt x="5060" y="21121"/>
                    </a:cubicBezTo>
                    <a:cubicBezTo>
                      <a:pt x="5060" y="12179"/>
                      <a:pt x="12308" y="4931"/>
                      <a:pt x="21250" y="4931"/>
                    </a:cubicBezTo>
                    <a:close/>
                    <a:moveTo>
                      <a:pt x="21250" y="131"/>
                    </a:moveTo>
                    <a:cubicBezTo>
                      <a:pt x="9657" y="131"/>
                      <a:pt x="259" y="9529"/>
                      <a:pt x="259" y="21121"/>
                    </a:cubicBezTo>
                    <a:cubicBezTo>
                      <a:pt x="259" y="32714"/>
                      <a:pt x="9657" y="42112"/>
                      <a:pt x="21250" y="42112"/>
                    </a:cubicBezTo>
                    <a:cubicBezTo>
                      <a:pt x="32842" y="42112"/>
                      <a:pt x="42241" y="32714"/>
                      <a:pt x="42241" y="21121"/>
                    </a:cubicBezTo>
                    <a:lnTo>
                      <a:pt x="42241" y="21121"/>
                    </a:lnTo>
                    <a:cubicBezTo>
                      <a:pt x="42241" y="9529"/>
                      <a:pt x="32842" y="131"/>
                      <a:pt x="21250" y="131"/>
                    </a:cubicBezTo>
                    <a:close/>
                  </a:path>
                </a:pathLst>
              </a:custGeom>
              <a:solidFill>
                <a:srgbClr val="000000"/>
              </a:solidFill>
              <a:ln w="4794" cap="sq">
                <a:noFill/>
                <a:prstDash val="solid"/>
                <a:round/>
              </a:ln>
            </p:spPr>
            <p:txBody>
              <a:bodyPr rtlCol="0" anchor="ctr"/>
              <a:lstStyle/>
              <a:p>
                <a:endParaRPr lang="en-US"/>
              </a:p>
            </p:txBody>
          </p:sp>
          <p:sp>
            <p:nvSpPr>
              <p:cNvPr id="3136" name="Freeform: Shape 3135">
                <a:extLst>
                  <a:ext uri="{FF2B5EF4-FFF2-40B4-BE49-F238E27FC236}">
                    <a16:creationId xmlns:a16="http://schemas.microsoft.com/office/drawing/2014/main" id="{3F50F6E8-BC3B-DEE3-88D5-24AC36CA30FF}"/>
                  </a:ext>
                </a:extLst>
              </p:cNvPr>
              <p:cNvSpPr/>
              <p:nvPr/>
            </p:nvSpPr>
            <p:spPr>
              <a:xfrm>
                <a:off x="7645584" y="8081752"/>
                <a:ext cx="37180" cy="37180"/>
              </a:xfrm>
              <a:custGeom>
                <a:avLst/>
                <a:gdLst>
                  <a:gd name="connsiteX0" fmla="*/ 37432 w 37180"/>
                  <a:gd name="connsiteY0" fmla="*/ 18778 h 37180"/>
                  <a:gd name="connsiteX1" fmla="*/ 18842 w 37180"/>
                  <a:gd name="connsiteY1" fmla="*/ 37368 h 37180"/>
                  <a:gd name="connsiteX2" fmla="*/ 252 w 37180"/>
                  <a:gd name="connsiteY2" fmla="*/ 18778 h 37180"/>
                  <a:gd name="connsiteX3" fmla="*/ 18842 w 37180"/>
                  <a:gd name="connsiteY3" fmla="*/ 187 h 37180"/>
                  <a:gd name="connsiteX4" fmla="*/ 37432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2" y="18778"/>
                    </a:moveTo>
                    <a:cubicBezTo>
                      <a:pt x="37432" y="29045"/>
                      <a:pt x="29109" y="37368"/>
                      <a:pt x="18842" y="37368"/>
                    </a:cubicBezTo>
                    <a:cubicBezTo>
                      <a:pt x="8575" y="37368"/>
                      <a:pt x="252" y="29045"/>
                      <a:pt x="252" y="18778"/>
                    </a:cubicBezTo>
                    <a:cubicBezTo>
                      <a:pt x="252" y="8511"/>
                      <a:pt x="8575" y="187"/>
                      <a:pt x="18842" y="187"/>
                    </a:cubicBezTo>
                    <a:cubicBezTo>
                      <a:pt x="29109" y="187"/>
                      <a:pt x="37432" y="8511"/>
                      <a:pt x="37432" y="18778"/>
                    </a:cubicBezTo>
                    <a:close/>
                  </a:path>
                </a:pathLst>
              </a:custGeom>
              <a:solidFill>
                <a:srgbClr val="F7CDCD"/>
              </a:solidFill>
              <a:ln w="5753" cap="sq">
                <a:noFill/>
                <a:prstDash val="solid"/>
                <a:miter/>
              </a:ln>
            </p:spPr>
            <p:txBody>
              <a:bodyPr rtlCol="0" anchor="ctr"/>
              <a:lstStyle/>
              <a:p>
                <a:endParaRPr lang="en-US"/>
              </a:p>
            </p:txBody>
          </p:sp>
          <p:sp>
            <p:nvSpPr>
              <p:cNvPr id="3137" name="Freeform: Shape 3136">
                <a:extLst>
                  <a:ext uri="{FF2B5EF4-FFF2-40B4-BE49-F238E27FC236}">
                    <a16:creationId xmlns:a16="http://schemas.microsoft.com/office/drawing/2014/main" id="{7DAF2507-6C5D-CA0A-163B-38274B3523C0}"/>
                  </a:ext>
                </a:extLst>
              </p:cNvPr>
              <p:cNvSpPr/>
              <p:nvPr/>
            </p:nvSpPr>
            <p:spPr>
              <a:xfrm>
                <a:off x="7643184" y="8079352"/>
                <a:ext cx="41981" cy="41981"/>
              </a:xfrm>
              <a:custGeom>
                <a:avLst/>
                <a:gdLst>
                  <a:gd name="connsiteX0" fmla="*/ 21242 w 41981"/>
                  <a:gd name="connsiteY0" fmla="*/ 4988 h 41981"/>
                  <a:gd name="connsiteX1" fmla="*/ 37432 w 41981"/>
                  <a:gd name="connsiteY1" fmla="*/ 21178 h 41981"/>
                  <a:gd name="connsiteX2" fmla="*/ 37432 w 41981"/>
                  <a:gd name="connsiteY2" fmla="*/ 21178 h 41981"/>
                  <a:gd name="connsiteX3" fmla="*/ 21242 w 41981"/>
                  <a:gd name="connsiteY3" fmla="*/ 37368 h 41981"/>
                  <a:gd name="connsiteX4" fmla="*/ 5052 w 41981"/>
                  <a:gd name="connsiteY4" fmla="*/ 21178 h 41981"/>
                  <a:gd name="connsiteX5" fmla="*/ 21242 w 41981"/>
                  <a:gd name="connsiteY5" fmla="*/ 4988 h 41981"/>
                  <a:gd name="connsiteX6" fmla="*/ 21242 w 41981"/>
                  <a:gd name="connsiteY6" fmla="*/ 187 h 41981"/>
                  <a:gd name="connsiteX7" fmla="*/ 252 w 41981"/>
                  <a:gd name="connsiteY7" fmla="*/ 21178 h 41981"/>
                  <a:gd name="connsiteX8" fmla="*/ 21242 w 41981"/>
                  <a:gd name="connsiteY8" fmla="*/ 42169 h 41981"/>
                  <a:gd name="connsiteX9" fmla="*/ 42233 w 41981"/>
                  <a:gd name="connsiteY9" fmla="*/ 21178 h 41981"/>
                  <a:gd name="connsiteX10" fmla="*/ 42233 w 41981"/>
                  <a:gd name="connsiteY10" fmla="*/ 21178 h 41981"/>
                  <a:gd name="connsiteX11" fmla="*/ 21242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2" y="4988"/>
                    </a:moveTo>
                    <a:cubicBezTo>
                      <a:pt x="30184" y="4988"/>
                      <a:pt x="37432" y="12236"/>
                      <a:pt x="37432" y="21178"/>
                    </a:cubicBezTo>
                    <a:lnTo>
                      <a:pt x="37432" y="21178"/>
                    </a:lnTo>
                    <a:cubicBezTo>
                      <a:pt x="37432" y="30120"/>
                      <a:pt x="30184" y="37368"/>
                      <a:pt x="21242" y="37368"/>
                    </a:cubicBezTo>
                    <a:cubicBezTo>
                      <a:pt x="12300" y="37368"/>
                      <a:pt x="5052" y="30120"/>
                      <a:pt x="5052" y="21178"/>
                    </a:cubicBezTo>
                    <a:cubicBezTo>
                      <a:pt x="5052" y="12236"/>
                      <a:pt x="12300" y="4988"/>
                      <a:pt x="21242" y="4988"/>
                    </a:cubicBezTo>
                    <a:close/>
                    <a:moveTo>
                      <a:pt x="21242" y="187"/>
                    </a:moveTo>
                    <a:cubicBezTo>
                      <a:pt x="9650" y="187"/>
                      <a:pt x="252" y="9585"/>
                      <a:pt x="252" y="21178"/>
                    </a:cubicBezTo>
                    <a:cubicBezTo>
                      <a:pt x="252" y="32770"/>
                      <a:pt x="9650" y="42169"/>
                      <a:pt x="21242" y="42169"/>
                    </a:cubicBezTo>
                    <a:cubicBezTo>
                      <a:pt x="32835" y="42169"/>
                      <a:pt x="42233" y="32770"/>
                      <a:pt x="42233" y="21178"/>
                    </a:cubicBezTo>
                    <a:lnTo>
                      <a:pt x="42233" y="21178"/>
                    </a:lnTo>
                    <a:cubicBezTo>
                      <a:pt x="42233" y="9585"/>
                      <a:pt x="32835" y="187"/>
                      <a:pt x="21242" y="187"/>
                    </a:cubicBezTo>
                    <a:close/>
                  </a:path>
                </a:pathLst>
              </a:custGeom>
              <a:solidFill>
                <a:srgbClr val="000000"/>
              </a:solidFill>
              <a:ln w="4794" cap="sq">
                <a:noFill/>
                <a:prstDash val="solid"/>
                <a:round/>
              </a:ln>
            </p:spPr>
            <p:txBody>
              <a:bodyPr rtlCol="0" anchor="ctr"/>
              <a:lstStyle/>
              <a:p>
                <a:endParaRPr lang="en-US"/>
              </a:p>
            </p:txBody>
          </p:sp>
          <p:sp>
            <p:nvSpPr>
              <p:cNvPr id="3138" name="Freeform: Shape 3137">
                <a:extLst>
                  <a:ext uri="{FF2B5EF4-FFF2-40B4-BE49-F238E27FC236}">
                    <a16:creationId xmlns:a16="http://schemas.microsoft.com/office/drawing/2014/main" id="{11438AF4-AC98-6F50-D64B-1EC4D8905734}"/>
                  </a:ext>
                </a:extLst>
              </p:cNvPr>
              <p:cNvSpPr/>
              <p:nvPr/>
            </p:nvSpPr>
            <p:spPr>
              <a:xfrm>
                <a:off x="7980067" y="7940747"/>
                <a:ext cx="37180" cy="37180"/>
              </a:xfrm>
              <a:custGeom>
                <a:avLst/>
                <a:gdLst>
                  <a:gd name="connsiteX0" fmla="*/ 37491 w 37180"/>
                  <a:gd name="connsiteY0" fmla="*/ 18753 h 37180"/>
                  <a:gd name="connsiteX1" fmla="*/ 18900 w 37180"/>
                  <a:gd name="connsiteY1" fmla="*/ 37344 h 37180"/>
                  <a:gd name="connsiteX2" fmla="*/ 310 w 37180"/>
                  <a:gd name="connsiteY2" fmla="*/ 18753 h 37180"/>
                  <a:gd name="connsiteX3" fmla="*/ 18900 w 37180"/>
                  <a:gd name="connsiteY3" fmla="*/ 163 h 37180"/>
                  <a:gd name="connsiteX4" fmla="*/ 37491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1" y="18753"/>
                    </a:moveTo>
                    <a:cubicBezTo>
                      <a:pt x="37491" y="29020"/>
                      <a:pt x="29167" y="37344"/>
                      <a:pt x="18900" y="37344"/>
                    </a:cubicBezTo>
                    <a:cubicBezTo>
                      <a:pt x="8633" y="37344"/>
                      <a:pt x="310" y="29020"/>
                      <a:pt x="310" y="18753"/>
                    </a:cubicBezTo>
                    <a:cubicBezTo>
                      <a:pt x="310" y="8486"/>
                      <a:pt x="8633" y="163"/>
                      <a:pt x="18900" y="163"/>
                    </a:cubicBezTo>
                    <a:cubicBezTo>
                      <a:pt x="29167" y="163"/>
                      <a:pt x="37491" y="8486"/>
                      <a:pt x="37491" y="18753"/>
                    </a:cubicBezTo>
                    <a:close/>
                  </a:path>
                </a:pathLst>
              </a:custGeom>
              <a:solidFill>
                <a:srgbClr val="37F737"/>
              </a:solidFill>
              <a:ln w="5753" cap="sq">
                <a:noFill/>
                <a:prstDash val="solid"/>
                <a:miter/>
              </a:ln>
            </p:spPr>
            <p:txBody>
              <a:bodyPr rtlCol="0" anchor="ctr"/>
              <a:lstStyle/>
              <a:p>
                <a:endParaRPr lang="en-US"/>
              </a:p>
            </p:txBody>
          </p:sp>
          <p:sp>
            <p:nvSpPr>
              <p:cNvPr id="3139" name="Freeform: Shape 3138">
                <a:extLst>
                  <a:ext uri="{FF2B5EF4-FFF2-40B4-BE49-F238E27FC236}">
                    <a16:creationId xmlns:a16="http://schemas.microsoft.com/office/drawing/2014/main" id="{E8164F62-F3D9-37E8-184F-15D917619D41}"/>
                  </a:ext>
                </a:extLst>
              </p:cNvPr>
              <p:cNvSpPr/>
              <p:nvPr/>
            </p:nvSpPr>
            <p:spPr>
              <a:xfrm>
                <a:off x="7977667" y="7938347"/>
                <a:ext cx="41981" cy="41981"/>
              </a:xfrm>
              <a:custGeom>
                <a:avLst/>
                <a:gdLst>
                  <a:gd name="connsiteX0" fmla="*/ 21300 w 41981"/>
                  <a:gd name="connsiteY0" fmla="*/ 4963 h 41981"/>
                  <a:gd name="connsiteX1" fmla="*/ 37491 w 41981"/>
                  <a:gd name="connsiteY1" fmla="*/ 21153 h 41981"/>
                  <a:gd name="connsiteX2" fmla="*/ 37491 w 41981"/>
                  <a:gd name="connsiteY2" fmla="*/ 21153 h 41981"/>
                  <a:gd name="connsiteX3" fmla="*/ 21300 w 41981"/>
                  <a:gd name="connsiteY3" fmla="*/ 37344 h 41981"/>
                  <a:gd name="connsiteX4" fmla="*/ 5110 w 41981"/>
                  <a:gd name="connsiteY4" fmla="*/ 21153 h 41981"/>
                  <a:gd name="connsiteX5" fmla="*/ 21300 w 41981"/>
                  <a:gd name="connsiteY5" fmla="*/ 4963 h 41981"/>
                  <a:gd name="connsiteX6" fmla="*/ 21300 w 41981"/>
                  <a:gd name="connsiteY6" fmla="*/ 163 h 41981"/>
                  <a:gd name="connsiteX7" fmla="*/ 310 w 41981"/>
                  <a:gd name="connsiteY7" fmla="*/ 21153 h 41981"/>
                  <a:gd name="connsiteX8" fmla="*/ 21300 w 41981"/>
                  <a:gd name="connsiteY8" fmla="*/ 42144 h 41981"/>
                  <a:gd name="connsiteX9" fmla="*/ 42291 w 41981"/>
                  <a:gd name="connsiteY9" fmla="*/ 21153 h 41981"/>
                  <a:gd name="connsiteX10" fmla="*/ 42291 w 41981"/>
                  <a:gd name="connsiteY10" fmla="*/ 21153 h 41981"/>
                  <a:gd name="connsiteX11" fmla="*/ 21300 w 41981"/>
                  <a:gd name="connsiteY11" fmla="*/ 16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0" y="4963"/>
                    </a:moveTo>
                    <a:cubicBezTo>
                      <a:pt x="30242" y="4963"/>
                      <a:pt x="37491" y="12212"/>
                      <a:pt x="37491" y="21153"/>
                    </a:cubicBezTo>
                    <a:lnTo>
                      <a:pt x="37491" y="21153"/>
                    </a:lnTo>
                    <a:cubicBezTo>
                      <a:pt x="37491" y="30095"/>
                      <a:pt x="30242" y="37344"/>
                      <a:pt x="21300" y="37344"/>
                    </a:cubicBezTo>
                    <a:cubicBezTo>
                      <a:pt x="12359" y="37344"/>
                      <a:pt x="5110" y="30095"/>
                      <a:pt x="5110" y="21153"/>
                    </a:cubicBezTo>
                    <a:cubicBezTo>
                      <a:pt x="5110" y="12212"/>
                      <a:pt x="12359" y="4963"/>
                      <a:pt x="21300" y="4963"/>
                    </a:cubicBezTo>
                    <a:close/>
                    <a:moveTo>
                      <a:pt x="21300" y="163"/>
                    </a:moveTo>
                    <a:cubicBezTo>
                      <a:pt x="9708" y="163"/>
                      <a:pt x="310" y="9561"/>
                      <a:pt x="310" y="21153"/>
                    </a:cubicBezTo>
                    <a:cubicBezTo>
                      <a:pt x="310" y="32746"/>
                      <a:pt x="9708" y="42144"/>
                      <a:pt x="21300" y="42144"/>
                    </a:cubicBezTo>
                    <a:cubicBezTo>
                      <a:pt x="32893" y="42144"/>
                      <a:pt x="42291" y="32746"/>
                      <a:pt x="42291" y="21153"/>
                    </a:cubicBezTo>
                    <a:lnTo>
                      <a:pt x="42291" y="21153"/>
                    </a:lnTo>
                    <a:cubicBezTo>
                      <a:pt x="42291" y="9561"/>
                      <a:pt x="32893" y="163"/>
                      <a:pt x="21300" y="163"/>
                    </a:cubicBezTo>
                    <a:close/>
                  </a:path>
                </a:pathLst>
              </a:custGeom>
              <a:solidFill>
                <a:srgbClr val="000000"/>
              </a:solidFill>
              <a:ln w="4794" cap="sq">
                <a:noFill/>
                <a:prstDash val="solid"/>
                <a:round/>
              </a:ln>
            </p:spPr>
            <p:txBody>
              <a:bodyPr rtlCol="0" anchor="ctr"/>
              <a:lstStyle/>
              <a:p>
                <a:endParaRPr lang="en-US"/>
              </a:p>
            </p:txBody>
          </p:sp>
          <p:sp>
            <p:nvSpPr>
              <p:cNvPr id="3140" name="Freeform: Shape 3139">
                <a:extLst>
                  <a:ext uri="{FF2B5EF4-FFF2-40B4-BE49-F238E27FC236}">
                    <a16:creationId xmlns:a16="http://schemas.microsoft.com/office/drawing/2014/main" id="{ED7DA539-ECCB-D2CD-4CD5-96E76141CB37}"/>
                  </a:ext>
                </a:extLst>
              </p:cNvPr>
              <p:cNvSpPr/>
              <p:nvPr/>
            </p:nvSpPr>
            <p:spPr>
              <a:xfrm>
                <a:off x="7650607" y="7691696"/>
                <a:ext cx="37180" cy="37180"/>
              </a:xfrm>
              <a:custGeom>
                <a:avLst/>
                <a:gdLst>
                  <a:gd name="connsiteX0" fmla="*/ 37433 w 37180"/>
                  <a:gd name="connsiteY0" fmla="*/ 18710 h 37180"/>
                  <a:gd name="connsiteX1" fmla="*/ 18843 w 37180"/>
                  <a:gd name="connsiteY1" fmla="*/ 37300 h 37180"/>
                  <a:gd name="connsiteX2" fmla="*/ 253 w 37180"/>
                  <a:gd name="connsiteY2" fmla="*/ 18710 h 37180"/>
                  <a:gd name="connsiteX3" fmla="*/ 18843 w 37180"/>
                  <a:gd name="connsiteY3" fmla="*/ 120 h 37180"/>
                  <a:gd name="connsiteX4" fmla="*/ 37433 w 37180"/>
                  <a:gd name="connsiteY4" fmla="*/ 1871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3" y="18710"/>
                    </a:moveTo>
                    <a:cubicBezTo>
                      <a:pt x="37433" y="28977"/>
                      <a:pt x="29110" y="37300"/>
                      <a:pt x="18843" y="37300"/>
                    </a:cubicBezTo>
                    <a:cubicBezTo>
                      <a:pt x="8576" y="37300"/>
                      <a:pt x="253" y="28977"/>
                      <a:pt x="253" y="18710"/>
                    </a:cubicBezTo>
                    <a:cubicBezTo>
                      <a:pt x="253" y="8443"/>
                      <a:pt x="8576" y="120"/>
                      <a:pt x="18843" y="120"/>
                    </a:cubicBezTo>
                    <a:cubicBezTo>
                      <a:pt x="29110" y="120"/>
                      <a:pt x="37433" y="8443"/>
                      <a:pt x="37433" y="18710"/>
                    </a:cubicBezTo>
                    <a:close/>
                  </a:path>
                </a:pathLst>
              </a:custGeom>
              <a:solidFill>
                <a:srgbClr val="F7A500"/>
              </a:solidFill>
              <a:ln w="5753" cap="sq">
                <a:noFill/>
                <a:prstDash val="solid"/>
                <a:miter/>
              </a:ln>
            </p:spPr>
            <p:txBody>
              <a:bodyPr rtlCol="0" anchor="ctr"/>
              <a:lstStyle/>
              <a:p>
                <a:endParaRPr lang="en-US"/>
              </a:p>
            </p:txBody>
          </p:sp>
          <p:sp>
            <p:nvSpPr>
              <p:cNvPr id="3141" name="Freeform: Shape 3140">
                <a:extLst>
                  <a:ext uri="{FF2B5EF4-FFF2-40B4-BE49-F238E27FC236}">
                    <a16:creationId xmlns:a16="http://schemas.microsoft.com/office/drawing/2014/main" id="{7BA645F5-B2A1-3859-6E92-CFB8B3D25F50}"/>
                  </a:ext>
                </a:extLst>
              </p:cNvPr>
              <p:cNvSpPr/>
              <p:nvPr/>
            </p:nvSpPr>
            <p:spPr>
              <a:xfrm>
                <a:off x="7648207" y="7689296"/>
                <a:ext cx="41981" cy="41981"/>
              </a:xfrm>
              <a:custGeom>
                <a:avLst/>
                <a:gdLst>
                  <a:gd name="connsiteX0" fmla="*/ 21243 w 41981"/>
                  <a:gd name="connsiteY0" fmla="*/ 4920 h 41981"/>
                  <a:gd name="connsiteX1" fmla="*/ 37433 w 41981"/>
                  <a:gd name="connsiteY1" fmla="*/ 21110 h 41981"/>
                  <a:gd name="connsiteX2" fmla="*/ 37433 w 41981"/>
                  <a:gd name="connsiteY2" fmla="*/ 21110 h 41981"/>
                  <a:gd name="connsiteX3" fmla="*/ 21243 w 41981"/>
                  <a:gd name="connsiteY3" fmla="*/ 37300 h 41981"/>
                  <a:gd name="connsiteX4" fmla="*/ 5053 w 41981"/>
                  <a:gd name="connsiteY4" fmla="*/ 21110 h 41981"/>
                  <a:gd name="connsiteX5" fmla="*/ 21243 w 41981"/>
                  <a:gd name="connsiteY5" fmla="*/ 4920 h 41981"/>
                  <a:gd name="connsiteX6" fmla="*/ 21243 w 41981"/>
                  <a:gd name="connsiteY6" fmla="*/ 120 h 41981"/>
                  <a:gd name="connsiteX7" fmla="*/ 253 w 41981"/>
                  <a:gd name="connsiteY7" fmla="*/ 21110 h 41981"/>
                  <a:gd name="connsiteX8" fmla="*/ 21243 w 41981"/>
                  <a:gd name="connsiteY8" fmla="*/ 42101 h 41981"/>
                  <a:gd name="connsiteX9" fmla="*/ 42234 w 41981"/>
                  <a:gd name="connsiteY9" fmla="*/ 21110 h 41981"/>
                  <a:gd name="connsiteX10" fmla="*/ 42234 w 41981"/>
                  <a:gd name="connsiteY10" fmla="*/ 21110 h 41981"/>
                  <a:gd name="connsiteX11" fmla="*/ 21243 w 41981"/>
                  <a:gd name="connsiteY11" fmla="*/ 12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3" y="4920"/>
                    </a:moveTo>
                    <a:cubicBezTo>
                      <a:pt x="30185" y="4920"/>
                      <a:pt x="37433" y="12168"/>
                      <a:pt x="37433" y="21110"/>
                    </a:cubicBezTo>
                    <a:lnTo>
                      <a:pt x="37433" y="21110"/>
                    </a:lnTo>
                    <a:cubicBezTo>
                      <a:pt x="37433" y="30052"/>
                      <a:pt x="30185" y="37300"/>
                      <a:pt x="21243" y="37300"/>
                    </a:cubicBezTo>
                    <a:cubicBezTo>
                      <a:pt x="12301" y="37300"/>
                      <a:pt x="5053" y="30052"/>
                      <a:pt x="5053" y="21110"/>
                    </a:cubicBezTo>
                    <a:cubicBezTo>
                      <a:pt x="5053" y="12168"/>
                      <a:pt x="12301" y="4920"/>
                      <a:pt x="21243" y="4920"/>
                    </a:cubicBezTo>
                    <a:close/>
                    <a:moveTo>
                      <a:pt x="21243" y="120"/>
                    </a:moveTo>
                    <a:cubicBezTo>
                      <a:pt x="9651" y="120"/>
                      <a:pt x="253" y="9518"/>
                      <a:pt x="253" y="21110"/>
                    </a:cubicBezTo>
                    <a:cubicBezTo>
                      <a:pt x="253" y="32703"/>
                      <a:pt x="9651" y="42101"/>
                      <a:pt x="21243" y="42101"/>
                    </a:cubicBezTo>
                    <a:cubicBezTo>
                      <a:pt x="32836" y="42101"/>
                      <a:pt x="42234" y="32703"/>
                      <a:pt x="42234" y="21110"/>
                    </a:cubicBezTo>
                    <a:lnTo>
                      <a:pt x="42234" y="21110"/>
                    </a:lnTo>
                    <a:cubicBezTo>
                      <a:pt x="42234" y="9518"/>
                      <a:pt x="32836" y="120"/>
                      <a:pt x="21243" y="120"/>
                    </a:cubicBezTo>
                    <a:close/>
                  </a:path>
                </a:pathLst>
              </a:custGeom>
              <a:solidFill>
                <a:srgbClr val="000000"/>
              </a:solidFill>
              <a:ln w="4794" cap="sq">
                <a:noFill/>
                <a:prstDash val="solid"/>
                <a:round/>
              </a:ln>
            </p:spPr>
            <p:txBody>
              <a:bodyPr rtlCol="0" anchor="ctr"/>
              <a:lstStyle/>
              <a:p>
                <a:endParaRPr lang="en-US"/>
              </a:p>
            </p:txBody>
          </p:sp>
          <p:sp>
            <p:nvSpPr>
              <p:cNvPr id="3142" name="Freeform: Shape 3141">
                <a:extLst>
                  <a:ext uri="{FF2B5EF4-FFF2-40B4-BE49-F238E27FC236}">
                    <a16:creationId xmlns:a16="http://schemas.microsoft.com/office/drawing/2014/main" id="{E21D323A-A36A-37A9-8B1C-D7B8B93ABCC0}"/>
                  </a:ext>
                </a:extLst>
              </p:cNvPr>
              <p:cNvSpPr/>
              <p:nvPr/>
            </p:nvSpPr>
            <p:spPr>
              <a:xfrm>
                <a:off x="7508001" y="7906326"/>
                <a:ext cx="37180" cy="37180"/>
              </a:xfrm>
              <a:custGeom>
                <a:avLst/>
                <a:gdLst>
                  <a:gd name="connsiteX0" fmla="*/ 37409 w 37180"/>
                  <a:gd name="connsiteY0" fmla="*/ 18747 h 37180"/>
                  <a:gd name="connsiteX1" fmla="*/ 18818 w 37180"/>
                  <a:gd name="connsiteY1" fmla="*/ 37338 h 37180"/>
                  <a:gd name="connsiteX2" fmla="*/ 228 w 37180"/>
                  <a:gd name="connsiteY2" fmla="*/ 18747 h 37180"/>
                  <a:gd name="connsiteX3" fmla="*/ 18818 w 37180"/>
                  <a:gd name="connsiteY3" fmla="*/ 157 h 37180"/>
                  <a:gd name="connsiteX4" fmla="*/ 37409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09" y="18747"/>
                    </a:moveTo>
                    <a:cubicBezTo>
                      <a:pt x="37409" y="29014"/>
                      <a:pt x="29085" y="37338"/>
                      <a:pt x="18818" y="37338"/>
                    </a:cubicBezTo>
                    <a:cubicBezTo>
                      <a:pt x="8551" y="37338"/>
                      <a:pt x="228" y="29014"/>
                      <a:pt x="228" y="18747"/>
                    </a:cubicBezTo>
                    <a:cubicBezTo>
                      <a:pt x="228" y="8480"/>
                      <a:pt x="8551" y="157"/>
                      <a:pt x="18818" y="157"/>
                    </a:cubicBezTo>
                    <a:cubicBezTo>
                      <a:pt x="29085" y="157"/>
                      <a:pt x="37409" y="8480"/>
                      <a:pt x="37409" y="18747"/>
                    </a:cubicBezTo>
                    <a:close/>
                  </a:path>
                </a:pathLst>
              </a:custGeom>
              <a:solidFill>
                <a:srgbClr val="F7B8B8"/>
              </a:solidFill>
              <a:ln w="5753" cap="sq">
                <a:noFill/>
                <a:prstDash val="solid"/>
                <a:miter/>
              </a:ln>
            </p:spPr>
            <p:txBody>
              <a:bodyPr rtlCol="0" anchor="ctr"/>
              <a:lstStyle/>
              <a:p>
                <a:endParaRPr lang="en-US"/>
              </a:p>
            </p:txBody>
          </p:sp>
          <p:sp>
            <p:nvSpPr>
              <p:cNvPr id="3143" name="Freeform: Shape 3142">
                <a:extLst>
                  <a:ext uri="{FF2B5EF4-FFF2-40B4-BE49-F238E27FC236}">
                    <a16:creationId xmlns:a16="http://schemas.microsoft.com/office/drawing/2014/main" id="{3317126E-F2A6-BDF6-B86D-89900D825071}"/>
                  </a:ext>
                </a:extLst>
              </p:cNvPr>
              <p:cNvSpPr/>
              <p:nvPr/>
            </p:nvSpPr>
            <p:spPr>
              <a:xfrm>
                <a:off x="7505601" y="7903925"/>
                <a:ext cx="41981" cy="41981"/>
              </a:xfrm>
              <a:custGeom>
                <a:avLst/>
                <a:gdLst>
                  <a:gd name="connsiteX0" fmla="*/ 21218 w 41981"/>
                  <a:gd name="connsiteY0" fmla="*/ 4957 h 41981"/>
                  <a:gd name="connsiteX1" fmla="*/ 37409 w 41981"/>
                  <a:gd name="connsiteY1" fmla="*/ 21147 h 41981"/>
                  <a:gd name="connsiteX2" fmla="*/ 37409 w 41981"/>
                  <a:gd name="connsiteY2" fmla="*/ 21147 h 41981"/>
                  <a:gd name="connsiteX3" fmla="*/ 21218 w 41981"/>
                  <a:gd name="connsiteY3" fmla="*/ 37338 h 41981"/>
                  <a:gd name="connsiteX4" fmla="*/ 5028 w 41981"/>
                  <a:gd name="connsiteY4" fmla="*/ 21147 h 41981"/>
                  <a:gd name="connsiteX5" fmla="*/ 21218 w 41981"/>
                  <a:gd name="connsiteY5" fmla="*/ 4957 h 41981"/>
                  <a:gd name="connsiteX6" fmla="*/ 21218 w 41981"/>
                  <a:gd name="connsiteY6" fmla="*/ 157 h 41981"/>
                  <a:gd name="connsiteX7" fmla="*/ 228 w 41981"/>
                  <a:gd name="connsiteY7" fmla="*/ 21147 h 41981"/>
                  <a:gd name="connsiteX8" fmla="*/ 21218 w 41981"/>
                  <a:gd name="connsiteY8" fmla="*/ 42138 h 41981"/>
                  <a:gd name="connsiteX9" fmla="*/ 42209 w 41981"/>
                  <a:gd name="connsiteY9" fmla="*/ 21147 h 41981"/>
                  <a:gd name="connsiteX10" fmla="*/ 42209 w 41981"/>
                  <a:gd name="connsiteY10" fmla="*/ 21147 h 41981"/>
                  <a:gd name="connsiteX11" fmla="*/ 21218 w 41981"/>
                  <a:gd name="connsiteY11" fmla="*/ 15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18" y="4957"/>
                    </a:moveTo>
                    <a:cubicBezTo>
                      <a:pt x="30160" y="4957"/>
                      <a:pt x="37409" y="12206"/>
                      <a:pt x="37409" y="21147"/>
                    </a:cubicBezTo>
                    <a:lnTo>
                      <a:pt x="37409" y="21147"/>
                    </a:lnTo>
                    <a:cubicBezTo>
                      <a:pt x="37409" y="30089"/>
                      <a:pt x="30160" y="37338"/>
                      <a:pt x="21218" y="37338"/>
                    </a:cubicBezTo>
                    <a:cubicBezTo>
                      <a:pt x="12277" y="37338"/>
                      <a:pt x="5028" y="30089"/>
                      <a:pt x="5028" y="21147"/>
                    </a:cubicBezTo>
                    <a:cubicBezTo>
                      <a:pt x="5028" y="12206"/>
                      <a:pt x="12277" y="4957"/>
                      <a:pt x="21218" y="4957"/>
                    </a:cubicBezTo>
                    <a:close/>
                    <a:moveTo>
                      <a:pt x="21218" y="157"/>
                    </a:moveTo>
                    <a:cubicBezTo>
                      <a:pt x="9626" y="157"/>
                      <a:pt x="228" y="9555"/>
                      <a:pt x="228" y="21147"/>
                    </a:cubicBezTo>
                    <a:cubicBezTo>
                      <a:pt x="228" y="32740"/>
                      <a:pt x="9626" y="42138"/>
                      <a:pt x="21218" y="42138"/>
                    </a:cubicBezTo>
                    <a:cubicBezTo>
                      <a:pt x="32811" y="42138"/>
                      <a:pt x="42209" y="32740"/>
                      <a:pt x="42209" y="21147"/>
                    </a:cubicBezTo>
                    <a:lnTo>
                      <a:pt x="42209" y="21147"/>
                    </a:lnTo>
                    <a:cubicBezTo>
                      <a:pt x="42209" y="9555"/>
                      <a:pt x="32811" y="157"/>
                      <a:pt x="21218" y="157"/>
                    </a:cubicBezTo>
                    <a:close/>
                  </a:path>
                </a:pathLst>
              </a:custGeom>
              <a:solidFill>
                <a:srgbClr val="000000"/>
              </a:solidFill>
              <a:ln w="4794" cap="sq">
                <a:noFill/>
                <a:prstDash val="solid"/>
                <a:round/>
              </a:ln>
            </p:spPr>
            <p:txBody>
              <a:bodyPr rtlCol="0" anchor="ctr"/>
              <a:lstStyle/>
              <a:p>
                <a:endParaRPr lang="en-US"/>
              </a:p>
            </p:txBody>
          </p:sp>
          <p:sp>
            <p:nvSpPr>
              <p:cNvPr id="3144" name="Freeform: Shape 3143">
                <a:extLst>
                  <a:ext uri="{FF2B5EF4-FFF2-40B4-BE49-F238E27FC236}">
                    <a16:creationId xmlns:a16="http://schemas.microsoft.com/office/drawing/2014/main" id="{525B1746-0E3B-233B-0939-AB6AEB41DF71}"/>
                  </a:ext>
                </a:extLst>
              </p:cNvPr>
              <p:cNvSpPr/>
              <p:nvPr/>
            </p:nvSpPr>
            <p:spPr>
              <a:xfrm>
                <a:off x="7851619" y="7931485"/>
                <a:ext cx="37180" cy="37180"/>
              </a:xfrm>
              <a:custGeom>
                <a:avLst/>
                <a:gdLst>
                  <a:gd name="connsiteX0" fmla="*/ 37468 w 37180"/>
                  <a:gd name="connsiteY0" fmla="*/ 18752 h 37180"/>
                  <a:gd name="connsiteX1" fmla="*/ 18878 w 37180"/>
                  <a:gd name="connsiteY1" fmla="*/ 37342 h 37180"/>
                  <a:gd name="connsiteX2" fmla="*/ 287 w 37180"/>
                  <a:gd name="connsiteY2" fmla="*/ 18752 h 37180"/>
                  <a:gd name="connsiteX3" fmla="*/ 18878 w 37180"/>
                  <a:gd name="connsiteY3" fmla="*/ 161 h 37180"/>
                  <a:gd name="connsiteX4" fmla="*/ 37468 w 37180"/>
                  <a:gd name="connsiteY4" fmla="*/ 1875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8" y="18752"/>
                    </a:moveTo>
                    <a:cubicBezTo>
                      <a:pt x="37468" y="29019"/>
                      <a:pt x="29145" y="37342"/>
                      <a:pt x="18878" y="37342"/>
                    </a:cubicBezTo>
                    <a:cubicBezTo>
                      <a:pt x="8611" y="37342"/>
                      <a:pt x="287" y="29019"/>
                      <a:pt x="287" y="18752"/>
                    </a:cubicBezTo>
                    <a:cubicBezTo>
                      <a:pt x="287" y="8484"/>
                      <a:pt x="8611" y="161"/>
                      <a:pt x="18878" y="161"/>
                    </a:cubicBezTo>
                    <a:cubicBezTo>
                      <a:pt x="29145" y="161"/>
                      <a:pt x="37468" y="8484"/>
                      <a:pt x="37468" y="18752"/>
                    </a:cubicBezTo>
                    <a:close/>
                  </a:path>
                </a:pathLst>
              </a:custGeom>
              <a:solidFill>
                <a:srgbClr val="F7E8E8"/>
              </a:solidFill>
              <a:ln w="5753" cap="sq">
                <a:noFill/>
                <a:prstDash val="solid"/>
                <a:miter/>
              </a:ln>
            </p:spPr>
            <p:txBody>
              <a:bodyPr rtlCol="0" anchor="ctr"/>
              <a:lstStyle/>
              <a:p>
                <a:endParaRPr lang="en-US"/>
              </a:p>
            </p:txBody>
          </p:sp>
          <p:sp>
            <p:nvSpPr>
              <p:cNvPr id="3145" name="Freeform: Shape 3144">
                <a:extLst>
                  <a:ext uri="{FF2B5EF4-FFF2-40B4-BE49-F238E27FC236}">
                    <a16:creationId xmlns:a16="http://schemas.microsoft.com/office/drawing/2014/main" id="{27493FED-71E5-85D0-F1F3-1D95864E33D7}"/>
                  </a:ext>
                </a:extLst>
              </p:cNvPr>
              <p:cNvSpPr/>
              <p:nvPr/>
            </p:nvSpPr>
            <p:spPr>
              <a:xfrm>
                <a:off x="7849219" y="7929085"/>
                <a:ext cx="41981" cy="41981"/>
              </a:xfrm>
              <a:custGeom>
                <a:avLst/>
                <a:gdLst>
                  <a:gd name="connsiteX0" fmla="*/ 21278 w 41981"/>
                  <a:gd name="connsiteY0" fmla="*/ 4962 h 41981"/>
                  <a:gd name="connsiteX1" fmla="*/ 37468 w 41981"/>
                  <a:gd name="connsiteY1" fmla="*/ 21152 h 41981"/>
                  <a:gd name="connsiteX2" fmla="*/ 37468 w 41981"/>
                  <a:gd name="connsiteY2" fmla="*/ 21152 h 41981"/>
                  <a:gd name="connsiteX3" fmla="*/ 21278 w 41981"/>
                  <a:gd name="connsiteY3" fmla="*/ 37342 h 41981"/>
                  <a:gd name="connsiteX4" fmla="*/ 5088 w 41981"/>
                  <a:gd name="connsiteY4" fmla="*/ 21152 h 41981"/>
                  <a:gd name="connsiteX5" fmla="*/ 21278 w 41981"/>
                  <a:gd name="connsiteY5" fmla="*/ 4962 h 41981"/>
                  <a:gd name="connsiteX6" fmla="*/ 21278 w 41981"/>
                  <a:gd name="connsiteY6" fmla="*/ 161 h 41981"/>
                  <a:gd name="connsiteX7" fmla="*/ 287 w 41981"/>
                  <a:gd name="connsiteY7" fmla="*/ 21152 h 41981"/>
                  <a:gd name="connsiteX8" fmla="*/ 21278 w 41981"/>
                  <a:gd name="connsiteY8" fmla="*/ 42142 h 41981"/>
                  <a:gd name="connsiteX9" fmla="*/ 42269 w 41981"/>
                  <a:gd name="connsiteY9" fmla="*/ 21152 h 41981"/>
                  <a:gd name="connsiteX10" fmla="*/ 42269 w 41981"/>
                  <a:gd name="connsiteY10" fmla="*/ 21152 h 41981"/>
                  <a:gd name="connsiteX11" fmla="*/ 21278 w 41981"/>
                  <a:gd name="connsiteY11" fmla="*/ 16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8" y="4962"/>
                    </a:moveTo>
                    <a:cubicBezTo>
                      <a:pt x="30220" y="4962"/>
                      <a:pt x="37468" y="12210"/>
                      <a:pt x="37468" y="21152"/>
                    </a:cubicBezTo>
                    <a:lnTo>
                      <a:pt x="37468" y="21152"/>
                    </a:lnTo>
                    <a:cubicBezTo>
                      <a:pt x="37468" y="30094"/>
                      <a:pt x="30220" y="37342"/>
                      <a:pt x="21278" y="37342"/>
                    </a:cubicBezTo>
                    <a:cubicBezTo>
                      <a:pt x="12336" y="37342"/>
                      <a:pt x="5088" y="30094"/>
                      <a:pt x="5088" y="21152"/>
                    </a:cubicBezTo>
                    <a:cubicBezTo>
                      <a:pt x="5088" y="12210"/>
                      <a:pt x="12336" y="4962"/>
                      <a:pt x="21278" y="4962"/>
                    </a:cubicBezTo>
                    <a:close/>
                    <a:moveTo>
                      <a:pt x="21278" y="161"/>
                    </a:moveTo>
                    <a:cubicBezTo>
                      <a:pt x="9685" y="161"/>
                      <a:pt x="287" y="9559"/>
                      <a:pt x="287" y="21152"/>
                    </a:cubicBezTo>
                    <a:cubicBezTo>
                      <a:pt x="287" y="32744"/>
                      <a:pt x="9685" y="42142"/>
                      <a:pt x="21278" y="42142"/>
                    </a:cubicBezTo>
                    <a:cubicBezTo>
                      <a:pt x="32871" y="42142"/>
                      <a:pt x="42269" y="32744"/>
                      <a:pt x="42269" y="21152"/>
                    </a:cubicBezTo>
                    <a:lnTo>
                      <a:pt x="42269" y="21152"/>
                    </a:lnTo>
                    <a:cubicBezTo>
                      <a:pt x="42269" y="9559"/>
                      <a:pt x="32871" y="161"/>
                      <a:pt x="21278" y="161"/>
                    </a:cubicBezTo>
                    <a:close/>
                  </a:path>
                </a:pathLst>
              </a:custGeom>
              <a:solidFill>
                <a:srgbClr val="000000"/>
              </a:solidFill>
              <a:ln w="4794" cap="sq">
                <a:noFill/>
                <a:prstDash val="solid"/>
                <a:round/>
              </a:ln>
            </p:spPr>
            <p:txBody>
              <a:bodyPr rtlCol="0" anchor="ctr"/>
              <a:lstStyle/>
              <a:p>
                <a:endParaRPr lang="en-US"/>
              </a:p>
            </p:txBody>
          </p:sp>
          <p:sp>
            <p:nvSpPr>
              <p:cNvPr id="3146" name="Freeform: Shape 3145">
                <a:extLst>
                  <a:ext uri="{FF2B5EF4-FFF2-40B4-BE49-F238E27FC236}">
                    <a16:creationId xmlns:a16="http://schemas.microsoft.com/office/drawing/2014/main" id="{18FBDF61-F815-1E26-D14D-0E42D714625B}"/>
                  </a:ext>
                </a:extLst>
              </p:cNvPr>
              <p:cNvSpPr/>
              <p:nvPr/>
            </p:nvSpPr>
            <p:spPr>
              <a:xfrm>
                <a:off x="7789976" y="8067600"/>
                <a:ext cx="37180" cy="37180"/>
              </a:xfrm>
              <a:custGeom>
                <a:avLst/>
                <a:gdLst>
                  <a:gd name="connsiteX0" fmla="*/ 37458 w 37180"/>
                  <a:gd name="connsiteY0" fmla="*/ 18775 h 37180"/>
                  <a:gd name="connsiteX1" fmla="*/ 18867 w 37180"/>
                  <a:gd name="connsiteY1" fmla="*/ 37366 h 37180"/>
                  <a:gd name="connsiteX2" fmla="*/ 277 w 37180"/>
                  <a:gd name="connsiteY2" fmla="*/ 18775 h 37180"/>
                  <a:gd name="connsiteX3" fmla="*/ 18867 w 37180"/>
                  <a:gd name="connsiteY3" fmla="*/ 185 h 37180"/>
                  <a:gd name="connsiteX4" fmla="*/ 37458 w 37180"/>
                  <a:gd name="connsiteY4" fmla="*/ 1877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75"/>
                    </a:moveTo>
                    <a:cubicBezTo>
                      <a:pt x="37458" y="29042"/>
                      <a:pt x="29134" y="37366"/>
                      <a:pt x="18867" y="37366"/>
                    </a:cubicBezTo>
                    <a:cubicBezTo>
                      <a:pt x="8600" y="37366"/>
                      <a:pt x="277" y="29042"/>
                      <a:pt x="277" y="18775"/>
                    </a:cubicBezTo>
                    <a:cubicBezTo>
                      <a:pt x="277" y="8508"/>
                      <a:pt x="8600" y="185"/>
                      <a:pt x="18867" y="185"/>
                    </a:cubicBezTo>
                    <a:cubicBezTo>
                      <a:pt x="29134" y="185"/>
                      <a:pt x="37458" y="8508"/>
                      <a:pt x="37458" y="18775"/>
                    </a:cubicBezTo>
                    <a:close/>
                  </a:path>
                </a:pathLst>
              </a:custGeom>
              <a:solidFill>
                <a:srgbClr val="F7CBCB"/>
              </a:solidFill>
              <a:ln w="5753" cap="sq">
                <a:noFill/>
                <a:prstDash val="solid"/>
                <a:miter/>
              </a:ln>
            </p:spPr>
            <p:txBody>
              <a:bodyPr rtlCol="0" anchor="ctr"/>
              <a:lstStyle/>
              <a:p>
                <a:endParaRPr lang="en-US"/>
              </a:p>
            </p:txBody>
          </p:sp>
          <p:sp>
            <p:nvSpPr>
              <p:cNvPr id="3147" name="Freeform: Shape 3146">
                <a:extLst>
                  <a:ext uri="{FF2B5EF4-FFF2-40B4-BE49-F238E27FC236}">
                    <a16:creationId xmlns:a16="http://schemas.microsoft.com/office/drawing/2014/main" id="{10C40E1F-E108-6CA8-F11A-E2D4AD42D392}"/>
                  </a:ext>
                </a:extLst>
              </p:cNvPr>
              <p:cNvSpPr/>
              <p:nvPr/>
            </p:nvSpPr>
            <p:spPr>
              <a:xfrm>
                <a:off x="7787576" y="8065200"/>
                <a:ext cx="41981" cy="41981"/>
              </a:xfrm>
              <a:custGeom>
                <a:avLst/>
                <a:gdLst>
                  <a:gd name="connsiteX0" fmla="*/ 21267 w 41981"/>
                  <a:gd name="connsiteY0" fmla="*/ 4985 h 41981"/>
                  <a:gd name="connsiteX1" fmla="*/ 37458 w 41981"/>
                  <a:gd name="connsiteY1" fmla="*/ 21175 h 41981"/>
                  <a:gd name="connsiteX2" fmla="*/ 37458 w 41981"/>
                  <a:gd name="connsiteY2" fmla="*/ 21175 h 41981"/>
                  <a:gd name="connsiteX3" fmla="*/ 21267 w 41981"/>
                  <a:gd name="connsiteY3" fmla="*/ 37366 h 41981"/>
                  <a:gd name="connsiteX4" fmla="*/ 5077 w 41981"/>
                  <a:gd name="connsiteY4" fmla="*/ 21175 h 41981"/>
                  <a:gd name="connsiteX5" fmla="*/ 21267 w 41981"/>
                  <a:gd name="connsiteY5" fmla="*/ 4985 h 41981"/>
                  <a:gd name="connsiteX6" fmla="*/ 21267 w 41981"/>
                  <a:gd name="connsiteY6" fmla="*/ 185 h 41981"/>
                  <a:gd name="connsiteX7" fmla="*/ 277 w 41981"/>
                  <a:gd name="connsiteY7" fmla="*/ 21175 h 41981"/>
                  <a:gd name="connsiteX8" fmla="*/ 21267 w 41981"/>
                  <a:gd name="connsiteY8" fmla="*/ 42166 h 41981"/>
                  <a:gd name="connsiteX9" fmla="*/ 42258 w 41981"/>
                  <a:gd name="connsiteY9" fmla="*/ 21175 h 41981"/>
                  <a:gd name="connsiteX10" fmla="*/ 42258 w 41981"/>
                  <a:gd name="connsiteY10" fmla="*/ 21175 h 41981"/>
                  <a:gd name="connsiteX11" fmla="*/ 21267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85"/>
                    </a:moveTo>
                    <a:cubicBezTo>
                      <a:pt x="30209" y="4985"/>
                      <a:pt x="37458" y="12234"/>
                      <a:pt x="37458" y="21175"/>
                    </a:cubicBezTo>
                    <a:lnTo>
                      <a:pt x="37458" y="21175"/>
                    </a:lnTo>
                    <a:cubicBezTo>
                      <a:pt x="37458" y="30117"/>
                      <a:pt x="30209" y="37366"/>
                      <a:pt x="21267" y="37366"/>
                    </a:cubicBezTo>
                    <a:cubicBezTo>
                      <a:pt x="12326" y="37366"/>
                      <a:pt x="5077" y="30117"/>
                      <a:pt x="5077" y="21175"/>
                    </a:cubicBezTo>
                    <a:cubicBezTo>
                      <a:pt x="5077" y="12234"/>
                      <a:pt x="12326" y="4985"/>
                      <a:pt x="21267" y="4985"/>
                    </a:cubicBezTo>
                    <a:close/>
                    <a:moveTo>
                      <a:pt x="21267" y="185"/>
                    </a:moveTo>
                    <a:cubicBezTo>
                      <a:pt x="9675" y="185"/>
                      <a:pt x="277" y="9583"/>
                      <a:pt x="277" y="21175"/>
                    </a:cubicBezTo>
                    <a:cubicBezTo>
                      <a:pt x="277" y="32768"/>
                      <a:pt x="9675" y="42166"/>
                      <a:pt x="21267" y="42166"/>
                    </a:cubicBezTo>
                    <a:cubicBezTo>
                      <a:pt x="32860" y="42166"/>
                      <a:pt x="42258" y="32768"/>
                      <a:pt x="42258" y="21175"/>
                    </a:cubicBezTo>
                    <a:lnTo>
                      <a:pt x="42258" y="21175"/>
                    </a:lnTo>
                    <a:cubicBezTo>
                      <a:pt x="42258" y="9583"/>
                      <a:pt x="32860" y="185"/>
                      <a:pt x="21267" y="185"/>
                    </a:cubicBezTo>
                    <a:close/>
                  </a:path>
                </a:pathLst>
              </a:custGeom>
              <a:solidFill>
                <a:srgbClr val="000000"/>
              </a:solidFill>
              <a:ln w="4794" cap="sq">
                <a:noFill/>
                <a:prstDash val="solid"/>
                <a:round/>
              </a:ln>
            </p:spPr>
            <p:txBody>
              <a:bodyPr rtlCol="0" anchor="ctr"/>
              <a:lstStyle/>
              <a:p>
                <a:endParaRPr lang="en-US"/>
              </a:p>
            </p:txBody>
          </p:sp>
          <p:sp>
            <p:nvSpPr>
              <p:cNvPr id="3148" name="Freeform: Shape 3147">
                <a:extLst>
                  <a:ext uri="{FF2B5EF4-FFF2-40B4-BE49-F238E27FC236}">
                    <a16:creationId xmlns:a16="http://schemas.microsoft.com/office/drawing/2014/main" id="{A54DDA31-1A27-EBB7-ADA2-C21914F0D461}"/>
                  </a:ext>
                </a:extLst>
              </p:cNvPr>
              <p:cNvSpPr/>
              <p:nvPr/>
            </p:nvSpPr>
            <p:spPr>
              <a:xfrm>
                <a:off x="7754944" y="7919666"/>
                <a:ext cx="37180" cy="37180"/>
              </a:xfrm>
              <a:custGeom>
                <a:avLst/>
                <a:gdLst>
                  <a:gd name="connsiteX0" fmla="*/ 37451 w 37180"/>
                  <a:gd name="connsiteY0" fmla="*/ 18750 h 37180"/>
                  <a:gd name="connsiteX1" fmla="*/ 18861 w 37180"/>
                  <a:gd name="connsiteY1" fmla="*/ 37340 h 37180"/>
                  <a:gd name="connsiteX2" fmla="*/ 271 w 37180"/>
                  <a:gd name="connsiteY2" fmla="*/ 18750 h 37180"/>
                  <a:gd name="connsiteX3" fmla="*/ 18861 w 37180"/>
                  <a:gd name="connsiteY3" fmla="*/ 159 h 37180"/>
                  <a:gd name="connsiteX4" fmla="*/ 37451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50"/>
                    </a:moveTo>
                    <a:cubicBezTo>
                      <a:pt x="37451" y="29017"/>
                      <a:pt x="29128" y="37340"/>
                      <a:pt x="18861" y="37340"/>
                    </a:cubicBezTo>
                    <a:cubicBezTo>
                      <a:pt x="8594" y="37340"/>
                      <a:pt x="271" y="29017"/>
                      <a:pt x="271" y="18750"/>
                    </a:cubicBezTo>
                    <a:cubicBezTo>
                      <a:pt x="271" y="8482"/>
                      <a:pt x="8594" y="159"/>
                      <a:pt x="18861" y="159"/>
                    </a:cubicBezTo>
                    <a:cubicBezTo>
                      <a:pt x="29128" y="159"/>
                      <a:pt x="37451" y="8482"/>
                      <a:pt x="37451" y="18750"/>
                    </a:cubicBezTo>
                    <a:close/>
                  </a:path>
                </a:pathLst>
              </a:custGeom>
              <a:solidFill>
                <a:srgbClr val="F7DFDF"/>
              </a:solidFill>
              <a:ln w="5753" cap="sq">
                <a:noFill/>
                <a:prstDash val="solid"/>
                <a:miter/>
              </a:ln>
            </p:spPr>
            <p:txBody>
              <a:bodyPr rtlCol="0" anchor="ctr"/>
              <a:lstStyle/>
              <a:p>
                <a:endParaRPr lang="en-US"/>
              </a:p>
            </p:txBody>
          </p:sp>
          <p:sp>
            <p:nvSpPr>
              <p:cNvPr id="3149" name="Freeform: Shape 3148">
                <a:extLst>
                  <a:ext uri="{FF2B5EF4-FFF2-40B4-BE49-F238E27FC236}">
                    <a16:creationId xmlns:a16="http://schemas.microsoft.com/office/drawing/2014/main" id="{2E79CDFE-B017-8BCA-0429-8B70D5EE5D34}"/>
                  </a:ext>
                </a:extLst>
              </p:cNvPr>
              <p:cNvSpPr/>
              <p:nvPr/>
            </p:nvSpPr>
            <p:spPr>
              <a:xfrm>
                <a:off x="7752543" y="7917266"/>
                <a:ext cx="41981" cy="41981"/>
              </a:xfrm>
              <a:custGeom>
                <a:avLst/>
                <a:gdLst>
                  <a:gd name="connsiteX0" fmla="*/ 21261 w 41981"/>
                  <a:gd name="connsiteY0" fmla="*/ 4960 h 41981"/>
                  <a:gd name="connsiteX1" fmla="*/ 37451 w 41981"/>
                  <a:gd name="connsiteY1" fmla="*/ 21150 h 41981"/>
                  <a:gd name="connsiteX2" fmla="*/ 37451 w 41981"/>
                  <a:gd name="connsiteY2" fmla="*/ 21150 h 41981"/>
                  <a:gd name="connsiteX3" fmla="*/ 21261 w 41981"/>
                  <a:gd name="connsiteY3" fmla="*/ 37340 h 41981"/>
                  <a:gd name="connsiteX4" fmla="*/ 5071 w 41981"/>
                  <a:gd name="connsiteY4" fmla="*/ 21150 h 41981"/>
                  <a:gd name="connsiteX5" fmla="*/ 21261 w 41981"/>
                  <a:gd name="connsiteY5" fmla="*/ 4960 h 41981"/>
                  <a:gd name="connsiteX6" fmla="*/ 21261 w 41981"/>
                  <a:gd name="connsiteY6" fmla="*/ 159 h 41981"/>
                  <a:gd name="connsiteX7" fmla="*/ 271 w 41981"/>
                  <a:gd name="connsiteY7" fmla="*/ 21150 h 41981"/>
                  <a:gd name="connsiteX8" fmla="*/ 21261 w 41981"/>
                  <a:gd name="connsiteY8" fmla="*/ 42140 h 41981"/>
                  <a:gd name="connsiteX9" fmla="*/ 42252 w 41981"/>
                  <a:gd name="connsiteY9" fmla="*/ 21150 h 41981"/>
                  <a:gd name="connsiteX10" fmla="*/ 42252 w 41981"/>
                  <a:gd name="connsiteY10" fmla="*/ 21150 h 41981"/>
                  <a:gd name="connsiteX11" fmla="*/ 21261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60"/>
                    </a:moveTo>
                    <a:cubicBezTo>
                      <a:pt x="30203" y="4960"/>
                      <a:pt x="37451" y="12208"/>
                      <a:pt x="37451" y="21150"/>
                    </a:cubicBezTo>
                    <a:lnTo>
                      <a:pt x="37451" y="21150"/>
                    </a:lnTo>
                    <a:cubicBezTo>
                      <a:pt x="37451" y="30092"/>
                      <a:pt x="30203" y="37340"/>
                      <a:pt x="21261" y="37340"/>
                    </a:cubicBezTo>
                    <a:cubicBezTo>
                      <a:pt x="12319" y="37340"/>
                      <a:pt x="5071" y="30092"/>
                      <a:pt x="5071" y="21150"/>
                    </a:cubicBezTo>
                    <a:cubicBezTo>
                      <a:pt x="5071" y="12208"/>
                      <a:pt x="12319" y="4960"/>
                      <a:pt x="21261" y="4960"/>
                    </a:cubicBezTo>
                    <a:close/>
                    <a:moveTo>
                      <a:pt x="21261" y="159"/>
                    </a:moveTo>
                    <a:cubicBezTo>
                      <a:pt x="9669" y="159"/>
                      <a:pt x="271" y="9557"/>
                      <a:pt x="271" y="21150"/>
                    </a:cubicBezTo>
                    <a:cubicBezTo>
                      <a:pt x="271" y="32742"/>
                      <a:pt x="9669" y="42140"/>
                      <a:pt x="21261" y="42140"/>
                    </a:cubicBezTo>
                    <a:cubicBezTo>
                      <a:pt x="32854" y="42140"/>
                      <a:pt x="42252" y="32742"/>
                      <a:pt x="42252" y="21150"/>
                    </a:cubicBezTo>
                    <a:lnTo>
                      <a:pt x="42252" y="21150"/>
                    </a:lnTo>
                    <a:cubicBezTo>
                      <a:pt x="42252" y="9557"/>
                      <a:pt x="32854" y="159"/>
                      <a:pt x="21261" y="159"/>
                    </a:cubicBezTo>
                    <a:close/>
                  </a:path>
                </a:pathLst>
              </a:custGeom>
              <a:solidFill>
                <a:srgbClr val="000000"/>
              </a:solidFill>
              <a:ln w="4794" cap="sq">
                <a:noFill/>
                <a:prstDash val="solid"/>
                <a:round/>
              </a:ln>
            </p:spPr>
            <p:txBody>
              <a:bodyPr rtlCol="0" anchor="ctr"/>
              <a:lstStyle/>
              <a:p>
                <a:endParaRPr lang="en-US"/>
              </a:p>
            </p:txBody>
          </p:sp>
          <p:sp>
            <p:nvSpPr>
              <p:cNvPr id="3150" name="Freeform: Shape 3149">
                <a:extLst>
                  <a:ext uri="{FF2B5EF4-FFF2-40B4-BE49-F238E27FC236}">
                    <a16:creationId xmlns:a16="http://schemas.microsoft.com/office/drawing/2014/main" id="{949CE1E5-6C28-BB0A-44A7-D0BC6BD9251A}"/>
                  </a:ext>
                </a:extLst>
              </p:cNvPr>
              <p:cNvSpPr/>
              <p:nvPr/>
            </p:nvSpPr>
            <p:spPr>
              <a:xfrm>
                <a:off x="7771970" y="8139629"/>
                <a:ext cx="37180" cy="37180"/>
              </a:xfrm>
              <a:custGeom>
                <a:avLst/>
                <a:gdLst>
                  <a:gd name="connsiteX0" fmla="*/ 37454 w 37180"/>
                  <a:gd name="connsiteY0" fmla="*/ 18788 h 37180"/>
                  <a:gd name="connsiteX1" fmla="*/ 18864 w 37180"/>
                  <a:gd name="connsiteY1" fmla="*/ 37378 h 37180"/>
                  <a:gd name="connsiteX2" fmla="*/ 274 w 37180"/>
                  <a:gd name="connsiteY2" fmla="*/ 18788 h 37180"/>
                  <a:gd name="connsiteX3" fmla="*/ 18864 w 37180"/>
                  <a:gd name="connsiteY3" fmla="*/ 197 h 37180"/>
                  <a:gd name="connsiteX4" fmla="*/ 37454 w 37180"/>
                  <a:gd name="connsiteY4" fmla="*/ 1878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4" y="18788"/>
                    </a:moveTo>
                    <a:cubicBezTo>
                      <a:pt x="37454" y="29055"/>
                      <a:pt x="29131" y="37378"/>
                      <a:pt x="18864" y="37378"/>
                    </a:cubicBezTo>
                    <a:cubicBezTo>
                      <a:pt x="8597" y="37378"/>
                      <a:pt x="274" y="29055"/>
                      <a:pt x="274" y="18788"/>
                    </a:cubicBezTo>
                    <a:cubicBezTo>
                      <a:pt x="274" y="8521"/>
                      <a:pt x="8597" y="197"/>
                      <a:pt x="18864" y="197"/>
                    </a:cubicBezTo>
                    <a:cubicBezTo>
                      <a:pt x="29131" y="197"/>
                      <a:pt x="37454" y="8521"/>
                      <a:pt x="37454" y="18788"/>
                    </a:cubicBezTo>
                    <a:close/>
                  </a:path>
                </a:pathLst>
              </a:custGeom>
              <a:solidFill>
                <a:srgbClr val="DCF7DC"/>
              </a:solidFill>
              <a:ln w="5753" cap="sq">
                <a:noFill/>
                <a:prstDash val="solid"/>
                <a:miter/>
              </a:ln>
            </p:spPr>
            <p:txBody>
              <a:bodyPr rtlCol="0" anchor="ctr"/>
              <a:lstStyle/>
              <a:p>
                <a:endParaRPr lang="en-US"/>
              </a:p>
            </p:txBody>
          </p:sp>
          <p:sp>
            <p:nvSpPr>
              <p:cNvPr id="3151" name="Freeform: Shape 3150">
                <a:extLst>
                  <a:ext uri="{FF2B5EF4-FFF2-40B4-BE49-F238E27FC236}">
                    <a16:creationId xmlns:a16="http://schemas.microsoft.com/office/drawing/2014/main" id="{45487588-81CE-C8F1-ECC8-2A1E7323FFCE}"/>
                  </a:ext>
                </a:extLst>
              </p:cNvPr>
              <p:cNvSpPr/>
              <p:nvPr/>
            </p:nvSpPr>
            <p:spPr>
              <a:xfrm>
                <a:off x="7769570" y="8137228"/>
                <a:ext cx="41981" cy="41981"/>
              </a:xfrm>
              <a:custGeom>
                <a:avLst/>
                <a:gdLst>
                  <a:gd name="connsiteX0" fmla="*/ 21264 w 41981"/>
                  <a:gd name="connsiteY0" fmla="*/ 4998 h 41981"/>
                  <a:gd name="connsiteX1" fmla="*/ 37454 w 41981"/>
                  <a:gd name="connsiteY1" fmla="*/ 21188 h 41981"/>
                  <a:gd name="connsiteX2" fmla="*/ 37454 w 41981"/>
                  <a:gd name="connsiteY2" fmla="*/ 21188 h 41981"/>
                  <a:gd name="connsiteX3" fmla="*/ 21264 w 41981"/>
                  <a:gd name="connsiteY3" fmla="*/ 37378 h 41981"/>
                  <a:gd name="connsiteX4" fmla="*/ 5074 w 41981"/>
                  <a:gd name="connsiteY4" fmla="*/ 21188 h 41981"/>
                  <a:gd name="connsiteX5" fmla="*/ 21264 w 41981"/>
                  <a:gd name="connsiteY5" fmla="*/ 4998 h 41981"/>
                  <a:gd name="connsiteX6" fmla="*/ 21264 w 41981"/>
                  <a:gd name="connsiteY6" fmla="*/ 197 h 41981"/>
                  <a:gd name="connsiteX7" fmla="*/ 274 w 41981"/>
                  <a:gd name="connsiteY7" fmla="*/ 21188 h 41981"/>
                  <a:gd name="connsiteX8" fmla="*/ 21264 w 41981"/>
                  <a:gd name="connsiteY8" fmla="*/ 42179 h 41981"/>
                  <a:gd name="connsiteX9" fmla="*/ 42255 w 41981"/>
                  <a:gd name="connsiteY9" fmla="*/ 21188 h 41981"/>
                  <a:gd name="connsiteX10" fmla="*/ 42255 w 41981"/>
                  <a:gd name="connsiteY10" fmla="*/ 21188 h 41981"/>
                  <a:gd name="connsiteX11" fmla="*/ 21264 w 41981"/>
                  <a:gd name="connsiteY11" fmla="*/ 19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98"/>
                    </a:moveTo>
                    <a:cubicBezTo>
                      <a:pt x="30206" y="4998"/>
                      <a:pt x="37454" y="12246"/>
                      <a:pt x="37454" y="21188"/>
                    </a:cubicBezTo>
                    <a:lnTo>
                      <a:pt x="37454" y="21188"/>
                    </a:lnTo>
                    <a:cubicBezTo>
                      <a:pt x="37454" y="30130"/>
                      <a:pt x="30206" y="37378"/>
                      <a:pt x="21264" y="37378"/>
                    </a:cubicBezTo>
                    <a:cubicBezTo>
                      <a:pt x="12322" y="37378"/>
                      <a:pt x="5074" y="30130"/>
                      <a:pt x="5074" y="21188"/>
                    </a:cubicBezTo>
                    <a:cubicBezTo>
                      <a:pt x="5074" y="12246"/>
                      <a:pt x="12322" y="4998"/>
                      <a:pt x="21264" y="4998"/>
                    </a:cubicBezTo>
                    <a:close/>
                    <a:moveTo>
                      <a:pt x="21264" y="197"/>
                    </a:moveTo>
                    <a:cubicBezTo>
                      <a:pt x="9672" y="197"/>
                      <a:pt x="274" y="9595"/>
                      <a:pt x="274" y="21188"/>
                    </a:cubicBezTo>
                    <a:cubicBezTo>
                      <a:pt x="274" y="32781"/>
                      <a:pt x="9672" y="42179"/>
                      <a:pt x="21264" y="42179"/>
                    </a:cubicBezTo>
                    <a:cubicBezTo>
                      <a:pt x="32857" y="42179"/>
                      <a:pt x="42255" y="32781"/>
                      <a:pt x="42255" y="21188"/>
                    </a:cubicBezTo>
                    <a:lnTo>
                      <a:pt x="42255" y="21188"/>
                    </a:lnTo>
                    <a:cubicBezTo>
                      <a:pt x="42255" y="9595"/>
                      <a:pt x="32857" y="197"/>
                      <a:pt x="21264" y="197"/>
                    </a:cubicBezTo>
                    <a:close/>
                  </a:path>
                </a:pathLst>
              </a:custGeom>
              <a:solidFill>
                <a:srgbClr val="000000"/>
              </a:solidFill>
              <a:ln w="4794" cap="sq">
                <a:noFill/>
                <a:prstDash val="solid"/>
                <a:round/>
              </a:ln>
            </p:spPr>
            <p:txBody>
              <a:bodyPr rtlCol="0" anchor="ctr"/>
              <a:lstStyle/>
              <a:p>
                <a:endParaRPr lang="en-US"/>
              </a:p>
            </p:txBody>
          </p:sp>
          <p:sp>
            <p:nvSpPr>
              <p:cNvPr id="3152" name="Freeform: Shape 3151">
                <a:extLst>
                  <a:ext uri="{FF2B5EF4-FFF2-40B4-BE49-F238E27FC236}">
                    <a16:creationId xmlns:a16="http://schemas.microsoft.com/office/drawing/2014/main" id="{9985DB0C-2D90-FB89-84FC-4BAB1035211B}"/>
                  </a:ext>
                </a:extLst>
              </p:cNvPr>
              <p:cNvSpPr/>
              <p:nvPr/>
            </p:nvSpPr>
            <p:spPr>
              <a:xfrm>
                <a:off x="7813897" y="7937044"/>
                <a:ext cx="37180" cy="37180"/>
              </a:xfrm>
              <a:custGeom>
                <a:avLst/>
                <a:gdLst>
                  <a:gd name="connsiteX0" fmla="*/ 37462 w 37180"/>
                  <a:gd name="connsiteY0" fmla="*/ 18753 h 37180"/>
                  <a:gd name="connsiteX1" fmla="*/ 18871 w 37180"/>
                  <a:gd name="connsiteY1" fmla="*/ 37343 h 37180"/>
                  <a:gd name="connsiteX2" fmla="*/ 281 w 37180"/>
                  <a:gd name="connsiteY2" fmla="*/ 18753 h 37180"/>
                  <a:gd name="connsiteX3" fmla="*/ 18871 w 37180"/>
                  <a:gd name="connsiteY3" fmla="*/ 162 h 37180"/>
                  <a:gd name="connsiteX4" fmla="*/ 37462 w 37180"/>
                  <a:gd name="connsiteY4" fmla="*/ 1875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2" y="18753"/>
                    </a:moveTo>
                    <a:cubicBezTo>
                      <a:pt x="37462" y="29020"/>
                      <a:pt x="29139" y="37343"/>
                      <a:pt x="18871" y="37343"/>
                    </a:cubicBezTo>
                    <a:cubicBezTo>
                      <a:pt x="8604" y="37343"/>
                      <a:pt x="281" y="29020"/>
                      <a:pt x="281" y="18753"/>
                    </a:cubicBezTo>
                    <a:cubicBezTo>
                      <a:pt x="281" y="8485"/>
                      <a:pt x="8604" y="162"/>
                      <a:pt x="18871" y="162"/>
                    </a:cubicBezTo>
                    <a:cubicBezTo>
                      <a:pt x="29139" y="162"/>
                      <a:pt x="37462" y="8485"/>
                      <a:pt x="37462" y="18753"/>
                    </a:cubicBezTo>
                    <a:close/>
                  </a:path>
                </a:pathLst>
              </a:custGeom>
              <a:solidFill>
                <a:srgbClr val="F7DFDF"/>
              </a:solidFill>
              <a:ln w="5753" cap="sq">
                <a:noFill/>
                <a:prstDash val="solid"/>
                <a:miter/>
              </a:ln>
            </p:spPr>
            <p:txBody>
              <a:bodyPr rtlCol="0" anchor="ctr"/>
              <a:lstStyle/>
              <a:p>
                <a:endParaRPr lang="en-US"/>
              </a:p>
            </p:txBody>
          </p:sp>
          <p:sp>
            <p:nvSpPr>
              <p:cNvPr id="3153" name="Freeform: Shape 3152">
                <a:extLst>
                  <a:ext uri="{FF2B5EF4-FFF2-40B4-BE49-F238E27FC236}">
                    <a16:creationId xmlns:a16="http://schemas.microsoft.com/office/drawing/2014/main" id="{C2AD52F7-937C-429D-0C44-B83A1B785AAA}"/>
                  </a:ext>
                </a:extLst>
              </p:cNvPr>
              <p:cNvSpPr/>
              <p:nvPr/>
            </p:nvSpPr>
            <p:spPr>
              <a:xfrm>
                <a:off x="7811497" y="7934643"/>
                <a:ext cx="41981" cy="41981"/>
              </a:xfrm>
              <a:custGeom>
                <a:avLst/>
                <a:gdLst>
                  <a:gd name="connsiteX0" fmla="*/ 21272 w 41981"/>
                  <a:gd name="connsiteY0" fmla="*/ 4963 h 41981"/>
                  <a:gd name="connsiteX1" fmla="*/ 37462 w 41981"/>
                  <a:gd name="connsiteY1" fmla="*/ 21153 h 41981"/>
                  <a:gd name="connsiteX2" fmla="*/ 37462 w 41981"/>
                  <a:gd name="connsiteY2" fmla="*/ 21153 h 41981"/>
                  <a:gd name="connsiteX3" fmla="*/ 21272 w 41981"/>
                  <a:gd name="connsiteY3" fmla="*/ 37343 h 41981"/>
                  <a:gd name="connsiteX4" fmla="*/ 5081 w 41981"/>
                  <a:gd name="connsiteY4" fmla="*/ 21153 h 41981"/>
                  <a:gd name="connsiteX5" fmla="*/ 21272 w 41981"/>
                  <a:gd name="connsiteY5" fmla="*/ 4963 h 41981"/>
                  <a:gd name="connsiteX6" fmla="*/ 21272 w 41981"/>
                  <a:gd name="connsiteY6" fmla="*/ 162 h 41981"/>
                  <a:gd name="connsiteX7" fmla="*/ 281 w 41981"/>
                  <a:gd name="connsiteY7" fmla="*/ 21153 h 41981"/>
                  <a:gd name="connsiteX8" fmla="*/ 21272 w 41981"/>
                  <a:gd name="connsiteY8" fmla="*/ 42143 h 41981"/>
                  <a:gd name="connsiteX9" fmla="*/ 42262 w 41981"/>
                  <a:gd name="connsiteY9" fmla="*/ 21153 h 41981"/>
                  <a:gd name="connsiteX10" fmla="*/ 42262 w 41981"/>
                  <a:gd name="connsiteY10" fmla="*/ 21153 h 41981"/>
                  <a:gd name="connsiteX11" fmla="*/ 21272 w 41981"/>
                  <a:gd name="connsiteY11" fmla="*/ 16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2" y="4963"/>
                    </a:moveTo>
                    <a:cubicBezTo>
                      <a:pt x="30213" y="4963"/>
                      <a:pt x="37462" y="12211"/>
                      <a:pt x="37462" y="21153"/>
                    </a:cubicBezTo>
                    <a:lnTo>
                      <a:pt x="37462" y="21153"/>
                    </a:lnTo>
                    <a:cubicBezTo>
                      <a:pt x="37462" y="30095"/>
                      <a:pt x="30213" y="37343"/>
                      <a:pt x="21272" y="37343"/>
                    </a:cubicBezTo>
                    <a:cubicBezTo>
                      <a:pt x="12330" y="37343"/>
                      <a:pt x="5081" y="30095"/>
                      <a:pt x="5081" y="21153"/>
                    </a:cubicBezTo>
                    <a:cubicBezTo>
                      <a:pt x="5081" y="12211"/>
                      <a:pt x="12330" y="4963"/>
                      <a:pt x="21272" y="4963"/>
                    </a:cubicBezTo>
                    <a:close/>
                    <a:moveTo>
                      <a:pt x="21272" y="162"/>
                    </a:moveTo>
                    <a:cubicBezTo>
                      <a:pt x="9679" y="162"/>
                      <a:pt x="281" y="9560"/>
                      <a:pt x="281" y="21153"/>
                    </a:cubicBezTo>
                    <a:cubicBezTo>
                      <a:pt x="281" y="32745"/>
                      <a:pt x="9679" y="42143"/>
                      <a:pt x="21272" y="42143"/>
                    </a:cubicBezTo>
                    <a:cubicBezTo>
                      <a:pt x="32864" y="42143"/>
                      <a:pt x="42262" y="32745"/>
                      <a:pt x="42262" y="21153"/>
                    </a:cubicBezTo>
                    <a:lnTo>
                      <a:pt x="42262" y="21153"/>
                    </a:lnTo>
                    <a:cubicBezTo>
                      <a:pt x="42262" y="9560"/>
                      <a:pt x="32864" y="162"/>
                      <a:pt x="21272" y="162"/>
                    </a:cubicBezTo>
                    <a:close/>
                  </a:path>
                </a:pathLst>
              </a:custGeom>
              <a:solidFill>
                <a:srgbClr val="000000"/>
              </a:solidFill>
              <a:ln w="4794" cap="sq">
                <a:noFill/>
                <a:prstDash val="solid"/>
                <a:round/>
              </a:ln>
            </p:spPr>
            <p:txBody>
              <a:bodyPr rtlCol="0" anchor="ctr"/>
              <a:lstStyle/>
              <a:p>
                <a:endParaRPr lang="en-US"/>
              </a:p>
            </p:txBody>
          </p:sp>
          <p:sp>
            <p:nvSpPr>
              <p:cNvPr id="3154" name="Freeform: Shape 3153">
                <a:extLst>
                  <a:ext uri="{FF2B5EF4-FFF2-40B4-BE49-F238E27FC236}">
                    <a16:creationId xmlns:a16="http://schemas.microsoft.com/office/drawing/2014/main" id="{A9654D07-BF5C-E558-4D2B-12DB7B5A9B32}"/>
                  </a:ext>
                </a:extLst>
              </p:cNvPr>
              <p:cNvSpPr/>
              <p:nvPr/>
            </p:nvSpPr>
            <p:spPr>
              <a:xfrm>
                <a:off x="7683710" y="7861023"/>
                <a:ext cx="37180" cy="37180"/>
              </a:xfrm>
              <a:custGeom>
                <a:avLst/>
                <a:gdLst>
                  <a:gd name="connsiteX0" fmla="*/ 37439 w 37180"/>
                  <a:gd name="connsiteY0" fmla="*/ 18739 h 37180"/>
                  <a:gd name="connsiteX1" fmla="*/ 18849 w 37180"/>
                  <a:gd name="connsiteY1" fmla="*/ 37330 h 37180"/>
                  <a:gd name="connsiteX2" fmla="*/ 258 w 37180"/>
                  <a:gd name="connsiteY2" fmla="*/ 18739 h 37180"/>
                  <a:gd name="connsiteX3" fmla="*/ 18849 w 37180"/>
                  <a:gd name="connsiteY3" fmla="*/ 149 h 37180"/>
                  <a:gd name="connsiteX4" fmla="*/ 37439 w 37180"/>
                  <a:gd name="connsiteY4" fmla="*/ 1873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39"/>
                    </a:moveTo>
                    <a:cubicBezTo>
                      <a:pt x="37439" y="29007"/>
                      <a:pt x="29116" y="37330"/>
                      <a:pt x="18849" y="37330"/>
                    </a:cubicBezTo>
                    <a:cubicBezTo>
                      <a:pt x="8582" y="37330"/>
                      <a:pt x="258" y="29007"/>
                      <a:pt x="258" y="18739"/>
                    </a:cubicBezTo>
                    <a:cubicBezTo>
                      <a:pt x="258" y="8472"/>
                      <a:pt x="8582" y="149"/>
                      <a:pt x="18849" y="149"/>
                    </a:cubicBezTo>
                    <a:cubicBezTo>
                      <a:pt x="29116" y="149"/>
                      <a:pt x="37439" y="8472"/>
                      <a:pt x="37439" y="18739"/>
                    </a:cubicBezTo>
                    <a:close/>
                  </a:path>
                </a:pathLst>
              </a:custGeom>
              <a:solidFill>
                <a:srgbClr val="E6F7E6"/>
              </a:solidFill>
              <a:ln w="5753" cap="sq">
                <a:noFill/>
                <a:prstDash val="solid"/>
                <a:miter/>
              </a:ln>
            </p:spPr>
            <p:txBody>
              <a:bodyPr rtlCol="0" anchor="ctr"/>
              <a:lstStyle/>
              <a:p>
                <a:endParaRPr lang="en-US"/>
              </a:p>
            </p:txBody>
          </p:sp>
          <p:sp>
            <p:nvSpPr>
              <p:cNvPr id="3155" name="Freeform: Shape 3154">
                <a:extLst>
                  <a:ext uri="{FF2B5EF4-FFF2-40B4-BE49-F238E27FC236}">
                    <a16:creationId xmlns:a16="http://schemas.microsoft.com/office/drawing/2014/main" id="{8D312426-C936-B1CA-B1EC-FEEB713998C4}"/>
                  </a:ext>
                </a:extLst>
              </p:cNvPr>
              <p:cNvSpPr/>
              <p:nvPr/>
            </p:nvSpPr>
            <p:spPr>
              <a:xfrm>
                <a:off x="7681309" y="7858623"/>
                <a:ext cx="41981" cy="41981"/>
              </a:xfrm>
              <a:custGeom>
                <a:avLst/>
                <a:gdLst>
                  <a:gd name="connsiteX0" fmla="*/ 21249 w 41981"/>
                  <a:gd name="connsiteY0" fmla="*/ 4949 h 41981"/>
                  <a:gd name="connsiteX1" fmla="*/ 37439 w 41981"/>
                  <a:gd name="connsiteY1" fmla="*/ 21140 h 41981"/>
                  <a:gd name="connsiteX2" fmla="*/ 37439 w 41981"/>
                  <a:gd name="connsiteY2" fmla="*/ 21140 h 41981"/>
                  <a:gd name="connsiteX3" fmla="*/ 21249 w 41981"/>
                  <a:gd name="connsiteY3" fmla="*/ 37330 h 41981"/>
                  <a:gd name="connsiteX4" fmla="*/ 5059 w 41981"/>
                  <a:gd name="connsiteY4" fmla="*/ 21140 h 41981"/>
                  <a:gd name="connsiteX5" fmla="*/ 21249 w 41981"/>
                  <a:gd name="connsiteY5" fmla="*/ 4949 h 41981"/>
                  <a:gd name="connsiteX6" fmla="*/ 21249 w 41981"/>
                  <a:gd name="connsiteY6" fmla="*/ 149 h 41981"/>
                  <a:gd name="connsiteX7" fmla="*/ 258 w 41981"/>
                  <a:gd name="connsiteY7" fmla="*/ 21140 h 41981"/>
                  <a:gd name="connsiteX8" fmla="*/ 21249 w 41981"/>
                  <a:gd name="connsiteY8" fmla="*/ 42130 h 41981"/>
                  <a:gd name="connsiteX9" fmla="*/ 42239 w 41981"/>
                  <a:gd name="connsiteY9" fmla="*/ 21140 h 41981"/>
                  <a:gd name="connsiteX10" fmla="*/ 42239 w 41981"/>
                  <a:gd name="connsiteY10" fmla="*/ 21140 h 41981"/>
                  <a:gd name="connsiteX11" fmla="*/ 21249 w 41981"/>
                  <a:gd name="connsiteY11" fmla="*/ 14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49"/>
                    </a:moveTo>
                    <a:cubicBezTo>
                      <a:pt x="30191" y="4949"/>
                      <a:pt x="37439" y="12198"/>
                      <a:pt x="37439" y="21140"/>
                    </a:cubicBezTo>
                    <a:lnTo>
                      <a:pt x="37439" y="21140"/>
                    </a:lnTo>
                    <a:cubicBezTo>
                      <a:pt x="37439" y="30081"/>
                      <a:pt x="30191" y="37330"/>
                      <a:pt x="21249" y="37330"/>
                    </a:cubicBezTo>
                    <a:cubicBezTo>
                      <a:pt x="12307" y="37330"/>
                      <a:pt x="5059" y="30081"/>
                      <a:pt x="5059" y="21140"/>
                    </a:cubicBezTo>
                    <a:cubicBezTo>
                      <a:pt x="5059" y="12198"/>
                      <a:pt x="12307" y="4949"/>
                      <a:pt x="21249" y="4949"/>
                    </a:cubicBezTo>
                    <a:close/>
                    <a:moveTo>
                      <a:pt x="21249" y="149"/>
                    </a:moveTo>
                    <a:cubicBezTo>
                      <a:pt x="9656" y="149"/>
                      <a:pt x="258" y="9547"/>
                      <a:pt x="258" y="21140"/>
                    </a:cubicBezTo>
                    <a:cubicBezTo>
                      <a:pt x="258" y="32732"/>
                      <a:pt x="9656" y="42130"/>
                      <a:pt x="21249" y="42130"/>
                    </a:cubicBezTo>
                    <a:cubicBezTo>
                      <a:pt x="32841" y="42130"/>
                      <a:pt x="42239" y="32732"/>
                      <a:pt x="42239" y="21140"/>
                    </a:cubicBezTo>
                    <a:lnTo>
                      <a:pt x="42239" y="21140"/>
                    </a:lnTo>
                    <a:cubicBezTo>
                      <a:pt x="42239" y="9547"/>
                      <a:pt x="32841" y="149"/>
                      <a:pt x="21249" y="149"/>
                    </a:cubicBezTo>
                    <a:close/>
                  </a:path>
                </a:pathLst>
              </a:custGeom>
              <a:solidFill>
                <a:srgbClr val="000000"/>
              </a:solidFill>
              <a:ln w="4794" cap="sq">
                <a:noFill/>
                <a:prstDash val="solid"/>
                <a:round/>
              </a:ln>
            </p:spPr>
            <p:txBody>
              <a:bodyPr rtlCol="0" anchor="ctr"/>
              <a:lstStyle/>
              <a:p>
                <a:endParaRPr lang="en-US"/>
              </a:p>
            </p:txBody>
          </p:sp>
          <p:sp>
            <p:nvSpPr>
              <p:cNvPr id="3156" name="Freeform: Shape 3155">
                <a:extLst>
                  <a:ext uri="{FF2B5EF4-FFF2-40B4-BE49-F238E27FC236}">
                    <a16:creationId xmlns:a16="http://schemas.microsoft.com/office/drawing/2014/main" id="{A71168AC-F643-A2CD-8036-C1250D0ACD24}"/>
                  </a:ext>
                </a:extLst>
              </p:cNvPr>
              <p:cNvSpPr/>
              <p:nvPr/>
            </p:nvSpPr>
            <p:spPr>
              <a:xfrm>
                <a:off x="8008222" y="7746687"/>
                <a:ext cx="37180" cy="37180"/>
              </a:xfrm>
              <a:custGeom>
                <a:avLst/>
                <a:gdLst>
                  <a:gd name="connsiteX0" fmla="*/ 37495 w 37180"/>
                  <a:gd name="connsiteY0" fmla="*/ 18720 h 37180"/>
                  <a:gd name="connsiteX1" fmla="*/ 18905 w 37180"/>
                  <a:gd name="connsiteY1" fmla="*/ 37310 h 37180"/>
                  <a:gd name="connsiteX2" fmla="*/ 315 w 37180"/>
                  <a:gd name="connsiteY2" fmla="*/ 18720 h 37180"/>
                  <a:gd name="connsiteX3" fmla="*/ 18905 w 37180"/>
                  <a:gd name="connsiteY3" fmla="*/ 129 h 37180"/>
                  <a:gd name="connsiteX4" fmla="*/ 37495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5" y="18720"/>
                    </a:moveTo>
                    <a:cubicBezTo>
                      <a:pt x="37495" y="28987"/>
                      <a:pt x="29172" y="37310"/>
                      <a:pt x="18905" y="37310"/>
                    </a:cubicBezTo>
                    <a:cubicBezTo>
                      <a:pt x="8638" y="37310"/>
                      <a:pt x="315" y="28987"/>
                      <a:pt x="315" y="18720"/>
                    </a:cubicBezTo>
                    <a:cubicBezTo>
                      <a:pt x="315" y="8452"/>
                      <a:pt x="8638" y="129"/>
                      <a:pt x="18905" y="129"/>
                    </a:cubicBezTo>
                    <a:cubicBezTo>
                      <a:pt x="29172" y="129"/>
                      <a:pt x="37495" y="8452"/>
                      <a:pt x="37495" y="18720"/>
                    </a:cubicBezTo>
                    <a:close/>
                  </a:path>
                </a:pathLst>
              </a:custGeom>
              <a:solidFill>
                <a:srgbClr val="22F722"/>
              </a:solidFill>
              <a:ln w="5753" cap="sq">
                <a:noFill/>
                <a:prstDash val="solid"/>
                <a:miter/>
              </a:ln>
            </p:spPr>
            <p:txBody>
              <a:bodyPr rtlCol="0" anchor="ctr"/>
              <a:lstStyle/>
              <a:p>
                <a:endParaRPr lang="en-US"/>
              </a:p>
            </p:txBody>
          </p:sp>
          <p:sp>
            <p:nvSpPr>
              <p:cNvPr id="3157" name="Freeform: Shape 3156">
                <a:extLst>
                  <a:ext uri="{FF2B5EF4-FFF2-40B4-BE49-F238E27FC236}">
                    <a16:creationId xmlns:a16="http://schemas.microsoft.com/office/drawing/2014/main" id="{55EC11F8-C882-5559-4DF5-45F77496BDE5}"/>
                  </a:ext>
                </a:extLst>
              </p:cNvPr>
              <p:cNvSpPr/>
              <p:nvPr/>
            </p:nvSpPr>
            <p:spPr>
              <a:xfrm>
                <a:off x="8005822" y="7744287"/>
                <a:ext cx="41981" cy="41981"/>
              </a:xfrm>
              <a:custGeom>
                <a:avLst/>
                <a:gdLst>
                  <a:gd name="connsiteX0" fmla="*/ 21305 w 41981"/>
                  <a:gd name="connsiteY0" fmla="*/ 4930 h 41981"/>
                  <a:gd name="connsiteX1" fmla="*/ 37495 w 41981"/>
                  <a:gd name="connsiteY1" fmla="*/ 21120 h 41981"/>
                  <a:gd name="connsiteX2" fmla="*/ 37495 w 41981"/>
                  <a:gd name="connsiteY2" fmla="*/ 21120 h 41981"/>
                  <a:gd name="connsiteX3" fmla="*/ 21305 w 41981"/>
                  <a:gd name="connsiteY3" fmla="*/ 37310 h 41981"/>
                  <a:gd name="connsiteX4" fmla="*/ 5115 w 41981"/>
                  <a:gd name="connsiteY4" fmla="*/ 21120 h 41981"/>
                  <a:gd name="connsiteX5" fmla="*/ 21305 w 41981"/>
                  <a:gd name="connsiteY5" fmla="*/ 4930 h 41981"/>
                  <a:gd name="connsiteX6" fmla="*/ 21305 w 41981"/>
                  <a:gd name="connsiteY6" fmla="*/ 129 h 41981"/>
                  <a:gd name="connsiteX7" fmla="*/ 315 w 41981"/>
                  <a:gd name="connsiteY7" fmla="*/ 21120 h 41981"/>
                  <a:gd name="connsiteX8" fmla="*/ 21305 w 41981"/>
                  <a:gd name="connsiteY8" fmla="*/ 42110 h 41981"/>
                  <a:gd name="connsiteX9" fmla="*/ 42296 w 41981"/>
                  <a:gd name="connsiteY9" fmla="*/ 21120 h 41981"/>
                  <a:gd name="connsiteX10" fmla="*/ 42296 w 41981"/>
                  <a:gd name="connsiteY10" fmla="*/ 21120 h 41981"/>
                  <a:gd name="connsiteX11" fmla="*/ 21305 w 41981"/>
                  <a:gd name="connsiteY11" fmla="*/ 12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5" y="4930"/>
                    </a:moveTo>
                    <a:cubicBezTo>
                      <a:pt x="30247" y="4930"/>
                      <a:pt x="37495" y="12178"/>
                      <a:pt x="37495" y="21120"/>
                    </a:cubicBezTo>
                    <a:lnTo>
                      <a:pt x="37495" y="21120"/>
                    </a:lnTo>
                    <a:cubicBezTo>
                      <a:pt x="37495" y="30062"/>
                      <a:pt x="30247" y="37310"/>
                      <a:pt x="21305" y="37310"/>
                    </a:cubicBezTo>
                    <a:cubicBezTo>
                      <a:pt x="12363" y="37310"/>
                      <a:pt x="5115" y="30062"/>
                      <a:pt x="5115" y="21120"/>
                    </a:cubicBezTo>
                    <a:cubicBezTo>
                      <a:pt x="5115" y="12178"/>
                      <a:pt x="12363" y="4930"/>
                      <a:pt x="21305" y="4930"/>
                    </a:cubicBezTo>
                    <a:close/>
                    <a:moveTo>
                      <a:pt x="21305" y="129"/>
                    </a:moveTo>
                    <a:cubicBezTo>
                      <a:pt x="9713" y="129"/>
                      <a:pt x="315" y="9527"/>
                      <a:pt x="315" y="21120"/>
                    </a:cubicBezTo>
                    <a:cubicBezTo>
                      <a:pt x="315" y="32712"/>
                      <a:pt x="9713" y="42110"/>
                      <a:pt x="21305" y="42110"/>
                    </a:cubicBezTo>
                    <a:cubicBezTo>
                      <a:pt x="32898" y="42110"/>
                      <a:pt x="42296" y="32712"/>
                      <a:pt x="42296" y="21120"/>
                    </a:cubicBezTo>
                    <a:lnTo>
                      <a:pt x="42296" y="21120"/>
                    </a:lnTo>
                    <a:cubicBezTo>
                      <a:pt x="42296" y="9527"/>
                      <a:pt x="32898" y="129"/>
                      <a:pt x="21305" y="129"/>
                    </a:cubicBezTo>
                    <a:close/>
                  </a:path>
                </a:pathLst>
              </a:custGeom>
              <a:solidFill>
                <a:srgbClr val="000000"/>
              </a:solidFill>
              <a:ln w="4794" cap="sq">
                <a:noFill/>
                <a:prstDash val="solid"/>
                <a:round/>
              </a:ln>
            </p:spPr>
            <p:txBody>
              <a:bodyPr rtlCol="0" anchor="ctr"/>
              <a:lstStyle/>
              <a:p>
                <a:endParaRPr lang="en-US"/>
              </a:p>
            </p:txBody>
          </p:sp>
          <p:sp>
            <p:nvSpPr>
              <p:cNvPr id="3158" name="Freeform: Shape 3157">
                <a:extLst>
                  <a:ext uri="{FF2B5EF4-FFF2-40B4-BE49-F238E27FC236}">
                    <a16:creationId xmlns:a16="http://schemas.microsoft.com/office/drawing/2014/main" id="{0756322B-2E05-18DB-22F3-7C0EB0C274A1}"/>
                  </a:ext>
                </a:extLst>
              </p:cNvPr>
              <p:cNvSpPr/>
              <p:nvPr/>
            </p:nvSpPr>
            <p:spPr>
              <a:xfrm>
                <a:off x="7732410" y="7963684"/>
                <a:ext cx="37180" cy="37180"/>
              </a:xfrm>
              <a:custGeom>
                <a:avLst/>
                <a:gdLst>
                  <a:gd name="connsiteX0" fmla="*/ 37448 w 37180"/>
                  <a:gd name="connsiteY0" fmla="*/ 18757 h 37180"/>
                  <a:gd name="connsiteX1" fmla="*/ 18857 w 37180"/>
                  <a:gd name="connsiteY1" fmla="*/ 37348 h 37180"/>
                  <a:gd name="connsiteX2" fmla="*/ 267 w 37180"/>
                  <a:gd name="connsiteY2" fmla="*/ 18757 h 37180"/>
                  <a:gd name="connsiteX3" fmla="*/ 18857 w 37180"/>
                  <a:gd name="connsiteY3" fmla="*/ 167 h 37180"/>
                  <a:gd name="connsiteX4" fmla="*/ 37448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57"/>
                    </a:moveTo>
                    <a:cubicBezTo>
                      <a:pt x="37448" y="29024"/>
                      <a:pt x="29124" y="37348"/>
                      <a:pt x="18857" y="37348"/>
                    </a:cubicBezTo>
                    <a:cubicBezTo>
                      <a:pt x="8590" y="37348"/>
                      <a:pt x="267" y="29024"/>
                      <a:pt x="267" y="18757"/>
                    </a:cubicBezTo>
                    <a:cubicBezTo>
                      <a:pt x="267" y="8490"/>
                      <a:pt x="8590" y="167"/>
                      <a:pt x="18857" y="167"/>
                    </a:cubicBezTo>
                    <a:cubicBezTo>
                      <a:pt x="29124" y="167"/>
                      <a:pt x="37448" y="8490"/>
                      <a:pt x="37448" y="18757"/>
                    </a:cubicBezTo>
                    <a:close/>
                  </a:path>
                </a:pathLst>
              </a:custGeom>
              <a:solidFill>
                <a:srgbClr val="F7CFCF"/>
              </a:solidFill>
              <a:ln w="5753" cap="sq">
                <a:noFill/>
                <a:prstDash val="solid"/>
                <a:miter/>
              </a:ln>
            </p:spPr>
            <p:txBody>
              <a:bodyPr rtlCol="0" anchor="ctr"/>
              <a:lstStyle/>
              <a:p>
                <a:endParaRPr lang="en-US"/>
              </a:p>
            </p:txBody>
          </p:sp>
          <p:sp>
            <p:nvSpPr>
              <p:cNvPr id="3159" name="Freeform: Shape 3158">
                <a:extLst>
                  <a:ext uri="{FF2B5EF4-FFF2-40B4-BE49-F238E27FC236}">
                    <a16:creationId xmlns:a16="http://schemas.microsoft.com/office/drawing/2014/main" id="{0B7315C5-BCBF-54C2-8B32-7E9CEDAF5DFB}"/>
                  </a:ext>
                </a:extLst>
              </p:cNvPr>
              <p:cNvSpPr/>
              <p:nvPr/>
            </p:nvSpPr>
            <p:spPr>
              <a:xfrm>
                <a:off x="7730010" y="7961283"/>
                <a:ext cx="41981" cy="41981"/>
              </a:xfrm>
              <a:custGeom>
                <a:avLst/>
                <a:gdLst>
                  <a:gd name="connsiteX0" fmla="*/ 21257 w 41981"/>
                  <a:gd name="connsiteY0" fmla="*/ 4967 h 41981"/>
                  <a:gd name="connsiteX1" fmla="*/ 37448 w 41981"/>
                  <a:gd name="connsiteY1" fmla="*/ 21157 h 41981"/>
                  <a:gd name="connsiteX2" fmla="*/ 37448 w 41981"/>
                  <a:gd name="connsiteY2" fmla="*/ 21157 h 41981"/>
                  <a:gd name="connsiteX3" fmla="*/ 21257 w 41981"/>
                  <a:gd name="connsiteY3" fmla="*/ 37348 h 41981"/>
                  <a:gd name="connsiteX4" fmla="*/ 5067 w 41981"/>
                  <a:gd name="connsiteY4" fmla="*/ 21157 h 41981"/>
                  <a:gd name="connsiteX5" fmla="*/ 21257 w 41981"/>
                  <a:gd name="connsiteY5" fmla="*/ 4967 h 41981"/>
                  <a:gd name="connsiteX6" fmla="*/ 21257 w 41981"/>
                  <a:gd name="connsiteY6" fmla="*/ 167 h 41981"/>
                  <a:gd name="connsiteX7" fmla="*/ 267 w 41981"/>
                  <a:gd name="connsiteY7" fmla="*/ 21157 h 41981"/>
                  <a:gd name="connsiteX8" fmla="*/ 21257 w 41981"/>
                  <a:gd name="connsiteY8" fmla="*/ 42148 h 41981"/>
                  <a:gd name="connsiteX9" fmla="*/ 42248 w 41981"/>
                  <a:gd name="connsiteY9" fmla="*/ 21157 h 41981"/>
                  <a:gd name="connsiteX10" fmla="*/ 42248 w 41981"/>
                  <a:gd name="connsiteY10" fmla="*/ 21157 h 41981"/>
                  <a:gd name="connsiteX11" fmla="*/ 21257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67"/>
                    </a:moveTo>
                    <a:cubicBezTo>
                      <a:pt x="30199" y="4967"/>
                      <a:pt x="37448" y="12216"/>
                      <a:pt x="37448" y="21157"/>
                    </a:cubicBezTo>
                    <a:lnTo>
                      <a:pt x="37448" y="21157"/>
                    </a:lnTo>
                    <a:cubicBezTo>
                      <a:pt x="37448" y="30099"/>
                      <a:pt x="30199" y="37348"/>
                      <a:pt x="21257" y="37348"/>
                    </a:cubicBezTo>
                    <a:cubicBezTo>
                      <a:pt x="12316" y="37348"/>
                      <a:pt x="5067" y="30099"/>
                      <a:pt x="5067" y="21157"/>
                    </a:cubicBezTo>
                    <a:cubicBezTo>
                      <a:pt x="5067" y="12216"/>
                      <a:pt x="12316" y="4967"/>
                      <a:pt x="21257" y="4967"/>
                    </a:cubicBezTo>
                    <a:close/>
                    <a:moveTo>
                      <a:pt x="21257" y="167"/>
                    </a:moveTo>
                    <a:cubicBezTo>
                      <a:pt x="9665" y="167"/>
                      <a:pt x="267" y="9565"/>
                      <a:pt x="267" y="21157"/>
                    </a:cubicBezTo>
                    <a:cubicBezTo>
                      <a:pt x="267" y="32750"/>
                      <a:pt x="9665" y="42148"/>
                      <a:pt x="21257" y="42148"/>
                    </a:cubicBezTo>
                    <a:cubicBezTo>
                      <a:pt x="32850" y="42148"/>
                      <a:pt x="42248" y="32750"/>
                      <a:pt x="42248" y="21157"/>
                    </a:cubicBezTo>
                    <a:lnTo>
                      <a:pt x="42248" y="21157"/>
                    </a:lnTo>
                    <a:cubicBezTo>
                      <a:pt x="42248" y="9565"/>
                      <a:pt x="32850" y="167"/>
                      <a:pt x="21257" y="167"/>
                    </a:cubicBezTo>
                    <a:close/>
                  </a:path>
                </a:pathLst>
              </a:custGeom>
              <a:solidFill>
                <a:srgbClr val="000000"/>
              </a:solidFill>
              <a:ln w="4794" cap="sq">
                <a:noFill/>
                <a:prstDash val="solid"/>
                <a:round/>
              </a:ln>
            </p:spPr>
            <p:txBody>
              <a:bodyPr rtlCol="0" anchor="ctr"/>
              <a:lstStyle/>
              <a:p>
                <a:endParaRPr lang="en-US"/>
              </a:p>
            </p:txBody>
          </p:sp>
          <p:sp>
            <p:nvSpPr>
              <p:cNvPr id="3160" name="Freeform: Shape 3159">
                <a:extLst>
                  <a:ext uri="{FF2B5EF4-FFF2-40B4-BE49-F238E27FC236}">
                    <a16:creationId xmlns:a16="http://schemas.microsoft.com/office/drawing/2014/main" id="{C90C57E2-B0D8-927F-B50B-4FAFDD8C531D}"/>
                  </a:ext>
                </a:extLst>
              </p:cNvPr>
              <p:cNvSpPr/>
              <p:nvPr/>
            </p:nvSpPr>
            <p:spPr>
              <a:xfrm>
                <a:off x="7689170" y="7996786"/>
                <a:ext cx="37180" cy="37180"/>
              </a:xfrm>
              <a:custGeom>
                <a:avLst/>
                <a:gdLst>
                  <a:gd name="connsiteX0" fmla="*/ 37440 w 37180"/>
                  <a:gd name="connsiteY0" fmla="*/ 18763 h 37180"/>
                  <a:gd name="connsiteX1" fmla="*/ 18850 w 37180"/>
                  <a:gd name="connsiteY1" fmla="*/ 37353 h 37180"/>
                  <a:gd name="connsiteX2" fmla="*/ 259 w 37180"/>
                  <a:gd name="connsiteY2" fmla="*/ 18763 h 37180"/>
                  <a:gd name="connsiteX3" fmla="*/ 18850 w 37180"/>
                  <a:gd name="connsiteY3" fmla="*/ 173 h 37180"/>
                  <a:gd name="connsiteX4" fmla="*/ 37440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3"/>
                    </a:moveTo>
                    <a:cubicBezTo>
                      <a:pt x="37440" y="29030"/>
                      <a:pt x="29117" y="37353"/>
                      <a:pt x="18850" y="37353"/>
                    </a:cubicBezTo>
                    <a:cubicBezTo>
                      <a:pt x="8582" y="37353"/>
                      <a:pt x="259" y="29030"/>
                      <a:pt x="259" y="18763"/>
                    </a:cubicBezTo>
                    <a:cubicBezTo>
                      <a:pt x="259" y="8496"/>
                      <a:pt x="8582" y="173"/>
                      <a:pt x="18850" y="173"/>
                    </a:cubicBezTo>
                    <a:cubicBezTo>
                      <a:pt x="29117" y="173"/>
                      <a:pt x="37440" y="8496"/>
                      <a:pt x="37440" y="18763"/>
                    </a:cubicBezTo>
                    <a:close/>
                  </a:path>
                </a:pathLst>
              </a:custGeom>
              <a:solidFill>
                <a:srgbClr val="F7F5F5"/>
              </a:solidFill>
              <a:ln w="5753" cap="sq">
                <a:noFill/>
                <a:prstDash val="solid"/>
                <a:miter/>
              </a:ln>
            </p:spPr>
            <p:txBody>
              <a:bodyPr rtlCol="0" anchor="ctr"/>
              <a:lstStyle/>
              <a:p>
                <a:endParaRPr lang="en-US"/>
              </a:p>
            </p:txBody>
          </p:sp>
          <p:sp>
            <p:nvSpPr>
              <p:cNvPr id="3161" name="Freeform: Shape 3160">
                <a:extLst>
                  <a:ext uri="{FF2B5EF4-FFF2-40B4-BE49-F238E27FC236}">
                    <a16:creationId xmlns:a16="http://schemas.microsoft.com/office/drawing/2014/main" id="{441196DD-A186-AF0B-2DA6-582322DBF20B}"/>
                  </a:ext>
                </a:extLst>
              </p:cNvPr>
              <p:cNvSpPr/>
              <p:nvPr/>
            </p:nvSpPr>
            <p:spPr>
              <a:xfrm>
                <a:off x="7686770" y="7994386"/>
                <a:ext cx="41981" cy="41981"/>
              </a:xfrm>
              <a:custGeom>
                <a:avLst/>
                <a:gdLst>
                  <a:gd name="connsiteX0" fmla="*/ 21250 w 41981"/>
                  <a:gd name="connsiteY0" fmla="*/ 4973 h 41981"/>
                  <a:gd name="connsiteX1" fmla="*/ 37440 w 41981"/>
                  <a:gd name="connsiteY1" fmla="*/ 21163 h 41981"/>
                  <a:gd name="connsiteX2" fmla="*/ 37440 w 41981"/>
                  <a:gd name="connsiteY2" fmla="*/ 21163 h 41981"/>
                  <a:gd name="connsiteX3" fmla="*/ 21250 w 41981"/>
                  <a:gd name="connsiteY3" fmla="*/ 37353 h 41981"/>
                  <a:gd name="connsiteX4" fmla="*/ 5060 w 41981"/>
                  <a:gd name="connsiteY4" fmla="*/ 21163 h 41981"/>
                  <a:gd name="connsiteX5" fmla="*/ 21250 w 41981"/>
                  <a:gd name="connsiteY5" fmla="*/ 4973 h 41981"/>
                  <a:gd name="connsiteX6" fmla="*/ 21250 w 41981"/>
                  <a:gd name="connsiteY6" fmla="*/ 173 h 41981"/>
                  <a:gd name="connsiteX7" fmla="*/ 259 w 41981"/>
                  <a:gd name="connsiteY7" fmla="*/ 21163 h 41981"/>
                  <a:gd name="connsiteX8" fmla="*/ 21250 w 41981"/>
                  <a:gd name="connsiteY8" fmla="*/ 42154 h 41981"/>
                  <a:gd name="connsiteX9" fmla="*/ 42240 w 41981"/>
                  <a:gd name="connsiteY9" fmla="*/ 21163 h 41981"/>
                  <a:gd name="connsiteX10" fmla="*/ 42240 w 41981"/>
                  <a:gd name="connsiteY10" fmla="*/ 21163 h 41981"/>
                  <a:gd name="connsiteX11" fmla="*/ 21250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3"/>
                    </a:moveTo>
                    <a:cubicBezTo>
                      <a:pt x="30192" y="4973"/>
                      <a:pt x="37440" y="12221"/>
                      <a:pt x="37440" y="21163"/>
                    </a:cubicBezTo>
                    <a:lnTo>
                      <a:pt x="37440" y="21163"/>
                    </a:lnTo>
                    <a:cubicBezTo>
                      <a:pt x="37440" y="30105"/>
                      <a:pt x="30192" y="37353"/>
                      <a:pt x="21250" y="37353"/>
                    </a:cubicBezTo>
                    <a:cubicBezTo>
                      <a:pt x="12308" y="37353"/>
                      <a:pt x="5060" y="30105"/>
                      <a:pt x="5060" y="21163"/>
                    </a:cubicBezTo>
                    <a:cubicBezTo>
                      <a:pt x="5060" y="12221"/>
                      <a:pt x="12308" y="4973"/>
                      <a:pt x="21250" y="4973"/>
                    </a:cubicBezTo>
                    <a:close/>
                    <a:moveTo>
                      <a:pt x="21250" y="173"/>
                    </a:moveTo>
                    <a:cubicBezTo>
                      <a:pt x="9657" y="173"/>
                      <a:pt x="259" y="9571"/>
                      <a:pt x="259" y="21163"/>
                    </a:cubicBezTo>
                    <a:cubicBezTo>
                      <a:pt x="259" y="32756"/>
                      <a:pt x="9657" y="42154"/>
                      <a:pt x="21250" y="42154"/>
                    </a:cubicBezTo>
                    <a:cubicBezTo>
                      <a:pt x="32842" y="42154"/>
                      <a:pt x="42240" y="32756"/>
                      <a:pt x="42240" y="21163"/>
                    </a:cubicBezTo>
                    <a:lnTo>
                      <a:pt x="42240" y="21163"/>
                    </a:lnTo>
                    <a:cubicBezTo>
                      <a:pt x="42240" y="9571"/>
                      <a:pt x="32842" y="173"/>
                      <a:pt x="21250" y="173"/>
                    </a:cubicBezTo>
                    <a:close/>
                  </a:path>
                </a:pathLst>
              </a:custGeom>
              <a:solidFill>
                <a:srgbClr val="000000"/>
              </a:solidFill>
              <a:ln w="4794" cap="sq">
                <a:noFill/>
                <a:prstDash val="solid"/>
                <a:round/>
              </a:ln>
            </p:spPr>
            <p:txBody>
              <a:bodyPr rtlCol="0" anchor="ctr"/>
              <a:lstStyle/>
              <a:p>
                <a:endParaRPr lang="en-US"/>
              </a:p>
            </p:txBody>
          </p:sp>
          <p:sp>
            <p:nvSpPr>
              <p:cNvPr id="3162" name="Freeform: Shape 3161">
                <a:extLst>
                  <a:ext uri="{FF2B5EF4-FFF2-40B4-BE49-F238E27FC236}">
                    <a16:creationId xmlns:a16="http://schemas.microsoft.com/office/drawing/2014/main" id="{7DC3A2C7-678E-2E3D-D427-93EB48ED3DF9}"/>
                  </a:ext>
                </a:extLst>
              </p:cNvPr>
              <p:cNvSpPr/>
              <p:nvPr/>
            </p:nvSpPr>
            <p:spPr>
              <a:xfrm>
                <a:off x="7812434" y="7992622"/>
                <a:ext cx="37180" cy="37180"/>
              </a:xfrm>
              <a:custGeom>
                <a:avLst/>
                <a:gdLst>
                  <a:gd name="connsiteX0" fmla="*/ 37461 w 37180"/>
                  <a:gd name="connsiteY0" fmla="*/ 18762 h 37180"/>
                  <a:gd name="connsiteX1" fmla="*/ 18871 w 37180"/>
                  <a:gd name="connsiteY1" fmla="*/ 37353 h 37180"/>
                  <a:gd name="connsiteX2" fmla="*/ 281 w 37180"/>
                  <a:gd name="connsiteY2" fmla="*/ 18762 h 37180"/>
                  <a:gd name="connsiteX3" fmla="*/ 18871 w 37180"/>
                  <a:gd name="connsiteY3" fmla="*/ 172 h 37180"/>
                  <a:gd name="connsiteX4" fmla="*/ 37461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1" y="18762"/>
                    </a:moveTo>
                    <a:cubicBezTo>
                      <a:pt x="37461" y="29029"/>
                      <a:pt x="29138" y="37353"/>
                      <a:pt x="18871" y="37353"/>
                    </a:cubicBezTo>
                    <a:cubicBezTo>
                      <a:pt x="8604" y="37353"/>
                      <a:pt x="281" y="29029"/>
                      <a:pt x="281" y="18762"/>
                    </a:cubicBezTo>
                    <a:cubicBezTo>
                      <a:pt x="281" y="8495"/>
                      <a:pt x="8604" y="172"/>
                      <a:pt x="18871" y="172"/>
                    </a:cubicBezTo>
                    <a:cubicBezTo>
                      <a:pt x="29138" y="172"/>
                      <a:pt x="37461" y="8495"/>
                      <a:pt x="37461" y="18762"/>
                    </a:cubicBezTo>
                    <a:close/>
                  </a:path>
                </a:pathLst>
              </a:custGeom>
              <a:solidFill>
                <a:srgbClr val="F7D5D5"/>
              </a:solidFill>
              <a:ln w="5753" cap="sq">
                <a:noFill/>
                <a:prstDash val="solid"/>
                <a:miter/>
              </a:ln>
            </p:spPr>
            <p:txBody>
              <a:bodyPr rtlCol="0" anchor="ctr"/>
              <a:lstStyle/>
              <a:p>
                <a:endParaRPr lang="en-US"/>
              </a:p>
            </p:txBody>
          </p:sp>
          <p:sp>
            <p:nvSpPr>
              <p:cNvPr id="3163" name="Freeform: Shape 3162">
                <a:extLst>
                  <a:ext uri="{FF2B5EF4-FFF2-40B4-BE49-F238E27FC236}">
                    <a16:creationId xmlns:a16="http://schemas.microsoft.com/office/drawing/2014/main" id="{608632EE-5BA3-C717-FDAF-096879DAB3A3}"/>
                  </a:ext>
                </a:extLst>
              </p:cNvPr>
              <p:cNvSpPr/>
              <p:nvPr/>
            </p:nvSpPr>
            <p:spPr>
              <a:xfrm>
                <a:off x="7810034" y="7990222"/>
                <a:ext cx="41981" cy="41981"/>
              </a:xfrm>
              <a:custGeom>
                <a:avLst/>
                <a:gdLst>
                  <a:gd name="connsiteX0" fmla="*/ 21271 w 41981"/>
                  <a:gd name="connsiteY0" fmla="*/ 4972 h 41981"/>
                  <a:gd name="connsiteX1" fmla="*/ 37461 w 41981"/>
                  <a:gd name="connsiteY1" fmla="*/ 21162 h 41981"/>
                  <a:gd name="connsiteX2" fmla="*/ 37461 w 41981"/>
                  <a:gd name="connsiteY2" fmla="*/ 21162 h 41981"/>
                  <a:gd name="connsiteX3" fmla="*/ 21271 w 41981"/>
                  <a:gd name="connsiteY3" fmla="*/ 37353 h 41981"/>
                  <a:gd name="connsiteX4" fmla="*/ 5081 w 41981"/>
                  <a:gd name="connsiteY4" fmla="*/ 21162 h 41981"/>
                  <a:gd name="connsiteX5" fmla="*/ 21271 w 41981"/>
                  <a:gd name="connsiteY5" fmla="*/ 4972 h 41981"/>
                  <a:gd name="connsiteX6" fmla="*/ 21271 w 41981"/>
                  <a:gd name="connsiteY6" fmla="*/ 172 h 41981"/>
                  <a:gd name="connsiteX7" fmla="*/ 281 w 41981"/>
                  <a:gd name="connsiteY7" fmla="*/ 21162 h 41981"/>
                  <a:gd name="connsiteX8" fmla="*/ 21271 w 41981"/>
                  <a:gd name="connsiteY8" fmla="*/ 42153 h 41981"/>
                  <a:gd name="connsiteX9" fmla="*/ 42262 w 41981"/>
                  <a:gd name="connsiteY9" fmla="*/ 21162 h 41981"/>
                  <a:gd name="connsiteX10" fmla="*/ 42262 w 41981"/>
                  <a:gd name="connsiteY10" fmla="*/ 21162 h 41981"/>
                  <a:gd name="connsiteX11" fmla="*/ 21271 w 41981"/>
                  <a:gd name="connsiteY11" fmla="*/ 17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1" y="4972"/>
                    </a:moveTo>
                    <a:cubicBezTo>
                      <a:pt x="30213" y="4972"/>
                      <a:pt x="37461" y="12221"/>
                      <a:pt x="37461" y="21162"/>
                    </a:cubicBezTo>
                    <a:lnTo>
                      <a:pt x="37461" y="21162"/>
                    </a:lnTo>
                    <a:cubicBezTo>
                      <a:pt x="37461" y="30104"/>
                      <a:pt x="30213" y="37353"/>
                      <a:pt x="21271" y="37353"/>
                    </a:cubicBezTo>
                    <a:cubicBezTo>
                      <a:pt x="12329" y="37353"/>
                      <a:pt x="5081" y="30104"/>
                      <a:pt x="5081" y="21162"/>
                    </a:cubicBezTo>
                    <a:cubicBezTo>
                      <a:pt x="5081" y="12221"/>
                      <a:pt x="12329" y="4972"/>
                      <a:pt x="21271" y="4972"/>
                    </a:cubicBezTo>
                    <a:close/>
                    <a:moveTo>
                      <a:pt x="21271" y="172"/>
                    </a:moveTo>
                    <a:cubicBezTo>
                      <a:pt x="9679" y="172"/>
                      <a:pt x="281" y="9570"/>
                      <a:pt x="281" y="21162"/>
                    </a:cubicBezTo>
                    <a:cubicBezTo>
                      <a:pt x="281" y="32755"/>
                      <a:pt x="9679" y="42153"/>
                      <a:pt x="21271" y="42153"/>
                    </a:cubicBezTo>
                    <a:cubicBezTo>
                      <a:pt x="32864" y="42153"/>
                      <a:pt x="42262" y="32755"/>
                      <a:pt x="42262" y="21162"/>
                    </a:cubicBezTo>
                    <a:lnTo>
                      <a:pt x="42262" y="21162"/>
                    </a:lnTo>
                    <a:cubicBezTo>
                      <a:pt x="42262" y="9570"/>
                      <a:pt x="32864" y="172"/>
                      <a:pt x="21271" y="172"/>
                    </a:cubicBezTo>
                    <a:close/>
                  </a:path>
                </a:pathLst>
              </a:custGeom>
              <a:solidFill>
                <a:srgbClr val="000000"/>
              </a:solidFill>
              <a:ln w="4794" cap="sq">
                <a:noFill/>
                <a:prstDash val="solid"/>
                <a:round/>
              </a:ln>
            </p:spPr>
            <p:txBody>
              <a:bodyPr rtlCol="0" anchor="ctr"/>
              <a:lstStyle/>
              <a:p>
                <a:endParaRPr lang="en-US"/>
              </a:p>
            </p:txBody>
          </p:sp>
          <p:sp>
            <p:nvSpPr>
              <p:cNvPr id="3164" name="Freeform: Shape 3163">
                <a:extLst>
                  <a:ext uri="{FF2B5EF4-FFF2-40B4-BE49-F238E27FC236}">
                    <a16:creationId xmlns:a16="http://schemas.microsoft.com/office/drawing/2014/main" id="{26C6929F-8CD7-44DF-3B9E-91B7E5F9AD62}"/>
                  </a:ext>
                </a:extLst>
              </p:cNvPr>
              <p:cNvSpPr/>
              <p:nvPr/>
            </p:nvSpPr>
            <p:spPr>
              <a:xfrm>
                <a:off x="8343339" y="7902870"/>
                <a:ext cx="37180" cy="37180"/>
              </a:xfrm>
              <a:custGeom>
                <a:avLst/>
                <a:gdLst>
                  <a:gd name="connsiteX0" fmla="*/ 37554 w 37180"/>
                  <a:gd name="connsiteY0" fmla="*/ 18747 h 37180"/>
                  <a:gd name="connsiteX1" fmla="*/ 18963 w 37180"/>
                  <a:gd name="connsiteY1" fmla="*/ 37337 h 37180"/>
                  <a:gd name="connsiteX2" fmla="*/ 373 w 37180"/>
                  <a:gd name="connsiteY2" fmla="*/ 18747 h 37180"/>
                  <a:gd name="connsiteX3" fmla="*/ 18963 w 37180"/>
                  <a:gd name="connsiteY3" fmla="*/ 156 h 37180"/>
                  <a:gd name="connsiteX4" fmla="*/ 37554 w 37180"/>
                  <a:gd name="connsiteY4" fmla="*/ 1874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54" y="18747"/>
                    </a:moveTo>
                    <a:cubicBezTo>
                      <a:pt x="37554" y="29014"/>
                      <a:pt x="29230" y="37337"/>
                      <a:pt x="18963" y="37337"/>
                    </a:cubicBezTo>
                    <a:cubicBezTo>
                      <a:pt x="8696" y="37337"/>
                      <a:pt x="373" y="29014"/>
                      <a:pt x="373" y="18747"/>
                    </a:cubicBezTo>
                    <a:cubicBezTo>
                      <a:pt x="373" y="8479"/>
                      <a:pt x="8696" y="156"/>
                      <a:pt x="18963" y="156"/>
                    </a:cubicBezTo>
                    <a:cubicBezTo>
                      <a:pt x="29230" y="156"/>
                      <a:pt x="37554" y="8479"/>
                      <a:pt x="37554" y="18747"/>
                    </a:cubicBezTo>
                    <a:close/>
                  </a:path>
                </a:pathLst>
              </a:custGeom>
              <a:solidFill>
                <a:srgbClr val="F7B9B9"/>
              </a:solidFill>
              <a:ln w="5753" cap="sq">
                <a:noFill/>
                <a:prstDash val="solid"/>
                <a:miter/>
              </a:ln>
            </p:spPr>
            <p:txBody>
              <a:bodyPr rtlCol="0" anchor="ctr"/>
              <a:lstStyle/>
              <a:p>
                <a:endParaRPr lang="en-US"/>
              </a:p>
            </p:txBody>
          </p:sp>
          <p:sp>
            <p:nvSpPr>
              <p:cNvPr id="3165" name="Freeform: Shape 3164">
                <a:extLst>
                  <a:ext uri="{FF2B5EF4-FFF2-40B4-BE49-F238E27FC236}">
                    <a16:creationId xmlns:a16="http://schemas.microsoft.com/office/drawing/2014/main" id="{635AF6AD-DE7E-C9DB-55DC-00BBA6D76EED}"/>
                  </a:ext>
                </a:extLst>
              </p:cNvPr>
              <p:cNvSpPr/>
              <p:nvPr/>
            </p:nvSpPr>
            <p:spPr>
              <a:xfrm>
                <a:off x="8340939" y="7900469"/>
                <a:ext cx="41981" cy="41981"/>
              </a:xfrm>
              <a:custGeom>
                <a:avLst/>
                <a:gdLst>
                  <a:gd name="connsiteX0" fmla="*/ 21363 w 41981"/>
                  <a:gd name="connsiteY0" fmla="*/ 4957 h 41981"/>
                  <a:gd name="connsiteX1" fmla="*/ 37554 w 41981"/>
                  <a:gd name="connsiteY1" fmla="*/ 21147 h 41981"/>
                  <a:gd name="connsiteX2" fmla="*/ 37554 w 41981"/>
                  <a:gd name="connsiteY2" fmla="*/ 21147 h 41981"/>
                  <a:gd name="connsiteX3" fmla="*/ 21363 w 41981"/>
                  <a:gd name="connsiteY3" fmla="*/ 37337 h 41981"/>
                  <a:gd name="connsiteX4" fmla="*/ 5173 w 41981"/>
                  <a:gd name="connsiteY4" fmla="*/ 21147 h 41981"/>
                  <a:gd name="connsiteX5" fmla="*/ 21363 w 41981"/>
                  <a:gd name="connsiteY5" fmla="*/ 4957 h 41981"/>
                  <a:gd name="connsiteX6" fmla="*/ 21363 w 41981"/>
                  <a:gd name="connsiteY6" fmla="*/ 156 h 41981"/>
                  <a:gd name="connsiteX7" fmla="*/ 373 w 41981"/>
                  <a:gd name="connsiteY7" fmla="*/ 21147 h 41981"/>
                  <a:gd name="connsiteX8" fmla="*/ 21363 w 41981"/>
                  <a:gd name="connsiteY8" fmla="*/ 42137 h 41981"/>
                  <a:gd name="connsiteX9" fmla="*/ 42354 w 41981"/>
                  <a:gd name="connsiteY9" fmla="*/ 21147 h 41981"/>
                  <a:gd name="connsiteX10" fmla="*/ 42354 w 41981"/>
                  <a:gd name="connsiteY10" fmla="*/ 21147 h 41981"/>
                  <a:gd name="connsiteX11" fmla="*/ 21363 w 41981"/>
                  <a:gd name="connsiteY11" fmla="*/ 15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63" y="4957"/>
                    </a:moveTo>
                    <a:cubicBezTo>
                      <a:pt x="30305" y="4957"/>
                      <a:pt x="37554" y="12205"/>
                      <a:pt x="37554" y="21147"/>
                    </a:cubicBezTo>
                    <a:lnTo>
                      <a:pt x="37554" y="21147"/>
                    </a:lnTo>
                    <a:cubicBezTo>
                      <a:pt x="37554" y="30089"/>
                      <a:pt x="30305" y="37337"/>
                      <a:pt x="21363" y="37337"/>
                    </a:cubicBezTo>
                    <a:cubicBezTo>
                      <a:pt x="12422" y="37337"/>
                      <a:pt x="5173" y="30089"/>
                      <a:pt x="5173" y="21147"/>
                    </a:cubicBezTo>
                    <a:cubicBezTo>
                      <a:pt x="5173" y="12205"/>
                      <a:pt x="12422" y="4957"/>
                      <a:pt x="21363" y="4957"/>
                    </a:cubicBezTo>
                    <a:close/>
                    <a:moveTo>
                      <a:pt x="21363" y="156"/>
                    </a:moveTo>
                    <a:cubicBezTo>
                      <a:pt x="9771" y="156"/>
                      <a:pt x="373" y="9554"/>
                      <a:pt x="373" y="21147"/>
                    </a:cubicBezTo>
                    <a:cubicBezTo>
                      <a:pt x="373" y="32739"/>
                      <a:pt x="9771" y="42137"/>
                      <a:pt x="21363" y="42137"/>
                    </a:cubicBezTo>
                    <a:cubicBezTo>
                      <a:pt x="32956" y="42137"/>
                      <a:pt x="42354" y="32739"/>
                      <a:pt x="42354" y="21147"/>
                    </a:cubicBezTo>
                    <a:lnTo>
                      <a:pt x="42354" y="21147"/>
                    </a:lnTo>
                    <a:cubicBezTo>
                      <a:pt x="42354" y="9554"/>
                      <a:pt x="32956" y="156"/>
                      <a:pt x="21363" y="156"/>
                    </a:cubicBezTo>
                    <a:close/>
                  </a:path>
                </a:pathLst>
              </a:custGeom>
              <a:solidFill>
                <a:srgbClr val="000000"/>
              </a:solidFill>
              <a:ln w="4794" cap="sq">
                <a:noFill/>
                <a:prstDash val="solid"/>
                <a:round/>
              </a:ln>
            </p:spPr>
            <p:txBody>
              <a:bodyPr rtlCol="0" anchor="ctr"/>
              <a:lstStyle/>
              <a:p>
                <a:endParaRPr lang="en-US"/>
              </a:p>
            </p:txBody>
          </p:sp>
          <p:sp>
            <p:nvSpPr>
              <p:cNvPr id="3166" name="Freeform: Shape 3165">
                <a:extLst>
                  <a:ext uri="{FF2B5EF4-FFF2-40B4-BE49-F238E27FC236}">
                    <a16:creationId xmlns:a16="http://schemas.microsoft.com/office/drawing/2014/main" id="{58B3A71C-DC15-3D84-0D64-42D48FBDABFF}"/>
                  </a:ext>
                </a:extLst>
              </p:cNvPr>
              <p:cNvSpPr/>
              <p:nvPr/>
            </p:nvSpPr>
            <p:spPr>
              <a:xfrm>
                <a:off x="7698087" y="8025310"/>
                <a:ext cx="37180" cy="37180"/>
              </a:xfrm>
              <a:custGeom>
                <a:avLst/>
                <a:gdLst>
                  <a:gd name="connsiteX0" fmla="*/ 37442 w 37180"/>
                  <a:gd name="connsiteY0" fmla="*/ 18768 h 37180"/>
                  <a:gd name="connsiteX1" fmla="*/ 18851 w 37180"/>
                  <a:gd name="connsiteY1" fmla="*/ 37358 h 37180"/>
                  <a:gd name="connsiteX2" fmla="*/ 261 w 37180"/>
                  <a:gd name="connsiteY2" fmla="*/ 18768 h 37180"/>
                  <a:gd name="connsiteX3" fmla="*/ 18851 w 37180"/>
                  <a:gd name="connsiteY3" fmla="*/ 178 h 37180"/>
                  <a:gd name="connsiteX4" fmla="*/ 37442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68"/>
                    </a:moveTo>
                    <a:cubicBezTo>
                      <a:pt x="37442" y="29035"/>
                      <a:pt x="29118" y="37358"/>
                      <a:pt x="18851" y="37358"/>
                    </a:cubicBezTo>
                    <a:cubicBezTo>
                      <a:pt x="8584" y="37358"/>
                      <a:pt x="261" y="29035"/>
                      <a:pt x="261" y="18768"/>
                    </a:cubicBezTo>
                    <a:cubicBezTo>
                      <a:pt x="261" y="8501"/>
                      <a:pt x="8584" y="178"/>
                      <a:pt x="18851" y="178"/>
                    </a:cubicBezTo>
                    <a:cubicBezTo>
                      <a:pt x="29118" y="178"/>
                      <a:pt x="37442" y="8501"/>
                      <a:pt x="37442" y="18768"/>
                    </a:cubicBezTo>
                    <a:close/>
                  </a:path>
                </a:pathLst>
              </a:custGeom>
              <a:solidFill>
                <a:srgbClr val="F7EAEA"/>
              </a:solidFill>
              <a:ln w="5753" cap="sq">
                <a:noFill/>
                <a:prstDash val="solid"/>
                <a:miter/>
              </a:ln>
            </p:spPr>
            <p:txBody>
              <a:bodyPr rtlCol="0" anchor="ctr"/>
              <a:lstStyle/>
              <a:p>
                <a:endParaRPr lang="en-US"/>
              </a:p>
            </p:txBody>
          </p:sp>
          <p:sp>
            <p:nvSpPr>
              <p:cNvPr id="3167" name="Freeform: Shape 3166">
                <a:extLst>
                  <a:ext uri="{FF2B5EF4-FFF2-40B4-BE49-F238E27FC236}">
                    <a16:creationId xmlns:a16="http://schemas.microsoft.com/office/drawing/2014/main" id="{3E54FCF7-1249-D6CF-16BF-12A294715D78}"/>
                  </a:ext>
                </a:extLst>
              </p:cNvPr>
              <p:cNvSpPr/>
              <p:nvPr/>
            </p:nvSpPr>
            <p:spPr>
              <a:xfrm>
                <a:off x="7695686" y="8022910"/>
                <a:ext cx="41981" cy="41981"/>
              </a:xfrm>
              <a:custGeom>
                <a:avLst/>
                <a:gdLst>
                  <a:gd name="connsiteX0" fmla="*/ 21251 w 41981"/>
                  <a:gd name="connsiteY0" fmla="*/ 4978 h 41981"/>
                  <a:gd name="connsiteX1" fmla="*/ 37442 w 41981"/>
                  <a:gd name="connsiteY1" fmla="*/ 21168 h 41981"/>
                  <a:gd name="connsiteX2" fmla="*/ 37442 w 41981"/>
                  <a:gd name="connsiteY2" fmla="*/ 21168 h 41981"/>
                  <a:gd name="connsiteX3" fmla="*/ 21251 w 41981"/>
                  <a:gd name="connsiteY3" fmla="*/ 37358 h 41981"/>
                  <a:gd name="connsiteX4" fmla="*/ 5061 w 41981"/>
                  <a:gd name="connsiteY4" fmla="*/ 21168 h 41981"/>
                  <a:gd name="connsiteX5" fmla="*/ 21251 w 41981"/>
                  <a:gd name="connsiteY5" fmla="*/ 4978 h 41981"/>
                  <a:gd name="connsiteX6" fmla="*/ 21251 w 41981"/>
                  <a:gd name="connsiteY6" fmla="*/ 178 h 41981"/>
                  <a:gd name="connsiteX7" fmla="*/ 261 w 41981"/>
                  <a:gd name="connsiteY7" fmla="*/ 21168 h 41981"/>
                  <a:gd name="connsiteX8" fmla="*/ 21251 w 41981"/>
                  <a:gd name="connsiteY8" fmla="*/ 42159 h 41981"/>
                  <a:gd name="connsiteX9" fmla="*/ 42242 w 41981"/>
                  <a:gd name="connsiteY9" fmla="*/ 21168 h 41981"/>
                  <a:gd name="connsiteX10" fmla="*/ 42242 w 41981"/>
                  <a:gd name="connsiteY10" fmla="*/ 21168 h 41981"/>
                  <a:gd name="connsiteX11" fmla="*/ 21251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78"/>
                    </a:moveTo>
                    <a:cubicBezTo>
                      <a:pt x="30193" y="4978"/>
                      <a:pt x="37442" y="12226"/>
                      <a:pt x="37442" y="21168"/>
                    </a:cubicBezTo>
                    <a:lnTo>
                      <a:pt x="37442" y="21168"/>
                    </a:lnTo>
                    <a:cubicBezTo>
                      <a:pt x="37442" y="30110"/>
                      <a:pt x="30193" y="37358"/>
                      <a:pt x="21251" y="37358"/>
                    </a:cubicBezTo>
                    <a:cubicBezTo>
                      <a:pt x="12310" y="37358"/>
                      <a:pt x="5061" y="30110"/>
                      <a:pt x="5061" y="21168"/>
                    </a:cubicBezTo>
                    <a:cubicBezTo>
                      <a:pt x="5061" y="12226"/>
                      <a:pt x="12310" y="4978"/>
                      <a:pt x="21251" y="4978"/>
                    </a:cubicBezTo>
                    <a:close/>
                    <a:moveTo>
                      <a:pt x="21251" y="178"/>
                    </a:moveTo>
                    <a:cubicBezTo>
                      <a:pt x="9659" y="178"/>
                      <a:pt x="261" y="9576"/>
                      <a:pt x="261" y="21168"/>
                    </a:cubicBezTo>
                    <a:cubicBezTo>
                      <a:pt x="261" y="32761"/>
                      <a:pt x="9659" y="42159"/>
                      <a:pt x="21251" y="42159"/>
                    </a:cubicBezTo>
                    <a:cubicBezTo>
                      <a:pt x="32844" y="42159"/>
                      <a:pt x="42242" y="32761"/>
                      <a:pt x="42242" y="21168"/>
                    </a:cubicBezTo>
                    <a:lnTo>
                      <a:pt x="42242" y="21168"/>
                    </a:lnTo>
                    <a:cubicBezTo>
                      <a:pt x="42242" y="9576"/>
                      <a:pt x="32844" y="178"/>
                      <a:pt x="21251" y="178"/>
                    </a:cubicBezTo>
                    <a:close/>
                  </a:path>
                </a:pathLst>
              </a:custGeom>
              <a:solidFill>
                <a:srgbClr val="000000"/>
              </a:solidFill>
              <a:ln w="4794" cap="sq">
                <a:noFill/>
                <a:prstDash val="solid"/>
                <a:round/>
              </a:ln>
            </p:spPr>
            <p:txBody>
              <a:bodyPr rtlCol="0" anchor="ctr"/>
              <a:lstStyle/>
              <a:p>
                <a:endParaRPr lang="en-US"/>
              </a:p>
            </p:txBody>
          </p:sp>
          <p:sp>
            <p:nvSpPr>
              <p:cNvPr id="3168" name="Freeform: Shape 3167">
                <a:extLst>
                  <a:ext uri="{FF2B5EF4-FFF2-40B4-BE49-F238E27FC236}">
                    <a16:creationId xmlns:a16="http://schemas.microsoft.com/office/drawing/2014/main" id="{4FAE1EE5-D875-A815-6F91-6E29C74EA80F}"/>
                  </a:ext>
                </a:extLst>
              </p:cNvPr>
              <p:cNvSpPr/>
              <p:nvPr/>
            </p:nvSpPr>
            <p:spPr>
              <a:xfrm>
                <a:off x="7700362" y="7963436"/>
                <a:ext cx="37180" cy="37180"/>
              </a:xfrm>
              <a:custGeom>
                <a:avLst/>
                <a:gdLst>
                  <a:gd name="connsiteX0" fmla="*/ 37442 w 37180"/>
                  <a:gd name="connsiteY0" fmla="*/ 18757 h 37180"/>
                  <a:gd name="connsiteX1" fmla="*/ 18852 w 37180"/>
                  <a:gd name="connsiteY1" fmla="*/ 37348 h 37180"/>
                  <a:gd name="connsiteX2" fmla="*/ 261 w 37180"/>
                  <a:gd name="connsiteY2" fmla="*/ 18757 h 37180"/>
                  <a:gd name="connsiteX3" fmla="*/ 18852 w 37180"/>
                  <a:gd name="connsiteY3" fmla="*/ 167 h 37180"/>
                  <a:gd name="connsiteX4" fmla="*/ 37442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7"/>
                    </a:moveTo>
                    <a:cubicBezTo>
                      <a:pt x="37442" y="29024"/>
                      <a:pt x="29119" y="37348"/>
                      <a:pt x="18852" y="37348"/>
                    </a:cubicBezTo>
                    <a:cubicBezTo>
                      <a:pt x="8584" y="37348"/>
                      <a:pt x="261" y="29024"/>
                      <a:pt x="261" y="18757"/>
                    </a:cubicBezTo>
                    <a:cubicBezTo>
                      <a:pt x="261" y="8490"/>
                      <a:pt x="8584" y="167"/>
                      <a:pt x="18852" y="167"/>
                    </a:cubicBezTo>
                    <a:cubicBezTo>
                      <a:pt x="29119" y="167"/>
                      <a:pt x="37442" y="8490"/>
                      <a:pt x="37442" y="18757"/>
                    </a:cubicBezTo>
                    <a:close/>
                  </a:path>
                </a:pathLst>
              </a:custGeom>
              <a:solidFill>
                <a:srgbClr val="F7EAEA"/>
              </a:solidFill>
              <a:ln w="5753" cap="sq">
                <a:noFill/>
                <a:prstDash val="solid"/>
                <a:miter/>
              </a:ln>
            </p:spPr>
            <p:txBody>
              <a:bodyPr rtlCol="0" anchor="ctr"/>
              <a:lstStyle/>
              <a:p>
                <a:endParaRPr lang="en-US"/>
              </a:p>
            </p:txBody>
          </p:sp>
          <p:sp>
            <p:nvSpPr>
              <p:cNvPr id="3169" name="Freeform: Shape 3168">
                <a:extLst>
                  <a:ext uri="{FF2B5EF4-FFF2-40B4-BE49-F238E27FC236}">
                    <a16:creationId xmlns:a16="http://schemas.microsoft.com/office/drawing/2014/main" id="{9B892F54-51EA-E5C9-2195-368A56DDF2B8}"/>
                  </a:ext>
                </a:extLst>
              </p:cNvPr>
              <p:cNvSpPr/>
              <p:nvPr/>
            </p:nvSpPr>
            <p:spPr>
              <a:xfrm>
                <a:off x="7697962" y="7961036"/>
                <a:ext cx="41981" cy="41981"/>
              </a:xfrm>
              <a:custGeom>
                <a:avLst/>
                <a:gdLst>
                  <a:gd name="connsiteX0" fmla="*/ 21252 w 41981"/>
                  <a:gd name="connsiteY0" fmla="*/ 4967 h 41981"/>
                  <a:gd name="connsiteX1" fmla="*/ 37442 w 41981"/>
                  <a:gd name="connsiteY1" fmla="*/ 21157 h 41981"/>
                  <a:gd name="connsiteX2" fmla="*/ 37442 w 41981"/>
                  <a:gd name="connsiteY2" fmla="*/ 21157 h 41981"/>
                  <a:gd name="connsiteX3" fmla="*/ 21252 w 41981"/>
                  <a:gd name="connsiteY3" fmla="*/ 37348 h 41981"/>
                  <a:gd name="connsiteX4" fmla="*/ 5062 w 41981"/>
                  <a:gd name="connsiteY4" fmla="*/ 21157 h 41981"/>
                  <a:gd name="connsiteX5" fmla="*/ 21252 w 41981"/>
                  <a:gd name="connsiteY5" fmla="*/ 4967 h 41981"/>
                  <a:gd name="connsiteX6" fmla="*/ 21252 w 41981"/>
                  <a:gd name="connsiteY6" fmla="*/ 167 h 41981"/>
                  <a:gd name="connsiteX7" fmla="*/ 261 w 41981"/>
                  <a:gd name="connsiteY7" fmla="*/ 21157 h 41981"/>
                  <a:gd name="connsiteX8" fmla="*/ 21252 w 41981"/>
                  <a:gd name="connsiteY8" fmla="*/ 42148 h 41981"/>
                  <a:gd name="connsiteX9" fmla="*/ 42242 w 41981"/>
                  <a:gd name="connsiteY9" fmla="*/ 21157 h 41981"/>
                  <a:gd name="connsiteX10" fmla="*/ 42242 w 41981"/>
                  <a:gd name="connsiteY10" fmla="*/ 21157 h 41981"/>
                  <a:gd name="connsiteX11" fmla="*/ 21252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7"/>
                    </a:moveTo>
                    <a:cubicBezTo>
                      <a:pt x="30194" y="4967"/>
                      <a:pt x="37442" y="12216"/>
                      <a:pt x="37442" y="21157"/>
                    </a:cubicBezTo>
                    <a:lnTo>
                      <a:pt x="37442" y="21157"/>
                    </a:lnTo>
                    <a:cubicBezTo>
                      <a:pt x="37442" y="30099"/>
                      <a:pt x="30194" y="37348"/>
                      <a:pt x="21252" y="37348"/>
                    </a:cubicBezTo>
                    <a:cubicBezTo>
                      <a:pt x="12310" y="37348"/>
                      <a:pt x="5062" y="30099"/>
                      <a:pt x="5062" y="21157"/>
                    </a:cubicBezTo>
                    <a:cubicBezTo>
                      <a:pt x="5062" y="12216"/>
                      <a:pt x="12310" y="4967"/>
                      <a:pt x="21252" y="4967"/>
                    </a:cubicBezTo>
                    <a:close/>
                    <a:moveTo>
                      <a:pt x="21252" y="167"/>
                    </a:moveTo>
                    <a:cubicBezTo>
                      <a:pt x="9659" y="167"/>
                      <a:pt x="261" y="9565"/>
                      <a:pt x="261" y="21157"/>
                    </a:cubicBezTo>
                    <a:cubicBezTo>
                      <a:pt x="261" y="32750"/>
                      <a:pt x="9659" y="42148"/>
                      <a:pt x="21252" y="42148"/>
                    </a:cubicBezTo>
                    <a:cubicBezTo>
                      <a:pt x="32844" y="42148"/>
                      <a:pt x="42242" y="32750"/>
                      <a:pt x="42242" y="21157"/>
                    </a:cubicBezTo>
                    <a:lnTo>
                      <a:pt x="42242" y="21157"/>
                    </a:lnTo>
                    <a:cubicBezTo>
                      <a:pt x="42242" y="9565"/>
                      <a:pt x="32844" y="167"/>
                      <a:pt x="21252" y="167"/>
                    </a:cubicBezTo>
                    <a:close/>
                  </a:path>
                </a:pathLst>
              </a:custGeom>
              <a:solidFill>
                <a:srgbClr val="000000"/>
              </a:solidFill>
              <a:ln w="4794" cap="sq">
                <a:noFill/>
                <a:prstDash val="solid"/>
                <a:round/>
              </a:ln>
            </p:spPr>
            <p:txBody>
              <a:bodyPr rtlCol="0" anchor="ctr"/>
              <a:lstStyle/>
              <a:p>
                <a:endParaRPr lang="en-US"/>
              </a:p>
            </p:txBody>
          </p:sp>
          <p:sp>
            <p:nvSpPr>
              <p:cNvPr id="3170" name="Freeform: Shape 3169">
                <a:extLst>
                  <a:ext uri="{FF2B5EF4-FFF2-40B4-BE49-F238E27FC236}">
                    <a16:creationId xmlns:a16="http://schemas.microsoft.com/office/drawing/2014/main" id="{1172F4E9-E079-6F4B-3392-ADE5E8BEFF9B}"/>
                  </a:ext>
                </a:extLst>
              </p:cNvPr>
              <p:cNvSpPr/>
              <p:nvPr/>
            </p:nvSpPr>
            <p:spPr>
              <a:xfrm>
                <a:off x="7682874" y="7926065"/>
                <a:ext cx="37180" cy="37180"/>
              </a:xfrm>
              <a:custGeom>
                <a:avLst/>
                <a:gdLst>
                  <a:gd name="connsiteX0" fmla="*/ 37439 w 37180"/>
                  <a:gd name="connsiteY0" fmla="*/ 18751 h 37180"/>
                  <a:gd name="connsiteX1" fmla="*/ 18849 w 37180"/>
                  <a:gd name="connsiteY1" fmla="*/ 37341 h 37180"/>
                  <a:gd name="connsiteX2" fmla="*/ 258 w 37180"/>
                  <a:gd name="connsiteY2" fmla="*/ 18751 h 37180"/>
                  <a:gd name="connsiteX3" fmla="*/ 18849 w 37180"/>
                  <a:gd name="connsiteY3" fmla="*/ 160 h 37180"/>
                  <a:gd name="connsiteX4" fmla="*/ 37439 w 37180"/>
                  <a:gd name="connsiteY4" fmla="*/ 1875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51"/>
                    </a:moveTo>
                    <a:cubicBezTo>
                      <a:pt x="37439" y="29018"/>
                      <a:pt x="29116" y="37341"/>
                      <a:pt x="18849" y="37341"/>
                    </a:cubicBezTo>
                    <a:cubicBezTo>
                      <a:pt x="8581" y="37341"/>
                      <a:pt x="258" y="29018"/>
                      <a:pt x="258" y="18751"/>
                    </a:cubicBezTo>
                    <a:cubicBezTo>
                      <a:pt x="258" y="8484"/>
                      <a:pt x="8581" y="160"/>
                      <a:pt x="18849" y="160"/>
                    </a:cubicBezTo>
                    <a:cubicBezTo>
                      <a:pt x="29116" y="160"/>
                      <a:pt x="37439" y="8484"/>
                      <a:pt x="37439" y="18751"/>
                    </a:cubicBezTo>
                    <a:close/>
                  </a:path>
                </a:pathLst>
              </a:custGeom>
              <a:solidFill>
                <a:srgbClr val="F7E9E9"/>
              </a:solidFill>
              <a:ln w="5753" cap="sq">
                <a:noFill/>
                <a:prstDash val="solid"/>
                <a:miter/>
              </a:ln>
            </p:spPr>
            <p:txBody>
              <a:bodyPr rtlCol="0" anchor="ctr"/>
              <a:lstStyle/>
              <a:p>
                <a:endParaRPr lang="en-US"/>
              </a:p>
            </p:txBody>
          </p:sp>
          <p:sp>
            <p:nvSpPr>
              <p:cNvPr id="3171" name="Freeform: Shape 3170">
                <a:extLst>
                  <a:ext uri="{FF2B5EF4-FFF2-40B4-BE49-F238E27FC236}">
                    <a16:creationId xmlns:a16="http://schemas.microsoft.com/office/drawing/2014/main" id="{ED920EB6-3E4F-3E96-80C6-1E93D0D07410}"/>
                  </a:ext>
                </a:extLst>
              </p:cNvPr>
              <p:cNvSpPr/>
              <p:nvPr/>
            </p:nvSpPr>
            <p:spPr>
              <a:xfrm>
                <a:off x="7680474" y="7923665"/>
                <a:ext cx="41981" cy="41981"/>
              </a:xfrm>
              <a:custGeom>
                <a:avLst/>
                <a:gdLst>
                  <a:gd name="connsiteX0" fmla="*/ 21249 w 41981"/>
                  <a:gd name="connsiteY0" fmla="*/ 4961 h 41981"/>
                  <a:gd name="connsiteX1" fmla="*/ 37439 w 41981"/>
                  <a:gd name="connsiteY1" fmla="*/ 21151 h 41981"/>
                  <a:gd name="connsiteX2" fmla="*/ 37439 w 41981"/>
                  <a:gd name="connsiteY2" fmla="*/ 21151 h 41981"/>
                  <a:gd name="connsiteX3" fmla="*/ 21249 w 41981"/>
                  <a:gd name="connsiteY3" fmla="*/ 37341 h 41981"/>
                  <a:gd name="connsiteX4" fmla="*/ 5059 w 41981"/>
                  <a:gd name="connsiteY4" fmla="*/ 21151 h 41981"/>
                  <a:gd name="connsiteX5" fmla="*/ 21249 w 41981"/>
                  <a:gd name="connsiteY5" fmla="*/ 4961 h 41981"/>
                  <a:gd name="connsiteX6" fmla="*/ 21249 w 41981"/>
                  <a:gd name="connsiteY6" fmla="*/ 160 h 41981"/>
                  <a:gd name="connsiteX7" fmla="*/ 258 w 41981"/>
                  <a:gd name="connsiteY7" fmla="*/ 21151 h 41981"/>
                  <a:gd name="connsiteX8" fmla="*/ 21249 w 41981"/>
                  <a:gd name="connsiteY8" fmla="*/ 42141 h 41981"/>
                  <a:gd name="connsiteX9" fmla="*/ 42239 w 41981"/>
                  <a:gd name="connsiteY9" fmla="*/ 21151 h 41981"/>
                  <a:gd name="connsiteX10" fmla="*/ 42239 w 41981"/>
                  <a:gd name="connsiteY10" fmla="*/ 21151 h 41981"/>
                  <a:gd name="connsiteX11" fmla="*/ 21249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61"/>
                    </a:moveTo>
                    <a:cubicBezTo>
                      <a:pt x="30191" y="4961"/>
                      <a:pt x="37439" y="12209"/>
                      <a:pt x="37439" y="21151"/>
                    </a:cubicBezTo>
                    <a:lnTo>
                      <a:pt x="37439" y="21151"/>
                    </a:lnTo>
                    <a:cubicBezTo>
                      <a:pt x="37439" y="30093"/>
                      <a:pt x="30191" y="37341"/>
                      <a:pt x="21249" y="37341"/>
                    </a:cubicBezTo>
                    <a:cubicBezTo>
                      <a:pt x="12307" y="37341"/>
                      <a:pt x="5059" y="30093"/>
                      <a:pt x="5059" y="21151"/>
                    </a:cubicBezTo>
                    <a:cubicBezTo>
                      <a:pt x="5059" y="12209"/>
                      <a:pt x="12307" y="4961"/>
                      <a:pt x="21249" y="4961"/>
                    </a:cubicBezTo>
                    <a:close/>
                    <a:moveTo>
                      <a:pt x="21249" y="160"/>
                    </a:moveTo>
                    <a:cubicBezTo>
                      <a:pt x="9656" y="160"/>
                      <a:pt x="258" y="9558"/>
                      <a:pt x="258" y="21151"/>
                    </a:cubicBezTo>
                    <a:cubicBezTo>
                      <a:pt x="258" y="32743"/>
                      <a:pt x="9656" y="42141"/>
                      <a:pt x="21249" y="42141"/>
                    </a:cubicBezTo>
                    <a:cubicBezTo>
                      <a:pt x="32841" y="42141"/>
                      <a:pt x="42239" y="32743"/>
                      <a:pt x="42239" y="21151"/>
                    </a:cubicBezTo>
                    <a:lnTo>
                      <a:pt x="42239" y="21151"/>
                    </a:lnTo>
                    <a:cubicBezTo>
                      <a:pt x="42239" y="9558"/>
                      <a:pt x="32841" y="160"/>
                      <a:pt x="21249" y="160"/>
                    </a:cubicBezTo>
                    <a:close/>
                  </a:path>
                </a:pathLst>
              </a:custGeom>
              <a:solidFill>
                <a:srgbClr val="000000"/>
              </a:solidFill>
              <a:ln w="4794" cap="sq">
                <a:noFill/>
                <a:prstDash val="solid"/>
                <a:round/>
              </a:ln>
            </p:spPr>
            <p:txBody>
              <a:bodyPr rtlCol="0" anchor="ctr"/>
              <a:lstStyle/>
              <a:p>
                <a:endParaRPr lang="en-US"/>
              </a:p>
            </p:txBody>
          </p:sp>
          <p:sp>
            <p:nvSpPr>
              <p:cNvPr id="3172" name="Freeform: Shape 3171">
                <a:extLst>
                  <a:ext uri="{FF2B5EF4-FFF2-40B4-BE49-F238E27FC236}">
                    <a16:creationId xmlns:a16="http://schemas.microsoft.com/office/drawing/2014/main" id="{C80F991B-6DD1-44A6-9E85-DD4840C62D00}"/>
                  </a:ext>
                </a:extLst>
              </p:cNvPr>
              <p:cNvSpPr/>
              <p:nvPr/>
            </p:nvSpPr>
            <p:spPr>
              <a:xfrm>
                <a:off x="7684084" y="8039929"/>
                <a:ext cx="37180" cy="37180"/>
              </a:xfrm>
              <a:custGeom>
                <a:avLst/>
                <a:gdLst>
                  <a:gd name="connsiteX0" fmla="*/ 37439 w 37180"/>
                  <a:gd name="connsiteY0" fmla="*/ 18770 h 37180"/>
                  <a:gd name="connsiteX1" fmla="*/ 18849 w 37180"/>
                  <a:gd name="connsiteY1" fmla="*/ 37361 h 37180"/>
                  <a:gd name="connsiteX2" fmla="*/ 258 w 37180"/>
                  <a:gd name="connsiteY2" fmla="*/ 18770 h 37180"/>
                  <a:gd name="connsiteX3" fmla="*/ 18849 w 37180"/>
                  <a:gd name="connsiteY3" fmla="*/ 180 h 37180"/>
                  <a:gd name="connsiteX4" fmla="*/ 37439 w 37180"/>
                  <a:gd name="connsiteY4" fmla="*/ 1877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9" y="18770"/>
                    </a:moveTo>
                    <a:cubicBezTo>
                      <a:pt x="37439" y="29038"/>
                      <a:pt x="29116" y="37361"/>
                      <a:pt x="18849" y="37361"/>
                    </a:cubicBezTo>
                    <a:cubicBezTo>
                      <a:pt x="8582" y="37361"/>
                      <a:pt x="258" y="29038"/>
                      <a:pt x="258" y="18770"/>
                    </a:cubicBezTo>
                    <a:cubicBezTo>
                      <a:pt x="258" y="8503"/>
                      <a:pt x="8582" y="180"/>
                      <a:pt x="18849" y="180"/>
                    </a:cubicBezTo>
                    <a:cubicBezTo>
                      <a:pt x="29116" y="180"/>
                      <a:pt x="37439" y="8503"/>
                      <a:pt x="37439" y="18770"/>
                    </a:cubicBezTo>
                    <a:close/>
                  </a:path>
                </a:pathLst>
              </a:custGeom>
              <a:solidFill>
                <a:srgbClr val="F7CDCD"/>
              </a:solidFill>
              <a:ln w="5753" cap="sq">
                <a:noFill/>
                <a:prstDash val="solid"/>
                <a:miter/>
              </a:ln>
            </p:spPr>
            <p:txBody>
              <a:bodyPr rtlCol="0" anchor="ctr"/>
              <a:lstStyle/>
              <a:p>
                <a:endParaRPr lang="en-US"/>
              </a:p>
            </p:txBody>
          </p:sp>
          <p:sp>
            <p:nvSpPr>
              <p:cNvPr id="3173" name="Freeform: Shape 3172">
                <a:extLst>
                  <a:ext uri="{FF2B5EF4-FFF2-40B4-BE49-F238E27FC236}">
                    <a16:creationId xmlns:a16="http://schemas.microsoft.com/office/drawing/2014/main" id="{66E0FBD6-575B-A48E-A103-4064AF987FB0}"/>
                  </a:ext>
                </a:extLst>
              </p:cNvPr>
              <p:cNvSpPr/>
              <p:nvPr/>
            </p:nvSpPr>
            <p:spPr>
              <a:xfrm>
                <a:off x="7681684" y="8037529"/>
                <a:ext cx="41981" cy="41981"/>
              </a:xfrm>
              <a:custGeom>
                <a:avLst/>
                <a:gdLst>
                  <a:gd name="connsiteX0" fmla="*/ 21249 w 41981"/>
                  <a:gd name="connsiteY0" fmla="*/ 4980 h 41981"/>
                  <a:gd name="connsiteX1" fmla="*/ 37439 w 41981"/>
                  <a:gd name="connsiteY1" fmla="*/ 21171 h 41981"/>
                  <a:gd name="connsiteX2" fmla="*/ 37439 w 41981"/>
                  <a:gd name="connsiteY2" fmla="*/ 21171 h 41981"/>
                  <a:gd name="connsiteX3" fmla="*/ 21249 w 41981"/>
                  <a:gd name="connsiteY3" fmla="*/ 37361 h 41981"/>
                  <a:gd name="connsiteX4" fmla="*/ 5059 w 41981"/>
                  <a:gd name="connsiteY4" fmla="*/ 21171 h 41981"/>
                  <a:gd name="connsiteX5" fmla="*/ 21249 w 41981"/>
                  <a:gd name="connsiteY5" fmla="*/ 4980 h 41981"/>
                  <a:gd name="connsiteX6" fmla="*/ 21249 w 41981"/>
                  <a:gd name="connsiteY6" fmla="*/ 180 h 41981"/>
                  <a:gd name="connsiteX7" fmla="*/ 258 w 41981"/>
                  <a:gd name="connsiteY7" fmla="*/ 21171 h 41981"/>
                  <a:gd name="connsiteX8" fmla="*/ 21249 w 41981"/>
                  <a:gd name="connsiteY8" fmla="*/ 42161 h 41981"/>
                  <a:gd name="connsiteX9" fmla="*/ 42240 w 41981"/>
                  <a:gd name="connsiteY9" fmla="*/ 21171 h 41981"/>
                  <a:gd name="connsiteX10" fmla="*/ 42240 w 41981"/>
                  <a:gd name="connsiteY10" fmla="*/ 21171 h 41981"/>
                  <a:gd name="connsiteX11" fmla="*/ 21249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9" y="4980"/>
                    </a:moveTo>
                    <a:cubicBezTo>
                      <a:pt x="30191" y="4980"/>
                      <a:pt x="37439" y="12229"/>
                      <a:pt x="37439" y="21171"/>
                    </a:cubicBezTo>
                    <a:lnTo>
                      <a:pt x="37439" y="21171"/>
                    </a:lnTo>
                    <a:cubicBezTo>
                      <a:pt x="37439" y="30112"/>
                      <a:pt x="30191" y="37361"/>
                      <a:pt x="21249" y="37361"/>
                    </a:cubicBezTo>
                    <a:cubicBezTo>
                      <a:pt x="12307" y="37361"/>
                      <a:pt x="5059" y="30112"/>
                      <a:pt x="5059" y="21171"/>
                    </a:cubicBezTo>
                    <a:cubicBezTo>
                      <a:pt x="5059" y="12229"/>
                      <a:pt x="12307" y="4980"/>
                      <a:pt x="21249" y="4980"/>
                    </a:cubicBezTo>
                    <a:close/>
                    <a:moveTo>
                      <a:pt x="21249" y="180"/>
                    </a:moveTo>
                    <a:cubicBezTo>
                      <a:pt x="9656" y="180"/>
                      <a:pt x="258" y="9578"/>
                      <a:pt x="258" y="21171"/>
                    </a:cubicBezTo>
                    <a:cubicBezTo>
                      <a:pt x="258" y="32763"/>
                      <a:pt x="9656" y="42161"/>
                      <a:pt x="21249" y="42161"/>
                    </a:cubicBezTo>
                    <a:cubicBezTo>
                      <a:pt x="32842" y="42161"/>
                      <a:pt x="42240" y="32763"/>
                      <a:pt x="42240" y="21171"/>
                    </a:cubicBezTo>
                    <a:lnTo>
                      <a:pt x="42240" y="21171"/>
                    </a:lnTo>
                    <a:cubicBezTo>
                      <a:pt x="42240" y="9578"/>
                      <a:pt x="32842" y="180"/>
                      <a:pt x="21249" y="180"/>
                    </a:cubicBezTo>
                    <a:close/>
                  </a:path>
                </a:pathLst>
              </a:custGeom>
              <a:solidFill>
                <a:srgbClr val="000000"/>
              </a:solidFill>
              <a:ln w="4794" cap="sq">
                <a:noFill/>
                <a:prstDash val="solid"/>
                <a:round/>
              </a:ln>
            </p:spPr>
            <p:txBody>
              <a:bodyPr rtlCol="0" anchor="ctr"/>
              <a:lstStyle/>
              <a:p>
                <a:endParaRPr lang="en-US"/>
              </a:p>
            </p:txBody>
          </p:sp>
          <p:sp>
            <p:nvSpPr>
              <p:cNvPr id="3174" name="Freeform: Shape 3173">
                <a:extLst>
                  <a:ext uri="{FF2B5EF4-FFF2-40B4-BE49-F238E27FC236}">
                    <a16:creationId xmlns:a16="http://schemas.microsoft.com/office/drawing/2014/main" id="{A8136672-68EF-BE03-D0BC-BA850F20D2BF}"/>
                  </a:ext>
                </a:extLst>
              </p:cNvPr>
              <p:cNvSpPr/>
              <p:nvPr/>
            </p:nvSpPr>
            <p:spPr>
              <a:xfrm>
                <a:off x="7689493" y="7990174"/>
                <a:ext cx="37180" cy="37180"/>
              </a:xfrm>
              <a:custGeom>
                <a:avLst/>
                <a:gdLst>
                  <a:gd name="connsiteX0" fmla="*/ 37440 w 37180"/>
                  <a:gd name="connsiteY0" fmla="*/ 18762 h 37180"/>
                  <a:gd name="connsiteX1" fmla="*/ 18850 w 37180"/>
                  <a:gd name="connsiteY1" fmla="*/ 37352 h 37180"/>
                  <a:gd name="connsiteX2" fmla="*/ 259 w 37180"/>
                  <a:gd name="connsiteY2" fmla="*/ 18762 h 37180"/>
                  <a:gd name="connsiteX3" fmla="*/ 18850 w 37180"/>
                  <a:gd name="connsiteY3" fmla="*/ 171 h 37180"/>
                  <a:gd name="connsiteX4" fmla="*/ 37440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2"/>
                    </a:moveTo>
                    <a:cubicBezTo>
                      <a:pt x="37440" y="29029"/>
                      <a:pt x="29117" y="37352"/>
                      <a:pt x="18850" y="37352"/>
                    </a:cubicBezTo>
                    <a:cubicBezTo>
                      <a:pt x="8583" y="37352"/>
                      <a:pt x="259" y="29029"/>
                      <a:pt x="259" y="18762"/>
                    </a:cubicBezTo>
                    <a:cubicBezTo>
                      <a:pt x="259" y="8495"/>
                      <a:pt x="8583" y="171"/>
                      <a:pt x="18850" y="171"/>
                    </a:cubicBezTo>
                    <a:cubicBezTo>
                      <a:pt x="29117" y="171"/>
                      <a:pt x="37440" y="8495"/>
                      <a:pt x="37440" y="18762"/>
                    </a:cubicBezTo>
                    <a:close/>
                  </a:path>
                </a:pathLst>
              </a:custGeom>
              <a:solidFill>
                <a:srgbClr val="F7E4E4"/>
              </a:solidFill>
              <a:ln w="5753" cap="sq">
                <a:noFill/>
                <a:prstDash val="solid"/>
                <a:miter/>
              </a:ln>
            </p:spPr>
            <p:txBody>
              <a:bodyPr rtlCol="0" anchor="ctr"/>
              <a:lstStyle/>
              <a:p>
                <a:endParaRPr lang="en-US"/>
              </a:p>
            </p:txBody>
          </p:sp>
          <p:sp>
            <p:nvSpPr>
              <p:cNvPr id="3175" name="Freeform: Shape 3174">
                <a:extLst>
                  <a:ext uri="{FF2B5EF4-FFF2-40B4-BE49-F238E27FC236}">
                    <a16:creationId xmlns:a16="http://schemas.microsoft.com/office/drawing/2014/main" id="{F064DE3A-F4F3-6B74-6A1D-7F7EDD909131}"/>
                  </a:ext>
                </a:extLst>
              </p:cNvPr>
              <p:cNvSpPr/>
              <p:nvPr/>
            </p:nvSpPr>
            <p:spPr>
              <a:xfrm>
                <a:off x="7687093" y="7987774"/>
                <a:ext cx="41981" cy="41981"/>
              </a:xfrm>
              <a:custGeom>
                <a:avLst/>
                <a:gdLst>
                  <a:gd name="connsiteX0" fmla="*/ 21250 w 41981"/>
                  <a:gd name="connsiteY0" fmla="*/ 4972 h 41981"/>
                  <a:gd name="connsiteX1" fmla="*/ 37440 w 41981"/>
                  <a:gd name="connsiteY1" fmla="*/ 21162 h 41981"/>
                  <a:gd name="connsiteX2" fmla="*/ 37440 w 41981"/>
                  <a:gd name="connsiteY2" fmla="*/ 21162 h 41981"/>
                  <a:gd name="connsiteX3" fmla="*/ 21250 w 41981"/>
                  <a:gd name="connsiteY3" fmla="*/ 37352 h 41981"/>
                  <a:gd name="connsiteX4" fmla="*/ 5060 w 41981"/>
                  <a:gd name="connsiteY4" fmla="*/ 21162 h 41981"/>
                  <a:gd name="connsiteX5" fmla="*/ 21250 w 41981"/>
                  <a:gd name="connsiteY5" fmla="*/ 4972 h 41981"/>
                  <a:gd name="connsiteX6" fmla="*/ 21250 w 41981"/>
                  <a:gd name="connsiteY6" fmla="*/ 171 h 41981"/>
                  <a:gd name="connsiteX7" fmla="*/ 259 w 41981"/>
                  <a:gd name="connsiteY7" fmla="*/ 21162 h 41981"/>
                  <a:gd name="connsiteX8" fmla="*/ 21250 w 41981"/>
                  <a:gd name="connsiteY8" fmla="*/ 42153 h 41981"/>
                  <a:gd name="connsiteX9" fmla="*/ 42240 w 41981"/>
                  <a:gd name="connsiteY9" fmla="*/ 21162 h 41981"/>
                  <a:gd name="connsiteX10" fmla="*/ 42240 w 41981"/>
                  <a:gd name="connsiteY10" fmla="*/ 21162 h 41981"/>
                  <a:gd name="connsiteX11" fmla="*/ 21250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2"/>
                    </a:moveTo>
                    <a:cubicBezTo>
                      <a:pt x="30192" y="4972"/>
                      <a:pt x="37440" y="12220"/>
                      <a:pt x="37440" y="21162"/>
                    </a:cubicBezTo>
                    <a:lnTo>
                      <a:pt x="37440" y="21162"/>
                    </a:lnTo>
                    <a:cubicBezTo>
                      <a:pt x="37440" y="30104"/>
                      <a:pt x="30192" y="37352"/>
                      <a:pt x="21250" y="37352"/>
                    </a:cubicBezTo>
                    <a:cubicBezTo>
                      <a:pt x="12308" y="37352"/>
                      <a:pt x="5060" y="30104"/>
                      <a:pt x="5060" y="21162"/>
                    </a:cubicBezTo>
                    <a:cubicBezTo>
                      <a:pt x="5060" y="12220"/>
                      <a:pt x="12308" y="4972"/>
                      <a:pt x="21250" y="4972"/>
                    </a:cubicBezTo>
                    <a:close/>
                    <a:moveTo>
                      <a:pt x="21250" y="171"/>
                    </a:moveTo>
                    <a:cubicBezTo>
                      <a:pt x="9657" y="171"/>
                      <a:pt x="259" y="9569"/>
                      <a:pt x="259" y="21162"/>
                    </a:cubicBezTo>
                    <a:cubicBezTo>
                      <a:pt x="259" y="32755"/>
                      <a:pt x="9657" y="42153"/>
                      <a:pt x="21250" y="42153"/>
                    </a:cubicBezTo>
                    <a:cubicBezTo>
                      <a:pt x="32842" y="42153"/>
                      <a:pt x="42240" y="32755"/>
                      <a:pt x="42240" y="21162"/>
                    </a:cubicBezTo>
                    <a:lnTo>
                      <a:pt x="42240" y="21162"/>
                    </a:lnTo>
                    <a:cubicBezTo>
                      <a:pt x="42240" y="9569"/>
                      <a:pt x="32842" y="171"/>
                      <a:pt x="21250" y="171"/>
                    </a:cubicBezTo>
                    <a:close/>
                  </a:path>
                </a:pathLst>
              </a:custGeom>
              <a:solidFill>
                <a:srgbClr val="000000"/>
              </a:solidFill>
              <a:ln w="4794" cap="sq">
                <a:noFill/>
                <a:prstDash val="solid"/>
                <a:round/>
              </a:ln>
            </p:spPr>
            <p:txBody>
              <a:bodyPr rtlCol="0" anchor="ctr"/>
              <a:lstStyle/>
              <a:p>
                <a:endParaRPr lang="en-US"/>
              </a:p>
            </p:txBody>
          </p:sp>
          <p:sp>
            <p:nvSpPr>
              <p:cNvPr id="3176" name="Freeform: Shape 3175">
                <a:extLst>
                  <a:ext uri="{FF2B5EF4-FFF2-40B4-BE49-F238E27FC236}">
                    <a16:creationId xmlns:a16="http://schemas.microsoft.com/office/drawing/2014/main" id="{786FCB66-E79D-4A8B-AC7C-C77C9A21EC52}"/>
                  </a:ext>
                </a:extLst>
              </p:cNvPr>
              <p:cNvSpPr/>
              <p:nvPr/>
            </p:nvSpPr>
            <p:spPr>
              <a:xfrm>
                <a:off x="7722987" y="7915398"/>
                <a:ext cx="37180" cy="37180"/>
              </a:xfrm>
              <a:custGeom>
                <a:avLst/>
                <a:gdLst>
                  <a:gd name="connsiteX0" fmla="*/ 37446 w 37180"/>
                  <a:gd name="connsiteY0" fmla="*/ 18749 h 37180"/>
                  <a:gd name="connsiteX1" fmla="*/ 18856 w 37180"/>
                  <a:gd name="connsiteY1" fmla="*/ 37339 h 37180"/>
                  <a:gd name="connsiteX2" fmla="*/ 265 w 37180"/>
                  <a:gd name="connsiteY2" fmla="*/ 18749 h 37180"/>
                  <a:gd name="connsiteX3" fmla="*/ 18856 w 37180"/>
                  <a:gd name="connsiteY3" fmla="*/ 158 h 37180"/>
                  <a:gd name="connsiteX4" fmla="*/ 37446 w 37180"/>
                  <a:gd name="connsiteY4" fmla="*/ 1874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49"/>
                    </a:moveTo>
                    <a:cubicBezTo>
                      <a:pt x="37446" y="29016"/>
                      <a:pt x="29123" y="37339"/>
                      <a:pt x="18856" y="37339"/>
                    </a:cubicBezTo>
                    <a:cubicBezTo>
                      <a:pt x="8588" y="37339"/>
                      <a:pt x="265" y="29016"/>
                      <a:pt x="265" y="18749"/>
                    </a:cubicBezTo>
                    <a:cubicBezTo>
                      <a:pt x="265" y="8482"/>
                      <a:pt x="8588" y="158"/>
                      <a:pt x="18856" y="158"/>
                    </a:cubicBezTo>
                    <a:cubicBezTo>
                      <a:pt x="29123" y="158"/>
                      <a:pt x="37446" y="8482"/>
                      <a:pt x="37446" y="18749"/>
                    </a:cubicBezTo>
                    <a:close/>
                  </a:path>
                </a:pathLst>
              </a:custGeom>
              <a:solidFill>
                <a:srgbClr val="F7E6E6"/>
              </a:solidFill>
              <a:ln w="5753" cap="sq">
                <a:noFill/>
                <a:prstDash val="solid"/>
                <a:miter/>
              </a:ln>
            </p:spPr>
            <p:txBody>
              <a:bodyPr rtlCol="0" anchor="ctr"/>
              <a:lstStyle/>
              <a:p>
                <a:endParaRPr lang="en-US"/>
              </a:p>
            </p:txBody>
          </p:sp>
          <p:sp>
            <p:nvSpPr>
              <p:cNvPr id="3177" name="Freeform: Shape 3176">
                <a:extLst>
                  <a:ext uri="{FF2B5EF4-FFF2-40B4-BE49-F238E27FC236}">
                    <a16:creationId xmlns:a16="http://schemas.microsoft.com/office/drawing/2014/main" id="{2A884439-3F51-E9C6-4D81-CDAF525F7FAF}"/>
                  </a:ext>
                </a:extLst>
              </p:cNvPr>
              <p:cNvSpPr/>
              <p:nvPr/>
            </p:nvSpPr>
            <p:spPr>
              <a:xfrm>
                <a:off x="7720587" y="7912997"/>
                <a:ext cx="41981" cy="41981"/>
              </a:xfrm>
              <a:custGeom>
                <a:avLst/>
                <a:gdLst>
                  <a:gd name="connsiteX0" fmla="*/ 21256 w 41981"/>
                  <a:gd name="connsiteY0" fmla="*/ 4959 h 41981"/>
                  <a:gd name="connsiteX1" fmla="*/ 37446 w 41981"/>
                  <a:gd name="connsiteY1" fmla="*/ 21149 h 41981"/>
                  <a:gd name="connsiteX2" fmla="*/ 37446 w 41981"/>
                  <a:gd name="connsiteY2" fmla="*/ 21149 h 41981"/>
                  <a:gd name="connsiteX3" fmla="*/ 21256 w 41981"/>
                  <a:gd name="connsiteY3" fmla="*/ 37339 h 41981"/>
                  <a:gd name="connsiteX4" fmla="*/ 5066 w 41981"/>
                  <a:gd name="connsiteY4" fmla="*/ 21149 h 41981"/>
                  <a:gd name="connsiteX5" fmla="*/ 21256 w 41981"/>
                  <a:gd name="connsiteY5" fmla="*/ 4959 h 41981"/>
                  <a:gd name="connsiteX6" fmla="*/ 21256 w 41981"/>
                  <a:gd name="connsiteY6" fmla="*/ 158 h 41981"/>
                  <a:gd name="connsiteX7" fmla="*/ 265 w 41981"/>
                  <a:gd name="connsiteY7" fmla="*/ 21149 h 41981"/>
                  <a:gd name="connsiteX8" fmla="*/ 21256 w 41981"/>
                  <a:gd name="connsiteY8" fmla="*/ 42140 h 41981"/>
                  <a:gd name="connsiteX9" fmla="*/ 42246 w 41981"/>
                  <a:gd name="connsiteY9" fmla="*/ 21149 h 41981"/>
                  <a:gd name="connsiteX10" fmla="*/ 42246 w 41981"/>
                  <a:gd name="connsiteY10" fmla="*/ 21149 h 41981"/>
                  <a:gd name="connsiteX11" fmla="*/ 21256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59"/>
                    </a:moveTo>
                    <a:cubicBezTo>
                      <a:pt x="30198" y="4959"/>
                      <a:pt x="37446" y="12207"/>
                      <a:pt x="37446" y="21149"/>
                    </a:cubicBezTo>
                    <a:lnTo>
                      <a:pt x="37446" y="21149"/>
                    </a:lnTo>
                    <a:cubicBezTo>
                      <a:pt x="37446" y="30091"/>
                      <a:pt x="30198" y="37339"/>
                      <a:pt x="21256" y="37339"/>
                    </a:cubicBezTo>
                    <a:cubicBezTo>
                      <a:pt x="12314" y="37339"/>
                      <a:pt x="5066" y="30091"/>
                      <a:pt x="5066" y="21149"/>
                    </a:cubicBezTo>
                    <a:cubicBezTo>
                      <a:pt x="5066" y="12207"/>
                      <a:pt x="12314" y="4959"/>
                      <a:pt x="21256" y="4959"/>
                    </a:cubicBezTo>
                    <a:close/>
                    <a:moveTo>
                      <a:pt x="21256" y="158"/>
                    </a:moveTo>
                    <a:cubicBezTo>
                      <a:pt x="9663" y="158"/>
                      <a:pt x="265" y="9556"/>
                      <a:pt x="265" y="21149"/>
                    </a:cubicBezTo>
                    <a:cubicBezTo>
                      <a:pt x="265" y="32742"/>
                      <a:pt x="9663" y="42140"/>
                      <a:pt x="21256" y="42140"/>
                    </a:cubicBezTo>
                    <a:cubicBezTo>
                      <a:pt x="32848" y="42140"/>
                      <a:pt x="42246" y="32742"/>
                      <a:pt x="42246" y="21149"/>
                    </a:cubicBezTo>
                    <a:lnTo>
                      <a:pt x="42246" y="21149"/>
                    </a:lnTo>
                    <a:cubicBezTo>
                      <a:pt x="42246" y="9556"/>
                      <a:pt x="32848" y="158"/>
                      <a:pt x="21256" y="158"/>
                    </a:cubicBezTo>
                    <a:close/>
                  </a:path>
                </a:pathLst>
              </a:custGeom>
              <a:solidFill>
                <a:srgbClr val="000000"/>
              </a:solidFill>
              <a:ln w="4794" cap="sq">
                <a:noFill/>
                <a:prstDash val="solid"/>
                <a:round/>
              </a:ln>
            </p:spPr>
            <p:txBody>
              <a:bodyPr rtlCol="0" anchor="ctr"/>
              <a:lstStyle/>
              <a:p>
                <a:endParaRPr lang="en-US"/>
              </a:p>
            </p:txBody>
          </p:sp>
          <p:sp>
            <p:nvSpPr>
              <p:cNvPr id="3178" name="Freeform: Shape 3177">
                <a:extLst>
                  <a:ext uri="{FF2B5EF4-FFF2-40B4-BE49-F238E27FC236}">
                    <a16:creationId xmlns:a16="http://schemas.microsoft.com/office/drawing/2014/main" id="{43815706-9765-16EC-57B5-9C0B8E216B18}"/>
                  </a:ext>
                </a:extLst>
              </p:cNvPr>
              <p:cNvSpPr/>
              <p:nvPr/>
            </p:nvSpPr>
            <p:spPr>
              <a:xfrm>
                <a:off x="8083062" y="8001124"/>
                <a:ext cx="37180" cy="37180"/>
              </a:xfrm>
              <a:custGeom>
                <a:avLst/>
                <a:gdLst>
                  <a:gd name="connsiteX0" fmla="*/ 37508 w 37180"/>
                  <a:gd name="connsiteY0" fmla="*/ 18764 h 37180"/>
                  <a:gd name="connsiteX1" fmla="*/ 18918 w 37180"/>
                  <a:gd name="connsiteY1" fmla="*/ 37354 h 37180"/>
                  <a:gd name="connsiteX2" fmla="*/ 328 w 37180"/>
                  <a:gd name="connsiteY2" fmla="*/ 18764 h 37180"/>
                  <a:gd name="connsiteX3" fmla="*/ 18918 w 37180"/>
                  <a:gd name="connsiteY3" fmla="*/ 173 h 37180"/>
                  <a:gd name="connsiteX4" fmla="*/ 37508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8" y="18764"/>
                    </a:moveTo>
                    <a:cubicBezTo>
                      <a:pt x="37508" y="29031"/>
                      <a:pt x="29185" y="37354"/>
                      <a:pt x="18918" y="37354"/>
                    </a:cubicBezTo>
                    <a:cubicBezTo>
                      <a:pt x="8651" y="37354"/>
                      <a:pt x="328" y="29031"/>
                      <a:pt x="328" y="18764"/>
                    </a:cubicBezTo>
                    <a:cubicBezTo>
                      <a:pt x="328" y="8497"/>
                      <a:pt x="8651" y="173"/>
                      <a:pt x="18918" y="173"/>
                    </a:cubicBezTo>
                    <a:cubicBezTo>
                      <a:pt x="29185" y="173"/>
                      <a:pt x="37508" y="8497"/>
                      <a:pt x="37508" y="18764"/>
                    </a:cubicBezTo>
                    <a:close/>
                  </a:path>
                </a:pathLst>
              </a:custGeom>
              <a:solidFill>
                <a:srgbClr val="F7EBEB"/>
              </a:solidFill>
              <a:ln w="5753" cap="sq">
                <a:noFill/>
                <a:prstDash val="solid"/>
                <a:miter/>
              </a:ln>
            </p:spPr>
            <p:txBody>
              <a:bodyPr rtlCol="0" anchor="ctr"/>
              <a:lstStyle/>
              <a:p>
                <a:endParaRPr lang="en-US"/>
              </a:p>
            </p:txBody>
          </p:sp>
          <p:sp>
            <p:nvSpPr>
              <p:cNvPr id="3179" name="Freeform: Shape 3178">
                <a:extLst>
                  <a:ext uri="{FF2B5EF4-FFF2-40B4-BE49-F238E27FC236}">
                    <a16:creationId xmlns:a16="http://schemas.microsoft.com/office/drawing/2014/main" id="{3A952643-AA75-9730-95AF-3CBFB79C32C5}"/>
                  </a:ext>
                </a:extLst>
              </p:cNvPr>
              <p:cNvSpPr/>
              <p:nvPr/>
            </p:nvSpPr>
            <p:spPr>
              <a:xfrm>
                <a:off x="8080662" y="7998723"/>
                <a:ext cx="41981" cy="41981"/>
              </a:xfrm>
              <a:custGeom>
                <a:avLst/>
                <a:gdLst>
                  <a:gd name="connsiteX0" fmla="*/ 21318 w 41981"/>
                  <a:gd name="connsiteY0" fmla="*/ 4974 h 41981"/>
                  <a:gd name="connsiteX1" fmla="*/ 37508 w 41981"/>
                  <a:gd name="connsiteY1" fmla="*/ 21164 h 41981"/>
                  <a:gd name="connsiteX2" fmla="*/ 37508 w 41981"/>
                  <a:gd name="connsiteY2" fmla="*/ 21164 h 41981"/>
                  <a:gd name="connsiteX3" fmla="*/ 21318 w 41981"/>
                  <a:gd name="connsiteY3" fmla="*/ 37354 h 41981"/>
                  <a:gd name="connsiteX4" fmla="*/ 5128 w 41981"/>
                  <a:gd name="connsiteY4" fmla="*/ 21164 h 41981"/>
                  <a:gd name="connsiteX5" fmla="*/ 21318 w 41981"/>
                  <a:gd name="connsiteY5" fmla="*/ 4974 h 41981"/>
                  <a:gd name="connsiteX6" fmla="*/ 21318 w 41981"/>
                  <a:gd name="connsiteY6" fmla="*/ 173 h 41981"/>
                  <a:gd name="connsiteX7" fmla="*/ 328 w 41981"/>
                  <a:gd name="connsiteY7" fmla="*/ 21164 h 41981"/>
                  <a:gd name="connsiteX8" fmla="*/ 21318 w 41981"/>
                  <a:gd name="connsiteY8" fmla="*/ 42155 h 41981"/>
                  <a:gd name="connsiteX9" fmla="*/ 42309 w 41981"/>
                  <a:gd name="connsiteY9" fmla="*/ 21164 h 41981"/>
                  <a:gd name="connsiteX10" fmla="*/ 42309 w 41981"/>
                  <a:gd name="connsiteY10" fmla="*/ 21164 h 41981"/>
                  <a:gd name="connsiteX11" fmla="*/ 21318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8" y="4974"/>
                    </a:moveTo>
                    <a:cubicBezTo>
                      <a:pt x="30260" y="4974"/>
                      <a:pt x="37508" y="12222"/>
                      <a:pt x="37508" y="21164"/>
                    </a:cubicBezTo>
                    <a:lnTo>
                      <a:pt x="37508" y="21164"/>
                    </a:lnTo>
                    <a:cubicBezTo>
                      <a:pt x="37508" y="30106"/>
                      <a:pt x="30260" y="37354"/>
                      <a:pt x="21318" y="37354"/>
                    </a:cubicBezTo>
                    <a:cubicBezTo>
                      <a:pt x="12376" y="37354"/>
                      <a:pt x="5128" y="30106"/>
                      <a:pt x="5128" y="21164"/>
                    </a:cubicBezTo>
                    <a:cubicBezTo>
                      <a:pt x="5128" y="12222"/>
                      <a:pt x="12376" y="4974"/>
                      <a:pt x="21318" y="4974"/>
                    </a:cubicBezTo>
                    <a:close/>
                    <a:moveTo>
                      <a:pt x="21318" y="173"/>
                    </a:moveTo>
                    <a:cubicBezTo>
                      <a:pt x="9726" y="173"/>
                      <a:pt x="328" y="9571"/>
                      <a:pt x="328" y="21164"/>
                    </a:cubicBezTo>
                    <a:cubicBezTo>
                      <a:pt x="328" y="32757"/>
                      <a:pt x="9726" y="42155"/>
                      <a:pt x="21318" y="42155"/>
                    </a:cubicBezTo>
                    <a:cubicBezTo>
                      <a:pt x="32911" y="42155"/>
                      <a:pt x="42309" y="32757"/>
                      <a:pt x="42309" y="21164"/>
                    </a:cubicBezTo>
                    <a:lnTo>
                      <a:pt x="42309" y="21164"/>
                    </a:lnTo>
                    <a:cubicBezTo>
                      <a:pt x="42309" y="9571"/>
                      <a:pt x="32911" y="173"/>
                      <a:pt x="21318" y="173"/>
                    </a:cubicBezTo>
                    <a:close/>
                  </a:path>
                </a:pathLst>
              </a:custGeom>
              <a:solidFill>
                <a:srgbClr val="000000"/>
              </a:solidFill>
              <a:ln w="4794" cap="sq">
                <a:noFill/>
                <a:prstDash val="solid"/>
                <a:round/>
              </a:ln>
            </p:spPr>
            <p:txBody>
              <a:bodyPr rtlCol="0" anchor="ctr"/>
              <a:lstStyle/>
              <a:p>
                <a:endParaRPr lang="en-US"/>
              </a:p>
            </p:txBody>
          </p:sp>
          <p:sp>
            <p:nvSpPr>
              <p:cNvPr id="3180" name="Freeform: Shape 3179">
                <a:extLst>
                  <a:ext uri="{FF2B5EF4-FFF2-40B4-BE49-F238E27FC236}">
                    <a16:creationId xmlns:a16="http://schemas.microsoft.com/office/drawing/2014/main" id="{6D94386C-1C55-A186-62BA-232698E8FD4D}"/>
                  </a:ext>
                </a:extLst>
              </p:cNvPr>
              <p:cNvSpPr/>
              <p:nvPr/>
            </p:nvSpPr>
            <p:spPr>
              <a:xfrm>
                <a:off x="7765617" y="8020541"/>
                <a:ext cx="37180" cy="37180"/>
              </a:xfrm>
              <a:custGeom>
                <a:avLst/>
                <a:gdLst>
                  <a:gd name="connsiteX0" fmla="*/ 37453 w 37180"/>
                  <a:gd name="connsiteY0" fmla="*/ 18767 h 37180"/>
                  <a:gd name="connsiteX1" fmla="*/ 18863 w 37180"/>
                  <a:gd name="connsiteY1" fmla="*/ 37358 h 37180"/>
                  <a:gd name="connsiteX2" fmla="*/ 273 w 37180"/>
                  <a:gd name="connsiteY2" fmla="*/ 18767 h 37180"/>
                  <a:gd name="connsiteX3" fmla="*/ 18863 w 37180"/>
                  <a:gd name="connsiteY3" fmla="*/ 177 h 37180"/>
                  <a:gd name="connsiteX4" fmla="*/ 37453 w 37180"/>
                  <a:gd name="connsiteY4" fmla="*/ 1876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3" y="18767"/>
                    </a:moveTo>
                    <a:cubicBezTo>
                      <a:pt x="37453" y="29034"/>
                      <a:pt x="29130" y="37358"/>
                      <a:pt x="18863" y="37358"/>
                    </a:cubicBezTo>
                    <a:cubicBezTo>
                      <a:pt x="8596" y="37358"/>
                      <a:pt x="273" y="29034"/>
                      <a:pt x="273" y="18767"/>
                    </a:cubicBezTo>
                    <a:cubicBezTo>
                      <a:pt x="273" y="8500"/>
                      <a:pt x="8596" y="177"/>
                      <a:pt x="18863" y="177"/>
                    </a:cubicBezTo>
                    <a:cubicBezTo>
                      <a:pt x="29130" y="177"/>
                      <a:pt x="37453" y="8500"/>
                      <a:pt x="37453" y="18767"/>
                    </a:cubicBezTo>
                    <a:close/>
                  </a:path>
                </a:pathLst>
              </a:custGeom>
              <a:solidFill>
                <a:srgbClr val="EAF7EA"/>
              </a:solidFill>
              <a:ln w="5753" cap="sq">
                <a:noFill/>
                <a:prstDash val="solid"/>
                <a:miter/>
              </a:ln>
            </p:spPr>
            <p:txBody>
              <a:bodyPr rtlCol="0" anchor="ctr"/>
              <a:lstStyle/>
              <a:p>
                <a:endParaRPr lang="en-US"/>
              </a:p>
            </p:txBody>
          </p:sp>
          <p:sp>
            <p:nvSpPr>
              <p:cNvPr id="3181" name="Freeform: Shape 3180">
                <a:extLst>
                  <a:ext uri="{FF2B5EF4-FFF2-40B4-BE49-F238E27FC236}">
                    <a16:creationId xmlns:a16="http://schemas.microsoft.com/office/drawing/2014/main" id="{FC3AF05C-6986-9C58-C5AE-91AE01E0C91B}"/>
                  </a:ext>
                </a:extLst>
              </p:cNvPr>
              <p:cNvSpPr/>
              <p:nvPr/>
            </p:nvSpPr>
            <p:spPr>
              <a:xfrm>
                <a:off x="7763217" y="8018140"/>
                <a:ext cx="41981" cy="41981"/>
              </a:xfrm>
              <a:custGeom>
                <a:avLst/>
                <a:gdLst>
                  <a:gd name="connsiteX0" fmla="*/ 21263 w 41981"/>
                  <a:gd name="connsiteY0" fmla="*/ 4977 h 41981"/>
                  <a:gd name="connsiteX1" fmla="*/ 37453 w 41981"/>
                  <a:gd name="connsiteY1" fmla="*/ 21167 h 41981"/>
                  <a:gd name="connsiteX2" fmla="*/ 37453 w 41981"/>
                  <a:gd name="connsiteY2" fmla="*/ 21167 h 41981"/>
                  <a:gd name="connsiteX3" fmla="*/ 21263 w 41981"/>
                  <a:gd name="connsiteY3" fmla="*/ 37358 h 41981"/>
                  <a:gd name="connsiteX4" fmla="*/ 5073 w 41981"/>
                  <a:gd name="connsiteY4" fmla="*/ 21167 h 41981"/>
                  <a:gd name="connsiteX5" fmla="*/ 21263 w 41981"/>
                  <a:gd name="connsiteY5" fmla="*/ 4977 h 41981"/>
                  <a:gd name="connsiteX6" fmla="*/ 21263 w 41981"/>
                  <a:gd name="connsiteY6" fmla="*/ 177 h 41981"/>
                  <a:gd name="connsiteX7" fmla="*/ 273 w 41981"/>
                  <a:gd name="connsiteY7" fmla="*/ 21167 h 41981"/>
                  <a:gd name="connsiteX8" fmla="*/ 21263 w 41981"/>
                  <a:gd name="connsiteY8" fmla="*/ 42158 h 41981"/>
                  <a:gd name="connsiteX9" fmla="*/ 42254 w 41981"/>
                  <a:gd name="connsiteY9" fmla="*/ 21167 h 41981"/>
                  <a:gd name="connsiteX10" fmla="*/ 42254 w 41981"/>
                  <a:gd name="connsiteY10" fmla="*/ 21167 h 41981"/>
                  <a:gd name="connsiteX11" fmla="*/ 21263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3" y="4977"/>
                    </a:moveTo>
                    <a:cubicBezTo>
                      <a:pt x="30205" y="4977"/>
                      <a:pt x="37453" y="12225"/>
                      <a:pt x="37453" y="21167"/>
                    </a:cubicBezTo>
                    <a:lnTo>
                      <a:pt x="37453" y="21167"/>
                    </a:lnTo>
                    <a:cubicBezTo>
                      <a:pt x="37453" y="30109"/>
                      <a:pt x="30205" y="37358"/>
                      <a:pt x="21263" y="37358"/>
                    </a:cubicBezTo>
                    <a:cubicBezTo>
                      <a:pt x="12321" y="37358"/>
                      <a:pt x="5073" y="30109"/>
                      <a:pt x="5073" y="21167"/>
                    </a:cubicBezTo>
                    <a:cubicBezTo>
                      <a:pt x="5073" y="12225"/>
                      <a:pt x="12321" y="4977"/>
                      <a:pt x="21263" y="4977"/>
                    </a:cubicBezTo>
                    <a:close/>
                    <a:moveTo>
                      <a:pt x="21263" y="177"/>
                    </a:moveTo>
                    <a:cubicBezTo>
                      <a:pt x="9671" y="177"/>
                      <a:pt x="273" y="9575"/>
                      <a:pt x="273" y="21167"/>
                    </a:cubicBezTo>
                    <a:cubicBezTo>
                      <a:pt x="273" y="32760"/>
                      <a:pt x="9671" y="42158"/>
                      <a:pt x="21263" y="42158"/>
                    </a:cubicBezTo>
                    <a:cubicBezTo>
                      <a:pt x="32856" y="42158"/>
                      <a:pt x="42254" y="32760"/>
                      <a:pt x="42254" y="21167"/>
                    </a:cubicBezTo>
                    <a:lnTo>
                      <a:pt x="42254" y="21167"/>
                    </a:lnTo>
                    <a:cubicBezTo>
                      <a:pt x="42254" y="9575"/>
                      <a:pt x="32856" y="177"/>
                      <a:pt x="21263" y="177"/>
                    </a:cubicBezTo>
                    <a:close/>
                  </a:path>
                </a:pathLst>
              </a:custGeom>
              <a:solidFill>
                <a:srgbClr val="000000"/>
              </a:solidFill>
              <a:ln w="4794" cap="sq">
                <a:noFill/>
                <a:prstDash val="solid"/>
                <a:round/>
              </a:ln>
            </p:spPr>
            <p:txBody>
              <a:bodyPr rtlCol="0" anchor="ctr"/>
              <a:lstStyle/>
              <a:p>
                <a:endParaRPr lang="en-US"/>
              </a:p>
            </p:txBody>
          </p:sp>
          <p:sp>
            <p:nvSpPr>
              <p:cNvPr id="3182" name="Freeform: Shape 3181">
                <a:extLst>
                  <a:ext uri="{FF2B5EF4-FFF2-40B4-BE49-F238E27FC236}">
                    <a16:creationId xmlns:a16="http://schemas.microsoft.com/office/drawing/2014/main" id="{588CA9C7-1D5F-26B8-51D2-6CEE7E3667E6}"/>
                  </a:ext>
                </a:extLst>
              </p:cNvPr>
              <p:cNvSpPr/>
              <p:nvPr/>
            </p:nvSpPr>
            <p:spPr>
              <a:xfrm>
                <a:off x="7698213" y="8070169"/>
                <a:ext cx="37180" cy="37180"/>
              </a:xfrm>
              <a:custGeom>
                <a:avLst/>
                <a:gdLst>
                  <a:gd name="connsiteX0" fmla="*/ 37442 w 37180"/>
                  <a:gd name="connsiteY0" fmla="*/ 18776 h 37180"/>
                  <a:gd name="connsiteX1" fmla="*/ 18851 w 37180"/>
                  <a:gd name="connsiteY1" fmla="*/ 37366 h 37180"/>
                  <a:gd name="connsiteX2" fmla="*/ 261 w 37180"/>
                  <a:gd name="connsiteY2" fmla="*/ 18776 h 37180"/>
                  <a:gd name="connsiteX3" fmla="*/ 18851 w 37180"/>
                  <a:gd name="connsiteY3" fmla="*/ 185 h 37180"/>
                  <a:gd name="connsiteX4" fmla="*/ 37442 w 37180"/>
                  <a:gd name="connsiteY4" fmla="*/ 1877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76"/>
                    </a:moveTo>
                    <a:cubicBezTo>
                      <a:pt x="37442" y="29043"/>
                      <a:pt x="29118" y="37366"/>
                      <a:pt x="18851" y="37366"/>
                    </a:cubicBezTo>
                    <a:cubicBezTo>
                      <a:pt x="8584" y="37366"/>
                      <a:pt x="261" y="29043"/>
                      <a:pt x="261" y="18776"/>
                    </a:cubicBezTo>
                    <a:cubicBezTo>
                      <a:pt x="261" y="8509"/>
                      <a:pt x="8584" y="185"/>
                      <a:pt x="18851" y="185"/>
                    </a:cubicBezTo>
                    <a:cubicBezTo>
                      <a:pt x="29118" y="185"/>
                      <a:pt x="37442" y="8509"/>
                      <a:pt x="37442" y="18776"/>
                    </a:cubicBezTo>
                    <a:close/>
                  </a:path>
                </a:pathLst>
              </a:custGeom>
              <a:solidFill>
                <a:srgbClr val="F7EBEB"/>
              </a:solidFill>
              <a:ln w="5753" cap="sq">
                <a:noFill/>
                <a:prstDash val="solid"/>
                <a:miter/>
              </a:ln>
            </p:spPr>
            <p:txBody>
              <a:bodyPr rtlCol="0" anchor="ctr"/>
              <a:lstStyle/>
              <a:p>
                <a:endParaRPr lang="en-US"/>
              </a:p>
            </p:txBody>
          </p:sp>
          <p:sp>
            <p:nvSpPr>
              <p:cNvPr id="3183" name="Freeform: Shape 3182">
                <a:extLst>
                  <a:ext uri="{FF2B5EF4-FFF2-40B4-BE49-F238E27FC236}">
                    <a16:creationId xmlns:a16="http://schemas.microsoft.com/office/drawing/2014/main" id="{19C07BA9-50C6-11DF-4D8A-6AA322C7EB33}"/>
                  </a:ext>
                </a:extLst>
              </p:cNvPr>
              <p:cNvSpPr/>
              <p:nvPr/>
            </p:nvSpPr>
            <p:spPr>
              <a:xfrm>
                <a:off x="7695813" y="8067769"/>
                <a:ext cx="41981" cy="41981"/>
              </a:xfrm>
              <a:custGeom>
                <a:avLst/>
                <a:gdLst>
                  <a:gd name="connsiteX0" fmla="*/ 21251 w 41981"/>
                  <a:gd name="connsiteY0" fmla="*/ 4986 h 41981"/>
                  <a:gd name="connsiteX1" fmla="*/ 37442 w 41981"/>
                  <a:gd name="connsiteY1" fmla="*/ 21176 h 41981"/>
                  <a:gd name="connsiteX2" fmla="*/ 37442 w 41981"/>
                  <a:gd name="connsiteY2" fmla="*/ 21176 h 41981"/>
                  <a:gd name="connsiteX3" fmla="*/ 21251 w 41981"/>
                  <a:gd name="connsiteY3" fmla="*/ 37366 h 41981"/>
                  <a:gd name="connsiteX4" fmla="*/ 5061 w 41981"/>
                  <a:gd name="connsiteY4" fmla="*/ 21176 h 41981"/>
                  <a:gd name="connsiteX5" fmla="*/ 21251 w 41981"/>
                  <a:gd name="connsiteY5" fmla="*/ 4986 h 41981"/>
                  <a:gd name="connsiteX6" fmla="*/ 21251 w 41981"/>
                  <a:gd name="connsiteY6" fmla="*/ 185 h 41981"/>
                  <a:gd name="connsiteX7" fmla="*/ 261 w 41981"/>
                  <a:gd name="connsiteY7" fmla="*/ 21176 h 41981"/>
                  <a:gd name="connsiteX8" fmla="*/ 21251 w 41981"/>
                  <a:gd name="connsiteY8" fmla="*/ 42167 h 41981"/>
                  <a:gd name="connsiteX9" fmla="*/ 42242 w 41981"/>
                  <a:gd name="connsiteY9" fmla="*/ 21176 h 41981"/>
                  <a:gd name="connsiteX10" fmla="*/ 42242 w 41981"/>
                  <a:gd name="connsiteY10" fmla="*/ 21176 h 41981"/>
                  <a:gd name="connsiteX11" fmla="*/ 21251 w 41981"/>
                  <a:gd name="connsiteY11" fmla="*/ 18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86"/>
                    </a:moveTo>
                    <a:cubicBezTo>
                      <a:pt x="30193" y="4986"/>
                      <a:pt x="37442" y="12234"/>
                      <a:pt x="37442" y="21176"/>
                    </a:cubicBezTo>
                    <a:lnTo>
                      <a:pt x="37442" y="21176"/>
                    </a:lnTo>
                    <a:cubicBezTo>
                      <a:pt x="37442" y="30118"/>
                      <a:pt x="30193" y="37366"/>
                      <a:pt x="21251" y="37366"/>
                    </a:cubicBezTo>
                    <a:cubicBezTo>
                      <a:pt x="12310" y="37366"/>
                      <a:pt x="5061" y="30118"/>
                      <a:pt x="5061" y="21176"/>
                    </a:cubicBezTo>
                    <a:cubicBezTo>
                      <a:pt x="5061" y="12234"/>
                      <a:pt x="12310" y="4986"/>
                      <a:pt x="21251" y="4986"/>
                    </a:cubicBezTo>
                    <a:close/>
                    <a:moveTo>
                      <a:pt x="21251" y="185"/>
                    </a:moveTo>
                    <a:cubicBezTo>
                      <a:pt x="9659" y="185"/>
                      <a:pt x="261" y="9583"/>
                      <a:pt x="261" y="21176"/>
                    </a:cubicBezTo>
                    <a:cubicBezTo>
                      <a:pt x="261" y="32768"/>
                      <a:pt x="9659" y="42167"/>
                      <a:pt x="21251" y="42167"/>
                    </a:cubicBezTo>
                    <a:cubicBezTo>
                      <a:pt x="32844" y="42167"/>
                      <a:pt x="42242" y="32768"/>
                      <a:pt x="42242" y="21176"/>
                    </a:cubicBezTo>
                    <a:lnTo>
                      <a:pt x="42242" y="21176"/>
                    </a:lnTo>
                    <a:cubicBezTo>
                      <a:pt x="42242" y="9583"/>
                      <a:pt x="32844" y="185"/>
                      <a:pt x="21251" y="185"/>
                    </a:cubicBezTo>
                    <a:close/>
                  </a:path>
                </a:pathLst>
              </a:custGeom>
              <a:solidFill>
                <a:srgbClr val="000000"/>
              </a:solidFill>
              <a:ln w="4794" cap="sq">
                <a:noFill/>
                <a:prstDash val="solid"/>
                <a:round/>
              </a:ln>
            </p:spPr>
            <p:txBody>
              <a:bodyPr rtlCol="0" anchor="ctr"/>
              <a:lstStyle/>
              <a:p>
                <a:endParaRPr lang="en-US"/>
              </a:p>
            </p:txBody>
          </p:sp>
          <p:sp>
            <p:nvSpPr>
              <p:cNvPr id="3184" name="Freeform: Shape 3183">
                <a:extLst>
                  <a:ext uri="{FF2B5EF4-FFF2-40B4-BE49-F238E27FC236}">
                    <a16:creationId xmlns:a16="http://schemas.microsoft.com/office/drawing/2014/main" id="{4E04C6AF-99BE-438A-1EE6-24A6F74AD105}"/>
                  </a:ext>
                </a:extLst>
              </p:cNvPr>
              <p:cNvSpPr/>
              <p:nvPr/>
            </p:nvSpPr>
            <p:spPr>
              <a:xfrm>
                <a:off x="8223543" y="7852913"/>
                <a:ext cx="37180" cy="37180"/>
              </a:xfrm>
              <a:custGeom>
                <a:avLst/>
                <a:gdLst>
                  <a:gd name="connsiteX0" fmla="*/ 37533 w 37180"/>
                  <a:gd name="connsiteY0" fmla="*/ 18738 h 37180"/>
                  <a:gd name="connsiteX1" fmla="*/ 18942 w 37180"/>
                  <a:gd name="connsiteY1" fmla="*/ 37328 h 37180"/>
                  <a:gd name="connsiteX2" fmla="*/ 352 w 37180"/>
                  <a:gd name="connsiteY2" fmla="*/ 18738 h 37180"/>
                  <a:gd name="connsiteX3" fmla="*/ 18942 w 37180"/>
                  <a:gd name="connsiteY3" fmla="*/ 148 h 37180"/>
                  <a:gd name="connsiteX4" fmla="*/ 37533 w 37180"/>
                  <a:gd name="connsiteY4" fmla="*/ 1873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33" y="18738"/>
                    </a:moveTo>
                    <a:cubicBezTo>
                      <a:pt x="37533" y="29005"/>
                      <a:pt x="29210" y="37328"/>
                      <a:pt x="18942" y="37328"/>
                    </a:cubicBezTo>
                    <a:cubicBezTo>
                      <a:pt x="8675" y="37328"/>
                      <a:pt x="352" y="29005"/>
                      <a:pt x="352" y="18738"/>
                    </a:cubicBezTo>
                    <a:cubicBezTo>
                      <a:pt x="352" y="8471"/>
                      <a:pt x="8675" y="148"/>
                      <a:pt x="18942" y="148"/>
                    </a:cubicBezTo>
                    <a:cubicBezTo>
                      <a:pt x="29210" y="148"/>
                      <a:pt x="37533" y="8471"/>
                      <a:pt x="37533" y="18738"/>
                    </a:cubicBezTo>
                    <a:close/>
                  </a:path>
                </a:pathLst>
              </a:custGeom>
              <a:solidFill>
                <a:srgbClr val="D7F7D7"/>
              </a:solidFill>
              <a:ln w="5753" cap="sq">
                <a:noFill/>
                <a:prstDash val="solid"/>
                <a:miter/>
              </a:ln>
            </p:spPr>
            <p:txBody>
              <a:bodyPr rtlCol="0" anchor="ctr"/>
              <a:lstStyle/>
              <a:p>
                <a:endParaRPr lang="en-US"/>
              </a:p>
            </p:txBody>
          </p:sp>
          <p:sp>
            <p:nvSpPr>
              <p:cNvPr id="3185" name="Freeform: Shape 3184">
                <a:extLst>
                  <a:ext uri="{FF2B5EF4-FFF2-40B4-BE49-F238E27FC236}">
                    <a16:creationId xmlns:a16="http://schemas.microsoft.com/office/drawing/2014/main" id="{5CE26A4D-FFF2-41EA-CCDE-0C7F07D6C6DE}"/>
                  </a:ext>
                </a:extLst>
              </p:cNvPr>
              <p:cNvSpPr/>
              <p:nvPr/>
            </p:nvSpPr>
            <p:spPr>
              <a:xfrm>
                <a:off x="8221142" y="7850513"/>
                <a:ext cx="41981" cy="41981"/>
              </a:xfrm>
              <a:custGeom>
                <a:avLst/>
                <a:gdLst>
                  <a:gd name="connsiteX0" fmla="*/ 21343 w 41981"/>
                  <a:gd name="connsiteY0" fmla="*/ 4948 h 41981"/>
                  <a:gd name="connsiteX1" fmla="*/ 37533 w 41981"/>
                  <a:gd name="connsiteY1" fmla="*/ 21138 h 41981"/>
                  <a:gd name="connsiteX2" fmla="*/ 37533 w 41981"/>
                  <a:gd name="connsiteY2" fmla="*/ 21138 h 41981"/>
                  <a:gd name="connsiteX3" fmla="*/ 21343 w 41981"/>
                  <a:gd name="connsiteY3" fmla="*/ 37328 h 41981"/>
                  <a:gd name="connsiteX4" fmla="*/ 5152 w 41981"/>
                  <a:gd name="connsiteY4" fmla="*/ 21138 h 41981"/>
                  <a:gd name="connsiteX5" fmla="*/ 21343 w 41981"/>
                  <a:gd name="connsiteY5" fmla="*/ 4948 h 41981"/>
                  <a:gd name="connsiteX6" fmla="*/ 21343 w 41981"/>
                  <a:gd name="connsiteY6" fmla="*/ 148 h 41981"/>
                  <a:gd name="connsiteX7" fmla="*/ 352 w 41981"/>
                  <a:gd name="connsiteY7" fmla="*/ 21138 h 41981"/>
                  <a:gd name="connsiteX8" fmla="*/ 21343 w 41981"/>
                  <a:gd name="connsiteY8" fmla="*/ 42129 h 41981"/>
                  <a:gd name="connsiteX9" fmla="*/ 42333 w 41981"/>
                  <a:gd name="connsiteY9" fmla="*/ 21138 h 41981"/>
                  <a:gd name="connsiteX10" fmla="*/ 42333 w 41981"/>
                  <a:gd name="connsiteY10" fmla="*/ 21138 h 41981"/>
                  <a:gd name="connsiteX11" fmla="*/ 21343 w 41981"/>
                  <a:gd name="connsiteY11" fmla="*/ 14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43" y="4948"/>
                    </a:moveTo>
                    <a:cubicBezTo>
                      <a:pt x="30284" y="4948"/>
                      <a:pt x="37533" y="12196"/>
                      <a:pt x="37533" y="21138"/>
                    </a:cubicBezTo>
                    <a:lnTo>
                      <a:pt x="37533" y="21138"/>
                    </a:lnTo>
                    <a:cubicBezTo>
                      <a:pt x="37533" y="30080"/>
                      <a:pt x="30284" y="37328"/>
                      <a:pt x="21343" y="37328"/>
                    </a:cubicBezTo>
                    <a:cubicBezTo>
                      <a:pt x="12401" y="37328"/>
                      <a:pt x="5152" y="30080"/>
                      <a:pt x="5152" y="21138"/>
                    </a:cubicBezTo>
                    <a:cubicBezTo>
                      <a:pt x="5152" y="12196"/>
                      <a:pt x="12401" y="4948"/>
                      <a:pt x="21343" y="4948"/>
                    </a:cubicBezTo>
                    <a:close/>
                    <a:moveTo>
                      <a:pt x="21343" y="148"/>
                    </a:moveTo>
                    <a:cubicBezTo>
                      <a:pt x="9750" y="148"/>
                      <a:pt x="352" y="9546"/>
                      <a:pt x="352" y="21138"/>
                    </a:cubicBezTo>
                    <a:cubicBezTo>
                      <a:pt x="352" y="32731"/>
                      <a:pt x="9750" y="42129"/>
                      <a:pt x="21343" y="42129"/>
                    </a:cubicBezTo>
                    <a:cubicBezTo>
                      <a:pt x="32935" y="42129"/>
                      <a:pt x="42333" y="32731"/>
                      <a:pt x="42333" y="21138"/>
                    </a:cubicBezTo>
                    <a:lnTo>
                      <a:pt x="42333" y="21138"/>
                    </a:lnTo>
                    <a:cubicBezTo>
                      <a:pt x="42333" y="9546"/>
                      <a:pt x="32935" y="148"/>
                      <a:pt x="21343" y="148"/>
                    </a:cubicBezTo>
                    <a:close/>
                  </a:path>
                </a:pathLst>
              </a:custGeom>
              <a:solidFill>
                <a:srgbClr val="000000"/>
              </a:solidFill>
              <a:ln w="4794" cap="sq">
                <a:noFill/>
                <a:prstDash val="solid"/>
                <a:round/>
              </a:ln>
            </p:spPr>
            <p:txBody>
              <a:bodyPr rtlCol="0" anchor="ctr"/>
              <a:lstStyle/>
              <a:p>
                <a:endParaRPr lang="en-US"/>
              </a:p>
            </p:txBody>
          </p:sp>
          <p:sp>
            <p:nvSpPr>
              <p:cNvPr id="3186" name="Freeform: Shape 3185">
                <a:extLst>
                  <a:ext uri="{FF2B5EF4-FFF2-40B4-BE49-F238E27FC236}">
                    <a16:creationId xmlns:a16="http://schemas.microsoft.com/office/drawing/2014/main" id="{5611FA34-390E-44CD-EE00-86C692B18FAA}"/>
                  </a:ext>
                </a:extLst>
              </p:cNvPr>
              <p:cNvSpPr/>
              <p:nvPr/>
            </p:nvSpPr>
            <p:spPr>
              <a:xfrm>
                <a:off x="7789832" y="7989275"/>
                <a:ext cx="37180" cy="37180"/>
              </a:xfrm>
              <a:custGeom>
                <a:avLst/>
                <a:gdLst>
                  <a:gd name="connsiteX0" fmla="*/ 37458 w 37180"/>
                  <a:gd name="connsiteY0" fmla="*/ 18762 h 37180"/>
                  <a:gd name="connsiteX1" fmla="*/ 18867 w 37180"/>
                  <a:gd name="connsiteY1" fmla="*/ 37352 h 37180"/>
                  <a:gd name="connsiteX2" fmla="*/ 277 w 37180"/>
                  <a:gd name="connsiteY2" fmla="*/ 18762 h 37180"/>
                  <a:gd name="connsiteX3" fmla="*/ 18867 w 37180"/>
                  <a:gd name="connsiteY3" fmla="*/ 171 h 37180"/>
                  <a:gd name="connsiteX4" fmla="*/ 37458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8" y="18762"/>
                    </a:moveTo>
                    <a:cubicBezTo>
                      <a:pt x="37458" y="29029"/>
                      <a:pt x="29134" y="37352"/>
                      <a:pt x="18867" y="37352"/>
                    </a:cubicBezTo>
                    <a:cubicBezTo>
                      <a:pt x="8600" y="37352"/>
                      <a:pt x="277" y="29029"/>
                      <a:pt x="277" y="18762"/>
                    </a:cubicBezTo>
                    <a:cubicBezTo>
                      <a:pt x="277" y="8494"/>
                      <a:pt x="8600" y="171"/>
                      <a:pt x="18867" y="171"/>
                    </a:cubicBezTo>
                    <a:cubicBezTo>
                      <a:pt x="29134" y="171"/>
                      <a:pt x="37458" y="8494"/>
                      <a:pt x="37458" y="18762"/>
                    </a:cubicBezTo>
                    <a:close/>
                  </a:path>
                </a:pathLst>
              </a:custGeom>
              <a:solidFill>
                <a:srgbClr val="F7E1E1"/>
              </a:solidFill>
              <a:ln w="5753" cap="sq">
                <a:noFill/>
                <a:prstDash val="solid"/>
                <a:miter/>
              </a:ln>
            </p:spPr>
            <p:txBody>
              <a:bodyPr rtlCol="0" anchor="ctr"/>
              <a:lstStyle/>
              <a:p>
                <a:endParaRPr lang="en-US"/>
              </a:p>
            </p:txBody>
          </p:sp>
          <p:sp>
            <p:nvSpPr>
              <p:cNvPr id="3187" name="Freeform: Shape 3186">
                <a:extLst>
                  <a:ext uri="{FF2B5EF4-FFF2-40B4-BE49-F238E27FC236}">
                    <a16:creationId xmlns:a16="http://schemas.microsoft.com/office/drawing/2014/main" id="{C942AA04-80C1-78E8-35E9-0AE830EC8B4C}"/>
                  </a:ext>
                </a:extLst>
              </p:cNvPr>
              <p:cNvSpPr/>
              <p:nvPr/>
            </p:nvSpPr>
            <p:spPr>
              <a:xfrm>
                <a:off x="7787432" y="7986875"/>
                <a:ext cx="41981" cy="41981"/>
              </a:xfrm>
              <a:custGeom>
                <a:avLst/>
                <a:gdLst>
                  <a:gd name="connsiteX0" fmla="*/ 21267 w 41981"/>
                  <a:gd name="connsiteY0" fmla="*/ 4972 h 41981"/>
                  <a:gd name="connsiteX1" fmla="*/ 37458 w 41981"/>
                  <a:gd name="connsiteY1" fmla="*/ 21162 h 41981"/>
                  <a:gd name="connsiteX2" fmla="*/ 37458 w 41981"/>
                  <a:gd name="connsiteY2" fmla="*/ 21162 h 41981"/>
                  <a:gd name="connsiteX3" fmla="*/ 21267 w 41981"/>
                  <a:gd name="connsiteY3" fmla="*/ 37352 h 41981"/>
                  <a:gd name="connsiteX4" fmla="*/ 5077 w 41981"/>
                  <a:gd name="connsiteY4" fmla="*/ 21162 h 41981"/>
                  <a:gd name="connsiteX5" fmla="*/ 21267 w 41981"/>
                  <a:gd name="connsiteY5" fmla="*/ 4972 h 41981"/>
                  <a:gd name="connsiteX6" fmla="*/ 21267 w 41981"/>
                  <a:gd name="connsiteY6" fmla="*/ 171 h 41981"/>
                  <a:gd name="connsiteX7" fmla="*/ 277 w 41981"/>
                  <a:gd name="connsiteY7" fmla="*/ 21162 h 41981"/>
                  <a:gd name="connsiteX8" fmla="*/ 21267 w 41981"/>
                  <a:gd name="connsiteY8" fmla="*/ 42152 h 41981"/>
                  <a:gd name="connsiteX9" fmla="*/ 42258 w 41981"/>
                  <a:gd name="connsiteY9" fmla="*/ 21162 h 41981"/>
                  <a:gd name="connsiteX10" fmla="*/ 42258 w 41981"/>
                  <a:gd name="connsiteY10" fmla="*/ 21162 h 41981"/>
                  <a:gd name="connsiteX11" fmla="*/ 21267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72"/>
                    </a:moveTo>
                    <a:cubicBezTo>
                      <a:pt x="30209" y="4972"/>
                      <a:pt x="37458" y="12220"/>
                      <a:pt x="37458" y="21162"/>
                    </a:cubicBezTo>
                    <a:lnTo>
                      <a:pt x="37458" y="21162"/>
                    </a:lnTo>
                    <a:cubicBezTo>
                      <a:pt x="37458" y="30104"/>
                      <a:pt x="30209" y="37352"/>
                      <a:pt x="21267" y="37352"/>
                    </a:cubicBezTo>
                    <a:cubicBezTo>
                      <a:pt x="12325" y="37352"/>
                      <a:pt x="5077" y="30104"/>
                      <a:pt x="5077" y="21162"/>
                    </a:cubicBezTo>
                    <a:cubicBezTo>
                      <a:pt x="5077" y="12220"/>
                      <a:pt x="12325" y="4972"/>
                      <a:pt x="21267" y="4972"/>
                    </a:cubicBezTo>
                    <a:close/>
                    <a:moveTo>
                      <a:pt x="21267" y="171"/>
                    </a:moveTo>
                    <a:cubicBezTo>
                      <a:pt x="9675" y="171"/>
                      <a:pt x="277" y="9569"/>
                      <a:pt x="277" y="21162"/>
                    </a:cubicBezTo>
                    <a:cubicBezTo>
                      <a:pt x="277" y="32754"/>
                      <a:pt x="9675" y="42152"/>
                      <a:pt x="21267" y="42152"/>
                    </a:cubicBezTo>
                    <a:cubicBezTo>
                      <a:pt x="32860" y="42152"/>
                      <a:pt x="42258" y="32754"/>
                      <a:pt x="42258" y="21162"/>
                    </a:cubicBezTo>
                    <a:lnTo>
                      <a:pt x="42258" y="21162"/>
                    </a:lnTo>
                    <a:cubicBezTo>
                      <a:pt x="42258" y="9569"/>
                      <a:pt x="32860" y="171"/>
                      <a:pt x="21267" y="171"/>
                    </a:cubicBezTo>
                    <a:close/>
                  </a:path>
                </a:pathLst>
              </a:custGeom>
              <a:solidFill>
                <a:srgbClr val="000000"/>
              </a:solidFill>
              <a:ln w="4794" cap="sq">
                <a:noFill/>
                <a:prstDash val="solid"/>
                <a:round/>
              </a:ln>
            </p:spPr>
            <p:txBody>
              <a:bodyPr rtlCol="0" anchor="ctr"/>
              <a:lstStyle/>
              <a:p>
                <a:endParaRPr lang="en-US"/>
              </a:p>
            </p:txBody>
          </p:sp>
          <p:sp>
            <p:nvSpPr>
              <p:cNvPr id="3188" name="Freeform: Shape 3187">
                <a:extLst>
                  <a:ext uri="{FF2B5EF4-FFF2-40B4-BE49-F238E27FC236}">
                    <a16:creationId xmlns:a16="http://schemas.microsoft.com/office/drawing/2014/main" id="{8582A280-CCDD-61FB-ADAC-FDF01235B759}"/>
                  </a:ext>
                </a:extLst>
              </p:cNvPr>
              <p:cNvSpPr/>
              <p:nvPr/>
            </p:nvSpPr>
            <p:spPr>
              <a:xfrm>
                <a:off x="7687684" y="8002673"/>
                <a:ext cx="37180" cy="37180"/>
              </a:xfrm>
              <a:custGeom>
                <a:avLst/>
                <a:gdLst>
                  <a:gd name="connsiteX0" fmla="*/ 37440 w 37180"/>
                  <a:gd name="connsiteY0" fmla="*/ 18764 h 37180"/>
                  <a:gd name="connsiteX1" fmla="*/ 18849 w 37180"/>
                  <a:gd name="connsiteY1" fmla="*/ 37354 h 37180"/>
                  <a:gd name="connsiteX2" fmla="*/ 259 w 37180"/>
                  <a:gd name="connsiteY2" fmla="*/ 18764 h 37180"/>
                  <a:gd name="connsiteX3" fmla="*/ 18849 w 37180"/>
                  <a:gd name="connsiteY3" fmla="*/ 174 h 37180"/>
                  <a:gd name="connsiteX4" fmla="*/ 37440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4"/>
                    </a:moveTo>
                    <a:cubicBezTo>
                      <a:pt x="37440" y="29031"/>
                      <a:pt x="29117" y="37354"/>
                      <a:pt x="18849" y="37354"/>
                    </a:cubicBezTo>
                    <a:cubicBezTo>
                      <a:pt x="8582" y="37354"/>
                      <a:pt x="259" y="29031"/>
                      <a:pt x="259" y="18764"/>
                    </a:cubicBezTo>
                    <a:cubicBezTo>
                      <a:pt x="259" y="8497"/>
                      <a:pt x="8582" y="174"/>
                      <a:pt x="18849" y="174"/>
                    </a:cubicBezTo>
                    <a:cubicBezTo>
                      <a:pt x="29117" y="174"/>
                      <a:pt x="37440" y="8497"/>
                      <a:pt x="37440" y="18764"/>
                    </a:cubicBezTo>
                    <a:close/>
                  </a:path>
                </a:pathLst>
              </a:custGeom>
              <a:solidFill>
                <a:srgbClr val="F7E7E7"/>
              </a:solidFill>
              <a:ln w="5753" cap="sq">
                <a:noFill/>
                <a:prstDash val="solid"/>
                <a:miter/>
              </a:ln>
            </p:spPr>
            <p:txBody>
              <a:bodyPr rtlCol="0" anchor="ctr"/>
              <a:lstStyle/>
              <a:p>
                <a:endParaRPr lang="en-US"/>
              </a:p>
            </p:txBody>
          </p:sp>
          <p:sp>
            <p:nvSpPr>
              <p:cNvPr id="3189" name="Freeform: Shape 3188">
                <a:extLst>
                  <a:ext uri="{FF2B5EF4-FFF2-40B4-BE49-F238E27FC236}">
                    <a16:creationId xmlns:a16="http://schemas.microsoft.com/office/drawing/2014/main" id="{348BFAB6-B1AA-C837-C44D-06A1241E1020}"/>
                  </a:ext>
                </a:extLst>
              </p:cNvPr>
              <p:cNvSpPr/>
              <p:nvPr/>
            </p:nvSpPr>
            <p:spPr>
              <a:xfrm>
                <a:off x="7685284" y="8000273"/>
                <a:ext cx="41981" cy="41981"/>
              </a:xfrm>
              <a:custGeom>
                <a:avLst/>
                <a:gdLst>
                  <a:gd name="connsiteX0" fmla="*/ 21250 w 41981"/>
                  <a:gd name="connsiteY0" fmla="*/ 4974 h 41981"/>
                  <a:gd name="connsiteX1" fmla="*/ 37440 w 41981"/>
                  <a:gd name="connsiteY1" fmla="*/ 21164 h 41981"/>
                  <a:gd name="connsiteX2" fmla="*/ 37440 w 41981"/>
                  <a:gd name="connsiteY2" fmla="*/ 21164 h 41981"/>
                  <a:gd name="connsiteX3" fmla="*/ 21250 w 41981"/>
                  <a:gd name="connsiteY3" fmla="*/ 37354 h 41981"/>
                  <a:gd name="connsiteX4" fmla="*/ 5059 w 41981"/>
                  <a:gd name="connsiteY4" fmla="*/ 21164 h 41981"/>
                  <a:gd name="connsiteX5" fmla="*/ 21250 w 41981"/>
                  <a:gd name="connsiteY5" fmla="*/ 4974 h 41981"/>
                  <a:gd name="connsiteX6" fmla="*/ 21250 w 41981"/>
                  <a:gd name="connsiteY6" fmla="*/ 174 h 41981"/>
                  <a:gd name="connsiteX7" fmla="*/ 259 w 41981"/>
                  <a:gd name="connsiteY7" fmla="*/ 21164 h 41981"/>
                  <a:gd name="connsiteX8" fmla="*/ 21250 w 41981"/>
                  <a:gd name="connsiteY8" fmla="*/ 42155 h 41981"/>
                  <a:gd name="connsiteX9" fmla="*/ 42240 w 41981"/>
                  <a:gd name="connsiteY9" fmla="*/ 21164 h 41981"/>
                  <a:gd name="connsiteX10" fmla="*/ 42240 w 41981"/>
                  <a:gd name="connsiteY10" fmla="*/ 21164 h 41981"/>
                  <a:gd name="connsiteX11" fmla="*/ 21250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4"/>
                    </a:moveTo>
                    <a:cubicBezTo>
                      <a:pt x="30191" y="4974"/>
                      <a:pt x="37440" y="12222"/>
                      <a:pt x="37440" y="21164"/>
                    </a:cubicBezTo>
                    <a:lnTo>
                      <a:pt x="37440" y="21164"/>
                    </a:lnTo>
                    <a:cubicBezTo>
                      <a:pt x="37440" y="30106"/>
                      <a:pt x="30191" y="37354"/>
                      <a:pt x="21250" y="37354"/>
                    </a:cubicBezTo>
                    <a:cubicBezTo>
                      <a:pt x="12308" y="37354"/>
                      <a:pt x="5059" y="30106"/>
                      <a:pt x="5059" y="21164"/>
                    </a:cubicBezTo>
                    <a:cubicBezTo>
                      <a:pt x="5059" y="12222"/>
                      <a:pt x="12308" y="4974"/>
                      <a:pt x="21250" y="4974"/>
                    </a:cubicBezTo>
                    <a:close/>
                    <a:moveTo>
                      <a:pt x="21250" y="174"/>
                    </a:moveTo>
                    <a:cubicBezTo>
                      <a:pt x="9657" y="174"/>
                      <a:pt x="259" y="9572"/>
                      <a:pt x="259" y="21164"/>
                    </a:cubicBezTo>
                    <a:cubicBezTo>
                      <a:pt x="259" y="32757"/>
                      <a:pt x="9657" y="42155"/>
                      <a:pt x="21250" y="42155"/>
                    </a:cubicBezTo>
                    <a:cubicBezTo>
                      <a:pt x="32842" y="42155"/>
                      <a:pt x="42240" y="32757"/>
                      <a:pt x="42240" y="21164"/>
                    </a:cubicBezTo>
                    <a:lnTo>
                      <a:pt x="42240" y="21164"/>
                    </a:lnTo>
                    <a:cubicBezTo>
                      <a:pt x="42240" y="9572"/>
                      <a:pt x="32842" y="174"/>
                      <a:pt x="21250" y="174"/>
                    </a:cubicBezTo>
                    <a:close/>
                  </a:path>
                </a:pathLst>
              </a:custGeom>
              <a:solidFill>
                <a:srgbClr val="000000"/>
              </a:solidFill>
              <a:ln w="4794" cap="sq">
                <a:noFill/>
                <a:prstDash val="solid"/>
                <a:round/>
              </a:ln>
            </p:spPr>
            <p:txBody>
              <a:bodyPr rtlCol="0" anchor="ctr"/>
              <a:lstStyle/>
              <a:p>
                <a:endParaRPr lang="en-US"/>
              </a:p>
            </p:txBody>
          </p:sp>
          <p:sp>
            <p:nvSpPr>
              <p:cNvPr id="3190" name="Freeform: Shape 3189">
                <a:extLst>
                  <a:ext uri="{FF2B5EF4-FFF2-40B4-BE49-F238E27FC236}">
                    <a16:creationId xmlns:a16="http://schemas.microsoft.com/office/drawing/2014/main" id="{DBDFCECA-6094-FE7F-FCD5-4F8124D6CEB6}"/>
                  </a:ext>
                </a:extLst>
              </p:cNvPr>
              <p:cNvSpPr/>
              <p:nvPr/>
            </p:nvSpPr>
            <p:spPr>
              <a:xfrm>
                <a:off x="7796151" y="7989788"/>
                <a:ext cx="37180" cy="37180"/>
              </a:xfrm>
              <a:custGeom>
                <a:avLst/>
                <a:gdLst>
                  <a:gd name="connsiteX0" fmla="*/ 37459 w 37180"/>
                  <a:gd name="connsiteY0" fmla="*/ 18762 h 37180"/>
                  <a:gd name="connsiteX1" fmla="*/ 18868 w 37180"/>
                  <a:gd name="connsiteY1" fmla="*/ 37352 h 37180"/>
                  <a:gd name="connsiteX2" fmla="*/ 278 w 37180"/>
                  <a:gd name="connsiteY2" fmla="*/ 18762 h 37180"/>
                  <a:gd name="connsiteX3" fmla="*/ 18868 w 37180"/>
                  <a:gd name="connsiteY3" fmla="*/ 171 h 37180"/>
                  <a:gd name="connsiteX4" fmla="*/ 37459 w 37180"/>
                  <a:gd name="connsiteY4" fmla="*/ 1876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9" y="18762"/>
                    </a:moveTo>
                    <a:cubicBezTo>
                      <a:pt x="37459" y="29029"/>
                      <a:pt x="29135" y="37352"/>
                      <a:pt x="18868" y="37352"/>
                    </a:cubicBezTo>
                    <a:cubicBezTo>
                      <a:pt x="8601" y="37352"/>
                      <a:pt x="278" y="29029"/>
                      <a:pt x="278" y="18762"/>
                    </a:cubicBezTo>
                    <a:cubicBezTo>
                      <a:pt x="278" y="8495"/>
                      <a:pt x="8601" y="171"/>
                      <a:pt x="18868" y="171"/>
                    </a:cubicBezTo>
                    <a:cubicBezTo>
                      <a:pt x="29135" y="171"/>
                      <a:pt x="37459" y="8495"/>
                      <a:pt x="37459" y="18762"/>
                    </a:cubicBezTo>
                    <a:close/>
                  </a:path>
                </a:pathLst>
              </a:custGeom>
              <a:solidFill>
                <a:srgbClr val="F7A570"/>
              </a:solidFill>
              <a:ln w="5753" cap="sq">
                <a:noFill/>
                <a:prstDash val="solid"/>
                <a:miter/>
              </a:ln>
            </p:spPr>
            <p:txBody>
              <a:bodyPr rtlCol="0" anchor="ctr"/>
              <a:lstStyle/>
              <a:p>
                <a:endParaRPr lang="en-US"/>
              </a:p>
            </p:txBody>
          </p:sp>
          <p:sp>
            <p:nvSpPr>
              <p:cNvPr id="3191" name="Freeform: Shape 3190">
                <a:extLst>
                  <a:ext uri="{FF2B5EF4-FFF2-40B4-BE49-F238E27FC236}">
                    <a16:creationId xmlns:a16="http://schemas.microsoft.com/office/drawing/2014/main" id="{00C83070-2381-91C2-D21E-4F7B35ED3B20}"/>
                  </a:ext>
                </a:extLst>
              </p:cNvPr>
              <p:cNvSpPr/>
              <p:nvPr/>
            </p:nvSpPr>
            <p:spPr>
              <a:xfrm>
                <a:off x="7793750" y="7987388"/>
                <a:ext cx="41981" cy="41981"/>
              </a:xfrm>
              <a:custGeom>
                <a:avLst/>
                <a:gdLst>
                  <a:gd name="connsiteX0" fmla="*/ 21268 w 41981"/>
                  <a:gd name="connsiteY0" fmla="*/ 4972 h 41981"/>
                  <a:gd name="connsiteX1" fmla="*/ 37459 w 41981"/>
                  <a:gd name="connsiteY1" fmla="*/ 21162 h 41981"/>
                  <a:gd name="connsiteX2" fmla="*/ 37459 w 41981"/>
                  <a:gd name="connsiteY2" fmla="*/ 21162 h 41981"/>
                  <a:gd name="connsiteX3" fmla="*/ 21268 w 41981"/>
                  <a:gd name="connsiteY3" fmla="*/ 37352 h 41981"/>
                  <a:gd name="connsiteX4" fmla="*/ 5078 w 41981"/>
                  <a:gd name="connsiteY4" fmla="*/ 21162 h 41981"/>
                  <a:gd name="connsiteX5" fmla="*/ 21268 w 41981"/>
                  <a:gd name="connsiteY5" fmla="*/ 4972 h 41981"/>
                  <a:gd name="connsiteX6" fmla="*/ 21268 w 41981"/>
                  <a:gd name="connsiteY6" fmla="*/ 171 h 41981"/>
                  <a:gd name="connsiteX7" fmla="*/ 278 w 41981"/>
                  <a:gd name="connsiteY7" fmla="*/ 21162 h 41981"/>
                  <a:gd name="connsiteX8" fmla="*/ 21268 w 41981"/>
                  <a:gd name="connsiteY8" fmla="*/ 42153 h 41981"/>
                  <a:gd name="connsiteX9" fmla="*/ 42259 w 41981"/>
                  <a:gd name="connsiteY9" fmla="*/ 21162 h 41981"/>
                  <a:gd name="connsiteX10" fmla="*/ 42259 w 41981"/>
                  <a:gd name="connsiteY10" fmla="*/ 21162 h 41981"/>
                  <a:gd name="connsiteX11" fmla="*/ 21268 w 41981"/>
                  <a:gd name="connsiteY11" fmla="*/ 171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8" y="4972"/>
                    </a:moveTo>
                    <a:cubicBezTo>
                      <a:pt x="30210" y="4972"/>
                      <a:pt x="37459" y="12220"/>
                      <a:pt x="37459" y="21162"/>
                    </a:cubicBezTo>
                    <a:lnTo>
                      <a:pt x="37459" y="21162"/>
                    </a:lnTo>
                    <a:cubicBezTo>
                      <a:pt x="37459" y="30104"/>
                      <a:pt x="30210" y="37352"/>
                      <a:pt x="21268" y="37352"/>
                    </a:cubicBezTo>
                    <a:cubicBezTo>
                      <a:pt x="12327" y="37352"/>
                      <a:pt x="5078" y="30104"/>
                      <a:pt x="5078" y="21162"/>
                    </a:cubicBezTo>
                    <a:cubicBezTo>
                      <a:pt x="5078" y="12220"/>
                      <a:pt x="12327" y="4972"/>
                      <a:pt x="21268" y="4972"/>
                    </a:cubicBezTo>
                    <a:close/>
                    <a:moveTo>
                      <a:pt x="21268" y="171"/>
                    </a:moveTo>
                    <a:cubicBezTo>
                      <a:pt x="9676" y="171"/>
                      <a:pt x="278" y="9569"/>
                      <a:pt x="278" y="21162"/>
                    </a:cubicBezTo>
                    <a:cubicBezTo>
                      <a:pt x="278" y="32755"/>
                      <a:pt x="9676" y="42153"/>
                      <a:pt x="21268" y="42153"/>
                    </a:cubicBezTo>
                    <a:cubicBezTo>
                      <a:pt x="32861" y="42153"/>
                      <a:pt x="42259" y="32755"/>
                      <a:pt x="42259" y="21162"/>
                    </a:cubicBezTo>
                    <a:lnTo>
                      <a:pt x="42259" y="21162"/>
                    </a:lnTo>
                    <a:cubicBezTo>
                      <a:pt x="42259" y="9569"/>
                      <a:pt x="32861" y="171"/>
                      <a:pt x="21268" y="171"/>
                    </a:cubicBezTo>
                    <a:close/>
                  </a:path>
                </a:pathLst>
              </a:custGeom>
              <a:solidFill>
                <a:srgbClr val="000000"/>
              </a:solidFill>
              <a:ln w="4794" cap="sq">
                <a:noFill/>
                <a:prstDash val="solid"/>
                <a:round/>
              </a:ln>
            </p:spPr>
            <p:txBody>
              <a:bodyPr rtlCol="0" anchor="ctr"/>
              <a:lstStyle/>
              <a:p>
                <a:endParaRPr lang="en-US"/>
              </a:p>
            </p:txBody>
          </p:sp>
          <p:sp>
            <p:nvSpPr>
              <p:cNvPr id="3192" name="Freeform: Shape 3191">
                <a:extLst>
                  <a:ext uri="{FF2B5EF4-FFF2-40B4-BE49-F238E27FC236}">
                    <a16:creationId xmlns:a16="http://schemas.microsoft.com/office/drawing/2014/main" id="{36C201DB-0BF0-DFB3-54A6-7AE0D2DD538A}"/>
                  </a:ext>
                </a:extLst>
              </p:cNvPr>
              <p:cNvSpPr/>
              <p:nvPr/>
            </p:nvSpPr>
            <p:spPr>
              <a:xfrm>
                <a:off x="7750324" y="8008128"/>
                <a:ext cx="37180" cy="37180"/>
              </a:xfrm>
              <a:custGeom>
                <a:avLst/>
                <a:gdLst>
                  <a:gd name="connsiteX0" fmla="*/ 37451 w 37180"/>
                  <a:gd name="connsiteY0" fmla="*/ 18765 h 37180"/>
                  <a:gd name="connsiteX1" fmla="*/ 18860 w 37180"/>
                  <a:gd name="connsiteY1" fmla="*/ 37355 h 37180"/>
                  <a:gd name="connsiteX2" fmla="*/ 270 w 37180"/>
                  <a:gd name="connsiteY2" fmla="*/ 18765 h 37180"/>
                  <a:gd name="connsiteX3" fmla="*/ 18860 w 37180"/>
                  <a:gd name="connsiteY3" fmla="*/ 175 h 37180"/>
                  <a:gd name="connsiteX4" fmla="*/ 37451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5"/>
                    </a:moveTo>
                    <a:cubicBezTo>
                      <a:pt x="37451" y="29032"/>
                      <a:pt x="29127" y="37355"/>
                      <a:pt x="18860" y="37355"/>
                    </a:cubicBezTo>
                    <a:cubicBezTo>
                      <a:pt x="8593" y="37355"/>
                      <a:pt x="270" y="29032"/>
                      <a:pt x="270" y="18765"/>
                    </a:cubicBezTo>
                    <a:cubicBezTo>
                      <a:pt x="270" y="8498"/>
                      <a:pt x="8593" y="175"/>
                      <a:pt x="18860" y="175"/>
                    </a:cubicBezTo>
                    <a:cubicBezTo>
                      <a:pt x="29127" y="175"/>
                      <a:pt x="37451" y="8498"/>
                      <a:pt x="37451" y="18765"/>
                    </a:cubicBezTo>
                    <a:close/>
                  </a:path>
                </a:pathLst>
              </a:custGeom>
              <a:solidFill>
                <a:srgbClr val="F7F3F3"/>
              </a:solidFill>
              <a:ln w="5753" cap="sq">
                <a:noFill/>
                <a:prstDash val="solid"/>
                <a:miter/>
              </a:ln>
            </p:spPr>
            <p:txBody>
              <a:bodyPr rtlCol="0" anchor="ctr"/>
              <a:lstStyle/>
              <a:p>
                <a:endParaRPr lang="en-US"/>
              </a:p>
            </p:txBody>
          </p:sp>
          <p:sp>
            <p:nvSpPr>
              <p:cNvPr id="3193" name="Freeform: Shape 3192">
                <a:extLst>
                  <a:ext uri="{FF2B5EF4-FFF2-40B4-BE49-F238E27FC236}">
                    <a16:creationId xmlns:a16="http://schemas.microsoft.com/office/drawing/2014/main" id="{0B9B5C4A-152E-9171-FC83-2F0D64238E93}"/>
                  </a:ext>
                </a:extLst>
              </p:cNvPr>
              <p:cNvSpPr/>
              <p:nvPr/>
            </p:nvSpPr>
            <p:spPr>
              <a:xfrm>
                <a:off x="7747924" y="8005728"/>
                <a:ext cx="41981" cy="41981"/>
              </a:xfrm>
              <a:custGeom>
                <a:avLst/>
                <a:gdLst>
                  <a:gd name="connsiteX0" fmla="*/ 21260 w 41981"/>
                  <a:gd name="connsiteY0" fmla="*/ 4975 h 41981"/>
                  <a:gd name="connsiteX1" fmla="*/ 37451 w 41981"/>
                  <a:gd name="connsiteY1" fmla="*/ 21165 h 41981"/>
                  <a:gd name="connsiteX2" fmla="*/ 37451 w 41981"/>
                  <a:gd name="connsiteY2" fmla="*/ 21165 h 41981"/>
                  <a:gd name="connsiteX3" fmla="*/ 21260 w 41981"/>
                  <a:gd name="connsiteY3" fmla="*/ 37355 h 41981"/>
                  <a:gd name="connsiteX4" fmla="*/ 5070 w 41981"/>
                  <a:gd name="connsiteY4" fmla="*/ 21165 h 41981"/>
                  <a:gd name="connsiteX5" fmla="*/ 21260 w 41981"/>
                  <a:gd name="connsiteY5" fmla="*/ 4975 h 41981"/>
                  <a:gd name="connsiteX6" fmla="*/ 21260 w 41981"/>
                  <a:gd name="connsiteY6" fmla="*/ 175 h 41981"/>
                  <a:gd name="connsiteX7" fmla="*/ 270 w 41981"/>
                  <a:gd name="connsiteY7" fmla="*/ 21165 h 41981"/>
                  <a:gd name="connsiteX8" fmla="*/ 21260 w 41981"/>
                  <a:gd name="connsiteY8" fmla="*/ 42156 h 41981"/>
                  <a:gd name="connsiteX9" fmla="*/ 42251 w 41981"/>
                  <a:gd name="connsiteY9" fmla="*/ 21165 h 41981"/>
                  <a:gd name="connsiteX10" fmla="*/ 42251 w 41981"/>
                  <a:gd name="connsiteY10" fmla="*/ 21165 h 41981"/>
                  <a:gd name="connsiteX11" fmla="*/ 21260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5"/>
                    </a:moveTo>
                    <a:cubicBezTo>
                      <a:pt x="30202" y="4975"/>
                      <a:pt x="37451" y="12223"/>
                      <a:pt x="37451" y="21165"/>
                    </a:cubicBezTo>
                    <a:lnTo>
                      <a:pt x="37451" y="21165"/>
                    </a:lnTo>
                    <a:cubicBezTo>
                      <a:pt x="37451" y="30107"/>
                      <a:pt x="30202" y="37355"/>
                      <a:pt x="21260" y="37355"/>
                    </a:cubicBezTo>
                    <a:cubicBezTo>
                      <a:pt x="12319" y="37355"/>
                      <a:pt x="5070" y="30107"/>
                      <a:pt x="5070" y="21165"/>
                    </a:cubicBezTo>
                    <a:cubicBezTo>
                      <a:pt x="5070" y="12223"/>
                      <a:pt x="12319" y="4975"/>
                      <a:pt x="21260" y="4975"/>
                    </a:cubicBezTo>
                    <a:close/>
                    <a:moveTo>
                      <a:pt x="21260" y="175"/>
                    </a:moveTo>
                    <a:cubicBezTo>
                      <a:pt x="9668" y="175"/>
                      <a:pt x="270" y="9573"/>
                      <a:pt x="270" y="21165"/>
                    </a:cubicBezTo>
                    <a:cubicBezTo>
                      <a:pt x="270" y="32758"/>
                      <a:pt x="9668" y="42156"/>
                      <a:pt x="21260" y="42156"/>
                    </a:cubicBezTo>
                    <a:cubicBezTo>
                      <a:pt x="32853" y="42156"/>
                      <a:pt x="42251" y="32758"/>
                      <a:pt x="42251" y="21165"/>
                    </a:cubicBezTo>
                    <a:lnTo>
                      <a:pt x="42251" y="21165"/>
                    </a:lnTo>
                    <a:cubicBezTo>
                      <a:pt x="42251" y="9573"/>
                      <a:pt x="32853" y="175"/>
                      <a:pt x="21260" y="175"/>
                    </a:cubicBezTo>
                    <a:close/>
                  </a:path>
                </a:pathLst>
              </a:custGeom>
              <a:solidFill>
                <a:srgbClr val="000000"/>
              </a:solidFill>
              <a:ln w="4794" cap="sq">
                <a:noFill/>
                <a:prstDash val="solid"/>
                <a:round/>
              </a:ln>
            </p:spPr>
            <p:txBody>
              <a:bodyPr rtlCol="0" anchor="ctr"/>
              <a:lstStyle/>
              <a:p>
                <a:endParaRPr lang="en-US"/>
              </a:p>
            </p:txBody>
          </p:sp>
          <p:sp>
            <p:nvSpPr>
              <p:cNvPr id="3194" name="Freeform: Shape 3193">
                <a:extLst>
                  <a:ext uri="{FF2B5EF4-FFF2-40B4-BE49-F238E27FC236}">
                    <a16:creationId xmlns:a16="http://schemas.microsoft.com/office/drawing/2014/main" id="{D6357713-947C-B2DC-33E3-C1BA1A9C471A}"/>
                  </a:ext>
                </a:extLst>
              </p:cNvPr>
              <p:cNvSpPr/>
              <p:nvPr/>
            </p:nvSpPr>
            <p:spPr>
              <a:xfrm>
                <a:off x="7700558" y="7961800"/>
                <a:ext cx="37180" cy="37180"/>
              </a:xfrm>
              <a:custGeom>
                <a:avLst/>
                <a:gdLst>
                  <a:gd name="connsiteX0" fmla="*/ 37442 w 37180"/>
                  <a:gd name="connsiteY0" fmla="*/ 18757 h 37180"/>
                  <a:gd name="connsiteX1" fmla="*/ 18852 w 37180"/>
                  <a:gd name="connsiteY1" fmla="*/ 37347 h 37180"/>
                  <a:gd name="connsiteX2" fmla="*/ 261 w 37180"/>
                  <a:gd name="connsiteY2" fmla="*/ 18757 h 37180"/>
                  <a:gd name="connsiteX3" fmla="*/ 18852 w 37180"/>
                  <a:gd name="connsiteY3" fmla="*/ 167 h 37180"/>
                  <a:gd name="connsiteX4" fmla="*/ 37442 w 37180"/>
                  <a:gd name="connsiteY4" fmla="*/ 1875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2" y="18757"/>
                    </a:moveTo>
                    <a:cubicBezTo>
                      <a:pt x="37442" y="29024"/>
                      <a:pt x="29119" y="37347"/>
                      <a:pt x="18852" y="37347"/>
                    </a:cubicBezTo>
                    <a:cubicBezTo>
                      <a:pt x="8584" y="37347"/>
                      <a:pt x="261" y="29024"/>
                      <a:pt x="261" y="18757"/>
                    </a:cubicBezTo>
                    <a:cubicBezTo>
                      <a:pt x="261" y="8490"/>
                      <a:pt x="8584" y="167"/>
                      <a:pt x="18852" y="167"/>
                    </a:cubicBezTo>
                    <a:cubicBezTo>
                      <a:pt x="29119" y="167"/>
                      <a:pt x="37442" y="8490"/>
                      <a:pt x="37442" y="18757"/>
                    </a:cubicBezTo>
                    <a:close/>
                  </a:path>
                </a:pathLst>
              </a:custGeom>
              <a:solidFill>
                <a:srgbClr val="F7A500"/>
              </a:solidFill>
              <a:ln w="5753" cap="sq">
                <a:noFill/>
                <a:prstDash val="solid"/>
                <a:miter/>
              </a:ln>
            </p:spPr>
            <p:txBody>
              <a:bodyPr rtlCol="0" anchor="ctr"/>
              <a:lstStyle/>
              <a:p>
                <a:endParaRPr lang="en-US"/>
              </a:p>
            </p:txBody>
          </p:sp>
          <p:sp>
            <p:nvSpPr>
              <p:cNvPr id="3195" name="Freeform: Shape 3194">
                <a:extLst>
                  <a:ext uri="{FF2B5EF4-FFF2-40B4-BE49-F238E27FC236}">
                    <a16:creationId xmlns:a16="http://schemas.microsoft.com/office/drawing/2014/main" id="{9726F0F4-BAEA-9F81-89B3-672D06882F8D}"/>
                  </a:ext>
                </a:extLst>
              </p:cNvPr>
              <p:cNvSpPr/>
              <p:nvPr/>
            </p:nvSpPr>
            <p:spPr>
              <a:xfrm>
                <a:off x="7698157" y="7959400"/>
                <a:ext cx="41981" cy="41981"/>
              </a:xfrm>
              <a:custGeom>
                <a:avLst/>
                <a:gdLst>
                  <a:gd name="connsiteX0" fmla="*/ 21252 w 41981"/>
                  <a:gd name="connsiteY0" fmla="*/ 4967 h 41981"/>
                  <a:gd name="connsiteX1" fmla="*/ 37442 w 41981"/>
                  <a:gd name="connsiteY1" fmla="*/ 21157 h 41981"/>
                  <a:gd name="connsiteX2" fmla="*/ 37442 w 41981"/>
                  <a:gd name="connsiteY2" fmla="*/ 21157 h 41981"/>
                  <a:gd name="connsiteX3" fmla="*/ 21252 w 41981"/>
                  <a:gd name="connsiteY3" fmla="*/ 37347 h 41981"/>
                  <a:gd name="connsiteX4" fmla="*/ 5062 w 41981"/>
                  <a:gd name="connsiteY4" fmla="*/ 21157 h 41981"/>
                  <a:gd name="connsiteX5" fmla="*/ 21252 w 41981"/>
                  <a:gd name="connsiteY5" fmla="*/ 4967 h 41981"/>
                  <a:gd name="connsiteX6" fmla="*/ 21252 w 41981"/>
                  <a:gd name="connsiteY6" fmla="*/ 167 h 41981"/>
                  <a:gd name="connsiteX7" fmla="*/ 261 w 41981"/>
                  <a:gd name="connsiteY7" fmla="*/ 21157 h 41981"/>
                  <a:gd name="connsiteX8" fmla="*/ 21252 w 41981"/>
                  <a:gd name="connsiteY8" fmla="*/ 42148 h 41981"/>
                  <a:gd name="connsiteX9" fmla="*/ 42242 w 41981"/>
                  <a:gd name="connsiteY9" fmla="*/ 21157 h 41981"/>
                  <a:gd name="connsiteX10" fmla="*/ 42242 w 41981"/>
                  <a:gd name="connsiteY10" fmla="*/ 21157 h 41981"/>
                  <a:gd name="connsiteX11" fmla="*/ 21252 w 41981"/>
                  <a:gd name="connsiteY11" fmla="*/ 16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2" y="4967"/>
                    </a:moveTo>
                    <a:cubicBezTo>
                      <a:pt x="30194" y="4967"/>
                      <a:pt x="37442" y="12215"/>
                      <a:pt x="37442" y="21157"/>
                    </a:cubicBezTo>
                    <a:lnTo>
                      <a:pt x="37442" y="21157"/>
                    </a:lnTo>
                    <a:cubicBezTo>
                      <a:pt x="37442" y="30099"/>
                      <a:pt x="30194" y="37347"/>
                      <a:pt x="21252" y="37347"/>
                    </a:cubicBezTo>
                    <a:cubicBezTo>
                      <a:pt x="12310" y="37347"/>
                      <a:pt x="5062" y="30099"/>
                      <a:pt x="5062" y="21157"/>
                    </a:cubicBezTo>
                    <a:cubicBezTo>
                      <a:pt x="5062" y="12215"/>
                      <a:pt x="12310" y="4967"/>
                      <a:pt x="21252" y="4967"/>
                    </a:cubicBezTo>
                    <a:close/>
                    <a:moveTo>
                      <a:pt x="21252" y="167"/>
                    </a:moveTo>
                    <a:cubicBezTo>
                      <a:pt x="9659" y="167"/>
                      <a:pt x="261" y="9565"/>
                      <a:pt x="261" y="21157"/>
                    </a:cubicBezTo>
                    <a:cubicBezTo>
                      <a:pt x="261" y="32750"/>
                      <a:pt x="9659" y="42148"/>
                      <a:pt x="21252" y="42148"/>
                    </a:cubicBezTo>
                    <a:cubicBezTo>
                      <a:pt x="32844" y="42148"/>
                      <a:pt x="42242" y="32750"/>
                      <a:pt x="42242" y="21157"/>
                    </a:cubicBezTo>
                    <a:lnTo>
                      <a:pt x="42242" y="21157"/>
                    </a:lnTo>
                    <a:cubicBezTo>
                      <a:pt x="42242" y="9565"/>
                      <a:pt x="32844" y="167"/>
                      <a:pt x="21252" y="167"/>
                    </a:cubicBezTo>
                    <a:close/>
                  </a:path>
                </a:pathLst>
              </a:custGeom>
              <a:solidFill>
                <a:srgbClr val="000000"/>
              </a:solidFill>
              <a:ln w="4794" cap="sq">
                <a:noFill/>
                <a:prstDash val="solid"/>
                <a:round/>
              </a:ln>
            </p:spPr>
            <p:txBody>
              <a:bodyPr rtlCol="0" anchor="ctr"/>
              <a:lstStyle/>
              <a:p>
                <a:endParaRPr lang="en-US"/>
              </a:p>
            </p:txBody>
          </p:sp>
          <p:sp>
            <p:nvSpPr>
              <p:cNvPr id="3196" name="Freeform: Shape 3195">
                <a:extLst>
                  <a:ext uri="{FF2B5EF4-FFF2-40B4-BE49-F238E27FC236}">
                    <a16:creationId xmlns:a16="http://schemas.microsoft.com/office/drawing/2014/main" id="{E4F7604F-C0AA-152D-355C-2537E1DC75C8}"/>
                  </a:ext>
                </a:extLst>
              </p:cNvPr>
              <p:cNvSpPr/>
              <p:nvPr/>
            </p:nvSpPr>
            <p:spPr>
              <a:xfrm>
                <a:off x="8031164" y="8086475"/>
                <a:ext cx="37180" cy="37180"/>
              </a:xfrm>
              <a:custGeom>
                <a:avLst/>
                <a:gdLst>
                  <a:gd name="connsiteX0" fmla="*/ 37499 w 37180"/>
                  <a:gd name="connsiteY0" fmla="*/ 18779 h 37180"/>
                  <a:gd name="connsiteX1" fmla="*/ 18909 w 37180"/>
                  <a:gd name="connsiteY1" fmla="*/ 37369 h 37180"/>
                  <a:gd name="connsiteX2" fmla="*/ 319 w 37180"/>
                  <a:gd name="connsiteY2" fmla="*/ 18779 h 37180"/>
                  <a:gd name="connsiteX3" fmla="*/ 18909 w 37180"/>
                  <a:gd name="connsiteY3" fmla="*/ 188 h 37180"/>
                  <a:gd name="connsiteX4" fmla="*/ 37499 w 37180"/>
                  <a:gd name="connsiteY4" fmla="*/ 1877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99" y="18779"/>
                    </a:moveTo>
                    <a:cubicBezTo>
                      <a:pt x="37499" y="29046"/>
                      <a:pt x="29176" y="37369"/>
                      <a:pt x="18909" y="37369"/>
                    </a:cubicBezTo>
                    <a:cubicBezTo>
                      <a:pt x="8642" y="37369"/>
                      <a:pt x="319" y="29046"/>
                      <a:pt x="319" y="18779"/>
                    </a:cubicBezTo>
                    <a:cubicBezTo>
                      <a:pt x="319" y="8511"/>
                      <a:pt x="8642" y="188"/>
                      <a:pt x="18909" y="188"/>
                    </a:cubicBezTo>
                    <a:cubicBezTo>
                      <a:pt x="29176" y="188"/>
                      <a:pt x="37499" y="8511"/>
                      <a:pt x="37499" y="18779"/>
                    </a:cubicBezTo>
                    <a:close/>
                  </a:path>
                </a:pathLst>
              </a:custGeom>
              <a:solidFill>
                <a:srgbClr val="9FF79F"/>
              </a:solidFill>
              <a:ln w="5753" cap="sq">
                <a:noFill/>
                <a:prstDash val="solid"/>
                <a:miter/>
              </a:ln>
            </p:spPr>
            <p:txBody>
              <a:bodyPr rtlCol="0" anchor="ctr"/>
              <a:lstStyle/>
              <a:p>
                <a:endParaRPr lang="en-US"/>
              </a:p>
            </p:txBody>
          </p:sp>
          <p:sp>
            <p:nvSpPr>
              <p:cNvPr id="3197" name="Freeform: Shape 3196">
                <a:extLst>
                  <a:ext uri="{FF2B5EF4-FFF2-40B4-BE49-F238E27FC236}">
                    <a16:creationId xmlns:a16="http://schemas.microsoft.com/office/drawing/2014/main" id="{CE699BE7-78FE-F5A2-24FA-11018442C4AB}"/>
                  </a:ext>
                </a:extLst>
              </p:cNvPr>
              <p:cNvSpPr/>
              <p:nvPr/>
            </p:nvSpPr>
            <p:spPr>
              <a:xfrm>
                <a:off x="8028764" y="8084075"/>
                <a:ext cx="41981" cy="41981"/>
              </a:xfrm>
              <a:custGeom>
                <a:avLst/>
                <a:gdLst>
                  <a:gd name="connsiteX0" fmla="*/ 21309 w 41981"/>
                  <a:gd name="connsiteY0" fmla="*/ 4989 h 41981"/>
                  <a:gd name="connsiteX1" fmla="*/ 37499 w 41981"/>
                  <a:gd name="connsiteY1" fmla="*/ 21179 h 41981"/>
                  <a:gd name="connsiteX2" fmla="*/ 37499 w 41981"/>
                  <a:gd name="connsiteY2" fmla="*/ 21179 h 41981"/>
                  <a:gd name="connsiteX3" fmla="*/ 21309 w 41981"/>
                  <a:gd name="connsiteY3" fmla="*/ 37369 h 41981"/>
                  <a:gd name="connsiteX4" fmla="*/ 5119 w 41981"/>
                  <a:gd name="connsiteY4" fmla="*/ 21179 h 41981"/>
                  <a:gd name="connsiteX5" fmla="*/ 21309 w 41981"/>
                  <a:gd name="connsiteY5" fmla="*/ 4989 h 41981"/>
                  <a:gd name="connsiteX6" fmla="*/ 21309 w 41981"/>
                  <a:gd name="connsiteY6" fmla="*/ 188 h 41981"/>
                  <a:gd name="connsiteX7" fmla="*/ 319 w 41981"/>
                  <a:gd name="connsiteY7" fmla="*/ 21179 h 41981"/>
                  <a:gd name="connsiteX8" fmla="*/ 21309 w 41981"/>
                  <a:gd name="connsiteY8" fmla="*/ 42169 h 41981"/>
                  <a:gd name="connsiteX9" fmla="*/ 42300 w 41981"/>
                  <a:gd name="connsiteY9" fmla="*/ 21179 h 41981"/>
                  <a:gd name="connsiteX10" fmla="*/ 42300 w 41981"/>
                  <a:gd name="connsiteY10" fmla="*/ 21179 h 41981"/>
                  <a:gd name="connsiteX11" fmla="*/ 21309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09" y="4989"/>
                    </a:moveTo>
                    <a:cubicBezTo>
                      <a:pt x="30251" y="4989"/>
                      <a:pt x="37499" y="12237"/>
                      <a:pt x="37499" y="21179"/>
                    </a:cubicBezTo>
                    <a:lnTo>
                      <a:pt x="37499" y="21179"/>
                    </a:lnTo>
                    <a:cubicBezTo>
                      <a:pt x="37499" y="30121"/>
                      <a:pt x="30251" y="37369"/>
                      <a:pt x="21309" y="37369"/>
                    </a:cubicBezTo>
                    <a:cubicBezTo>
                      <a:pt x="12367" y="37369"/>
                      <a:pt x="5119" y="30121"/>
                      <a:pt x="5119" y="21179"/>
                    </a:cubicBezTo>
                    <a:cubicBezTo>
                      <a:pt x="5119" y="12237"/>
                      <a:pt x="12367" y="4989"/>
                      <a:pt x="21309" y="4989"/>
                    </a:cubicBezTo>
                    <a:close/>
                    <a:moveTo>
                      <a:pt x="21309" y="188"/>
                    </a:moveTo>
                    <a:cubicBezTo>
                      <a:pt x="9717" y="188"/>
                      <a:pt x="319" y="9586"/>
                      <a:pt x="319" y="21179"/>
                    </a:cubicBezTo>
                    <a:cubicBezTo>
                      <a:pt x="319" y="32771"/>
                      <a:pt x="9717" y="42169"/>
                      <a:pt x="21309" y="42169"/>
                    </a:cubicBezTo>
                    <a:cubicBezTo>
                      <a:pt x="32902" y="42169"/>
                      <a:pt x="42300" y="32771"/>
                      <a:pt x="42300" y="21179"/>
                    </a:cubicBezTo>
                    <a:lnTo>
                      <a:pt x="42300" y="21179"/>
                    </a:lnTo>
                    <a:cubicBezTo>
                      <a:pt x="42300" y="9586"/>
                      <a:pt x="32902" y="188"/>
                      <a:pt x="21309" y="188"/>
                    </a:cubicBezTo>
                    <a:close/>
                  </a:path>
                </a:pathLst>
              </a:custGeom>
              <a:solidFill>
                <a:srgbClr val="000000"/>
              </a:solidFill>
              <a:ln w="4794" cap="sq">
                <a:noFill/>
                <a:prstDash val="solid"/>
                <a:round/>
              </a:ln>
            </p:spPr>
            <p:txBody>
              <a:bodyPr rtlCol="0" anchor="ctr"/>
              <a:lstStyle/>
              <a:p>
                <a:endParaRPr lang="en-US"/>
              </a:p>
            </p:txBody>
          </p:sp>
          <p:sp>
            <p:nvSpPr>
              <p:cNvPr id="3198" name="Freeform: Shape 3197">
                <a:extLst>
                  <a:ext uri="{FF2B5EF4-FFF2-40B4-BE49-F238E27FC236}">
                    <a16:creationId xmlns:a16="http://schemas.microsoft.com/office/drawing/2014/main" id="{62CDCA4C-5312-8CD2-57E7-8CA41606413F}"/>
                  </a:ext>
                </a:extLst>
              </p:cNvPr>
              <p:cNvSpPr/>
              <p:nvPr/>
            </p:nvSpPr>
            <p:spPr>
              <a:xfrm>
                <a:off x="7896196" y="8014452"/>
                <a:ext cx="37180" cy="37180"/>
              </a:xfrm>
              <a:custGeom>
                <a:avLst/>
                <a:gdLst>
                  <a:gd name="connsiteX0" fmla="*/ 37476 w 37180"/>
                  <a:gd name="connsiteY0" fmla="*/ 18766 h 37180"/>
                  <a:gd name="connsiteX1" fmla="*/ 18886 w 37180"/>
                  <a:gd name="connsiteY1" fmla="*/ 37356 h 37180"/>
                  <a:gd name="connsiteX2" fmla="*/ 295 w 37180"/>
                  <a:gd name="connsiteY2" fmla="*/ 18766 h 37180"/>
                  <a:gd name="connsiteX3" fmla="*/ 18886 w 37180"/>
                  <a:gd name="connsiteY3" fmla="*/ 176 h 37180"/>
                  <a:gd name="connsiteX4" fmla="*/ 37476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66"/>
                    </a:moveTo>
                    <a:cubicBezTo>
                      <a:pt x="37476" y="29033"/>
                      <a:pt x="29153" y="37356"/>
                      <a:pt x="18886" y="37356"/>
                    </a:cubicBezTo>
                    <a:cubicBezTo>
                      <a:pt x="8618" y="37356"/>
                      <a:pt x="295" y="29033"/>
                      <a:pt x="295" y="18766"/>
                    </a:cubicBezTo>
                    <a:cubicBezTo>
                      <a:pt x="295" y="8499"/>
                      <a:pt x="8618" y="176"/>
                      <a:pt x="18886" y="176"/>
                    </a:cubicBezTo>
                    <a:cubicBezTo>
                      <a:pt x="29153" y="176"/>
                      <a:pt x="37476" y="8499"/>
                      <a:pt x="37476" y="18766"/>
                    </a:cubicBezTo>
                    <a:close/>
                  </a:path>
                </a:pathLst>
              </a:custGeom>
              <a:solidFill>
                <a:srgbClr val="F7E1E1"/>
              </a:solidFill>
              <a:ln w="5753" cap="sq">
                <a:noFill/>
                <a:prstDash val="solid"/>
                <a:miter/>
              </a:ln>
            </p:spPr>
            <p:txBody>
              <a:bodyPr rtlCol="0" anchor="ctr"/>
              <a:lstStyle/>
              <a:p>
                <a:endParaRPr lang="en-US"/>
              </a:p>
            </p:txBody>
          </p:sp>
          <p:sp>
            <p:nvSpPr>
              <p:cNvPr id="3199" name="Freeform: Shape 3198">
                <a:extLst>
                  <a:ext uri="{FF2B5EF4-FFF2-40B4-BE49-F238E27FC236}">
                    <a16:creationId xmlns:a16="http://schemas.microsoft.com/office/drawing/2014/main" id="{4DFEAF12-1EA6-8038-0A34-7315BB64C743}"/>
                  </a:ext>
                </a:extLst>
              </p:cNvPr>
              <p:cNvSpPr/>
              <p:nvPr/>
            </p:nvSpPr>
            <p:spPr>
              <a:xfrm>
                <a:off x="7893796" y="8012052"/>
                <a:ext cx="41981" cy="41981"/>
              </a:xfrm>
              <a:custGeom>
                <a:avLst/>
                <a:gdLst>
                  <a:gd name="connsiteX0" fmla="*/ 21286 w 41981"/>
                  <a:gd name="connsiteY0" fmla="*/ 4976 h 41981"/>
                  <a:gd name="connsiteX1" fmla="*/ 37476 w 41981"/>
                  <a:gd name="connsiteY1" fmla="*/ 21166 h 41981"/>
                  <a:gd name="connsiteX2" fmla="*/ 37476 w 41981"/>
                  <a:gd name="connsiteY2" fmla="*/ 21166 h 41981"/>
                  <a:gd name="connsiteX3" fmla="*/ 21286 w 41981"/>
                  <a:gd name="connsiteY3" fmla="*/ 37356 h 41981"/>
                  <a:gd name="connsiteX4" fmla="*/ 5096 w 41981"/>
                  <a:gd name="connsiteY4" fmla="*/ 21166 h 41981"/>
                  <a:gd name="connsiteX5" fmla="*/ 21286 w 41981"/>
                  <a:gd name="connsiteY5" fmla="*/ 4976 h 41981"/>
                  <a:gd name="connsiteX6" fmla="*/ 21286 w 41981"/>
                  <a:gd name="connsiteY6" fmla="*/ 176 h 41981"/>
                  <a:gd name="connsiteX7" fmla="*/ 295 w 41981"/>
                  <a:gd name="connsiteY7" fmla="*/ 21166 h 41981"/>
                  <a:gd name="connsiteX8" fmla="*/ 21286 w 41981"/>
                  <a:gd name="connsiteY8" fmla="*/ 42157 h 41981"/>
                  <a:gd name="connsiteX9" fmla="*/ 42276 w 41981"/>
                  <a:gd name="connsiteY9" fmla="*/ 21166 h 41981"/>
                  <a:gd name="connsiteX10" fmla="*/ 42276 w 41981"/>
                  <a:gd name="connsiteY10" fmla="*/ 21166 h 41981"/>
                  <a:gd name="connsiteX11" fmla="*/ 21286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76"/>
                    </a:moveTo>
                    <a:cubicBezTo>
                      <a:pt x="30228" y="4976"/>
                      <a:pt x="37476" y="12224"/>
                      <a:pt x="37476" y="21166"/>
                    </a:cubicBezTo>
                    <a:lnTo>
                      <a:pt x="37476" y="21166"/>
                    </a:lnTo>
                    <a:cubicBezTo>
                      <a:pt x="37476" y="30108"/>
                      <a:pt x="30228" y="37356"/>
                      <a:pt x="21286" y="37356"/>
                    </a:cubicBezTo>
                    <a:cubicBezTo>
                      <a:pt x="12344" y="37356"/>
                      <a:pt x="5096" y="30108"/>
                      <a:pt x="5096" y="21166"/>
                    </a:cubicBezTo>
                    <a:cubicBezTo>
                      <a:pt x="5096" y="12224"/>
                      <a:pt x="12344" y="4976"/>
                      <a:pt x="21286" y="4976"/>
                    </a:cubicBezTo>
                    <a:close/>
                    <a:moveTo>
                      <a:pt x="21286" y="176"/>
                    </a:moveTo>
                    <a:cubicBezTo>
                      <a:pt x="9693" y="176"/>
                      <a:pt x="295" y="9574"/>
                      <a:pt x="295" y="21166"/>
                    </a:cubicBezTo>
                    <a:cubicBezTo>
                      <a:pt x="295" y="32759"/>
                      <a:pt x="9693" y="42157"/>
                      <a:pt x="21286" y="42157"/>
                    </a:cubicBezTo>
                    <a:cubicBezTo>
                      <a:pt x="32878" y="42157"/>
                      <a:pt x="42276" y="32759"/>
                      <a:pt x="42276" y="21166"/>
                    </a:cubicBezTo>
                    <a:lnTo>
                      <a:pt x="42276" y="21166"/>
                    </a:lnTo>
                    <a:cubicBezTo>
                      <a:pt x="42276" y="9574"/>
                      <a:pt x="32878" y="176"/>
                      <a:pt x="21286" y="176"/>
                    </a:cubicBezTo>
                    <a:close/>
                  </a:path>
                </a:pathLst>
              </a:custGeom>
              <a:solidFill>
                <a:srgbClr val="000000"/>
              </a:solidFill>
              <a:ln w="4794" cap="sq">
                <a:noFill/>
                <a:prstDash val="solid"/>
                <a:round/>
              </a:ln>
            </p:spPr>
            <p:txBody>
              <a:bodyPr rtlCol="0" anchor="ctr"/>
              <a:lstStyle/>
              <a:p>
                <a:endParaRPr lang="en-US"/>
              </a:p>
            </p:txBody>
          </p:sp>
          <p:sp>
            <p:nvSpPr>
              <p:cNvPr id="3200" name="Freeform: Shape 3199">
                <a:extLst>
                  <a:ext uri="{FF2B5EF4-FFF2-40B4-BE49-F238E27FC236}">
                    <a16:creationId xmlns:a16="http://schemas.microsoft.com/office/drawing/2014/main" id="{5BE82DD9-04AE-6DEE-754E-10FE45F8B77E}"/>
                  </a:ext>
                </a:extLst>
              </p:cNvPr>
              <p:cNvSpPr/>
              <p:nvPr/>
            </p:nvSpPr>
            <p:spPr>
              <a:xfrm>
                <a:off x="7920434" y="8014614"/>
                <a:ext cx="37180" cy="37180"/>
              </a:xfrm>
              <a:custGeom>
                <a:avLst/>
                <a:gdLst>
                  <a:gd name="connsiteX0" fmla="*/ 37480 w 37180"/>
                  <a:gd name="connsiteY0" fmla="*/ 18766 h 37180"/>
                  <a:gd name="connsiteX1" fmla="*/ 18890 w 37180"/>
                  <a:gd name="connsiteY1" fmla="*/ 37356 h 37180"/>
                  <a:gd name="connsiteX2" fmla="*/ 299 w 37180"/>
                  <a:gd name="connsiteY2" fmla="*/ 18766 h 37180"/>
                  <a:gd name="connsiteX3" fmla="*/ 18890 w 37180"/>
                  <a:gd name="connsiteY3" fmla="*/ 176 h 37180"/>
                  <a:gd name="connsiteX4" fmla="*/ 37480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0" y="18766"/>
                    </a:moveTo>
                    <a:cubicBezTo>
                      <a:pt x="37480" y="29033"/>
                      <a:pt x="29157" y="37356"/>
                      <a:pt x="18890" y="37356"/>
                    </a:cubicBezTo>
                    <a:cubicBezTo>
                      <a:pt x="8623" y="37356"/>
                      <a:pt x="299" y="29033"/>
                      <a:pt x="299" y="18766"/>
                    </a:cubicBezTo>
                    <a:cubicBezTo>
                      <a:pt x="299" y="8499"/>
                      <a:pt x="8623" y="176"/>
                      <a:pt x="18890" y="176"/>
                    </a:cubicBezTo>
                    <a:cubicBezTo>
                      <a:pt x="29157" y="176"/>
                      <a:pt x="37480" y="8499"/>
                      <a:pt x="37480" y="18766"/>
                    </a:cubicBezTo>
                    <a:close/>
                  </a:path>
                </a:pathLst>
              </a:custGeom>
              <a:solidFill>
                <a:srgbClr val="00F700"/>
              </a:solidFill>
              <a:ln w="5753" cap="sq">
                <a:noFill/>
                <a:prstDash val="solid"/>
                <a:miter/>
              </a:ln>
            </p:spPr>
            <p:txBody>
              <a:bodyPr rtlCol="0" anchor="ctr"/>
              <a:lstStyle/>
              <a:p>
                <a:endParaRPr lang="en-US"/>
              </a:p>
            </p:txBody>
          </p:sp>
          <p:sp>
            <p:nvSpPr>
              <p:cNvPr id="3201" name="Freeform: Shape 3200">
                <a:extLst>
                  <a:ext uri="{FF2B5EF4-FFF2-40B4-BE49-F238E27FC236}">
                    <a16:creationId xmlns:a16="http://schemas.microsoft.com/office/drawing/2014/main" id="{52813299-78BF-60E0-585F-FAE376268428}"/>
                  </a:ext>
                </a:extLst>
              </p:cNvPr>
              <p:cNvSpPr/>
              <p:nvPr/>
            </p:nvSpPr>
            <p:spPr>
              <a:xfrm>
                <a:off x="7918034" y="8012213"/>
                <a:ext cx="41981" cy="41981"/>
              </a:xfrm>
              <a:custGeom>
                <a:avLst/>
                <a:gdLst>
                  <a:gd name="connsiteX0" fmla="*/ 21290 w 41981"/>
                  <a:gd name="connsiteY0" fmla="*/ 4976 h 41981"/>
                  <a:gd name="connsiteX1" fmla="*/ 37480 w 41981"/>
                  <a:gd name="connsiteY1" fmla="*/ 21166 h 41981"/>
                  <a:gd name="connsiteX2" fmla="*/ 37480 w 41981"/>
                  <a:gd name="connsiteY2" fmla="*/ 21166 h 41981"/>
                  <a:gd name="connsiteX3" fmla="*/ 21290 w 41981"/>
                  <a:gd name="connsiteY3" fmla="*/ 37356 h 41981"/>
                  <a:gd name="connsiteX4" fmla="*/ 5100 w 41981"/>
                  <a:gd name="connsiteY4" fmla="*/ 21166 h 41981"/>
                  <a:gd name="connsiteX5" fmla="*/ 21290 w 41981"/>
                  <a:gd name="connsiteY5" fmla="*/ 4976 h 41981"/>
                  <a:gd name="connsiteX6" fmla="*/ 21290 w 41981"/>
                  <a:gd name="connsiteY6" fmla="*/ 176 h 41981"/>
                  <a:gd name="connsiteX7" fmla="*/ 299 w 41981"/>
                  <a:gd name="connsiteY7" fmla="*/ 21166 h 41981"/>
                  <a:gd name="connsiteX8" fmla="*/ 21290 w 41981"/>
                  <a:gd name="connsiteY8" fmla="*/ 42157 h 41981"/>
                  <a:gd name="connsiteX9" fmla="*/ 42281 w 41981"/>
                  <a:gd name="connsiteY9" fmla="*/ 21166 h 41981"/>
                  <a:gd name="connsiteX10" fmla="*/ 42281 w 41981"/>
                  <a:gd name="connsiteY10" fmla="*/ 21166 h 41981"/>
                  <a:gd name="connsiteX11" fmla="*/ 21290 w 41981"/>
                  <a:gd name="connsiteY11" fmla="*/ 176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0" y="4976"/>
                    </a:moveTo>
                    <a:cubicBezTo>
                      <a:pt x="30232" y="4976"/>
                      <a:pt x="37480" y="12224"/>
                      <a:pt x="37480" y="21166"/>
                    </a:cubicBezTo>
                    <a:lnTo>
                      <a:pt x="37480" y="21166"/>
                    </a:lnTo>
                    <a:cubicBezTo>
                      <a:pt x="37480" y="30108"/>
                      <a:pt x="30232" y="37356"/>
                      <a:pt x="21290" y="37356"/>
                    </a:cubicBezTo>
                    <a:cubicBezTo>
                      <a:pt x="12348" y="37356"/>
                      <a:pt x="5100" y="30108"/>
                      <a:pt x="5100" y="21166"/>
                    </a:cubicBezTo>
                    <a:cubicBezTo>
                      <a:pt x="5100" y="12224"/>
                      <a:pt x="12348" y="4976"/>
                      <a:pt x="21290" y="4976"/>
                    </a:cubicBezTo>
                    <a:close/>
                    <a:moveTo>
                      <a:pt x="21290" y="176"/>
                    </a:moveTo>
                    <a:cubicBezTo>
                      <a:pt x="9697" y="176"/>
                      <a:pt x="299" y="9574"/>
                      <a:pt x="299" y="21166"/>
                    </a:cubicBezTo>
                    <a:cubicBezTo>
                      <a:pt x="299" y="32759"/>
                      <a:pt x="9697" y="42157"/>
                      <a:pt x="21290" y="42157"/>
                    </a:cubicBezTo>
                    <a:cubicBezTo>
                      <a:pt x="32883" y="42157"/>
                      <a:pt x="42281" y="32759"/>
                      <a:pt x="42281" y="21166"/>
                    </a:cubicBezTo>
                    <a:lnTo>
                      <a:pt x="42281" y="21166"/>
                    </a:lnTo>
                    <a:cubicBezTo>
                      <a:pt x="42281" y="9574"/>
                      <a:pt x="32883" y="176"/>
                      <a:pt x="21290" y="176"/>
                    </a:cubicBezTo>
                    <a:close/>
                  </a:path>
                </a:pathLst>
              </a:custGeom>
              <a:solidFill>
                <a:srgbClr val="000000"/>
              </a:solidFill>
              <a:ln w="4794" cap="sq">
                <a:noFill/>
                <a:prstDash val="solid"/>
                <a:round/>
              </a:ln>
            </p:spPr>
            <p:txBody>
              <a:bodyPr rtlCol="0" anchor="ctr"/>
              <a:lstStyle/>
              <a:p>
                <a:endParaRPr lang="en-US"/>
              </a:p>
            </p:txBody>
          </p:sp>
          <p:sp>
            <p:nvSpPr>
              <p:cNvPr id="3202" name="Freeform: Shape 3201">
                <a:extLst>
                  <a:ext uri="{FF2B5EF4-FFF2-40B4-BE49-F238E27FC236}">
                    <a16:creationId xmlns:a16="http://schemas.microsoft.com/office/drawing/2014/main" id="{0DA66045-3372-0D6B-8AEF-513620AA0FF8}"/>
                  </a:ext>
                </a:extLst>
              </p:cNvPr>
              <p:cNvSpPr/>
              <p:nvPr/>
            </p:nvSpPr>
            <p:spPr>
              <a:xfrm>
                <a:off x="7858883" y="8006884"/>
                <a:ext cx="37180" cy="37180"/>
              </a:xfrm>
              <a:custGeom>
                <a:avLst/>
                <a:gdLst>
                  <a:gd name="connsiteX0" fmla="*/ 37470 w 37180"/>
                  <a:gd name="connsiteY0" fmla="*/ 18765 h 37180"/>
                  <a:gd name="connsiteX1" fmla="*/ 18879 w 37180"/>
                  <a:gd name="connsiteY1" fmla="*/ 37355 h 37180"/>
                  <a:gd name="connsiteX2" fmla="*/ 289 w 37180"/>
                  <a:gd name="connsiteY2" fmla="*/ 18765 h 37180"/>
                  <a:gd name="connsiteX3" fmla="*/ 18879 w 37180"/>
                  <a:gd name="connsiteY3" fmla="*/ 174 h 37180"/>
                  <a:gd name="connsiteX4" fmla="*/ 37470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65"/>
                    </a:moveTo>
                    <a:cubicBezTo>
                      <a:pt x="37470" y="29032"/>
                      <a:pt x="29146" y="37355"/>
                      <a:pt x="18879" y="37355"/>
                    </a:cubicBezTo>
                    <a:cubicBezTo>
                      <a:pt x="8612" y="37355"/>
                      <a:pt x="289" y="29032"/>
                      <a:pt x="289" y="18765"/>
                    </a:cubicBezTo>
                    <a:cubicBezTo>
                      <a:pt x="289" y="8498"/>
                      <a:pt x="8612" y="174"/>
                      <a:pt x="18879" y="174"/>
                    </a:cubicBezTo>
                    <a:cubicBezTo>
                      <a:pt x="29146" y="174"/>
                      <a:pt x="37470" y="8498"/>
                      <a:pt x="37470" y="18765"/>
                    </a:cubicBezTo>
                    <a:close/>
                  </a:path>
                </a:pathLst>
              </a:custGeom>
              <a:solidFill>
                <a:srgbClr val="F7DEDE"/>
              </a:solidFill>
              <a:ln w="5753" cap="sq">
                <a:noFill/>
                <a:prstDash val="solid"/>
                <a:miter/>
              </a:ln>
            </p:spPr>
            <p:txBody>
              <a:bodyPr rtlCol="0" anchor="ctr"/>
              <a:lstStyle/>
              <a:p>
                <a:endParaRPr lang="en-US"/>
              </a:p>
            </p:txBody>
          </p:sp>
          <p:sp>
            <p:nvSpPr>
              <p:cNvPr id="3203" name="Freeform: Shape 3202">
                <a:extLst>
                  <a:ext uri="{FF2B5EF4-FFF2-40B4-BE49-F238E27FC236}">
                    <a16:creationId xmlns:a16="http://schemas.microsoft.com/office/drawing/2014/main" id="{3EB8B192-A544-137D-82CE-D7A02929B54A}"/>
                  </a:ext>
                </a:extLst>
              </p:cNvPr>
              <p:cNvSpPr/>
              <p:nvPr/>
            </p:nvSpPr>
            <p:spPr>
              <a:xfrm>
                <a:off x="7856483" y="8004483"/>
                <a:ext cx="41981" cy="41981"/>
              </a:xfrm>
              <a:custGeom>
                <a:avLst/>
                <a:gdLst>
                  <a:gd name="connsiteX0" fmla="*/ 21279 w 41981"/>
                  <a:gd name="connsiteY0" fmla="*/ 4975 h 41981"/>
                  <a:gd name="connsiteX1" fmla="*/ 37470 w 41981"/>
                  <a:gd name="connsiteY1" fmla="*/ 21165 h 41981"/>
                  <a:gd name="connsiteX2" fmla="*/ 37470 w 41981"/>
                  <a:gd name="connsiteY2" fmla="*/ 21165 h 41981"/>
                  <a:gd name="connsiteX3" fmla="*/ 21279 w 41981"/>
                  <a:gd name="connsiteY3" fmla="*/ 37355 h 41981"/>
                  <a:gd name="connsiteX4" fmla="*/ 5089 w 41981"/>
                  <a:gd name="connsiteY4" fmla="*/ 21165 h 41981"/>
                  <a:gd name="connsiteX5" fmla="*/ 21279 w 41981"/>
                  <a:gd name="connsiteY5" fmla="*/ 4975 h 41981"/>
                  <a:gd name="connsiteX6" fmla="*/ 21279 w 41981"/>
                  <a:gd name="connsiteY6" fmla="*/ 174 h 41981"/>
                  <a:gd name="connsiteX7" fmla="*/ 289 w 41981"/>
                  <a:gd name="connsiteY7" fmla="*/ 21165 h 41981"/>
                  <a:gd name="connsiteX8" fmla="*/ 21279 w 41981"/>
                  <a:gd name="connsiteY8" fmla="*/ 42156 h 41981"/>
                  <a:gd name="connsiteX9" fmla="*/ 42270 w 41981"/>
                  <a:gd name="connsiteY9" fmla="*/ 21165 h 41981"/>
                  <a:gd name="connsiteX10" fmla="*/ 42270 w 41981"/>
                  <a:gd name="connsiteY10" fmla="*/ 21165 h 41981"/>
                  <a:gd name="connsiteX11" fmla="*/ 21279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75"/>
                    </a:moveTo>
                    <a:cubicBezTo>
                      <a:pt x="30221" y="4975"/>
                      <a:pt x="37470" y="12223"/>
                      <a:pt x="37470" y="21165"/>
                    </a:cubicBezTo>
                    <a:lnTo>
                      <a:pt x="37470" y="21165"/>
                    </a:lnTo>
                    <a:cubicBezTo>
                      <a:pt x="37470" y="30107"/>
                      <a:pt x="30221" y="37355"/>
                      <a:pt x="21279" y="37355"/>
                    </a:cubicBezTo>
                    <a:cubicBezTo>
                      <a:pt x="12337" y="37355"/>
                      <a:pt x="5089" y="30107"/>
                      <a:pt x="5089" y="21165"/>
                    </a:cubicBezTo>
                    <a:cubicBezTo>
                      <a:pt x="5089" y="12223"/>
                      <a:pt x="12337" y="4975"/>
                      <a:pt x="21279" y="4975"/>
                    </a:cubicBezTo>
                    <a:close/>
                    <a:moveTo>
                      <a:pt x="21279" y="174"/>
                    </a:moveTo>
                    <a:cubicBezTo>
                      <a:pt x="9687" y="174"/>
                      <a:pt x="289" y="9572"/>
                      <a:pt x="289" y="21165"/>
                    </a:cubicBezTo>
                    <a:cubicBezTo>
                      <a:pt x="289" y="32758"/>
                      <a:pt x="9687" y="42156"/>
                      <a:pt x="21279" y="42156"/>
                    </a:cubicBezTo>
                    <a:cubicBezTo>
                      <a:pt x="32872" y="42156"/>
                      <a:pt x="42270" y="32758"/>
                      <a:pt x="42270" y="21165"/>
                    </a:cubicBezTo>
                    <a:lnTo>
                      <a:pt x="42270" y="21165"/>
                    </a:lnTo>
                    <a:cubicBezTo>
                      <a:pt x="42270" y="9572"/>
                      <a:pt x="32872" y="174"/>
                      <a:pt x="21279" y="174"/>
                    </a:cubicBezTo>
                    <a:close/>
                  </a:path>
                </a:pathLst>
              </a:custGeom>
              <a:solidFill>
                <a:srgbClr val="000000"/>
              </a:solidFill>
              <a:ln w="4794" cap="sq">
                <a:noFill/>
                <a:prstDash val="solid"/>
                <a:round/>
              </a:ln>
            </p:spPr>
            <p:txBody>
              <a:bodyPr rtlCol="0" anchor="ctr"/>
              <a:lstStyle/>
              <a:p>
                <a:endParaRPr lang="en-US"/>
              </a:p>
            </p:txBody>
          </p:sp>
          <p:sp>
            <p:nvSpPr>
              <p:cNvPr id="3204" name="Freeform: Shape 3203">
                <a:extLst>
                  <a:ext uri="{FF2B5EF4-FFF2-40B4-BE49-F238E27FC236}">
                    <a16:creationId xmlns:a16="http://schemas.microsoft.com/office/drawing/2014/main" id="{D55DCE21-8DA5-744D-E991-680CDC2F1EF5}"/>
                  </a:ext>
                </a:extLst>
              </p:cNvPr>
              <p:cNvSpPr/>
              <p:nvPr/>
            </p:nvSpPr>
            <p:spPr>
              <a:xfrm>
                <a:off x="7596849" y="8005006"/>
                <a:ext cx="37180" cy="37180"/>
              </a:xfrm>
              <a:custGeom>
                <a:avLst/>
                <a:gdLst>
                  <a:gd name="connsiteX0" fmla="*/ 37424 w 37180"/>
                  <a:gd name="connsiteY0" fmla="*/ 18764 h 37180"/>
                  <a:gd name="connsiteX1" fmla="*/ 18834 w 37180"/>
                  <a:gd name="connsiteY1" fmla="*/ 37355 h 37180"/>
                  <a:gd name="connsiteX2" fmla="*/ 243 w 37180"/>
                  <a:gd name="connsiteY2" fmla="*/ 18764 h 37180"/>
                  <a:gd name="connsiteX3" fmla="*/ 18834 w 37180"/>
                  <a:gd name="connsiteY3" fmla="*/ 174 h 37180"/>
                  <a:gd name="connsiteX4" fmla="*/ 37424 w 37180"/>
                  <a:gd name="connsiteY4" fmla="*/ 1876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4" y="18764"/>
                    </a:moveTo>
                    <a:cubicBezTo>
                      <a:pt x="37424" y="29032"/>
                      <a:pt x="29101" y="37355"/>
                      <a:pt x="18834" y="37355"/>
                    </a:cubicBezTo>
                    <a:cubicBezTo>
                      <a:pt x="8566" y="37355"/>
                      <a:pt x="243" y="29032"/>
                      <a:pt x="243" y="18764"/>
                    </a:cubicBezTo>
                    <a:cubicBezTo>
                      <a:pt x="243" y="8497"/>
                      <a:pt x="8566" y="174"/>
                      <a:pt x="18834" y="174"/>
                    </a:cubicBezTo>
                    <a:cubicBezTo>
                      <a:pt x="29101" y="174"/>
                      <a:pt x="37424" y="8497"/>
                      <a:pt x="37424" y="18764"/>
                    </a:cubicBezTo>
                    <a:close/>
                  </a:path>
                </a:pathLst>
              </a:custGeom>
              <a:solidFill>
                <a:srgbClr val="F7A500"/>
              </a:solidFill>
              <a:ln w="5753" cap="sq">
                <a:noFill/>
                <a:prstDash val="solid"/>
                <a:miter/>
              </a:ln>
            </p:spPr>
            <p:txBody>
              <a:bodyPr rtlCol="0" anchor="ctr"/>
              <a:lstStyle/>
              <a:p>
                <a:endParaRPr lang="en-US"/>
              </a:p>
            </p:txBody>
          </p:sp>
          <p:sp>
            <p:nvSpPr>
              <p:cNvPr id="3205" name="Freeform: Shape 3204">
                <a:extLst>
                  <a:ext uri="{FF2B5EF4-FFF2-40B4-BE49-F238E27FC236}">
                    <a16:creationId xmlns:a16="http://schemas.microsoft.com/office/drawing/2014/main" id="{AF7853E7-695A-BDDD-69B9-F5EDF321C2B2}"/>
                  </a:ext>
                </a:extLst>
              </p:cNvPr>
              <p:cNvSpPr/>
              <p:nvPr/>
            </p:nvSpPr>
            <p:spPr>
              <a:xfrm>
                <a:off x="7594449" y="8002606"/>
                <a:ext cx="41981" cy="41981"/>
              </a:xfrm>
              <a:custGeom>
                <a:avLst/>
                <a:gdLst>
                  <a:gd name="connsiteX0" fmla="*/ 21234 w 41981"/>
                  <a:gd name="connsiteY0" fmla="*/ 4974 h 41981"/>
                  <a:gd name="connsiteX1" fmla="*/ 37424 w 41981"/>
                  <a:gd name="connsiteY1" fmla="*/ 21165 h 41981"/>
                  <a:gd name="connsiteX2" fmla="*/ 37424 w 41981"/>
                  <a:gd name="connsiteY2" fmla="*/ 21165 h 41981"/>
                  <a:gd name="connsiteX3" fmla="*/ 21234 w 41981"/>
                  <a:gd name="connsiteY3" fmla="*/ 37355 h 41981"/>
                  <a:gd name="connsiteX4" fmla="*/ 5044 w 41981"/>
                  <a:gd name="connsiteY4" fmla="*/ 21165 h 41981"/>
                  <a:gd name="connsiteX5" fmla="*/ 21234 w 41981"/>
                  <a:gd name="connsiteY5" fmla="*/ 4974 h 41981"/>
                  <a:gd name="connsiteX6" fmla="*/ 21234 w 41981"/>
                  <a:gd name="connsiteY6" fmla="*/ 174 h 41981"/>
                  <a:gd name="connsiteX7" fmla="*/ 243 w 41981"/>
                  <a:gd name="connsiteY7" fmla="*/ 21165 h 41981"/>
                  <a:gd name="connsiteX8" fmla="*/ 21234 w 41981"/>
                  <a:gd name="connsiteY8" fmla="*/ 42155 h 41981"/>
                  <a:gd name="connsiteX9" fmla="*/ 42224 w 41981"/>
                  <a:gd name="connsiteY9" fmla="*/ 21165 h 41981"/>
                  <a:gd name="connsiteX10" fmla="*/ 42224 w 41981"/>
                  <a:gd name="connsiteY10" fmla="*/ 21165 h 41981"/>
                  <a:gd name="connsiteX11" fmla="*/ 21234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4" y="4974"/>
                    </a:moveTo>
                    <a:cubicBezTo>
                      <a:pt x="30176" y="4974"/>
                      <a:pt x="37424" y="12223"/>
                      <a:pt x="37424" y="21165"/>
                    </a:cubicBezTo>
                    <a:lnTo>
                      <a:pt x="37424" y="21165"/>
                    </a:lnTo>
                    <a:cubicBezTo>
                      <a:pt x="37424" y="30106"/>
                      <a:pt x="30176" y="37355"/>
                      <a:pt x="21234" y="37355"/>
                    </a:cubicBezTo>
                    <a:cubicBezTo>
                      <a:pt x="12292" y="37355"/>
                      <a:pt x="5044" y="30106"/>
                      <a:pt x="5044" y="21165"/>
                    </a:cubicBezTo>
                    <a:cubicBezTo>
                      <a:pt x="5044" y="12223"/>
                      <a:pt x="12292" y="4974"/>
                      <a:pt x="21234" y="4974"/>
                    </a:cubicBezTo>
                    <a:close/>
                    <a:moveTo>
                      <a:pt x="21234" y="174"/>
                    </a:moveTo>
                    <a:cubicBezTo>
                      <a:pt x="9641" y="174"/>
                      <a:pt x="243" y="9572"/>
                      <a:pt x="243" y="21165"/>
                    </a:cubicBezTo>
                    <a:cubicBezTo>
                      <a:pt x="243" y="32757"/>
                      <a:pt x="9641" y="42155"/>
                      <a:pt x="21234" y="42155"/>
                    </a:cubicBezTo>
                    <a:cubicBezTo>
                      <a:pt x="32826" y="42155"/>
                      <a:pt x="42224" y="32757"/>
                      <a:pt x="42224" y="21165"/>
                    </a:cubicBezTo>
                    <a:lnTo>
                      <a:pt x="42224" y="21165"/>
                    </a:lnTo>
                    <a:cubicBezTo>
                      <a:pt x="42224" y="9572"/>
                      <a:pt x="32826" y="174"/>
                      <a:pt x="21234" y="174"/>
                    </a:cubicBezTo>
                    <a:close/>
                  </a:path>
                </a:pathLst>
              </a:custGeom>
              <a:solidFill>
                <a:srgbClr val="000000"/>
              </a:solidFill>
              <a:ln w="4794" cap="sq">
                <a:noFill/>
                <a:prstDash val="solid"/>
                <a:round/>
              </a:ln>
            </p:spPr>
            <p:txBody>
              <a:bodyPr rtlCol="0" anchor="ctr"/>
              <a:lstStyle/>
              <a:p>
                <a:endParaRPr lang="en-US"/>
              </a:p>
            </p:txBody>
          </p:sp>
          <p:sp>
            <p:nvSpPr>
              <p:cNvPr id="3206" name="Freeform: Shape 3205">
                <a:extLst>
                  <a:ext uri="{FF2B5EF4-FFF2-40B4-BE49-F238E27FC236}">
                    <a16:creationId xmlns:a16="http://schemas.microsoft.com/office/drawing/2014/main" id="{C8B4B38F-4623-40A0-432F-BF7C0AF0B284}"/>
                  </a:ext>
                </a:extLst>
              </p:cNvPr>
              <p:cNvSpPr/>
              <p:nvPr/>
            </p:nvSpPr>
            <p:spPr>
              <a:xfrm>
                <a:off x="7730320" y="8080168"/>
                <a:ext cx="37180" cy="37180"/>
              </a:xfrm>
              <a:custGeom>
                <a:avLst/>
                <a:gdLst>
                  <a:gd name="connsiteX0" fmla="*/ 37447 w 37180"/>
                  <a:gd name="connsiteY0" fmla="*/ 18777 h 37180"/>
                  <a:gd name="connsiteX1" fmla="*/ 18857 w 37180"/>
                  <a:gd name="connsiteY1" fmla="*/ 37368 h 37180"/>
                  <a:gd name="connsiteX2" fmla="*/ 266 w 37180"/>
                  <a:gd name="connsiteY2" fmla="*/ 18777 h 37180"/>
                  <a:gd name="connsiteX3" fmla="*/ 18857 w 37180"/>
                  <a:gd name="connsiteY3" fmla="*/ 187 h 37180"/>
                  <a:gd name="connsiteX4" fmla="*/ 37447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77"/>
                    </a:moveTo>
                    <a:cubicBezTo>
                      <a:pt x="37447" y="29045"/>
                      <a:pt x="29124" y="37368"/>
                      <a:pt x="18857" y="37368"/>
                    </a:cubicBezTo>
                    <a:cubicBezTo>
                      <a:pt x="8590" y="37368"/>
                      <a:pt x="266" y="29045"/>
                      <a:pt x="266" y="18777"/>
                    </a:cubicBezTo>
                    <a:cubicBezTo>
                      <a:pt x="266" y="8510"/>
                      <a:pt x="8590" y="187"/>
                      <a:pt x="18857" y="187"/>
                    </a:cubicBezTo>
                    <a:cubicBezTo>
                      <a:pt x="29124" y="187"/>
                      <a:pt x="37447" y="8510"/>
                      <a:pt x="37447" y="18777"/>
                    </a:cubicBezTo>
                    <a:close/>
                  </a:path>
                </a:pathLst>
              </a:custGeom>
              <a:solidFill>
                <a:srgbClr val="F0F7F0"/>
              </a:solidFill>
              <a:ln w="5753" cap="sq">
                <a:noFill/>
                <a:prstDash val="solid"/>
                <a:miter/>
              </a:ln>
            </p:spPr>
            <p:txBody>
              <a:bodyPr rtlCol="0" anchor="ctr"/>
              <a:lstStyle/>
              <a:p>
                <a:endParaRPr lang="en-US"/>
              </a:p>
            </p:txBody>
          </p:sp>
          <p:sp>
            <p:nvSpPr>
              <p:cNvPr id="3207" name="Freeform: Shape 3206">
                <a:extLst>
                  <a:ext uri="{FF2B5EF4-FFF2-40B4-BE49-F238E27FC236}">
                    <a16:creationId xmlns:a16="http://schemas.microsoft.com/office/drawing/2014/main" id="{1FE2CD40-057C-2AE6-D5ED-874AC205C0EC}"/>
                  </a:ext>
                </a:extLst>
              </p:cNvPr>
              <p:cNvSpPr/>
              <p:nvPr/>
            </p:nvSpPr>
            <p:spPr>
              <a:xfrm>
                <a:off x="7727919" y="8077768"/>
                <a:ext cx="41981" cy="41981"/>
              </a:xfrm>
              <a:custGeom>
                <a:avLst/>
                <a:gdLst>
                  <a:gd name="connsiteX0" fmla="*/ 21257 w 41981"/>
                  <a:gd name="connsiteY0" fmla="*/ 4987 h 41981"/>
                  <a:gd name="connsiteX1" fmla="*/ 37447 w 41981"/>
                  <a:gd name="connsiteY1" fmla="*/ 21178 h 41981"/>
                  <a:gd name="connsiteX2" fmla="*/ 37447 w 41981"/>
                  <a:gd name="connsiteY2" fmla="*/ 21178 h 41981"/>
                  <a:gd name="connsiteX3" fmla="*/ 21257 w 41981"/>
                  <a:gd name="connsiteY3" fmla="*/ 37368 h 41981"/>
                  <a:gd name="connsiteX4" fmla="*/ 5067 w 41981"/>
                  <a:gd name="connsiteY4" fmla="*/ 21178 h 41981"/>
                  <a:gd name="connsiteX5" fmla="*/ 21257 w 41981"/>
                  <a:gd name="connsiteY5" fmla="*/ 4987 h 41981"/>
                  <a:gd name="connsiteX6" fmla="*/ 21257 w 41981"/>
                  <a:gd name="connsiteY6" fmla="*/ 187 h 41981"/>
                  <a:gd name="connsiteX7" fmla="*/ 266 w 41981"/>
                  <a:gd name="connsiteY7" fmla="*/ 21178 h 41981"/>
                  <a:gd name="connsiteX8" fmla="*/ 21257 w 41981"/>
                  <a:gd name="connsiteY8" fmla="*/ 42168 h 41981"/>
                  <a:gd name="connsiteX9" fmla="*/ 42248 w 41981"/>
                  <a:gd name="connsiteY9" fmla="*/ 21178 h 41981"/>
                  <a:gd name="connsiteX10" fmla="*/ 42248 w 41981"/>
                  <a:gd name="connsiteY10" fmla="*/ 21178 h 41981"/>
                  <a:gd name="connsiteX11" fmla="*/ 21257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87"/>
                    </a:moveTo>
                    <a:cubicBezTo>
                      <a:pt x="30199" y="4987"/>
                      <a:pt x="37447" y="12236"/>
                      <a:pt x="37447" y="21178"/>
                    </a:cubicBezTo>
                    <a:lnTo>
                      <a:pt x="37447" y="21178"/>
                    </a:lnTo>
                    <a:cubicBezTo>
                      <a:pt x="37447" y="30119"/>
                      <a:pt x="30199" y="37368"/>
                      <a:pt x="21257" y="37368"/>
                    </a:cubicBezTo>
                    <a:cubicBezTo>
                      <a:pt x="12315" y="37368"/>
                      <a:pt x="5067" y="30119"/>
                      <a:pt x="5067" y="21178"/>
                    </a:cubicBezTo>
                    <a:cubicBezTo>
                      <a:pt x="5067" y="12236"/>
                      <a:pt x="12315" y="4987"/>
                      <a:pt x="21257" y="4987"/>
                    </a:cubicBezTo>
                    <a:close/>
                    <a:moveTo>
                      <a:pt x="21257" y="187"/>
                    </a:moveTo>
                    <a:cubicBezTo>
                      <a:pt x="9664" y="187"/>
                      <a:pt x="266" y="9585"/>
                      <a:pt x="266" y="21178"/>
                    </a:cubicBezTo>
                    <a:cubicBezTo>
                      <a:pt x="266" y="32770"/>
                      <a:pt x="9664" y="42168"/>
                      <a:pt x="21257" y="42168"/>
                    </a:cubicBezTo>
                    <a:cubicBezTo>
                      <a:pt x="32850" y="42168"/>
                      <a:pt x="42248" y="32770"/>
                      <a:pt x="42248" y="21178"/>
                    </a:cubicBezTo>
                    <a:lnTo>
                      <a:pt x="42248" y="21178"/>
                    </a:lnTo>
                    <a:cubicBezTo>
                      <a:pt x="42248" y="9585"/>
                      <a:pt x="32850" y="187"/>
                      <a:pt x="21257" y="187"/>
                    </a:cubicBezTo>
                    <a:close/>
                  </a:path>
                </a:pathLst>
              </a:custGeom>
              <a:solidFill>
                <a:srgbClr val="000000"/>
              </a:solidFill>
              <a:ln w="4794" cap="sq">
                <a:noFill/>
                <a:prstDash val="solid"/>
                <a:round/>
              </a:ln>
            </p:spPr>
            <p:txBody>
              <a:bodyPr rtlCol="0" anchor="ctr"/>
              <a:lstStyle/>
              <a:p>
                <a:endParaRPr lang="en-US"/>
              </a:p>
            </p:txBody>
          </p:sp>
          <p:sp>
            <p:nvSpPr>
              <p:cNvPr id="3208" name="Freeform: Shape 3207">
                <a:extLst>
                  <a:ext uri="{FF2B5EF4-FFF2-40B4-BE49-F238E27FC236}">
                    <a16:creationId xmlns:a16="http://schemas.microsoft.com/office/drawing/2014/main" id="{4E88DFEE-FC7A-223A-9A98-822A17AA95B3}"/>
                  </a:ext>
                </a:extLst>
              </p:cNvPr>
              <p:cNvSpPr/>
              <p:nvPr/>
            </p:nvSpPr>
            <p:spPr>
              <a:xfrm>
                <a:off x="7568533" y="7714708"/>
                <a:ext cx="37180" cy="37180"/>
              </a:xfrm>
              <a:custGeom>
                <a:avLst/>
                <a:gdLst>
                  <a:gd name="connsiteX0" fmla="*/ 37419 w 37180"/>
                  <a:gd name="connsiteY0" fmla="*/ 18714 h 37180"/>
                  <a:gd name="connsiteX1" fmla="*/ 18829 w 37180"/>
                  <a:gd name="connsiteY1" fmla="*/ 37304 h 37180"/>
                  <a:gd name="connsiteX2" fmla="*/ 238 w 37180"/>
                  <a:gd name="connsiteY2" fmla="*/ 18714 h 37180"/>
                  <a:gd name="connsiteX3" fmla="*/ 18829 w 37180"/>
                  <a:gd name="connsiteY3" fmla="*/ 124 h 37180"/>
                  <a:gd name="connsiteX4" fmla="*/ 37419 w 37180"/>
                  <a:gd name="connsiteY4" fmla="*/ 1871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19" y="18714"/>
                    </a:moveTo>
                    <a:cubicBezTo>
                      <a:pt x="37419" y="28981"/>
                      <a:pt x="29096" y="37304"/>
                      <a:pt x="18829" y="37304"/>
                    </a:cubicBezTo>
                    <a:cubicBezTo>
                      <a:pt x="8562" y="37304"/>
                      <a:pt x="238" y="28981"/>
                      <a:pt x="238" y="18714"/>
                    </a:cubicBezTo>
                    <a:cubicBezTo>
                      <a:pt x="238" y="8447"/>
                      <a:pt x="8562" y="124"/>
                      <a:pt x="18829" y="124"/>
                    </a:cubicBezTo>
                    <a:cubicBezTo>
                      <a:pt x="29096" y="124"/>
                      <a:pt x="37419" y="8447"/>
                      <a:pt x="37419" y="18714"/>
                    </a:cubicBezTo>
                    <a:close/>
                  </a:path>
                </a:pathLst>
              </a:custGeom>
              <a:solidFill>
                <a:srgbClr val="F7F6F6"/>
              </a:solidFill>
              <a:ln w="5753" cap="sq">
                <a:noFill/>
                <a:prstDash val="solid"/>
                <a:miter/>
              </a:ln>
            </p:spPr>
            <p:txBody>
              <a:bodyPr rtlCol="0" anchor="ctr"/>
              <a:lstStyle/>
              <a:p>
                <a:endParaRPr lang="en-US"/>
              </a:p>
            </p:txBody>
          </p:sp>
          <p:sp>
            <p:nvSpPr>
              <p:cNvPr id="3209" name="Freeform: Shape 3208">
                <a:extLst>
                  <a:ext uri="{FF2B5EF4-FFF2-40B4-BE49-F238E27FC236}">
                    <a16:creationId xmlns:a16="http://schemas.microsoft.com/office/drawing/2014/main" id="{9BD72C9A-1414-A7D7-05EC-B6438AF163B2}"/>
                  </a:ext>
                </a:extLst>
              </p:cNvPr>
              <p:cNvSpPr/>
              <p:nvPr/>
            </p:nvSpPr>
            <p:spPr>
              <a:xfrm>
                <a:off x="7566133" y="7712307"/>
                <a:ext cx="41981" cy="41981"/>
              </a:xfrm>
              <a:custGeom>
                <a:avLst/>
                <a:gdLst>
                  <a:gd name="connsiteX0" fmla="*/ 21229 w 41981"/>
                  <a:gd name="connsiteY0" fmla="*/ 4924 h 41981"/>
                  <a:gd name="connsiteX1" fmla="*/ 37419 w 41981"/>
                  <a:gd name="connsiteY1" fmla="*/ 21114 h 41981"/>
                  <a:gd name="connsiteX2" fmla="*/ 37419 w 41981"/>
                  <a:gd name="connsiteY2" fmla="*/ 21114 h 41981"/>
                  <a:gd name="connsiteX3" fmla="*/ 21229 w 41981"/>
                  <a:gd name="connsiteY3" fmla="*/ 37304 h 41981"/>
                  <a:gd name="connsiteX4" fmla="*/ 5039 w 41981"/>
                  <a:gd name="connsiteY4" fmla="*/ 21114 h 41981"/>
                  <a:gd name="connsiteX5" fmla="*/ 21229 w 41981"/>
                  <a:gd name="connsiteY5" fmla="*/ 4924 h 41981"/>
                  <a:gd name="connsiteX6" fmla="*/ 21229 w 41981"/>
                  <a:gd name="connsiteY6" fmla="*/ 124 h 41981"/>
                  <a:gd name="connsiteX7" fmla="*/ 238 w 41981"/>
                  <a:gd name="connsiteY7" fmla="*/ 21114 h 41981"/>
                  <a:gd name="connsiteX8" fmla="*/ 21229 w 41981"/>
                  <a:gd name="connsiteY8" fmla="*/ 42105 h 41981"/>
                  <a:gd name="connsiteX9" fmla="*/ 42219 w 41981"/>
                  <a:gd name="connsiteY9" fmla="*/ 21114 h 41981"/>
                  <a:gd name="connsiteX10" fmla="*/ 42219 w 41981"/>
                  <a:gd name="connsiteY10" fmla="*/ 21114 h 41981"/>
                  <a:gd name="connsiteX11" fmla="*/ 21229 w 41981"/>
                  <a:gd name="connsiteY11" fmla="*/ 12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29" y="4924"/>
                    </a:moveTo>
                    <a:cubicBezTo>
                      <a:pt x="30171" y="4924"/>
                      <a:pt x="37419" y="12172"/>
                      <a:pt x="37419" y="21114"/>
                    </a:cubicBezTo>
                    <a:lnTo>
                      <a:pt x="37419" y="21114"/>
                    </a:lnTo>
                    <a:cubicBezTo>
                      <a:pt x="37419" y="30056"/>
                      <a:pt x="30171" y="37304"/>
                      <a:pt x="21229" y="37304"/>
                    </a:cubicBezTo>
                    <a:cubicBezTo>
                      <a:pt x="12287" y="37304"/>
                      <a:pt x="5039" y="30056"/>
                      <a:pt x="5039" y="21114"/>
                    </a:cubicBezTo>
                    <a:cubicBezTo>
                      <a:pt x="5039" y="12172"/>
                      <a:pt x="12287" y="4924"/>
                      <a:pt x="21229" y="4924"/>
                    </a:cubicBezTo>
                    <a:close/>
                    <a:moveTo>
                      <a:pt x="21229" y="124"/>
                    </a:moveTo>
                    <a:cubicBezTo>
                      <a:pt x="9636" y="124"/>
                      <a:pt x="238" y="9522"/>
                      <a:pt x="238" y="21114"/>
                    </a:cubicBezTo>
                    <a:cubicBezTo>
                      <a:pt x="238" y="32707"/>
                      <a:pt x="9636" y="42105"/>
                      <a:pt x="21229" y="42105"/>
                    </a:cubicBezTo>
                    <a:cubicBezTo>
                      <a:pt x="32821" y="42105"/>
                      <a:pt x="42219" y="32707"/>
                      <a:pt x="42219" y="21114"/>
                    </a:cubicBezTo>
                    <a:lnTo>
                      <a:pt x="42219" y="21114"/>
                    </a:lnTo>
                    <a:cubicBezTo>
                      <a:pt x="42219" y="9522"/>
                      <a:pt x="32821" y="124"/>
                      <a:pt x="21229" y="124"/>
                    </a:cubicBezTo>
                    <a:close/>
                  </a:path>
                </a:pathLst>
              </a:custGeom>
              <a:solidFill>
                <a:srgbClr val="000000"/>
              </a:solidFill>
              <a:ln w="4794" cap="sq">
                <a:noFill/>
                <a:prstDash val="solid"/>
                <a:round/>
              </a:ln>
            </p:spPr>
            <p:txBody>
              <a:bodyPr rtlCol="0" anchor="ctr"/>
              <a:lstStyle/>
              <a:p>
                <a:endParaRPr lang="en-US"/>
              </a:p>
            </p:txBody>
          </p:sp>
          <p:sp>
            <p:nvSpPr>
              <p:cNvPr id="3210" name="Freeform: Shape 3209">
                <a:extLst>
                  <a:ext uri="{FF2B5EF4-FFF2-40B4-BE49-F238E27FC236}">
                    <a16:creationId xmlns:a16="http://schemas.microsoft.com/office/drawing/2014/main" id="{6AA6214A-F06C-F3D8-3187-C4B201627877}"/>
                  </a:ext>
                </a:extLst>
              </p:cNvPr>
              <p:cNvSpPr/>
              <p:nvPr/>
            </p:nvSpPr>
            <p:spPr>
              <a:xfrm>
                <a:off x="7859217" y="8033904"/>
                <a:ext cx="37180" cy="37180"/>
              </a:xfrm>
              <a:custGeom>
                <a:avLst/>
                <a:gdLst>
                  <a:gd name="connsiteX0" fmla="*/ 37470 w 37180"/>
                  <a:gd name="connsiteY0" fmla="*/ 18769 h 37180"/>
                  <a:gd name="connsiteX1" fmla="*/ 18879 w 37180"/>
                  <a:gd name="connsiteY1" fmla="*/ 37360 h 37180"/>
                  <a:gd name="connsiteX2" fmla="*/ 289 w 37180"/>
                  <a:gd name="connsiteY2" fmla="*/ 18769 h 37180"/>
                  <a:gd name="connsiteX3" fmla="*/ 18879 w 37180"/>
                  <a:gd name="connsiteY3" fmla="*/ 179 h 37180"/>
                  <a:gd name="connsiteX4" fmla="*/ 37470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0" y="18769"/>
                    </a:moveTo>
                    <a:cubicBezTo>
                      <a:pt x="37470" y="29037"/>
                      <a:pt x="29146" y="37360"/>
                      <a:pt x="18879" y="37360"/>
                    </a:cubicBezTo>
                    <a:cubicBezTo>
                      <a:pt x="8612" y="37360"/>
                      <a:pt x="289" y="29037"/>
                      <a:pt x="289" y="18769"/>
                    </a:cubicBezTo>
                    <a:cubicBezTo>
                      <a:pt x="289" y="8502"/>
                      <a:pt x="8612" y="179"/>
                      <a:pt x="18879" y="179"/>
                    </a:cubicBezTo>
                    <a:cubicBezTo>
                      <a:pt x="29146" y="179"/>
                      <a:pt x="37470" y="8502"/>
                      <a:pt x="37470" y="18769"/>
                    </a:cubicBezTo>
                    <a:close/>
                  </a:path>
                </a:pathLst>
              </a:custGeom>
              <a:solidFill>
                <a:srgbClr val="EFF7EF"/>
              </a:solidFill>
              <a:ln w="5753" cap="sq">
                <a:noFill/>
                <a:prstDash val="solid"/>
                <a:miter/>
              </a:ln>
            </p:spPr>
            <p:txBody>
              <a:bodyPr rtlCol="0" anchor="ctr"/>
              <a:lstStyle/>
              <a:p>
                <a:endParaRPr lang="en-US"/>
              </a:p>
            </p:txBody>
          </p:sp>
          <p:sp>
            <p:nvSpPr>
              <p:cNvPr id="3211" name="Freeform: Shape 3210">
                <a:extLst>
                  <a:ext uri="{FF2B5EF4-FFF2-40B4-BE49-F238E27FC236}">
                    <a16:creationId xmlns:a16="http://schemas.microsoft.com/office/drawing/2014/main" id="{A07D4428-B15C-0AFA-B953-A7977964CBBB}"/>
                  </a:ext>
                </a:extLst>
              </p:cNvPr>
              <p:cNvSpPr/>
              <p:nvPr/>
            </p:nvSpPr>
            <p:spPr>
              <a:xfrm>
                <a:off x="7856817" y="8031504"/>
                <a:ext cx="41981" cy="41981"/>
              </a:xfrm>
              <a:custGeom>
                <a:avLst/>
                <a:gdLst>
                  <a:gd name="connsiteX0" fmla="*/ 21279 w 41981"/>
                  <a:gd name="connsiteY0" fmla="*/ 4979 h 41981"/>
                  <a:gd name="connsiteX1" fmla="*/ 37470 w 41981"/>
                  <a:gd name="connsiteY1" fmla="*/ 21170 h 41981"/>
                  <a:gd name="connsiteX2" fmla="*/ 37470 w 41981"/>
                  <a:gd name="connsiteY2" fmla="*/ 21170 h 41981"/>
                  <a:gd name="connsiteX3" fmla="*/ 21279 w 41981"/>
                  <a:gd name="connsiteY3" fmla="*/ 37360 h 41981"/>
                  <a:gd name="connsiteX4" fmla="*/ 5089 w 41981"/>
                  <a:gd name="connsiteY4" fmla="*/ 21170 h 41981"/>
                  <a:gd name="connsiteX5" fmla="*/ 21279 w 41981"/>
                  <a:gd name="connsiteY5" fmla="*/ 4979 h 41981"/>
                  <a:gd name="connsiteX6" fmla="*/ 21279 w 41981"/>
                  <a:gd name="connsiteY6" fmla="*/ 179 h 41981"/>
                  <a:gd name="connsiteX7" fmla="*/ 289 w 41981"/>
                  <a:gd name="connsiteY7" fmla="*/ 21170 h 41981"/>
                  <a:gd name="connsiteX8" fmla="*/ 21279 w 41981"/>
                  <a:gd name="connsiteY8" fmla="*/ 42160 h 41981"/>
                  <a:gd name="connsiteX9" fmla="*/ 42270 w 41981"/>
                  <a:gd name="connsiteY9" fmla="*/ 21170 h 41981"/>
                  <a:gd name="connsiteX10" fmla="*/ 42270 w 41981"/>
                  <a:gd name="connsiteY10" fmla="*/ 21170 h 41981"/>
                  <a:gd name="connsiteX11" fmla="*/ 2127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9" y="4979"/>
                    </a:moveTo>
                    <a:cubicBezTo>
                      <a:pt x="30221" y="4979"/>
                      <a:pt x="37470" y="12228"/>
                      <a:pt x="37470" y="21170"/>
                    </a:cubicBezTo>
                    <a:lnTo>
                      <a:pt x="37470" y="21170"/>
                    </a:lnTo>
                    <a:cubicBezTo>
                      <a:pt x="37470" y="30111"/>
                      <a:pt x="30221" y="37360"/>
                      <a:pt x="21279" y="37360"/>
                    </a:cubicBezTo>
                    <a:cubicBezTo>
                      <a:pt x="12338" y="37360"/>
                      <a:pt x="5089" y="30111"/>
                      <a:pt x="5089" y="21170"/>
                    </a:cubicBezTo>
                    <a:cubicBezTo>
                      <a:pt x="5089" y="12228"/>
                      <a:pt x="12338" y="4979"/>
                      <a:pt x="21279" y="4979"/>
                    </a:cubicBezTo>
                    <a:close/>
                    <a:moveTo>
                      <a:pt x="21279" y="179"/>
                    </a:moveTo>
                    <a:cubicBezTo>
                      <a:pt x="9687" y="179"/>
                      <a:pt x="289" y="9577"/>
                      <a:pt x="289" y="21170"/>
                    </a:cubicBezTo>
                    <a:cubicBezTo>
                      <a:pt x="289" y="32762"/>
                      <a:pt x="9687" y="42160"/>
                      <a:pt x="21279" y="42160"/>
                    </a:cubicBezTo>
                    <a:cubicBezTo>
                      <a:pt x="32872" y="42160"/>
                      <a:pt x="42270" y="32762"/>
                      <a:pt x="42270" y="21170"/>
                    </a:cubicBezTo>
                    <a:lnTo>
                      <a:pt x="42270" y="21170"/>
                    </a:lnTo>
                    <a:cubicBezTo>
                      <a:pt x="42270" y="9577"/>
                      <a:pt x="32872" y="179"/>
                      <a:pt x="21279" y="179"/>
                    </a:cubicBezTo>
                    <a:close/>
                  </a:path>
                </a:pathLst>
              </a:custGeom>
              <a:solidFill>
                <a:srgbClr val="000000"/>
              </a:solidFill>
              <a:ln w="4794" cap="sq">
                <a:noFill/>
                <a:prstDash val="solid"/>
                <a:round/>
              </a:ln>
            </p:spPr>
            <p:txBody>
              <a:bodyPr rtlCol="0" anchor="ctr"/>
              <a:lstStyle/>
              <a:p>
                <a:endParaRPr lang="en-US"/>
              </a:p>
            </p:txBody>
          </p:sp>
          <p:sp>
            <p:nvSpPr>
              <p:cNvPr id="3212" name="Freeform: Shape 3211">
                <a:extLst>
                  <a:ext uri="{FF2B5EF4-FFF2-40B4-BE49-F238E27FC236}">
                    <a16:creationId xmlns:a16="http://schemas.microsoft.com/office/drawing/2014/main" id="{5A28C71C-395F-6464-E883-A01050C02B6A}"/>
                  </a:ext>
                </a:extLst>
              </p:cNvPr>
              <p:cNvSpPr/>
              <p:nvPr/>
            </p:nvSpPr>
            <p:spPr>
              <a:xfrm>
                <a:off x="7782741" y="8013323"/>
                <a:ext cx="37180" cy="37180"/>
              </a:xfrm>
              <a:custGeom>
                <a:avLst/>
                <a:gdLst>
                  <a:gd name="connsiteX0" fmla="*/ 37456 w 37180"/>
                  <a:gd name="connsiteY0" fmla="*/ 18766 h 37180"/>
                  <a:gd name="connsiteX1" fmla="*/ 18866 w 37180"/>
                  <a:gd name="connsiteY1" fmla="*/ 37356 h 37180"/>
                  <a:gd name="connsiteX2" fmla="*/ 275 w 37180"/>
                  <a:gd name="connsiteY2" fmla="*/ 18766 h 37180"/>
                  <a:gd name="connsiteX3" fmla="*/ 18866 w 37180"/>
                  <a:gd name="connsiteY3" fmla="*/ 175 h 37180"/>
                  <a:gd name="connsiteX4" fmla="*/ 37456 w 37180"/>
                  <a:gd name="connsiteY4" fmla="*/ 18766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6" y="18766"/>
                    </a:moveTo>
                    <a:cubicBezTo>
                      <a:pt x="37456" y="29033"/>
                      <a:pt x="29133" y="37356"/>
                      <a:pt x="18866" y="37356"/>
                    </a:cubicBezTo>
                    <a:cubicBezTo>
                      <a:pt x="8599" y="37356"/>
                      <a:pt x="275" y="29033"/>
                      <a:pt x="275" y="18766"/>
                    </a:cubicBezTo>
                    <a:cubicBezTo>
                      <a:pt x="275" y="8499"/>
                      <a:pt x="8599" y="175"/>
                      <a:pt x="18866" y="175"/>
                    </a:cubicBezTo>
                    <a:cubicBezTo>
                      <a:pt x="29133" y="175"/>
                      <a:pt x="37456" y="8499"/>
                      <a:pt x="37456" y="18766"/>
                    </a:cubicBezTo>
                    <a:close/>
                  </a:path>
                </a:pathLst>
              </a:custGeom>
              <a:solidFill>
                <a:srgbClr val="F7F3F3"/>
              </a:solidFill>
              <a:ln w="5753" cap="sq">
                <a:noFill/>
                <a:prstDash val="solid"/>
                <a:miter/>
              </a:ln>
            </p:spPr>
            <p:txBody>
              <a:bodyPr rtlCol="0" anchor="ctr"/>
              <a:lstStyle/>
              <a:p>
                <a:endParaRPr lang="en-US"/>
              </a:p>
            </p:txBody>
          </p:sp>
          <p:sp>
            <p:nvSpPr>
              <p:cNvPr id="3213" name="Freeform: Shape 3212">
                <a:extLst>
                  <a:ext uri="{FF2B5EF4-FFF2-40B4-BE49-F238E27FC236}">
                    <a16:creationId xmlns:a16="http://schemas.microsoft.com/office/drawing/2014/main" id="{EA9F1453-0F34-9A35-FC87-2EA7B8C7C3E4}"/>
                  </a:ext>
                </a:extLst>
              </p:cNvPr>
              <p:cNvSpPr/>
              <p:nvPr/>
            </p:nvSpPr>
            <p:spPr>
              <a:xfrm>
                <a:off x="7780341" y="8010923"/>
                <a:ext cx="41981" cy="41981"/>
              </a:xfrm>
              <a:custGeom>
                <a:avLst/>
                <a:gdLst>
                  <a:gd name="connsiteX0" fmla="*/ 21266 w 41981"/>
                  <a:gd name="connsiteY0" fmla="*/ 4976 h 41981"/>
                  <a:gd name="connsiteX1" fmla="*/ 37456 w 41981"/>
                  <a:gd name="connsiteY1" fmla="*/ 21166 h 41981"/>
                  <a:gd name="connsiteX2" fmla="*/ 37456 w 41981"/>
                  <a:gd name="connsiteY2" fmla="*/ 21166 h 41981"/>
                  <a:gd name="connsiteX3" fmla="*/ 21266 w 41981"/>
                  <a:gd name="connsiteY3" fmla="*/ 37356 h 41981"/>
                  <a:gd name="connsiteX4" fmla="*/ 5076 w 41981"/>
                  <a:gd name="connsiteY4" fmla="*/ 21166 h 41981"/>
                  <a:gd name="connsiteX5" fmla="*/ 21266 w 41981"/>
                  <a:gd name="connsiteY5" fmla="*/ 4976 h 41981"/>
                  <a:gd name="connsiteX6" fmla="*/ 21266 w 41981"/>
                  <a:gd name="connsiteY6" fmla="*/ 175 h 41981"/>
                  <a:gd name="connsiteX7" fmla="*/ 275 w 41981"/>
                  <a:gd name="connsiteY7" fmla="*/ 21166 h 41981"/>
                  <a:gd name="connsiteX8" fmla="*/ 21266 w 41981"/>
                  <a:gd name="connsiteY8" fmla="*/ 42157 h 41981"/>
                  <a:gd name="connsiteX9" fmla="*/ 42257 w 41981"/>
                  <a:gd name="connsiteY9" fmla="*/ 21166 h 41981"/>
                  <a:gd name="connsiteX10" fmla="*/ 42257 w 41981"/>
                  <a:gd name="connsiteY10" fmla="*/ 21166 h 41981"/>
                  <a:gd name="connsiteX11" fmla="*/ 21266 w 41981"/>
                  <a:gd name="connsiteY11" fmla="*/ 175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76"/>
                    </a:moveTo>
                    <a:cubicBezTo>
                      <a:pt x="30208" y="4976"/>
                      <a:pt x="37456" y="12224"/>
                      <a:pt x="37456" y="21166"/>
                    </a:cubicBezTo>
                    <a:lnTo>
                      <a:pt x="37456" y="21166"/>
                    </a:lnTo>
                    <a:cubicBezTo>
                      <a:pt x="37456" y="30108"/>
                      <a:pt x="30208" y="37356"/>
                      <a:pt x="21266" y="37356"/>
                    </a:cubicBezTo>
                    <a:cubicBezTo>
                      <a:pt x="12324" y="37356"/>
                      <a:pt x="5076" y="30108"/>
                      <a:pt x="5076" y="21166"/>
                    </a:cubicBezTo>
                    <a:cubicBezTo>
                      <a:pt x="5076" y="12224"/>
                      <a:pt x="12324" y="4976"/>
                      <a:pt x="21266" y="4976"/>
                    </a:cubicBezTo>
                    <a:close/>
                    <a:moveTo>
                      <a:pt x="21266" y="175"/>
                    </a:moveTo>
                    <a:cubicBezTo>
                      <a:pt x="9674" y="175"/>
                      <a:pt x="275" y="9573"/>
                      <a:pt x="275" y="21166"/>
                    </a:cubicBezTo>
                    <a:cubicBezTo>
                      <a:pt x="275" y="32759"/>
                      <a:pt x="9674" y="42157"/>
                      <a:pt x="21266" y="42157"/>
                    </a:cubicBezTo>
                    <a:cubicBezTo>
                      <a:pt x="32859" y="42157"/>
                      <a:pt x="42257" y="32759"/>
                      <a:pt x="42257" y="21166"/>
                    </a:cubicBezTo>
                    <a:lnTo>
                      <a:pt x="42257" y="21166"/>
                    </a:lnTo>
                    <a:cubicBezTo>
                      <a:pt x="42257" y="9573"/>
                      <a:pt x="32859" y="175"/>
                      <a:pt x="21266" y="175"/>
                    </a:cubicBezTo>
                    <a:close/>
                  </a:path>
                </a:pathLst>
              </a:custGeom>
              <a:solidFill>
                <a:srgbClr val="000000"/>
              </a:solidFill>
              <a:ln w="4794" cap="sq">
                <a:noFill/>
                <a:prstDash val="solid"/>
                <a:round/>
              </a:ln>
            </p:spPr>
            <p:txBody>
              <a:bodyPr rtlCol="0" anchor="ctr"/>
              <a:lstStyle/>
              <a:p>
                <a:endParaRPr lang="en-US"/>
              </a:p>
            </p:txBody>
          </p:sp>
          <p:sp>
            <p:nvSpPr>
              <p:cNvPr id="3214" name="Freeform: Shape 3213">
                <a:extLst>
                  <a:ext uri="{FF2B5EF4-FFF2-40B4-BE49-F238E27FC236}">
                    <a16:creationId xmlns:a16="http://schemas.microsoft.com/office/drawing/2014/main" id="{BD31289A-F66A-4509-5534-C34640764B03}"/>
                  </a:ext>
                </a:extLst>
              </p:cNvPr>
              <p:cNvSpPr/>
              <p:nvPr/>
            </p:nvSpPr>
            <p:spPr>
              <a:xfrm>
                <a:off x="7696209" y="8098093"/>
                <a:ext cx="37180" cy="37180"/>
              </a:xfrm>
              <a:custGeom>
                <a:avLst/>
                <a:gdLst>
                  <a:gd name="connsiteX0" fmla="*/ 37441 w 37180"/>
                  <a:gd name="connsiteY0" fmla="*/ 18781 h 37180"/>
                  <a:gd name="connsiteX1" fmla="*/ 18851 w 37180"/>
                  <a:gd name="connsiteY1" fmla="*/ 37371 h 37180"/>
                  <a:gd name="connsiteX2" fmla="*/ 260 w 37180"/>
                  <a:gd name="connsiteY2" fmla="*/ 18781 h 37180"/>
                  <a:gd name="connsiteX3" fmla="*/ 18851 w 37180"/>
                  <a:gd name="connsiteY3" fmla="*/ 190 h 37180"/>
                  <a:gd name="connsiteX4" fmla="*/ 37441 w 37180"/>
                  <a:gd name="connsiteY4" fmla="*/ 1878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1" y="18781"/>
                    </a:moveTo>
                    <a:cubicBezTo>
                      <a:pt x="37441" y="29048"/>
                      <a:pt x="29118" y="37371"/>
                      <a:pt x="18851" y="37371"/>
                    </a:cubicBezTo>
                    <a:cubicBezTo>
                      <a:pt x="8584" y="37371"/>
                      <a:pt x="260" y="29048"/>
                      <a:pt x="260" y="18781"/>
                    </a:cubicBezTo>
                    <a:cubicBezTo>
                      <a:pt x="260" y="8513"/>
                      <a:pt x="8584" y="190"/>
                      <a:pt x="18851" y="190"/>
                    </a:cubicBezTo>
                    <a:cubicBezTo>
                      <a:pt x="29118" y="190"/>
                      <a:pt x="37441" y="8513"/>
                      <a:pt x="37441" y="18781"/>
                    </a:cubicBezTo>
                    <a:close/>
                  </a:path>
                </a:pathLst>
              </a:custGeom>
              <a:solidFill>
                <a:srgbClr val="F7DBDB"/>
              </a:solidFill>
              <a:ln w="5753" cap="sq">
                <a:noFill/>
                <a:prstDash val="solid"/>
                <a:miter/>
              </a:ln>
            </p:spPr>
            <p:txBody>
              <a:bodyPr rtlCol="0" anchor="ctr"/>
              <a:lstStyle/>
              <a:p>
                <a:endParaRPr lang="en-US"/>
              </a:p>
            </p:txBody>
          </p:sp>
          <p:sp>
            <p:nvSpPr>
              <p:cNvPr id="3215" name="Freeform: Shape 3214">
                <a:extLst>
                  <a:ext uri="{FF2B5EF4-FFF2-40B4-BE49-F238E27FC236}">
                    <a16:creationId xmlns:a16="http://schemas.microsoft.com/office/drawing/2014/main" id="{0D4E60DF-7377-6224-1ECA-D251E7680328}"/>
                  </a:ext>
                </a:extLst>
              </p:cNvPr>
              <p:cNvSpPr/>
              <p:nvPr/>
            </p:nvSpPr>
            <p:spPr>
              <a:xfrm>
                <a:off x="7693809" y="8095693"/>
                <a:ext cx="41981" cy="41981"/>
              </a:xfrm>
              <a:custGeom>
                <a:avLst/>
                <a:gdLst>
                  <a:gd name="connsiteX0" fmla="*/ 21251 w 41981"/>
                  <a:gd name="connsiteY0" fmla="*/ 4991 h 41981"/>
                  <a:gd name="connsiteX1" fmla="*/ 37441 w 41981"/>
                  <a:gd name="connsiteY1" fmla="*/ 21181 h 41981"/>
                  <a:gd name="connsiteX2" fmla="*/ 37441 w 41981"/>
                  <a:gd name="connsiteY2" fmla="*/ 21181 h 41981"/>
                  <a:gd name="connsiteX3" fmla="*/ 21251 w 41981"/>
                  <a:gd name="connsiteY3" fmla="*/ 37371 h 41981"/>
                  <a:gd name="connsiteX4" fmla="*/ 5061 w 41981"/>
                  <a:gd name="connsiteY4" fmla="*/ 21181 h 41981"/>
                  <a:gd name="connsiteX5" fmla="*/ 21251 w 41981"/>
                  <a:gd name="connsiteY5" fmla="*/ 4991 h 41981"/>
                  <a:gd name="connsiteX6" fmla="*/ 21251 w 41981"/>
                  <a:gd name="connsiteY6" fmla="*/ 190 h 41981"/>
                  <a:gd name="connsiteX7" fmla="*/ 260 w 41981"/>
                  <a:gd name="connsiteY7" fmla="*/ 21181 h 41981"/>
                  <a:gd name="connsiteX8" fmla="*/ 21251 w 41981"/>
                  <a:gd name="connsiteY8" fmla="*/ 42171 h 41981"/>
                  <a:gd name="connsiteX9" fmla="*/ 42242 w 41981"/>
                  <a:gd name="connsiteY9" fmla="*/ 21181 h 41981"/>
                  <a:gd name="connsiteX10" fmla="*/ 42242 w 41981"/>
                  <a:gd name="connsiteY10" fmla="*/ 21181 h 41981"/>
                  <a:gd name="connsiteX11" fmla="*/ 21251 w 41981"/>
                  <a:gd name="connsiteY11" fmla="*/ 19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1" y="4991"/>
                    </a:moveTo>
                    <a:cubicBezTo>
                      <a:pt x="30193" y="4991"/>
                      <a:pt x="37441" y="12239"/>
                      <a:pt x="37441" y="21181"/>
                    </a:cubicBezTo>
                    <a:lnTo>
                      <a:pt x="37441" y="21181"/>
                    </a:lnTo>
                    <a:cubicBezTo>
                      <a:pt x="37441" y="30123"/>
                      <a:pt x="30193" y="37371"/>
                      <a:pt x="21251" y="37371"/>
                    </a:cubicBezTo>
                    <a:cubicBezTo>
                      <a:pt x="12309" y="37371"/>
                      <a:pt x="5061" y="30123"/>
                      <a:pt x="5061" y="21181"/>
                    </a:cubicBezTo>
                    <a:cubicBezTo>
                      <a:pt x="5061" y="12239"/>
                      <a:pt x="12309" y="4991"/>
                      <a:pt x="21251" y="4991"/>
                    </a:cubicBezTo>
                    <a:close/>
                    <a:moveTo>
                      <a:pt x="21251" y="190"/>
                    </a:moveTo>
                    <a:cubicBezTo>
                      <a:pt x="9658" y="190"/>
                      <a:pt x="260" y="9588"/>
                      <a:pt x="260" y="21181"/>
                    </a:cubicBezTo>
                    <a:cubicBezTo>
                      <a:pt x="260" y="32773"/>
                      <a:pt x="9658" y="42171"/>
                      <a:pt x="21251" y="42171"/>
                    </a:cubicBezTo>
                    <a:cubicBezTo>
                      <a:pt x="32844" y="42171"/>
                      <a:pt x="42242" y="32773"/>
                      <a:pt x="42242" y="21181"/>
                    </a:cubicBezTo>
                    <a:lnTo>
                      <a:pt x="42242" y="21181"/>
                    </a:lnTo>
                    <a:cubicBezTo>
                      <a:pt x="42242" y="9588"/>
                      <a:pt x="32844" y="190"/>
                      <a:pt x="21251" y="190"/>
                    </a:cubicBezTo>
                    <a:close/>
                  </a:path>
                </a:pathLst>
              </a:custGeom>
              <a:solidFill>
                <a:srgbClr val="000000"/>
              </a:solidFill>
              <a:ln w="4794" cap="sq">
                <a:noFill/>
                <a:prstDash val="solid"/>
                <a:round/>
              </a:ln>
            </p:spPr>
            <p:txBody>
              <a:bodyPr rtlCol="0" anchor="ctr"/>
              <a:lstStyle/>
              <a:p>
                <a:endParaRPr lang="en-US"/>
              </a:p>
            </p:txBody>
          </p:sp>
          <p:sp>
            <p:nvSpPr>
              <p:cNvPr id="3216" name="Freeform: Shape 3215">
                <a:extLst>
                  <a:ext uri="{FF2B5EF4-FFF2-40B4-BE49-F238E27FC236}">
                    <a16:creationId xmlns:a16="http://schemas.microsoft.com/office/drawing/2014/main" id="{E80594CC-39BD-D275-95E0-680CF1CD518D}"/>
                  </a:ext>
                </a:extLst>
              </p:cNvPr>
              <p:cNvSpPr/>
              <p:nvPr/>
            </p:nvSpPr>
            <p:spPr>
              <a:xfrm>
                <a:off x="7737762" y="7996354"/>
                <a:ext cx="37180" cy="37180"/>
              </a:xfrm>
              <a:custGeom>
                <a:avLst/>
                <a:gdLst>
                  <a:gd name="connsiteX0" fmla="*/ 37448 w 37180"/>
                  <a:gd name="connsiteY0" fmla="*/ 18763 h 37180"/>
                  <a:gd name="connsiteX1" fmla="*/ 18858 w 37180"/>
                  <a:gd name="connsiteY1" fmla="*/ 37353 h 37180"/>
                  <a:gd name="connsiteX2" fmla="*/ 268 w 37180"/>
                  <a:gd name="connsiteY2" fmla="*/ 18763 h 37180"/>
                  <a:gd name="connsiteX3" fmla="*/ 18858 w 37180"/>
                  <a:gd name="connsiteY3" fmla="*/ 173 h 37180"/>
                  <a:gd name="connsiteX4" fmla="*/ 37448 w 37180"/>
                  <a:gd name="connsiteY4" fmla="*/ 1876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3"/>
                    </a:moveTo>
                    <a:cubicBezTo>
                      <a:pt x="37448" y="29030"/>
                      <a:pt x="29125" y="37353"/>
                      <a:pt x="18858" y="37353"/>
                    </a:cubicBezTo>
                    <a:cubicBezTo>
                      <a:pt x="8591" y="37353"/>
                      <a:pt x="268" y="29030"/>
                      <a:pt x="268" y="18763"/>
                    </a:cubicBezTo>
                    <a:cubicBezTo>
                      <a:pt x="268" y="8496"/>
                      <a:pt x="8591" y="173"/>
                      <a:pt x="18858" y="173"/>
                    </a:cubicBezTo>
                    <a:cubicBezTo>
                      <a:pt x="29125" y="173"/>
                      <a:pt x="37448" y="8496"/>
                      <a:pt x="37448" y="18763"/>
                    </a:cubicBezTo>
                    <a:close/>
                  </a:path>
                </a:pathLst>
              </a:custGeom>
              <a:solidFill>
                <a:srgbClr val="F7EAEA"/>
              </a:solidFill>
              <a:ln w="5753" cap="sq">
                <a:noFill/>
                <a:prstDash val="solid"/>
                <a:miter/>
              </a:ln>
            </p:spPr>
            <p:txBody>
              <a:bodyPr rtlCol="0" anchor="ctr"/>
              <a:lstStyle/>
              <a:p>
                <a:endParaRPr lang="en-US"/>
              </a:p>
            </p:txBody>
          </p:sp>
          <p:sp>
            <p:nvSpPr>
              <p:cNvPr id="3217" name="Freeform: Shape 3216">
                <a:extLst>
                  <a:ext uri="{FF2B5EF4-FFF2-40B4-BE49-F238E27FC236}">
                    <a16:creationId xmlns:a16="http://schemas.microsoft.com/office/drawing/2014/main" id="{1F0F1781-73C7-43E0-2353-2B774830252F}"/>
                  </a:ext>
                </a:extLst>
              </p:cNvPr>
              <p:cNvSpPr/>
              <p:nvPr/>
            </p:nvSpPr>
            <p:spPr>
              <a:xfrm>
                <a:off x="7735361" y="7993954"/>
                <a:ext cx="41981" cy="41981"/>
              </a:xfrm>
              <a:custGeom>
                <a:avLst/>
                <a:gdLst>
                  <a:gd name="connsiteX0" fmla="*/ 21258 w 41981"/>
                  <a:gd name="connsiteY0" fmla="*/ 4973 h 41981"/>
                  <a:gd name="connsiteX1" fmla="*/ 37448 w 41981"/>
                  <a:gd name="connsiteY1" fmla="*/ 21163 h 41981"/>
                  <a:gd name="connsiteX2" fmla="*/ 37448 w 41981"/>
                  <a:gd name="connsiteY2" fmla="*/ 21163 h 41981"/>
                  <a:gd name="connsiteX3" fmla="*/ 21258 w 41981"/>
                  <a:gd name="connsiteY3" fmla="*/ 37353 h 41981"/>
                  <a:gd name="connsiteX4" fmla="*/ 5068 w 41981"/>
                  <a:gd name="connsiteY4" fmla="*/ 21163 h 41981"/>
                  <a:gd name="connsiteX5" fmla="*/ 21258 w 41981"/>
                  <a:gd name="connsiteY5" fmla="*/ 4973 h 41981"/>
                  <a:gd name="connsiteX6" fmla="*/ 21258 w 41981"/>
                  <a:gd name="connsiteY6" fmla="*/ 173 h 41981"/>
                  <a:gd name="connsiteX7" fmla="*/ 268 w 41981"/>
                  <a:gd name="connsiteY7" fmla="*/ 21163 h 41981"/>
                  <a:gd name="connsiteX8" fmla="*/ 21258 w 41981"/>
                  <a:gd name="connsiteY8" fmla="*/ 42154 h 41981"/>
                  <a:gd name="connsiteX9" fmla="*/ 42249 w 41981"/>
                  <a:gd name="connsiteY9" fmla="*/ 21163 h 41981"/>
                  <a:gd name="connsiteX10" fmla="*/ 42249 w 41981"/>
                  <a:gd name="connsiteY10" fmla="*/ 21163 h 41981"/>
                  <a:gd name="connsiteX11" fmla="*/ 21258 w 41981"/>
                  <a:gd name="connsiteY11" fmla="*/ 17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3"/>
                    </a:moveTo>
                    <a:cubicBezTo>
                      <a:pt x="30200" y="4973"/>
                      <a:pt x="37448" y="12221"/>
                      <a:pt x="37448" y="21163"/>
                    </a:cubicBezTo>
                    <a:lnTo>
                      <a:pt x="37448" y="21163"/>
                    </a:lnTo>
                    <a:cubicBezTo>
                      <a:pt x="37448" y="30105"/>
                      <a:pt x="30200" y="37353"/>
                      <a:pt x="21258" y="37353"/>
                    </a:cubicBezTo>
                    <a:cubicBezTo>
                      <a:pt x="12316" y="37353"/>
                      <a:pt x="5068" y="30105"/>
                      <a:pt x="5068" y="21163"/>
                    </a:cubicBezTo>
                    <a:cubicBezTo>
                      <a:pt x="5068" y="12221"/>
                      <a:pt x="12316" y="4973"/>
                      <a:pt x="21258" y="4973"/>
                    </a:cubicBezTo>
                    <a:close/>
                    <a:moveTo>
                      <a:pt x="21258" y="173"/>
                    </a:moveTo>
                    <a:cubicBezTo>
                      <a:pt x="9666" y="173"/>
                      <a:pt x="268" y="9571"/>
                      <a:pt x="268" y="21163"/>
                    </a:cubicBezTo>
                    <a:cubicBezTo>
                      <a:pt x="268" y="32756"/>
                      <a:pt x="9666" y="42154"/>
                      <a:pt x="21258" y="42154"/>
                    </a:cubicBezTo>
                    <a:cubicBezTo>
                      <a:pt x="32851" y="42154"/>
                      <a:pt x="42249" y="32756"/>
                      <a:pt x="42249" y="21163"/>
                    </a:cubicBezTo>
                    <a:lnTo>
                      <a:pt x="42249" y="21163"/>
                    </a:lnTo>
                    <a:cubicBezTo>
                      <a:pt x="42249" y="9571"/>
                      <a:pt x="32851" y="173"/>
                      <a:pt x="21258" y="173"/>
                    </a:cubicBezTo>
                    <a:close/>
                  </a:path>
                </a:pathLst>
              </a:custGeom>
              <a:solidFill>
                <a:srgbClr val="000000"/>
              </a:solidFill>
              <a:ln w="4794" cap="sq">
                <a:noFill/>
                <a:prstDash val="solid"/>
                <a:round/>
              </a:ln>
            </p:spPr>
            <p:txBody>
              <a:bodyPr rtlCol="0" anchor="ctr"/>
              <a:lstStyle/>
              <a:p>
                <a:endParaRPr lang="en-US"/>
              </a:p>
            </p:txBody>
          </p:sp>
          <p:sp>
            <p:nvSpPr>
              <p:cNvPr id="3218" name="Freeform: Shape 3217">
                <a:extLst>
                  <a:ext uri="{FF2B5EF4-FFF2-40B4-BE49-F238E27FC236}">
                    <a16:creationId xmlns:a16="http://schemas.microsoft.com/office/drawing/2014/main" id="{C4CABE4C-F102-7D87-E26A-09E67005AE5B}"/>
                  </a:ext>
                </a:extLst>
              </p:cNvPr>
              <p:cNvSpPr/>
              <p:nvPr/>
            </p:nvSpPr>
            <p:spPr>
              <a:xfrm>
                <a:off x="7785051" y="7984564"/>
                <a:ext cx="37180" cy="37180"/>
              </a:xfrm>
              <a:custGeom>
                <a:avLst/>
                <a:gdLst>
                  <a:gd name="connsiteX0" fmla="*/ 37457 w 37180"/>
                  <a:gd name="connsiteY0" fmla="*/ 18761 h 37180"/>
                  <a:gd name="connsiteX1" fmla="*/ 18866 w 37180"/>
                  <a:gd name="connsiteY1" fmla="*/ 37351 h 37180"/>
                  <a:gd name="connsiteX2" fmla="*/ 276 w 37180"/>
                  <a:gd name="connsiteY2" fmla="*/ 18761 h 37180"/>
                  <a:gd name="connsiteX3" fmla="*/ 18866 w 37180"/>
                  <a:gd name="connsiteY3" fmla="*/ 170 h 37180"/>
                  <a:gd name="connsiteX4" fmla="*/ 37457 w 37180"/>
                  <a:gd name="connsiteY4" fmla="*/ 1876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61"/>
                    </a:moveTo>
                    <a:cubicBezTo>
                      <a:pt x="37457" y="29028"/>
                      <a:pt x="29133" y="37351"/>
                      <a:pt x="18866" y="37351"/>
                    </a:cubicBezTo>
                    <a:cubicBezTo>
                      <a:pt x="8599" y="37351"/>
                      <a:pt x="276" y="29028"/>
                      <a:pt x="276" y="18761"/>
                    </a:cubicBezTo>
                    <a:cubicBezTo>
                      <a:pt x="276" y="8494"/>
                      <a:pt x="8599" y="170"/>
                      <a:pt x="18866" y="170"/>
                    </a:cubicBezTo>
                    <a:cubicBezTo>
                      <a:pt x="29133" y="170"/>
                      <a:pt x="37457" y="8494"/>
                      <a:pt x="37457" y="18761"/>
                    </a:cubicBezTo>
                    <a:close/>
                  </a:path>
                </a:pathLst>
              </a:custGeom>
              <a:solidFill>
                <a:srgbClr val="F7E5E5"/>
              </a:solidFill>
              <a:ln w="5753" cap="sq">
                <a:noFill/>
                <a:prstDash val="solid"/>
                <a:miter/>
              </a:ln>
            </p:spPr>
            <p:txBody>
              <a:bodyPr rtlCol="0" anchor="ctr"/>
              <a:lstStyle/>
              <a:p>
                <a:endParaRPr lang="en-US"/>
              </a:p>
            </p:txBody>
          </p:sp>
          <p:sp>
            <p:nvSpPr>
              <p:cNvPr id="3219" name="Freeform: Shape 3218">
                <a:extLst>
                  <a:ext uri="{FF2B5EF4-FFF2-40B4-BE49-F238E27FC236}">
                    <a16:creationId xmlns:a16="http://schemas.microsoft.com/office/drawing/2014/main" id="{DB46AA11-0838-873A-FEE9-4BFE513E555A}"/>
                  </a:ext>
                </a:extLst>
              </p:cNvPr>
              <p:cNvSpPr/>
              <p:nvPr/>
            </p:nvSpPr>
            <p:spPr>
              <a:xfrm>
                <a:off x="7782651" y="7982163"/>
                <a:ext cx="41981" cy="41981"/>
              </a:xfrm>
              <a:custGeom>
                <a:avLst/>
                <a:gdLst>
                  <a:gd name="connsiteX0" fmla="*/ 21266 w 41981"/>
                  <a:gd name="connsiteY0" fmla="*/ 4971 h 41981"/>
                  <a:gd name="connsiteX1" fmla="*/ 37457 w 41981"/>
                  <a:gd name="connsiteY1" fmla="*/ 21161 h 41981"/>
                  <a:gd name="connsiteX2" fmla="*/ 37457 w 41981"/>
                  <a:gd name="connsiteY2" fmla="*/ 21161 h 41981"/>
                  <a:gd name="connsiteX3" fmla="*/ 21266 w 41981"/>
                  <a:gd name="connsiteY3" fmla="*/ 37351 h 41981"/>
                  <a:gd name="connsiteX4" fmla="*/ 5076 w 41981"/>
                  <a:gd name="connsiteY4" fmla="*/ 21161 h 41981"/>
                  <a:gd name="connsiteX5" fmla="*/ 21266 w 41981"/>
                  <a:gd name="connsiteY5" fmla="*/ 4971 h 41981"/>
                  <a:gd name="connsiteX6" fmla="*/ 21266 w 41981"/>
                  <a:gd name="connsiteY6" fmla="*/ 170 h 41981"/>
                  <a:gd name="connsiteX7" fmla="*/ 276 w 41981"/>
                  <a:gd name="connsiteY7" fmla="*/ 21161 h 41981"/>
                  <a:gd name="connsiteX8" fmla="*/ 21266 w 41981"/>
                  <a:gd name="connsiteY8" fmla="*/ 42152 h 41981"/>
                  <a:gd name="connsiteX9" fmla="*/ 42257 w 41981"/>
                  <a:gd name="connsiteY9" fmla="*/ 21161 h 41981"/>
                  <a:gd name="connsiteX10" fmla="*/ 42257 w 41981"/>
                  <a:gd name="connsiteY10" fmla="*/ 21161 h 41981"/>
                  <a:gd name="connsiteX11" fmla="*/ 21266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6" y="4971"/>
                    </a:moveTo>
                    <a:cubicBezTo>
                      <a:pt x="30208" y="4971"/>
                      <a:pt x="37457" y="12219"/>
                      <a:pt x="37457" y="21161"/>
                    </a:cubicBezTo>
                    <a:lnTo>
                      <a:pt x="37457" y="21161"/>
                    </a:lnTo>
                    <a:cubicBezTo>
                      <a:pt x="37457" y="30103"/>
                      <a:pt x="30208" y="37351"/>
                      <a:pt x="21266" y="37351"/>
                    </a:cubicBezTo>
                    <a:cubicBezTo>
                      <a:pt x="12325" y="37351"/>
                      <a:pt x="5076" y="30103"/>
                      <a:pt x="5076" y="21161"/>
                    </a:cubicBezTo>
                    <a:cubicBezTo>
                      <a:pt x="5076" y="12219"/>
                      <a:pt x="12325" y="4971"/>
                      <a:pt x="21266" y="4971"/>
                    </a:cubicBezTo>
                    <a:close/>
                    <a:moveTo>
                      <a:pt x="21266" y="170"/>
                    </a:moveTo>
                    <a:cubicBezTo>
                      <a:pt x="9674" y="170"/>
                      <a:pt x="276" y="9568"/>
                      <a:pt x="276" y="21161"/>
                    </a:cubicBezTo>
                    <a:cubicBezTo>
                      <a:pt x="276" y="32754"/>
                      <a:pt x="9674" y="42152"/>
                      <a:pt x="21266" y="42152"/>
                    </a:cubicBezTo>
                    <a:cubicBezTo>
                      <a:pt x="32859" y="42152"/>
                      <a:pt x="42257" y="32754"/>
                      <a:pt x="42257" y="21161"/>
                    </a:cubicBezTo>
                    <a:lnTo>
                      <a:pt x="42257" y="21161"/>
                    </a:lnTo>
                    <a:cubicBezTo>
                      <a:pt x="42257" y="9568"/>
                      <a:pt x="32859" y="170"/>
                      <a:pt x="21266" y="170"/>
                    </a:cubicBezTo>
                    <a:close/>
                  </a:path>
                </a:pathLst>
              </a:custGeom>
              <a:solidFill>
                <a:srgbClr val="000000"/>
              </a:solidFill>
              <a:ln w="4794" cap="sq">
                <a:noFill/>
                <a:prstDash val="solid"/>
                <a:round/>
              </a:ln>
            </p:spPr>
            <p:txBody>
              <a:bodyPr rtlCol="0" anchor="ctr"/>
              <a:lstStyle/>
              <a:p>
                <a:endParaRPr lang="en-US"/>
              </a:p>
            </p:txBody>
          </p:sp>
          <p:sp>
            <p:nvSpPr>
              <p:cNvPr id="3220" name="Freeform: Shape 3219">
                <a:extLst>
                  <a:ext uri="{FF2B5EF4-FFF2-40B4-BE49-F238E27FC236}">
                    <a16:creationId xmlns:a16="http://schemas.microsoft.com/office/drawing/2014/main" id="{0E85C5A4-5148-120F-B158-D5F80357ABB6}"/>
                  </a:ext>
                </a:extLst>
              </p:cNvPr>
              <p:cNvSpPr/>
              <p:nvPr/>
            </p:nvSpPr>
            <p:spPr>
              <a:xfrm>
                <a:off x="7750059" y="7981689"/>
                <a:ext cx="37180" cy="37180"/>
              </a:xfrm>
              <a:custGeom>
                <a:avLst/>
                <a:gdLst>
                  <a:gd name="connsiteX0" fmla="*/ 37451 w 37180"/>
                  <a:gd name="connsiteY0" fmla="*/ 18760 h 37180"/>
                  <a:gd name="connsiteX1" fmla="*/ 18860 w 37180"/>
                  <a:gd name="connsiteY1" fmla="*/ 37351 h 37180"/>
                  <a:gd name="connsiteX2" fmla="*/ 270 w 37180"/>
                  <a:gd name="connsiteY2" fmla="*/ 18760 h 37180"/>
                  <a:gd name="connsiteX3" fmla="*/ 18860 w 37180"/>
                  <a:gd name="connsiteY3" fmla="*/ 170 h 37180"/>
                  <a:gd name="connsiteX4" fmla="*/ 37451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60"/>
                    </a:moveTo>
                    <a:cubicBezTo>
                      <a:pt x="37451" y="29028"/>
                      <a:pt x="29127" y="37351"/>
                      <a:pt x="18860" y="37351"/>
                    </a:cubicBezTo>
                    <a:cubicBezTo>
                      <a:pt x="8593" y="37351"/>
                      <a:pt x="270" y="29028"/>
                      <a:pt x="270" y="18760"/>
                    </a:cubicBezTo>
                    <a:cubicBezTo>
                      <a:pt x="270" y="8493"/>
                      <a:pt x="8593" y="170"/>
                      <a:pt x="18860" y="170"/>
                    </a:cubicBezTo>
                    <a:cubicBezTo>
                      <a:pt x="29127" y="170"/>
                      <a:pt x="37451" y="8493"/>
                      <a:pt x="37451" y="18760"/>
                    </a:cubicBezTo>
                    <a:close/>
                  </a:path>
                </a:pathLst>
              </a:custGeom>
              <a:solidFill>
                <a:srgbClr val="F7C5C5"/>
              </a:solidFill>
              <a:ln w="5753" cap="sq">
                <a:noFill/>
                <a:prstDash val="solid"/>
                <a:miter/>
              </a:ln>
            </p:spPr>
            <p:txBody>
              <a:bodyPr rtlCol="0" anchor="ctr"/>
              <a:lstStyle/>
              <a:p>
                <a:endParaRPr lang="en-US"/>
              </a:p>
            </p:txBody>
          </p:sp>
          <p:sp>
            <p:nvSpPr>
              <p:cNvPr id="3221" name="Freeform: Shape 3220">
                <a:extLst>
                  <a:ext uri="{FF2B5EF4-FFF2-40B4-BE49-F238E27FC236}">
                    <a16:creationId xmlns:a16="http://schemas.microsoft.com/office/drawing/2014/main" id="{2D1CCE7C-6DD6-A4B9-D7CB-C95B97498145}"/>
                  </a:ext>
                </a:extLst>
              </p:cNvPr>
              <p:cNvSpPr/>
              <p:nvPr/>
            </p:nvSpPr>
            <p:spPr>
              <a:xfrm>
                <a:off x="7747659" y="7979289"/>
                <a:ext cx="41981" cy="41981"/>
              </a:xfrm>
              <a:custGeom>
                <a:avLst/>
                <a:gdLst>
                  <a:gd name="connsiteX0" fmla="*/ 21260 w 41981"/>
                  <a:gd name="connsiteY0" fmla="*/ 4970 h 41981"/>
                  <a:gd name="connsiteX1" fmla="*/ 37451 w 41981"/>
                  <a:gd name="connsiteY1" fmla="*/ 21161 h 41981"/>
                  <a:gd name="connsiteX2" fmla="*/ 37451 w 41981"/>
                  <a:gd name="connsiteY2" fmla="*/ 21161 h 41981"/>
                  <a:gd name="connsiteX3" fmla="*/ 21260 w 41981"/>
                  <a:gd name="connsiteY3" fmla="*/ 37351 h 41981"/>
                  <a:gd name="connsiteX4" fmla="*/ 5070 w 41981"/>
                  <a:gd name="connsiteY4" fmla="*/ 21161 h 41981"/>
                  <a:gd name="connsiteX5" fmla="*/ 21260 w 41981"/>
                  <a:gd name="connsiteY5" fmla="*/ 4970 h 41981"/>
                  <a:gd name="connsiteX6" fmla="*/ 21260 w 41981"/>
                  <a:gd name="connsiteY6" fmla="*/ 170 h 41981"/>
                  <a:gd name="connsiteX7" fmla="*/ 270 w 41981"/>
                  <a:gd name="connsiteY7" fmla="*/ 21161 h 41981"/>
                  <a:gd name="connsiteX8" fmla="*/ 21260 w 41981"/>
                  <a:gd name="connsiteY8" fmla="*/ 42151 h 41981"/>
                  <a:gd name="connsiteX9" fmla="*/ 42251 w 41981"/>
                  <a:gd name="connsiteY9" fmla="*/ 21161 h 41981"/>
                  <a:gd name="connsiteX10" fmla="*/ 42251 w 41981"/>
                  <a:gd name="connsiteY10" fmla="*/ 21161 h 41981"/>
                  <a:gd name="connsiteX11" fmla="*/ 21260 w 41981"/>
                  <a:gd name="connsiteY11" fmla="*/ 17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0" y="4970"/>
                    </a:moveTo>
                    <a:cubicBezTo>
                      <a:pt x="30202" y="4970"/>
                      <a:pt x="37451" y="12219"/>
                      <a:pt x="37451" y="21161"/>
                    </a:cubicBezTo>
                    <a:lnTo>
                      <a:pt x="37451" y="21161"/>
                    </a:lnTo>
                    <a:cubicBezTo>
                      <a:pt x="37451" y="30102"/>
                      <a:pt x="30202" y="37351"/>
                      <a:pt x="21260" y="37351"/>
                    </a:cubicBezTo>
                    <a:cubicBezTo>
                      <a:pt x="12319" y="37351"/>
                      <a:pt x="5070" y="30102"/>
                      <a:pt x="5070" y="21161"/>
                    </a:cubicBezTo>
                    <a:cubicBezTo>
                      <a:pt x="5070" y="12219"/>
                      <a:pt x="12319" y="4970"/>
                      <a:pt x="21260" y="4970"/>
                    </a:cubicBezTo>
                    <a:close/>
                    <a:moveTo>
                      <a:pt x="21260" y="170"/>
                    </a:moveTo>
                    <a:cubicBezTo>
                      <a:pt x="9668" y="170"/>
                      <a:pt x="270" y="9568"/>
                      <a:pt x="270" y="21161"/>
                    </a:cubicBezTo>
                    <a:cubicBezTo>
                      <a:pt x="270" y="32753"/>
                      <a:pt x="9668" y="42151"/>
                      <a:pt x="21260" y="42151"/>
                    </a:cubicBezTo>
                    <a:cubicBezTo>
                      <a:pt x="32853" y="42151"/>
                      <a:pt x="42251" y="32753"/>
                      <a:pt x="42251" y="21161"/>
                    </a:cubicBezTo>
                    <a:lnTo>
                      <a:pt x="42251" y="21161"/>
                    </a:lnTo>
                    <a:cubicBezTo>
                      <a:pt x="42251" y="9568"/>
                      <a:pt x="32853" y="170"/>
                      <a:pt x="21260" y="170"/>
                    </a:cubicBezTo>
                    <a:close/>
                  </a:path>
                </a:pathLst>
              </a:custGeom>
              <a:solidFill>
                <a:srgbClr val="000000"/>
              </a:solidFill>
              <a:ln w="4794" cap="sq">
                <a:noFill/>
                <a:prstDash val="solid"/>
                <a:round/>
              </a:ln>
            </p:spPr>
            <p:txBody>
              <a:bodyPr rtlCol="0" anchor="ctr"/>
              <a:lstStyle/>
              <a:p>
                <a:endParaRPr lang="en-US"/>
              </a:p>
            </p:txBody>
          </p:sp>
          <p:sp>
            <p:nvSpPr>
              <p:cNvPr id="3222" name="Freeform: Shape 3221">
                <a:extLst>
                  <a:ext uri="{FF2B5EF4-FFF2-40B4-BE49-F238E27FC236}">
                    <a16:creationId xmlns:a16="http://schemas.microsoft.com/office/drawing/2014/main" id="{80071986-3D5E-4F00-CD08-645283954E97}"/>
                  </a:ext>
                </a:extLst>
              </p:cNvPr>
              <p:cNvSpPr/>
              <p:nvPr/>
            </p:nvSpPr>
            <p:spPr>
              <a:xfrm>
                <a:off x="7935134" y="7750823"/>
                <a:ext cx="37180" cy="37180"/>
              </a:xfrm>
              <a:custGeom>
                <a:avLst/>
                <a:gdLst>
                  <a:gd name="connsiteX0" fmla="*/ 37483 w 37180"/>
                  <a:gd name="connsiteY0" fmla="*/ 18720 h 37180"/>
                  <a:gd name="connsiteX1" fmla="*/ 18892 w 37180"/>
                  <a:gd name="connsiteY1" fmla="*/ 37311 h 37180"/>
                  <a:gd name="connsiteX2" fmla="*/ 302 w 37180"/>
                  <a:gd name="connsiteY2" fmla="*/ 18720 h 37180"/>
                  <a:gd name="connsiteX3" fmla="*/ 18892 w 37180"/>
                  <a:gd name="connsiteY3" fmla="*/ 130 h 37180"/>
                  <a:gd name="connsiteX4" fmla="*/ 37483 w 37180"/>
                  <a:gd name="connsiteY4" fmla="*/ 1872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83" y="18720"/>
                    </a:moveTo>
                    <a:cubicBezTo>
                      <a:pt x="37483" y="28987"/>
                      <a:pt x="29160" y="37311"/>
                      <a:pt x="18892" y="37311"/>
                    </a:cubicBezTo>
                    <a:cubicBezTo>
                      <a:pt x="8625" y="37311"/>
                      <a:pt x="302" y="28987"/>
                      <a:pt x="302" y="18720"/>
                    </a:cubicBezTo>
                    <a:cubicBezTo>
                      <a:pt x="302" y="8453"/>
                      <a:pt x="8625" y="130"/>
                      <a:pt x="18892" y="130"/>
                    </a:cubicBezTo>
                    <a:cubicBezTo>
                      <a:pt x="29160" y="130"/>
                      <a:pt x="37483" y="8453"/>
                      <a:pt x="37483" y="18720"/>
                    </a:cubicBezTo>
                    <a:close/>
                  </a:path>
                </a:pathLst>
              </a:custGeom>
              <a:solidFill>
                <a:srgbClr val="F7A590"/>
              </a:solidFill>
              <a:ln w="5753" cap="sq">
                <a:noFill/>
                <a:prstDash val="solid"/>
                <a:miter/>
              </a:ln>
            </p:spPr>
            <p:txBody>
              <a:bodyPr rtlCol="0" anchor="ctr"/>
              <a:lstStyle/>
              <a:p>
                <a:endParaRPr lang="en-US"/>
              </a:p>
            </p:txBody>
          </p:sp>
          <p:sp>
            <p:nvSpPr>
              <p:cNvPr id="3223" name="Freeform: Shape 3222">
                <a:extLst>
                  <a:ext uri="{FF2B5EF4-FFF2-40B4-BE49-F238E27FC236}">
                    <a16:creationId xmlns:a16="http://schemas.microsoft.com/office/drawing/2014/main" id="{4A18AA4B-98F3-0421-B8F7-5565B0AA3A02}"/>
                  </a:ext>
                </a:extLst>
              </p:cNvPr>
              <p:cNvSpPr/>
              <p:nvPr/>
            </p:nvSpPr>
            <p:spPr>
              <a:xfrm>
                <a:off x="7932733" y="7748423"/>
                <a:ext cx="41981" cy="41981"/>
              </a:xfrm>
              <a:custGeom>
                <a:avLst/>
                <a:gdLst>
                  <a:gd name="connsiteX0" fmla="*/ 21293 w 41981"/>
                  <a:gd name="connsiteY0" fmla="*/ 4930 h 41981"/>
                  <a:gd name="connsiteX1" fmla="*/ 37483 w 41981"/>
                  <a:gd name="connsiteY1" fmla="*/ 21120 h 41981"/>
                  <a:gd name="connsiteX2" fmla="*/ 37483 w 41981"/>
                  <a:gd name="connsiteY2" fmla="*/ 21120 h 41981"/>
                  <a:gd name="connsiteX3" fmla="*/ 21293 w 41981"/>
                  <a:gd name="connsiteY3" fmla="*/ 37311 h 41981"/>
                  <a:gd name="connsiteX4" fmla="*/ 5102 w 41981"/>
                  <a:gd name="connsiteY4" fmla="*/ 21120 h 41981"/>
                  <a:gd name="connsiteX5" fmla="*/ 21293 w 41981"/>
                  <a:gd name="connsiteY5" fmla="*/ 4930 h 41981"/>
                  <a:gd name="connsiteX6" fmla="*/ 21293 w 41981"/>
                  <a:gd name="connsiteY6" fmla="*/ 130 h 41981"/>
                  <a:gd name="connsiteX7" fmla="*/ 302 w 41981"/>
                  <a:gd name="connsiteY7" fmla="*/ 21120 h 41981"/>
                  <a:gd name="connsiteX8" fmla="*/ 21293 w 41981"/>
                  <a:gd name="connsiteY8" fmla="*/ 42111 h 41981"/>
                  <a:gd name="connsiteX9" fmla="*/ 42283 w 41981"/>
                  <a:gd name="connsiteY9" fmla="*/ 21120 h 41981"/>
                  <a:gd name="connsiteX10" fmla="*/ 42283 w 41981"/>
                  <a:gd name="connsiteY10" fmla="*/ 21120 h 41981"/>
                  <a:gd name="connsiteX11" fmla="*/ 21293 w 41981"/>
                  <a:gd name="connsiteY11" fmla="*/ 13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93" y="4930"/>
                    </a:moveTo>
                    <a:cubicBezTo>
                      <a:pt x="30234" y="4930"/>
                      <a:pt x="37483" y="12179"/>
                      <a:pt x="37483" y="21120"/>
                    </a:cubicBezTo>
                    <a:lnTo>
                      <a:pt x="37483" y="21120"/>
                    </a:lnTo>
                    <a:cubicBezTo>
                      <a:pt x="37483" y="30062"/>
                      <a:pt x="30234" y="37311"/>
                      <a:pt x="21293" y="37311"/>
                    </a:cubicBezTo>
                    <a:cubicBezTo>
                      <a:pt x="12351" y="37311"/>
                      <a:pt x="5102" y="30062"/>
                      <a:pt x="5102" y="21120"/>
                    </a:cubicBezTo>
                    <a:cubicBezTo>
                      <a:pt x="5102" y="12179"/>
                      <a:pt x="12351" y="4930"/>
                      <a:pt x="21293" y="4930"/>
                    </a:cubicBezTo>
                    <a:close/>
                    <a:moveTo>
                      <a:pt x="21293" y="130"/>
                    </a:moveTo>
                    <a:cubicBezTo>
                      <a:pt x="9700" y="130"/>
                      <a:pt x="302" y="9528"/>
                      <a:pt x="302" y="21120"/>
                    </a:cubicBezTo>
                    <a:cubicBezTo>
                      <a:pt x="302" y="32713"/>
                      <a:pt x="9700" y="42111"/>
                      <a:pt x="21293" y="42111"/>
                    </a:cubicBezTo>
                    <a:cubicBezTo>
                      <a:pt x="32885" y="42111"/>
                      <a:pt x="42283" y="32713"/>
                      <a:pt x="42283" y="21120"/>
                    </a:cubicBezTo>
                    <a:lnTo>
                      <a:pt x="42283" y="21120"/>
                    </a:lnTo>
                    <a:cubicBezTo>
                      <a:pt x="42283" y="9528"/>
                      <a:pt x="32885" y="130"/>
                      <a:pt x="21293" y="130"/>
                    </a:cubicBezTo>
                    <a:close/>
                  </a:path>
                </a:pathLst>
              </a:custGeom>
              <a:solidFill>
                <a:srgbClr val="000000"/>
              </a:solidFill>
              <a:ln w="4794" cap="sq">
                <a:noFill/>
                <a:prstDash val="solid"/>
                <a:round/>
              </a:ln>
            </p:spPr>
            <p:txBody>
              <a:bodyPr rtlCol="0" anchor="ctr"/>
              <a:lstStyle/>
              <a:p>
                <a:endParaRPr lang="en-US"/>
              </a:p>
            </p:txBody>
          </p:sp>
          <p:sp>
            <p:nvSpPr>
              <p:cNvPr id="3224" name="Freeform: Shape 3223">
                <a:extLst>
                  <a:ext uri="{FF2B5EF4-FFF2-40B4-BE49-F238E27FC236}">
                    <a16:creationId xmlns:a16="http://schemas.microsoft.com/office/drawing/2014/main" id="{C6CA2A42-C0BE-6297-3376-46E96BCCBF3C}"/>
                  </a:ext>
                </a:extLst>
              </p:cNvPr>
              <p:cNvSpPr/>
              <p:nvPr/>
            </p:nvSpPr>
            <p:spPr>
              <a:xfrm>
                <a:off x="7758388" y="8080237"/>
                <a:ext cx="37180" cy="37180"/>
              </a:xfrm>
              <a:custGeom>
                <a:avLst/>
                <a:gdLst>
                  <a:gd name="connsiteX0" fmla="*/ 37452 w 37180"/>
                  <a:gd name="connsiteY0" fmla="*/ 18777 h 37180"/>
                  <a:gd name="connsiteX1" fmla="*/ 18862 w 37180"/>
                  <a:gd name="connsiteY1" fmla="*/ 37368 h 37180"/>
                  <a:gd name="connsiteX2" fmla="*/ 271 w 37180"/>
                  <a:gd name="connsiteY2" fmla="*/ 18777 h 37180"/>
                  <a:gd name="connsiteX3" fmla="*/ 18862 w 37180"/>
                  <a:gd name="connsiteY3" fmla="*/ 187 h 37180"/>
                  <a:gd name="connsiteX4" fmla="*/ 37452 w 37180"/>
                  <a:gd name="connsiteY4" fmla="*/ 18777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2" y="18777"/>
                    </a:moveTo>
                    <a:cubicBezTo>
                      <a:pt x="37452" y="29045"/>
                      <a:pt x="29129" y="37368"/>
                      <a:pt x="18862" y="37368"/>
                    </a:cubicBezTo>
                    <a:cubicBezTo>
                      <a:pt x="8594" y="37368"/>
                      <a:pt x="271" y="29045"/>
                      <a:pt x="271" y="18777"/>
                    </a:cubicBezTo>
                    <a:cubicBezTo>
                      <a:pt x="271" y="8510"/>
                      <a:pt x="8594" y="187"/>
                      <a:pt x="18862" y="187"/>
                    </a:cubicBezTo>
                    <a:cubicBezTo>
                      <a:pt x="29129" y="187"/>
                      <a:pt x="37452" y="8510"/>
                      <a:pt x="37452" y="18777"/>
                    </a:cubicBezTo>
                    <a:close/>
                  </a:path>
                </a:pathLst>
              </a:custGeom>
              <a:solidFill>
                <a:srgbClr val="F7F4F4"/>
              </a:solidFill>
              <a:ln w="5753" cap="sq">
                <a:noFill/>
                <a:prstDash val="solid"/>
                <a:miter/>
              </a:ln>
            </p:spPr>
            <p:txBody>
              <a:bodyPr rtlCol="0" anchor="ctr"/>
              <a:lstStyle/>
              <a:p>
                <a:endParaRPr lang="en-US"/>
              </a:p>
            </p:txBody>
          </p:sp>
          <p:sp>
            <p:nvSpPr>
              <p:cNvPr id="3225" name="Freeform: Shape 3224">
                <a:extLst>
                  <a:ext uri="{FF2B5EF4-FFF2-40B4-BE49-F238E27FC236}">
                    <a16:creationId xmlns:a16="http://schemas.microsoft.com/office/drawing/2014/main" id="{0F90FD0F-B568-18D0-3CD0-B0CD38F418BC}"/>
                  </a:ext>
                </a:extLst>
              </p:cNvPr>
              <p:cNvSpPr/>
              <p:nvPr/>
            </p:nvSpPr>
            <p:spPr>
              <a:xfrm>
                <a:off x="7755988" y="8077837"/>
                <a:ext cx="41981" cy="41981"/>
              </a:xfrm>
              <a:custGeom>
                <a:avLst/>
                <a:gdLst>
                  <a:gd name="connsiteX0" fmla="*/ 21262 w 41981"/>
                  <a:gd name="connsiteY0" fmla="*/ 4987 h 41981"/>
                  <a:gd name="connsiteX1" fmla="*/ 37452 w 41981"/>
                  <a:gd name="connsiteY1" fmla="*/ 21178 h 41981"/>
                  <a:gd name="connsiteX2" fmla="*/ 37452 w 41981"/>
                  <a:gd name="connsiteY2" fmla="*/ 21178 h 41981"/>
                  <a:gd name="connsiteX3" fmla="*/ 21262 w 41981"/>
                  <a:gd name="connsiteY3" fmla="*/ 37368 h 41981"/>
                  <a:gd name="connsiteX4" fmla="*/ 5072 w 41981"/>
                  <a:gd name="connsiteY4" fmla="*/ 21178 h 41981"/>
                  <a:gd name="connsiteX5" fmla="*/ 21262 w 41981"/>
                  <a:gd name="connsiteY5" fmla="*/ 4987 h 41981"/>
                  <a:gd name="connsiteX6" fmla="*/ 21262 w 41981"/>
                  <a:gd name="connsiteY6" fmla="*/ 187 h 41981"/>
                  <a:gd name="connsiteX7" fmla="*/ 271 w 41981"/>
                  <a:gd name="connsiteY7" fmla="*/ 21178 h 41981"/>
                  <a:gd name="connsiteX8" fmla="*/ 21262 w 41981"/>
                  <a:gd name="connsiteY8" fmla="*/ 42168 h 41981"/>
                  <a:gd name="connsiteX9" fmla="*/ 42252 w 41981"/>
                  <a:gd name="connsiteY9" fmla="*/ 21178 h 41981"/>
                  <a:gd name="connsiteX10" fmla="*/ 42252 w 41981"/>
                  <a:gd name="connsiteY10" fmla="*/ 21178 h 41981"/>
                  <a:gd name="connsiteX11" fmla="*/ 21262 w 41981"/>
                  <a:gd name="connsiteY11" fmla="*/ 18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2" y="4987"/>
                    </a:moveTo>
                    <a:cubicBezTo>
                      <a:pt x="30204" y="4987"/>
                      <a:pt x="37452" y="12236"/>
                      <a:pt x="37452" y="21178"/>
                    </a:cubicBezTo>
                    <a:lnTo>
                      <a:pt x="37452" y="21178"/>
                    </a:lnTo>
                    <a:cubicBezTo>
                      <a:pt x="37452" y="30119"/>
                      <a:pt x="30204" y="37368"/>
                      <a:pt x="21262" y="37368"/>
                    </a:cubicBezTo>
                    <a:cubicBezTo>
                      <a:pt x="12320" y="37368"/>
                      <a:pt x="5072" y="30119"/>
                      <a:pt x="5072" y="21178"/>
                    </a:cubicBezTo>
                    <a:cubicBezTo>
                      <a:pt x="5072" y="12236"/>
                      <a:pt x="12320" y="4987"/>
                      <a:pt x="21262" y="4987"/>
                    </a:cubicBezTo>
                    <a:close/>
                    <a:moveTo>
                      <a:pt x="21262" y="187"/>
                    </a:moveTo>
                    <a:cubicBezTo>
                      <a:pt x="9669" y="187"/>
                      <a:pt x="271" y="9585"/>
                      <a:pt x="271" y="21178"/>
                    </a:cubicBezTo>
                    <a:cubicBezTo>
                      <a:pt x="271" y="32770"/>
                      <a:pt x="9669" y="42168"/>
                      <a:pt x="21262" y="42168"/>
                    </a:cubicBezTo>
                    <a:cubicBezTo>
                      <a:pt x="32854" y="42168"/>
                      <a:pt x="42252" y="32770"/>
                      <a:pt x="42252" y="21178"/>
                    </a:cubicBezTo>
                    <a:lnTo>
                      <a:pt x="42252" y="21178"/>
                    </a:lnTo>
                    <a:cubicBezTo>
                      <a:pt x="42252" y="9585"/>
                      <a:pt x="32854" y="187"/>
                      <a:pt x="21262" y="187"/>
                    </a:cubicBezTo>
                    <a:close/>
                  </a:path>
                </a:pathLst>
              </a:custGeom>
              <a:solidFill>
                <a:srgbClr val="000000"/>
              </a:solidFill>
              <a:ln w="4794" cap="sq">
                <a:noFill/>
                <a:prstDash val="solid"/>
                <a:round/>
              </a:ln>
            </p:spPr>
            <p:txBody>
              <a:bodyPr rtlCol="0" anchor="ctr"/>
              <a:lstStyle/>
              <a:p>
                <a:endParaRPr lang="en-US"/>
              </a:p>
            </p:txBody>
          </p:sp>
          <p:sp>
            <p:nvSpPr>
              <p:cNvPr id="3226" name="Freeform: Shape 3225">
                <a:extLst>
                  <a:ext uri="{FF2B5EF4-FFF2-40B4-BE49-F238E27FC236}">
                    <a16:creationId xmlns:a16="http://schemas.microsoft.com/office/drawing/2014/main" id="{8E75CAC2-E58C-28B1-653F-ADADD092E799}"/>
                  </a:ext>
                </a:extLst>
              </p:cNvPr>
              <p:cNvSpPr/>
              <p:nvPr/>
            </p:nvSpPr>
            <p:spPr>
              <a:xfrm>
                <a:off x="7728862" y="8005997"/>
                <a:ext cx="37180" cy="37180"/>
              </a:xfrm>
              <a:custGeom>
                <a:avLst/>
                <a:gdLst>
                  <a:gd name="connsiteX0" fmla="*/ 37447 w 37180"/>
                  <a:gd name="connsiteY0" fmla="*/ 18765 h 37180"/>
                  <a:gd name="connsiteX1" fmla="*/ 18857 w 37180"/>
                  <a:gd name="connsiteY1" fmla="*/ 37355 h 37180"/>
                  <a:gd name="connsiteX2" fmla="*/ 266 w 37180"/>
                  <a:gd name="connsiteY2" fmla="*/ 18765 h 37180"/>
                  <a:gd name="connsiteX3" fmla="*/ 18857 w 37180"/>
                  <a:gd name="connsiteY3" fmla="*/ 174 h 37180"/>
                  <a:gd name="connsiteX4" fmla="*/ 37447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7" y="18765"/>
                    </a:moveTo>
                    <a:cubicBezTo>
                      <a:pt x="37447" y="29032"/>
                      <a:pt x="29124" y="37355"/>
                      <a:pt x="18857" y="37355"/>
                    </a:cubicBezTo>
                    <a:cubicBezTo>
                      <a:pt x="8589" y="37355"/>
                      <a:pt x="266" y="29032"/>
                      <a:pt x="266" y="18765"/>
                    </a:cubicBezTo>
                    <a:cubicBezTo>
                      <a:pt x="266" y="8497"/>
                      <a:pt x="8589" y="174"/>
                      <a:pt x="18857" y="174"/>
                    </a:cubicBezTo>
                    <a:cubicBezTo>
                      <a:pt x="29124" y="174"/>
                      <a:pt x="37447" y="8497"/>
                      <a:pt x="37447" y="18765"/>
                    </a:cubicBezTo>
                    <a:close/>
                  </a:path>
                </a:pathLst>
              </a:custGeom>
              <a:solidFill>
                <a:srgbClr val="F7E7E7"/>
              </a:solidFill>
              <a:ln w="5753" cap="sq">
                <a:noFill/>
                <a:prstDash val="solid"/>
                <a:miter/>
              </a:ln>
            </p:spPr>
            <p:txBody>
              <a:bodyPr rtlCol="0" anchor="ctr"/>
              <a:lstStyle/>
              <a:p>
                <a:endParaRPr lang="en-US"/>
              </a:p>
            </p:txBody>
          </p:sp>
          <p:sp>
            <p:nvSpPr>
              <p:cNvPr id="3227" name="Freeform: Shape 3226">
                <a:extLst>
                  <a:ext uri="{FF2B5EF4-FFF2-40B4-BE49-F238E27FC236}">
                    <a16:creationId xmlns:a16="http://schemas.microsoft.com/office/drawing/2014/main" id="{89C0653F-40EC-8222-A7D6-A4FFAE1F605C}"/>
                  </a:ext>
                </a:extLst>
              </p:cNvPr>
              <p:cNvSpPr/>
              <p:nvPr/>
            </p:nvSpPr>
            <p:spPr>
              <a:xfrm>
                <a:off x="7726462" y="8003596"/>
                <a:ext cx="41981" cy="41981"/>
              </a:xfrm>
              <a:custGeom>
                <a:avLst/>
                <a:gdLst>
                  <a:gd name="connsiteX0" fmla="*/ 21257 w 41981"/>
                  <a:gd name="connsiteY0" fmla="*/ 4975 h 41981"/>
                  <a:gd name="connsiteX1" fmla="*/ 37447 w 41981"/>
                  <a:gd name="connsiteY1" fmla="*/ 21165 h 41981"/>
                  <a:gd name="connsiteX2" fmla="*/ 37447 w 41981"/>
                  <a:gd name="connsiteY2" fmla="*/ 21165 h 41981"/>
                  <a:gd name="connsiteX3" fmla="*/ 21257 w 41981"/>
                  <a:gd name="connsiteY3" fmla="*/ 37355 h 41981"/>
                  <a:gd name="connsiteX4" fmla="*/ 5067 w 41981"/>
                  <a:gd name="connsiteY4" fmla="*/ 21165 h 41981"/>
                  <a:gd name="connsiteX5" fmla="*/ 21257 w 41981"/>
                  <a:gd name="connsiteY5" fmla="*/ 4975 h 41981"/>
                  <a:gd name="connsiteX6" fmla="*/ 21257 w 41981"/>
                  <a:gd name="connsiteY6" fmla="*/ 174 h 41981"/>
                  <a:gd name="connsiteX7" fmla="*/ 266 w 41981"/>
                  <a:gd name="connsiteY7" fmla="*/ 21165 h 41981"/>
                  <a:gd name="connsiteX8" fmla="*/ 21257 w 41981"/>
                  <a:gd name="connsiteY8" fmla="*/ 42155 h 41981"/>
                  <a:gd name="connsiteX9" fmla="*/ 42247 w 41981"/>
                  <a:gd name="connsiteY9" fmla="*/ 21165 h 41981"/>
                  <a:gd name="connsiteX10" fmla="*/ 42247 w 41981"/>
                  <a:gd name="connsiteY10" fmla="*/ 21165 h 41981"/>
                  <a:gd name="connsiteX11" fmla="*/ 21257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7" y="4975"/>
                    </a:moveTo>
                    <a:cubicBezTo>
                      <a:pt x="30199" y="4975"/>
                      <a:pt x="37447" y="12223"/>
                      <a:pt x="37447" y="21165"/>
                    </a:cubicBezTo>
                    <a:lnTo>
                      <a:pt x="37447" y="21165"/>
                    </a:lnTo>
                    <a:cubicBezTo>
                      <a:pt x="37447" y="30107"/>
                      <a:pt x="30199" y="37355"/>
                      <a:pt x="21257" y="37355"/>
                    </a:cubicBezTo>
                    <a:cubicBezTo>
                      <a:pt x="12315" y="37355"/>
                      <a:pt x="5067" y="30107"/>
                      <a:pt x="5067" y="21165"/>
                    </a:cubicBezTo>
                    <a:cubicBezTo>
                      <a:pt x="5067" y="12223"/>
                      <a:pt x="12315" y="4975"/>
                      <a:pt x="21257" y="4975"/>
                    </a:cubicBezTo>
                    <a:close/>
                    <a:moveTo>
                      <a:pt x="21257" y="174"/>
                    </a:moveTo>
                    <a:cubicBezTo>
                      <a:pt x="9664" y="174"/>
                      <a:pt x="266" y="9572"/>
                      <a:pt x="266" y="21165"/>
                    </a:cubicBezTo>
                    <a:cubicBezTo>
                      <a:pt x="266" y="32757"/>
                      <a:pt x="9664" y="42155"/>
                      <a:pt x="21257" y="42155"/>
                    </a:cubicBezTo>
                    <a:cubicBezTo>
                      <a:pt x="32849" y="42155"/>
                      <a:pt x="42247" y="32757"/>
                      <a:pt x="42247" y="21165"/>
                    </a:cubicBezTo>
                    <a:lnTo>
                      <a:pt x="42247" y="21165"/>
                    </a:lnTo>
                    <a:cubicBezTo>
                      <a:pt x="42247" y="9572"/>
                      <a:pt x="32849" y="174"/>
                      <a:pt x="21257" y="174"/>
                    </a:cubicBezTo>
                    <a:close/>
                  </a:path>
                </a:pathLst>
              </a:custGeom>
              <a:solidFill>
                <a:srgbClr val="000000"/>
              </a:solidFill>
              <a:ln w="4794" cap="sq">
                <a:noFill/>
                <a:prstDash val="solid"/>
                <a:round/>
              </a:ln>
            </p:spPr>
            <p:txBody>
              <a:bodyPr rtlCol="0" anchor="ctr"/>
              <a:lstStyle/>
              <a:p>
                <a:endParaRPr lang="en-US"/>
              </a:p>
            </p:txBody>
          </p:sp>
          <p:sp>
            <p:nvSpPr>
              <p:cNvPr id="3228" name="Freeform: Shape 3227">
                <a:extLst>
                  <a:ext uri="{FF2B5EF4-FFF2-40B4-BE49-F238E27FC236}">
                    <a16:creationId xmlns:a16="http://schemas.microsoft.com/office/drawing/2014/main" id="{EBA61238-5E0A-82A5-B268-7FE4A5CB2580}"/>
                  </a:ext>
                </a:extLst>
              </p:cNvPr>
              <p:cNvSpPr/>
              <p:nvPr/>
            </p:nvSpPr>
            <p:spPr>
              <a:xfrm>
                <a:off x="7724715" y="8083981"/>
                <a:ext cx="37180" cy="37180"/>
              </a:xfrm>
              <a:custGeom>
                <a:avLst/>
                <a:gdLst>
                  <a:gd name="connsiteX0" fmla="*/ 37446 w 37180"/>
                  <a:gd name="connsiteY0" fmla="*/ 18778 h 37180"/>
                  <a:gd name="connsiteX1" fmla="*/ 18856 w 37180"/>
                  <a:gd name="connsiteY1" fmla="*/ 37369 h 37180"/>
                  <a:gd name="connsiteX2" fmla="*/ 265 w 37180"/>
                  <a:gd name="connsiteY2" fmla="*/ 18778 h 37180"/>
                  <a:gd name="connsiteX3" fmla="*/ 18856 w 37180"/>
                  <a:gd name="connsiteY3" fmla="*/ 188 h 37180"/>
                  <a:gd name="connsiteX4" fmla="*/ 37446 w 37180"/>
                  <a:gd name="connsiteY4" fmla="*/ 1877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78"/>
                    </a:moveTo>
                    <a:cubicBezTo>
                      <a:pt x="37446" y="29045"/>
                      <a:pt x="29123" y="37369"/>
                      <a:pt x="18856" y="37369"/>
                    </a:cubicBezTo>
                    <a:cubicBezTo>
                      <a:pt x="8589" y="37369"/>
                      <a:pt x="265" y="29045"/>
                      <a:pt x="265" y="18778"/>
                    </a:cubicBezTo>
                    <a:cubicBezTo>
                      <a:pt x="265" y="8511"/>
                      <a:pt x="8589" y="188"/>
                      <a:pt x="18856" y="188"/>
                    </a:cubicBezTo>
                    <a:cubicBezTo>
                      <a:pt x="29123" y="188"/>
                      <a:pt x="37446" y="8511"/>
                      <a:pt x="37446" y="18778"/>
                    </a:cubicBezTo>
                    <a:close/>
                  </a:path>
                </a:pathLst>
              </a:custGeom>
              <a:solidFill>
                <a:srgbClr val="F7E6E6"/>
              </a:solidFill>
              <a:ln w="5753" cap="sq">
                <a:noFill/>
                <a:prstDash val="solid"/>
                <a:miter/>
              </a:ln>
            </p:spPr>
            <p:txBody>
              <a:bodyPr rtlCol="0" anchor="ctr"/>
              <a:lstStyle/>
              <a:p>
                <a:endParaRPr lang="en-US"/>
              </a:p>
            </p:txBody>
          </p:sp>
          <p:sp>
            <p:nvSpPr>
              <p:cNvPr id="3229" name="Freeform: Shape 3228">
                <a:extLst>
                  <a:ext uri="{FF2B5EF4-FFF2-40B4-BE49-F238E27FC236}">
                    <a16:creationId xmlns:a16="http://schemas.microsoft.com/office/drawing/2014/main" id="{643ECDC9-E015-A87F-A73A-692EA5C95723}"/>
                  </a:ext>
                </a:extLst>
              </p:cNvPr>
              <p:cNvSpPr/>
              <p:nvPr/>
            </p:nvSpPr>
            <p:spPr>
              <a:xfrm>
                <a:off x="7722315" y="8081581"/>
                <a:ext cx="41981" cy="41981"/>
              </a:xfrm>
              <a:custGeom>
                <a:avLst/>
                <a:gdLst>
                  <a:gd name="connsiteX0" fmla="*/ 21256 w 41981"/>
                  <a:gd name="connsiteY0" fmla="*/ 4988 h 41981"/>
                  <a:gd name="connsiteX1" fmla="*/ 37446 w 41981"/>
                  <a:gd name="connsiteY1" fmla="*/ 21178 h 41981"/>
                  <a:gd name="connsiteX2" fmla="*/ 37446 w 41981"/>
                  <a:gd name="connsiteY2" fmla="*/ 21178 h 41981"/>
                  <a:gd name="connsiteX3" fmla="*/ 21256 w 41981"/>
                  <a:gd name="connsiteY3" fmla="*/ 37369 h 41981"/>
                  <a:gd name="connsiteX4" fmla="*/ 5066 w 41981"/>
                  <a:gd name="connsiteY4" fmla="*/ 21178 h 41981"/>
                  <a:gd name="connsiteX5" fmla="*/ 21256 w 41981"/>
                  <a:gd name="connsiteY5" fmla="*/ 4988 h 41981"/>
                  <a:gd name="connsiteX6" fmla="*/ 21256 w 41981"/>
                  <a:gd name="connsiteY6" fmla="*/ 188 h 41981"/>
                  <a:gd name="connsiteX7" fmla="*/ 265 w 41981"/>
                  <a:gd name="connsiteY7" fmla="*/ 21178 h 41981"/>
                  <a:gd name="connsiteX8" fmla="*/ 21256 w 41981"/>
                  <a:gd name="connsiteY8" fmla="*/ 42169 h 41981"/>
                  <a:gd name="connsiteX9" fmla="*/ 42247 w 41981"/>
                  <a:gd name="connsiteY9" fmla="*/ 21178 h 41981"/>
                  <a:gd name="connsiteX10" fmla="*/ 42247 w 41981"/>
                  <a:gd name="connsiteY10" fmla="*/ 21178 h 41981"/>
                  <a:gd name="connsiteX11" fmla="*/ 21256 w 41981"/>
                  <a:gd name="connsiteY11" fmla="*/ 18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88"/>
                    </a:moveTo>
                    <a:cubicBezTo>
                      <a:pt x="30198" y="4988"/>
                      <a:pt x="37446" y="12236"/>
                      <a:pt x="37446" y="21178"/>
                    </a:cubicBezTo>
                    <a:lnTo>
                      <a:pt x="37446" y="21178"/>
                    </a:lnTo>
                    <a:cubicBezTo>
                      <a:pt x="37446" y="30120"/>
                      <a:pt x="30198" y="37369"/>
                      <a:pt x="21256" y="37369"/>
                    </a:cubicBezTo>
                    <a:cubicBezTo>
                      <a:pt x="12314" y="37369"/>
                      <a:pt x="5066" y="30120"/>
                      <a:pt x="5066" y="21178"/>
                    </a:cubicBezTo>
                    <a:cubicBezTo>
                      <a:pt x="5066" y="12236"/>
                      <a:pt x="12314" y="4988"/>
                      <a:pt x="21256" y="4988"/>
                    </a:cubicBezTo>
                    <a:close/>
                    <a:moveTo>
                      <a:pt x="21256" y="188"/>
                    </a:moveTo>
                    <a:cubicBezTo>
                      <a:pt x="9663" y="188"/>
                      <a:pt x="265" y="9586"/>
                      <a:pt x="265" y="21178"/>
                    </a:cubicBezTo>
                    <a:cubicBezTo>
                      <a:pt x="265" y="32771"/>
                      <a:pt x="9663" y="42169"/>
                      <a:pt x="21256" y="42169"/>
                    </a:cubicBezTo>
                    <a:cubicBezTo>
                      <a:pt x="32849" y="42169"/>
                      <a:pt x="42247" y="32771"/>
                      <a:pt x="42247" y="21178"/>
                    </a:cubicBezTo>
                    <a:lnTo>
                      <a:pt x="42247" y="21178"/>
                    </a:lnTo>
                    <a:cubicBezTo>
                      <a:pt x="42247" y="9586"/>
                      <a:pt x="32849" y="188"/>
                      <a:pt x="21256" y="188"/>
                    </a:cubicBezTo>
                    <a:close/>
                  </a:path>
                </a:pathLst>
              </a:custGeom>
              <a:solidFill>
                <a:srgbClr val="000000"/>
              </a:solidFill>
              <a:ln w="4794" cap="sq">
                <a:noFill/>
                <a:prstDash val="solid"/>
                <a:round/>
              </a:ln>
            </p:spPr>
            <p:txBody>
              <a:bodyPr rtlCol="0" anchor="ctr"/>
              <a:lstStyle/>
              <a:p>
                <a:endParaRPr lang="en-US"/>
              </a:p>
            </p:txBody>
          </p:sp>
          <p:sp>
            <p:nvSpPr>
              <p:cNvPr id="3230" name="Freeform: Shape 3229">
                <a:extLst>
                  <a:ext uri="{FF2B5EF4-FFF2-40B4-BE49-F238E27FC236}">
                    <a16:creationId xmlns:a16="http://schemas.microsoft.com/office/drawing/2014/main" id="{0D34AC36-7C03-2592-0189-936791012237}"/>
                  </a:ext>
                </a:extLst>
              </p:cNvPr>
              <p:cNvSpPr/>
              <p:nvPr/>
            </p:nvSpPr>
            <p:spPr>
              <a:xfrm>
                <a:off x="7840451" y="7977940"/>
                <a:ext cx="37180" cy="37180"/>
              </a:xfrm>
              <a:custGeom>
                <a:avLst/>
                <a:gdLst>
                  <a:gd name="connsiteX0" fmla="*/ 37466 w 37180"/>
                  <a:gd name="connsiteY0" fmla="*/ 18760 h 37180"/>
                  <a:gd name="connsiteX1" fmla="*/ 18876 w 37180"/>
                  <a:gd name="connsiteY1" fmla="*/ 37350 h 37180"/>
                  <a:gd name="connsiteX2" fmla="*/ 286 w 37180"/>
                  <a:gd name="connsiteY2" fmla="*/ 18760 h 37180"/>
                  <a:gd name="connsiteX3" fmla="*/ 18876 w 37180"/>
                  <a:gd name="connsiteY3" fmla="*/ 169 h 37180"/>
                  <a:gd name="connsiteX4" fmla="*/ 37466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6" y="18760"/>
                    </a:moveTo>
                    <a:cubicBezTo>
                      <a:pt x="37466" y="29027"/>
                      <a:pt x="29143" y="37350"/>
                      <a:pt x="18876" y="37350"/>
                    </a:cubicBezTo>
                    <a:cubicBezTo>
                      <a:pt x="8609" y="37350"/>
                      <a:pt x="286" y="29027"/>
                      <a:pt x="286" y="18760"/>
                    </a:cubicBezTo>
                    <a:cubicBezTo>
                      <a:pt x="286" y="8493"/>
                      <a:pt x="8609" y="169"/>
                      <a:pt x="18876" y="169"/>
                    </a:cubicBezTo>
                    <a:cubicBezTo>
                      <a:pt x="29143" y="169"/>
                      <a:pt x="37466" y="8493"/>
                      <a:pt x="37466" y="18760"/>
                    </a:cubicBezTo>
                    <a:close/>
                  </a:path>
                </a:pathLst>
              </a:custGeom>
              <a:solidFill>
                <a:srgbClr val="F7E4E4"/>
              </a:solidFill>
              <a:ln w="5753" cap="sq">
                <a:noFill/>
                <a:prstDash val="solid"/>
                <a:miter/>
              </a:ln>
            </p:spPr>
            <p:txBody>
              <a:bodyPr rtlCol="0" anchor="ctr"/>
              <a:lstStyle/>
              <a:p>
                <a:endParaRPr lang="en-US"/>
              </a:p>
            </p:txBody>
          </p:sp>
          <p:sp>
            <p:nvSpPr>
              <p:cNvPr id="3231" name="Freeform: Shape 3230">
                <a:extLst>
                  <a:ext uri="{FF2B5EF4-FFF2-40B4-BE49-F238E27FC236}">
                    <a16:creationId xmlns:a16="http://schemas.microsoft.com/office/drawing/2014/main" id="{C56D765C-706A-4C5C-82E7-635C64EC8C2C}"/>
                  </a:ext>
                </a:extLst>
              </p:cNvPr>
              <p:cNvSpPr/>
              <p:nvPr/>
            </p:nvSpPr>
            <p:spPr>
              <a:xfrm>
                <a:off x="7838051" y="7975539"/>
                <a:ext cx="41981" cy="41981"/>
              </a:xfrm>
              <a:custGeom>
                <a:avLst/>
                <a:gdLst>
                  <a:gd name="connsiteX0" fmla="*/ 21276 w 41981"/>
                  <a:gd name="connsiteY0" fmla="*/ 4970 h 41981"/>
                  <a:gd name="connsiteX1" fmla="*/ 37466 w 41981"/>
                  <a:gd name="connsiteY1" fmla="*/ 21160 h 41981"/>
                  <a:gd name="connsiteX2" fmla="*/ 37466 w 41981"/>
                  <a:gd name="connsiteY2" fmla="*/ 21160 h 41981"/>
                  <a:gd name="connsiteX3" fmla="*/ 21276 w 41981"/>
                  <a:gd name="connsiteY3" fmla="*/ 37350 h 41981"/>
                  <a:gd name="connsiteX4" fmla="*/ 5086 w 41981"/>
                  <a:gd name="connsiteY4" fmla="*/ 21160 h 41981"/>
                  <a:gd name="connsiteX5" fmla="*/ 21276 w 41981"/>
                  <a:gd name="connsiteY5" fmla="*/ 4970 h 41981"/>
                  <a:gd name="connsiteX6" fmla="*/ 21276 w 41981"/>
                  <a:gd name="connsiteY6" fmla="*/ 169 h 41981"/>
                  <a:gd name="connsiteX7" fmla="*/ 286 w 41981"/>
                  <a:gd name="connsiteY7" fmla="*/ 21160 h 41981"/>
                  <a:gd name="connsiteX8" fmla="*/ 21276 w 41981"/>
                  <a:gd name="connsiteY8" fmla="*/ 42150 h 41981"/>
                  <a:gd name="connsiteX9" fmla="*/ 42267 w 41981"/>
                  <a:gd name="connsiteY9" fmla="*/ 21160 h 41981"/>
                  <a:gd name="connsiteX10" fmla="*/ 42267 w 41981"/>
                  <a:gd name="connsiteY10" fmla="*/ 21160 h 41981"/>
                  <a:gd name="connsiteX11" fmla="*/ 21276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6" y="4970"/>
                    </a:moveTo>
                    <a:cubicBezTo>
                      <a:pt x="30218" y="4970"/>
                      <a:pt x="37466" y="12218"/>
                      <a:pt x="37466" y="21160"/>
                    </a:cubicBezTo>
                    <a:lnTo>
                      <a:pt x="37466" y="21160"/>
                    </a:lnTo>
                    <a:cubicBezTo>
                      <a:pt x="37466" y="30102"/>
                      <a:pt x="30218" y="37350"/>
                      <a:pt x="21276" y="37350"/>
                    </a:cubicBezTo>
                    <a:cubicBezTo>
                      <a:pt x="12334" y="37350"/>
                      <a:pt x="5086" y="30102"/>
                      <a:pt x="5086" y="21160"/>
                    </a:cubicBezTo>
                    <a:cubicBezTo>
                      <a:pt x="5086" y="12218"/>
                      <a:pt x="12334" y="4970"/>
                      <a:pt x="21276" y="4970"/>
                    </a:cubicBezTo>
                    <a:close/>
                    <a:moveTo>
                      <a:pt x="21276" y="169"/>
                    </a:moveTo>
                    <a:cubicBezTo>
                      <a:pt x="9684" y="169"/>
                      <a:pt x="286" y="9567"/>
                      <a:pt x="286" y="21160"/>
                    </a:cubicBezTo>
                    <a:cubicBezTo>
                      <a:pt x="286" y="32752"/>
                      <a:pt x="9684" y="42150"/>
                      <a:pt x="21276" y="42150"/>
                    </a:cubicBezTo>
                    <a:cubicBezTo>
                      <a:pt x="32869" y="42150"/>
                      <a:pt x="42267" y="32752"/>
                      <a:pt x="42267" y="21160"/>
                    </a:cubicBezTo>
                    <a:lnTo>
                      <a:pt x="42267" y="21160"/>
                    </a:lnTo>
                    <a:cubicBezTo>
                      <a:pt x="42267" y="9567"/>
                      <a:pt x="32869" y="169"/>
                      <a:pt x="21276" y="169"/>
                    </a:cubicBezTo>
                    <a:close/>
                  </a:path>
                </a:pathLst>
              </a:custGeom>
              <a:solidFill>
                <a:srgbClr val="000000"/>
              </a:solidFill>
              <a:ln w="4794" cap="sq">
                <a:noFill/>
                <a:prstDash val="solid"/>
                <a:round/>
              </a:ln>
            </p:spPr>
            <p:txBody>
              <a:bodyPr rtlCol="0" anchor="ctr"/>
              <a:lstStyle/>
              <a:p>
                <a:endParaRPr lang="en-US"/>
              </a:p>
            </p:txBody>
          </p:sp>
          <p:sp>
            <p:nvSpPr>
              <p:cNvPr id="3232" name="Freeform: Shape 3231">
                <a:extLst>
                  <a:ext uri="{FF2B5EF4-FFF2-40B4-BE49-F238E27FC236}">
                    <a16:creationId xmlns:a16="http://schemas.microsoft.com/office/drawing/2014/main" id="{46B4D904-A4FD-B39E-79F2-425192A8BB4A}"/>
                  </a:ext>
                </a:extLst>
              </p:cNvPr>
              <p:cNvSpPr/>
              <p:nvPr/>
            </p:nvSpPr>
            <p:spPr>
              <a:xfrm>
                <a:off x="7751033" y="8055170"/>
                <a:ext cx="37180" cy="37180"/>
              </a:xfrm>
              <a:custGeom>
                <a:avLst/>
                <a:gdLst>
                  <a:gd name="connsiteX0" fmla="*/ 37451 w 37180"/>
                  <a:gd name="connsiteY0" fmla="*/ 18773 h 37180"/>
                  <a:gd name="connsiteX1" fmla="*/ 18860 w 37180"/>
                  <a:gd name="connsiteY1" fmla="*/ 37364 h 37180"/>
                  <a:gd name="connsiteX2" fmla="*/ 270 w 37180"/>
                  <a:gd name="connsiteY2" fmla="*/ 18773 h 37180"/>
                  <a:gd name="connsiteX3" fmla="*/ 18860 w 37180"/>
                  <a:gd name="connsiteY3" fmla="*/ 183 h 37180"/>
                  <a:gd name="connsiteX4" fmla="*/ 37451 w 37180"/>
                  <a:gd name="connsiteY4" fmla="*/ 1877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1" y="18773"/>
                    </a:moveTo>
                    <a:cubicBezTo>
                      <a:pt x="37451" y="29040"/>
                      <a:pt x="29128" y="37364"/>
                      <a:pt x="18860" y="37364"/>
                    </a:cubicBezTo>
                    <a:cubicBezTo>
                      <a:pt x="8593" y="37364"/>
                      <a:pt x="270" y="29040"/>
                      <a:pt x="270" y="18773"/>
                    </a:cubicBezTo>
                    <a:cubicBezTo>
                      <a:pt x="270" y="8506"/>
                      <a:pt x="8593" y="183"/>
                      <a:pt x="18860" y="183"/>
                    </a:cubicBezTo>
                    <a:cubicBezTo>
                      <a:pt x="29128" y="183"/>
                      <a:pt x="37451" y="8506"/>
                      <a:pt x="37451" y="18773"/>
                    </a:cubicBezTo>
                    <a:close/>
                  </a:path>
                </a:pathLst>
              </a:custGeom>
              <a:solidFill>
                <a:srgbClr val="F7E7E7"/>
              </a:solidFill>
              <a:ln w="5753" cap="sq">
                <a:noFill/>
                <a:prstDash val="solid"/>
                <a:miter/>
              </a:ln>
            </p:spPr>
            <p:txBody>
              <a:bodyPr rtlCol="0" anchor="ctr"/>
              <a:lstStyle/>
              <a:p>
                <a:endParaRPr lang="en-US"/>
              </a:p>
            </p:txBody>
          </p:sp>
          <p:sp>
            <p:nvSpPr>
              <p:cNvPr id="3233" name="Freeform: Shape 3232">
                <a:extLst>
                  <a:ext uri="{FF2B5EF4-FFF2-40B4-BE49-F238E27FC236}">
                    <a16:creationId xmlns:a16="http://schemas.microsoft.com/office/drawing/2014/main" id="{B41BBE0B-9E21-503F-FA6D-58CB8C8BBF2B}"/>
                  </a:ext>
                </a:extLst>
              </p:cNvPr>
              <p:cNvSpPr/>
              <p:nvPr/>
            </p:nvSpPr>
            <p:spPr>
              <a:xfrm>
                <a:off x="7748632" y="8052770"/>
                <a:ext cx="41981" cy="41981"/>
              </a:xfrm>
              <a:custGeom>
                <a:avLst/>
                <a:gdLst>
                  <a:gd name="connsiteX0" fmla="*/ 21261 w 41981"/>
                  <a:gd name="connsiteY0" fmla="*/ 4983 h 41981"/>
                  <a:gd name="connsiteX1" fmla="*/ 37451 w 41981"/>
                  <a:gd name="connsiteY1" fmla="*/ 21173 h 41981"/>
                  <a:gd name="connsiteX2" fmla="*/ 37451 w 41981"/>
                  <a:gd name="connsiteY2" fmla="*/ 21173 h 41981"/>
                  <a:gd name="connsiteX3" fmla="*/ 21261 w 41981"/>
                  <a:gd name="connsiteY3" fmla="*/ 37364 h 41981"/>
                  <a:gd name="connsiteX4" fmla="*/ 5070 w 41981"/>
                  <a:gd name="connsiteY4" fmla="*/ 21173 h 41981"/>
                  <a:gd name="connsiteX5" fmla="*/ 21261 w 41981"/>
                  <a:gd name="connsiteY5" fmla="*/ 4983 h 41981"/>
                  <a:gd name="connsiteX6" fmla="*/ 21261 w 41981"/>
                  <a:gd name="connsiteY6" fmla="*/ 183 h 41981"/>
                  <a:gd name="connsiteX7" fmla="*/ 270 w 41981"/>
                  <a:gd name="connsiteY7" fmla="*/ 21173 h 41981"/>
                  <a:gd name="connsiteX8" fmla="*/ 21261 w 41981"/>
                  <a:gd name="connsiteY8" fmla="*/ 42164 h 41981"/>
                  <a:gd name="connsiteX9" fmla="*/ 42251 w 41981"/>
                  <a:gd name="connsiteY9" fmla="*/ 21173 h 41981"/>
                  <a:gd name="connsiteX10" fmla="*/ 42251 w 41981"/>
                  <a:gd name="connsiteY10" fmla="*/ 21173 h 41981"/>
                  <a:gd name="connsiteX11" fmla="*/ 21261 w 41981"/>
                  <a:gd name="connsiteY11" fmla="*/ 18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1" y="4983"/>
                    </a:moveTo>
                    <a:cubicBezTo>
                      <a:pt x="30202" y="4983"/>
                      <a:pt x="37451" y="12231"/>
                      <a:pt x="37451" y="21173"/>
                    </a:cubicBezTo>
                    <a:lnTo>
                      <a:pt x="37451" y="21173"/>
                    </a:lnTo>
                    <a:cubicBezTo>
                      <a:pt x="37451" y="30115"/>
                      <a:pt x="30202" y="37364"/>
                      <a:pt x="21261" y="37364"/>
                    </a:cubicBezTo>
                    <a:cubicBezTo>
                      <a:pt x="12319" y="37364"/>
                      <a:pt x="5070" y="30115"/>
                      <a:pt x="5070" y="21173"/>
                    </a:cubicBezTo>
                    <a:cubicBezTo>
                      <a:pt x="5070" y="12231"/>
                      <a:pt x="12319" y="4983"/>
                      <a:pt x="21261" y="4983"/>
                    </a:cubicBezTo>
                    <a:close/>
                    <a:moveTo>
                      <a:pt x="21261" y="183"/>
                    </a:moveTo>
                    <a:cubicBezTo>
                      <a:pt x="9668" y="183"/>
                      <a:pt x="270" y="9581"/>
                      <a:pt x="270" y="21173"/>
                    </a:cubicBezTo>
                    <a:cubicBezTo>
                      <a:pt x="270" y="32766"/>
                      <a:pt x="9668" y="42164"/>
                      <a:pt x="21261" y="42164"/>
                    </a:cubicBezTo>
                    <a:cubicBezTo>
                      <a:pt x="32853" y="42164"/>
                      <a:pt x="42251" y="32766"/>
                      <a:pt x="42251" y="21173"/>
                    </a:cubicBezTo>
                    <a:lnTo>
                      <a:pt x="42251" y="21173"/>
                    </a:lnTo>
                    <a:cubicBezTo>
                      <a:pt x="42251" y="9581"/>
                      <a:pt x="32853" y="183"/>
                      <a:pt x="21261" y="183"/>
                    </a:cubicBezTo>
                    <a:close/>
                  </a:path>
                </a:pathLst>
              </a:custGeom>
              <a:solidFill>
                <a:srgbClr val="000000"/>
              </a:solidFill>
              <a:ln w="4794" cap="sq">
                <a:noFill/>
                <a:prstDash val="solid"/>
                <a:round/>
              </a:ln>
            </p:spPr>
            <p:txBody>
              <a:bodyPr rtlCol="0" anchor="ctr"/>
              <a:lstStyle/>
              <a:p>
                <a:endParaRPr lang="en-US"/>
              </a:p>
            </p:txBody>
          </p:sp>
          <p:sp>
            <p:nvSpPr>
              <p:cNvPr id="3234" name="Freeform: Shape 3233">
                <a:extLst>
                  <a:ext uri="{FF2B5EF4-FFF2-40B4-BE49-F238E27FC236}">
                    <a16:creationId xmlns:a16="http://schemas.microsoft.com/office/drawing/2014/main" id="{42BB70E1-D604-4FBF-47E2-C5CD2C035F4B}"/>
                  </a:ext>
                </a:extLst>
              </p:cNvPr>
              <p:cNvSpPr/>
              <p:nvPr/>
            </p:nvSpPr>
            <p:spPr>
              <a:xfrm>
                <a:off x="7723143" y="8032095"/>
                <a:ext cx="37180" cy="37180"/>
              </a:xfrm>
              <a:custGeom>
                <a:avLst/>
                <a:gdLst>
                  <a:gd name="connsiteX0" fmla="*/ 37446 w 37180"/>
                  <a:gd name="connsiteY0" fmla="*/ 18769 h 37180"/>
                  <a:gd name="connsiteX1" fmla="*/ 18856 w 37180"/>
                  <a:gd name="connsiteY1" fmla="*/ 37360 h 37180"/>
                  <a:gd name="connsiteX2" fmla="*/ 265 w 37180"/>
                  <a:gd name="connsiteY2" fmla="*/ 18769 h 37180"/>
                  <a:gd name="connsiteX3" fmla="*/ 18856 w 37180"/>
                  <a:gd name="connsiteY3" fmla="*/ 179 h 37180"/>
                  <a:gd name="connsiteX4" fmla="*/ 37446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6" y="18769"/>
                    </a:moveTo>
                    <a:cubicBezTo>
                      <a:pt x="37446" y="29036"/>
                      <a:pt x="29123" y="37360"/>
                      <a:pt x="18856" y="37360"/>
                    </a:cubicBezTo>
                    <a:cubicBezTo>
                      <a:pt x="8588" y="37360"/>
                      <a:pt x="265" y="29036"/>
                      <a:pt x="265" y="18769"/>
                    </a:cubicBezTo>
                    <a:cubicBezTo>
                      <a:pt x="265" y="8502"/>
                      <a:pt x="8588" y="179"/>
                      <a:pt x="18856" y="179"/>
                    </a:cubicBezTo>
                    <a:cubicBezTo>
                      <a:pt x="29123" y="179"/>
                      <a:pt x="37446" y="8502"/>
                      <a:pt x="37446" y="18769"/>
                    </a:cubicBezTo>
                    <a:close/>
                  </a:path>
                </a:pathLst>
              </a:custGeom>
              <a:solidFill>
                <a:srgbClr val="F7F1F1"/>
              </a:solidFill>
              <a:ln w="5753" cap="sq">
                <a:noFill/>
                <a:prstDash val="solid"/>
                <a:miter/>
              </a:ln>
            </p:spPr>
            <p:txBody>
              <a:bodyPr rtlCol="0" anchor="ctr"/>
              <a:lstStyle/>
              <a:p>
                <a:endParaRPr lang="en-US"/>
              </a:p>
            </p:txBody>
          </p:sp>
          <p:sp>
            <p:nvSpPr>
              <p:cNvPr id="3235" name="Freeform: Shape 3234">
                <a:extLst>
                  <a:ext uri="{FF2B5EF4-FFF2-40B4-BE49-F238E27FC236}">
                    <a16:creationId xmlns:a16="http://schemas.microsoft.com/office/drawing/2014/main" id="{6E922EB1-DFA2-966E-7908-736B6310FF31}"/>
                  </a:ext>
                </a:extLst>
              </p:cNvPr>
              <p:cNvSpPr/>
              <p:nvPr/>
            </p:nvSpPr>
            <p:spPr>
              <a:xfrm>
                <a:off x="7720742" y="8029695"/>
                <a:ext cx="41981" cy="41981"/>
              </a:xfrm>
              <a:custGeom>
                <a:avLst/>
                <a:gdLst>
                  <a:gd name="connsiteX0" fmla="*/ 21256 w 41981"/>
                  <a:gd name="connsiteY0" fmla="*/ 4979 h 41981"/>
                  <a:gd name="connsiteX1" fmla="*/ 37446 w 41981"/>
                  <a:gd name="connsiteY1" fmla="*/ 21169 h 41981"/>
                  <a:gd name="connsiteX2" fmla="*/ 37446 w 41981"/>
                  <a:gd name="connsiteY2" fmla="*/ 21169 h 41981"/>
                  <a:gd name="connsiteX3" fmla="*/ 21256 w 41981"/>
                  <a:gd name="connsiteY3" fmla="*/ 37360 h 41981"/>
                  <a:gd name="connsiteX4" fmla="*/ 5066 w 41981"/>
                  <a:gd name="connsiteY4" fmla="*/ 21169 h 41981"/>
                  <a:gd name="connsiteX5" fmla="*/ 21256 w 41981"/>
                  <a:gd name="connsiteY5" fmla="*/ 4979 h 41981"/>
                  <a:gd name="connsiteX6" fmla="*/ 21256 w 41981"/>
                  <a:gd name="connsiteY6" fmla="*/ 179 h 41981"/>
                  <a:gd name="connsiteX7" fmla="*/ 265 w 41981"/>
                  <a:gd name="connsiteY7" fmla="*/ 21169 h 41981"/>
                  <a:gd name="connsiteX8" fmla="*/ 21256 w 41981"/>
                  <a:gd name="connsiteY8" fmla="*/ 42160 h 41981"/>
                  <a:gd name="connsiteX9" fmla="*/ 42246 w 41981"/>
                  <a:gd name="connsiteY9" fmla="*/ 21169 h 41981"/>
                  <a:gd name="connsiteX10" fmla="*/ 42246 w 41981"/>
                  <a:gd name="connsiteY10" fmla="*/ 21169 h 41981"/>
                  <a:gd name="connsiteX11" fmla="*/ 21256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6" y="4979"/>
                    </a:moveTo>
                    <a:cubicBezTo>
                      <a:pt x="30198" y="4979"/>
                      <a:pt x="37446" y="12227"/>
                      <a:pt x="37446" y="21169"/>
                    </a:cubicBezTo>
                    <a:lnTo>
                      <a:pt x="37446" y="21169"/>
                    </a:lnTo>
                    <a:cubicBezTo>
                      <a:pt x="37446" y="30111"/>
                      <a:pt x="30198" y="37360"/>
                      <a:pt x="21256" y="37360"/>
                    </a:cubicBezTo>
                    <a:cubicBezTo>
                      <a:pt x="12314" y="37360"/>
                      <a:pt x="5066" y="30111"/>
                      <a:pt x="5066" y="21169"/>
                    </a:cubicBezTo>
                    <a:cubicBezTo>
                      <a:pt x="5066" y="12227"/>
                      <a:pt x="12314" y="4979"/>
                      <a:pt x="21256" y="4979"/>
                    </a:cubicBezTo>
                    <a:close/>
                    <a:moveTo>
                      <a:pt x="21256" y="179"/>
                    </a:moveTo>
                    <a:cubicBezTo>
                      <a:pt x="9663" y="179"/>
                      <a:pt x="265" y="9577"/>
                      <a:pt x="265" y="21169"/>
                    </a:cubicBezTo>
                    <a:cubicBezTo>
                      <a:pt x="265" y="32762"/>
                      <a:pt x="9663" y="42160"/>
                      <a:pt x="21256" y="42160"/>
                    </a:cubicBezTo>
                    <a:cubicBezTo>
                      <a:pt x="32848" y="42160"/>
                      <a:pt x="42246" y="32762"/>
                      <a:pt x="42246" y="21169"/>
                    </a:cubicBezTo>
                    <a:lnTo>
                      <a:pt x="42246" y="21169"/>
                    </a:lnTo>
                    <a:cubicBezTo>
                      <a:pt x="42246" y="9577"/>
                      <a:pt x="32848" y="179"/>
                      <a:pt x="21256" y="179"/>
                    </a:cubicBezTo>
                    <a:close/>
                  </a:path>
                </a:pathLst>
              </a:custGeom>
              <a:solidFill>
                <a:srgbClr val="000000"/>
              </a:solidFill>
              <a:ln w="4794" cap="sq">
                <a:noFill/>
                <a:prstDash val="solid"/>
                <a:round/>
              </a:ln>
            </p:spPr>
            <p:txBody>
              <a:bodyPr rtlCol="0" anchor="ctr"/>
              <a:lstStyle/>
              <a:p>
                <a:endParaRPr lang="en-US"/>
              </a:p>
            </p:txBody>
          </p:sp>
          <p:sp>
            <p:nvSpPr>
              <p:cNvPr id="3236" name="Freeform: Shape 3235">
                <a:extLst>
                  <a:ext uri="{FF2B5EF4-FFF2-40B4-BE49-F238E27FC236}">
                    <a16:creationId xmlns:a16="http://schemas.microsoft.com/office/drawing/2014/main" id="{9AF5C046-4B8D-1AD3-B0E4-878358143E79}"/>
                  </a:ext>
                </a:extLst>
              </p:cNvPr>
              <p:cNvSpPr/>
              <p:nvPr/>
            </p:nvSpPr>
            <p:spPr>
              <a:xfrm>
                <a:off x="7628500" y="7831613"/>
                <a:ext cx="37180" cy="37180"/>
              </a:xfrm>
              <a:custGeom>
                <a:avLst/>
                <a:gdLst>
                  <a:gd name="connsiteX0" fmla="*/ 37430 w 37180"/>
                  <a:gd name="connsiteY0" fmla="*/ 18734 h 37180"/>
                  <a:gd name="connsiteX1" fmla="*/ 18839 w 37180"/>
                  <a:gd name="connsiteY1" fmla="*/ 37325 h 37180"/>
                  <a:gd name="connsiteX2" fmla="*/ 249 w 37180"/>
                  <a:gd name="connsiteY2" fmla="*/ 18734 h 37180"/>
                  <a:gd name="connsiteX3" fmla="*/ 18839 w 37180"/>
                  <a:gd name="connsiteY3" fmla="*/ 144 h 37180"/>
                  <a:gd name="connsiteX4" fmla="*/ 37430 w 37180"/>
                  <a:gd name="connsiteY4" fmla="*/ 18734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0" y="18734"/>
                    </a:moveTo>
                    <a:cubicBezTo>
                      <a:pt x="37430" y="29001"/>
                      <a:pt x="29106" y="37325"/>
                      <a:pt x="18839" y="37325"/>
                    </a:cubicBezTo>
                    <a:cubicBezTo>
                      <a:pt x="8572" y="37325"/>
                      <a:pt x="249" y="29001"/>
                      <a:pt x="249" y="18734"/>
                    </a:cubicBezTo>
                    <a:cubicBezTo>
                      <a:pt x="249" y="8467"/>
                      <a:pt x="8572" y="144"/>
                      <a:pt x="18839" y="144"/>
                    </a:cubicBezTo>
                    <a:cubicBezTo>
                      <a:pt x="29106" y="144"/>
                      <a:pt x="37430" y="8467"/>
                      <a:pt x="37430" y="18734"/>
                    </a:cubicBezTo>
                    <a:close/>
                  </a:path>
                </a:pathLst>
              </a:custGeom>
              <a:solidFill>
                <a:srgbClr val="F7A50D"/>
              </a:solidFill>
              <a:ln w="5753" cap="sq">
                <a:noFill/>
                <a:prstDash val="solid"/>
                <a:miter/>
              </a:ln>
            </p:spPr>
            <p:txBody>
              <a:bodyPr rtlCol="0" anchor="ctr"/>
              <a:lstStyle/>
              <a:p>
                <a:endParaRPr lang="en-US"/>
              </a:p>
            </p:txBody>
          </p:sp>
          <p:sp>
            <p:nvSpPr>
              <p:cNvPr id="3237" name="Freeform: Shape 3236">
                <a:extLst>
                  <a:ext uri="{FF2B5EF4-FFF2-40B4-BE49-F238E27FC236}">
                    <a16:creationId xmlns:a16="http://schemas.microsoft.com/office/drawing/2014/main" id="{1A26CF26-B29B-F2E6-F488-EF226165BBB5}"/>
                  </a:ext>
                </a:extLst>
              </p:cNvPr>
              <p:cNvSpPr/>
              <p:nvPr/>
            </p:nvSpPr>
            <p:spPr>
              <a:xfrm>
                <a:off x="7626100" y="7829212"/>
                <a:ext cx="41981" cy="41981"/>
              </a:xfrm>
              <a:custGeom>
                <a:avLst/>
                <a:gdLst>
                  <a:gd name="connsiteX0" fmla="*/ 21239 w 41981"/>
                  <a:gd name="connsiteY0" fmla="*/ 4944 h 41981"/>
                  <a:gd name="connsiteX1" fmla="*/ 37430 w 41981"/>
                  <a:gd name="connsiteY1" fmla="*/ 21134 h 41981"/>
                  <a:gd name="connsiteX2" fmla="*/ 37430 w 41981"/>
                  <a:gd name="connsiteY2" fmla="*/ 21134 h 41981"/>
                  <a:gd name="connsiteX3" fmla="*/ 21239 w 41981"/>
                  <a:gd name="connsiteY3" fmla="*/ 37325 h 41981"/>
                  <a:gd name="connsiteX4" fmla="*/ 5049 w 41981"/>
                  <a:gd name="connsiteY4" fmla="*/ 21134 h 41981"/>
                  <a:gd name="connsiteX5" fmla="*/ 21239 w 41981"/>
                  <a:gd name="connsiteY5" fmla="*/ 4944 h 41981"/>
                  <a:gd name="connsiteX6" fmla="*/ 21239 w 41981"/>
                  <a:gd name="connsiteY6" fmla="*/ 144 h 41981"/>
                  <a:gd name="connsiteX7" fmla="*/ 249 w 41981"/>
                  <a:gd name="connsiteY7" fmla="*/ 21134 h 41981"/>
                  <a:gd name="connsiteX8" fmla="*/ 21239 w 41981"/>
                  <a:gd name="connsiteY8" fmla="*/ 42125 h 41981"/>
                  <a:gd name="connsiteX9" fmla="*/ 42230 w 41981"/>
                  <a:gd name="connsiteY9" fmla="*/ 21134 h 41981"/>
                  <a:gd name="connsiteX10" fmla="*/ 42230 w 41981"/>
                  <a:gd name="connsiteY10" fmla="*/ 21134 h 41981"/>
                  <a:gd name="connsiteX11" fmla="*/ 21239 w 41981"/>
                  <a:gd name="connsiteY11" fmla="*/ 14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44"/>
                    </a:moveTo>
                    <a:cubicBezTo>
                      <a:pt x="30181" y="4944"/>
                      <a:pt x="37430" y="12193"/>
                      <a:pt x="37430" y="21134"/>
                    </a:cubicBezTo>
                    <a:lnTo>
                      <a:pt x="37430" y="21134"/>
                    </a:lnTo>
                    <a:cubicBezTo>
                      <a:pt x="37430" y="30076"/>
                      <a:pt x="30181" y="37325"/>
                      <a:pt x="21239" y="37325"/>
                    </a:cubicBezTo>
                    <a:cubicBezTo>
                      <a:pt x="12297" y="37325"/>
                      <a:pt x="5049" y="30076"/>
                      <a:pt x="5049" y="21134"/>
                    </a:cubicBezTo>
                    <a:cubicBezTo>
                      <a:pt x="5049" y="12193"/>
                      <a:pt x="12297" y="4944"/>
                      <a:pt x="21239" y="4944"/>
                    </a:cubicBezTo>
                    <a:close/>
                    <a:moveTo>
                      <a:pt x="21239" y="144"/>
                    </a:moveTo>
                    <a:cubicBezTo>
                      <a:pt x="9647" y="144"/>
                      <a:pt x="249" y="9542"/>
                      <a:pt x="249" y="21134"/>
                    </a:cubicBezTo>
                    <a:cubicBezTo>
                      <a:pt x="249" y="32727"/>
                      <a:pt x="9647" y="42125"/>
                      <a:pt x="21239" y="42125"/>
                    </a:cubicBezTo>
                    <a:cubicBezTo>
                      <a:pt x="32832" y="42125"/>
                      <a:pt x="42230" y="32727"/>
                      <a:pt x="42230" y="21134"/>
                    </a:cubicBezTo>
                    <a:lnTo>
                      <a:pt x="42230" y="21134"/>
                    </a:lnTo>
                    <a:cubicBezTo>
                      <a:pt x="42230" y="9542"/>
                      <a:pt x="32832" y="144"/>
                      <a:pt x="21239" y="144"/>
                    </a:cubicBezTo>
                    <a:close/>
                  </a:path>
                </a:pathLst>
              </a:custGeom>
              <a:solidFill>
                <a:srgbClr val="000000"/>
              </a:solidFill>
              <a:ln w="4794" cap="sq">
                <a:noFill/>
                <a:prstDash val="solid"/>
                <a:round/>
              </a:ln>
            </p:spPr>
            <p:txBody>
              <a:bodyPr rtlCol="0" anchor="ctr"/>
              <a:lstStyle/>
              <a:p>
                <a:endParaRPr lang="en-US"/>
              </a:p>
            </p:txBody>
          </p:sp>
          <p:sp>
            <p:nvSpPr>
              <p:cNvPr id="3238" name="Freeform: Shape 3237">
                <a:extLst>
                  <a:ext uri="{FF2B5EF4-FFF2-40B4-BE49-F238E27FC236}">
                    <a16:creationId xmlns:a16="http://schemas.microsoft.com/office/drawing/2014/main" id="{34FD0323-EC8D-93A9-05D5-61CA5940C375}"/>
                  </a:ext>
                </a:extLst>
              </p:cNvPr>
              <p:cNvSpPr/>
              <p:nvPr/>
            </p:nvSpPr>
            <p:spPr>
              <a:xfrm>
                <a:off x="7687246" y="8006947"/>
                <a:ext cx="37180" cy="37180"/>
              </a:xfrm>
              <a:custGeom>
                <a:avLst/>
                <a:gdLst>
                  <a:gd name="connsiteX0" fmla="*/ 37440 w 37180"/>
                  <a:gd name="connsiteY0" fmla="*/ 18765 h 37180"/>
                  <a:gd name="connsiteX1" fmla="*/ 18849 w 37180"/>
                  <a:gd name="connsiteY1" fmla="*/ 37355 h 37180"/>
                  <a:gd name="connsiteX2" fmla="*/ 259 w 37180"/>
                  <a:gd name="connsiteY2" fmla="*/ 18765 h 37180"/>
                  <a:gd name="connsiteX3" fmla="*/ 18849 w 37180"/>
                  <a:gd name="connsiteY3" fmla="*/ 174 h 37180"/>
                  <a:gd name="connsiteX4" fmla="*/ 37440 w 37180"/>
                  <a:gd name="connsiteY4" fmla="*/ 18765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0" y="18765"/>
                    </a:moveTo>
                    <a:cubicBezTo>
                      <a:pt x="37440" y="29032"/>
                      <a:pt x="29117" y="37355"/>
                      <a:pt x="18849" y="37355"/>
                    </a:cubicBezTo>
                    <a:cubicBezTo>
                      <a:pt x="8582" y="37355"/>
                      <a:pt x="259" y="29032"/>
                      <a:pt x="259" y="18765"/>
                    </a:cubicBezTo>
                    <a:cubicBezTo>
                      <a:pt x="259" y="8498"/>
                      <a:pt x="8582" y="174"/>
                      <a:pt x="18849" y="174"/>
                    </a:cubicBezTo>
                    <a:cubicBezTo>
                      <a:pt x="29117" y="174"/>
                      <a:pt x="37440" y="8498"/>
                      <a:pt x="37440" y="18765"/>
                    </a:cubicBezTo>
                    <a:close/>
                  </a:path>
                </a:pathLst>
              </a:custGeom>
              <a:solidFill>
                <a:srgbClr val="E3F7E3"/>
              </a:solidFill>
              <a:ln w="5753" cap="sq">
                <a:noFill/>
                <a:prstDash val="solid"/>
                <a:miter/>
              </a:ln>
            </p:spPr>
            <p:txBody>
              <a:bodyPr rtlCol="0" anchor="ctr"/>
              <a:lstStyle/>
              <a:p>
                <a:endParaRPr lang="en-US"/>
              </a:p>
            </p:txBody>
          </p:sp>
          <p:sp>
            <p:nvSpPr>
              <p:cNvPr id="3239" name="Freeform: Shape 3238">
                <a:extLst>
                  <a:ext uri="{FF2B5EF4-FFF2-40B4-BE49-F238E27FC236}">
                    <a16:creationId xmlns:a16="http://schemas.microsoft.com/office/drawing/2014/main" id="{D779412A-98B0-E33B-04BC-2ED0A237E3A4}"/>
                  </a:ext>
                </a:extLst>
              </p:cNvPr>
              <p:cNvSpPr/>
              <p:nvPr/>
            </p:nvSpPr>
            <p:spPr>
              <a:xfrm>
                <a:off x="7684846" y="8004547"/>
                <a:ext cx="41981" cy="41981"/>
              </a:xfrm>
              <a:custGeom>
                <a:avLst/>
                <a:gdLst>
                  <a:gd name="connsiteX0" fmla="*/ 21250 w 41981"/>
                  <a:gd name="connsiteY0" fmla="*/ 4975 h 41981"/>
                  <a:gd name="connsiteX1" fmla="*/ 37440 w 41981"/>
                  <a:gd name="connsiteY1" fmla="*/ 21165 h 41981"/>
                  <a:gd name="connsiteX2" fmla="*/ 37440 w 41981"/>
                  <a:gd name="connsiteY2" fmla="*/ 21165 h 41981"/>
                  <a:gd name="connsiteX3" fmla="*/ 21250 w 41981"/>
                  <a:gd name="connsiteY3" fmla="*/ 37355 h 41981"/>
                  <a:gd name="connsiteX4" fmla="*/ 5059 w 41981"/>
                  <a:gd name="connsiteY4" fmla="*/ 21165 h 41981"/>
                  <a:gd name="connsiteX5" fmla="*/ 21250 w 41981"/>
                  <a:gd name="connsiteY5" fmla="*/ 4975 h 41981"/>
                  <a:gd name="connsiteX6" fmla="*/ 21250 w 41981"/>
                  <a:gd name="connsiteY6" fmla="*/ 174 h 41981"/>
                  <a:gd name="connsiteX7" fmla="*/ 259 w 41981"/>
                  <a:gd name="connsiteY7" fmla="*/ 21165 h 41981"/>
                  <a:gd name="connsiteX8" fmla="*/ 21250 w 41981"/>
                  <a:gd name="connsiteY8" fmla="*/ 42156 h 41981"/>
                  <a:gd name="connsiteX9" fmla="*/ 42240 w 41981"/>
                  <a:gd name="connsiteY9" fmla="*/ 21165 h 41981"/>
                  <a:gd name="connsiteX10" fmla="*/ 42240 w 41981"/>
                  <a:gd name="connsiteY10" fmla="*/ 21165 h 41981"/>
                  <a:gd name="connsiteX11" fmla="*/ 21250 w 41981"/>
                  <a:gd name="connsiteY11" fmla="*/ 174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0" y="4975"/>
                    </a:moveTo>
                    <a:cubicBezTo>
                      <a:pt x="30191" y="4975"/>
                      <a:pt x="37440" y="12223"/>
                      <a:pt x="37440" y="21165"/>
                    </a:cubicBezTo>
                    <a:lnTo>
                      <a:pt x="37440" y="21165"/>
                    </a:lnTo>
                    <a:cubicBezTo>
                      <a:pt x="37440" y="30107"/>
                      <a:pt x="30191" y="37355"/>
                      <a:pt x="21250" y="37355"/>
                    </a:cubicBezTo>
                    <a:cubicBezTo>
                      <a:pt x="12308" y="37355"/>
                      <a:pt x="5059" y="30107"/>
                      <a:pt x="5059" y="21165"/>
                    </a:cubicBezTo>
                    <a:cubicBezTo>
                      <a:pt x="5059" y="12223"/>
                      <a:pt x="12308" y="4975"/>
                      <a:pt x="21250" y="4975"/>
                    </a:cubicBezTo>
                    <a:close/>
                    <a:moveTo>
                      <a:pt x="21250" y="174"/>
                    </a:moveTo>
                    <a:cubicBezTo>
                      <a:pt x="9657" y="174"/>
                      <a:pt x="259" y="9572"/>
                      <a:pt x="259" y="21165"/>
                    </a:cubicBezTo>
                    <a:cubicBezTo>
                      <a:pt x="259" y="32758"/>
                      <a:pt x="9657" y="42156"/>
                      <a:pt x="21250" y="42156"/>
                    </a:cubicBezTo>
                    <a:cubicBezTo>
                      <a:pt x="32842" y="42156"/>
                      <a:pt x="42240" y="32758"/>
                      <a:pt x="42240" y="21165"/>
                    </a:cubicBezTo>
                    <a:lnTo>
                      <a:pt x="42240" y="21165"/>
                    </a:lnTo>
                    <a:cubicBezTo>
                      <a:pt x="42240" y="9572"/>
                      <a:pt x="32842" y="174"/>
                      <a:pt x="21250" y="174"/>
                    </a:cubicBezTo>
                    <a:close/>
                  </a:path>
                </a:pathLst>
              </a:custGeom>
              <a:solidFill>
                <a:srgbClr val="000000"/>
              </a:solidFill>
              <a:ln w="4794" cap="sq">
                <a:noFill/>
                <a:prstDash val="solid"/>
                <a:round/>
              </a:ln>
            </p:spPr>
            <p:txBody>
              <a:bodyPr rtlCol="0" anchor="ctr"/>
              <a:lstStyle/>
              <a:p>
                <a:endParaRPr lang="en-US"/>
              </a:p>
            </p:txBody>
          </p:sp>
          <p:sp>
            <p:nvSpPr>
              <p:cNvPr id="3240" name="Freeform: Shape 3239">
                <a:extLst>
                  <a:ext uri="{FF2B5EF4-FFF2-40B4-BE49-F238E27FC236}">
                    <a16:creationId xmlns:a16="http://schemas.microsoft.com/office/drawing/2014/main" id="{F0FD19CF-2DBD-1CC0-B324-A78CA32381FE}"/>
                  </a:ext>
                </a:extLst>
              </p:cNvPr>
              <p:cNvSpPr/>
              <p:nvPr/>
            </p:nvSpPr>
            <p:spPr>
              <a:xfrm>
                <a:off x="7625303" y="7977139"/>
                <a:ext cx="37180" cy="37180"/>
              </a:xfrm>
              <a:custGeom>
                <a:avLst/>
                <a:gdLst>
                  <a:gd name="connsiteX0" fmla="*/ 37429 w 37180"/>
                  <a:gd name="connsiteY0" fmla="*/ 18760 h 37180"/>
                  <a:gd name="connsiteX1" fmla="*/ 18839 w 37180"/>
                  <a:gd name="connsiteY1" fmla="*/ 37350 h 37180"/>
                  <a:gd name="connsiteX2" fmla="*/ 248 w 37180"/>
                  <a:gd name="connsiteY2" fmla="*/ 18760 h 37180"/>
                  <a:gd name="connsiteX3" fmla="*/ 18839 w 37180"/>
                  <a:gd name="connsiteY3" fmla="*/ 169 h 37180"/>
                  <a:gd name="connsiteX4" fmla="*/ 37429 w 37180"/>
                  <a:gd name="connsiteY4" fmla="*/ 1876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60"/>
                    </a:moveTo>
                    <a:cubicBezTo>
                      <a:pt x="37429" y="29027"/>
                      <a:pt x="29106" y="37350"/>
                      <a:pt x="18839" y="37350"/>
                    </a:cubicBezTo>
                    <a:cubicBezTo>
                      <a:pt x="8571" y="37350"/>
                      <a:pt x="248" y="29027"/>
                      <a:pt x="248" y="18760"/>
                    </a:cubicBezTo>
                    <a:cubicBezTo>
                      <a:pt x="248" y="8492"/>
                      <a:pt x="8571" y="169"/>
                      <a:pt x="18839" y="169"/>
                    </a:cubicBezTo>
                    <a:cubicBezTo>
                      <a:pt x="29106" y="169"/>
                      <a:pt x="37429" y="8492"/>
                      <a:pt x="37429" y="18760"/>
                    </a:cubicBezTo>
                    <a:close/>
                  </a:path>
                </a:pathLst>
              </a:custGeom>
              <a:solidFill>
                <a:srgbClr val="F7D1D1"/>
              </a:solidFill>
              <a:ln w="5753" cap="sq">
                <a:noFill/>
                <a:prstDash val="solid"/>
                <a:miter/>
              </a:ln>
            </p:spPr>
            <p:txBody>
              <a:bodyPr rtlCol="0" anchor="ctr"/>
              <a:lstStyle/>
              <a:p>
                <a:endParaRPr lang="en-US"/>
              </a:p>
            </p:txBody>
          </p:sp>
          <p:sp>
            <p:nvSpPr>
              <p:cNvPr id="3241" name="Freeform: Shape 3240">
                <a:extLst>
                  <a:ext uri="{FF2B5EF4-FFF2-40B4-BE49-F238E27FC236}">
                    <a16:creationId xmlns:a16="http://schemas.microsoft.com/office/drawing/2014/main" id="{9A5812EC-BBB2-1730-5CE0-4360C6F74CAC}"/>
                  </a:ext>
                </a:extLst>
              </p:cNvPr>
              <p:cNvSpPr/>
              <p:nvPr/>
            </p:nvSpPr>
            <p:spPr>
              <a:xfrm>
                <a:off x="7622903" y="7974739"/>
                <a:ext cx="41981" cy="41981"/>
              </a:xfrm>
              <a:custGeom>
                <a:avLst/>
                <a:gdLst>
                  <a:gd name="connsiteX0" fmla="*/ 21239 w 41981"/>
                  <a:gd name="connsiteY0" fmla="*/ 4970 h 41981"/>
                  <a:gd name="connsiteX1" fmla="*/ 37429 w 41981"/>
                  <a:gd name="connsiteY1" fmla="*/ 21160 h 41981"/>
                  <a:gd name="connsiteX2" fmla="*/ 37429 w 41981"/>
                  <a:gd name="connsiteY2" fmla="*/ 21160 h 41981"/>
                  <a:gd name="connsiteX3" fmla="*/ 21239 w 41981"/>
                  <a:gd name="connsiteY3" fmla="*/ 37350 h 41981"/>
                  <a:gd name="connsiteX4" fmla="*/ 5049 w 41981"/>
                  <a:gd name="connsiteY4" fmla="*/ 21160 h 41981"/>
                  <a:gd name="connsiteX5" fmla="*/ 21239 w 41981"/>
                  <a:gd name="connsiteY5" fmla="*/ 4970 h 41981"/>
                  <a:gd name="connsiteX6" fmla="*/ 21239 w 41981"/>
                  <a:gd name="connsiteY6" fmla="*/ 169 h 41981"/>
                  <a:gd name="connsiteX7" fmla="*/ 248 w 41981"/>
                  <a:gd name="connsiteY7" fmla="*/ 21160 h 41981"/>
                  <a:gd name="connsiteX8" fmla="*/ 21239 w 41981"/>
                  <a:gd name="connsiteY8" fmla="*/ 42150 h 41981"/>
                  <a:gd name="connsiteX9" fmla="*/ 42229 w 41981"/>
                  <a:gd name="connsiteY9" fmla="*/ 21160 h 41981"/>
                  <a:gd name="connsiteX10" fmla="*/ 42229 w 41981"/>
                  <a:gd name="connsiteY10" fmla="*/ 21160 h 41981"/>
                  <a:gd name="connsiteX11" fmla="*/ 21239 w 41981"/>
                  <a:gd name="connsiteY11" fmla="*/ 16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70"/>
                    </a:moveTo>
                    <a:cubicBezTo>
                      <a:pt x="30181" y="4970"/>
                      <a:pt x="37429" y="12218"/>
                      <a:pt x="37429" y="21160"/>
                    </a:cubicBezTo>
                    <a:lnTo>
                      <a:pt x="37429" y="21160"/>
                    </a:lnTo>
                    <a:cubicBezTo>
                      <a:pt x="37429" y="30102"/>
                      <a:pt x="30181" y="37350"/>
                      <a:pt x="21239" y="37350"/>
                    </a:cubicBezTo>
                    <a:cubicBezTo>
                      <a:pt x="12297" y="37350"/>
                      <a:pt x="5049" y="30102"/>
                      <a:pt x="5049" y="21160"/>
                    </a:cubicBezTo>
                    <a:cubicBezTo>
                      <a:pt x="5049" y="12218"/>
                      <a:pt x="12297" y="4970"/>
                      <a:pt x="21239" y="4970"/>
                    </a:cubicBezTo>
                    <a:close/>
                    <a:moveTo>
                      <a:pt x="21239" y="169"/>
                    </a:moveTo>
                    <a:cubicBezTo>
                      <a:pt x="9646" y="169"/>
                      <a:pt x="248" y="9567"/>
                      <a:pt x="248" y="21160"/>
                    </a:cubicBezTo>
                    <a:cubicBezTo>
                      <a:pt x="248" y="32752"/>
                      <a:pt x="9646" y="42150"/>
                      <a:pt x="21239" y="42150"/>
                    </a:cubicBezTo>
                    <a:cubicBezTo>
                      <a:pt x="32831" y="42150"/>
                      <a:pt x="42229" y="32752"/>
                      <a:pt x="42229" y="21160"/>
                    </a:cubicBezTo>
                    <a:lnTo>
                      <a:pt x="42229" y="21160"/>
                    </a:lnTo>
                    <a:cubicBezTo>
                      <a:pt x="42229" y="9567"/>
                      <a:pt x="32831" y="169"/>
                      <a:pt x="21239" y="169"/>
                    </a:cubicBezTo>
                    <a:close/>
                  </a:path>
                </a:pathLst>
              </a:custGeom>
              <a:solidFill>
                <a:srgbClr val="000000"/>
              </a:solidFill>
              <a:ln w="4794" cap="sq">
                <a:noFill/>
                <a:prstDash val="solid"/>
                <a:round/>
              </a:ln>
            </p:spPr>
            <p:txBody>
              <a:bodyPr rtlCol="0" anchor="ctr"/>
              <a:lstStyle/>
              <a:p>
                <a:endParaRPr lang="en-US"/>
              </a:p>
            </p:txBody>
          </p:sp>
          <p:sp>
            <p:nvSpPr>
              <p:cNvPr id="3242" name="Freeform: Shape 3241">
                <a:extLst>
                  <a:ext uri="{FF2B5EF4-FFF2-40B4-BE49-F238E27FC236}">
                    <a16:creationId xmlns:a16="http://schemas.microsoft.com/office/drawing/2014/main" id="{5DE2717A-A9F7-8BCF-D4DD-364F3E1397D6}"/>
                  </a:ext>
                </a:extLst>
              </p:cNvPr>
              <p:cNvSpPr/>
              <p:nvPr/>
            </p:nvSpPr>
            <p:spPr>
              <a:xfrm>
                <a:off x="7788576" y="7920927"/>
                <a:ext cx="37180" cy="37180"/>
              </a:xfrm>
              <a:custGeom>
                <a:avLst/>
                <a:gdLst>
                  <a:gd name="connsiteX0" fmla="*/ 37457 w 37180"/>
                  <a:gd name="connsiteY0" fmla="*/ 18750 h 37180"/>
                  <a:gd name="connsiteX1" fmla="*/ 18867 w 37180"/>
                  <a:gd name="connsiteY1" fmla="*/ 37340 h 37180"/>
                  <a:gd name="connsiteX2" fmla="*/ 277 w 37180"/>
                  <a:gd name="connsiteY2" fmla="*/ 18750 h 37180"/>
                  <a:gd name="connsiteX3" fmla="*/ 18867 w 37180"/>
                  <a:gd name="connsiteY3" fmla="*/ 159 h 37180"/>
                  <a:gd name="connsiteX4" fmla="*/ 37457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7" y="18750"/>
                    </a:moveTo>
                    <a:cubicBezTo>
                      <a:pt x="37457" y="29017"/>
                      <a:pt x="29134" y="37340"/>
                      <a:pt x="18867" y="37340"/>
                    </a:cubicBezTo>
                    <a:cubicBezTo>
                      <a:pt x="8600" y="37340"/>
                      <a:pt x="277" y="29017"/>
                      <a:pt x="277" y="18750"/>
                    </a:cubicBezTo>
                    <a:cubicBezTo>
                      <a:pt x="277" y="8483"/>
                      <a:pt x="8600" y="159"/>
                      <a:pt x="18867" y="159"/>
                    </a:cubicBezTo>
                    <a:cubicBezTo>
                      <a:pt x="29134" y="159"/>
                      <a:pt x="37457" y="8483"/>
                      <a:pt x="37457" y="18750"/>
                    </a:cubicBezTo>
                    <a:close/>
                  </a:path>
                </a:pathLst>
              </a:custGeom>
              <a:solidFill>
                <a:srgbClr val="F7CECE"/>
              </a:solidFill>
              <a:ln w="5753" cap="sq">
                <a:noFill/>
                <a:prstDash val="solid"/>
                <a:miter/>
              </a:ln>
            </p:spPr>
            <p:txBody>
              <a:bodyPr rtlCol="0" anchor="ctr"/>
              <a:lstStyle/>
              <a:p>
                <a:endParaRPr lang="en-US"/>
              </a:p>
            </p:txBody>
          </p:sp>
          <p:sp>
            <p:nvSpPr>
              <p:cNvPr id="3243" name="Freeform: Shape 3242">
                <a:extLst>
                  <a:ext uri="{FF2B5EF4-FFF2-40B4-BE49-F238E27FC236}">
                    <a16:creationId xmlns:a16="http://schemas.microsoft.com/office/drawing/2014/main" id="{35D3A666-5853-0FF3-22FA-BFAEBEB980EF}"/>
                  </a:ext>
                </a:extLst>
              </p:cNvPr>
              <p:cNvSpPr/>
              <p:nvPr/>
            </p:nvSpPr>
            <p:spPr>
              <a:xfrm>
                <a:off x="7786176" y="7918527"/>
                <a:ext cx="41981" cy="41981"/>
              </a:xfrm>
              <a:custGeom>
                <a:avLst/>
                <a:gdLst>
                  <a:gd name="connsiteX0" fmla="*/ 21267 w 41981"/>
                  <a:gd name="connsiteY0" fmla="*/ 4960 h 41981"/>
                  <a:gd name="connsiteX1" fmla="*/ 37457 w 41981"/>
                  <a:gd name="connsiteY1" fmla="*/ 21150 h 41981"/>
                  <a:gd name="connsiteX2" fmla="*/ 37457 w 41981"/>
                  <a:gd name="connsiteY2" fmla="*/ 21150 h 41981"/>
                  <a:gd name="connsiteX3" fmla="*/ 21267 w 41981"/>
                  <a:gd name="connsiteY3" fmla="*/ 37340 h 41981"/>
                  <a:gd name="connsiteX4" fmla="*/ 5077 w 41981"/>
                  <a:gd name="connsiteY4" fmla="*/ 21150 h 41981"/>
                  <a:gd name="connsiteX5" fmla="*/ 21267 w 41981"/>
                  <a:gd name="connsiteY5" fmla="*/ 4960 h 41981"/>
                  <a:gd name="connsiteX6" fmla="*/ 21267 w 41981"/>
                  <a:gd name="connsiteY6" fmla="*/ 159 h 41981"/>
                  <a:gd name="connsiteX7" fmla="*/ 277 w 41981"/>
                  <a:gd name="connsiteY7" fmla="*/ 21150 h 41981"/>
                  <a:gd name="connsiteX8" fmla="*/ 21267 w 41981"/>
                  <a:gd name="connsiteY8" fmla="*/ 42141 h 41981"/>
                  <a:gd name="connsiteX9" fmla="*/ 42258 w 41981"/>
                  <a:gd name="connsiteY9" fmla="*/ 21150 h 41981"/>
                  <a:gd name="connsiteX10" fmla="*/ 42258 w 41981"/>
                  <a:gd name="connsiteY10" fmla="*/ 21150 h 41981"/>
                  <a:gd name="connsiteX11" fmla="*/ 21267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7" y="4960"/>
                    </a:moveTo>
                    <a:cubicBezTo>
                      <a:pt x="30209" y="4960"/>
                      <a:pt x="37457" y="12208"/>
                      <a:pt x="37457" y="21150"/>
                    </a:cubicBezTo>
                    <a:lnTo>
                      <a:pt x="37457" y="21150"/>
                    </a:lnTo>
                    <a:cubicBezTo>
                      <a:pt x="37457" y="30092"/>
                      <a:pt x="30209" y="37340"/>
                      <a:pt x="21267" y="37340"/>
                    </a:cubicBezTo>
                    <a:cubicBezTo>
                      <a:pt x="12325" y="37340"/>
                      <a:pt x="5077" y="30092"/>
                      <a:pt x="5077" y="21150"/>
                    </a:cubicBezTo>
                    <a:cubicBezTo>
                      <a:pt x="5077" y="12208"/>
                      <a:pt x="12325" y="4960"/>
                      <a:pt x="21267" y="4960"/>
                    </a:cubicBezTo>
                    <a:close/>
                    <a:moveTo>
                      <a:pt x="21267" y="159"/>
                    </a:moveTo>
                    <a:cubicBezTo>
                      <a:pt x="9675" y="159"/>
                      <a:pt x="277" y="9557"/>
                      <a:pt x="277" y="21150"/>
                    </a:cubicBezTo>
                    <a:cubicBezTo>
                      <a:pt x="277" y="32743"/>
                      <a:pt x="9675" y="42141"/>
                      <a:pt x="21267" y="42141"/>
                    </a:cubicBezTo>
                    <a:cubicBezTo>
                      <a:pt x="32860" y="42141"/>
                      <a:pt x="42258" y="32743"/>
                      <a:pt x="42258" y="21150"/>
                    </a:cubicBezTo>
                    <a:lnTo>
                      <a:pt x="42258" y="21150"/>
                    </a:lnTo>
                    <a:cubicBezTo>
                      <a:pt x="42258" y="9557"/>
                      <a:pt x="32860" y="159"/>
                      <a:pt x="21267" y="159"/>
                    </a:cubicBezTo>
                    <a:close/>
                  </a:path>
                </a:pathLst>
              </a:custGeom>
              <a:solidFill>
                <a:srgbClr val="000000"/>
              </a:solidFill>
              <a:ln w="4794" cap="sq">
                <a:noFill/>
                <a:prstDash val="solid"/>
                <a:round/>
              </a:ln>
            </p:spPr>
            <p:txBody>
              <a:bodyPr rtlCol="0" anchor="ctr"/>
              <a:lstStyle/>
              <a:p>
                <a:endParaRPr lang="en-US"/>
              </a:p>
            </p:txBody>
          </p:sp>
          <p:sp>
            <p:nvSpPr>
              <p:cNvPr id="3244" name="Freeform: Shape 3243">
                <a:extLst>
                  <a:ext uri="{FF2B5EF4-FFF2-40B4-BE49-F238E27FC236}">
                    <a16:creationId xmlns:a16="http://schemas.microsoft.com/office/drawing/2014/main" id="{915EAE9C-4C7C-D8FD-6B51-6BA751C65A79}"/>
                  </a:ext>
                </a:extLst>
              </p:cNvPr>
              <p:cNvSpPr/>
              <p:nvPr/>
            </p:nvSpPr>
            <p:spPr>
              <a:xfrm>
                <a:off x="7635556" y="8024826"/>
                <a:ext cx="37180" cy="37180"/>
              </a:xfrm>
              <a:custGeom>
                <a:avLst/>
                <a:gdLst>
                  <a:gd name="connsiteX0" fmla="*/ 37431 w 37180"/>
                  <a:gd name="connsiteY0" fmla="*/ 18768 h 37180"/>
                  <a:gd name="connsiteX1" fmla="*/ 18840 w 37180"/>
                  <a:gd name="connsiteY1" fmla="*/ 37358 h 37180"/>
                  <a:gd name="connsiteX2" fmla="*/ 250 w 37180"/>
                  <a:gd name="connsiteY2" fmla="*/ 18768 h 37180"/>
                  <a:gd name="connsiteX3" fmla="*/ 18840 w 37180"/>
                  <a:gd name="connsiteY3" fmla="*/ 177 h 37180"/>
                  <a:gd name="connsiteX4" fmla="*/ 37431 w 37180"/>
                  <a:gd name="connsiteY4" fmla="*/ 1876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31" y="18768"/>
                    </a:moveTo>
                    <a:cubicBezTo>
                      <a:pt x="37431" y="29035"/>
                      <a:pt x="29108" y="37358"/>
                      <a:pt x="18840" y="37358"/>
                    </a:cubicBezTo>
                    <a:cubicBezTo>
                      <a:pt x="8573" y="37358"/>
                      <a:pt x="250" y="29035"/>
                      <a:pt x="250" y="18768"/>
                    </a:cubicBezTo>
                    <a:cubicBezTo>
                      <a:pt x="250" y="8501"/>
                      <a:pt x="8573" y="177"/>
                      <a:pt x="18840" y="177"/>
                    </a:cubicBezTo>
                    <a:cubicBezTo>
                      <a:pt x="29108" y="177"/>
                      <a:pt x="37431" y="8501"/>
                      <a:pt x="37431" y="18768"/>
                    </a:cubicBezTo>
                    <a:close/>
                  </a:path>
                </a:pathLst>
              </a:custGeom>
              <a:solidFill>
                <a:srgbClr val="F7F7F7"/>
              </a:solidFill>
              <a:ln w="5753" cap="sq">
                <a:noFill/>
                <a:prstDash val="solid"/>
                <a:miter/>
              </a:ln>
            </p:spPr>
            <p:txBody>
              <a:bodyPr rtlCol="0" anchor="ctr"/>
              <a:lstStyle/>
              <a:p>
                <a:endParaRPr lang="en-US"/>
              </a:p>
            </p:txBody>
          </p:sp>
          <p:sp>
            <p:nvSpPr>
              <p:cNvPr id="3245" name="Freeform: Shape 3244">
                <a:extLst>
                  <a:ext uri="{FF2B5EF4-FFF2-40B4-BE49-F238E27FC236}">
                    <a16:creationId xmlns:a16="http://schemas.microsoft.com/office/drawing/2014/main" id="{66119CE0-D75F-718D-5C05-2FD782285C15}"/>
                  </a:ext>
                </a:extLst>
              </p:cNvPr>
              <p:cNvSpPr/>
              <p:nvPr/>
            </p:nvSpPr>
            <p:spPr>
              <a:xfrm>
                <a:off x="7633156" y="8022426"/>
                <a:ext cx="41981" cy="41981"/>
              </a:xfrm>
              <a:custGeom>
                <a:avLst/>
                <a:gdLst>
                  <a:gd name="connsiteX0" fmla="*/ 21241 w 41981"/>
                  <a:gd name="connsiteY0" fmla="*/ 4978 h 41981"/>
                  <a:gd name="connsiteX1" fmla="*/ 37431 w 41981"/>
                  <a:gd name="connsiteY1" fmla="*/ 21168 h 41981"/>
                  <a:gd name="connsiteX2" fmla="*/ 37431 w 41981"/>
                  <a:gd name="connsiteY2" fmla="*/ 21168 h 41981"/>
                  <a:gd name="connsiteX3" fmla="*/ 21241 w 41981"/>
                  <a:gd name="connsiteY3" fmla="*/ 37358 h 41981"/>
                  <a:gd name="connsiteX4" fmla="*/ 5050 w 41981"/>
                  <a:gd name="connsiteY4" fmla="*/ 21168 h 41981"/>
                  <a:gd name="connsiteX5" fmla="*/ 21241 w 41981"/>
                  <a:gd name="connsiteY5" fmla="*/ 4978 h 41981"/>
                  <a:gd name="connsiteX6" fmla="*/ 21241 w 41981"/>
                  <a:gd name="connsiteY6" fmla="*/ 177 h 41981"/>
                  <a:gd name="connsiteX7" fmla="*/ 250 w 41981"/>
                  <a:gd name="connsiteY7" fmla="*/ 21168 h 41981"/>
                  <a:gd name="connsiteX8" fmla="*/ 21241 w 41981"/>
                  <a:gd name="connsiteY8" fmla="*/ 42159 h 41981"/>
                  <a:gd name="connsiteX9" fmla="*/ 42231 w 41981"/>
                  <a:gd name="connsiteY9" fmla="*/ 21168 h 41981"/>
                  <a:gd name="connsiteX10" fmla="*/ 42231 w 41981"/>
                  <a:gd name="connsiteY10" fmla="*/ 21168 h 41981"/>
                  <a:gd name="connsiteX11" fmla="*/ 21241 w 41981"/>
                  <a:gd name="connsiteY11" fmla="*/ 177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41" y="4978"/>
                    </a:moveTo>
                    <a:cubicBezTo>
                      <a:pt x="30182" y="4978"/>
                      <a:pt x="37431" y="12226"/>
                      <a:pt x="37431" y="21168"/>
                    </a:cubicBezTo>
                    <a:lnTo>
                      <a:pt x="37431" y="21168"/>
                    </a:lnTo>
                    <a:cubicBezTo>
                      <a:pt x="37431" y="30110"/>
                      <a:pt x="30182" y="37358"/>
                      <a:pt x="21241" y="37358"/>
                    </a:cubicBezTo>
                    <a:cubicBezTo>
                      <a:pt x="12299" y="37358"/>
                      <a:pt x="5050" y="30110"/>
                      <a:pt x="5050" y="21168"/>
                    </a:cubicBezTo>
                    <a:cubicBezTo>
                      <a:pt x="5050" y="12226"/>
                      <a:pt x="12299" y="4978"/>
                      <a:pt x="21241" y="4978"/>
                    </a:cubicBezTo>
                    <a:close/>
                    <a:moveTo>
                      <a:pt x="21241" y="177"/>
                    </a:moveTo>
                    <a:cubicBezTo>
                      <a:pt x="9648" y="177"/>
                      <a:pt x="250" y="9575"/>
                      <a:pt x="250" y="21168"/>
                    </a:cubicBezTo>
                    <a:cubicBezTo>
                      <a:pt x="250" y="32761"/>
                      <a:pt x="9648" y="42159"/>
                      <a:pt x="21241" y="42159"/>
                    </a:cubicBezTo>
                    <a:cubicBezTo>
                      <a:pt x="32833" y="42159"/>
                      <a:pt x="42231" y="32761"/>
                      <a:pt x="42231" y="21168"/>
                    </a:cubicBezTo>
                    <a:lnTo>
                      <a:pt x="42231" y="21168"/>
                    </a:lnTo>
                    <a:cubicBezTo>
                      <a:pt x="42231" y="9575"/>
                      <a:pt x="32833" y="177"/>
                      <a:pt x="21241" y="177"/>
                    </a:cubicBezTo>
                    <a:close/>
                  </a:path>
                </a:pathLst>
              </a:custGeom>
              <a:solidFill>
                <a:srgbClr val="000000"/>
              </a:solidFill>
              <a:ln w="4794" cap="sq">
                <a:noFill/>
                <a:prstDash val="solid"/>
                <a:round/>
              </a:ln>
            </p:spPr>
            <p:txBody>
              <a:bodyPr rtlCol="0" anchor="ctr"/>
              <a:lstStyle/>
              <a:p>
                <a:endParaRPr lang="en-US"/>
              </a:p>
            </p:txBody>
          </p:sp>
          <p:sp>
            <p:nvSpPr>
              <p:cNvPr id="3246" name="Freeform: Shape 3245">
                <a:extLst>
                  <a:ext uri="{FF2B5EF4-FFF2-40B4-BE49-F238E27FC236}">
                    <a16:creationId xmlns:a16="http://schemas.microsoft.com/office/drawing/2014/main" id="{753AE3BF-9BC8-17A4-6448-55690488BB20}"/>
                  </a:ext>
                </a:extLst>
              </p:cNvPr>
              <p:cNvSpPr/>
              <p:nvPr/>
            </p:nvSpPr>
            <p:spPr>
              <a:xfrm>
                <a:off x="7733505" y="8029060"/>
                <a:ext cx="37180" cy="37180"/>
              </a:xfrm>
              <a:custGeom>
                <a:avLst/>
                <a:gdLst>
                  <a:gd name="connsiteX0" fmla="*/ 37448 w 37180"/>
                  <a:gd name="connsiteY0" fmla="*/ 18769 h 37180"/>
                  <a:gd name="connsiteX1" fmla="*/ 18857 w 37180"/>
                  <a:gd name="connsiteY1" fmla="*/ 37359 h 37180"/>
                  <a:gd name="connsiteX2" fmla="*/ 267 w 37180"/>
                  <a:gd name="connsiteY2" fmla="*/ 18769 h 37180"/>
                  <a:gd name="connsiteX3" fmla="*/ 18857 w 37180"/>
                  <a:gd name="connsiteY3" fmla="*/ 178 h 37180"/>
                  <a:gd name="connsiteX4" fmla="*/ 37448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48" y="18769"/>
                    </a:moveTo>
                    <a:cubicBezTo>
                      <a:pt x="37448" y="29036"/>
                      <a:pt x="29125" y="37359"/>
                      <a:pt x="18857" y="37359"/>
                    </a:cubicBezTo>
                    <a:cubicBezTo>
                      <a:pt x="8590" y="37359"/>
                      <a:pt x="267" y="29036"/>
                      <a:pt x="267" y="18769"/>
                    </a:cubicBezTo>
                    <a:cubicBezTo>
                      <a:pt x="267" y="8501"/>
                      <a:pt x="8590" y="178"/>
                      <a:pt x="18857" y="178"/>
                    </a:cubicBezTo>
                    <a:cubicBezTo>
                      <a:pt x="29125" y="178"/>
                      <a:pt x="37448" y="8501"/>
                      <a:pt x="37448" y="18769"/>
                    </a:cubicBezTo>
                    <a:close/>
                  </a:path>
                </a:pathLst>
              </a:custGeom>
              <a:solidFill>
                <a:srgbClr val="F0F7F0"/>
              </a:solidFill>
              <a:ln w="5753" cap="sq">
                <a:noFill/>
                <a:prstDash val="solid"/>
                <a:miter/>
              </a:ln>
            </p:spPr>
            <p:txBody>
              <a:bodyPr rtlCol="0" anchor="ctr"/>
              <a:lstStyle/>
              <a:p>
                <a:endParaRPr lang="en-US"/>
              </a:p>
            </p:txBody>
          </p:sp>
          <p:sp>
            <p:nvSpPr>
              <p:cNvPr id="3247" name="Freeform: Shape 3246">
                <a:extLst>
                  <a:ext uri="{FF2B5EF4-FFF2-40B4-BE49-F238E27FC236}">
                    <a16:creationId xmlns:a16="http://schemas.microsoft.com/office/drawing/2014/main" id="{10594F0A-565E-9664-40E9-7B5F4E5212CC}"/>
                  </a:ext>
                </a:extLst>
              </p:cNvPr>
              <p:cNvSpPr/>
              <p:nvPr/>
            </p:nvSpPr>
            <p:spPr>
              <a:xfrm>
                <a:off x="7731105" y="8026659"/>
                <a:ext cx="41981" cy="41981"/>
              </a:xfrm>
              <a:custGeom>
                <a:avLst/>
                <a:gdLst>
                  <a:gd name="connsiteX0" fmla="*/ 21258 w 41981"/>
                  <a:gd name="connsiteY0" fmla="*/ 4979 h 41981"/>
                  <a:gd name="connsiteX1" fmla="*/ 37448 w 41981"/>
                  <a:gd name="connsiteY1" fmla="*/ 21169 h 41981"/>
                  <a:gd name="connsiteX2" fmla="*/ 37448 w 41981"/>
                  <a:gd name="connsiteY2" fmla="*/ 21169 h 41981"/>
                  <a:gd name="connsiteX3" fmla="*/ 21258 w 41981"/>
                  <a:gd name="connsiteY3" fmla="*/ 37359 h 41981"/>
                  <a:gd name="connsiteX4" fmla="*/ 5067 w 41981"/>
                  <a:gd name="connsiteY4" fmla="*/ 21169 h 41981"/>
                  <a:gd name="connsiteX5" fmla="*/ 21258 w 41981"/>
                  <a:gd name="connsiteY5" fmla="*/ 4979 h 41981"/>
                  <a:gd name="connsiteX6" fmla="*/ 21258 w 41981"/>
                  <a:gd name="connsiteY6" fmla="*/ 178 h 41981"/>
                  <a:gd name="connsiteX7" fmla="*/ 267 w 41981"/>
                  <a:gd name="connsiteY7" fmla="*/ 21169 h 41981"/>
                  <a:gd name="connsiteX8" fmla="*/ 21258 w 41981"/>
                  <a:gd name="connsiteY8" fmla="*/ 42159 h 41981"/>
                  <a:gd name="connsiteX9" fmla="*/ 42248 w 41981"/>
                  <a:gd name="connsiteY9" fmla="*/ 21169 h 41981"/>
                  <a:gd name="connsiteX10" fmla="*/ 42248 w 41981"/>
                  <a:gd name="connsiteY10" fmla="*/ 21169 h 41981"/>
                  <a:gd name="connsiteX11" fmla="*/ 21258 w 41981"/>
                  <a:gd name="connsiteY11" fmla="*/ 17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58" y="4979"/>
                    </a:moveTo>
                    <a:cubicBezTo>
                      <a:pt x="30199" y="4979"/>
                      <a:pt x="37448" y="12227"/>
                      <a:pt x="37448" y="21169"/>
                    </a:cubicBezTo>
                    <a:lnTo>
                      <a:pt x="37448" y="21169"/>
                    </a:lnTo>
                    <a:cubicBezTo>
                      <a:pt x="37448" y="30111"/>
                      <a:pt x="30199" y="37359"/>
                      <a:pt x="21258" y="37359"/>
                    </a:cubicBezTo>
                    <a:cubicBezTo>
                      <a:pt x="12316" y="37359"/>
                      <a:pt x="5067" y="30111"/>
                      <a:pt x="5067" y="21169"/>
                    </a:cubicBezTo>
                    <a:cubicBezTo>
                      <a:pt x="5067" y="12227"/>
                      <a:pt x="12316" y="4979"/>
                      <a:pt x="21258" y="4979"/>
                    </a:cubicBezTo>
                    <a:close/>
                    <a:moveTo>
                      <a:pt x="21258" y="178"/>
                    </a:moveTo>
                    <a:cubicBezTo>
                      <a:pt x="9665" y="178"/>
                      <a:pt x="267" y="9576"/>
                      <a:pt x="267" y="21169"/>
                    </a:cubicBezTo>
                    <a:cubicBezTo>
                      <a:pt x="267" y="32761"/>
                      <a:pt x="9665" y="42159"/>
                      <a:pt x="21258" y="42159"/>
                    </a:cubicBezTo>
                    <a:cubicBezTo>
                      <a:pt x="32850" y="42159"/>
                      <a:pt x="42248" y="32761"/>
                      <a:pt x="42248" y="21169"/>
                    </a:cubicBezTo>
                    <a:lnTo>
                      <a:pt x="42248" y="21169"/>
                    </a:lnTo>
                    <a:cubicBezTo>
                      <a:pt x="42248" y="9576"/>
                      <a:pt x="32850" y="178"/>
                      <a:pt x="21258" y="178"/>
                    </a:cubicBezTo>
                    <a:close/>
                  </a:path>
                </a:pathLst>
              </a:custGeom>
              <a:solidFill>
                <a:srgbClr val="000000"/>
              </a:solidFill>
              <a:ln w="4794" cap="sq">
                <a:noFill/>
                <a:prstDash val="solid"/>
                <a:round/>
              </a:ln>
            </p:spPr>
            <p:txBody>
              <a:bodyPr rtlCol="0" anchor="ctr"/>
              <a:lstStyle/>
              <a:p>
                <a:endParaRPr lang="en-US"/>
              </a:p>
            </p:txBody>
          </p:sp>
          <p:sp>
            <p:nvSpPr>
              <p:cNvPr id="3248" name="Freeform: Shape 3247">
                <a:extLst>
                  <a:ext uri="{FF2B5EF4-FFF2-40B4-BE49-F238E27FC236}">
                    <a16:creationId xmlns:a16="http://schemas.microsoft.com/office/drawing/2014/main" id="{666EB730-5345-BA8E-EF12-DDB67E940852}"/>
                  </a:ext>
                </a:extLst>
              </p:cNvPr>
              <p:cNvSpPr/>
              <p:nvPr/>
            </p:nvSpPr>
            <p:spPr>
              <a:xfrm>
                <a:off x="8084940" y="8031375"/>
                <a:ext cx="37180" cy="37180"/>
              </a:xfrm>
              <a:custGeom>
                <a:avLst/>
                <a:gdLst>
                  <a:gd name="connsiteX0" fmla="*/ 37509 w 37180"/>
                  <a:gd name="connsiteY0" fmla="*/ 18769 h 37180"/>
                  <a:gd name="connsiteX1" fmla="*/ 18918 w 37180"/>
                  <a:gd name="connsiteY1" fmla="*/ 37359 h 37180"/>
                  <a:gd name="connsiteX2" fmla="*/ 328 w 37180"/>
                  <a:gd name="connsiteY2" fmla="*/ 18769 h 37180"/>
                  <a:gd name="connsiteX3" fmla="*/ 18918 w 37180"/>
                  <a:gd name="connsiteY3" fmla="*/ 179 h 37180"/>
                  <a:gd name="connsiteX4" fmla="*/ 37509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09" y="18769"/>
                    </a:moveTo>
                    <a:cubicBezTo>
                      <a:pt x="37509" y="29036"/>
                      <a:pt x="29186" y="37359"/>
                      <a:pt x="18918" y="37359"/>
                    </a:cubicBezTo>
                    <a:cubicBezTo>
                      <a:pt x="8651" y="37359"/>
                      <a:pt x="328" y="29036"/>
                      <a:pt x="328" y="18769"/>
                    </a:cubicBezTo>
                    <a:cubicBezTo>
                      <a:pt x="328" y="8502"/>
                      <a:pt x="8651" y="179"/>
                      <a:pt x="18918" y="179"/>
                    </a:cubicBezTo>
                    <a:cubicBezTo>
                      <a:pt x="29186" y="179"/>
                      <a:pt x="37509" y="8502"/>
                      <a:pt x="37509" y="18769"/>
                    </a:cubicBezTo>
                    <a:close/>
                  </a:path>
                </a:pathLst>
              </a:custGeom>
              <a:solidFill>
                <a:srgbClr val="F7A585"/>
              </a:solidFill>
              <a:ln w="5753" cap="sq">
                <a:noFill/>
                <a:prstDash val="solid"/>
                <a:miter/>
              </a:ln>
            </p:spPr>
            <p:txBody>
              <a:bodyPr rtlCol="0" anchor="ctr"/>
              <a:lstStyle/>
              <a:p>
                <a:endParaRPr lang="en-US"/>
              </a:p>
            </p:txBody>
          </p:sp>
          <p:sp>
            <p:nvSpPr>
              <p:cNvPr id="3249" name="Freeform: Shape 3248">
                <a:extLst>
                  <a:ext uri="{FF2B5EF4-FFF2-40B4-BE49-F238E27FC236}">
                    <a16:creationId xmlns:a16="http://schemas.microsoft.com/office/drawing/2014/main" id="{FA845391-59E8-20DB-8683-43DA04EC13AD}"/>
                  </a:ext>
                </a:extLst>
              </p:cNvPr>
              <p:cNvSpPr/>
              <p:nvPr/>
            </p:nvSpPr>
            <p:spPr>
              <a:xfrm>
                <a:off x="8082540" y="8028975"/>
                <a:ext cx="41981" cy="41981"/>
              </a:xfrm>
              <a:custGeom>
                <a:avLst/>
                <a:gdLst>
                  <a:gd name="connsiteX0" fmla="*/ 21319 w 41981"/>
                  <a:gd name="connsiteY0" fmla="*/ 4979 h 41981"/>
                  <a:gd name="connsiteX1" fmla="*/ 37509 w 41981"/>
                  <a:gd name="connsiteY1" fmla="*/ 21169 h 41981"/>
                  <a:gd name="connsiteX2" fmla="*/ 37509 w 41981"/>
                  <a:gd name="connsiteY2" fmla="*/ 21169 h 41981"/>
                  <a:gd name="connsiteX3" fmla="*/ 21319 w 41981"/>
                  <a:gd name="connsiteY3" fmla="*/ 37359 h 41981"/>
                  <a:gd name="connsiteX4" fmla="*/ 5128 w 41981"/>
                  <a:gd name="connsiteY4" fmla="*/ 21169 h 41981"/>
                  <a:gd name="connsiteX5" fmla="*/ 21319 w 41981"/>
                  <a:gd name="connsiteY5" fmla="*/ 4979 h 41981"/>
                  <a:gd name="connsiteX6" fmla="*/ 21319 w 41981"/>
                  <a:gd name="connsiteY6" fmla="*/ 179 h 41981"/>
                  <a:gd name="connsiteX7" fmla="*/ 328 w 41981"/>
                  <a:gd name="connsiteY7" fmla="*/ 21169 h 41981"/>
                  <a:gd name="connsiteX8" fmla="*/ 21319 w 41981"/>
                  <a:gd name="connsiteY8" fmla="*/ 42160 h 41981"/>
                  <a:gd name="connsiteX9" fmla="*/ 42309 w 41981"/>
                  <a:gd name="connsiteY9" fmla="*/ 21169 h 41981"/>
                  <a:gd name="connsiteX10" fmla="*/ 42309 w 41981"/>
                  <a:gd name="connsiteY10" fmla="*/ 21169 h 41981"/>
                  <a:gd name="connsiteX11" fmla="*/ 21319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19" y="4979"/>
                    </a:moveTo>
                    <a:cubicBezTo>
                      <a:pt x="30260" y="4979"/>
                      <a:pt x="37509" y="12227"/>
                      <a:pt x="37509" y="21169"/>
                    </a:cubicBezTo>
                    <a:lnTo>
                      <a:pt x="37509" y="21169"/>
                    </a:lnTo>
                    <a:cubicBezTo>
                      <a:pt x="37509" y="30111"/>
                      <a:pt x="30260" y="37359"/>
                      <a:pt x="21319" y="37359"/>
                    </a:cubicBezTo>
                    <a:cubicBezTo>
                      <a:pt x="12377" y="37359"/>
                      <a:pt x="5128" y="30111"/>
                      <a:pt x="5128" y="21169"/>
                    </a:cubicBezTo>
                    <a:cubicBezTo>
                      <a:pt x="5128" y="12227"/>
                      <a:pt x="12377" y="4979"/>
                      <a:pt x="21319" y="4979"/>
                    </a:cubicBezTo>
                    <a:close/>
                    <a:moveTo>
                      <a:pt x="21319" y="179"/>
                    </a:moveTo>
                    <a:cubicBezTo>
                      <a:pt x="9726" y="179"/>
                      <a:pt x="328" y="9577"/>
                      <a:pt x="328" y="21169"/>
                    </a:cubicBezTo>
                    <a:cubicBezTo>
                      <a:pt x="328" y="32762"/>
                      <a:pt x="9726" y="42160"/>
                      <a:pt x="21319" y="42160"/>
                    </a:cubicBezTo>
                    <a:cubicBezTo>
                      <a:pt x="32911" y="42160"/>
                      <a:pt x="42309" y="32762"/>
                      <a:pt x="42309" y="21169"/>
                    </a:cubicBezTo>
                    <a:lnTo>
                      <a:pt x="42309" y="21169"/>
                    </a:lnTo>
                    <a:cubicBezTo>
                      <a:pt x="42309" y="9577"/>
                      <a:pt x="32911" y="179"/>
                      <a:pt x="21319" y="179"/>
                    </a:cubicBezTo>
                    <a:close/>
                  </a:path>
                </a:pathLst>
              </a:custGeom>
              <a:solidFill>
                <a:srgbClr val="000000"/>
              </a:solidFill>
              <a:ln w="4794" cap="sq">
                <a:noFill/>
                <a:prstDash val="solid"/>
                <a:round/>
              </a:ln>
            </p:spPr>
            <p:txBody>
              <a:bodyPr rtlCol="0" anchor="ctr"/>
              <a:lstStyle/>
              <a:p>
                <a:endParaRPr lang="en-US"/>
              </a:p>
            </p:txBody>
          </p:sp>
          <p:sp>
            <p:nvSpPr>
              <p:cNvPr id="3250" name="Freeform: Shape 3249">
                <a:extLst>
                  <a:ext uri="{FF2B5EF4-FFF2-40B4-BE49-F238E27FC236}">
                    <a16:creationId xmlns:a16="http://schemas.microsoft.com/office/drawing/2014/main" id="{48156F9B-62A5-DC70-A25E-39B2DFEFBDDA}"/>
                  </a:ext>
                </a:extLst>
              </p:cNvPr>
              <p:cNvSpPr/>
              <p:nvPr/>
            </p:nvSpPr>
            <p:spPr>
              <a:xfrm>
                <a:off x="7895401" y="8041830"/>
                <a:ext cx="37180" cy="37180"/>
              </a:xfrm>
              <a:custGeom>
                <a:avLst/>
                <a:gdLst>
                  <a:gd name="connsiteX0" fmla="*/ 37476 w 37180"/>
                  <a:gd name="connsiteY0" fmla="*/ 18771 h 37180"/>
                  <a:gd name="connsiteX1" fmla="*/ 18885 w 37180"/>
                  <a:gd name="connsiteY1" fmla="*/ 37361 h 37180"/>
                  <a:gd name="connsiteX2" fmla="*/ 295 w 37180"/>
                  <a:gd name="connsiteY2" fmla="*/ 18771 h 37180"/>
                  <a:gd name="connsiteX3" fmla="*/ 18885 w 37180"/>
                  <a:gd name="connsiteY3" fmla="*/ 180 h 37180"/>
                  <a:gd name="connsiteX4" fmla="*/ 37476 w 37180"/>
                  <a:gd name="connsiteY4" fmla="*/ 18771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71"/>
                    </a:moveTo>
                    <a:cubicBezTo>
                      <a:pt x="37476" y="29038"/>
                      <a:pt x="29153" y="37361"/>
                      <a:pt x="18885" y="37361"/>
                    </a:cubicBezTo>
                    <a:cubicBezTo>
                      <a:pt x="8618" y="37361"/>
                      <a:pt x="295" y="29038"/>
                      <a:pt x="295" y="18771"/>
                    </a:cubicBezTo>
                    <a:cubicBezTo>
                      <a:pt x="295" y="8504"/>
                      <a:pt x="8618" y="180"/>
                      <a:pt x="18885" y="180"/>
                    </a:cubicBezTo>
                    <a:cubicBezTo>
                      <a:pt x="29153" y="180"/>
                      <a:pt x="37476" y="8504"/>
                      <a:pt x="37476" y="18771"/>
                    </a:cubicBezTo>
                    <a:close/>
                  </a:path>
                </a:pathLst>
              </a:custGeom>
              <a:solidFill>
                <a:srgbClr val="F7DEDE"/>
              </a:solidFill>
              <a:ln w="5753" cap="sq">
                <a:noFill/>
                <a:prstDash val="solid"/>
                <a:miter/>
              </a:ln>
            </p:spPr>
            <p:txBody>
              <a:bodyPr rtlCol="0" anchor="ctr"/>
              <a:lstStyle/>
              <a:p>
                <a:endParaRPr lang="en-US"/>
              </a:p>
            </p:txBody>
          </p:sp>
          <p:sp>
            <p:nvSpPr>
              <p:cNvPr id="3251" name="Freeform: Shape 3250">
                <a:extLst>
                  <a:ext uri="{FF2B5EF4-FFF2-40B4-BE49-F238E27FC236}">
                    <a16:creationId xmlns:a16="http://schemas.microsoft.com/office/drawing/2014/main" id="{D0F9F9B4-D809-3524-4CBA-2C119EDC11A7}"/>
                  </a:ext>
                </a:extLst>
              </p:cNvPr>
              <p:cNvSpPr/>
              <p:nvPr/>
            </p:nvSpPr>
            <p:spPr>
              <a:xfrm>
                <a:off x="7893001" y="8039429"/>
                <a:ext cx="41981" cy="41981"/>
              </a:xfrm>
              <a:custGeom>
                <a:avLst/>
                <a:gdLst>
                  <a:gd name="connsiteX0" fmla="*/ 21286 w 41981"/>
                  <a:gd name="connsiteY0" fmla="*/ 4981 h 41981"/>
                  <a:gd name="connsiteX1" fmla="*/ 37476 w 41981"/>
                  <a:gd name="connsiteY1" fmla="*/ 21171 h 41981"/>
                  <a:gd name="connsiteX2" fmla="*/ 37476 w 41981"/>
                  <a:gd name="connsiteY2" fmla="*/ 21171 h 41981"/>
                  <a:gd name="connsiteX3" fmla="*/ 21286 w 41981"/>
                  <a:gd name="connsiteY3" fmla="*/ 37361 h 41981"/>
                  <a:gd name="connsiteX4" fmla="*/ 5095 w 41981"/>
                  <a:gd name="connsiteY4" fmla="*/ 21171 h 41981"/>
                  <a:gd name="connsiteX5" fmla="*/ 21286 w 41981"/>
                  <a:gd name="connsiteY5" fmla="*/ 4981 h 41981"/>
                  <a:gd name="connsiteX6" fmla="*/ 21286 w 41981"/>
                  <a:gd name="connsiteY6" fmla="*/ 180 h 41981"/>
                  <a:gd name="connsiteX7" fmla="*/ 295 w 41981"/>
                  <a:gd name="connsiteY7" fmla="*/ 21171 h 41981"/>
                  <a:gd name="connsiteX8" fmla="*/ 21286 w 41981"/>
                  <a:gd name="connsiteY8" fmla="*/ 42162 h 41981"/>
                  <a:gd name="connsiteX9" fmla="*/ 42276 w 41981"/>
                  <a:gd name="connsiteY9" fmla="*/ 21171 h 41981"/>
                  <a:gd name="connsiteX10" fmla="*/ 42276 w 41981"/>
                  <a:gd name="connsiteY10" fmla="*/ 21171 h 41981"/>
                  <a:gd name="connsiteX11" fmla="*/ 21286 w 41981"/>
                  <a:gd name="connsiteY11" fmla="*/ 18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81"/>
                    </a:moveTo>
                    <a:cubicBezTo>
                      <a:pt x="30227" y="4981"/>
                      <a:pt x="37476" y="12229"/>
                      <a:pt x="37476" y="21171"/>
                    </a:cubicBezTo>
                    <a:lnTo>
                      <a:pt x="37476" y="21171"/>
                    </a:lnTo>
                    <a:cubicBezTo>
                      <a:pt x="37476" y="30113"/>
                      <a:pt x="30227" y="37361"/>
                      <a:pt x="21286" y="37361"/>
                    </a:cubicBezTo>
                    <a:cubicBezTo>
                      <a:pt x="12344" y="37361"/>
                      <a:pt x="5095" y="30113"/>
                      <a:pt x="5095" y="21171"/>
                    </a:cubicBezTo>
                    <a:cubicBezTo>
                      <a:pt x="5095" y="12229"/>
                      <a:pt x="12344" y="4981"/>
                      <a:pt x="21286" y="4981"/>
                    </a:cubicBezTo>
                    <a:close/>
                    <a:moveTo>
                      <a:pt x="21286" y="180"/>
                    </a:moveTo>
                    <a:cubicBezTo>
                      <a:pt x="9693" y="180"/>
                      <a:pt x="295" y="9578"/>
                      <a:pt x="295" y="21171"/>
                    </a:cubicBezTo>
                    <a:cubicBezTo>
                      <a:pt x="295" y="32764"/>
                      <a:pt x="9693" y="42162"/>
                      <a:pt x="21286" y="42162"/>
                    </a:cubicBezTo>
                    <a:cubicBezTo>
                      <a:pt x="32878" y="42162"/>
                      <a:pt x="42276" y="32764"/>
                      <a:pt x="42276" y="21171"/>
                    </a:cubicBezTo>
                    <a:lnTo>
                      <a:pt x="42276" y="21171"/>
                    </a:lnTo>
                    <a:cubicBezTo>
                      <a:pt x="42276" y="9578"/>
                      <a:pt x="32878" y="180"/>
                      <a:pt x="21286" y="180"/>
                    </a:cubicBezTo>
                    <a:close/>
                  </a:path>
                </a:pathLst>
              </a:custGeom>
              <a:solidFill>
                <a:srgbClr val="000000"/>
              </a:solidFill>
              <a:ln w="4794" cap="sq">
                <a:noFill/>
                <a:prstDash val="solid"/>
                <a:round/>
              </a:ln>
            </p:spPr>
            <p:txBody>
              <a:bodyPr rtlCol="0" anchor="ctr"/>
              <a:lstStyle/>
              <a:p>
                <a:endParaRPr lang="en-US"/>
              </a:p>
            </p:txBody>
          </p:sp>
          <p:sp>
            <p:nvSpPr>
              <p:cNvPr id="3252" name="Freeform: Shape 3251">
                <a:extLst>
                  <a:ext uri="{FF2B5EF4-FFF2-40B4-BE49-F238E27FC236}">
                    <a16:creationId xmlns:a16="http://schemas.microsoft.com/office/drawing/2014/main" id="{2AC8F255-6547-56C1-7925-A7D62578AAE9}"/>
                  </a:ext>
                </a:extLst>
              </p:cNvPr>
              <p:cNvSpPr/>
              <p:nvPr/>
            </p:nvSpPr>
            <p:spPr>
              <a:xfrm>
                <a:off x="7827180" y="7922834"/>
                <a:ext cx="37180" cy="37180"/>
              </a:xfrm>
              <a:custGeom>
                <a:avLst/>
                <a:gdLst>
                  <a:gd name="connsiteX0" fmla="*/ 37464 w 37180"/>
                  <a:gd name="connsiteY0" fmla="*/ 18750 h 37180"/>
                  <a:gd name="connsiteX1" fmla="*/ 18874 w 37180"/>
                  <a:gd name="connsiteY1" fmla="*/ 37341 h 37180"/>
                  <a:gd name="connsiteX2" fmla="*/ 283 w 37180"/>
                  <a:gd name="connsiteY2" fmla="*/ 18750 h 37180"/>
                  <a:gd name="connsiteX3" fmla="*/ 18874 w 37180"/>
                  <a:gd name="connsiteY3" fmla="*/ 160 h 37180"/>
                  <a:gd name="connsiteX4" fmla="*/ 37464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64" y="18750"/>
                    </a:moveTo>
                    <a:cubicBezTo>
                      <a:pt x="37464" y="29017"/>
                      <a:pt x="29141" y="37341"/>
                      <a:pt x="18874" y="37341"/>
                    </a:cubicBezTo>
                    <a:cubicBezTo>
                      <a:pt x="8606" y="37341"/>
                      <a:pt x="283" y="29017"/>
                      <a:pt x="283" y="18750"/>
                    </a:cubicBezTo>
                    <a:cubicBezTo>
                      <a:pt x="283" y="8483"/>
                      <a:pt x="8606" y="160"/>
                      <a:pt x="18874" y="160"/>
                    </a:cubicBezTo>
                    <a:cubicBezTo>
                      <a:pt x="29141" y="160"/>
                      <a:pt x="37464" y="8483"/>
                      <a:pt x="37464" y="18750"/>
                    </a:cubicBezTo>
                    <a:close/>
                  </a:path>
                </a:pathLst>
              </a:custGeom>
              <a:solidFill>
                <a:srgbClr val="F7DADA"/>
              </a:solidFill>
              <a:ln w="5753" cap="sq">
                <a:noFill/>
                <a:prstDash val="solid"/>
                <a:miter/>
              </a:ln>
            </p:spPr>
            <p:txBody>
              <a:bodyPr rtlCol="0" anchor="ctr"/>
              <a:lstStyle/>
              <a:p>
                <a:endParaRPr lang="en-US"/>
              </a:p>
            </p:txBody>
          </p:sp>
          <p:sp>
            <p:nvSpPr>
              <p:cNvPr id="3253" name="Freeform: Shape 3252">
                <a:extLst>
                  <a:ext uri="{FF2B5EF4-FFF2-40B4-BE49-F238E27FC236}">
                    <a16:creationId xmlns:a16="http://schemas.microsoft.com/office/drawing/2014/main" id="{9ABEB9BB-F2B2-088E-89BA-8FBBA07A63BC}"/>
                  </a:ext>
                </a:extLst>
              </p:cNvPr>
              <p:cNvSpPr/>
              <p:nvPr/>
            </p:nvSpPr>
            <p:spPr>
              <a:xfrm>
                <a:off x="7824780" y="7920434"/>
                <a:ext cx="41981" cy="41981"/>
              </a:xfrm>
              <a:custGeom>
                <a:avLst/>
                <a:gdLst>
                  <a:gd name="connsiteX0" fmla="*/ 21274 w 41981"/>
                  <a:gd name="connsiteY0" fmla="*/ 4960 h 41981"/>
                  <a:gd name="connsiteX1" fmla="*/ 37464 w 41981"/>
                  <a:gd name="connsiteY1" fmla="*/ 21150 h 41981"/>
                  <a:gd name="connsiteX2" fmla="*/ 37464 w 41981"/>
                  <a:gd name="connsiteY2" fmla="*/ 21150 h 41981"/>
                  <a:gd name="connsiteX3" fmla="*/ 21274 w 41981"/>
                  <a:gd name="connsiteY3" fmla="*/ 37341 h 41981"/>
                  <a:gd name="connsiteX4" fmla="*/ 5084 w 41981"/>
                  <a:gd name="connsiteY4" fmla="*/ 21150 h 41981"/>
                  <a:gd name="connsiteX5" fmla="*/ 21274 w 41981"/>
                  <a:gd name="connsiteY5" fmla="*/ 4960 h 41981"/>
                  <a:gd name="connsiteX6" fmla="*/ 21274 w 41981"/>
                  <a:gd name="connsiteY6" fmla="*/ 160 h 41981"/>
                  <a:gd name="connsiteX7" fmla="*/ 283 w 41981"/>
                  <a:gd name="connsiteY7" fmla="*/ 21150 h 41981"/>
                  <a:gd name="connsiteX8" fmla="*/ 21274 w 41981"/>
                  <a:gd name="connsiteY8" fmla="*/ 42141 h 41981"/>
                  <a:gd name="connsiteX9" fmla="*/ 42264 w 41981"/>
                  <a:gd name="connsiteY9" fmla="*/ 21150 h 41981"/>
                  <a:gd name="connsiteX10" fmla="*/ 42264 w 41981"/>
                  <a:gd name="connsiteY10" fmla="*/ 21150 h 41981"/>
                  <a:gd name="connsiteX11" fmla="*/ 21274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74" y="4960"/>
                    </a:moveTo>
                    <a:cubicBezTo>
                      <a:pt x="30216" y="4960"/>
                      <a:pt x="37464" y="12209"/>
                      <a:pt x="37464" y="21150"/>
                    </a:cubicBezTo>
                    <a:lnTo>
                      <a:pt x="37464" y="21150"/>
                    </a:lnTo>
                    <a:cubicBezTo>
                      <a:pt x="37464" y="30092"/>
                      <a:pt x="30216" y="37341"/>
                      <a:pt x="21274" y="37341"/>
                    </a:cubicBezTo>
                    <a:cubicBezTo>
                      <a:pt x="12332" y="37341"/>
                      <a:pt x="5084" y="30092"/>
                      <a:pt x="5084" y="21150"/>
                    </a:cubicBezTo>
                    <a:cubicBezTo>
                      <a:pt x="5084" y="12209"/>
                      <a:pt x="12332" y="4960"/>
                      <a:pt x="21274" y="4960"/>
                    </a:cubicBezTo>
                    <a:close/>
                    <a:moveTo>
                      <a:pt x="21274" y="160"/>
                    </a:moveTo>
                    <a:cubicBezTo>
                      <a:pt x="9681" y="160"/>
                      <a:pt x="283" y="9558"/>
                      <a:pt x="283" y="21150"/>
                    </a:cubicBezTo>
                    <a:cubicBezTo>
                      <a:pt x="283" y="32743"/>
                      <a:pt x="9681" y="42141"/>
                      <a:pt x="21274" y="42141"/>
                    </a:cubicBezTo>
                    <a:cubicBezTo>
                      <a:pt x="32866" y="42141"/>
                      <a:pt x="42264" y="32743"/>
                      <a:pt x="42264" y="21150"/>
                    </a:cubicBezTo>
                    <a:lnTo>
                      <a:pt x="42264" y="21150"/>
                    </a:lnTo>
                    <a:cubicBezTo>
                      <a:pt x="42264" y="9558"/>
                      <a:pt x="32866" y="160"/>
                      <a:pt x="21274" y="160"/>
                    </a:cubicBezTo>
                    <a:close/>
                  </a:path>
                </a:pathLst>
              </a:custGeom>
              <a:solidFill>
                <a:srgbClr val="000000"/>
              </a:solidFill>
              <a:ln w="4794" cap="sq">
                <a:noFill/>
                <a:prstDash val="solid"/>
                <a:round/>
              </a:ln>
            </p:spPr>
            <p:txBody>
              <a:bodyPr rtlCol="0" anchor="ctr"/>
              <a:lstStyle/>
              <a:p>
                <a:endParaRPr lang="en-US"/>
              </a:p>
            </p:txBody>
          </p:sp>
          <p:sp>
            <p:nvSpPr>
              <p:cNvPr id="3254" name="Freeform: Shape 3253">
                <a:extLst>
                  <a:ext uri="{FF2B5EF4-FFF2-40B4-BE49-F238E27FC236}">
                    <a16:creationId xmlns:a16="http://schemas.microsoft.com/office/drawing/2014/main" id="{4E6EBC6E-245A-3AE9-DDFA-C7B0D1C5FC3A}"/>
                  </a:ext>
                </a:extLst>
              </p:cNvPr>
              <p:cNvSpPr/>
              <p:nvPr/>
            </p:nvSpPr>
            <p:spPr>
              <a:xfrm>
                <a:off x="8295278" y="8033282"/>
                <a:ext cx="37180" cy="37180"/>
              </a:xfrm>
              <a:custGeom>
                <a:avLst/>
                <a:gdLst>
                  <a:gd name="connsiteX0" fmla="*/ 37545 w 37180"/>
                  <a:gd name="connsiteY0" fmla="*/ 18769 h 37180"/>
                  <a:gd name="connsiteX1" fmla="*/ 18955 w 37180"/>
                  <a:gd name="connsiteY1" fmla="*/ 37360 h 37180"/>
                  <a:gd name="connsiteX2" fmla="*/ 364 w 37180"/>
                  <a:gd name="connsiteY2" fmla="*/ 18769 h 37180"/>
                  <a:gd name="connsiteX3" fmla="*/ 18955 w 37180"/>
                  <a:gd name="connsiteY3" fmla="*/ 179 h 37180"/>
                  <a:gd name="connsiteX4" fmla="*/ 37545 w 37180"/>
                  <a:gd name="connsiteY4" fmla="*/ 18769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545" y="18769"/>
                    </a:moveTo>
                    <a:cubicBezTo>
                      <a:pt x="37545" y="29037"/>
                      <a:pt x="29222" y="37360"/>
                      <a:pt x="18955" y="37360"/>
                    </a:cubicBezTo>
                    <a:cubicBezTo>
                      <a:pt x="8688" y="37360"/>
                      <a:pt x="364" y="29037"/>
                      <a:pt x="364" y="18769"/>
                    </a:cubicBezTo>
                    <a:cubicBezTo>
                      <a:pt x="364" y="8502"/>
                      <a:pt x="8688" y="179"/>
                      <a:pt x="18955" y="179"/>
                    </a:cubicBezTo>
                    <a:cubicBezTo>
                      <a:pt x="29222" y="179"/>
                      <a:pt x="37545" y="8502"/>
                      <a:pt x="37545" y="18769"/>
                    </a:cubicBezTo>
                    <a:close/>
                  </a:path>
                </a:pathLst>
              </a:custGeom>
              <a:solidFill>
                <a:srgbClr val="F7EBEB"/>
              </a:solidFill>
              <a:ln w="5753" cap="sq">
                <a:noFill/>
                <a:prstDash val="solid"/>
                <a:miter/>
              </a:ln>
            </p:spPr>
            <p:txBody>
              <a:bodyPr rtlCol="0" anchor="ctr"/>
              <a:lstStyle/>
              <a:p>
                <a:endParaRPr lang="en-US"/>
              </a:p>
            </p:txBody>
          </p:sp>
          <p:sp>
            <p:nvSpPr>
              <p:cNvPr id="3255" name="Freeform: Shape 3254">
                <a:extLst>
                  <a:ext uri="{FF2B5EF4-FFF2-40B4-BE49-F238E27FC236}">
                    <a16:creationId xmlns:a16="http://schemas.microsoft.com/office/drawing/2014/main" id="{AA45D972-02E5-7CED-E0D1-7E0887C14783}"/>
                  </a:ext>
                </a:extLst>
              </p:cNvPr>
              <p:cNvSpPr/>
              <p:nvPr/>
            </p:nvSpPr>
            <p:spPr>
              <a:xfrm>
                <a:off x="8292877" y="8030882"/>
                <a:ext cx="41981" cy="41981"/>
              </a:xfrm>
              <a:custGeom>
                <a:avLst/>
                <a:gdLst>
                  <a:gd name="connsiteX0" fmla="*/ 21355 w 41981"/>
                  <a:gd name="connsiteY0" fmla="*/ 4979 h 41981"/>
                  <a:gd name="connsiteX1" fmla="*/ 37545 w 41981"/>
                  <a:gd name="connsiteY1" fmla="*/ 21170 h 41981"/>
                  <a:gd name="connsiteX2" fmla="*/ 37545 w 41981"/>
                  <a:gd name="connsiteY2" fmla="*/ 21170 h 41981"/>
                  <a:gd name="connsiteX3" fmla="*/ 21355 w 41981"/>
                  <a:gd name="connsiteY3" fmla="*/ 37360 h 41981"/>
                  <a:gd name="connsiteX4" fmla="*/ 5165 w 41981"/>
                  <a:gd name="connsiteY4" fmla="*/ 21170 h 41981"/>
                  <a:gd name="connsiteX5" fmla="*/ 21355 w 41981"/>
                  <a:gd name="connsiteY5" fmla="*/ 4979 h 41981"/>
                  <a:gd name="connsiteX6" fmla="*/ 21355 w 41981"/>
                  <a:gd name="connsiteY6" fmla="*/ 179 h 41981"/>
                  <a:gd name="connsiteX7" fmla="*/ 364 w 41981"/>
                  <a:gd name="connsiteY7" fmla="*/ 21170 h 41981"/>
                  <a:gd name="connsiteX8" fmla="*/ 21355 w 41981"/>
                  <a:gd name="connsiteY8" fmla="*/ 42160 h 41981"/>
                  <a:gd name="connsiteX9" fmla="*/ 42346 w 41981"/>
                  <a:gd name="connsiteY9" fmla="*/ 21170 h 41981"/>
                  <a:gd name="connsiteX10" fmla="*/ 42346 w 41981"/>
                  <a:gd name="connsiteY10" fmla="*/ 21170 h 41981"/>
                  <a:gd name="connsiteX11" fmla="*/ 21355 w 41981"/>
                  <a:gd name="connsiteY11" fmla="*/ 17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355" y="4979"/>
                    </a:moveTo>
                    <a:cubicBezTo>
                      <a:pt x="30297" y="4979"/>
                      <a:pt x="37545" y="12228"/>
                      <a:pt x="37545" y="21170"/>
                    </a:cubicBezTo>
                    <a:lnTo>
                      <a:pt x="37545" y="21170"/>
                    </a:lnTo>
                    <a:cubicBezTo>
                      <a:pt x="37545" y="30111"/>
                      <a:pt x="30297" y="37360"/>
                      <a:pt x="21355" y="37360"/>
                    </a:cubicBezTo>
                    <a:cubicBezTo>
                      <a:pt x="12413" y="37360"/>
                      <a:pt x="5165" y="30111"/>
                      <a:pt x="5165" y="21170"/>
                    </a:cubicBezTo>
                    <a:cubicBezTo>
                      <a:pt x="5165" y="12228"/>
                      <a:pt x="12413" y="4979"/>
                      <a:pt x="21355" y="4979"/>
                    </a:cubicBezTo>
                    <a:close/>
                    <a:moveTo>
                      <a:pt x="21355" y="179"/>
                    </a:moveTo>
                    <a:cubicBezTo>
                      <a:pt x="9762" y="179"/>
                      <a:pt x="364" y="9577"/>
                      <a:pt x="364" y="21170"/>
                    </a:cubicBezTo>
                    <a:cubicBezTo>
                      <a:pt x="364" y="32762"/>
                      <a:pt x="9762" y="42160"/>
                      <a:pt x="21355" y="42160"/>
                    </a:cubicBezTo>
                    <a:cubicBezTo>
                      <a:pt x="32948" y="42160"/>
                      <a:pt x="42346" y="32762"/>
                      <a:pt x="42346" y="21170"/>
                    </a:cubicBezTo>
                    <a:lnTo>
                      <a:pt x="42346" y="21170"/>
                    </a:lnTo>
                    <a:cubicBezTo>
                      <a:pt x="42346" y="9577"/>
                      <a:pt x="32948" y="179"/>
                      <a:pt x="21355" y="179"/>
                    </a:cubicBezTo>
                    <a:close/>
                  </a:path>
                </a:pathLst>
              </a:custGeom>
              <a:solidFill>
                <a:srgbClr val="000000"/>
              </a:solidFill>
              <a:ln w="4794" cap="sq">
                <a:noFill/>
                <a:prstDash val="solid"/>
                <a:round/>
              </a:ln>
            </p:spPr>
            <p:txBody>
              <a:bodyPr rtlCol="0" anchor="ctr"/>
              <a:lstStyle/>
              <a:p>
                <a:endParaRPr lang="en-US"/>
              </a:p>
            </p:txBody>
          </p:sp>
          <p:sp>
            <p:nvSpPr>
              <p:cNvPr id="3256" name="Freeform: Shape 3255">
                <a:extLst>
                  <a:ext uri="{FF2B5EF4-FFF2-40B4-BE49-F238E27FC236}">
                    <a16:creationId xmlns:a16="http://schemas.microsoft.com/office/drawing/2014/main" id="{40C036B4-0BAD-2724-74CF-1EAC18A7AD48}"/>
                  </a:ext>
                </a:extLst>
              </p:cNvPr>
              <p:cNvSpPr/>
              <p:nvPr/>
            </p:nvSpPr>
            <p:spPr>
              <a:xfrm>
                <a:off x="7612430" y="7911043"/>
                <a:ext cx="37180" cy="37180"/>
              </a:xfrm>
              <a:custGeom>
                <a:avLst/>
                <a:gdLst>
                  <a:gd name="connsiteX0" fmla="*/ 37427 w 37180"/>
                  <a:gd name="connsiteY0" fmla="*/ 18748 h 37180"/>
                  <a:gd name="connsiteX1" fmla="*/ 18836 w 37180"/>
                  <a:gd name="connsiteY1" fmla="*/ 37338 h 37180"/>
                  <a:gd name="connsiteX2" fmla="*/ 246 w 37180"/>
                  <a:gd name="connsiteY2" fmla="*/ 18748 h 37180"/>
                  <a:gd name="connsiteX3" fmla="*/ 18836 w 37180"/>
                  <a:gd name="connsiteY3" fmla="*/ 158 h 37180"/>
                  <a:gd name="connsiteX4" fmla="*/ 37427 w 37180"/>
                  <a:gd name="connsiteY4" fmla="*/ 18748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7" y="18748"/>
                    </a:moveTo>
                    <a:cubicBezTo>
                      <a:pt x="37427" y="29015"/>
                      <a:pt x="29104" y="37338"/>
                      <a:pt x="18836" y="37338"/>
                    </a:cubicBezTo>
                    <a:cubicBezTo>
                      <a:pt x="8569" y="37338"/>
                      <a:pt x="246" y="29015"/>
                      <a:pt x="246" y="18748"/>
                    </a:cubicBezTo>
                    <a:cubicBezTo>
                      <a:pt x="246" y="8481"/>
                      <a:pt x="8569" y="158"/>
                      <a:pt x="18836" y="158"/>
                    </a:cubicBezTo>
                    <a:cubicBezTo>
                      <a:pt x="29104" y="158"/>
                      <a:pt x="37427" y="8481"/>
                      <a:pt x="37427" y="18748"/>
                    </a:cubicBezTo>
                    <a:close/>
                  </a:path>
                </a:pathLst>
              </a:custGeom>
              <a:solidFill>
                <a:srgbClr val="F7CECE"/>
              </a:solidFill>
              <a:ln w="5753" cap="sq">
                <a:noFill/>
                <a:prstDash val="solid"/>
                <a:miter/>
              </a:ln>
            </p:spPr>
            <p:txBody>
              <a:bodyPr rtlCol="0" anchor="ctr"/>
              <a:lstStyle/>
              <a:p>
                <a:endParaRPr lang="en-US"/>
              </a:p>
            </p:txBody>
          </p:sp>
          <p:sp>
            <p:nvSpPr>
              <p:cNvPr id="3257" name="Freeform: Shape 3256">
                <a:extLst>
                  <a:ext uri="{FF2B5EF4-FFF2-40B4-BE49-F238E27FC236}">
                    <a16:creationId xmlns:a16="http://schemas.microsoft.com/office/drawing/2014/main" id="{9264B2D5-2E9D-E46F-15FF-F1D43E1EF83D}"/>
                  </a:ext>
                </a:extLst>
              </p:cNvPr>
              <p:cNvSpPr/>
              <p:nvPr/>
            </p:nvSpPr>
            <p:spPr>
              <a:xfrm>
                <a:off x="7610029" y="7908643"/>
                <a:ext cx="41981" cy="41981"/>
              </a:xfrm>
              <a:custGeom>
                <a:avLst/>
                <a:gdLst>
                  <a:gd name="connsiteX0" fmla="*/ 21237 w 41981"/>
                  <a:gd name="connsiteY0" fmla="*/ 4958 h 41981"/>
                  <a:gd name="connsiteX1" fmla="*/ 37427 w 41981"/>
                  <a:gd name="connsiteY1" fmla="*/ 21148 h 41981"/>
                  <a:gd name="connsiteX2" fmla="*/ 37427 w 41981"/>
                  <a:gd name="connsiteY2" fmla="*/ 21148 h 41981"/>
                  <a:gd name="connsiteX3" fmla="*/ 21237 w 41981"/>
                  <a:gd name="connsiteY3" fmla="*/ 37338 h 41981"/>
                  <a:gd name="connsiteX4" fmla="*/ 5046 w 41981"/>
                  <a:gd name="connsiteY4" fmla="*/ 21148 h 41981"/>
                  <a:gd name="connsiteX5" fmla="*/ 21237 w 41981"/>
                  <a:gd name="connsiteY5" fmla="*/ 4958 h 41981"/>
                  <a:gd name="connsiteX6" fmla="*/ 21237 w 41981"/>
                  <a:gd name="connsiteY6" fmla="*/ 158 h 41981"/>
                  <a:gd name="connsiteX7" fmla="*/ 246 w 41981"/>
                  <a:gd name="connsiteY7" fmla="*/ 21148 h 41981"/>
                  <a:gd name="connsiteX8" fmla="*/ 21237 w 41981"/>
                  <a:gd name="connsiteY8" fmla="*/ 42139 h 41981"/>
                  <a:gd name="connsiteX9" fmla="*/ 42227 w 41981"/>
                  <a:gd name="connsiteY9" fmla="*/ 21148 h 41981"/>
                  <a:gd name="connsiteX10" fmla="*/ 42227 w 41981"/>
                  <a:gd name="connsiteY10" fmla="*/ 21148 h 41981"/>
                  <a:gd name="connsiteX11" fmla="*/ 21237 w 41981"/>
                  <a:gd name="connsiteY11" fmla="*/ 158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7" y="4958"/>
                    </a:moveTo>
                    <a:cubicBezTo>
                      <a:pt x="30178" y="4958"/>
                      <a:pt x="37427" y="12206"/>
                      <a:pt x="37427" y="21148"/>
                    </a:cubicBezTo>
                    <a:lnTo>
                      <a:pt x="37427" y="21148"/>
                    </a:lnTo>
                    <a:cubicBezTo>
                      <a:pt x="37427" y="30090"/>
                      <a:pt x="30178" y="37338"/>
                      <a:pt x="21237" y="37338"/>
                    </a:cubicBezTo>
                    <a:cubicBezTo>
                      <a:pt x="12295" y="37338"/>
                      <a:pt x="5046" y="30090"/>
                      <a:pt x="5046" y="21148"/>
                    </a:cubicBezTo>
                    <a:cubicBezTo>
                      <a:pt x="5046" y="12206"/>
                      <a:pt x="12295" y="4958"/>
                      <a:pt x="21237" y="4958"/>
                    </a:cubicBezTo>
                    <a:close/>
                    <a:moveTo>
                      <a:pt x="21237" y="158"/>
                    </a:moveTo>
                    <a:cubicBezTo>
                      <a:pt x="9644" y="158"/>
                      <a:pt x="246" y="9556"/>
                      <a:pt x="246" y="21148"/>
                    </a:cubicBezTo>
                    <a:cubicBezTo>
                      <a:pt x="246" y="32741"/>
                      <a:pt x="9644" y="42139"/>
                      <a:pt x="21237" y="42139"/>
                    </a:cubicBezTo>
                    <a:cubicBezTo>
                      <a:pt x="32829" y="42139"/>
                      <a:pt x="42227" y="32741"/>
                      <a:pt x="42227" y="21148"/>
                    </a:cubicBezTo>
                    <a:lnTo>
                      <a:pt x="42227" y="21148"/>
                    </a:lnTo>
                    <a:cubicBezTo>
                      <a:pt x="42227" y="9556"/>
                      <a:pt x="32829" y="158"/>
                      <a:pt x="21237" y="158"/>
                    </a:cubicBezTo>
                    <a:close/>
                  </a:path>
                </a:pathLst>
              </a:custGeom>
              <a:solidFill>
                <a:srgbClr val="000000"/>
              </a:solidFill>
              <a:ln w="4794" cap="sq">
                <a:noFill/>
                <a:prstDash val="solid"/>
                <a:round/>
              </a:ln>
            </p:spPr>
            <p:txBody>
              <a:bodyPr rtlCol="0" anchor="ctr"/>
              <a:lstStyle/>
              <a:p>
                <a:endParaRPr lang="en-US"/>
              </a:p>
            </p:txBody>
          </p:sp>
          <p:sp>
            <p:nvSpPr>
              <p:cNvPr id="3258" name="Freeform: Shape 3257">
                <a:extLst>
                  <a:ext uri="{FF2B5EF4-FFF2-40B4-BE49-F238E27FC236}">
                    <a16:creationId xmlns:a16="http://schemas.microsoft.com/office/drawing/2014/main" id="{F243C54E-8931-1977-E57B-BD2224006DC7}"/>
                  </a:ext>
                </a:extLst>
              </p:cNvPr>
              <p:cNvSpPr/>
              <p:nvPr/>
            </p:nvSpPr>
            <p:spPr>
              <a:xfrm>
                <a:off x="7772379" y="7923185"/>
                <a:ext cx="37180" cy="37180"/>
              </a:xfrm>
              <a:custGeom>
                <a:avLst/>
                <a:gdLst>
                  <a:gd name="connsiteX0" fmla="*/ 37455 w 37180"/>
                  <a:gd name="connsiteY0" fmla="*/ 18750 h 37180"/>
                  <a:gd name="connsiteX1" fmla="*/ 18864 w 37180"/>
                  <a:gd name="connsiteY1" fmla="*/ 37341 h 37180"/>
                  <a:gd name="connsiteX2" fmla="*/ 274 w 37180"/>
                  <a:gd name="connsiteY2" fmla="*/ 18750 h 37180"/>
                  <a:gd name="connsiteX3" fmla="*/ 18864 w 37180"/>
                  <a:gd name="connsiteY3" fmla="*/ 160 h 37180"/>
                  <a:gd name="connsiteX4" fmla="*/ 37455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55" y="18750"/>
                    </a:moveTo>
                    <a:cubicBezTo>
                      <a:pt x="37455" y="29017"/>
                      <a:pt x="29131" y="37341"/>
                      <a:pt x="18864" y="37341"/>
                    </a:cubicBezTo>
                    <a:cubicBezTo>
                      <a:pt x="8597" y="37341"/>
                      <a:pt x="274" y="29017"/>
                      <a:pt x="274" y="18750"/>
                    </a:cubicBezTo>
                    <a:cubicBezTo>
                      <a:pt x="274" y="8483"/>
                      <a:pt x="8597" y="160"/>
                      <a:pt x="18864" y="160"/>
                    </a:cubicBezTo>
                    <a:cubicBezTo>
                      <a:pt x="29131" y="160"/>
                      <a:pt x="37455" y="8483"/>
                      <a:pt x="37455" y="18750"/>
                    </a:cubicBezTo>
                    <a:close/>
                  </a:path>
                </a:pathLst>
              </a:custGeom>
              <a:solidFill>
                <a:srgbClr val="E1F7E1"/>
              </a:solidFill>
              <a:ln w="5753" cap="sq">
                <a:noFill/>
                <a:prstDash val="solid"/>
                <a:miter/>
              </a:ln>
            </p:spPr>
            <p:txBody>
              <a:bodyPr rtlCol="0" anchor="ctr"/>
              <a:lstStyle/>
              <a:p>
                <a:endParaRPr lang="en-US"/>
              </a:p>
            </p:txBody>
          </p:sp>
          <p:sp>
            <p:nvSpPr>
              <p:cNvPr id="3259" name="Freeform: Shape 3258">
                <a:extLst>
                  <a:ext uri="{FF2B5EF4-FFF2-40B4-BE49-F238E27FC236}">
                    <a16:creationId xmlns:a16="http://schemas.microsoft.com/office/drawing/2014/main" id="{DE64772F-7D7A-558A-9C75-17B215089148}"/>
                  </a:ext>
                </a:extLst>
              </p:cNvPr>
              <p:cNvSpPr/>
              <p:nvPr/>
            </p:nvSpPr>
            <p:spPr>
              <a:xfrm>
                <a:off x="7769979" y="7920785"/>
                <a:ext cx="41981" cy="41981"/>
              </a:xfrm>
              <a:custGeom>
                <a:avLst/>
                <a:gdLst>
                  <a:gd name="connsiteX0" fmla="*/ 21264 w 41981"/>
                  <a:gd name="connsiteY0" fmla="*/ 4960 h 41981"/>
                  <a:gd name="connsiteX1" fmla="*/ 37455 w 41981"/>
                  <a:gd name="connsiteY1" fmla="*/ 21150 h 41981"/>
                  <a:gd name="connsiteX2" fmla="*/ 37455 w 41981"/>
                  <a:gd name="connsiteY2" fmla="*/ 21150 h 41981"/>
                  <a:gd name="connsiteX3" fmla="*/ 21264 w 41981"/>
                  <a:gd name="connsiteY3" fmla="*/ 37341 h 41981"/>
                  <a:gd name="connsiteX4" fmla="*/ 5074 w 41981"/>
                  <a:gd name="connsiteY4" fmla="*/ 21150 h 41981"/>
                  <a:gd name="connsiteX5" fmla="*/ 21264 w 41981"/>
                  <a:gd name="connsiteY5" fmla="*/ 4960 h 41981"/>
                  <a:gd name="connsiteX6" fmla="*/ 21264 w 41981"/>
                  <a:gd name="connsiteY6" fmla="*/ 160 h 41981"/>
                  <a:gd name="connsiteX7" fmla="*/ 274 w 41981"/>
                  <a:gd name="connsiteY7" fmla="*/ 21150 h 41981"/>
                  <a:gd name="connsiteX8" fmla="*/ 21264 w 41981"/>
                  <a:gd name="connsiteY8" fmla="*/ 42141 h 41981"/>
                  <a:gd name="connsiteX9" fmla="*/ 42255 w 41981"/>
                  <a:gd name="connsiteY9" fmla="*/ 21150 h 41981"/>
                  <a:gd name="connsiteX10" fmla="*/ 42255 w 41981"/>
                  <a:gd name="connsiteY10" fmla="*/ 21150 h 41981"/>
                  <a:gd name="connsiteX11" fmla="*/ 21264 w 41981"/>
                  <a:gd name="connsiteY11" fmla="*/ 160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64" y="4960"/>
                    </a:moveTo>
                    <a:cubicBezTo>
                      <a:pt x="30206" y="4960"/>
                      <a:pt x="37455" y="12209"/>
                      <a:pt x="37455" y="21150"/>
                    </a:cubicBezTo>
                    <a:lnTo>
                      <a:pt x="37455" y="21150"/>
                    </a:lnTo>
                    <a:cubicBezTo>
                      <a:pt x="37455" y="30092"/>
                      <a:pt x="30206" y="37341"/>
                      <a:pt x="21264" y="37341"/>
                    </a:cubicBezTo>
                    <a:cubicBezTo>
                      <a:pt x="12322" y="37341"/>
                      <a:pt x="5074" y="30092"/>
                      <a:pt x="5074" y="21150"/>
                    </a:cubicBezTo>
                    <a:cubicBezTo>
                      <a:pt x="5074" y="12209"/>
                      <a:pt x="12322" y="4960"/>
                      <a:pt x="21264" y="4960"/>
                    </a:cubicBezTo>
                    <a:close/>
                    <a:moveTo>
                      <a:pt x="21264" y="160"/>
                    </a:moveTo>
                    <a:cubicBezTo>
                      <a:pt x="9672" y="160"/>
                      <a:pt x="274" y="9558"/>
                      <a:pt x="274" y="21150"/>
                    </a:cubicBezTo>
                    <a:cubicBezTo>
                      <a:pt x="274" y="32743"/>
                      <a:pt x="9672" y="42141"/>
                      <a:pt x="21264" y="42141"/>
                    </a:cubicBezTo>
                    <a:cubicBezTo>
                      <a:pt x="32857" y="42141"/>
                      <a:pt x="42255" y="32743"/>
                      <a:pt x="42255" y="21150"/>
                    </a:cubicBezTo>
                    <a:lnTo>
                      <a:pt x="42255" y="21150"/>
                    </a:lnTo>
                    <a:cubicBezTo>
                      <a:pt x="42255" y="9558"/>
                      <a:pt x="32857" y="160"/>
                      <a:pt x="21264" y="160"/>
                    </a:cubicBezTo>
                    <a:close/>
                  </a:path>
                </a:pathLst>
              </a:custGeom>
              <a:solidFill>
                <a:srgbClr val="000000"/>
              </a:solidFill>
              <a:ln w="4794" cap="sq">
                <a:noFill/>
                <a:prstDash val="solid"/>
                <a:round/>
              </a:ln>
            </p:spPr>
            <p:txBody>
              <a:bodyPr rtlCol="0" anchor="ctr"/>
              <a:lstStyle/>
              <a:p>
                <a:endParaRPr lang="en-US"/>
              </a:p>
            </p:txBody>
          </p:sp>
          <p:sp>
            <p:nvSpPr>
              <p:cNvPr id="3260" name="Freeform: Shape 3259">
                <a:extLst>
                  <a:ext uri="{FF2B5EF4-FFF2-40B4-BE49-F238E27FC236}">
                    <a16:creationId xmlns:a16="http://schemas.microsoft.com/office/drawing/2014/main" id="{11D50241-886E-4564-6049-AFCA79412E65}"/>
                  </a:ext>
                </a:extLst>
              </p:cNvPr>
              <p:cNvSpPr/>
              <p:nvPr/>
            </p:nvSpPr>
            <p:spPr>
              <a:xfrm>
                <a:off x="7898955" y="8106025"/>
                <a:ext cx="37180" cy="37180"/>
              </a:xfrm>
              <a:custGeom>
                <a:avLst/>
                <a:gdLst>
                  <a:gd name="connsiteX0" fmla="*/ 37476 w 37180"/>
                  <a:gd name="connsiteY0" fmla="*/ 18782 h 37180"/>
                  <a:gd name="connsiteX1" fmla="*/ 18886 w 37180"/>
                  <a:gd name="connsiteY1" fmla="*/ 37372 h 37180"/>
                  <a:gd name="connsiteX2" fmla="*/ 296 w 37180"/>
                  <a:gd name="connsiteY2" fmla="*/ 18782 h 37180"/>
                  <a:gd name="connsiteX3" fmla="*/ 18886 w 37180"/>
                  <a:gd name="connsiteY3" fmla="*/ 192 h 37180"/>
                  <a:gd name="connsiteX4" fmla="*/ 37476 w 37180"/>
                  <a:gd name="connsiteY4" fmla="*/ 18782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76" y="18782"/>
                    </a:moveTo>
                    <a:cubicBezTo>
                      <a:pt x="37476" y="29049"/>
                      <a:pt x="29153" y="37372"/>
                      <a:pt x="18886" y="37372"/>
                    </a:cubicBezTo>
                    <a:cubicBezTo>
                      <a:pt x="8619" y="37372"/>
                      <a:pt x="296" y="29049"/>
                      <a:pt x="296" y="18782"/>
                    </a:cubicBezTo>
                    <a:cubicBezTo>
                      <a:pt x="296" y="8515"/>
                      <a:pt x="8619" y="192"/>
                      <a:pt x="18886" y="192"/>
                    </a:cubicBezTo>
                    <a:cubicBezTo>
                      <a:pt x="29153" y="192"/>
                      <a:pt x="37476" y="8515"/>
                      <a:pt x="37476" y="18782"/>
                    </a:cubicBezTo>
                    <a:close/>
                  </a:path>
                </a:pathLst>
              </a:custGeom>
              <a:solidFill>
                <a:srgbClr val="F7D2D2"/>
              </a:solidFill>
              <a:ln w="5753" cap="sq">
                <a:noFill/>
                <a:prstDash val="solid"/>
                <a:miter/>
              </a:ln>
            </p:spPr>
            <p:txBody>
              <a:bodyPr rtlCol="0" anchor="ctr"/>
              <a:lstStyle/>
              <a:p>
                <a:endParaRPr lang="en-US"/>
              </a:p>
            </p:txBody>
          </p:sp>
          <p:sp>
            <p:nvSpPr>
              <p:cNvPr id="3261" name="Freeform: Shape 3260">
                <a:extLst>
                  <a:ext uri="{FF2B5EF4-FFF2-40B4-BE49-F238E27FC236}">
                    <a16:creationId xmlns:a16="http://schemas.microsoft.com/office/drawing/2014/main" id="{3BA91590-F5A2-0A02-5701-D96998CFBA1E}"/>
                  </a:ext>
                </a:extLst>
              </p:cNvPr>
              <p:cNvSpPr/>
              <p:nvPr/>
            </p:nvSpPr>
            <p:spPr>
              <a:xfrm>
                <a:off x="7896555" y="8103625"/>
                <a:ext cx="41981" cy="41981"/>
              </a:xfrm>
              <a:custGeom>
                <a:avLst/>
                <a:gdLst>
                  <a:gd name="connsiteX0" fmla="*/ 21286 w 41981"/>
                  <a:gd name="connsiteY0" fmla="*/ 4992 h 41981"/>
                  <a:gd name="connsiteX1" fmla="*/ 37476 w 41981"/>
                  <a:gd name="connsiteY1" fmla="*/ 21182 h 41981"/>
                  <a:gd name="connsiteX2" fmla="*/ 37476 w 41981"/>
                  <a:gd name="connsiteY2" fmla="*/ 21182 h 41981"/>
                  <a:gd name="connsiteX3" fmla="*/ 21286 w 41981"/>
                  <a:gd name="connsiteY3" fmla="*/ 37372 h 41981"/>
                  <a:gd name="connsiteX4" fmla="*/ 5096 w 41981"/>
                  <a:gd name="connsiteY4" fmla="*/ 21182 h 41981"/>
                  <a:gd name="connsiteX5" fmla="*/ 21286 w 41981"/>
                  <a:gd name="connsiteY5" fmla="*/ 4992 h 41981"/>
                  <a:gd name="connsiteX6" fmla="*/ 21286 w 41981"/>
                  <a:gd name="connsiteY6" fmla="*/ 192 h 41981"/>
                  <a:gd name="connsiteX7" fmla="*/ 296 w 41981"/>
                  <a:gd name="connsiteY7" fmla="*/ 21182 h 41981"/>
                  <a:gd name="connsiteX8" fmla="*/ 21286 w 41981"/>
                  <a:gd name="connsiteY8" fmla="*/ 42173 h 41981"/>
                  <a:gd name="connsiteX9" fmla="*/ 42277 w 41981"/>
                  <a:gd name="connsiteY9" fmla="*/ 21182 h 41981"/>
                  <a:gd name="connsiteX10" fmla="*/ 42277 w 41981"/>
                  <a:gd name="connsiteY10" fmla="*/ 21182 h 41981"/>
                  <a:gd name="connsiteX11" fmla="*/ 21286 w 41981"/>
                  <a:gd name="connsiteY11" fmla="*/ 192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86" y="4992"/>
                    </a:moveTo>
                    <a:cubicBezTo>
                      <a:pt x="30228" y="4992"/>
                      <a:pt x="37476" y="12240"/>
                      <a:pt x="37476" y="21182"/>
                    </a:cubicBezTo>
                    <a:lnTo>
                      <a:pt x="37476" y="21182"/>
                    </a:lnTo>
                    <a:cubicBezTo>
                      <a:pt x="37476" y="30124"/>
                      <a:pt x="30228" y="37372"/>
                      <a:pt x="21286" y="37372"/>
                    </a:cubicBezTo>
                    <a:cubicBezTo>
                      <a:pt x="12344" y="37372"/>
                      <a:pt x="5096" y="30124"/>
                      <a:pt x="5096" y="21182"/>
                    </a:cubicBezTo>
                    <a:cubicBezTo>
                      <a:pt x="5096" y="12240"/>
                      <a:pt x="12344" y="4992"/>
                      <a:pt x="21286" y="4992"/>
                    </a:cubicBezTo>
                    <a:close/>
                    <a:moveTo>
                      <a:pt x="21286" y="192"/>
                    </a:moveTo>
                    <a:cubicBezTo>
                      <a:pt x="9694" y="192"/>
                      <a:pt x="296" y="9590"/>
                      <a:pt x="296" y="21182"/>
                    </a:cubicBezTo>
                    <a:cubicBezTo>
                      <a:pt x="296" y="32775"/>
                      <a:pt x="9694" y="42173"/>
                      <a:pt x="21286" y="42173"/>
                    </a:cubicBezTo>
                    <a:cubicBezTo>
                      <a:pt x="32879" y="42173"/>
                      <a:pt x="42277" y="32775"/>
                      <a:pt x="42277" y="21182"/>
                    </a:cubicBezTo>
                    <a:lnTo>
                      <a:pt x="42277" y="21182"/>
                    </a:lnTo>
                    <a:cubicBezTo>
                      <a:pt x="42277" y="9590"/>
                      <a:pt x="32879" y="192"/>
                      <a:pt x="21286" y="192"/>
                    </a:cubicBezTo>
                    <a:close/>
                  </a:path>
                </a:pathLst>
              </a:custGeom>
              <a:solidFill>
                <a:srgbClr val="000000"/>
              </a:solidFill>
              <a:ln w="4794" cap="sq">
                <a:noFill/>
                <a:prstDash val="solid"/>
                <a:round/>
              </a:ln>
            </p:spPr>
            <p:txBody>
              <a:bodyPr rtlCol="0" anchor="ctr"/>
              <a:lstStyle/>
              <a:p>
                <a:endParaRPr lang="en-US"/>
              </a:p>
            </p:txBody>
          </p:sp>
          <p:sp>
            <p:nvSpPr>
              <p:cNvPr id="3262" name="Freeform: Shape 3261">
                <a:extLst>
                  <a:ext uri="{FF2B5EF4-FFF2-40B4-BE49-F238E27FC236}">
                    <a16:creationId xmlns:a16="http://schemas.microsoft.com/office/drawing/2014/main" id="{283CD295-77DE-72D9-FDBB-ABC7EDE2E4CF}"/>
                  </a:ext>
                </a:extLst>
              </p:cNvPr>
              <p:cNvSpPr/>
              <p:nvPr/>
            </p:nvSpPr>
            <p:spPr>
              <a:xfrm>
                <a:off x="7572035" y="7919263"/>
                <a:ext cx="37180" cy="37180"/>
              </a:xfrm>
              <a:custGeom>
                <a:avLst/>
                <a:gdLst>
                  <a:gd name="connsiteX0" fmla="*/ 37420 w 37180"/>
                  <a:gd name="connsiteY0" fmla="*/ 18750 h 37180"/>
                  <a:gd name="connsiteX1" fmla="*/ 18829 w 37180"/>
                  <a:gd name="connsiteY1" fmla="*/ 37340 h 37180"/>
                  <a:gd name="connsiteX2" fmla="*/ 239 w 37180"/>
                  <a:gd name="connsiteY2" fmla="*/ 18750 h 37180"/>
                  <a:gd name="connsiteX3" fmla="*/ 18829 w 37180"/>
                  <a:gd name="connsiteY3" fmla="*/ 159 h 37180"/>
                  <a:gd name="connsiteX4" fmla="*/ 37420 w 37180"/>
                  <a:gd name="connsiteY4" fmla="*/ 18750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0" y="18750"/>
                    </a:moveTo>
                    <a:cubicBezTo>
                      <a:pt x="37420" y="29017"/>
                      <a:pt x="29097" y="37340"/>
                      <a:pt x="18829" y="37340"/>
                    </a:cubicBezTo>
                    <a:cubicBezTo>
                      <a:pt x="8562" y="37340"/>
                      <a:pt x="239" y="29017"/>
                      <a:pt x="239" y="18750"/>
                    </a:cubicBezTo>
                    <a:cubicBezTo>
                      <a:pt x="239" y="8482"/>
                      <a:pt x="8562" y="159"/>
                      <a:pt x="18829" y="159"/>
                    </a:cubicBezTo>
                    <a:cubicBezTo>
                      <a:pt x="29097" y="159"/>
                      <a:pt x="37420" y="8482"/>
                      <a:pt x="37420" y="18750"/>
                    </a:cubicBezTo>
                    <a:close/>
                  </a:path>
                </a:pathLst>
              </a:custGeom>
              <a:solidFill>
                <a:srgbClr val="F7E9E9"/>
              </a:solidFill>
              <a:ln w="5753" cap="sq">
                <a:noFill/>
                <a:prstDash val="solid"/>
                <a:miter/>
              </a:ln>
            </p:spPr>
            <p:txBody>
              <a:bodyPr rtlCol="0" anchor="ctr"/>
              <a:lstStyle/>
              <a:p>
                <a:endParaRPr lang="en-US"/>
              </a:p>
            </p:txBody>
          </p:sp>
          <p:sp>
            <p:nvSpPr>
              <p:cNvPr id="3263" name="Freeform: Shape 3262">
                <a:extLst>
                  <a:ext uri="{FF2B5EF4-FFF2-40B4-BE49-F238E27FC236}">
                    <a16:creationId xmlns:a16="http://schemas.microsoft.com/office/drawing/2014/main" id="{25445639-0FA7-E6BF-071F-E2C84D648CB0}"/>
                  </a:ext>
                </a:extLst>
              </p:cNvPr>
              <p:cNvSpPr/>
              <p:nvPr/>
            </p:nvSpPr>
            <p:spPr>
              <a:xfrm>
                <a:off x="7569635" y="7916862"/>
                <a:ext cx="41981" cy="41981"/>
              </a:xfrm>
              <a:custGeom>
                <a:avLst/>
                <a:gdLst>
                  <a:gd name="connsiteX0" fmla="*/ 21230 w 41981"/>
                  <a:gd name="connsiteY0" fmla="*/ 4960 h 41981"/>
                  <a:gd name="connsiteX1" fmla="*/ 37420 w 41981"/>
                  <a:gd name="connsiteY1" fmla="*/ 21150 h 41981"/>
                  <a:gd name="connsiteX2" fmla="*/ 37420 w 41981"/>
                  <a:gd name="connsiteY2" fmla="*/ 21150 h 41981"/>
                  <a:gd name="connsiteX3" fmla="*/ 21230 w 41981"/>
                  <a:gd name="connsiteY3" fmla="*/ 37340 h 41981"/>
                  <a:gd name="connsiteX4" fmla="*/ 5039 w 41981"/>
                  <a:gd name="connsiteY4" fmla="*/ 21150 h 41981"/>
                  <a:gd name="connsiteX5" fmla="*/ 21230 w 41981"/>
                  <a:gd name="connsiteY5" fmla="*/ 4960 h 41981"/>
                  <a:gd name="connsiteX6" fmla="*/ 21230 w 41981"/>
                  <a:gd name="connsiteY6" fmla="*/ 159 h 41981"/>
                  <a:gd name="connsiteX7" fmla="*/ 239 w 41981"/>
                  <a:gd name="connsiteY7" fmla="*/ 21150 h 41981"/>
                  <a:gd name="connsiteX8" fmla="*/ 21230 w 41981"/>
                  <a:gd name="connsiteY8" fmla="*/ 42140 h 41981"/>
                  <a:gd name="connsiteX9" fmla="*/ 42220 w 41981"/>
                  <a:gd name="connsiteY9" fmla="*/ 21150 h 41981"/>
                  <a:gd name="connsiteX10" fmla="*/ 42220 w 41981"/>
                  <a:gd name="connsiteY10" fmla="*/ 21150 h 41981"/>
                  <a:gd name="connsiteX11" fmla="*/ 21230 w 41981"/>
                  <a:gd name="connsiteY11" fmla="*/ 159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0" y="4960"/>
                    </a:moveTo>
                    <a:cubicBezTo>
                      <a:pt x="30171" y="4960"/>
                      <a:pt x="37420" y="12208"/>
                      <a:pt x="37420" y="21150"/>
                    </a:cubicBezTo>
                    <a:lnTo>
                      <a:pt x="37420" y="21150"/>
                    </a:lnTo>
                    <a:cubicBezTo>
                      <a:pt x="37420" y="30092"/>
                      <a:pt x="30171" y="37340"/>
                      <a:pt x="21230" y="37340"/>
                    </a:cubicBezTo>
                    <a:cubicBezTo>
                      <a:pt x="12288" y="37340"/>
                      <a:pt x="5039" y="30092"/>
                      <a:pt x="5039" y="21150"/>
                    </a:cubicBezTo>
                    <a:cubicBezTo>
                      <a:pt x="5039" y="12208"/>
                      <a:pt x="12288" y="4960"/>
                      <a:pt x="21230" y="4960"/>
                    </a:cubicBezTo>
                    <a:close/>
                    <a:moveTo>
                      <a:pt x="21230" y="159"/>
                    </a:moveTo>
                    <a:cubicBezTo>
                      <a:pt x="9637" y="159"/>
                      <a:pt x="239" y="9557"/>
                      <a:pt x="239" y="21150"/>
                    </a:cubicBezTo>
                    <a:cubicBezTo>
                      <a:pt x="239" y="32742"/>
                      <a:pt x="9637" y="42140"/>
                      <a:pt x="21230" y="42140"/>
                    </a:cubicBezTo>
                    <a:cubicBezTo>
                      <a:pt x="32822" y="42140"/>
                      <a:pt x="42220" y="32742"/>
                      <a:pt x="42220" y="21150"/>
                    </a:cubicBezTo>
                    <a:lnTo>
                      <a:pt x="42220" y="21150"/>
                    </a:lnTo>
                    <a:cubicBezTo>
                      <a:pt x="42220" y="9557"/>
                      <a:pt x="32822" y="159"/>
                      <a:pt x="21230" y="159"/>
                    </a:cubicBezTo>
                    <a:close/>
                  </a:path>
                </a:pathLst>
              </a:custGeom>
              <a:solidFill>
                <a:srgbClr val="000000"/>
              </a:solidFill>
              <a:ln w="4794" cap="sq">
                <a:noFill/>
                <a:prstDash val="solid"/>
                <a:round/>
              </a:ln>
            </p:spPr>
            <p:txBody>
              <a:bodyPr rtlCol="0" anchor="ctr"/>
              <a:lstStyle/>
              <a:p>
                <a:endParaRPr lang="en-US"/>
              </a:p>
            </p:txBody>
          </p:sp>
          <p:sp>
            <p:nvSpPr>
              <p:cNvPr id="3264" name="Freeform: Shape 3263">
                <a:extLst>
                  <a:ext uri="{FF2B5EF4-FFF2-40B4-BE49-F238E27FC236}">
                    <a16:creationId xmlns:a16="http://schemas.microsoft.com/office/drawing/2014/main" id="{5C03F039-1F68-C0FB-4E9E-87E94A0A37D3}"/>
                  </a:ext>
                </a:extLst>
              </p:cNvPr>
              <p:cNvSpPr/>
              <p:nvPr/>
            </p:nvSpPr>
            <p:spPr>
              <a:xfrm>
                <a:off x="7627509" y="7825208"/>
                <a:ext cx="37180" cy="37180"/>
              </a:xfrm>
              <a:custGeom>
                <a:avLst/>
                <a:gdLst>
                  <a:gd name="connsiteX0" fmla="*/ 37429 w 37180"/>
                  <a:gd name="connsiteY0" fmla="*/ 18733 h 37180"/>
                  <a:gd name="connsiteX1" fmla="*/ 18839 w 37180"/>
                  <a:gd name="connsiteY1" fmla="*/ 37324 h 37180"/>
                  <a:gd name="connsiteX2" fmla="*/ 249 w 37180"/>
                  <a:gd name="connsiteY2" fmla="*/ 18733 h 37180"/>
                  <a:gd name="connsiteX3" fmla="*/ 18839 w 37180"/>
                  <a:gd name="connsiteY3" fmla="*/ 143 h 37180"/>
                  <a:gd name="connsiteX4" fmla="*/ 37429 w 37180"/>
                  <a:gd name="connsiteY4" fmla="*/ 18733 h 37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80" h="37180">
                    <a:moveTo>
                      <a:pt x="37429" y="18733"/>
                    </a:moveTo>
                    <a:cubicBezTo>
                      <a:pt x="37429" y="29000"/>
                      <a:pt x="29106" y="37324"/>
                      <a:pt x="18839" y="37324"/>
                    </a:cubicBezTo>
                    <a:cubicBezTo>
                      <a:pt x="8572" y="37324"/>
                      <a:pt x="249" y="29000"/>
                      <a:pt x="249" y="18733"/>
                    </a:cubicBezTo>
                    <a:cubicBezTo>
                      <a:pt x="249" y="8466"/>
                      <a:pt x="8572" y="143"/>
                      <a:pt x="18839" y="143"/>
                    </a:cubicBezTo>
                    <a:cubicBezTo>
                      <a:pt x="29106" y="143"/>
                      <a:pt x="37429" y="8466"/>
                      <a:pt x="37429" y="18733"/>
                    </a:cubicBezTo>
                    <a:close/>
                  </a:path>
                </a:pathLst>
              </a:custGeom>
              <a:solidFill>
                <a:srgbClr val="F7A500"/>
              </a:solidFill>
              <a:ln w="5753" cap="sq">
                <a:noFill/>
                <a:prstDash val="solid"/>
                <a:miter/>
              </a:ln>
            </p:spPr>
            <p:txBody>
              <a:bodyPr rtlCol="0" anchor="ctr"/>
              <a:lstStyle/>
              <a:p>
                <a:endParaRPr lang="en-US"/>
              </a:p>
            </p:txBody>
          </p:sp>
          <p:sp>
            <p:nvSpPr>
              <p:cNvPr id="3265" name="Freeform: Shape 3264">
                <a:extLst>
                  <a:ext uri="{FF2B5EF4-FFF2-40B4-BE49-F238E27FC236}">
                    <a16:creationId xmlns:a16="http://schemas.microsoft.com/office/drawing/2014/main" id="{C7CFA996-B364-DCD1-F89A-154C71A7854F}"/>
                  </a:ext>
                </a:extLst>
              </p:cNvPr>
              <p:cNvSpPr/>
              <p:nvPr/>
            </p:nvSpPr>
            <p:spPr>
              <a:xfrm>
                <a:off x="7625109" y="7822807"/>
                <a:ext cx="41981" cy="41981"/>
              </a:xfrm>
              <a:custGeom>
                <a:avLst/>
                <a:gdLst>
                  <a:gd name="connsiteX0" fmla="*/ 21239 w 41981"/>
                  <a:gd name="connsiteY0" fmla="*/ 4943 h 41981"/>
                  <a:gd name="connsiteX1" fmla="*/ 37429 w 41981"/>
                  <a:gd name="connsiteY1" fmla="*/ 21133 h 41981"/>
                  <a:gd name="connsiteX2" fmla="*/ 37429 w 41981"/>
                  <a:gd name="connsiteY2" fmla="*/ 21133 h 41981"/>
                  <a:gd name="connsiteX3" fmla="*/ 21239 w 41981"/>
                  <a:gd name="connsiteY3" fmla="*/ 37324 h 41981"/>
                  <a:gd name="connsiteX4" fmla="*/ 5049 w 41981"/>
                  <a:gd name="connsiteY4" fmla="*/ 21133 h 41981"/>
                  <a:gd name="connsiteX5" fmla="*/ 21239 w 41981"/>
                  <a:gd name="connsiteY5" fmla="*/ 4943 h 41981"/>
                  <a:gd name="connsiteX6" fmla="*/ 21239 w 41981"/>
                  <a:gd name="connsiteY6" fmla="*/ 143 h 41981"/>
                  <a:gd name="connsiteX7" fmla="*/ 249 w 41981"/>
                  <a:gd name="connsiteY7" fmla="*/ 21133 h 41981"/>
                  <a:gd name="connsiteX8" fmla="*/ 21239 w 41981"/>
                  <a:gd name="connsiteY8" fmla="*/ 42124 h 41981"/>
                  <a:gd name="connsiteX9" fmla="*/ 42230 w 41981"/>
                  <a:gd name="connsiteY9" fmla="*/ 21133 h 41981"/>
                  <a:gd name="connsiteX10" fmla="*/ 42230 w 41981"/>
                  <a:gd name="connsiteY10" fmla="*/ 21133 h 41981"/>
                  <a:gd name="connsiteX11" fmla="*/ 21239 w 41981"/>
                  <a:gd name="connsiteY11" fmla="*/ 143 h 4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981" h="41981">
                    <a:moveTo>
                      <a:pt x="21239" y="4943"/>
                    </a:moveTo>
                    <a:cubicBezTo>
                      <a:pt x="30181" y="4943"/>
                      <a:pt x="37429" y="12192"/>
                      <a:pt x="37429" y="21133"/>
                    </a:cubicBezTo>
                    <a:lnTo>
                      <a:pt x="37429" y="21133"/>
                    </a:lnTo>
                    <a:cubicBezTo>
                      <a:pt x="37429" y="30075"/>
                      <a:pt x="30181" y="37324"/>
                      <a:pt x="21239" y="37324"/>
                    </a:cubicBezTo>
                    <a:cubicBezTo>
                      <a:pt x="12297" y="37324"/>
                      <a:pt x="5049" y="30075"/>
                      <a:pt x="5049" y="21133"/>
                    </a:cubicBezTo>
                    <a:cubicBezTo>
                      <a:pt x="5049" y="12192"/>
                      <a:pt x="12297" y="4943"/>
                      <a:pt x="21239" y="4943"/>
                    </a:cubicBezTo>
                    <a:close/>
                    <a:moveTo>
                      <a:pt x="21239" y="143"/>
                    </a:moveTo>
                    <a:cubicBezTo>
                      <a:pt x="9647" y="143"/>
                      <a:pt x="249" y="9541"/>
                      <a:pt x="249" y="21133"/>
                    </a:cubicBezTo>
                    <a:cubicBezTo>
                      <a:pt x="249" y="32726"/>
                      <a:pt x="9647" y="42124"/>
                      <a:pt x="21239" y="42124"/>
                    </a:cubicBezTo>
                    <a:cubicBezTo>
                      <a:pt x="32832" y="42124"/>
                      <a:pt x="42230" y="32726"/>
                      <a:pt x="42230" y="21133"/>
                    </a:cubicBezTo>
                    <a:lnTo>
                      <a:pt x="42230" y="21133"/>
                    </a:lnTo>
                    <a:cubicBezTo>
                      <a:pt x="42230" y="9541"/>
                      <a:pt x="32832" y="143"/>
                      <a:pt x="21239" y="143"/>
                    </a:cubicBezTo>
                    <a:close/>
                  </a:path>
                </a:pathLst>
              </a:custGeom>
              <a:solidFill>
                <a:srgbClr val="000000"/>
              </a:solidFill>
              <a:ln w="4794" cap="sq">
                <a:noFill/>
                <a:prstDash val="solid"/>
                <a:round/>
              </a:ln>
            </p:spPr>
            <p:txBody>
              <a:bodyPr rtlCol="0" anchor="ctr"/>
              <a:lstStyle/>
              <a:p>
                <a:endParaRPr lang="en-US"/>
              </a:p>
            </p:txBody>
          </p:sp>
          <p:sp>
            <p:nvSpPr>
              <p:cNvPr id="3266" name="TextBox 3265">
                <a:extLst>
                  <a:ext uri="{FF2B5EF4-FFF2-40B4-BE49-F238E27FC236}">
                    <a16:creationId xmlns:a16="http://schemas.microsoft.com/office/drawing/2014/main" id="{6940EF2B-588F-0D90-06DC-3E20741D48EA}"/>
                  </a:ext>
                </a:extLst>
              </p:cNvPr>
              <p:cNvSpPr txBox="1"/>
              <p:nvPr/>
            </p:nvSpPr>
            <p:spPr>
              <a:xfrm>
                <a:off x="6439667" y="7058770"/>
                <a:ext cx="393056" cy="289310"/>
              </a:xfrm>
              <a:prstGeom prst="rect">
                <a:avLst/>
              </a:prstGeom>
              <a:noFill/>
            </p:spPr>
            <p:txBody>
              <a:bodyPr wrap="none" rtlCol="0">
                <a:spAutoFit/>
              </a:bodyPr>
              <a:lstStyle/>
              <a:p>
                <a:pPr algn="l"/>
                <a:r>
                  <a:rPr lang="en-US" sz="1280"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0.7</a:t>
                </a:r>
              </a:p>
            </p:txBody>
          </p:sp>
          <p:sp>
            <p:nvSpPr>
              <p:cNvPr id="3267" name="TextBox 3266">
                <a:extLst>
                  <a:ext uri="{FF2B5EF4-FFF2-40B4-BE49-F238E27FC236}">
                    <a16:creationId xmlns:a16="http://schemas.microsoft.com/office/drawing/2014/main" id="{3B8DBD41-F08E-B2F1-982B-6F00F52EA1FD}"/>
                  </a:ext>
                </a:extLst>
              </p:cNvPr>
              <p:cNvSpPr txBox="1"/>
              <p:nvPr/>
            </p:nvSpPr>
            <p:spPr>
              <a:xfrm>
                <a:off x="8500042" y="8901744"/>
                <a:ext cx="412292" cy="288541"/>
              </a:xfrm>
              <a:prstGeom prst="rect">
                <a:avLst/>
              </a:prstGeom>
              <a:noFill/>
            </p:spPr>
            <p:txBody>
              <a:bodyPr wrap="none" rtlCol="0">
                <a:spAutoFit/>
              </a:bodyPr>
              <a:lstStyle/>
              <a:p>
                <a:pPr algn="l"/>
                <a:r>
                  <a:rPr lang="en-US" sz="1275" spc="0" baseline="0" dirty="0">
                    <a:ln/>
                    <a:solidFill>
                      <a:srgbClr val="262626"/>
                    </a:solidFill>
                    <a:latin typeface="Arial"/>
                    <a:cs typeface="Arial"/>
                    <a:sym typeface="Arial"/>
                    <a:rtl val="0"/>
                  </a:rPr>
                  <a:t>0.7</a:t>
                </a:r>
              </a:p>
            </p:txBody>
          </p:sp>
        </p:grpSp>
        <p:sp>
          <p:nvSpPr>
            <p:cNvPr id="1352" name="TextBox 1351">
              <a:extLst>
                <a:ext uri="{FF2B5EF4-FFF2-40B4-BE49-F238E27FC236}">
                  <a16:creationId xmlns:a16="http://schemas.microsoft.com/office/drawing/2014/main" id="{A6602D85-EEC8-60BD-B9BF-0EF8FBD1DF7A}"/>
                </a:ext>
              </a:extLst>
            </p:cNvPr>
            <p:cNvSpPr txBox="1"/>
            <p:nvPr/>
          </p:nvSpPr>
          <p:spPr>
            <a:xfrm>
              <a:off x="43640525" y="22593861"/>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S Corr</a:t>
              </a:r>
            </a:p>
          </p:txBody>
        </p:sp>
        <p:sp>
          <p:nvSpPr>
            <p:cNvPr id="1353" name="TextBox 1352">
              <a:extLst>
                <a:ext uri="{FF2B5EF4-FFF2-40B4-BE49-F238E27FC236}">
                  <a16:creationId xmlns:a16="http://schemas.microsoft.com/office/drawing/2014/main" id="{AD7332D7-CCB8-3AE6-A1FE-2A0C985925BB}"/>
                </a:ext>
              </a:extLst>
            </p:cNvPr>
            <p:cNvSpPr txBox="1"/>
            <p:nvPr/>
          </p:nvSpPr>
          <p:spPr>
            <a:xfrm rot="16200000">
              <a:off x="41661639" y="20938108"/>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P Corr</a:t>
              </a:r>
            </a:p>
          </p:txBody>
        </p:sp>
        <p:sp>
          <p:nvSpPr>
            <p:cNvPr id="1354" name="TextBox 1353">
              <a:extLst>
                <a:ext uri="{FF2B5EF4-FFF2-40B4-BE49-F238E27FC236}">
                  <a16:creationId xmlns:a16="http://schemas.microsoft.com/office/drawing/2014/main" id="{59ABB140-514A-7EB7-F12E-11FB5243EAD1}"/>
                </a:ext>
              </a:extLst>
            </p:cNvPr>
            <p:cNvSpPr txBox="1"/>
            <p:nvPr/>
          </p:nvSpPr>
          <p:spPr>
            <a:xfrm rot="16200000">
              <a:off x="45426119" y="20757711"/>
              <a:ext cx="2211353" cy="856888"/>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 Weighted Density</a:t>
              </a:r>
            </a:p>
          </p:txBody>
        </p:sp>
        <p:sp>
          <p:nvSpPr>
            <p:cNvPr id="1355" name="TextBox 1354">
              <a:extLst>
                <a:ext uri="{FF2B5EF4-FFF2-40B4-BE49-F238E27FC236}">
                  <a16:creationId xmlns:a16="http://schemas.microsoft.com/office/drawing/2014/main" id="{C3210244-F06D-D96E-F448-A0E3162518C0}"/>
                </a:ext>
              </a:extLst>
            </p:cNvPr>
            <p:cNvSpPr txBox="1"/>
            <p:nvPr/>
          </p:nvSpPr>
          <p:spPr>
            <a:xfrm rot="16200000">
              <a:off x="32981197" y="20927625"/>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P Corr</a:t>
              </a:r>
            </a:p>
          </p:txBody>
        </p:sp>
        <p:sp>
          <p:nvSpPr>
            <p:cNvPr id="1356" name="TextBox 1355">
              <a:extLst>
                <a:ext uri="{FF2B5EF4-FFF2-40B4-BE49-F238E27FC236}">
                  <a16:creationId xmlns:a16="http://schemas.microsoft.com/office/drawing/2014/main" id="{9F9D0146-7D1C-8311-F1A0-406EC4DE0047}"/>
                </a:ext>
              </a:extLst>
            </p:cNvPr>
            <p:cNvSpPr txBox="1"/>
            <p:nvPr/>
          </p:nvSpPr>
          <p:spPr>
            <a:xfrm>
              <a:off x="34933218" y="22593861"/>
              <a:ext cx="2211353" cy="496093"/>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S Corr</a:t>
              </a:r>
            </a:p>
          </p:txBody>
        </p:sp>
        <p:sp>
          <p:nvSpPr>
            <p:cNvPr id="1357" name="TextBox 1356">
              <a:extLst>
                <a:ext uri="{FF2B5EF4-FFF2-40B4-BE49-F238E27FC236}">
                  <a16:creationId xmlns:a16="http://schemas.microsoft.com/office/drawing/2014/main" id="{A997EAB2-F5A4-A452-E4BA-E284624E3442}"/>
                </a:ext>
              </a:extLst>
            </p:cNvPr>
            <p:cNvSpPr txBox="1"/>
            <p:nvPr/>
          </p:nvSpPr>
          <p:spPr>
            <a:xfrm rot="16200000">
              <a:off x="37516251" y="20757711"/>
              <a:ext cx="2211353" cy="856888"/>
            </a:xfrm>
            <a:prstGeom prst="rect">
              <a:avLst/>
            </a:prstGeom>
            <a:noFill/>
          </p:spPr>
          <p:txBody>
            <a:bodyPr wrap="square">
              <a:spAutoFit/>
            </a:bodyPr>
            <a:lstStyle/>
            <a:p>
              <a:pPr algn="ctr"/>
              <a:r>
                <a:rPr lang="en-US" sz="1600" dirty="0">
                  <a:latin typeface="Calibri" panose="020F0502020204030204" pitchFamily="34" charset="0"/>
                  <a:ea typeface="Calibri" panose="020F0502020204030204" pitchFamily="34" charset="0"/>
                  <a:cs typeface="Calibri" panose="020F0502020204030204" pitchFamily="34" charset="0"/>
                </a:rPr>
                <a:t> Weighted Density</a:t>
              </a:r>
            </a:p>
          </p:txBody>
        </p:sp>
        <p:sp>
          <p:nvSpPr>
            <p:cNvPr id="1358" name="TextBox 1357">
              <a:extLst>
                <a:ext uri="{FF2B5EF4-FFF2-40B4-BE49-F238E27FC236}">
                  <a16:creationId xmlns:a16="http://schemas.microsoft.com/office/drawing/2014/main" id="{34CE2442-2756-2D27-4635-847F21912B23}"/>
                </a:ext>
              </a:extLst>
            </p:cNvPr>
            <p:cNvSpPr txBox="1"/>
            <p:nvPr/>
          </p:nvSpPr>
          <p:spPr>
            <a:xfrm rot="16200000">
              <a:off x="32437736" y="20857746"/>
              <a:ext cx="2211355" cy="584775"/>
            </a:xfrm>
            <a:prstGeom prst="rect">
              <a:avLst/>
            </a:prstGeom>
            <a:noFill/>
          </p:spPr>
          <p:txBody>
            <a:bodyPr wrap="square" rtlCol="0">
              <a:spAutoFit/>
            </a:bodyPr>
            <a:lstStyle/>
            <a:p>
              <a:pPr algn="ctr"/>
              <a:r>
                <a:rPr lang="en-US" sz="3200" dirty="0">
                  <a:latin typeface="Calibri" panose="020F0502020204030204" pitchFamily="34" charset="0"/>
                  <a:ea typeface="Calibri" panose="020F0502020204030204" pitchFamily="34" charset="0"/>
                  <a:cs typeface="Calibri" panose="020F0502020204030204" pitchFamily="34" charset="0"/>
                </a:rPr>
                <a:t>Experiment</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359" name="TextBox 1358">
              <a:extLst>
                <a:ext uri="{FF2B5EF4-FFF2-40B4-BE49-F238E27FC236}">
                  <a16:creationId xmlns:a16="http://schemas.microsoft.com/office/drawing/2014/main" id="{AF83B147-B150-F754-24AA-9D60377F5D38}"/>
                </a:ext>
              </a:extLst>
            </p:cNvPr>
            <p:cNvSpPr txBox="1"/>
            <p:nvPr/>
          </p:nvSpPr>
          <p:spPr>
            <a:xfrm>
              <a:off x="34144484" y="19167193"/>
              <a:ext cx="3422296" cy="541193"/>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Non-coupled Training</a:t>
              </a:r>
            </a:p>
          </p:txBody>
        </p:sp>
        <p:sp>
          <p:nvSpPr>
            <p:cNvPr id="1360" name="TextBox 1359">
              <a:extLst>
                <a:ext uri="{FF2B5EF4-FFF2-40B4-BE49-F238E27FC236}">
                  <a16:creationId xmlns:a16="http://schemas.microsoft.com/office/drawing/2014/main" id="{63088FC5-88B2-680A-773E-7686E2D24A29}"/>
                </a:ext>
              </a:extLst>
            </p:cNvPr>
            <p:cNvSpPr txBox="1"/>
            <p:nvPr/>
          </p:nvSpPr>
          <p:spPr>
            <a:xfrm>
              <a:off x="42203490" y="19167193"/>
              <a:ext cx="3422296" cy="369332"/>
            </a:xfrm>
            <a:prstGeom prst="rect">
              <a:avLst/>
            </a:prstGeom>
            <a:noFill/>
          </p:spPr>
          <p:txBody>
            <a:bodyPr wrap="square">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Coupled Training</a:t>
              </a:r>
            </a:p>
          </p:txBody>
        </p:sp>
        <p:sp>
          <p:nvSpPr>
            <p:cNvPr id="1361" name="TextBox 1360">
              <a:extLst>
                <a:ext uri="{FF2B5EF4-FFF2-40B4-BE49-F238E27FC236}">
                  <a16:creationId xmlns:a16="http://schemas.microsoft.com/office/drawing/2014/main" id="{2CE22579-1A7D-89EE-9983-174023AF480E}"/>
                </a:ext>
              </a:extLst>
            </p:cNvPr>
            <p:cNvSpPr txBox="1"/>
            <p:nvPr/>
          </p:nvSpPr>
          <p:spPr>
            <a:xfrm>
              <a:off x="46844657" y="19193485"/>
              <a:ext cx="1398578" cy="541193"/>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pPE</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sp>
          <p:nvSpPr>
            <p:cNvPr id="1362" name="TextBox 1361">
              <a:extLst>
                <a:ext uri="{FF2B5EF4-FFF2-40B4-BE49-F238E27FC236}">
                  <a16:creationId xmlns:a16="http://schemas.microsoft.com/office/drawing/2014/main" id="{83048581-E1EB-B18D-1B91-D81E313A86E6}"/>
                </a:ext>
              </a:extLst>
            </p:cNvPr>
            <p:cNvSpPr txBox="1"/>
            <p:nvPr/>
          </p:nvSpPr>
          <p:spPr>
            <a:xfrm>
              <a:off x="48243235" y="19193485"/>
              <a:ext cx="1398578" cy="541193"/>
            </a:xfrm>
            <a:prstGeom prst="rect">
              <a:avLst/>
            </a:prstGeom>
            <a:noFill/>
          </p:spPr>
          <p:txBody>
            <a:bodyPr wrap="square" rtlCol="0">
              <a:spAutoFit/>
            </a:bodyPr>
            <a:lstStyle/>
            <a:p>
              <a:pPr algn="ctr"/>
              <a:r>
                <a:rPr lang="en-US" b="1" dirty="0">
                  <a:latin typeface="Calibri" panose="020F0502020204030204" pitchFamily="34" charset="0"/>
                  <a:ea typeface="Calibri" panose="020F0502020204030204" pitchFamily="34" charset="0"/>
                  <a:cs typeface="Calibri" panose="020F0502020204030204" pitchFamily="34" charset="0"/>
                </a:rPr>
                <a:t>nPE</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grpSp>
          <p:nvGrpSpPr>
            <p:cNvPr id="1363" name="Group 1362">
              <a:extLst>
                <a:ext uri="{FF2B5EF4-FFF2-40B4-BE49-F238E27FC236}">
                  <a16:creationId xmlns:a16="http://schemas.microsoft.com/office/drawing/2014/main" id="{318A20F6-5311-224E-0515-D9ECF5169A6F}"/>
                </a:ext>
              </a:extLst>
            </p:cNvPr>
            <p:cNvGrpSpPr/>
            <p:nvPr/>
          </p:nvGrpSpPr>
          <p:grpSpPr>
            <a:xfrm>
              <a:off x="38670810" y="22226346"/>
              <a:ext cx="3624978" cy="783873"/>
              <a:chOff x="12560577" y="1354025"/>
              <a:chExt cx="2528189" cy="609642"/>
            </a:xfrm>
          </p:grpSpPr>
          <p:grpSp>
            <p:nvGrpSpPr>
              <p:cNvPr id="1370" name="Group 1369">
                <a:extLst>
                  <a:ext uri="{FF2B5EF4-FFF2-40B4-BE49-F238E27FC236}">
                    <a16:creationId xmlns:a16="http://schemas.microsoft.com/office/drawing/2014/main" id="{43345284-1787-901B-CB9E-FAE9D9557383}"/>
                  </a:ext>
                </a:extLst>
              </p:cNvPr>
              <p:cNvGrpSpPr/>
              <p:nvPr/>
            </p:nvGrpSpPr>
            <p:grpSpPr>
              <a:xfrm>
                <a:off x="12560577" y="1354025"/>
                <a:ext cx="2528189" cy="320255"/>
                <a:chOff x="3617943" y="6077165"/>
                <a:chExt cx="2528189" cy="320255"/>
              </a:xfrm>
            </p:grpSpPr>
            <p:sp>
              <p:nvSpPr>
                <p:cNvPr id="1372" name="Freeform: Shape 1371">
                  <a:extLst>
                    <a:ext uri="{FF2B5EF4-FFF2-40B4-BE49-F238E27FC236}">
                      <a16:creationId xmlns:a16="http://schemas.microsoft.com/office/drawing/2014/main" id="{2D1FE675-650E-1C02-5C49-71E878B3F17A}"/>
                    </a:ext>
                  </a:extLst>
                </p:cNvPr>
                <p:cNvSpPr/>
                <p:nvPr/>
              </p:nvSpPr>
              <p:spPr>
                <a:xfrm>
                  <a:off x="3938277" y="6103076"/>
                  <a:ext cx="13301" cy="46693"/>
                </a:xfrm>
                <a:custGeom>
                  <a:avLst/>
                  <a:gdLst>
                    <a:gd name="connsiteX0" fmla="*/ 37 w 13301"/>
                    <a:gd name="connsiteY0" fmla="*/ 121 h 46693"/>
                    <a:gd name="connsiteX1" fmla="*/ 37 w 13301"/>
                    <a:gd name="connsiteY1" fmla="*/ 46815 h 46693"/>
                  </a:gdLst>
                  <a:ahLst/>
                  <a:cxnLst>
                    <a:cxn ang="0">
                      <a:pos x="connsiteX0" y="connsiteY0"/>
                    </a:cxn>
                    <a:cxn ang="0">
                      <a:pos x="connsiteX1" y="connsiteY1"/>
                    </a:cxn>
                  </a:cxnLst>
                  <a:rect l="l" t="t" r="r" b="b"/>
                  <a:pathLst>
                    <a:path w="13301" h="46693">
                      <a:moveTo>
                        <a:pt x="37" y="121"/>
                      </a:moveTo>
                      <a:lnTo>
                        <a:pt x="37" y="46815"/>
                      </a:lnTo>
                    </a:path>
                  </a:pathLst>
                </a:custGeom>
                <a:solidFill>
                  <a:srgbClr val="000000"/>
                </a:solidFill>
                <a:ln w="10614" cap="flat">
                  <a:solidFill>
                    <a:srgbClr val="000000"/>
                  </a:solidFill>
                  <a:prstDash val="solid"/>
                  <a:round/>
                </a:ln>
              </p:spPr>
              <p:txBody>
                <a:bodyPr rtlCol="0" anchor="ct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1373" name="Freeform: Shape 1372">
                  <a:extLst>
                    <a:ext uri="{FF2B5EF4-FFF2-40B4-BE49-F238E27FC236}">
                      <a16:creationId xmlns:a16="http://schemas.microsoft.com/office/drawing/2014/main" id="{7887B1F6-CC9A-057D-A491-D67BC56559CE}"/>
                    </a:ext>
                  </a:extLst>
                </p:cNvPr>
                <p:cNvSpPr/>
                <p:nvPr/>
              </p:nvSpPr>
              <p:spPr>
                <a:xfrm>
                  <a:off x="4882940" y="6103076"/>
                  <a:ext cx="13301" cy="46693"/>
                </a:xfrm>
                <a:custGeom>
                  <a:avLst/>
                  <a:gdLst>
                    <a:gd name="connsiteX0" fmla="*/ 108 w 13301"/>
                    <a:gd name="connsiteY0" fmla="*/ 121 h 46693"/>
                    <a:gd name="connsiteX1" fmla="*/ 108 w 13301"/>
                    <a:gd name="connsiteY1" fmla="*/ 46815 h 46693"/>
                  </a:gdLst>
                  <a:ahLst/>
                  <a:cxnLst>
                    <a:cxn ang="0">
                      <a:pos x="connsiteX0" y="connsiteY0"/>
                    </a:cxn>
                    <a:cxn ang="0">
                      <a:pos x="connsiteX1" y="connsiteY1"/>
                    </a:cxn>
                  </a:cxnLst>
                  <a:rect l="l" t="t" r="r" b="b"/>
                  <a:pathLst>
                    <a:path w="13301" h="46693">
                      <a:moveTo>
                        <a:pt x="108" y="121"/>
                      </a:moveTo>
                      <a:lnTo>
                        <a:pt x="108" y="46815"/>
                      </a:lnTo>
                    </a:path>
                  </a:pathLst>
                </a:custGeom>
                <a:solidFill>
                  <a:srgbClr val="000000"/>
                </a:solidFill>
                <a:ln w="10614" cap="flat">
                  <a:solidFill>
                    <a:srgbClr val="000000"/>
                  </a:solidFill>
                  <a:prstDash val="solid"/>
                  <a:round/>
                </a:ln>
              </p:spPr>
              <p:txBody>
                <a:bodyPr rtlCol="0" anchor="ct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1374" name="Freeform: Shape 1373">
                  <a:extLst>
                    <a:ext uri="{FF2B5EF4-FFF2-40B4-BE49-F238E27FC236}">
                      <a16:creationId xmlns:a16="http://schemas.microsoft.com/office/drawing/2014/main" id="{2EAED925-855E-3825-A0F1-0851861CCED1}"/>
                    </a:ext>
                  </a:extLst>
                </p:cNvPr>
                <p:cNvSpPr/>
                <p:nvPr/>
              </p:nvSpPr>
              <p:spPr>
                <a:xfrm>
                  <a:off x="5355270"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1375" name="Freeform: Shape 1374">
                  <a:extLst>
                    <a:ext uri="{FF2B5EF4-FFF2-40B4-BE49-F238E27FC236}">
                      <a16:creationId xmlns:a16="http://schemas.microsoft.com/office/drawing/2014/main" id="{E5FFEC85-D7D3-3528-D1BE-342774E23F42}"/>
                    </a:ext>
                  </a:extLst>
                </p:cNvPr>
                <p:cNvSpPr/>
                <p:nvPr/>
              </p:nvSpPr>
              <p:spPr>
                <a:xfrm>
                  <a:off x="5827601" y="6103076"/>
                  <a:ext cx="13301" cy="46693"/>
                </a:xfrm>
                <a:custGeom>
                  <a:avLst/>
                  <a:gdLst>
                    <a:gd name="connsiteX0" fmla="*/ 179 w 13301"/>
                    <a:gd name="connsiteY0" fmla="*/ 121 h 46693"/>
                    <a:gd name="connsiteX1" fmla="*/ 179 w 13301"/>
                    <a:gd name="connsiteY1" fmla="*/ 46815 h 46693"/>
                  </a:gdLst>
                  <a:ahLst/>
                  <a:cxnLst>
                    <a:cxn ang="0">
                      <a:pos x="connsiteX0" y="connsiteY0"/>
                    </a:cxn>
                    <a:cxn ang="0">
                      <a:pos x="connsiteX1" y="connsiteY1"/>
                    </a:cxn>
                  </a:cxnLst>
                  <a:rect l="l" t="t" r="r" b="b"/>
                  <a:pathLst>
                    <a:path w="13301" h="46693">
                      <a:moveTo>
                        <a:pt x="179" y="121"/>
                      </a:moveTo>
                      <a:lnTo>
                        <a:pt x="179" y="46815"/>
                      </a:lnTo>
                    </a:path>
                  </a:pathLst>
                </a:custGeom>
                <a:solidFill>
                  <a:srgbClr val="000000"/>
                </a:solidFill>
                <a:ln w="10614" cap="flat">
                  <a:solidFill>
                    <a:srgbClr val="000000"/>
                  </a:solidFill>
                  <a:prstDash val="solid"/>
                  <a:round/>
                </a:ln>
              </p:spPr>
              <p:txBody>
                <a:bodyPr rtlCol="0" anchor="ct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1376" name="Freeform: Shape 1375">
                  <a:extLst>
                    <a:ext uri="{FF2B5EF4-FFF2-40B4-BE49-F238E27FC236}">
                      <a16:creationId xmlns:a16="http://schemas.microsoft.com/office/drawing/2014/main" id="{3366EDFA-5E6A-6C76-7724-F4D95DE7086C}"/>
                    </a:ext>
                  </a:extLst>
                </p:cNvPr>
                <p:cNvSpPr/>
                <p:nvPr/>
              </p:nvSpPr>
              <p:spPr>
                <a:xfrm>
                  <a:off x="3843811" y="6103076"/>
                  <a:ext cx="2078258" cy="13341"/>
                </a:xfrm>
                <a:custGeom>
                  <a:avLst/>
                  <a:gdLst>
                    <a:gd name="connsiteX0" fmla="*/ 0 w 2078258"/>
                    <a:gd name="connsiteY0" fmla="*/ 0 h 13341"/>
                    <a:gd name="connsiteX1" fmla="*/ 2078259 w 2078258"/>
                    <a:gd name="connsiteY1" fmla="*/ 0 h 13341"/>
                  </a:gdLst>
                  <a:ahLst/>
                  <a:cxnLst>
                    <a:cxn ang="0">
                      <a:pos x="connsiteX0" y="connsiteY0"/>
                    </a:cxn>
                    <a:cxn ang="0">
                      <a:pos x="connsiteX1" y="connsiteY1"/>
                    </a:cxn>
                  </a:cxnLst>
                  <a:rect l="l" t="t" r="r" b="b"/>
                  <a:pathLst>
                    <a:path w="2078258" h="13341">
                      <a:moveTo>
                        <a:pt x="0" y="0"/>
                      </a:moveTo>
                      <a:lnTo>
                        <a:pt x="2078259" y="0"/>
                      </a:lnTo>
                    </a:path>
                  </a:pathLst>
                </a:custGeom>
                <a:noFill/>
                <a:ln w="10614" cap="sq">
                  <a:solidFill>
                    <a:srgbClr val="000000"/>
                  </a:solidFill>
                  <a:prstDash val="solid"/>
                  <a:miter/>
                </a:ln>
              </p:spPr>
              <p:txBody>
                <a:bodyPr rtlCol="0" anchor="ctr"/>
                <a:lstStyle/>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377" name="Freeform: Shape 1376">
                  <a:extLst>
                    <a:ext uri="{FF2B5EF4-FFF2-40B4-BE49-F238E27FC236}">
                      <a16:creationId xmlns:a16="http://schemas.microsoft.com/office/drawing/2014/main" id="{34FDCC1A-F1DC-9567-C37E-F29EF7F47BF1}"/>
                    </a:ext>
                  </a:extLst>
                </p:cNvPr>
                <p:cNvSpPr/>
                <p:nvPr/>
              </p:nvSpPr>
              <p:spPr>
                <a:xfrm>
                  <a:off x="4404192" y="6103076"/>
                  <a:ext cx="13301" cy="46693"/>
                </a:xfrm>
                <a:custGeom>
                  <a:avLst/>
                  <a:gdLst>
                    <a:gd name="connsiteX0" fmla="*/ 144 w 13301"/>
                    <a:gd name="connsiteY0" fmla="*/ 121 h 46693"/>
                    <a:gd name="connsiteX1" fmla="*/ 144 w 13301"/>
                    <a:gd name="connsiteY1" fmla="*/ 46815 h 46693"/>
                  </a:gdLst>
                  <a:ahLst/>
                  <a:cxnLst>
                    <a:cxn ang="0">
                      <a:pos x="connsiteX0" y="connsiteY0"/>
                    </a:cxn>
                    <a:cxn ang="0">
                      <a:pos x="connsiteX1" y="connsiteY1"/>
                    </a:cxn>
                  </a:cxnLst>
                  <a:rect l="l" t="t" r="r" b="b"/>
                  <a:pathLst>
                    <a:path w="13301" h="46693">
                      <a:moveTo>
                        <a:pt x="144" y="121"/>
                      </a:moveTo>
                      <a:lnTo>
                        <a:pt x="144" y="46815"/>
                      </a:lnTo>
                    </a:path>
                  </a:pathLst>
                </a:custGeom>
                <a:solidFill>
                  <a:srgbClr val="000000"/>
                </a:solidFill>
                <a:ln w="10614" cap="flat">
                  <a:solidFill>
                    <a:srgbClr val="000000"/>
                  </a:solidFill>
                  <a:prstDash val="solid"/>
                  <a:round/>
                </a:ln>
              </p:spPr>
              <p:txBody>
                <a:bodyPr rtlCol="0" anchor="ct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378" name="TextBox 1377">
                      <a:extLst>
                        <a:ext uri="{FF2B5EF4-FFF2-40B4-BE49-F238E27FC236}">
                          <a16:creationId xmlns:a16="http://schemas.microsoft.com/office/drawing/2014/main" id="{4690362F-6695-1179-A8D4-9D1B55129282}"/>
                        </a:ext>
                      </a:extLst>
                    </p:cNvPr>
                    <p:cNvSpPr txBox="1"/>
                    <p:nvPr/>
                  </p:nvSpPr>
                  <p:spPr>
                    <a:xfrm>
                      <a:off x="4675096" y="6103075"/>
                      <a:ext cx="447406" cy="294345"/>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𝟎</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80" name="TextBox 11579">
                      <a:extLst>
                        <a:ext uri="{FF2B5EF4-FFF2-40B4-BE49-F238E27FC236}">
                          <a16:creationId xmlns:a16="http://schemas.microsoft.com/office/drawing/2014/main" id="{762E5ECD-9D5C-E65B-CC25-13B5719FC978}"/>
                        </a:ext>
                      </a:extLst>
                    </p:cNvPr>
                    <p:cNvSpPr txBox="1">
                      <a:spLocks noRot="1" noChangeAspect="1" noMove="1" noResize="1" noEditPoints="1" noAdjustHandles="1" noChangeArrowheads="1" noChangeShapeType="1" noTextEdit="1"/>
                    </p:cNvSpPr>
                    <p:nvPr/>
                  </p:nvSpPr>
                  <p:spPr>
                    <a:xfrm>
                      <a:off x="4675096" y="6103075"/>
                      <a:ext cx="447406" cy="294345"/>
                    </a:xfrm>
                    <a:prstGeom prst="rect">
                      <a:avLst/>
                    </a:prstGeom>
                    <a:blipFill>
                      <a:blip r:embed="rId6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9" name="TextBox 1378">
                      <a:extLst>
                        <a:ext uri="{FF2B5EF4-FFF2-40B4-BE49-F238E27FC236}">
                          <a16:creationId xmlns:a16="http://schemas.microsoft.com/office/drawing/2014/main" id="{8E5CD6F5-DA10-7C7B-0CE2-C1A1E738E924}"/>
                        </a:ext>
                      </a:extLst>
                    </p:cNvPr>
                    <p:cNvSpPr txBox="1"/>
                    <p:nvPr/>
                  </p:nvSpPr>
                  <p:spPr>
                    <a:xfrm>
                      <a:off x="5060796" y="6077165"/>
                      <a:ext cx="629792" cy="294344"/>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81" name="TextBox 11580">
                      <a:extLst>
                        <a:ext uri="{FF2B5EF4-FFF2-40B4-BE49-F238E27FC236}">
                          <a16:creationId xmlns:a16="http://schemas.microsoft.com/office/drawing/2014/main" id="{ABD40628-F7D3-2170-236A-EF28D5C63231}"/>
                        </a:ext>
                      </a:extLst>
                    </p:cNvPr>
                    <p:cNvSpPr txBox="1">
                      <a:spLocks noRot="1" noChangeAspect="1" noMove="1" noResize="1" noEditPoints="1" noAdjustHandles="1" noChangeArrowheads="1" noChangeShapeType="1" noTextEdit="1"/>
                    </p:cNvSpPr>
                    <p:nvPr/>
                  </p:nvSpPr>
                  <p:spPr>
                    <a:xfrm>
                      <a:off x="5060796" y="6077165"/>
                      <a:ext cx="629792" cy="294344"/>
                    </a:xfrm>
                    <a:prstGeom prst="rect">
                      <a:avLst/>
                    </a:prstGeom>
                    <a:blipFill>
                      <a:blip r:embed="rId63"/>
                      <a:stretch>
                        <a:fillRect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0" name="TextBox 1379">
                      <a:extLst>
                        <a:ext uri="{FF2B5EF4-FFF2-40B4-BE49-F238E27FC236}">
                          <a16:creationId xmlns:a16="http://schemas.microsoft.com/office/drawing/2014/main" id="{13C13619-04D5-1B61-FC57-DDDCAA9AC795}"/>
                        </a:ext>
                      </a:extLst>
                    </p:cNvPr>
                    <p:cNvSpPr txBox="1"/>
                    <p:nvPr/>
                  </p:nvSpPr>
                  <p:spPr>
                    <a:xfrm>
                      <a:off x="5516340" y="6077165"/>
                      <a:ext cx="629792" cy="294344"/>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82" name="TextBox 11581">
                      <a:extLst>
                        <a:ext uri="{FF2B5EF4-FFF2-40B4-BE49-F238E27FC236}">
                          <a16:creationId xmlns:a16="http://schemas.microsoft.com/office/drawing/2014/main" id="{70948157-B7C5-4F81-BACD-7BB6FB7EB665}"/>
                        </a:ext>
                      </a:extLst>
                    </p:cNvPr>
                    <p:cNvSpPr txBox="1">
                      <a:spLocks noRot="1" noChangeAspect="1" noMove="1" noResize="1" noEditPoints="1" noAdjustHandles="1" noChangeArrowheads="1" noChangeShapeType="1" noTextEdit="1"/>
                    </p:cNvSpPr>
                    <p:nvPr/>
                  </p:nvSpPr>
                  <p:spPr>
                    <a:xfrm>
                      <a:off x="5516340" y="6077165"/>
                      <a:ext cx="629792" cy="294344"/>
                    </a:xfrm>
                    <a:prstGeom prst="rect">
                      <a:avLst/>
                    </a:prstGeom>
                    <a:blipFill>
                      <a:blip r:embed="rId6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1" name="TextBox 1380">
                      <a:extLst>
                        <a:ext uri="{FF2B5EF4-FFF2-40B4-BE49-F238E27FC236}">
                          <a16:creationId xmlns:a16="http://schemas.microsoft.com/office/drawing/2014/main" id="{66B45695-EB17-3578-4B91-F96CF9E20950}"/>
                        </a:ext>
                      </a:extLst>
                    </p:cNvPr>
                    <p:cNvSpPr txBox="1"/>
                    <p:nvPr/>
                  </p:nvSpPr>
                  <p:spPr>
                    <a:xfrm>
                      <a:off x="4072659" y="6077165"/>
                      <a:ext cx="660256" cy="294344"/>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𝟐</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83" name="TextBox 11582">
                      <a:extLst>
                        <a:ext uri="{FF2B5EF4-FFF2-40B4-BE49-F238E27FC236}">
                          <a16:creationId xmlns:a16="http://schemas.microsoft.com/office/drawing/2014/main" id="{C5F0B4C6-0CB2-5723-3129-F0638AF34A7A}"/>
                        </a:ext>
                      </a:extLst>
                    </p:cNvPr>
                    <p:cNvSpPr txBox="1">
                      <a:spLocks noRot="1" noChangeAspect="1" noMove="1" noResize="1" noEditPoints="1" noAdjustHandles="1" noChangeArrowheads="1" noChangeShapeType="1" noTextEdit="1"/>
                    </p:cNvSpPr>
                    <p:nvPr/>
                  </p:nvSpPr>
                  <p:spPr>
                    <a:xfrm>
                      <a:off x="4072659" y="6077165"/>
                      <a:ext cx="660256" cy="294344"/>
                    </a:xfrm>
                    <a:prstGeom prst="rect">
                      <a:avLst/>
                    </a:prstGeom>
                    <a:blipFill>
                      <a:blip r:embed="rId65"/>
                      <a:stretch>
                        <a:fillRect b="-119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82" name="TextBox 1381">
                      <a:extLst>
                        <a:ext uri="{FF2B5EF4-FFF2-40B4-BE49-F238E27FC236}">
                          <a16:creationId xmlns:a16="http://schemas.microsoft.com/office/drawing/2014/main" id="{1F56D503-76AA-2659-6337-982DFC6DE0AB}"/>
                        </a:ext>
                      </a:extLst>
                    </p:cNvPr>
                    <p:cNvSpPr txBox="1"/>
                    <p:nvPr/>
                  </p:nvSpPr>
                  <p:spPr>
                    <a:xfrm>
                      <a:off x="3617943" y="6077165"/>
                      <a:ext cx="629792" cy="294344"/>
                    </a:xfrm>
                    <a:prstGeom prst="rect">
                      <a:avLst/>
                    </a:prstGeom>
                    <a:noFill/>
                  </p:spPr>
                  <p:txBody>
                    <a:bodyPr wrap="square">
                      <a:spAutoFit/>
                    </a:bodyPr>
                    <a:lstStyle/>
                    <a:p>
                      <a:pPr algn="ctr"/>
                      <a14:m>
                        <m:oMathPara xmlns:m="http://schemas.openxmlformats.org/officeDocument/2006/math">
                          <m:oMath>
                            <m:r>
                              <a:rPr lang="en-US" sz="1200" b="1" i="1" smtClean="0">
                                <a:latin typeface="Cambria Math" panose="02040503050406030204" pitchFamily="18" charset="0"/>
                                <a:ea typeface="Calibri" panose="020F0502020204030204" pitchFamily="34" charset="0"/>
                                <a:cs typeface="Calibri" panose="020F0502020204030204" pitchFamily="34" charset="0"/>
                              </a:rPr>
                              <m:t>−</m:t>
                            </m:r>
                            <m:r>
                              <a:rPr lang="en-US" sz="1200" b="1" i="1" smtClean="0">
                                <a:latin typeface="Cambria Math" panose="02040503050406030204" pitchFamily="18" charset="0"/>
                                <a:ea typeface="Calibri" panose="020F0502020204030204" pitchFamily="34" charset="0"/>
                                <a:cs typeface="Calibri" panose="020F0502020204030204" pitchFamily="34" charset="0"/>
                              </a:rPr>
                              <m:t>𝝅</m:t>
                            </m:r>
                          </m:oMath>
                        </m:oMathPara>
                      </a14:m>
                      <a:endParaRPr lang="en-US" sz="12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84" name="TextBox 11583">
                      <a:extLst>
                        <a:ext uri="{FF2B5EF4-FFF2-40B4-BE49-F238E27FC236}">
                          <a16:creationId xmlns:a16="http://schemas.microsoft.com/office/drawing/2014/main" id="{4DE70B0D-ECB2-85A4-C14D-C1FFA63BC191}"/>
                        </a:ext>
                      </a:extLst>
                    </p:cNvPr>
                    <p:cNvSpPr txBox="1">
                      <a:spLocks noRot="1" noChangeAspect="1" noMove="1" noResize="1" noEditPoints="1" noAdjustHandles="1" noChangeArrowheads="1" noChangeShapeType="1" noTextEdit="1"/>
                    </p:cNvSpPr>
                    <p:nvPr/>
                  </p:nvSpPr>
                  <p:spPr>
                    <a:xfrm>
                      <a:off x="3617943" y="6077165"/>
                      <a:ext cx="629792" cy="294344"/>
                    </a:xfrm>
                    <a:prstGeom prst="rect">
                      <a:avLst/>
                    </a:prstGeom>
                    <a:blipFill>
                      <a:blip r:embed="rId6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371" name="TextBox 1370">
                    <a:extLst>
                      <a:ext uri="{FF2B5EF4-FFF2-40B4-BE49-F238E27FC236}">
                        <a16:creationId xmlns:a16="http://schemas.microsoft.com/office/drawing/2014/main" id="{DFB3819E-4553-3EEA-51C6-6A1073E8D4DB}"/>
                      </a:ext>
                    </a:extLst>
                  </p:cNvPr>
                  <p:cNvSpPr txBox="1"/>
                  <p:nvPr/>
                </p:nvSpPr>
                <p:spPr>
                  <a:xfrm>
                    <a:off x="13270402" y="1628994"/>
                    <a:ext cx="1115177" cy="334673"/>
                  </a:xfrm>
                  <a:prstGeom prst="rect">
                    <a:avLst/>
                  </a:prstGeom>
                  <a:noFill/>
                </p:spPr>
                <p:txBody>
                  <a:bodyPr wrap="square">
                    <a:spAutoFit/>
                  </a:bodyPr>
                  <a:lstStyle/>
                  <a:p>
                    <a:pPr algn="ctr"/>
                    <a14:m>
                      <m:oMathPara xmlns:m="http://schemas.openxmlformats.org/officeDocument/2006/math">
                        <m:oMath>
                          <m:r>
                            <a:rPr lang="en-US" sz="1400" b="1" i="1" smtClean="0">
                              <a:latin typeface="Cambria Math" panose="02040503050406030204" pitchFamily="18" charset="0"/>
                              <a:ea typeface="Calibri" panose="020F0502020204030204" pitchFamily="34" charset="0"/>
                              <a:cs typeface="Calibri" panose="020F0502020204030204" pitchFamily="34" charset="0"/>
                            </a:rPr>
                            <m:t>𝜽</m:t>
                          </m:r>
                        </m:oMath>
                      </m:oMathPara>
                    </a14:m>
                    <a:endParaRPr lang="en-US" sz="1400" b="1"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73" name="TextBox 11572">
                    <a:extLst>
                      <a:ext uri="{FF2B5EF4-FFF2-40B4-BE49-F238E27FC236}">
                        <a16:creationId xmlns:a16="http://schemas.microsoft.com/office/drawing/2014/main" id="{C97AC34E-B72D-5E6E-4515-4F2BD25F1E0B}"/>
                      </a:ext>
                    </a:extLst>
                  </p:cNvPr>
                  <p:cNvSpPr txBox="1">
                    <a:spLocks noRot="1" noChangeAspect="1" noMove="1" noResize="1" noEditPoints="1" noAdjustHandles="1" noChangeArrowheads="1" noChangeShapeType="1" noTextEdit="1"/>
                  </p:cNvSpPr>
                  <p:nvPr/>
                </p:nvSpPr>
                <p:spPr>
                  <a:xfrm>
                    <a:off x="13270402" y="1628994"/>
                    <a:ext cx="1115177" cy="334673"/>
                  </a:xfrm>
                  <a:prstGeom prst="rect">
                    <a:avLst/>
                  </a:prstGeom>
                  <a:blipFill>
                    <a:blip r:embed="rId67"/>
                    <a:stretch>
                      <a:fillRect/>
                    </a:stretch>
                  </a:blipFill>
                </p:spPr>
                <p:txBody>
                  <a:bodyPr/>
                  <a:lstStyle/>
                  <a:p>
                    <a:r>
                      <a:rPr lang="en-US">
                        <a:noFill/>
                      </a:rPr>
                      <a:t> </a:t>
                    </a:r>
                  </a:p>
                </p:txBody>
              </p:sp>
            </mc:Fallback>
          </mc:AlternateContent>
        </p:grpSp>
        <p:sp>
          <p:nvSpPr>
            <p:cNvPr id="1364" name="TextBox 1363">
              <a:extLst>
                <a:ext uri="{FF2B5EF4-FFF2-40B4-BE49-F238E27FC236}">
                  <a16:creationId xmlns:a16="http://schemas.microsoft.com/office/drawing/2014/main" id="{583ABA9C-7B44-93D9-689A-8D38E1EE2B55}"/>
                </a:ext>
              </a:extLst>
            </p:cNvPr>
            <p:cNvSpPr txBox="1"/>
            <p:nvPr/>
          </p:nvSpPr>
          <p:spPr>
            <a:xfrm>
              <a:off x="38477491" y="19667766"/>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0.8</a:t>
              </a:r>
            </a:p>
          </p:txBody>
        </p:sp>
        <p:sp>
          <p:nvSpPr>
            <p:cNvPr id="1365" name="TextBox 1364">
              <a:extLst>
                <a:ext uri="{FF2B5EF4-FFF2-40B4-BE49-F238E27FC236}">
                  <a16:creationId xmlns:a16="http://schemas.microsoft.com/office/drawing/2014/main" id="{8CBAADCC-E21A-648F-CA48-E32C7C246522}"/>
                </a:ext>
              </a:extLst>
            </p:cNvPr>
            <p:cNvSpPr txBox="1"/>
            <p:nvPr/>
          </p:nvSpPr>
          <p:spPr>
            <a:xfrm>
              <a:off x="38477491" y="20861111"/>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0.4</a:t>
              </a:r>
            </a:p>
          </p:txBody>
        </p:sp>
        <p:sp>
          <p:nvSpPr>
            <p:cNvPr id="1366" name="TextBox 1365">
              <a:extLst>
                <a:ext uri="{FF2B5EF4-FFF2-40B4-BE49-F238E27FC236}">
                  <a16:creationId xmlns:a16="http://schemas.microsoft.com/office/drawing/2014/main" id="{1985F339-8181-9974-603C-67BD71ACA802}"/>
                </a:ext>
              </a:extLst>
            </p:cNvPr>
            <p:cNvSpPr txBox="1"/>
            <p:nvPr/>
          </p:nvSpPr>
          <p:spPr>
            <a:xfrm>
              <a:off x="38477491" y="22039424"/>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sp>
          <p:nvSpPr>
            <p:cNvPr id="1367" name="TextBox 1366">
              <a:extLst>
                <a:ext uri="{FF2B5EF4-FFF2-40B4-BE49-F238E27FC236}">
                  <a16:creationId xmlns:a16="http://schemas.microsoft.com/office/drawing/2014/main" id="{88D887C2-5F30-0A92-5F44-EEC4775293D6}"/>
                </a:ext>
              </a:extLst>
            </p:cNvPr>
            <p:cNvSpPr txBox="1"/>
            <p:nvPr/>
          </p:nvSpPr>
          <p:spPr>
            <a:xfrm>
              <a:off x="46407775" y="19860376"/>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0.4</a:t>
              </a:r>
            </a:p>
          </p:txBody>
        </p:sp>
        <p:sp>
          <p:nvSpPr>
            <p:cNvPr id="1368" name="TextBox 1367">
              <a:extLst>
                <a:ext uri="{FF2B5EF4-FFF2-40B4-BE49-F238E27FC236}">
                  <a16:creationId xmlns:a16="http://schemas.microsoft.com/office/drawing/2014/main" id="{EE236A31-8FD3-1BE5-815F-7FE8323EEE0D}"/>
                </a:ext>
              </a:extLst>
            </p:cNvPr>
            <p:cNvSpPr txBox="1"/>
            <p:nvPr/>
          </p:nvSpPr>
          <p:spPr>
            <a:xfrm>
              <a:off x="46407775" y="20971838"/>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0.2</a:t>
              </a:r>
            </a:p>
          </p:txBody>
        </p:sp>
        <p:sp>
          <p:nvSpPr>
            <p:cNvPr id="1369" name="TextBox 1368">
              <a:extLst>
                <a:ext uri="{FF2B5EF4-FFF2-40B4-BE49-F238E27FC236}">
                  <a16:creationId xmlns:a16="http://schemas.microsoft.com/office/drawing/2014/main" id="{3C6CDD29-B63C-07CF-6E2C-A0A34F029450}"/>
                </a:ext>
              </a:extLst>
            </p:cNvPr>
            <p:cNvSpPr txBox="1"/>
            <p:nvPr/>
          </p:nvSpPr>
          <p:spPr>
            <a:xfrm>
              <a:off x="46407775" y="22058034"/>
              <a:ext cx="589527" cy="432769"/>
            </a:xfrm>
            <a:prstGeom prst="rect">
              <a:avLst/>
            </a:prstGeom>
            <a:noFill/>
          </p:spPr>
          <p:txBody>
            <a:bodyPr wrap="square" rtlCol="0">
              <a:spAutoFit/>
            </a:bodyPr>
            <a:lstStyle/>
            <a:p>
              <a:pPr algn="r"/>
              <a:r>
                <a:rPr lang="en-US" sz="1275" spc="0" baseline="0" dirty="0">
                  <a:ln/>
                  <a:solidFill>
                    <a:srgbClr val="262626"/>
                  </a:solidFill>
                  <a:latin typeface="Calibri" panose="020F0502020204030204" pitchFamily="34" charset="0"/>
                  <a:ea typeface="Calibri" panose="020F0502020204030204" pitchFamily="34" charset="0"/>
                  <a:cs typeface="Calibri" panose="020F0502020204030204" pitchFamily="34" charset="0"/>
                  <a:sym typeface="Arial"/>
                  <a:rtl val="0"/>
                </a:rPr>
                <a:t>0</a:t>
              </a:r>
            </a:p>
          </p:txBody>
        </p:sp>
        <p:grpSp>
          <p:nvGrpSpPr>
            <p:cNvPr id="1335" name="Group 1334">
              <a:extLst>
                <a:ext uri="{FF2B5EF4-FFF2-40B4-BE49-F238E27FC236}">
                  <a16:creationId xmlns:a16="http://schemas.microsoft.com/office/drawing/2014/main" id="{1DCC88AD-E0CF-F6D6-3DF7-C257280D4B7E}"/>
                </a:ext>
              </a:extLst>
            </p:cNvPr>
            <p:cNvGrpSpPr/>
            <p:nvPr/>
          </p:nvGrpSpPr>
          <p:grpSpPr>
            <a:xfrm>
              <a:off x="39811242" y="19960738"/>
              <a:ext cx="1345338" cy="2284837"/>
              <a:chOff x="4988268" y="7129564"/>
              <a:chExt cx="901895" cy="1559265"/>
            </a:xfrm>
          </p:grpSpPr>
          <p:sp>
            <p:nvSpPr>
              <p:cNvPr id="1345" name="Freeform: Shape 1344">
                <a:extLst>
                  <a:ext uri="{FF2B5EF4-FFF2-40B4-BE49-F238E27FC236}">
                    <a16:creationId xmlns:a16="http://schemas.microsoft.com/office/drawing/2014/main" id="{2895EA9A-8AE7-83B6-C353-9229061C9010}"/>
                  </a:ext>
                </a:extLst>
              </p:cNvPr>
              <p:cNvSpPr/>
              <p:nvPr/>
            </p:nvSpPr>
            <p:spPr>
              <a:xfrm>
                <a:off x="4988268" y="7522923"/>
                <a:ext cx="901895" cy="1165906"/>
              </a:xfrm>
              <a:custGeom>
                <a:avLst/>
                <a:gdLst>
                  <a:gd name="connsiteX0" fmla="*/ 0 w 4633045"/>
                  <a:gd name="connsiteY0" fmla="*/ 2049323 h 2127075"/>
                  <a:gd name="connsiteX1" fmla="*/ 23279 w 4633045"/>
                  <a:gd name="connsiteY1" fmla="*/ 2042722 h 2127075"/>
                  <a:gd name="connsiteX2" fmla="*/ 46568 w 4633045"/>
                  <a:gd name="connsiteY2" fmla="*/ 2035683 h 2127075"/>
                  <a:gd name="connsiteX3" fmla="*/ 69847 w 4633045"/>
                  <a:gd name="connsiteY3" fmla="*/ 2028187 h 2127075"/>
                  <a:gd name="connsiteX4" fmla="*/ 93126 w 4633045"/>
                  <a:gd name="connsiteY4" fmla="*/ 2020224 h 2127075"/>
                  <a:gd name="connsiteX5" fmla="*/ 116415 w 4633045"/>
                  <a:gd name="connsiteY5" fmla="*/ 2011756 h 2127075"/>
                  <a:gd name="connsiteX6" fmla="*/ 139694 w 4633045"/>
                  <a:gd name="connsiteY6" fmla="*/ 2002774 h 2127075"/>
                  <a:gd name="connsiteX7" fmla="*/ 162973 w 4633045"/>
                  <a:gd name="connsiteY7" fmla="*/ 1993249 h 2127075"/>
                  <a:gd name="connsiteX8" fmla="*/ 186252 w 4633045"/>
                  <a:gd name="connsiteY8" fmla="*/ 1983162 h 2127075"/>
                  <a:gd name="connsiteX9" fmla="*/ 209531 w 4633045"/>
                  <a:gd name="connsiteY9" fmla="*/ 1972494 h 2127075"/>
                  <a:gd name="connsiteX10" fmla="*/ 232820 w 4633045"/>
                  <a:gd name="connsiteY10" fmla="*/ 1961217 h 2127075"/>
                  <a:gd name="connsiteX11" fmla="*/ 256099 w 4633045"/>
                  <a:gd name="connsiteY11" fmla="*/ 1949310 h 2127075"/>
                  <a:gd name="connsiteX12" fmla="*/ 279378 w 4633045"/>
                  <a:gd name="connsiteY12" fmla="*/ 1936766 h 2127075"/>
                  <a:gd name="connsiteX13" fmla="*/ 302666 w 4633045"/>
                  <a:gd name="connsiteY13" fmla="*/ 1923545 h 2127075"/>
                  <a:gd name="connsiteX14" fmla="*/ 325946 w 4633045"/>
                  <a:gd name="connsiteY14" fmla="*/ 1909639 h 2127075"/>
                  <a:gd name="connsiteX15" fmla="*/ 349225 w 4633045"/>
                  <a:gd name="connsiteY15" fmla="*/ 1895018 h 2127075"/>
                  <a:gd name="connsiteX16" fmla="*/ 372504 w 4633045"/>
                  <a:gd name="connsiteY16" fmla="*/ 1879673 h 2127075"/>
                  <a:gd name="connsiteX17" fmla="*/ 395792 w 4633045"/>
                  <a:gd name="connsiteY17" fmla="*/ 1863576 h 2127075"/>
                  <a:gd name="connsiteX18" fmla="*/ 419071 w 4633045"/>
                  <a:gd name="connsiteY18" fmla="*/ 1846726 h 2127075"/>
                  <a:gd name="connsiteX19" fmla="*/ 442351 w 4633045"/>
                  <a:gd name="connsiteY19" fmla="*/ 1829086 h 2127075"/>
                  <a:gd name="connsiteX20" fmla="*/ 465630 w 4633045"/>
                  <a:gd name="connsiteY20" fmla="*/ 1810655 h 2127075"/>
                  <a:gd name="connsiteX21" fmla="*/ 488918 w 4633045"/>
                  <a:gd name="connsiteY21" fmla="*/ 1791415 h 2127075"/>
                  <a:gd name="connsiteX22" fmla="*/ 512197 w 4633045"/>
                  <a:gd name="connsiteY22" fmla="*/ 1771345 h 2127075"/>
                  <a:gd name="connsiteX23" fmla="*/ 535476 w 4633045"/>
                  <a:gd name="connsiteY23" fmla="*/ 1750448 h 2127075"/>
                  <a:gd name="connsiteX24" fmla="*/ 558756 w 4633045"/>
                  <a:gd name="connsiteY24" fmla="*/ 1728711 h 2127075"/>
                  <a:gd name="connsiteX25" fmla="*/ 582044 w 4633045"/>
                  <a:gd name="connsiteY25" fmla="*/ 1706118 h 2127075"/>
                  <a:gd name="connsiteX26" fmla="*/ 605323 w 4633045"/>
                  <a:gd name="connsiteY26" fmla="*/ 1682677 h 2127075"/>
                  <a:gd name="connsiteX27" fmla="*/ 628602 w 4633045"/>
                  <a:gd name="connsiteY27" fmla="*/ 1658369 h 2127075"/>
                  <a:gd name="connsiteX28" fmla="*/ 651891 w 4633045"/>
                  <a:gd name="connsiteY28" fmla="*/ 1633204 h 2127075"/>
                  <a:gd name="connsiteX29" fmla="*/ 675170 w 4633045"/>
                  <a:gd name="connsiteY29" fmla="*/ 1607182 h 2127075"/>
                  <a:gd name="connsiteX30" fmla="*/ 698449 w 4633045"/>
                  <a:gd name="connsiteY30" fmla="*/ 1580302 h 2127075"/>
                  <a:gd name="connsiteX31" fmla="*/ 721728 w 4633045"/>
                  <a:gd name="connsiteY31" fmla="*/ 1552575 h 2127075"/>
                  <a:gd name="connsiteX32" fmla="*/ 745017 w 4633045"/>
                  <a:gd name="connsiteY32" fmla="*/ 1524010 h 2127075"/>
                  <a:gd name="connsiteX33" fmla="*/ 768296 w 4633045"/>
                  <a:gd name="connsiteY33" fmla="*/ 1494606 h 2127075"/>
                  <a:gd name="connsiteX34" fmla="*/ 791575 w 4633045"/>
                  <a:gd name="connsiteY34" fmla="*/ 1464393 h 2127075"/>
                  <a:gd name="connsiteX35" fmla="*/ 814854 w 4633045"/>
                  <a:gd name="connsiteY35" fmla="*/ 1433379 h 2127075"/>
                  <a:gd name="connsiteX36" fmla="*/ 838143 w 4633045"/>
                  <a:gd name="connsiteY36" fmla="*/ 1401594 h 2127075"/>
                  <a:gd name="connsiteX37" fmla="*/ 861422 w 4633045"/>
                  <a:gd name="connsiteY37" fmla="*/ 1369047 h 2127075"/>
                  <a:gd name="connsiteX38" fmla="*/ 884701 w 4633045"/>
                  <a:gd name="connsiteY38" fmla="*/ 1335777 h 2127075"/>
                  <a:gd name="connsiteX39" fmla="*/ 907980 w 4633045"/>
                  <a:gd name="connsiteY39" fmla="*/ 1301810 h 2127075"/>
                  <a:gd name="connsiteX40" fmla="*/ 931269 w 4633045"/>
                  <a:gd name="connsiteY40" fmla="*/ 1267178 h 2127075"/>
                  <a:gd name="connsiteX41" fmla="*/ 954548 w 4633045"/>
                  <a:gd name="connsiteY41" fmla="*/ 1231916 h 2127075"/>
                  <a:gd name="connsiteX42" fmla="*/ 977827 w 4633045"/>
                  <a:gd name="connsiteY42" fmla="*/ 1196064 h 2127075"/>
                  <a:gd name="connsiteX43" fmla="*/ 1001116 w 4633045"/>
                  <a:gd name="connsiteY43" fmla="*/ 1159669 h 2127075"/>
                  <a:gd name="connsiteX44" fmla="*/ 1024395 w 4633045"/>
                  <a:gd name="connsiteY44" fmla="*/ 1122769 h 2127075"/>
                  <a:gd name="connsiteX45" fmla="*/ 1047674 w 4633045"/>
                  <a:gd name="connsiteY45" fmla="*/ 1085422 h 2127075"/>
                  <a:gd name="connsiteX46" fmla="*/ 1070953 w 4633045"/>
                  <a:gd name="connsiteY46" fmla="*/ 1047674 h 2127075"/>
                  <a:gd name="connsiteX47" fmla="*/ 1094242 w 4633045"/>
                  <a:gd name="connsiteY47" fmla="*/ 1009574 h 2127075"/>
                  <a:gd name="connsiteX48" fmla="*/ 1117521 w 4633045"/>
                  <a:gd name="connsiteY48" fmla="*/ 971198 h 2127075"/>
                  <a:gd name="connsiteX49" fmla="*/ 1140800 w 4633045"/>
                  <a:gd name="connsiteY49" fmla="*/ 932593 h 2127075"/>
                  <a:gd name="connsiteX50" fmla="*/ 1164079 w 4633045"/>
                  <a:gd name="connsiteY50" fmla="*/ 893826 h 2127075"/>
                  <a:gd name="connsiteX51" fmla="*/ 1187367 w 4633045"/>
                  <a:gd name="connsiteY51" fmla="*/ 854955 h 2127075"/>
                  <a:gd name="connsiteX52" fmla="*/ 1210647 w 4633045"/>
                  <a:gd name="connsiteY52" fmla="*/ 816064 h 2127075"/>
                  <a:gd name="connsiteX53" fmla="*/ 1233926 w 4633045"/>
                  <a:gd name="connsiteY53" fmla="*/ 777212 h 2127075"/>
                  <a:gd name="connsiteX54" fmla="*/ 1257205 w 4633045"/>
                  <a:gd name="connsiteY54" fmla="*/ 738483 h 2127075"/>
                  <a:gd name="connsiteX55" fmla="*/ 1280493 w 4633045"/>
                  <a:gd name="connsiteY55" fmla="*/ 699935 h 2127075"/>
                  <a:gd name="connsiteX56" fmla="*/ 1303772 w 4633045"/>
                  <a:gd name="connsiteY56" fmla="*/ 661654 h 2127075"/>
                  <a:gd name="connsiteX57" fmla="*/ 1327052 w 4633045"/>
                  <a:gd name="connsiteY57" fmla="*/ 623707 h 2127075"/>
                  <a:gd name="connsiteX58" fmla="*/ 1350331 w 4633045"/>
                  <a:gd name="connsiteY58" fmla="*/ 586188 h 2127075"/>
                  <a:gd name="connsiteX59" fmla="*/ 1373619 w 4633045"/>
                  <a:gd name="connsiteY59" fmla="*/ 549173 h 2127075"/>
                  <a:gd name="connsiteX60" fmla="*/ 1396898 w 4633045"/>
                  <a:gd name="connsiteY60" fmla="*/ 512731 h 2127075"/>
                  <a:gd name="connsiteX61" fmla="*/ 1420178 w 4633045"/>
                  <a:gd name="connsiteY61" fmla="*/ 476945 h 2127075"/>
                  <a:gd name="connsiteX62" fmla="*/ 1443457 w 4633045"/>
                  <a:gd name="connsiteY62" fmla="*/ 441903 h 2127075"/>
                  <a:gd name="connsiteX63" fmla="*/ 1466745 w 4633045"/>
                  <a:gd name="connsiteY63" fmla="*/ 407679 h 2127075"/>
                  <a:gd name="connsiteX64" fmla="*/ 1490024 w 4633045"/>
                  <a:gd name="connsiteY64" fmla="*/ 374352 h 2127075"/>
                  <a:gd name="connsiteX65" fmla="*/ 1513304 w 4633045"/>
                  <a:gd name="connsiteY65" fmla="*/ 342005 h 2127075"/>
                  <a:gd name="connsiteX66" fmla="*/ 1536592 w 4633045"/>
                  <a:gd name="connsiteY66" fmla="*/ 310705 h 2127075"/>
                  <a:gd name="connsiteX67" fmla="*/ 1559871 w 4633045"/>
                  <a:gd name="connsiteY67" fmla="*/ 280530 h 2127075"/>
                  <a:gd name="connsiteX68" fmla="*/ 1583150 w 4633045"/>
                  <a:gd name="connsiteY68" fmla="*/ 251565 h 2127075"/>
                  <a:gd name="connsiteX69" fmla="*/ 1606430 w 4633045"/>
                  <a:gd name="connsiteY69" fmla="*/ 223866 h 2127075"/>
                  <a:gd name="connsiteX70" fmla="*/ 1629718 w 4633045"/>
                  <a:gd name="connsiteY70" fmla="*/ 197520 h 2127075"/>
                  <a:gd name="connsiteX71" fmla="*/ 1652997 w 4633045"/>
                  <a:gd name="connsiteY71" fmla="*/ 172574 h 2127075"/>
                  <a:gd name="connsiteX72" fmla="*/ 1676276 w 4633045"/>
                  <a:gd name="connsiteY72" fmla="*/ 149104 h 2127075"/>
                  <a:gd name="connsiteX73" fmla="*/ 1699555 w 4633045"/>
                  <a:gd name="connsiteY73" fmla="*/ 127159 h 2127075"/>
                  <a:gd name="connsiteX74" fmla="*/ 1722844 w 4633045"/>
                  <a:gd name="connsiteY74" fmla="*/ 106813 h 2127075"/>
                  <a:gd name="connsiteX75" fmla="*/ 1746123 w 4633045"/>
                  <a:gd name="connsiteY75" fmla="*/ 88106 h 2127075"/>
                  <a:gd name="connsiteX76" fmla="*/ 1769402 w 4633045"/>
                  <a:gd name="connsiteY76" fmla="*/ 71095 h 2127075"/>
                  <a:gd name="connsiteX77" fmla="*/ 1792681 w 4633045"/>
                  <a:gd name="connsiteY77" fmla="*/ 55817 h 2127075"/>
                  <a:gd name="connsiteX78" fmla="*/ 1815970 w 4633045"/>
                  <a:gd name="connsiteY78" fmla="*/ 42320 h 2127075"/>
                  <a:gd name="connsiteX79" fmla="*/ 1839249 w 4633045"/>
                  <a:gd name="connsiteY79" fmla="*/ 30632 h 2127075"/>
                  <a:gd name="connsiteX80" fmla="*/ 1862528 w 4633045"/>
                  <a:gd name="connsiteY80" fmla="*/ 20793 h 2127075"/>
                  <a:gd name="connsiteX81" fmla="*/ 1885807 w 4633045"/>
                  <a:gd name="connsiteY81" fmla="*/ 12821 h 2127075"/>
                  <a:gd name="connsiteX82" fmla="*/ 1909096 w 4633045"/>
                  <a:gd name="connsiteY82" fmla="*/ 6744 h 2127075"/>
                  <a:gd name="connsiteX83" fmla="*/ 1932375 w 4633045"/>
                  <a:gd name="connsiteY83" fmla="*/ 2572 h 2127075"/>
                  <a:gd name="connsiteX84" fmla="*/ 1955654 w 4633045"/>
                  <a:gd name="connsiteY84" fmla="*/ 324 h 2127075"/>
                  <a:gd name="connsiteX85" fmla="*/ 1978943 w 4633045"/>
                  <a:gd name="connsiteY85" fmla="*/ 0 h 2127075"/>
                  <a:gd name="connsiteX86" fmla="*/ 2002222 w 4633045"/>
                  <a:gd name="connsiteY86" fmla="*/ 1610 h 2127075"/>
                  <a:gd name="connsiteX87" fmla="*/ 2025501 w 4633045"/>
                  <a:gd name="connsiteY87" fmla="*/ 5134 h 2127075"/>
                  <a:gd name="connsiteX88" fmla="*/ 2048780 w 4633045"/>
                  <a:gd name="connsiteY88" fmla="*/ 10582 h 2127075"/>
                  <a:gd name="connsiteX89" fmla="*/ 2072069 w 4633045"/>
                  <a:gd name="connsiteY89" fmla="*/ 17916 h 2127075"/>
                  <a:gd name="connsiteX90" fmla="*/ 2095348 w 4633045"/>
                  <a:gd name="connsiteY90" fmla="*/ 27137 h 2127075"/>
                  <a:gd name="connsiteX91" fmla="*/ 2118627 w 4633045"/>
                  <a:gd name="connsiteY91" fmla="*/ 38214 h 2127075"/>
                  <a:gd name="connsiteX92" fmla="*/ 2141906 w 4633045"/>
                  <a:gd name="connsiteY92" fmla="*/ 51111 h 2127075"/>
                  <a:gd name="connsiteX93" fmla="*/ 2165195 w 4633045"/>
                  <a:gd name="connsiteY93" fmla="*/ 65799 h 2127075"/>
                  <a:gd name="connsiteX94" fmla="*/ 2188474 w 4633045"/>
                  <a:gd name="connsiteY94" fmla="*/ 82239 h 2127075"/>
                  <a:gd name="connsiteX95" fmla="*/ 2211753 w 4633045"/>
                  <a:gd name="connsiteY95" fmla="*/ 100384 h 2127075"/>
                  <a:gd name="connsiteX96" fmla="*/ 2235032 w 4633045"/>
                  <a:gd name="connsiteY96" fmla="*/ 120187 h 2127075"/>
                  <a:gd name="connsiteX97" fmla="*/ 2258321 w 4633045"/>
                  <a:gd name="connsiteY97" fmla="*/ 141608 h 2127075"/>
                  <a:gd name="connsiteX98" fmla="*/ 2281600 w 4633045"/>
                  <a:gd name="connsiteY98" fmla="*/ 164573 h 2127075"/>
                  <a:gd name="connsiteX99" fmla="*/ 2304879 w 4633045"/>
                  <a:gd name="connsiteY99" fmla="*/ 189024 h 2127075"/>
                  <a:gd name="connsiteX100" fmla="*/ 2328167 w 4633045"/>
                  <a:gd name="connsiteY100" fmla="*/ 214922 h 2127075"/>
                  <a:gd name="connsiteX101" fmla="*/ 2351446 w 4633045"/>
                  <a:gd name="connsiteY101" fmla="*/ 242173 h 2127075"/>
                  <a:gd name="connsiteX102" fmla="*/ 2374725 w 4633045"/>
                  <a:gd name="connsiteY102" fmla="*/ 270720 h 2127075"/>
                  <a:gd name="connsiteX103" fmla="*/ 2398005 w 4633045"/>
                  <a:gd name="connsiteY103" fmla="*/ 300495 h 2127075"/>
                  <a:gd name="connsiteX104" fmla="*/ 2421293 w 4633045"/>
                  <a:gd name="connsiteY104" fmla="*/ 331432 h 2127075"/>
                  <a:gd name="connsiteX105" fmla="*/ 2444572 w 4633045"/>
                  <a:gd name="connsiteY105" fmla="*/ 363436 h 2127075"/>
                  <a:gd name="connsiteX106" fmla="*/ 2467851 w 4633045"/>
                  <a:gd name="connsiteY106" fmla="*/ 396450 h 2127075"/>
                  <a:gd name="connsiteX107" fmla="*/ 2491131 w 4633045"/>
                  <a:gd name="connsiteY107" fmla="*/ 430378 h 2127075"/>
                  <a:gd name="connsiteX108" fmla="*/ 2514419 w 4633045"/>
                  <a:gd name="connsiteY108" fmla="*/ 465163 h 2127075"/>
                  <a:gd name="connsiteX109" fmla="*/ 2537698 w 4633045"/>
                  <a:gd name="connsiteY109" fmla="*/ 500701 h 2127075"/>
                  <a:gd name="connsiteX110" fmla="*/ 2560977 w 4633045"/>
                  <a:gd name="connsiteY110" fmla="*/ 536934 h 2127075"/>
                  <a:gd name="connsiteX111" fmla="*/ 2584257 w 4633045"/>
                  <a:gd name="connsiteY111" fmla="*/ 573767 h 2127075"/>
                  <a:gd name="connsiteX112" fmla="*/ 2607545 w 4633045"/>
                  <a:gd name="connsiteY112" fmla="*/ 611134 h 2127075"/>
                  <a:gd name="connsiteX113" fmla="*/ 2630824 w 4633045"/>
                  <a:gd name="connsiteY113" fmla="*/ 648938 h 2127075"/>
                  <a:gd name="connsiteX114" fmla="*/ 2654103 w 4633045"/>
                  <a:gd name="connsiteY114" fmla="*/ 687114 h 2127075"/>
                  <a:gd name="connsiteX115" fmla="*/ 2677392 w 4633045"/>
                  <a:gd name="connsiteY115" fmla="*/ 725586 h 2127075"/>
                  <a:gd name="connsiteX116" fmla="*/ 2700671 w 4633045"/>
                  <a:gd name="connsiteY116" fmla="*/ 764267 h 2127075"/>
                  <a:gd name="connsiteX117" fmla="*/ 2723950 w 4633045"/>
                  <a:gd name="connsiteY117" fmla="*/ 803082 h 2127075"/>
                  <a:gd name="connsiteX118" fmla="*/ 2747229 w 4633045"/>
                  <a:gd name="connsiteY118" fmla="*/ 841972 h 2127075"/>
                  <a:gd name="connsiteX119" fmla="*/ 2770518 w 4633045"/>
                  <a:gd name="connsiteY119" fmla="*/ 880853 h 2127075"/>
                  <a:gd name="connsiteX120" fmla="*/ 2793797 w 4633045"/>
                  <a:gd name="connsiteY120" fmla="*/ 919658 h 2127075"/>
                  <a:gd name="connsiteX121" fmla="*/ 2817076 w 4633045"/>
                  <a:gd name="connsiteY121" fmla="*/ 958329 h 2127075"/>
                  <a:gd name="connsiteX122" fmla="*/ 2840355 w 4633045"/>
                  <a:gd name="connsiteY122" fmla="*/ 996791 h 2127075"/>
                  <a:gd name="connsiteX123" fmla="*/ 2863644 w 4633045"/>
                  <a:gd name="connsiteY123" fmla="*/ 1034987 h 2127075"/>
                  <a:gd name="connsiteX124" fmla="*/ 2886923 w 4633045"/>
                  <a:gd name="connsiteY124" fmla="*/ 1072858 h 2127075"/>
                  <a:gd name="connsiteX125" fmla="*/ 2910202 w 4633045"/>
                  <a:gd name="connsiteY125" fmla="*/ 1110348 h 2127075"/>
                  <a:gd name="connsiteX126" fmla="*/ 2933481 w 4633045"/>
                  <a:gd name="connsiteY126" fmla="*/ 1147401 h 2127075"/>
                  <a:gd name="connsiteX127" fmla="*/ 2956770 w 4633045"/>
                  <a:gd name="connsiteY127" fmla="*/ 1183967 h 2127075"/>
                  <a:gd name="connsiteX128" fmla="*/ 2980049 w 4633045"/>
                  <a:gd name="connsiteY128" fmla="*/ 1220010 h 2127075"/>
                  <a:gd name="connsiteX129" fmla="*/ 3003328 w 4633045"/>
                  <a:gd name="connsiteY129" fmla="*/ 1255471 h 2127075"/>
                  <a:gd name="connsiteX130" fmla="*/ 3026607 w 4633045"/>
                  <a:gd name="connsiteY130" fmla="*/ 1290314 h 2127075"/>
                  <a:gd name="connsiteX131" fmla="*/ 3049896 w 4633045"/>
                  <a:gd name="connsiteY131" fmla="*/ 1324508 h 2127075"/>
                  <a:gd name="connsiteX132" fmla="*/ 3073175 w 4633045"/>
                  <a:gd name="connsiteY132" fmla="*/ 1358017 h 2127075"/>
                  <a:gd name="connsiteX133" fmla="*/ 3096454 w 4633045"/>
                  <a:gd name="connsiteY133" fmla="*/ 1390802 h 2127075"/>
                  <a:gd name="connsiteX134" fmla="*/ 3119742 w 4633045"/>
                  <a:gd name="connsiteY134" fmla="*/ 1422854 h 2127075"/>
                  <a:gd name="connsiteX135" fmla="*/ 3143022 w 4633045"/>
                  <a:gd name="connsiteY135" fmla="*/ 1454125 h 2127075"/>
                  <a:gd name="connsiteX136" fmla="*/ 3166301 w 4633045"/>
                  <a:gd name="connsiteY136" fmla="*/ 1484605 h 2127075"/>
                  <a:gd name="connsiteX137" fmla="*/ 3189580 w 4633045"/>
                  <a:gd name="connsiteY137" fmla="*/ 1514275 h 2127075"/>
                  <a:gd name="connsiteX138" fmla="*/ 3212868 w 4633045"/>
                  <a:gd name="connsiteY138" fmla="*/ 1543126 h 2127075"/>
                  <a:gd name="connsiteX139" fmla="*/ 3236148 w 4633045"/>
                  <a:gd name="connsiteY139" fmla="*/ 1571139 h 2127075"/>
                  <a:gd name="connsiteX140" fmla="*/ 3259427 w 4633045"/>
                  <a:gd name="connsiteY140" fmla="*/ 1598305 h 2127075"/>
                  <a:gd name="connsiteX141" fmla="*/ 3282706 w 4633045"/>
                  <a:gd name="connsiteY141" fmla="*/ 1624613 h 2127075"/>
                  <a:gd name="connsiteX142" fmla="*/ 3305994 w 4633045"/>
                  <a:gd name="connsiteY142" fmla="*/ 1650064 h 2127075"/>
                  <a:gd name="connsiteX143" fmla="*/ 3329273 w 4633045"/>
                  <a:gd name="connsiteY143" fmla="*/ 1674657 h 2127075"/>
                  <a:gd name="connsiteX144" fmla="*/ 3352552 w 4633045"/>
                  <a:gd name="connsiteY144" fmla="*/ 1698384 h 2127075"/>
                  <a:gd name="connsiteX145" fmla="*/ 3375831 w 4633045"/>
                  <a:gd name="connsiteY145" fmla="*/ 1721263 h 2127075"/>
                  <a:gd name="connsiteX146" fmla="*/ 3399120 w 4633045"/>
                  <a:gd name="connsiteY146" fmla="*/ 1743285 h 2127075"/>
                  <a:gd name="connsiteX147" fmla="*/ 3422399 w 4633045"/>
                  <a:gd name="connsiteY147" fmla="*/ 1764459 h 2127075"/>
                  <a:gd name="connsiteX148" fmla="*/ 3445678 w 4633045"/>
                  <a:gd name="connsiteY148" fmla="*/ 1784804 h 2127075"/>
                  <a:gd name="connsiteX149" fmla="*/ 3468957 w 4633045"/>
                  <a:gd name="connsiteY149" fmla="*/ 1804321 h 2127075"/>
                  <a:gd name="connsiteX150" fmla="*/ 3492246 w 4633045"/>
                  <a:gd name="connsiteY150" fmla="*/ 1823018 h 2127075"/>
                  <a:gd name="connsiteX151" fmla="*/ 3515525 w 4633045"/>
                  <a:gd name="connsiteY151" fmla="*/ 1840916 h 2127075"/>
                  <a:gd name="connsiteX152" fmla="*/ 3538804 w 4633045"/>
                  <a:gd name="connsiteY152" fmla="*/ 1858032 h 2127075"/>
                  <a:gd name="connsiteX153" fmla="*/ 3562083 w 4633045"/>
                  <a:gd name="connsiteY153" fmla="*/ 1874377 h 2127075"/>
                  <a:gd name="connsiteX154" fmla="*/ 3585372 w 4633045"/>
                  <a:gd name="connsiteY154" fmla="*/ 1889979 h 2127075"/>
                  <a:gd name="connsiteX155" fmla="*/ 3608651 w 4633045"/>
                  <a:gd name="connsiteY155" fmla="*/ 1904838 h 2127075"/>
                  <a:gd name="connsiteX156" fmla="*/ 3631930 w 4633045"/>
                  <a:gd name="connsiteY156" fmla="*/ 1918973 h 2127075"/>
                  <a:gd name="connsiteX157" fmla="*/ 3655219 w 4633045"/>
                  <a:gd name="connsiteY157" fmla="*/ 1932423 h 2127075"/>
                  <a:gd name="connsiteX158" fmla="*/ 3678498 w 4633045"/>
                  <a:gd name="connsiteY158" fmla="*/ 1945196 h 2127075"/>
                  <a:gd name="connsiteX159" fmla="*/ 3701777 w 4633045"/>
                  <a:gd name="connsiteY159" fmla="*/ 1957311 h 2127075"/>
                  <a:gd name="connsiteX160" fmla="*/ 3725056 w 4633045"/>
                  <a:gd name="connsiteY160" fmla="*/ 1968798 h 2127075"/>
                  <a:gd name="connsiteX161" fmla="*/ 3748345 w 4633045"/>
                  <a:gd name="connsiteY161" fmla="*/ 1979666 h 2127075"/>
                  <a:gd name="connsiteX162" fmla="*/ 3771624 w 4633045"/>
                  <a:gd name="connsiteY162" fmla="*/ 1989944 h 2127075"/>
                  <a:gd name="connsiteX163" fmla="*/ 3794903 w 4633045"/>
                  <a:gd name="connsiteY163" fmla="*/ 1999650 h 2127075"/>
                  <a:gd name="connsiteX164" fmla="*/ 3818182 w 4633045"/>
                  <a:gd name="connsiteY164" fmla="*/ 2008813 h 2127075"/>
                  <a:gd name="connsiteX165" fmla="*/ 3841471 w 4633045"/>
                  <a:gd name="connsiteY165" fmla="*/ 2017452 h 2127075"/>
                  <a:gd name="connsiteX166" fmla="*/ 3864750 w 4633045"/>
                  <a:gd name="connsiteY166" fmla="*/ 2025587 h 2127075"/>
                  <a:gd name="connsiteX167" fmla="*/ 3888029 w 4633045"/>
                  <a:gd name="connsiteY167" fmla="*/ 2033235 h 2127075"/>
                  <a:gd name="connsiteX168" fmla="*/ 3911318 w 4633045"/>
                  <a:gd name="connsiteY168" fmla="*/ 2040417 h 2127075"/>
                  <a:gd name="connsiteX169" fmla="*/ 3934597 w 4633045"/>
                  <a:gd name="connsiteY169" fmla="*/ 2047170 h 2127075"/>
                  <a:gd name="connsiteX170" fmla="*/ 3957876 w 4633045"/>
                  <a:gd name="connsiteY170" fmla="*/ 2053495 h 2127075"/>
                  <a:gd name="connsiteX171" fmla="*/ 3981155 w 4633045"/>
                  <a:gd name="connsiteY171" fmla="*/ 2059419 h 2127075"/>
                  <a:gd name="connsiteX172" fmla="*/ 4004443 w 4633045"/>
                  <a:gd name="connsiteY172" fmla="*/ 2064963 h 2127075"/>
                  <a:gd name="connsiteX173" fmla="*/ 4027723 w 4633045"/>
                  <a:gd name="connsiteY173" fmla="*/ 2070145 h 2127075"/>
                  <a:gd name="connsiteX174" fmla="*/ 4051002 w 4633045"/>
                  <a:gd name="connsiteY174" fmla="*/ 2074983 h 2127075"/>
                  <a:gd name="connsiteX175" fmla="*/ 4074281 w 4633045"/>
                  <a:gd name="connsiteY175" fmla="*/ 2079498 h 2127075"/>
                  <a:gd name="connsiteX176" fmla="*/ 4097570 w 4633045"/>
                  <a:gd name="connsiteY176" fmla="*/ 2083708 h 2127075"/>
                  <a:gd name="connsiteX177" fmla="*/ 4120849 w 4633045"/>
                  <a:gd name="connsiteY177" fmla="*/ 2087623 h 2127075"/>
                  <a:gd name="connsiteX178" fmla="*/ 4144127 w 4633045"/>
                  <a:gd name="connsiteY178" fmla="*/ 2091261 h 2127075"/>
                  <a:gd name="connsiteX179" fmla="*/ 4167407 w 4633045"/>
                  <a:gd name="connsiteY179" fmla="*/ 2094652 h 2127075"/>
                  <a:gd name="connsiteX180" fmla="*/ 4190695 w 4633045"/>
                  <a:gd name="connsiteY180" fmla="*/ 2097786 h 2127075"/>
                  <a:gd name="connsiteX181" fmla="*/ 4213974 w 4633045"/>
                  <a:gd name="connsiteY181" fmla="*/ 2100701 h 2127075"/>
                  <a:gd name="connsiteX182" fmla="*/ 4237254 w 4633045"/>
                  <a:gd name="connsiteY182" fmla="*/ 2103396 h 2127075"/>
                  <a:gd name="connsiteX183" fmla="*/ 4260533 w 4633045"/>
                  <a:gd name="connsiteY183" fmla="*/ 2105892 h 2127075"/>
                  <a:gd name="connsiteX184" fmla="*/ 4283821 w 4633045"/>
                  <a:gd name="connsiteY184" fmla="*/ 2108197 h 2127075"/>
                  <a:gd name="connsiteX185" fmla="*/ 4307101 w 4633045"/>
                  <a:gd name="connsiteY185" fmla="*/ 2110321 h 2127075"/>
                  <a:gd name="connsiteX186" fmla="*/ 4330379 w 4633045"/>
                  <a:gd name="connsiteY186" fmla="*/ 2112293 h 2127075"/>
                  <a:gd name="connsiteX187" fmla="*/ 4353668 w 4633045"/>
                  <a:gd name="connsiteY187" fmla="*/ 2114102 h 2127075"/>
                  <a:gd name="connsiteX188" fmla="*/ 4376948 w 4633045"/>
                  <a:gd name="connsiteY188" fmla="*/ 2115760 h 2127075"/>
                  <a:gd name="connsiteX189" fmla="*/ 4400226 w 4633045"/>
                  <a:gd name="connsiteY189" fmla="*/ 2117293 h 2127075"/>
                  <a:gd name="connsiteX190" fmla="*/ 4423506 w 4633045"/>
                  <a:gd name="connsiteY190" fmla="*/ 2118703 h 2127075"/>
                  <a:gd name="connsiteX191" fmla="*/ 4446785 w 4633045"/>
                  <a:gd name="connsiteY191" fmla="*/ 2119998 h 2127075"/>
                  <a:gd name="connsiteX192" fmla="*/ 4470073 w 4633045"/>
                  <a:gd name="connsiteY192" fmla="*/ 2121180 h 2127075"/>
                  <a:gd name="connsiteX193" fmla="*/ 4493352 w 4633045"/>
                  <a:gd name="connsiteY193" fmla="*/ 2122265 h 2127075"/>
                  <a:gd name="connsiteX194" fmla="*/ 4516631 w 4633045"/>
                  <a:gd name="connsiteY194" fmla="*/ 2123256 h 2127075"/>
                  <a:gd name="connsiteX195" fmla="*/ 4539920 w 4633045"/>
                  <a:gd name="connsiteY195" fmla="*/ 2124170 h 2127075"/>
                  <a:gd name="connsiteX196" fmla="*/ 4563199 w 4633045"/>
                  <a:gd name="connsiteY196" fmla="*/ 2124999 h 2127075"/>
                  <a:gd name="connsiteX197" fmla="*/ 4586478 w 4633045"/>
                  <a:gd name="connsiteY197" fmla="*/ 2125751 h 2127075"/>
                  <a:gd name="connsiteX198" fmla="*/ 4609757 w 4633045"/>
                  <a:gd name="connsiteY198" fmla="*/ 2126447 h 2127075"/>
                  <a:gd name="connsiteX199" fmla="*/ 4633046 w 4633045"/>
                  <a:gd name="connsiteY199" fmla="*/ 2127076 h 212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4633045" h="2127075">
                    <a:moveTo>
                      <a:pt x="0" y="2049323"/>
                    </a:moveTo>
                    <a:lnTo>
                      <a:pt x="23279" y="2042722"/>
                    </a:lnTo>
                    <a:lnTo>
                      <a:pt x="46568" y="2035683"/>
                    </a:lnTo>
                    <a:lnTo>
                      <a:pt x="69847" y="2028187"/>
                    </a:lnTo>
                    <a:lnTo>
                      <a:pt x="93126" y="2020224"/>
                    </a:lnTo>
                    <a:lnTo>
                      <a:pt x="116415" y="2011756"/>
                    </a:lnTo>
                    <a:lnTo>
                      <a:pt x="139694" y="2002774"/>
                    </a:lnTo>
                    <a:lnTo>
                      <a:pt x="162973" y="1993249"/>
                    </a:lnTo>
                    <a:lnTo>
                      <a:pt x="186252" y="1983162"/>
                    </a:lnTo>
                    <a:lnTo>
                      <a:pt x="209531" y="1972494"/>
                    </a:lnTo>
                    <a:lnTo>
                      <a:pt x="232820" y="1961217"/>
                    </a:lnTo>
                    <a:lnTo>
                      <a:pt x="256099" y="1949310"/>
                    </a:lnTo>
                    <a:lnTo>
                      <a:pt x="279378" y="1936766"/>
                    </a:lnTo>
                    <a:lnTo>
                      <a:pt x="302666" y="1923545"/>
                    </a:lnTo>
                    <a:lnTo>
                      <a:pt x="325946" y="1909639"/>
                    </a:lnTo>
                    <a:lnTo>
                      <a:pt x="349225" y="1895018"/>
                    </a:lnTo>
                    <a:lnTo>
                      <a:pt x="372504" y="1879673"/>
                    </a:lnTo>
                    <a:lnTo>
                      <a:pt x="395792" y="1863576"/>
                    </a:lnTo>
                    <a:lnTo>
                      <a:pt x="419071" y="1846726"/>
                    </a:lnTo>
                    <a:lnTo>
                      <a:pt x="442351" y="1829086"/>
                    </a:lnTo>
                    <a:lnTo>
                      <a:pt x="465630" y="1810655"/>
                    </a:lnTo>
                    <a:lnTo>
                      <a:pt x="488918" y="1791415"/>
                    </a:lnTo>
                    <a:lnTo>
                      <a:pt x="512197" y="1771345"/>
                    </a:lnTo>
                    <a:lnTo>
                      <a:pt x="535476" y="1750448"/>
                    </a:lnTo>
                    <a:lnTo>
                      <a:pt x="558756" y="1728711"/>
                    </a:lnTo>
                    <a:lnTo>
                      <a:pt x="582044" y="1706118"/>
                    </a:lnTo>
                    <a:lnTo>
                      <a:pt x="605323" y="1682677"/>
                    </a:lnTo>
                    <a:lnTo>
                      <a:pt x="628602" y="1658369"/>
                    </a:lnTo>
                    <a:lnTo>
                      <a:pt x="651891" y="1633204"/>
                    </a:lnTo>
                    <a:lnTo>
                      <a:pt x="675170" y="1607182"/>
                    </a:lnTo>
                    <a:lnTo>
                      <a:pt x="698449" y="1580302"/>
                    </a:lnTo>
                    <a:lnTo>
                      <a:pt x="721728" y="1552575"/>
                    </a:lnTo>
                    <a:lnTo>
                      <a:pt x="745017" y="1524010"/>
                    </a:lnTo>
                    <a:lnTo>
                      <a:pt x="768296" y="1494606"/>
                    </a:lnTo>
                    <a:lnTo>
                      <a:pt x="791575" y="1464393"/>
                    </a:lnTo>
                    <a:lnTo>
                      <a:pt x="814854" y="1433379"/>
                    </a:lnTo>
                    <a:lnTo>
                      <a:pt x="838143" y="1401594"/>
                    </a:lnTo>
                    <a:lnTo>
                      <a:pt x="861422" y="1369047"/>
                    </a:lnTo>
                    <a:lnTo>
                      <a:pt x="884701" y="1335777"/>
                    </a:lnTo>
                    <a:lnTo>
                      <a:pt x="907980" y="1301810"/>
                    </a:lnTo>
                    <a:lnTo>
                      <a:pt x="931269" y="1267178"/>
                    </a:lnTo>
                    <a:lnTo>
                      <a:pt x="954548" y="1231916"/>
                    </a:lnTo>
                    <a:lnTo>
                      <a:pt x="977827" y="1196064"/>
                    </a:lnTo>
                    <a:lnTo>
                      <a:pt x="1001116" y="1159669"/>
                    </a:lnTo>
                    <a:lnTo>
                      <a:pt x="1024395" y="1122769"/>
                    </a:lnTo>
                    <a:lnTo>
                      <a:pt x="1047674" y="1085422"/>
                    </a:lnTo>
                    <a:lnTo>
                      <a:pt x="1070953" y="1047674"/>
                    </a:lnTo>
                    <a:lnTo>
                      <a:pt x="1094242" y="1009574"/>
                    </a:lnTo>
                    <a:lnTo>
                      <a:pt x="1117521" y="971198"/>
                    </a:lnTo>
                    <a:lnTo>
                      <a:pt x="1140800" y="932593"/>
                    </a:lnTo>
                    <a:lnTo>
                      <a:pt x="1164079" y="893826"/>
                    </a:lnTo>
                    <a:lnTo>
                      <a:pt x="1187367" y="854955"/>
                    </a:lnTo>
                    <a:lnTo>
                      <a:pt x="1210647" y="816064"/>
                    </a:lnTo>
                    <a:lnTo>
                      <a:pt x="1233926" y="777212"/>
                    </a:lnTo>
                    <a:lnTo>
                      <a:pt x="1257205" y="738483"/>
                    </a:lnTo>
                    <a:lnTo>
                      <a:pt x="1280493" y="699935"/>
                    </a:lnTo>
                    <a:lnTo>
                      <a:pt x="1303772" y="661654"/>
                    </a:lnTo>
                    <a:lnTo>
                      <a:pt x="1327052" y="623707"/>
                    </a:lnTo>
                    <a:lnTo>
                      <a:pt x="1350331" y="586188"/>
                    </a:lnTo>
                    <a:lnTo>
                      <a:pt x="1373619" y="549173"/>
                    </a:lnTo>
                    <a:lnTo>
                      <a:pt x="1396898" y="512731"/>
                    </a:lnTo>
                    <a:lnTo>
                      <a:pt x="1420178" y="476945"/>
                    </a:lnTo>
                    <a:lnTo>
                      <a:pt x="1443457" y="441903"/>
                    </a:lnTo>
                    <a:lnTo>
                      <a:pt x="1466745" y="407679"/>
                    </a:lnTo>
                    <a:lnTo>
                      <a:pt x="1490024" y="374352"/>
                    </a:lnTo>
                    <a:lnTo>
                      <a:pt x="1513304" y="342005"/>
                    </a:lnTo>
                    <a:lnTo>
                      <a:pt x="1536592" y="310705"/>
                    </a:lnTo>
                    <a:lnTo>
                      <a:pt x="1559871" y="280530"/>
                    </a:lnTo>
                    <a:lnTo>
                      <a:pt x="1583150" y="251565"/>
                    </a:lnTo>
                    <a:lnTo>
                      <a:pt x="1606430" y="223866"/>
                    </a:lnTo>
                    <a:lnTo>
                      <a:pt x="1629718" y="197520"/>
                    </a:lnTo>
                    <a:lnTo>
                      <a:pt x="1652997" y="172574"/>
                    </a:lnTo>
                    <a:lnTo>
                      <a:pt x="1676276" y="149104"/>
                    </a:lnTo>
                    <a:lnTo>
                      <a:pt x="1699555" y="127159"/>
                    </a:lnTo>
                    <a:lnTo>
                      <a:pt x="1722844" y="106813"/>
                    </a:lnTo>
                    <a:lnTo>
                      <a:pt x="1746123" y="88106"/>
                    </a:lnTo>
                    <a:lnTo>
                      <a:pt x="1769402" y="71095"/>
                    </a:lnTo>
                    <a:lnTo>
                      <a:pt x="1792681" y="55817"/>
                    </a:lnTo>
                    <a:lnTo>
                      <a:pt x="1815970" y="42320"/>
                    </a:lnTo>
                    <a:lnTo>
                      <a:pt x="1839249" y="30632"/>
                    </a:lnTo>
                    <a:lnTo>
                      <a:pt x="1862528" y="20793"/>
                    </a:lnTo>
                    <a:lnTo>
                      <a:pt x="1885807" y="12821"/>
                    </a:lnTo>
                    <a:lnTo>
                      <a:pt x="1909096" y="6744"/>
                    </a:lnTo>
                    <a:lnTo>
                      <a:pt x="1932375" y="2572"/>
                    </a:lnTo>
                    <a:lnTo>
                      <a:pt x="1955654" y="324"/>
                    </a:lnTo>
                    <a:lnTo>
                      <a:pt x="1978943" y="0"/>
                    </a:lnTo>
                    <a:lnTo>
                      <a:pt x="2002222" y="1610"/>
                    </a:lnTo>
                    <a:lnTo>
                      <a:pt x="2025501" y="5134"/>
                    </a:lnTo>
                    <a:lnTo>
                      <a:pt x="2048780" y="10582"/>
                    </a:lnTo>
                    <a:lnTo>
                      <a:pt x="2072069" y="17916"/>
                    </a:lnTo>
                    <a:lnTo>
                      <a:pt x="2095348" y="27137"/>
                    </a:lnTo>
                    <a:lnTo>
                      <a:pt x="2118627" y="38214"/>
                    </a:lnTo>
                    <a:lnTo>
                      <a:pt x="2141906" y="51111"/>
                    </a:lnTo>
                    <a:lnTo>
                      <a:pt x="2165195" y="65799"/>
                    </a:lnTo>
                    <a:lnTo>
                      <a:pt x="2188474" y="82239"/>
                    </a:lnTo>
                    <a:lnTo>
                      <a:pt x="2211753" y="100384"/>
                    </a:lnTo>
                    <a:lnTo>
                      <a:pt x="2235032" y="120187"/>
                    </a:lnTo>
                    <a:lnTo>
                      <a:pt x="2258321" y="141608"/>
                    </a:lnTo>
                    <a:lnTo>
                      <a:pt x="2281600" y="164573"/>
                    </a:lnTo>
                    <a:lnTo>
                      <a:pt x="2304879" y="189024"/>
                    </a:lnTo>
                    <a:lnTo>
                      <a:pt x="2328167" y="214922"/>
                    </a:lnTo>
                    <a:lnTo>
                      <a:pt x="2351446" y="242173"/>
                    </a:lnTo>
                    <a:lnTo>
                      <a:pt x="2374725" y="270720"/>
                    </a:lnTo>
                    <a:lnTo>
                      <a:pt x="2398005" y="300495"/>
                    </a:lnTo>
                    <a:lnTo>
                      <a:pt x="2421293" y="331432"/>
                    </a:lnTo>
                    <a:lnTo>
                      <a:pt x="2444572" y="363436"/>
                    </a:lnTo>
                    <a:lnTo>
                      <a:pt x="2467851" y="396450"/>
                    </a:lnTo>
                    <a:lnTo>
                      <a:pt x="2491131" y="430378"/>
                    </a:lnTo>
                    <a:lnTo>
                      <a:pt x="2514419" y="465163"/>
                    </a:lnTo>
                    <a:lnTo>
                      <a:pt x="2537698" y="500701"/>
                    </a:lnTo>
                    <a:lnTo>
                      <a:pt x="2560977" y="536934"/>
                    </a:lnTo>
                    <a:lnTo>
                      <a:pt x="2584257" y="573767"/>
                    </a:lnTo>
                    <a:lnTo>
                      <a:pt x="2607545" y="611134"/>
                    </a:lnTo>
                    <a:lnTo>
                      <a:pt x="2630824" y="648938"/>
                    </a:lnTo>
                    <a:lnTo>
                      <a:pt x="2654103" y="687114"/>
                    </a:lnTo>
                    <a:lnTo>
                      <a:pt x="2677392" y="725586"/>
                    </a:lnTo>
                    <a:lnTo>
                      <a:pt x="2700671" y="764267"/>
                    </a:lnTo>
                    <a:lnTo>
                      <a:pt x="2723950" y="803082"/>
                    </a:lnTo>
                    <a:lnTo>
                      <a:pt x="2747229" y="841972"/>
                    </a:lnTo>
                    <a:lnTo>
                      <a:pt x="2770518" y="880853"/>
                    </a:lnTo>
                    <a:lnTo>
                      <a:pt x="2793797" y="919658"/>
                    </a:lnTo>
                    <a:lnTo>
                      <a:pt x="2817076" y="958329"/>
                    </a:lnTo>
                    <a:lnTo>
                      <a:pt x="2840355" y="996791"/>
                    </a:lnTo>
                    <a:lnTo>
                      <a:pt x="2863644" y="1034987"/>
                    </a:lnTo>
                    <a:lnTo>
                      <a:pt x="2886923" y="1072858"/>
                    </a:lnTo>
                    <a:lnTo>
                      <a:pt x="2910202" y="1110348"/>
                    </a:lnTo>
                    <a:lnTo>
                      <a:pt x="2933481" y="1147401"/>
                    </a:lnTo>
                    <a:lnTo>
                      <a:pt x="2956770" y="1183967"/>
                    </a:lnTo>
                    <a:lnTo>
                      <a:pt x="2980049" y="1220010"/>
                    </a:lnTo>
                    <a:lnTo>
                      <a:pt x="3003328" y="1255471"/>
                    </a:lnTo>
                    <a:lnTo>
                      <a:pt x="3026607" y="1290314"/>
                    </a:lnTo>
                    <a:lnTo>
                      <a:pt x="3049896" y="1324508"/>
                    </a:lnTo>
                    <a:lnTo>
                      <a:pt x="3073175" y="1358017"/>
                    </a:lnTo>
                    <a:lnTo>
                      <a:pt x="3096454" y="1390802"/>
                    </a:lnTo>
                    <a:lnTo>
                      <a:pt x="3119742" y="1422854"/>
                    </a:lnTo>
                    <a:lnTo>
                      <a:pt x="3143022" y="1454125"/>
                    </a:lnTo>
                    <a:lnTo>
                      <a:pt x="3166301" y="1484605"/>
                    </a:lnTo>
                    <a:lnTo>
                      <a:pt x="3189580" y="1514275"/>
                    </a:lnTo>
                    <a:lnTo>
                      <a:pt x="3212868" y="1543126"/>
                    </a:lnTo>
                    <a:lnTo>
                      <a:pt x="3236148" y="1571139"/>
                    </a:lnTo>
                    <a:lnTo>
                      <a:pt x="3259427" y="1598305"/>
                    </a:lnTo>
                    <a:lnTo>
                      <a:pt x="3282706" y="1624613"/>
                    </a:lnTo>
                    <a:lnTo>
                      <a:pt x="3305994" y="1650064"/>
                    </a:lnTo>
                    <a:lnTo>
                      <a:pt x="3329273" y="1674657"/>
                    </a:lnTo>
                    <a:lnTo>
                      <a:pt x="3352552" y="1698384"/>
                    </a:lnTo>
                    <a:lnTo>
                      <a:pt x="3375831" y="1721263"/>
                    </a:lnTo>
                    <a:lnTo>
                      <a:pt x="3399120" y="1743285"/>
                    </a:lnTo>
                    <a:lnTo>
                      <a:pt x="3422399" y="1764459"/>
                    </a:lnTo>
                    <a:lnTo>
                      <a:pt x="3445678" y="1784804"/>
                    </a:lnTo>
                    <a:lnTo>
                      <a:pt x="3468957" y="1804321"/>
                    </a:lnTo>
                    <a:lnTo>
                      <a:pt x="3492246" y="1823018"/>
                    </a:lnTo>
                    <a:lnTo>
                      <a:pt x="3515525" y="1840916"/>
                    </a:lnTo>
                    <a:lnTo>
                      <a:pt x="3538804" y="1858032"/>
                    </a:lnTo>
                    <a:lnTo>
                      <a:pt x="3562083" y="1874377"/>
                    </a:lnTo>
                    <a:lnTo>
                      <a:pt x="3585372" y="1889979"/>
                    </a:lnTo>
                    <a:lnTo>
                      <a:pt x="3608651" y="1904838"/>
                    </a:lnTo>
                    <a:lnTo>
                      <a:pt x="3631930" y="1918973"/>
                    </a:lnTo>
                    <a:lnTo>
                      <a:pt x="3655219" y="1932423"/>
                    </a:lnTo>
                    <a:lnTo>
                      <a:pt x="3678498" y="1945196"/>
                    </a:lnTo>
                    <a:lnTo>
                      <a:pt x="3701777" y="1957311"/>
                    </a:lnTo>
                    <a:lnTo>
                      <a:pt x="3725056" y="1968798"/>
                    </a:lnTo>
                    <a:lnTo>
                      <a:pt x="3748345" y="1979666"/>
                    </a:lnTo>
                    <a:lnTo>
                      <a:pt x="3771624" y="1989944"/>
                    </a:lnTo>
                    <a:lnTo>
                      <a:pt x="3794903" y="1999650"/>
                    </a:lnTo>
                    <a:lnTo>
                      <a:pt x="3818182" y="2008813"/>
                    </a:lnTo>
                    <a:lnTo>
                      <a:pt x="3841471" y="2017452"/>
                    </a:lnTo>
                    <a:lnTo>
                      <a:pt x="3864750" y="2025587"/>
                    </a:lnTo>
                    <a:lnTo>
                      <a:pt x="3888029" y="2033235"/>
                    </a:lnTo>
                    <a:lnTo>
                      <a:pt x="3911318" y="2040417"/>
                    </a:lnTo>
                    <a:lnTo>
                      <a:pt x="3934597" y="2047170"/>
                    </a:lnTo>
                    <a:lnTo>
                      <a:pt x="3957876" y="2053495"/>
                    </a:lnTo>
                    <a:lnTo>
                      <a:pt x="3981155" y="2059419"/>
                    </a:lnTo>
                    <a:lnTo>
                      <a:pt x="4004443" y="2064963"/>
                    </a:lnTo>
                    <a:lnTo>
                      <a:pt x="4027723" y="2070145"/>
                    </a:lnTo>
                    <a:lnTo>
                      <a:pt x="4051002" y="2074983"/>
                    </a:lnTo>
                    <a:lnTo>
                      <a:pt x="4074281" y="2079498"/>
                    </a:lnTo>
                    <a:lnTo>
                      <a:pt x="4097570" y="2083708"/>
                    </a:lnTo>
                    <a:lnTo>
                      <a:pt x="4120849" y="2087623"/>
                    </a:lnTo>
                    <a:lnTo>
                      <a:pt x="4144127" y="2091261"/>
                    </a:lnTo>
                    <a:lnTo>
                      <a:pt x="4167407" y="2094652"/>
                    </a:lnTo>
                    <a:lnTo>
                      <a:pt x="4190695" y="2097786"/>
                    </a:lnTo>
                    <a:lnTo>
                      <a:pt x="4213974" y="2100701"/>
                    </a:lnTo>
                    <a:lnTo>
                      <a:pt x="4237254" y="2103396"/>
                    </a:lnTo>
                    <a:lnTo>
                      <a:pt x="4260533" y="2105892"/>
                    </a:lnTo>
                    <a:lnTo>
                      <a:pt x="4283821" y="2108197"/>
                    </a:lnTo>
                    <a:lnTo>
                      <a:pt x="4307101" y="2110321"/>
                    </a:lnTo>
                    <a:lnTo>
                      <a:pt x="4330379" y="2112293"/>
                    </a:lnTo>
                    <a:lnTo>
                      <a:pt x="4353668" y="2114102"/>
                    </a:lnTo>
                    <a:lnTo>
                      <a:pt x="4376948" y="2115760"/>
                    </a:lnTo>
                    <a:lnTo>
                      <a:pt x="4400226" y="2117293"/>
                    </a:lnTo>
                    <a:lnTo>
                      <a:pt x="4423506" y="2118703"/>
                    </a:lnTo>
                    <a:lnTo>
                      <a:pt x="4446785" y="2119998"/>
                    </a:lnTo>
                    <a:lnTo>
                      <a:pt x="4470073" y="2121180"/>
                    </a:lnTo>
                    <a:lnTo>
                      <a:pt x="4493352" y="2122265"/>
                    </a:lnTo>
                    <a:lnTo>
                      <a:pt x="4516631" y="2123256"/>
                    </a:lnTo>
                    <a:lnTo>
                      <a:pt x="4539920" y="2124170"/>
                    </a:lnTo>
                    <a:lnTo>
                      <a:pt x="4563199" y="2124999"/>
                    </a:lnTo>
                    <a:lnTo>
                      <a:pt x="4586478" y="2125751"/>
                    </a:lnTo>
                    <a:lnTo>
                      <a:pt x="4609757" y="2126447"/>
                    </a:lnTo>
                    <a:lnTo>
                      <a:pt x="4633046" y="2127076"/>
                    </a:lnTo>
                  </a:path>
                </a:pathLst>
              </a:custGeom>
              <a:noFill/>
              <a:ln w="38100" cap="flat">
                <a:solidFill>
                  <a:schemeClr val="tx1"/>
                </a:solidFill>
                <a:prstDash val="solid"/>
                <a:round/>
              </a:ln>
            </p:spPr>
            <p:txBody>
              <a:bodyPr rtlCol="0" anchor="ctr"/>
              <a:lstStyle/>
              <a:p>
                <a:endParaRPr lang="en-US" dirty="0"/>
              </a:p>
            </p:txBody>
          </p:sp>
          <p:sp>
            <p:nvSpPr>
              <p:cNvPr id="1346" name="Freeform: Shape 1345">
                <a:extLst>
                  <a:ext uri="{FF2B5EF4-FFF2-40B4-BE49-F238E27FC236}">
                    <a16:creationId xmlns:a16="http://schemas.microsoft.com/office/drawing/2014/main" id="{F8170E12-0194-1088-6C66-52A56D76201F}"/>
                  </a:ext>
                </a:extLst>
              </p:cNvPr>
              <p:cNvSpPr/>
              <p:nvPr/>
            </p:nvSpPr>
            <p:spPr>
              <a:xfrm>
                <a:off x="4988268" y="7129564"/>
                <a:ext cx="901895" cy="1553193"/>
              </a:xfrm>
              <a:custGeom>
                <a:avLst/>
                <a:gdLst>
                  <a:gd name="connsiteX0" fmla="*/ 0 w 4633045"/>
                  <a:gd name="connsiteY0" fmla="*/ 2726598 h 2833639"/>
                  <a:gd name="connsiteX1" fmla="*/ 23279 w 4633045"/>
                  <a:gd name="connsiteY1" fmla="*/ 2719730 h 2833639"/>
                  <a:gd name="connsiteX2" fmla="*/ 46568 w 4633045"/>
                  <a:gd name="connsiteY2" fmla="*/ 2712568 h 2833639"/>
                  <a:gd name="connsiteX3" fmla="*/ 69847 w 4633045"/>
                  <a:gd name="connsiteY3" fmla="*/ 2705110 h 2833639"/>
                  <a:gd name="connsiteX4" fmla="*/ 93126 w 4633045"/>
                  <a:gd name="connsiteY4" fmla="*/ 2697337 h 2833639"/>
                  <a:gd name="connsiteX5" fmla="*/ 116415 w 4633045"/>
                  <a:gd name="connsiteY5" fmla="*/ 2689270 h 2833639"/>
                  <a:gd name="connsiteX6" fmla="*/ 139694 w 4633045"/>
                  <a:gd name="connsiteY6" fmla="*/ 2680878 h 2833639"/>
                  <a:gd name="connsiteX7" fmla="*/ 162973 w 4633045"/>
                  <a:gd name="connsiteY7" fmla="*/ 2672163 h 2833639"/>
                  <a:gd name="connsiteX8" fmla="*/ 186252 w 4633045"/>
                  <a:gd name="connsiteY8" fmla="*/ 2663123 h 2833639"/>
                  <a:gd name="connsiteX9" fmla="*/ 209531 w 4633045"/>
                  <a:gd name="connsiteY9" fmla="*/ 2653751 h 2833639"/>
                  <a:gd name="connsiteX10" fmla="*/ 232820 w 4633045"/>
                  <a:gd name="connsiteY10" fmla="*/ 2644045 h 2833639"/>
                  <a:gd name="connsiteX11" fmla="*/ 256099 w 4633045"/>
                  <a:gd name="connsiteY11" fmla="*/ 2634005 h 2833639"/>
                  <a:gd name="connsiteX12" fmla="*/ 279378 w 4633045"/>
                  <a:gd name="connsiteY12" fmla="*/ 2623614 h 2833639"/>
                  <a:gd name="connsiteX13" fmla="*/ 302666 w 4633045"/>
                  <a:gd name="connsiteY13" fmla="*/ 2612889 h 2833639"/>
                  <a:gd name="connsiteX14" fmla="*/ 325946 w 4633045"/>
                  <a:gd name="connsiteY14" fmla="*/ 2601802 h 2833639"/>
                  <a:gd name="connsiteX15" fmla="*/ 349225 w 4633045"/>
                  <a:gd name="connsiteY15" fmla="*/ 2590381 h 2833639"/>
                  <a:gd name="connsiteX16" fmla="*/ 372504 w 4633045"/>
                  <a:gd name="connsiteY16" fmla="*/ 2578599 h 2833639"/>
                  <a:gd name="connsiteX17" fmla="*/ 395792 w 4633045"/>
                  <a:gd name="connsiteY17" fmla="*/ 2566473 h 2833639"/>
                  <a:gd name="connsiteX18" fmla="*/ 419071 w 4633045"/>
                  <a:gd name="connsiteY18" fmla="*/ 2553996 h 2833639"/>
                  <a:gd name="connsiteX19" fmla="*/ 442351 w 4633045"/>
                  <a:gd name="connsiteY19" fmla="*/ 2541166 h 2833639"/>
                  <a:gd name="connsiteX20" fmla="*/ 465630 w 4633045"/>
                  <a:gd name="connsiteY20" fmla="*/ 2527992 h 2833639"/>
                  <a:gd name="connsiteX21" fmla="*/ 488918 w 4633045"/>
                  <a:gd name="connsiteY21" fmla="*/ 2514476 h 2833639"/>
                  <a:gd name="connsiteX22" fmla="*/ 512197 w 4633045"/>
                  <a:gd name="connsiteY22" fmla="*/ 2500608 h 2833639"/>
                  <a:gd name="connsiteX23" fmla="*/ 535476 w 4633045"/>
                  <a:gd name="connsiteY23" fmla="*/ 2486397 h 2833639"/>
                  <a:gd name="connsiteX24" fmla="*/ 558756 w 4633045"/>
                  <a:gd name="connsiteY24" fmla="*/ 2471852 h 2833639"/>
                  <a:gd name="connsiteX25" fmla="*/ 582044 w 4633045"/>
                  <a:gd name="connsiteY25" fmla="*/ 2456974 h 2833639"/>
                  <a:gd name="connsiteX26" fmla="*/ 605323 w 4633045"/>
                  <a:gd name="connsiteY26" fmla="*/ 2441753 h 2833639"/>
                  <a:gd name="connsiteX27" fmla="*/ 628602 w 4633045"/>
                  <a:gd name="connsiteY27" fmla="*/ 2426218 h 2833639"/>
                  <a:gd name="connsiteX28" fmla="*/ 651891 w 4633045"/>
                  <a:gd name="connsiteY28" fmla="*/ 2410349 h 2833639"/>
                  <a:gd name="connsiteX29" fmla="*/ 675170 w 4633045"/>
                  <a:gd name="connsiteY29" fmla="*/ 2394166 h 2833639"/>
                  <a:gd name="connsiteX30" fmla="*/ 698449 w 4633045"/>
                  <a:gd name="connsiteY30" fmla="*/ 2377659 h 2833639"/>
                  <a:gd name="connsiteX31" fmla="*/ 721728 w 4633045"/>
                  <a:gd name="connsiteY31" fmla="*/ 2360829 h 2833639"/>
                  <a:gd name="connsiteX32" fmla="*/ 745017 w 4633045"/>
                  <a:gd name="connsiteY32" fmla="*/ 2343684 h 2833639"/>
                  <a:gd name="connsiteX33" fmla="*/ 768296 w 4633045"/>
                  <a:gd name="connsiteY33" fmla="*/ 2326215 h 2833639"/>
                  <a:gd name="connsiteX34" fmla="*/ 791575 w 4633045"/>
                  <a:gd name="connsiteY34" fmla="*/ 2308413 h 2833639"/>
                  <a:gd name="connsiteX35" fmla="*/ 814854 w 4633045"/>
                  <a:gd name="connsiteY35" fmla="*/ 2290277 h 2833639"/>
                  <a:gd name="connsiteX36" fmla="*/ 838143 w 4633045"/>
                  <a:gd name="connsiteY36" fmla="*/ 2271789 h 2833639"/>
                  <a:gd name="connsiteX37" fmla="*/ 861422 w 4633045"/>
                  <a:gd name="connsiteY37" fmla="*/ 2252939 h 2833639"/>
                  <a:gd name="connsiteX38" fmla="*/ 884701 w 4633045"/>
                  <a:gd name="connsiteY38" fmla="*/ 2233689 h 2833639"/>
                  <a:gd name="connsiteX39" fmla="*/ 907980 w 4633045"/>
                  <a:gd name="connsiteY39" fmla="*/ 2214020 h 2833639"/>
                  <a:gd name="connsiteX40" fmla="*/ 931269 w 4633045"/>
                  <a:gd name="connsiteY40" fmla="*/ 2193884 h 2833639"/>
                  <a:gd name="connsiteX41" fmla="*/ 954548 w 4633045"/>
                  <a:gd name="connsiteY41" fmla="*/ 2173243 h 2833639"/>
                  <a:gd name="connsiteX42" fmla="*/ 977827 w 4633045"/>
                  <a:gd name="connsiteY42" fmla="*/ 2152031 h 2833639"/>
                  <a:gd name="connsiteX43" fmla="*/ 1001116 w 4633045"/>
                  <a:gd name="connsiteY43" fmla="*/ 2130190 h 2833639"/>
                  <a:gd name="connsiteX44" fmla="*/ 1024395 w 4633045"/>
                  <a:gd name="connsiteY44" fmla="*/ 2107635 h 2833639"/>
                  <a:gd name="connsiteX45" fmla="*/ 1047674 w 4633045"/>
                  <a:gd name="connsiteY45" fmla="*/ 2084280 h 2833639"/>
                  <a:gd name="connsiteX46" fmla="*/ 1070953 w 4633045"/>
                  <a:gd name="connsiteY46" fmla="*/ 2060000 h 2833639"/>
                  <a:gd name="connsiteX47" fmla="*/ 1094242 w 4633045"/>
                  <a:gd name="connsiteY47" fmla="*/ 2034702 h 2833639"/>
                  <a:gd name="connsiteX48" fmla="*/ 1117521 w 4633045"/>
                  <a:gd name="connsiteY48" fmla="*/ 2008242 h 2833639"/>
                  <a:gd name="connsiteX49" fmla="*/ 1140800 w 4633045"/>
                  <a:gd name="connsiteY49" fmla="*/ 1980467 h 2833639"/>
                  <a:gd name="connsiteX50" fmla="*/ 1164079 w 4633045"/>
                  <a:gd name="connsiteY50" fmla="*/ 1951244 h 2833639"/>
                  <a:gd name="connsiteX51" fmla="*/ 1187367 w 4633045"/>
                  <a:gd name="connsiteY51" fmla="*/ 1920373 h 2833639"/>
                  <a:gd name="connsiteX52" fmla="*/ 1210647 w 4633045"/>
                  <a:gd name="connsiteY52" fmla="*/ 1887703 h 2833639"/>
                  <a:gd name="connsiteX53" fmla="*/ 1233926 w 4633045"/>
                  <a:gd name="connsiteY53" fmla="*/ 1853041 h 2833639"/>
                  <a:gd name="connsiteX54" fmla="*/ 1257205 w 4633045"/>
                  <a:gd name="connsiteY54" fmla="*/ 1816199 h 2833639"/>
                  <a:gd name="connsiteX55" fmla="*/ 1280493 w 4633045"/>
                  <a:gd name="connsiteY55" fmla="*/ 1776994 h 2833639"/>
                  <a:gd name="connsiteX56" fmla="*/ 1303772 w 4633045"/>
                  <a:gd name="connsiteY56" fmla="*/ 1735245 h 2833639"/>
                  <a:gd name="connsiteX57" fmla="*/ 1327052 w 4633045"/>
                  <a:gd name="connsiteY57" fmla="*/ 1690783 h 2833639"/>
                  <a:gd name="connsiteX58" fmla="*/ 1350331 w 4633045"/>
                  <a:gd name="connsiteY58" fmla="*/ 1643443 h 2833639"/>
                  <a:gd name="connsiteX59" fmla="*/ 1373619 w 4633045"/>
                  <a:gd name="connsiteY59" fmla="*/ 1593104 h 2833639"/>
                  <a:gd name="connsiteX60" fmla="*/ 1396898 w 4633045"/>
                  <a:gd name="connsiteY60" fmla="*/ 1539669 h 2833639"/>
                  <a:gd name="connsiteX61" fmla="*/ 1420178 w 4633045"/>
                  <a:gd name="connsiteY61" fmla="*/ 1483062 h 2833639"/>
                  <a:gd name="connsiteX62" fmla="*/ 1443457 w 4633045"/>
                  <a:gd name="connsiteY62" fmla="*/ 1423264 h 2833639"/>
                  <a:gd name="connsiteX63" fmla="*/ 1466745 w 4633045"/>
                  <a:gd name="connsiteY63" fmla="*/ 1360313 h 2833639"/>
                  <a:gd name="connsiteX64" fmla="*/ 1490024 w 4633045"/>
                  <a:gd name="connsiteY64" fmla="*/ 1294286 h 2833639"/>
                  <a:gd name="connsiteX65" fmla="*/ 1513304 w 4633045"/>
                  <a:gd name="connsiteY65" fmla="*/ 1225344 h 2833639"/>
                  <a:gd name="connsiteX66" fmla="*/ 1536592 w 4633045"/>
                  <a:gd name="connsiteY66" fmla="*/ 1153687 h 2833639"/>
                  <a:gd name="connsiteX67" fmla="*/ 1559871 w 4633045"/>
                  <a:gd name="connsiteY67" fmla="*/ 1079611 h 2833639"/>
                  <a:gd name="connsiteX68" fmla="*/ 1583150 w 4633045"/>
                  <a:gd name="connsiteY68" fmla="*/ 1003478 h 2833639"/>
                  <a:gd name="connsiteX69" fmla="*/ 1606430 w 4633045"/>
                  <a:gd name="connsiteY69" fmla="*/ 925716 h 2833639"/>
                  <a:gd name="connsiteX70" fmla="*/ 1629718 w 4633045"/>
                  <a:gd name="connsiteY70" fmla="*/ 846839 h 2833639"/>
                  <a:gd name="connsiteX71" fmla="*/ 1652997 w 4633045"/>
                  <a:gd name="connsiteY71" fmla="*/ 767429 h 2833639"/>
                  <a:gd name="connsiteX72" fmla="*/ 1676276 w 4633045"/>
                  <a:gd name="connsiteY72" fmla="*/ 688105 h 2833639"/>
                  <a:gd name="connsiteX73" fmla="*/ 1699555 w 4633045"/>
                  <a:gd name="connsiteY73" fmla="*/ 609572 h 2833639"/>
                  <a:gd name="connsiteX74" fmla="*/ 1722844 w 4633045"/>
                  <a:gd name="connsiteY74" fmla="*/ 532571 h 2833639"/>
                  <a:gd name="connsiteX75" fmla="*/ 1746123 w 4633045"/>
                  <a:gd name="connsiteY75" fmla="*/ 457876 h 2833639"/>
                  <a:gd name="connsiteX76" fmla="*/ 1769402 w 4633045"/>
                  <a:gd name="connsiteY76" fmla="*/ 386286 h 2833639"/>
                  <a:gd name="connsiteX77" fmla="*/ 1792681 w 4633045"/>
                  <a:gd name="connsiteY77" fmla="*/ 318592 h 2833639"/>
                  <a:gd name="connsiteX78" fmla="*/ 1815970 w 4633045"/>
                  <a:gd name="connsiteY78" fmla="*/ 255594 h 2833639"/>
                  <a:gd name="connsiteX79" fmla="*/ 1839249 w 4633045"/>
                  <a:gd name="connsiteY79" fmla="*/ 198053 h 2833639"/>
                  <a:gd name="connsiteX80" fmla="*/ 1862528 w 4633045"/>
                  <a:gd name="connsiteY80" fmla="*/ 146704 h 2833639"/>
                  <a:gd name="connsiteX81" fmla="*/ 1885807 w 4633045"/>
                  <a:gd name="connsiteY81" fmla="*/ 102203 h 2833639"/>
                  <a:gd name="connsiteX82" fmla="*/ 1909096 w 4633045"/>
                  <a:gd name="connsiteY82" fmla="*/ 65142 h 2833639"/>
                  <a:gd name="connsiteX83" fmla="*/ 1932375 w 4633045"/>
                  <a:gd name="connsiteY83" fmla="*/ 36043 h 2833639"/>
                  <a:gd name="connsiteX84" fmla="*/ 1955654 w 4633045"/>
                  <a:gd name="connsiteY84" fmla="*/ 15307 h 2833639"/>
                  <a:gd name="connsiteX85" fmla="*/ 1978943 w 4633045"/>
                  <a:gd name="connsiteY85" fmla="*/ 3229 h 2833639"/>
                  <a:gd name="connsiteX86" fmla="*/ 2002222 w 4633045"/>
                  <a:gd name="connsiteY86" fmla="*/ 0 h 2833639"/>
                  <a:gd name="connsiteX87" fmla="*/ 2025501 w 4633045"/>
                  <a:gd name="connsiteY87" fmla="*/ 5677 h 2833639"/>
                  <a:gd name="connsiteX88" fmla="*/ 2048780 w 4633045"/>
                  <a:gd name="connsiteY88" fmla="*/ 20203 h 2833639"/>
                  <a:gd name="connsiteX89" fmla="*/ 2072069 w 4633045"/>
                  <a:gd name="connsiteY89" fmla="*/ 43396 h 2833639"/>
                  <a:gd name="connsiteX90" fmla="*/ 2095348 w 4633045"/>
                  <a:gd name="connsiteY90" fmla="*/ 74962 h 2833639"/>
                  <a:gd name="connsiteX91" fmla="*/ 2118627 w 4633045"/>
                  <a:gd name="connsiteY91" fmla="*/ 114500 h 2833639"/>
                  <a:gd name="connsiteX92" fmla="*/ 2141906 w 4633045"/>
                  <a:gd name="connsiteY92" fmla="*/ 161506 h 2833639"/>
                  <a:gd name="connsiteX93" fmla="*/ 2165195 w 4633045"/>
                  <a:gd name="connsiteY93" fmla="*/ 215370 h 2833639"/>
                  <a:gd name="connsiteX94" fmla="*/ 2188474 w 4633045"/>
                  <a:gd name="connsiteY94" fmla="*/ 275444 h 2833639"/>
                  <a:gd name="connsiteX95" fmla="*/ 2211753 w 4633045"/>
                  <a:gd name="connsiteY95" fmla="*/ 340995 h 2833639"/>
                  <a:gd name="connsiteX96" fmla="*/ 2235032 w 4633045"/>
                  <a:gd name="connsiteY96" fmla="*/ 411252 h 2833639"/>
                  <a:gd name="connsiteX97" fmla="*/ 2258321 w 4633045"/>
                  <a:gd name="connsiteY97" fmla="*/ 485423 h 2833639"/>
                  <a:gd name="connsiteX98" fmla="*/ 2281600 w 4633045"/>
                  <a:gd name="connsiteY98" fmla="*/ 562690 h 2833639"/>
                  <a:gd name="connsiteX99" fmla="*/ 2304879 w 4633045"/>
                  <a:gd name="connsiteY99" fmla="*/ 642261 h 2833639"/>
                  <a:gd name="connsiteX100" fmla="*/ 2328167 w 4633045"/>
                  <a:gd name="connsiteY100" fmla="*/ 723357 h 2833639"/>
                  <a:gd name="connsiteX101" fmla="*/ 2351446 w 4633045"/>
                  <a:gd name="connsiteY101" fmla="*/ 805234 h 2833639"/>
                  <a:gd name="connsiteX102" fmla="*/ 2374725 w 4633045"/>
                  <a:gd name="connsiteY102" fmla="*/ 887178 h 2833639"/>
                  <a:gd name="connsiteX103" fmla="*/ 2398005 w 4633045"/>
                  <a:gd name="connsiteY103" fmla="*/ 968540 h 2833639"/>
                  <a:gd name="connsiteX104" fmla="*/ 2421293 w 4633045"/>
                  <a:gd name="connsiteY104" fmla="*/ 1048741 h 2833639"/>
                  <a:gd name="connsiteX105" fmla="*/ 2444572 w 4633045"/>
                  <a:gd name="connsiteY105" fmla="*/ 1127274 h 2833639"/>
                  <a:gd name="connsiteX106" fmla="*/ 2467851 w 4633045"/>
                  <a:gd name="connsiteY106" fmla="*/ 1203674 h 2833639"/>
                  <a:gd name="connsiteX107" fmla="*/ 2491131 w 4633045"/>
                  <a:gd name="connsiteY107" fmla="*/ 1277598 h 2833639"/>
                  <a:gd name="connsiteX108" fmla="*/ 2514419 w 4633045"/>
                  <a:gd name="connsiteY108" fmla="*/ 1348721 h 2833639"/>
                  <a:gd name="connsiteX109" fmla="*/ 2537698 w 4633045"/>
                  <a:gd name="connsiteY109" fmla="*/ 1416834 h 2833639"/>
                  <a:gd name="connsiteX110" fmla="*/ 2560977 w 4633045"/>
                  <a:gd name="connsiteY110" fmla="*/ 1481785 h 2833639"/>
                  <a:gd name="connsiteX111" fmla="*/ 2584257 w 4633045"/>
                  <a:gd name="connsiteY111" fmla="*/ 1543469 h 2833639"/>
                  <a:gd name="connsiteX112" fmla="*/ 2607545 w 4633045"/>
                  <a:gd name="connsiteY112" fmla="*/ 1601857 h 2833639"/>
                  <a:gd name="connsiteX113" fmla="*/ 2630824 w 4633045"/>
                  <a:gd name="connsiteY113" fmla="*/ 1656960 h 2833639"/>
                  <a:gd name="connsiteX114" fmla="*/ 2654103 w 4633045"/>
                  <a:gd name="connsiteY114" fmla="*/ 1708852 h 2833639"/>
                  <a:gd name="connsiteX115" fmla="*/ 2677392 w 4633045"/>
                  <a:gd name="connsiteY115" fmla="*/ 1757610 h 2833639"/>
                  <a:gd name="connsiteX116" fmla="*/ 2700671 w 4633045"/>
                  <a:gd name="connsiteY116" fmla="*/ 1803378 h 2833639"/>
                  <a:gd name="connsiteX117" fmla="*/ 2723950 w 4633045"/>
                  <a:gd name="connsiteY117" fmla="*/ 1846307 h 2833639"/>
                  <a:gd name="connsiteX118" fmla="*/ 2747229 w 4633045"/>
                  <a:gd name="connsiteY118" fmla="*/ 1886569 h 2833639"/>
                  <a:gd name="connsiteX119" fmla="*/ 2770518 w 4633045"/>
                  <a:gd name="connsiteY119" fmla="*/ 1924326 h 2833639"/>
                  <a:gd name="connsiteX120" fmla="*/ 2793797 w 4633045"/>
                  <a:gd name="connsiteY120" fmla="*/ 1959788 h 2833639"/>
                  <a:gd name="connsiteX121" fmla="*/ 2817076 w 4633045"/>
                  <a:gd name="connsiteY121" fmla="*/ 1993135 h 2833639"/>
                  <a:gd name="connsiteX122" fmla="*/ 2840355 w 4633045"/>
                  <a:gd name="connsiteY122" fmla="*/ 2024539 h 2833639"/>
                  <a:gd name="connsiteX123" fmla="*/ 2863644 w 4633045"/>
                  <a:gd name="connsiteY123" fmla="*/ 2054200 h 2833639"/>
                  <a:gd name="connsiteX124" fmla="*/ 2886923 w 4633045"/>
                  <a:gd name="connsiteY124" fmla="*/ 2082280 h 2833639"/>
                  <a:gd name="connsiteX125" fmla="*/ 2910202 w 4633045"/>
                  <a:gd name="connsiteY125" fmla="*/ 2108931 h 2833639"/>
                  <a:gd name="connsiteX126" fmla="*/ 2933481 w 4633045"/>
                  <a:gd name="connsiteY126" fmla="*/ 2134324 h 2833639"/>
                  <a:gd name="connsiteX127" fmla="*/ 2956770 w 4633045"/>
                  <a:gd name="connsiteY127" fmla="*/ 2158565 h 2833639"/>
                  <a:gd name="connsiteX128" fmla="*/ 2980049 w 4633045"/>
                  <a:gd name="connsiteY128" fmla="*/ 2181797 h 2833639"/>
                  <a:gd name="connsiteX129" fmla="*/ 3003328 w 4633045"/>
                  <a:gd name="connsiteY129" fmla="*/ 2204123 h 2833639"/>
                  <a:gd name="connsiteX130" fmla="*/ 3026607 w 4633045"/>
                  <a:gd name="connsiteY130" fmla="*/ 2225640 h 2833639"/>
                  <a:gd name="connsiteX131" fmla="*/ 3049896 w 4633045"/>
                  <a:gd name="connsiteY131" fmla="*/ 2246433 h 2833639"/>
                  <a:gd name="connsiteX132" fmla="*/ 3073175 w 4633045"/>
                  <a:gd name="connsiteY132" fmla="*/ 2266579 h 2833639"/>
                  <a:gd name="connsiteX133" fmla="*/ 3096454 w 4633045"/>
                  <a:gd name="connsiteY133" fmla="*/ 2286124 h 2833639"/>
                  <a:gd name="connsiteX134" fmla="*/ 3119742 w 4633045"/>
                  <a:gd name="connsiteY134" fmla="*/ 2305126 h 2833639"/>
                  <a:gd name="connsiteX135" fmla="*/ 3143022 w 4633045"/>
                  <a:gd name="connsiteY135" fmla="*/ 2323633 h 2833639"/>
                  <a:gd name="connsiteX136" fmla="*/ 3166301 w 4633045"/>
                  <a:gd name="connsiteY136" fmla="*/ 2341683 h 2833639"/>
                  <a:gd name="connsiteX137" fmla="*/ 3189580 w 4633045"/>
                  <a:gd name="connsiteY137" fmla="*/ 2359295 h 2833639"/>
                  <a:gd name="connsiteX138" fmla="*/ 3212868 w 4633045"/>
                  <a:gd name="connsiteY138" fmla="*/ 2376488 h 2833639"/>
                  <a:gd name="connsiteX139" fmla="*/ 3236148 w 4633045"/>
                  <a:gd name="connsiteY139" fmla="*/ 2393290 h 2833639"/>
                  <a:gd name="connsiteX140" fmla="*/ 3259427 w 4633045"/>
                  <a:gd name="connsiteY140" fmla="*/ 2409711 h 2833639"/>
                  <a:gd name="connsiteX141" fmla="*/ 3282706 w 4633045"/>
                  <a:gd name="connsiteY141" fmla="*/ 2425761 h 2833639"/>
                  <a:gd name="connsiteX142" fmla="*/ 3305994 w 4633045"/>
                  <a:gd name="connsiteY142" fmla="*/ 2441448 h 2833639"/>
                  <a:gd name="connsiteX143" fmla="*/ 3329273 w 4633045"/>
                  <a:gd name="connsiteY143" fmla="*/ 2456774 h 2833639"/>
                  <a:gd name="connsiteX144" fmla="*/ 3352552 w 4633045"/>
                  <a:gd name="connsiteY144" fmla="*/ 2471738 h 2833639"/>
                  <a:gd name="connsiteX145" fmla="*/ 3375831 w 4633045"/>
                  <a:gd name="connsiteY145" fmla="*/ 2486349 h 2833639"/>
                  <a:gd name="connsiteX146" fmla="*/ 3399120 w 4633045"/>
                  <a:gd name="connsiteY146" fmla="*/ 2500608 h 2833639"/>
                  <a:gd name="connsiteX147" fmla="*/ 3422399 w 4633045"/>
                  <a:gd name="connsiteY147" fmla="*/ 2514505 h 2833639"/>
                  <a:gd name="connsiteX148" fmla="*/ 3445678 w 4633045"/>
                  <a:gd name="connsiteY148" fmla="*/ 2528059 h 2833639"/>
                  <a:gd name="connsiteX149" fmla="*/ 3468957 w 4633045"/>
                  <a:gd name="connsiteY149" fmla="*/ 2541251 h 2833639"/>
                  <a:gd name="connsiteX150" fmla="*/ 3492246 w 4633045"/>
                  <a:gd name="connsiteY150" fmla="*/ 2554091 h 2833639"/>
                  <a:gd name="connsiteX151" fmla="*/ 3515525 w 4633045"/>
                  <a:gd name="connsiteY151" fmla="*/ 2566578 h 2833639"/>
                  <a:gd name="connsiteX152" fmla="*/ 3538804 w 4633045"/>
                  <a:gd name="connsiteY152" fmla="*/ 2578713 h 2833639"/>
                  <a:gd name="connsiteX153" fmla="*/ 3562083 w 4633045"/>
                  <a:gd name="connsiteY153" fmla="*/ 2590486 h 2833639"/>
                  <a:gd name="connsiteX154" fmla="*/ 3585372 w 4633045"/>
                  <a:gd name="connsiteY154" fmla="*/ 2601916 h 2833639"/>
                  <a:gd name="connsiteX155" fmla="*/ 3608651 w 4633045"/>
                  <a:gd name="connsiteY155" fmla="*/ 2612993 h 2833639"/>
                  <a:gd name="connsiteX156" fmla="*/ 3631930 w 4633045"/>
                  <a:gd name="connsiteY156" fmla="*/ 2623728 h 2833639"/>
                  <a:gd name="connsiteX157" fmla="*/ 3655219 w 4633045"/>
                  <a:gd name="connsiteY157" fmla="*/ 2634110 h 2833639"/>
                  <a:gd name="connsiteX158" fmla="*/ 3678498 w 4633045"/>
                  <a:gd name="connsiteY158" fmla="*/ 2644150 h 2833639"/>
                  <a:gd name="connsiteX159" fmla="*/ 3701777 w 4633045"/>
                  <a:gd name="connsiteY159" fmla="*/ 2653856 h 2833639"/>
                  <a:gd name="connsiteX160" fmla="*/ 3725056 w 4633045"/>
                  <a:gd name="connsiteY160" fmla="*/ 2663219 h 2833639"/>
                  <a:gd name="connsiteX161" fmla="*/ 3748345 w 4633045"/>
                  <a:gd name="connsiteY161" fmla="*/ 2672258 h 2833639"/>
                  <a:gd name="connsiteX162" fmla="*/ 3771624 w 4633045"/>
                  <a:gd name="connsiteY162" fmla="*/ 2680973 h 2833639"/>
                  <a:gd name="connsiteX163" fmla="*/ 3794903 w 4633045"/>
                  <a:gd name="connsiteY163" fmla="*/ 2689355 h 2833639"/>
                  <a:gd name="connsiteX164" fmla="*/ 3818182 w 4633045"/>
                  <a:gd name="connsiteY164" fmla="*/ 2697432 h 2833639"/>
                  <a:gd name="connsiteX165" fmla="*/ 3841471 w 4633045"/>
                  <a:gd name="connsiteY165" fmla="*/ 2705195 h 2833639"/>
                  <a:gd name="connsiteX166" fmla="*/ 3864750 w 4633045"/>
                  <a:gd name="connsiteY166" fmla="*/ 2712644 h 2833639"/>
                  <a:gd name="connsiteX167" fmla="*/ 3888029 w 4633045"/>
                  <a:gd name="connsiteY167" fmla="*/ 2719807 h 2833639"/>
                  <a:gd name="connsiteX168" fmla="*/ 3911318 w 4633045"/>
                  <a:gd name="connsiteY168" fmla="*/ 2726674 h 2833639"/>
                  <a:gd name="connsiteX169" fmla="*/ 3934597 w 4633045"/>
                  <a:gd name="connsiteY169" fmla="*/ 2733256 h 2833639"/>
                  <a:gd name="connsiteX170" fmla="*/ 3957876 w 4633045"/>
                  <a:gd name="connsiteY170" fmla="*/ 2739562 h 2833639"/>
                  <a:gd name="connsiteX171" fmla="*/ 3981155 w 4633045"/>
                  <a:gd name="connsiteY171" fmla="*/ 2745591 h 2833639"/>
                  <a:gd name="connsiteX172" fmla="*/ 4004443 w 4633045"/>
                  <a:gd name="connsiteY172" fmla="*/ 2751363 h 2833639"/>
                  <a:gd name="connsiteX173" fmla="*/ 4027723 w 4633045"/>
                  <a:gd name="connsiteY173" fmla="*/ 2756878 h 2833639"/>
                  <a:gd name="connsiteX174" fmla="*/ 4051002 w 4633045"/>
                  <a:gd name="connsiteY174" fmla="*/ 2762136 h 2833639"/>
                  <a:gd name="connsiteX175" fmla="*/ 4074281 w 4633045"/>
                  <a:gd name="connsiteY175" fmla="*/ 2767165 h 2833639"/>
                  <a:gd name="connsiteX176" fmla="*/ 4097570 w 4633045"/>
                  <a:gd name="connsiteY176" fmla="*/ 2771947 h 2833639"/>
                  <a:gd name="connsiteX177" fmla="*/ 4120849 w 4633045"/>
                  <a:gd name="connsiteY177" fmla="*/ 2776509 h 2833639"/>
                  <a:gd name="connsiteX178" fmla="*/ 4144127 w 4633045"/>
                  <a:gd name="connsiteY178" fmla="*/ 2780843 h 2833639"/>
                  <a:gd name="connsiteX179" fmla="*/ 4167407 w 4633045"/>
                  <a:gd name="connsiteY179" fmla="*/ 2784977 h 2833639"/>
                  <a:gd name="connsiteX180" fmla="*/ 4190695 w 4633045"/>
                  <a:gd name="connsiteY180" fmla="*/ 2788901 h 2833639"/>
                  <a:gd name="connsiteX181" fmla="*/ 4213974 w 4633045"/>
                  <a:gd name="connsiteY181" fmla="*/ 2792625 h 2833639"/>
                  <a:gd name="connsiteX182" fmla="*/ 4237254 w 4633045"/>
                  <a:gd name="connsiteY182" fmla="*/ 2796159 h 2833639"/>
                  <a:gd name="connsiteX183" fmla="*/ 4260533 w 4633045"/>
                  <a:gd name="connsiteY183" fmla="*/ 2799512 h 2833639"/>
                  <a:gd name="connsiteX184" fmla="*/ 4283821 w 4633045"/>
                  <a:gd name="connsiteY184" fmla="*/ 2802684 h 2833639"/>
                  <a:gd name="connsiteX185" fmla="*/ 4307101 w 4633045"/>
                  <a:gd name="connsiteY185" fmla="*/ 2805694 h 2833639"/>
                  <a:gd name="connsiteX186" fmla="*/ 4330379 w 4633045"/>
                  <a:gd name="connsiteY186" fmla="*/ 2808542 h 2833639"/>
                  <a:gd name="connsiteX187" fmla="*/ 4353668 w 4633045"/>
                  <a:gd name="connsiteY187" fmla="*/ 2811228 h 2833639"/>
                  <a:gd name="connsiteX188" fmla="*/ 4376948 w 4633045"/>
                  <a:gd name="connsiteY188" fmla="*/ 2813771 h 2833639"/>
                  <a:gd name="connsiteX189" fmla="*/ 4400226 w 4633045"/>
                  <a:gd name="connsiteY189" fmla="*/ 2816171 h 2833639"/>
                  <a:gd name="connsiteX190" fmla="*/ 4423506 w 4633045"/>
                  <a:gd name="connsiteY190" fmla="*/ 2818438 h 2833639"/>
                  <a:gd name="connsiteX191" fmla="*/ 4446785 w 4633045"/>
                  <a:gd name="connsiteY191" fmla="*/ 2820572 h 2833639"/>
                  <a:gd name="connsiteX192" fmla="*/ 4470073 w 4633045"/>
                  <a:gd name="connsiteY192" fmla="*/ 2822581 h 2833639"/>
                  <a:gd name="connsiteX193" fmla="*/ 4493352 w 4633045"/>
                  <a:gd name="connsiteY193" fmla="*/ 2824467 h 2833639"/>
                  <a:gd name="connsiteX194" fmla="*/ 4516631 w 4633045"/>
                  <a:gd name="connsiteY194" fmla="*/ 2826249 h 2833639"/>
                  <a:gd name="connsiteX195" fmla="*/ 4539920 w 4633045"/>
                  <a:gd name="connsiteY195" fmla="*/ 2827925 h 2833639"/>
                  <a:gd name="connsiteX196" fmla="*/ 4563199 w 4633045"/>
                  <a:gd name="connsiteY196" fmla="*/ 2829497 h 2833639"/>
                  <a:gd name="connsiteX197" fmla="*/ 4586478 w 4633045"/>
                  <a:gd name="connsiteY197" fmla="*/ 2830964 h 2833639"/>
                  <a:gd name="connsiteX198" fmla="*/ 4609757 w 4633045"/>
                  <a:gd name="connsiteY198" fmla="*/ 2832345 h 2833639"/>
                  <a:gd name="connsiteX199" fmla="*/ 4633046 w 4633045"/>
                  <a:gd name="connsiteY199" fmla="*/ 2833640 h 2833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4633045" h="2833639">
                    <a:moveTo>
                      <a:pt x="0" y="2726598"/>
                    </a:moveTo>
                    <a:lnTo>
                      <a:pt x="23279" y="2719730"/>
                    </a:lnTo>
                    <a:lnTo>
                      <a:pt x="46568" y="2712568"/>
                    </a:lnTo>
                    <a:lnTo>
                      <a:pt x="69847" y="2705110"/>
                    </a:lnTo>
                    <a:lnTo>
                      <a:pt x="93126" y="2697337"/>
                    </a:lnTo>
                    <a:lnTo>
                      <a:pt x="116415" y="2689270"/>
                    </a:lnTo>
                    <a:lnTo>
                      <a:pt x="139694" y="2680878"/>
                    </a:lnTo>
                    <a:lnTo>
                      <a:pt x="162973" y="2672163"/>
                    </a:lnTo>
                    <a:lnTo>
                      <a:pt x="186252" y="2663123"/>
                    </a:lnTo>
                    <a:lnTo>
                      <a:pt x="209531" y="2653751"/>
                    </a:lnTo>
                    <a:lnTo>
                      <a:pt x="232820" y="2644045"/>
                    </a:lnTo>
                    <a:lnTo>
                      <a:pt x="256099" y="2634005"/>
                    </a:lnTo>
                    <a:lnTo>
                      <a:pt x="279378" y="2623614"/>
                    </a:lnTo>
                    <a:lnTo>
                      <a:pt x="302666" y="2612889"/>
                    </a:lnTo>
                    <a:lnTo>
                      <a:pt x="325946" y="2601802"/>
                    </a:lnTo>
                    <a:lnTo>
                      <a:pt x="349225" y="2590381"/>
                    </a:lnTo>
                    <a:lnTo>
                      <a:pt x="372504" y="2578599"/>
                    </a:lnTo>
                    <a:lnTo>
                      <a:pt x="395792" y="2566473"/>
                    </a:lnTo>
                    <a:lnTo>
                      <a:pt x="419071" y="2553996"/>
                    </a:lnTo>
                    <a:lnTo>
                      <a:pt x="442351" y="2541166"/>
                    </a:lnTo>
                    <a:lnTo>
                      <a:pt x="465630" y="2527992"/>
                    </a:lnTo>
                    <a:lnTo>
                      <a:pt x="488918" y="2514476"/>
                    </a:lnTo>
                    <a:lnTo>
                      <a:pt x="512197" y="2500608"/>
                    </a:lnTo>
                    <a:lnTo>
                      <a:pt x="535476" y="2486397"/>
                    </a:lnTo>
                    <a:lnTo>
                      <a:pt x="558756" y="2471852"/>
                    </a:lnTo>
                    <a:lnTo>
                      <a:pt x="582044" y="2456974"/>
                    </a:lnTo>
                    <a:lnTo>
                      <a:pt x="605323" y="2441753"/>
                    </a:lnTo>
                    <a:lnTo>
                      <a:pt x="628602" y="2426218"/>
                    </a:lnTo>
                    <a:lnTo>
                      <a:pt x="651891" y="2410349"/>
                    </a:lnTo>
                    <a:lnTo>
                      <a:pt x="675170" y="2394166"/>
                    </a:lnTo>
                    <a:lnTo>
                      <a:pt x="698449" y="2377659"/>
                    </a:lnTo>
                    <a:lnTo>
                      <a:pt x="721728" y="2360829"/>
                    </a:lnTo>
                    <a:lnTo>
                      <a:pt x="745017" y="2343684"/>
                    </a:lnTo>
                    <a:lnTo>
                      <a:pt x="768296" y="2326215"/>
                    </a:lnTo>
                    <a:lnTo>
                      <a:pt x="791575" y="2308413"/>
                    </a:lnTo>
                    <a:lnTo>
                      <a:pt x="814854" y="2290277"/>
                    </a:lnTo>
                    <a:lnTo>
                      <a:pt x="838143" y="2271789"/>
                    </a:lnTo>
                    <a:lnTo>
                      <a:pt x="861422" y="2252939"/>
                    </a:lnTo>
                    <a:lnTo>
                      <a:pt x="884701" y="2233689"/>
                    </a:lnTo>
                    <a:lnTo>
                      <a:pt x="907980" y="2214020"/>
                    </a:lnTo>
                    <a:lnTo>
                      <a:pt x="931269" y="2193884"/>
                    </a:lnTo>
                    <a:lnTo>
                      <a:pt x="954548" y="2173243"/>
                    </a:lnTo>
                    <a:lnTo>
                      <a:pt x="977827" y="2152031"/>
                    </a:lnTo>
                    <a:lnTo>
                      <a:pt x="1001116" y="2130190"/>
                    </a:lnTo>
                    <a:lnTo>
                      <a:pt x="1024395" y="2107635"/>
                    </a:lnTo>
                    <a:lnTo>
                      <a:pt x="1047674" y="2084280"/>
                    </a:lnTo>
                    <a:lnTo>
                      <a:pt x="1070953" y="2060000"/>
                    </a:lnTo>
                    <a:lnTo>
                      <a:pt x="1094242" y="2034702"/>
                    </a:lnTo>
                    <a:lnTo>
                      <a:pt x="1117521" y="2008242"/>
                    </a:lnTo>
                    <a:lnTo>
                      <a:pt x="1140800" y="1980467"/>
                    </a:lnTo>
                    <a:lnTo>
                      <a:pt x="1164079" y="1951244"/>
                    </a:lnTo>
                    <a:lnTo>
                      <a:pt x="1187367" y="1920373"/>
                    </a:lnTo>
                    <a:lnTo>
                      <a:pt x="1210647" y="1887703"/>
                    </a:lnTo>
                    <a:lnTo>
                      <a:pt x="1233926" y="1853041"/>
                    </a:lnTo>
                    <a:lnTo>
                      <a:pt x="1257205" y="1816199"/>
                    </a:lnTo>
                    <a:lnTo>
                      <a:pt x="1280493" y="1776994"/>
                    </a:lnTo>
                    <a:lnTo>
                      <a:pt x="1303772" y="1735245"/>
                    </a:lnTo>
                    <a:lnTo>
                      <a:pt x="1327052" y="1690783"/>
                    </a:lnTo>
                    <a:lnTo>
                      <a:pt x="1350331" y="1643443"/>
                    </a:lnTo>
                    <a:lnTo>
                      <a:pt x="1373619" y="1593104"/>
                    </a:lnTo>
                    <a:lnTo>
                      <a:pt x="1396898" y="1539669"/>
                    </a:lnTo>
                    <a:lnTo>
                      <a:pt x="1420178" y="1483062"/>
                    </a:lnTo>
                    <a:lnTo>
                      <a:pt x="1443457" y="1423264"/>
                    </a:lnTo>
                    <a:lnTo>
                      <a:pt x="1466745" y="1360313"/>
                    </a:lnTo>
                    <a:lnTo>
                      <a:pt x="1490024" y="1294286"/>
                    </a:lnTo>
                    <a:lnTo>
                      <a:pt x="1513304" y="1225344"/>
                    </a:lnTo>
                    <a:lnTo>
                      <a:pt x="1536592" y="1153687"/>
                    </a:lnTo>
                    <a:lnTo>
                      <a:pt x="1559871" y="1079611"/>
                    </a:lnTo>
                    <a:lnTo>
                      <a:pt x="1583150" y="1003478"/>
                    </a:lnTo>
                    <a:lnTo>
                      <a:pt x="1606430" y="925716"/>
                    </a:lnTo>
                    <a:lnTo>
                      <a:pt x="1629718" y="846839"/>
                    </a:lnTo>
                    <a:lnTo>
                      <a:pt x="1652997" y="767429"/>
                    </a:lnTo>
                    <a:lnTo>
                      <a:pt x="1676276" y="688105"/>
                    </a:lnTo>
                    <a:lnTo>
                      <a:pt x="1699555" y="609572"/>
                    </a:lnTo>
                    <a:lnTo>
                      <a:pt x="1722844" y="532571"/>
                    </a:lnTo>
                    <a:lnTo>
                      <a:pt x="1746123" y="457876"/>
                    </a:lnTo>
                    <a:lnTo>
                      <a:pt x="1769402" y="386286"/>
                    </a:lnTo>
                    <a:lnTo>
                      <a:pt x="1792681" y="318592"/>
                    </a:lnTo>
                    <a:lnTo>
                      <a:pt x="1815970" y="255594"/>
                    </a:lnTo>
                    <a:lnTo>
                      <a:pt x="1839249" y="198053"/>
                    </a:lnTo>
                    <a:lnTo>
                      <a:pt x="1862528" y="146704"/>
                    </a:lnTo>
                    <a:lnTo>
                      <a:pt x="1885807" y="102203"/>
                    </a:lnTo>
                    <a:lnTo>
                      <a:pt x="1909096" y="65142"/>
                    </a:lnTo>
                    <a:lnTo>
                      <a:pt x="1932375" y="36043"/>
                    </a:lnTo>
                    <a:lnTo>
                      <a:pt x="1955654" y="15307"/>
                    </a:lnTo>
                    <a:lnTo>
                      <a:pt x="1978943" y="3229"/>
                    </a:lnTo>
                    <a:lnTo>
                      <a:pt x="2002222" y="0"/>
                    </a:lnTo>
                    <a:lnTo>
                      <a:pt x="2025501" y="5677"/>
                    </a:lnTo>
                    <a:lnTo>
                      <a:pt x="2048780" y="20203"/>
                    </a:lnTo>
                    <a:lnTo>
                      <a:pt x="2072069" y="43396"/>
                    </a:lnTo>
                    <a:lnTo>
                      <a:pt x="2095348" y="74962"/>
                    </a:lnTo>
                    <a:lnTo>
                      <a:pt x="2118627" y="114500"/>
                    </a:lnTo>
                    <a:lnTo>
                      <a:pt x="2141906" y="161506"/>
                    </a:lnTo>
                    <a:lnTo>
                      <a:pt x="2165195" y="215370"/>
                    </a:lnTo>
                    <a:lnTo>
                      <a:pt x="2188474" y="275444"/>
                    </a:lnTo>
                    <a:lnTo>
                      <a:pt x="2211753" y="340995"/>
                    </a:lnTo>
                    <a:lnTo>
                      <a:pt x="2235032" y="411252"/>
                    </a:lnTo>
                    <a:lnTo>
                      <a:pt x="2258321" y="485423"/>
                    </a:lnTo>
                    <a:lnTo>
                      <a:pt x="2281600" y="562690"/>
                    </a:lnTo>
                    <a:lnTo>
                      <a:pt x="2304879" y="642261"/>
                    </a:lnTo>
                    <a:lnTo>
                      <a:pt x="2328167" y="723357"/>
                    </a:lnTo>
                    <a:lnTo>
                      <a:pt x="2351446" y="805234"/>
                    </a:lnTo>
                    <a:lnTo>
                      <a:pt x="2374725" y="887178"/>
                    </a:lnTo>
                    <a:lnTo>
                      <a:pt x="2398005" y="968540"/>
                    </a:lnTo>
                    <a:lnTo>
                      <a:pt x="2421293" y="1048741"/>
                    </a:lnTo>
                    <a:lnTo>
                      <a:pt x="2444572" y="1127274"/>
                    </a:lnTo>
                    <a:lnTo>
                      <a:pt x="2467851" y="1203674"/>
                    </a:lnTo>
                    <a:lnTo>
                      <a:pt x="2491131" y="1277598"/>
                    </a:lnTo>
                    <a:lnTo>
                      <a:pt x="2514419" y="1348721"/>
                    </a:lnTo>
                    <a:lnTo>
                      <a:pt x="2537698" y="1416834"/>
                    </a:lnTo>
                    <a:lnTo>
                      <a:pt x="2560977" y="1481785"/>
                    </a:lnTo>
                    <a:lnTo>
                      <a:pt x="2584257" y="1543469"/>
                    </a:lnTo>
                    <a:lnTo>
                      <a:pt x="2607545" y="1601857"/>
                    </a:lnTo>
                    <a:lnTo>
                      <a:pt x="2630824" y="1656960"/>
                    </a:lnTo>
                    <a:lnTo>
                      <a:pt x="2654103" y="1708852"/>
                    </a:lnTo>
                    <a:lnTo>
                      <a:pt x="2677392" y="1757610"/>
                    </a:lnTo>
                    <a:lnTo>
                      <a:pt x="2700671" y="1803378"/>
                    </a:lnTo>
                    <a:lnTo>
                      <a:pt x="2723950" y="1846307"/>
                    </a:lnTo>
                    <a:lnTo>
                      <a:pt x="2747229" y="1886569"/>
                    </a:lnTo>
                    <a:lnTo>
                      <a:pt x="2770518" y="1924326"/>
                    </a:lnTo>
                    <a:lnTo>
                      <a:pt x="2793797" y="1959788"/>
                    </a:lnTo>
                    <a:lnTo>
                      <a:pt x="2817076" y="1993135"/>
                    </a:lnTo>
                    <a:lnTo>
                      <a:pt x="2840355" y="2024539"/>
                    </a:lnTo>
                    <a:lnTo>
                      <a:pt x="2863644" y="2054200"/>
                    </a:lnTo>
                    <a:lnTo>
                      <a:pt x="2886923" y="2082280"/>
                    </a:lnTo>
                    <a:lnTo>
                      <a:pt x="2910202" y="2108931"/>
                    </a:lnTo>
                    <a:lnTo>
                      <a:pt x="2933481" y="2134324"/>
                    </a:lnTo>
                    <a:lnTo>
                      <a:pt x="2956770" y="2158565"/>
                    </a:lnTo>
                    <a:lnTo>
                      <a:pt x="2980049" y="2181797"/>
                    </a:lnTo>
                    <a:lnTo>
                      <a:pt x="3003328" y="2204123"/>
                    </a:lnTo>
                    <a:lnTo>
                      <a:pt x="3026607" y="2225640"/>
                    </a:lnTo>
                    <a:lnTo>
                      <a:pt x="3049896" y="2246433"/>
                    </a:lnTo>
                    <a:lnTo>
                      <a:pt x="3073175" y="2266579"/>
                    </a:lnTo>
                    <a:lnTo>
                      <a:pt x="3096454" y="2286124"/>
                    </a:lnTo>
                    <a:lnTo>
                      <a:pt x="3119742" y="2305126"/>
                    </a:lnTo>
                    <a:lnTo>
                      <a:pt x="3143022" y="2323633"/>
                    </a:lnTo>
                    <a:lnTo>
                      <a:pt x="3166301" y="2341683"/>
                    </a:lnTo>
                    <a:lnTo>
                      <a:pt x="3189580" y="2359295"/>
                    </a:lnTo>
                    <a:lnTo>
                      <a:pt x="3212868" y="2376488"/>
                    </a:lnTo>
                    <a:lnTo>
                      <a:pt x="3236148" y="2393290"/>
                    </a:lnTo>
                    <a:lnTo>
                      <a:pt x="3259427" y="2409711"/>
                    </a:lnTo>
                    <a:lnTo>
                      <a:pt x="3282706" y="2425761"/>
                    </a:lnTo>
                    <a:lnTo>
                      <a:pt x="3305994" y="2441448"/>
                    </a:lnTo>
                    <a:lnTo>
                      <a:pt x="3329273" y="2456774"/>
                    </a:lnTo>
                    <a:lnTo>
                      <a:pt x="3352552" y="2471738"/>
                    </a:lnTo>
                    <a:lnTo>
                      <a:pt x="3375831" y="2486349"/>
                    </a:lnTo>
                    <a:lnTo>
                      <a:pt x="3399120" y="2500608"/>
                    </a:lnTo>
                    <a:lnTo>
                      <a:pt x="3422399" y="2514505"/>
                    </a:lnTo>
                    <a:lnTo>
                      <a:pt x="3445678" y="2528059"/>
                    </a:lnTo>
                    <a:lnTo>
                      <a:pt x="3468957" y="2541251"/>
                    </a:lnTo>
                    <a:lnTo>
                      <a:pt x="3492246" y="2554091"/>
                    </a:lnTo>
                    <a:lnTo>
                      <a:pt x="3515525" y="2566578"/>
                    </a:lnTo>
                    <a:lnTo>
                      <a:pt x="3538804" y="2578713"/>
                    </a:lnTo>
                    <a:lnTo>
                      <a:pt x="3562083" y="2590486"/>
                    </a:lnTo>
                    <a:lnTo>
                      <a:pt x="3585372" y="2601916"/>
                    </a:lnTo>
                    <a:lnTo>
                      <a:pt x="3608651" y="2612993"/>
                    </a:lnTo>
                    <a:lnTo>
                      <a:pt x="3631930" y="2623728"/>
                    </a:lnTo>
                    <a:lnTo>
                      <a:pt x="3655219" y="2634110"/>
                    </a:lnTo>
                    <a:lnTo>
                      <a:pt x="3678498" y="2644150"/>
                    </a:lnTo>
                    <a:lnTo>
                      <a:pt x="3701777" y="2653856"/>
                    </a:lnTo>
                    <a:lnTo>
                      <a:pt x="3725056" y="2663219"/>
                    </a:lnTo>
                    <a:lnTo>
                      <a:pt x="3748345" y="2672258"/>
                    </a:lnTo>
                    <a:lnTo>
                      <a:pt x="3771624" y="2680973"/>
                    </a:lnTo>
                    <a:lnTo>
                      <a:pt x="3794903" y="2689355"/>
                    </a:lnTo>
                    <a:lnTo>
                      <a:pt x="3818182" y="2697432"/>
                    </a:lnTo>
                    <a:lnTo>
                      <a:pt x="3841471" y="2705195"/>
                    </a:lnTo>
                    <a:lnTo>
                      <a:pt x="3864750" y="2712644"/>
                    </a:lnTo>
                    <a:lnTo>
                      <a:pt x="3888029" y="2719807"/>
                    </a:lnTo>
                    <a:lnTo>
                      <a:pt x="3911318" y="2726674"/>
                    </a:lnTo>
                    <a:lnTo>
                      <a:pt x="3934597" y="2733256"/>
                    </a:lnTo>
                    <a:lnTo>
                      <a:pt x="3957876" y="2739562"/>
                    </a:lnTo>
                    <a:lnTo>
                      <a:pt x="3981155" y="2745591"/>
                    </a:lnTo>
                    <a:lnTo>
                      <a:pt x="4004443" y="2751363"/>
                    </a:lnTo>
                    <a:lnTo>
                      <a:pt x="4027723" y="2756878"/>
                    </a:lnTo>
                    <a:lnTo>
                      <a:pt x="4051002" y="2762136"/>
                    </a:lnTo>
                    <a:lnTo>
                      <a:pt x="4074281" y="2767165"/>
                    </a:lnTo>
                    <a:lnTo>
                      <a:pt x="4097570" y="2771947"/>
                    </a:lnTo>
                    <a:lnTo>
                      <a:pt x="4120849" y="2776509"/>
                    </a:lnTo>
                    <a:lnTo>
                      <a:pt x="4144127" y="2780843"/>
                    </a:lnTo>
                    <a:lnTo>
                      <a:pt x="4167407" y="2784977"/>
                    </a:lnTo>
                    <a:lnTo>
                      <a:pt x="4190695" y="2788901"/>
                    </a:lnTo>
                    <a:lnTo>
                      <a:pt x="4213974" y="2792625"/>
                    </a:lnTo>
                    <a:lnTo>
                      <a:pt x="4237254" y="2796159"/>
                    </a:lnTo>
                    <a:lnTo>
                      <a:pt x="4260533" y="2799512"/>
                    </a:lnTo>
                    <a:lnTo>
                      <a:pt x="4283821" y="2802684"/>
                    </a:lnTo>
                    <a:lnTo>
                      <a:pt x="4307101" y="2805694"/>
                    </a:lnTo>
                    <a:lnTo>
                      <a:pt x="4330379" y="2808542"/>
                    </a:lnTo>
                    <a:lnTo>
                      <a:pt x="4353668" y="2811228"/>
                    </a:lnTo>
                    <a:lnTo>
                      <a:pt x="4376948" y="2813771"/>
                    </a:lnTo>
                    <a:lnTo>
                      <a:pt x="4400226" y="2816171"/>
                    </a:lnTo>
                    <a:lnTo>
                      <a:pt x="4423506" y="2818438"/>
                    </a:lnTo>
                    <a:lnTo>
                      <a:pt x="4446785" y="2820572"/>
                    </a:lnTo>
                    <a:lnTo>
                      <a:pt x="4470073" y="2822581"/>
                    </a:lnTo>
                    <a:lnTo>
                      <a:pt x="4493352" y="2824467"/>
                    </a:lnTo>
                    <a:lnTo>
                      <a:pt x="4516631" y="2826249"/>
                    </a:lnTo>
                    <a:lnTo>
                      <a:pt x="4539920" y="2827925"/>
                    </a:lnTo>
                    <a:lnTo>
                      <a:pt x="4563199" y="2829497"/>
                    </a:lnTo>
                    <a:lnTo>
                      <a:pt x="4586478" y="2830964"/>
                    </a:lnTo>
                    <a:lnTo>
                      <a:pt x="4609757" y="2832345"/>
                    </a:lnTo>
                    <a:lnTo>
                      <a:pt x="4633046" y="2833640"/>
                    </a:lnTo>
                  </a:path>
                </a:pathLst>
              </a:custGeom>
              <a:noFill/>
              <a:ln w="38100" cap="flat">
                <a:solidFill>
                  <a:srgbClr val="FF0000"/>
                </a:solidFill>
                <a:prstDash val="solid"/>
                <a:round/>
              </a:ln>
            </p:spPr>
            <p:txBody>
              <a:bodyPr rtlCol="0" anchor="ctr"/>
              <a:lstStyle/>
              <a:p>
                <a:endParaRPr lang="en-US"/>
              </a:p>
            </p:txBody>
          </p:sp>
        </p:grpSp>
        <p:grpSp>
          <p:nvGrpSpPr>
            <p:cNvPr id="1336" name="Group 1335">
              <a:extLst>
                <a:ext uri="{FF2B5EF4-FFF2-40B4-BE49-F238E27FC236}">
                  <a16:creationId xmlns:a16="http://schemas.microsoft.com/office/drawing/2014/main" id="{2BD2C2B1-A17E-4B9C-43CE-679060AC039A}"/>
                </a:ext>
              </a:extLst>
            </p:cNvPr>
            <p:cNvGrpSpPr/>
            <p:nvPr/>
          </p:nvGrpSpPr>
          <p:grpSpPr>
            <a:xfrm>
              <a:off x="40766503" y="20242511"/>
              <a:ext cx="1522455" cy="423458"/>
              <a:chOff x="6143913" y="9898490"/>
              <a:chExt cx="2050618" cy="570362"/>
            </a:xfrm>
          </p:grpSpPr>
          <p:sp>
            <p:nvSpPr>
              <p:cNvPr id="1341" name="Freeform: Shape 1340">
                <a:extLst>
                  <a:ext uri="{FF2B5EF4-FFF2-40B4-BE49-F238E27FC236}">
                    <a16:creationId xmlns:a16="http://schemas.microsoft.com/office/drawing/2014/main" id="{28C8E09E-5A6A-1181-A13C-9E24231B4433}"/>
                  </a:ext>
                </a:extLst>
              </p:cNvPr>
              <p:cNvSpPr/>
              <p:nvPr/>
            </p:nvSpPr>
            <p:spPr>
              <a:xfrm>
                <a:off x="6684433" y="9898490"/>
                <a:ext cx="1510098" cy="238273"/>
              </a:xfrm>
              <a:custGeom>
                <a:avLst/>
                <a:gdLst>
                  <a:gd name="connsiteX0" fmla="*/ 68317 w 1510098"/>
                  <a:gd name="connsiteY0" fmla="*/ 187343 h 238273"/>
                  <a:gd name="connsiteX1" fmla="*/ 45696 w 1510098"/>
                  <a:gd name="connsiteY1" fmla="*/ 187343 h 238273"/>
                  <a:gd name="connsiteX2" fmla="*/ 45696 w 1510098"/>
                  <a:gd name="connsiteY2" fmla="*/ 43277 h 238273"/>
                  <a:gd name="connsiteX3" fmla="*/ 24264 w 1510098"/>
                  <a:gd name="connsiteY3" fmla="*/ 58904 h 238273"/>
                  <a:gd name="connsiteX4" fmla="*/ 452 w 1510098"/>
                  <a:gd name="connsiteY4" fmla="*/ 70513 h 238273"/>
                  <a:gd name="connsiteX5" fmla="*/ 452 w 1510098"/>
                  <a:gd name="connsiteY5" fmla="*/ 48635 h 238273"/>
                  <a:gd name="connsiteX6" fmla="*/ 33641 w 1510098"/>
                  <a:gd name="connsiteY6" fmla="*/ 27129 h 238273"/>
                  <a:gd name="connsiteX7" fmla="*/ 53732 w 1510098"/>
                  <a:gd name="connsiteY7" fmla="*/ 2499 h 238273"/>
                  <a:gd name="connsiteX8" fmla="*/ 68317 w 1510098"/>
                  <a:gd name="connsiteY8" fmla="*/ 2499 h 238273"/>
                  <a:gd name="connsiteX9" fmla="*/ 68317 w 1510098"/>
                  <a:gd name="connsiteY9" fmla="*/ 187343 h 238273"/>
                  <a:gd name="connsiteX10" fmla="*/ 123686 w 1510098"/>
                  <a:gd name="connsiteY10" fmla="*/ 132127 h 238273"/>
                  <a:gd name="connsiteX11" fmla="*/ 123686 w 1510098"/>
                  <a:gd name="connsiteY11" fmla="*/ 109357 h 238273"/>
                  <a:gd name="connsiteX12" fmla="*/ 193040 w 1510098"/>
                  <a:gd name="connsiteY12" fmla="*/ 109357 h 238273"/>
                  <a:gd name="connsiteX13" fmla="*/ 193040 w 1510098"/>
                  <a:gd name="connsiteY13" fmla="*/ 132127 h 238273"/>
                  <a:gd name="connsiteX14" fmla="*/ 123686 w 1510098"/>
                  <a:gd name="connsiteY14" fmla="*/ 132127 h 238273"/>
                  <a:gd name="connsiteX15" fmla="*/ 305173 w 1510098"/>
                  <a:gd name="connsiteY15" fmla="*/ 138527 h 238273"/>
                  <a:gd name="connsiteX16" fmla="*/ 327348 w 1510098"/>
                  <a:gd name="connsiteY16" fmla="*/ 141355 h 238273"/>
                  <a:gd name="connsiteX17" fmla="*/ 308745 w 1510098"/>
                  <a:gd name="connsiteY17" fmla="*/ 177371 h 238273"/>
                  <a:gd name="connsiteX18" fmla="*/ 271835 w 1510098"/>
                  <a:gd name="connsiteY18" fmla="*/ 190319 h 238273"/>
                  <a:gd name="connsiteX19" fmla="*/ 227856 w 1510098"/>
                  <a:gd name="connsiteY19" fmla="*/ 172460 h 238273"/>
                  <a:gd name="connsiteX20" fmla="*/ 211262 w 1510098"/>
                  <a:gd name="connsiteY20" fmla="*/ 121115 h 238273"/>
                  <a:gd name="connsiteX21" fmla="*/ 218406 w 1510098"/>
                  <a:gd name="connsiteY21" fmla="*/ 83386 h 238273"/>
                  <a:gd name="connsiteX22" fmla="*/ 240135 w 1510098"/>
                  <a:gd name="connsiteY22" fmla="*/ 59128 h 238273"/>
                  <a:gd name="connsiteX23" fmla="*/ 271984 w 1510098"/>
                  <a:gd name="connsiteY23" fmla="*/ 51016 h 238273"/>
                  <a:gd name="connsiteX24" fmla="*/ 307480 w 1510098"/>
                  <a:gd name="connsiteY24" fmla="*/ 61955 h 238273"/>
                  <a:gd name="connsiteX25" fmla="*/ 325265 w 1510098"/>
                  <a:gd name="connsiteY25" fmla="*/ 93135 h 238273"/>
                  <a:gd name="connsiteX26" fmla="*/ 303238 w 1510098"/>
                  <a:gd name="connsiteY26" fmla="*/ 96558 h 238273"/>
                  <a:gd name="connsiteX27" fmla="*/ 292150 w 1510098"/>
                  <a:gd name="connsiteY27" fmla="*/ 76392 h 238273"/>
                  <a:gd name="connsiteX28" fmla="*/ 272877 w 1510098"/>
                  <a:gd name="connsiteY28" fmla="*/ 69620 h 238273"/>
                  <a:gd name="connsiteX29" fmla="*/ 245121 w 1510098"/>
                  <a:gd name="connsiteY29" fmla="*/ 81824 h 238273"/>
                  <a:gd name="connsiteX30" fmla="*/ 234479 w 1510098"/>
                  <a:gd name="connsiteY30" fmla="*/ 120519 h 238273"/>
                  <a:gd name="connsiteX31" fmla="*/ 244748 w 1510098"/>
                  <a:gd name="connsiteY31" fmla="*/ 159586 h 238273"/>
                  <a:gd name="connsiteX32" fmla="*/ 271537 w 1510098"/>
                  <a:gd name="connsiteY32" fmla="*/ 171716 h 238273"/>
                  <a:gd name="connsiteX33" fmla="*/ 293862 w 1510098"/>
                  <a:gd name="connsiteY33" fmla="*/ 163605 h 238273"/>
                  <a:gd name="connsiteX34" fmla="*/ 305173 w 1510098"/>
                  <a:gd name="connsiteY34" fmla="*/ 138527 h 238273"/>
                  <a:gd name="connsiteX35" fmla="*/ 338212 w 1510098"/>
                  <a:gd name="connsiteY35" fmla="*/ 120668 h 238273"/>
                  <a:gd name="connsiteX36" fmla="*/ 358900 w 1510098"/>
                  <a:gd name="connsiteY36" fmla="*/ 65750 h 238273"/>
                  <a:gd name="connsiteX37" fmla="*/ 400870 w 1510098"/>
                  <a:gd name="connsiteY37" fmla="*/ 51016 h 238273"/>
                  <a:gd name="connsiteX38" fmla="*/ 445741 w 1510098"/>
                  <a:gd name="connsiteY38" fmla="*/ 69024 h 238273"/>
                  <a:gd name="connsiteX39" fmla="*/ 463228 w 1510098"/>
                  <a:gd name="connsiteY39" fmla="*/ 118733 h 238273"/>
                  <a:gd name="connsiteX40" fmla="*/ 455489 w 1510098"/>
                  <a:gd name="connsiteY40" fmla="*/ 159289 h 238273"/>
                  <a:gd name="connsiteX41" fmla="*/ 433016 w 1510098"/>
                  <a:gd name="connsiteY41" fmla="*/ 182208 h 238273"/>
                  <a:gd name="connsiteX42" fmla="*/ 400870 w 1510098"/>
                  <a:gd name="connsiteY42" fmla="*/ 190319 h 238273"/>
                  <a:gd name="connsiteX43" fmla="*/ 355476 w 1510098"/>
                  <a:gd name="connsiteY43" fmla="*/ 172386 h 238273"/>
                  <a:gd name="connsiteX44" fmla="*/ 338212 w 1510098"/>
                  <a:gd name="connsiteY44" fmla="*/ 120668 h 238273"/>
                  <a:gd name="connsiteX45" fmla="*/ 361429 w 1510098"/>
                  <a:gd name="connsiteY45" fmla="*/ 120668 h 238273"/>
                  <a:gd name="connsiteX46" fmla="*/ 372666 w 1510098"/>
                  <a:gd name="connsiteY46" fmla="*/ 158991 h 238273"/>
                  <a:gd name="connsiteX47" fmla="*/ 400870 w 1510098"/>
                  <a:gd name="connsiteY47" fmla="*/ 171716 h 238273"/>
                  <a:gd name="connsiteX48" fmla="*/ 428849 w 1510098"/>
                  <a:gd name="connsiteY48" fmla="*/ 158916 h 238273"/>
                  <a:gd name="connsiteX49" fmla="*/ 440011 w 1510098"/>
                  <a:gd name="connsiteY49" fmla="*/ 119924 h 238273"/>
                  <a:gd name="connsiteX50" fmla="*/ 428775 w 1510098"/>
                  <a:gd name="connsiteY50" fmla="*/ 82419 h 238273"/>
                  <a:gd name="connsiteX51" fmla="*/ 400870 w 1510098"/>
                  <a:gd name="connsiteY51" fmla="*/ 69620 h 238273"/>
                  <a:gd name="connsiteX52" fmla="*/ 372666 w 1510098"/>
                  <a:gd name="connsiteY52" fmla="*/ 82345 h 238273"/>
                  <a:gd name="connsiteX53" fmla="*/ 361429 w 1510098"/>
                  <a:gd name="connsiteY53" fmla="*/ 120668 h 238273"/>
                  <a:gd name="connsiteX54" fmla="*/ 489724 w 1510098"/>
                  <a:gd name="connsiteY54" fmla="*/ 187343 h 238273"/>
                  <a:gd name="connsiteX55" fmla="*/ 489724 w 1510098"/>
                  <a:gd name="connsiteY55" fmla="*/ 53993 h 238273"/>
                  <a:gd name="connsiteX56" fmla="*/ 509965 w 1510098"/>
                  <a:gd name="connsiteY56" fmla="*/ 53993 h 238273"/>
                  <a:gd name="connsiteX57" fmla="*/ 509965 w 1510098"/>
                  <a:gd name="connsiteY57" fmla="*/ 72746 h 238273"/>
                  <a:gd name="connsiteX58" fmla="*/ 526634 w 1510098"/>
                  <a:gd name="connsiteY58" fmla="*/ 56969 h 238273"/>
                  <a:gd name="connsiteX59" fmla="*/ 550298 w 1510098"/>
                  <a:gd name="connsiteY59" fmla="*/ 51016 h 238273"/>
                  <a:gd name="connsiteX60" fmla="*/ 574631 w 1510098"/>
                  <a:gd name="connsiteY60" fmla="*/ 57118 h 238273"/>
                  <a:gd name="connsiteX61" fmla="*/ 588100 w 1510098"/>
                  <a:gd name="connsiteY61" fmla="*/ 74382 h 238273"/>
                  <a:gd name="connsiteX62" fmla="*/ 629176 w 1510098"/>
                  <a:gd name="connsiteY62" fmla="*/ 51016 h 238273"/>
                  <a:gd name="connsiteX63" fmla="*/ 659760 w 1510098"/>
                  <a:gd name="connsiteY63" fmla="*/ 61955 h 238273"/>
                  <a:gd name="connsiteX64" fmla="*/ 670401 w 1510098"/>
                  <a:gd name="connsiteY64" fmla="*/ 95813 h 238273"/>
                  <a:gd name="connsiteX65" fmla="*/ 670401 w 1510098"/>
                  <a:gd name="connsiteY65" fmla="*/ 187343 h 238273"/>
                  <a:gd name="connsiteX66" fmla="*/ 647929 w 1510098"/>
                  <a:gd name="connsiteY66" fmla="*/ 187343 h 238273"/>
                  <a:gd name="connsiteX67" fmla="*/ 647929 w 1510098"/>
                  <a:gd name="connsiteY67" fmla="*/ 103404 h 238273"/>
                  <a:gd name="connsiteX68" fmla="*/ 645771 w 1510098"/>
                  <a:gd name="connsiteY68" fmla="*/ 83758 h 238273"/>
                  <a:gd name="connsiteX69" fmla="*/ 637809 w 1510098"/>
                  <a:gd name="connsiteY69" fmla="*/ 74159 h 238273"/>
                  <a:gd name="connsiteX70" fmla="*/ 624265 w 1510098"/>
                  <a:gd name="connsiteY70" fmla="*/ 70513 h 238273"/>
                  <a:gd name="connsiteX71" fmla="*/ 600825 w 1510098"/>
                  <a:gd name="connsiteY71" fmla="*/ 79889 h 238273"/>
                  <a:gd name="connsiteX72" fmla="*/ 591523 w 1510098"/>
                  <a:gd name="connsiteY72" fmla="*/ 109804 h 238273"/>
                  <a:gd name="connsiteX73" fmla="*/ 591523 w 1510098"/>
                  <a:gd name="connsiteY73" fmla="*/ 187343 h 238273"/>
                  <a:gd name="connsiteX74" fmla="*/ 568901 w 1510098"/>
                  <a:gd name="connsiteY74" fmla="*/ 187343 h 238273"/>
                  <a:gd name="connsiteX75" fmla="*/ 568901 w 1510098"/>
                  <a:gd name="connsiteY75" fmla="*/ 100724 h 238273"/>
                  <a:gd name="connsiteX76" fmla="*/ 563395 w 1510098"/>
                  <a:gd name="connsiteY76" fmla="*/ 78102 h 238273"/>
                  <a:gd name="connsiteX77" fmla="*/ 545386 w 1510098"/>
                  <a:gd name="connsiteY77" fmla="*/ 70513 h 238273"/>
                  <a:gd name="connsiteX78" fmla="*/ 527750 w 1510098"/>
                  <a:gd name="connsiteY78" fmla="*/ 75573 h 238273"/>
                  <a:gd name="connsiteX79" fmla="*/ 515992 w 1510098"/>
                  <a:gd name="connsiteY79" fmla="*/ 90307 h 238273"/>
                  <a:gd name="connsiteX80" fmla="*/ 512346 w 1510098"/>
                  <a:gd name="connsiteY80" fmla="*/ 118138 h 238273"/>
                  <a:gd name="connsiteX81" fmla="*/ 512346 w 1510098"/>
                  <a:gd name="connsiteY81" fmla="*/ 187343 h 238273"/>
                  <a:gd name="connsiteX82" fmla="*/ 489724 w 1510098"/>
                  <a:gd name="connsiteY82" fmla="*/ 187343 h 238273"/>
                  <a:gd name="connsiteX83" fmla="*/ 703953 w 1510098"/>
                  <a:gd name="connsiteY83" fmla="*/ 238391 h 238273"/>
                  <a:gd name="connsiteX84" fmla="*/ 703953 w 1510098"/>
                  <a:gd name="connsiteY84" fmla="*/ 53993 h 238273"/>
                  <a:gd name="connsiteX85" fmla="*/ 724491 w 1510098"/>
                  <a:gd name="connsiteY85" fmla="*/ 53993 h 238273"/>
                  <a:gd name="connsiteX86" fmla="*/ 724491 w 1510098"/>
                  <a:gd name="connsiteY86" fmla="*/ 71257 h 238273"/>
                  <a:gd name="connsiteX87" fmla="*/ 740937 w 1510098"/>
                  <a:gd name="connsiteY87" fmla="*/ 56077 h 238273"/>
                  <a:gd name="connsiteX88" fmla="*/ 763186 w 1510098"/>
                  <a:gd name="connsiteY88" fmla="*/ 51016 h 238273"/>
                  <a:gd name="connsiteX89" fmla="*/ 793324 w 1510098"/>
                  <a:gd name="connsiteY89" fmla="*/ 59797 h 238273"/>
                  <a:gd name="connsiteX90" fmla="*/ 813044 w 1510098"/>
                  <a:gd name="connsiteY90" fmla="*/ 84577 h 238273"/>
                  <a:gd name="connsiteX91" fmla="*/ 819741 w 1510098"/>
                  <a:gd name="connsiteY91" fmla="*/ 119626 h 238273"/>
                  <a:gd name="connsiteX92" fmla="*/ 812374 w 1510098"/>
                  <a:gd name="connsiteY92" fmla="*/ 156535 h 238273"/>
                  <a:gd name="connsiteX93" fmla="*/ 791017 w 1510098"/>
                  <a:gd name="connsiteY93" fmla="*/ 181613 h 238273"/>
                  <a:gd name="connsiteX94" fmla="*/ 761550 w 1510098"/>
                  <a:gd name="connsiteY94" fmla="*/ 190319 h 238273"/>
                  <a:gd name="connsiteX95" fmla="*/ 741309 w 1510098"/>
                  <a:gd name="connsiteY95" fmla="*/ 185557 h 238273"/>
                  <a:gd name="connsiteX96" fmla="*/ 726575 w 1510098"/>
                  <a:gd name="connsiteY96" fmla="*/ 173502 h 238273"/>
                  <a:gd name="connsiteX97" fmla="*/ 726575 w 1510098"/>
                  <a:gd name="connsiteY97" fmla="*/ 238391 h 238273"/>
                  <a:gd name="connsiteX98" fmla="*/ 703953 w 1510098"/>
                  <a:gd name="connsiteY98" fmla="*/ 238391 h 238273"/>
                  <a:gd name="connsiteX99" fmla="*/ 724342 w 1510098"/>
                  <a:gd name="connsiteY99" fmla="*/ 121412 h 238273"/>
                  <a:gd name="connsiteX100" fmla="*/ 734835 w 1510098"/>
                  <a:gd name="connsiteY100" fmla="*/ 159437 h 238273"/>
                  <a:gd name="connsiteX101" fmla="*/ 760061 w 1510098"/>
                  <a:gd name="connsiteY101" fmla="*/ 171716 h 238273"/>
                  <a:gd name="connsiteX102" fmla="*/ 785883 w 1510098"/>
                  <a:gd name="connsiteY102" fmla="*/ 158991 h 238273"/>
                  <a:gd name="connsiteX103" fmla="*/ 796673 w 1510098"/>
                  <a:gd name="connsiteY103" fmla="*/ 119477 h 238273"/>
                  <a:gd name="connsiteX104" fmla="*/ 786181 w 1510098"/>
                  <a:gd name="connsiteY104" fmla="*/ 81377 h 238273"/>
                  <a:gd name="connsiteX105" fmla="*/ 761103 w 1510098"/>
                  <a:gd name="connsiteY105" fmla="*/ 68727 h 238273"/>
                  <a:gd name="connsiteX106" fmla="*/ 735505 w 1510098"/>
                  <a:gd name="connsiteY106" fmla="*/ 82195 h 238273"/>
                  <a:gd name="connsiteX107" fmla="*/ 724342 w 1510098"/>
                  <a:gd name="connsiteY107" fmla="*/ 121412 h 238273"/>
                  <a:gd name="connsiteX108" fmla="*/ 1007430 w 1510098"/>
                  <a:gd name="connsiteY108" fmla="*/ 115161 h 238273"/>
                  <a:gd name="connsiteX109" fmla="*/ 1007430 w 1510098"/>
                  <a:gd name="connsiteY109" fmla="*/ 93581 h 238273"/>
                  <a:gd name="connsiteX110" fmla="*/ 1085421 w 1510098"/>
                  <a:gd name="connsiteY110" fmla="*/ 93432 h 238273"/>
                  <a:gd name="connsiteX111" fmla="*/ 1085421 w 1510098"/>
                  <a:gd name="connsiteY111" fmla="*/ 161744 h 238273"/>
                  <a:gd name="connsiteX112" fmla="*/ 1048359 w 1510098"/>
                  <a:gd name="connsiteY112" fmla="*/ 183250 h 238273"/>
                  <a:gd name="connsiteX113" fmla="*/ 1009221 w 1510098"/>
                  <a:gd name="connsiteY113" fmla="*/ 190468 h 238273"/>
                  <a:gd name="connsiteX114" fmla="*/ 959957 w 1510098"/>
                  <a:gd name="connsiteY114" fmla="*/ 178860 h 238273"/>
                  <a:gd name="connsiteX115" fmla="*/ 926468 w 1510098"/>
                  <a:gd name="connsiteY115" fmla="*/ 145299 h 238273"/>
                  <a:gd name="connsiteX116" fmla="*/ 915159 w 1510098"/>
                  <a:gd name="connsiteY116" fmla="*/ 96111 h 238273"/>
                  <a:gd name="connsiteX117" fmla="*/ 926391 w 1510098"/>
                  <a:gd name="connsiteY117" fmla="*/ 46031 h 238273"/>
                  <a:gd name="connsiteX118" fmla="*/ 958767 w 1510098"/>
                  <a:gd name="connsiteY118" fmla="*/ 11427 h 238273"/>
                  <a:gd name="connsiteX119" fmla="*/ 1007287 w 1510098"/>
                  <a:gd name="connsiteY119" fmla="*/ 118 h 238273"/>
                  <a:gd name="connsiteX120" fmla="*/ 1043377 w 1510098"/>
                  <a:gd name="connsiteY120" fmla="*/ 6591 h 238273"/>
                  <a:gd name="connsiteX121" fmla="*/ 1068676 w 1510098"/>
                  <a:gd name="connsiteY121" fmla="*/ 24600 h 238273"/>
                  <a:gd name="connsiteX122" fmla="*/ 1082735 w 1510098"/>
                  <a:gd name="connsiteY122" fmla="*/ 54737 h 238273"/>
                  <a:gd name="connsiteX123" fmla="*/ 1060713 w 1510098"/>
                  <a:gd name="connsiteY123" fmla="*/ 60690 h 238273"/>
                  <a:gd name="connsiteX124" fmla="*/ 1050369 w 1510098"/>
                  <a:gd name="connsiteY124" fmla="*/ 38663 h 238273"/>
                  <a:gd name="connsiteX125" fmla="*/ 1032805 w 1510098"/>
                  <a:gd name="connsiteY125" fmla="*/ 25790 h 238273"/>
                  <a:gd name="connsiteX126" fmla="*/ 1007430 w 1510098"/>
                  <a:gd name="connsiteY126" fmla="*/ 20952 h 238273"/>
                  <a:gd name="connsiteX127" fmla="*/ 978560 w 1510098"/>
                  <a:gd name="connsiteY127" fmla="*/ 26013 h 238273"/>
                  <a:gd name="connsiteX128" fmla="*/ 958910 w 1510098"/>
                  <a:gd name="connsiteY128" fmla="*/ 39408 h 238273"/>
                  <a:gd name="connsiteX129" fmla="*/ 947308 w 1510098"/>
                  <a:gd name="connsiteY129" fmla="*/ 57565 h 238273"/>
                  <a:gd name="connsiteX130" fmla="*/ 940307 w 1510098"/>
                  <a:gd name="connsiteY130" fmla="*/ 94623 h 238273"/>
                  <a:gd name="connsiteX131" fmla="*/ 948794 w 1510098"/>
                  <a:gd name="connsiteY131" fmla="*/ 135849 h 238273"/>
                  <a:gd name="connsiteX132" fmla="*/ 973426 w 1510098"/>
                  <a:gd name="connsiteY132" fmla="*/ 160405 h 238273"/>
                  <a:gd name="connsiteX133" fmla="*/ 1007878 w 1510098"/>
                  <a:gd name="connsiteY133" fmla="*/ 168441 h 238273"/>
                  <a:gd name="connsiteX134" fmla="*/ 1038682 w 1510098"/>
                  <a:gd name="connsiteY134" fmla="*/ 162414 h 238273"/>
                  <a:gd name="connsiteX135" fmla="*/ 1061608 w 1510098"/>
                  <a:gd name="connsiteY135" fmla="*/ 149391 h 238273"/>
                  <a:gd name="connsiteX136" fmla="*/ 1061608 w 1510098"/>
                  <a:gd name="connsiteY136" fmla="*/ 115161 h 238273"/>
                  <a:gd name="connsiteX137" fmla="*/ 1007430 w 1510098"/>
                  <a:gd name="connsiteY137" fmla="*/ 115161 h 238273"/>
                  <a:gd name="connsiteX138" fmla="*/ 1120559 w 1510098"/>
                  <a:gd name="connsiteY138" fmla="*/ 187343 h 238273"/>
                  <a:gd name="connsiteX139" fmla="*/ 1120559 w 1510098"/>
                  <a:gd name="connsiteY139" fmla="*/ 3243 h 238273"/>
                  <a:gd name="connsiteX140" fmla="*/ 1157315 w 1510098"/>
                  <a:gd name="connsiteY140" fmla="*/ 3243 h 238273"/>
                  <a:gd name="connsiteX141" fmla="*/ 1200778 w 1510098"/>
                  <a:gd name="connsiteY141" fmla="*/ 133616 h 238273"/>
                  <a:gd name="connsiteX142" fmla="*/ 1209551 w 1510098"/>
                  <a:gd name="connsiteY142" fmla="*/ 160852 h 238273"/>
                  <a:gd name="connsiteX143" fmla="*/ 1219380 w 1510098"/>
                  <a:gd name="connsiteY143" fmla="*/ 131383 h 238273"/>
                  <a:gd name="connsiteX144" fmla="*/ 1263434 w 1510098"/>
                  <a:gd name="connsiteY144" fmla="*/ 3243 h 238273"/>
                  <a:gd name="connsiteX145" fmla="*/ 1296323 w 1510098"/>
                  <a:gd name="connsiteY145" fmla="*/ 3243 h 238273"/>
                  <a:gd name="connsiteX146" fmla="*/ 1296323 w 1510098"/>
                  <a:gd name="connsiteY146" fmla="*/ 187343 h 238273"/>
                  <a:gd name="connsiteX147" fmla="*/ 1272806 w 1510098"/>
                  <a:gd name="connsiteY147" fmla="*/ 187343 h 238273"/>
                  <a:gd name="connsiteX148" fmla="*/ 1272806 w 1510098"/>
                  <a:gd name="connsiteY148" fmla="*/ 33305 h 238273"/>
                  <a:gd name="connsiteX149" fmla="*/ 1219228 w 1510098"/>
                  <a:gd name="connsiteY149" fmla="*/ 187343 h 238273"/>
                  <a:gd name="connsiteX150" fmla="*/ 1197349 w 1510098"/>
                  <a:gd name="connsiteY150" fmla="*/ 187343 h 238273"/>
                  <a:gd name="connsiteX151" fmla="*/ 1144066 w 1510098"/>
                  <a:gd name="connsiteY151" fmla="*/ 30627 h 238273"/>
                  <a:gd name="connsiteX152" fmla="*/ 1144066 w 1510098"/>
                  <a:gd name="connsiteY152" fmla="*/ 187343 h 238273"/>
                  <a:gd name="connsiteX153" fmla="*/ 1120559 w 1510098"/>
                  <a:gd name="connsiteY153" fmla="*/ 187343 h 238273"/>
                  <a:gd name="connsiteX154" fmla="*/ 1334785 w 1510098"/>
                  <a:gd name="connsiteY154" fmla="*/ 187343 h 238273"/>
                  <a:gd name="connsiteX155" fmla="*/ 1334785 w 1510098"/>
                  <a:gd name="connsiteY155" fmla="*/ 3243 h 238273"/>
                  <a:gd name="connsiteX156" fmla="*/ 1371542 w 1510098"/>
                  <a:gd name="connsiteY156" fmla="*/ 3243 h 238273"/>
                  <a:gd name="connsiteX157" fmla="*/ 1415005 w 1510098"/>
                  <a:gd name="connsiteY157" fmla="*/ 133616 h 238273"/>
                  <a:gd name="connsiteX158" fmla="*/ 1423787 w 1510098"/>
                  <a:gd name="connsiteY158" fmla="*/ 160852 h 238273"/>
                  <a:gd name="connsiteX159" fmla="*/ 1433607 w 1510098"/>
                  <a:gd name="connsiteY159" fmla="*/ 131383 h 238273"/>
                  <a:gd name="connsiteX160" fmla="*/ 1477660 w 1510098"/>
                  <a:gd name="connsiteY160" fmla="*/ 3243 h 238273"/>
                  <a:gd name="connsiteX161" fmla="*/ 1510550 w 1510098"/>
                  <a:gd name="connsiteY161" fmla="*/ 3243 h 238273"/>
                  <a:gd name="connsiteX162" fmla="*/ 1510550 w 1510098"/>
                  <a:gd name="connsiteY162" fmla="*/ 187343 h 238273"/>
                  <a:gd name="connsiteX163" fmla="*/ 1487033 w 1510098"/>
                  <a:gd name="connsiteY163" fmla="*/ 187343 h 238273"/>
                  <a:gd name="connsiteX164" fmla="*/ 1487033 w 1510098"/>
                  <a:gd name="connsiteY164" fmla="*/ 33305 h 238273"/>
                  <a:gd name="connsiteX165" fmla="*/ 1433455 w 1510098"/>
                  <a:gd name="connsiteY165" fmla="*/ 187343 h 238273"/>
                  <a:gd name="connsiteX166" fmla="*/ 1411576 w 1510098"/>
                  <a:gd name="connsiteY166" fmla="*/ 187343 h 238273"/>
                  <a:gd name="connsiteX167" fmla="*/ 1358303 w 1510098"/>
                  <a:gd name="connsiteY167" fmla="*/ 30627 h 238273"/>
                  <a:gd name="connsiteX168" fmla="*/ 1358303 w 1510098"/>
                  <a:gd name="connsiteY168" fmla="*/ 187343 h 238273"/>
                  <a:gd name="connsiteX169" fmla="*/ 1334785 w 1510098"/>
                  <a:gd name="connsiteY169" fmla="*/ 187343 h 23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Lst>
                <a:rect l="l" t="t" r="r" b="b"/>
                <a:pathLst>
                  <a:path w="1510098" h="238273">
                    <a:moveTo>
                      <a:pt x="68317" y="187343"/>
                    </a:moveTo>
                    <a:lnTo>
                      <a:pt x="45696" y="187343"/>
                    </a:lnTo>
                    <a:lnTo>
                      <a:pt x="45696" y="43277"/>
                    </a:lnTo>
                    <a:cubicBezTo>
                      <a:pt x="40238" y="48536"/>
                      <a:pt x="33095" y="53744"/>
                      <a:pt x="24264" y="58904"/>
                    </a:cubicBezTo>
                    <a:cubicBezTo>
                      <a:pt x="15434" y="64063"/>
                      <a:pt x="7497" y="67933"/>
                      <a:pt x="452" y="70513"/>
                    </a:cubicBezTo>
                    <a:lnTo>
                      <a:pt x="452" y="48635"/>
                    </a:lnTo>
                    <a:cubicBezTo>
                      <a:pt x="13152" y="42781"/>
                      <a:pt x="24215" y="35612"/>
                      <a:pt x="33641" y="27129"/>
                    </a:cubicBezTo>
                    <a:cubicBezTo>
                      <a:pt x="43066" y="18646"/>
                      <a:pt x="49763" y="10436"/>
                      <a:pt x="53732" y="2499"/>
                    </a:cubicBezTo>
                    <a:lnTo>
                      <a:pt x="68317" y="2499"/>
                    </a:lnTo>
                    <a:lnTo>
                      <a:pt x="68317" y="187343"/>
                    </a:lnTo>
                    <a:close/>
                    <a:moveTo>
                      <a:pt x="123686" y="132127"/>
                    </a:moveTo>
                    <a:lnTo>
                      <a:pt x="123686" y="109357"/>
                    </a:lnTo>
                    <a:lnTo>
                      <a:pt x="193040" y="109357"/>
                    </a:lnTo>
                    <a:lnTo>
                      <a:pt x="193040" y="132127"/>
                    </a:lnTo>
                    <a:lnTo>
                      <a:pt x="123686" y="132127"/>
                    </a:lnTo>
                    <a:close/>
                    <a:moveTo>
                      <a:pt x="305173" y="138527"/>
                    </a:moveTo>
                    <a:lnTo>
                      <a:pt x="327348" y="141355"/>
                    </a:lnTo>
                    <a:cubicBezTo>
                      <a:pt x="324967" y="156734"/>
                      <a:pt x="318766" y="168740"/>
                      <a:pt x="308745" y="177371"/>
                    </a:cubicBezTo>
                    <a:cubicBezTo>
                      <a:pt x="298723" y="186004"/>
                      <a:pt x="286421" y="190319"/>
                      <a:pt x="271835" y="190319"/>
                    </a:cubicBezTo>
                    <a:cubicBezTo>
                      <a:pt x="253579" y="190319"/>
                      <a:pt x="238920" y="184366"/>
                      <a:pt x="227856" y="172460"/>
                    </a:cubicBezTo>
                    <a:cubicBezTo>
                      <a:pt x="216793" y="160554"/>
                      <a:pt x="211262" y="143439"/>
                      <a:pt x="211262" y="121115"/>
                    </a:cubicBezTo>
                    <a:cubicBezTo>
                      <a:pt x="211262" y="106727"/>
                      <a:pt x="213643" y="94151"/>
                      <a:pt x="218406" y="83386"/>
                    </a:cubicBezTo>
                    <a:cubicBezTo>
                      <a:pt x="223168" y="72621"/>
                      <a:pt x="230411" y="64535"/>
                      <a:pt x="240135" y="59128"/>
                    </a:cubicBezTo>
                    <a:cubicBezTo>
                      <a:pt x="249858" y="53720"/>
                      <a:pt x="260475" y="51016"/>
                      <a:pt x="271984" y="51016"/>
                    </a:cubicBezTo>
                    <a:cubicBezTo>
                      <a:pt x="286470" y="51016"/>
                      <a:pt x="298302" y="54662"/>
                      <a:pt x="307480" y="61955"/>
                    </a:cubicBezTo>
                    <a:cubicBezTo>
                      <a:pt x="316657" y="69248"/>
                      <a:pt x="322585" y="79641"/>
                      <a:pt x="325265" y="93135"/>
                    </a:cubicBezTo>
                    <a:lnTo>
                      <a:pt x="303238" y="96558"/>
                    </a:lnTo>
                    <a:cubicBezTo>
                      <a:pt x="301154" y="87628"/>
                      <a:pt x="297458" y="80906"/>
                      <a:pt x="292150" y="76392"/>
                    </a:cubicBezTo>
                    <a:cubicBezTo>
                      <a:pt x="286842" y="71877"/>
                      <a:pt x="280418" y="69620"/>
                      <a:pt x="272877" y="69620"/>
                    </a:cubicBezTo>
                    <a:cubicBezTo>
                      <a:pt x="261467" y="69620"/>
                      <a:pt x="252215" y="73688"/>
                      <a:pt x="245121" y="81824"/>
                    </a:cubicBezTo>
                    <a:cubicBezTo>
                      <a:pt x="238026" y="89960"/>
                      <a:pt x="234479" y="102858"/>
                      <a:pt x="234479" y="120519"/>
                    </a:cubicBezTo>
                    <a:cubicBezTo>
                      <a:pt x="234479" y="138478"/>
                      <a:pt x="237902" y="151500"/>
                      <a:pt x="244748" y="159586"/>
                    </a:cubicBezTo>
                    <a:cubicBezTo>
                      <a:pt x="251595" y="167673"/>
                      <a:pt x="260524" y="171716"/>
                      <a:pt x="271537" y="171716"/>
                    </a:cubicBezTo>
                    <a:cubicBezTo>
                      <a:pt x="280467" y="171716"/>
                      <a:pt x="287909" y="169012"/>
                      <a:pt x="293862" y="163605"/>
                    </a:cubicBezTo>
                    <a:cubicBezTo>
                      <a:pt x="299815" y="158197"/>
                      <a:pt x="303585" y="149838"/>
                      <a:pt x="305173" y="138527"/>
                    </a:cubicBezTo>
                    <a:close/>
                    <a:moveTo>
                      <a:pt x="338212" y="120668"/>
                    </a:moveTo>
                    <a:cubicBezTo>
                      <a:pt x="338212" y="95963"/>
                      <a:pt x="345108" y="77657"/>
                      <a:pt x="358900" y="65750"/>
                    </a:cubicBezTo>
                    <a:cubicBezTo>
                      <a:pt x="370309" y="55928"/>
                      <a:pt x="384300" y="51016"/>
                      <a:pt x="400870" y="51016"/>
                    </a:cubicBezTo>
                    <a:cubicBezTo>
                      <a:pt x="419126" y="51016"/>
                      <a:pt x="434083" y="57019"/>
                      <a:pt x="445741" y="69024"/>
                    </a:cubicBezTo>
                    <a:cubicBezTo>
                      <a:pt x="457398" y="81030"/>
                      <a:pt x="463228" y="97600"/>
                      <a:pt x="463228" y="118733"/>
                    </a:cubicBezTo>
                    <a:cubicBezTo>
                      <a:pt x="463228" y="135898"/>
                      <a:pt x="460648" y="149416"/>
                      <a:pt x="455489" y="159289"/>
                    </a:cubicBezTo>
                    <a:cubicBezTo>
                      <a:pt x="450329" y="169161"/>
                      <a:pt x="442839" y="176801"/>
                      <a:pt x="433016" y="182208"/>
                    </a:cubicBezTo>
                    <a:cubicBezTo>
                      <a:pt x="423193" y="187615"/>
                      <a:pt x="412478" y="190319"/>
                      <a:pt x="400870" y="190319"/>
                    </a:cubicBezTo>
                    <a:cubicBezTo>
                      <a:pt x="382117" y="190319"/>
                      <a:pt x="366985" y="184341"/>
                      <a:pt x="355476" y="172386"/>
                    </a:cubicBezTo>
                    <a:cubicBezTo>
                      <a:pt x="343967" y="160430"/>
                      <a:pt x="338212" y="143191"/>
                      <a:pt x="338212" y="120668"/>
                    </a:cubicBezTo>
                    <a:close/>
                    <a:moveTo>
                      <a:pt x="361429" y="120668"/>
                    </a:moveTo>
                    <a:cubicBezTo>
                      <a:pt x="361429" y="137733"/>
                      <a:pt x="365175" y="150508"/>
                      <a:pt x="372666" y="158991"/>
                    </a:cubicBezTo>
                    <a:cubicBezTo>
                      <a:pt x="380157" y="167474"/>
                      <a:pt x="389559" y="171716"/>
                      <a:pt x="400870" y="171716"/>
                    </a:cubicBezTo>
                    <a:cubicBezTo>
                      <a:pt x="412081" y="171716"/>
                      <a:pt x="421407" y="167450"/>
                      <a:pt x="428849" y="158916"/>
                    </a:cubicBezTo>
                    <a:cubicBezTo>
                      <a:pt x="436290" y="150384"/>
                      <a:pt x="440011" y="137386"/>
                      <a:pt x="440011" y="119924"/>
                    </a:cubicBezTo>
                    <a:cubicBezTo>
                      <a:pt x="440011" y="103453"/>
                      <a:pt x="436265" y="90952"/>
                      <a:pt x="428775" y="82419"/>
                    </a:cubicBezTo>
                    <a:cubicBezTo>
                      <a:pt x="421283" y="73886"/>
                      <a:pt x="411982" y="69620"/>
                      <a:pt x="400870" y="69620"/>
                    </a:cubicBezTo>
                    <a:cubicBezTo>
                      <a:pt x="389559" y="69620"/>
                      <a:pt x="380157" y="73861"/>
                      <a:pt x="372666" y="82345"/>
                    </a:cubicBezTo>
                    <a:cubicBezTo>
                      <a:pt x="365175" y="90828"/>
                      <a:pt x="361429" y="103602"/>
                      <a:pt x="361429" y="120668"/>
                    </a:cubicBezTo>
                    <a:close/>
                    <a:moveTo>
                      <a:pt x="489724" y="187343"/>
                    </a:moveTo>
                    <a:lnTo>
                      <a:pt x="489724" y="53993"/>
                    </a:lnTo>
                    <a:lnTo>
                      <a:pt x="509965" y="53993"/>
                    </a:lnTo>
                    <a:lnTo>
                      <a:pt x="509965" y="72746"/>
                    </a:lnTo>
                    <a:cubicBezTo>
                      <a:pt x="514132" y="66197"/>
                      <a:pt x="519688" y="60938"/>
                      <a:pt x="526634" y="56969"/>
                    </a:cubicBezTo>
                    <a:cubicBezTo>
                      <a:pt x="533578" y="53001"/>
                      <a:pt x="541467" y="51016"/>
                      <a:pt x="550298" y="51016"/>
                    </a:cubicBezTo>
                    <a:cubicBezTo>
                      <a:pt x="560220" y="51016"/>
                      <a:pt x="568330" y="53050"/>
                      <a:pt x="574631" y="57118"/>
                    </a:cubicBezTo>
                    <a:cubicBezTo>
                      <a:pt x="580931" y="61186"/>
                      <a:pt x="585420" y="66941"/>
                      <a:pt x="588100" y="74382"/>
                    </a:cubicBezTo>
                    <a:cubicBezTo>
                      <a:pt x="598617" y="58805"/>
                      <a:pt x="612309" y="51016"/>
                      <a:pt x="629176" y="51016"/>
                    </a:cubicBezTo>
                    <a:cubicBezTo>
                      <a:pt x="642472" y="51016"/>
                      <a:pt x="652667" y="54662"/>
                      <a:pt x="659760" y="61955"/>
                    </a:cubicBezTo>
                    <a:cubicBezTo>
                      <a:pt x="666854" y="69248"/>
                      <a:pt x="670401" y="80534"/>
                      <a:pt x="670401" y="95813"/>
                    </a:cubicBezTo>
                    <a:lnTo>
                      <a:pt x="670401" y="187343"/>
                    </a:lnTo>
                    <a:lnTo>
                      <a:pt x="647929" y="187343"/>
                    </a:lnTo>
                    <a:lnTo>
                      <a:pt x="647929" y="103404"/>
                    </a:lnTo>
                    <a:cubicBezTo>
                      <a:pt x="647929" y="94276"/>
                      <a:pt x="647210" y="87727"/>
                      <a:pt x="645771" y="83758"/>
                    </a:cubicBezTo>
                    <a:cubicBezTo>
                      <a:pt x="644331" y="79790"/>
                      <a:pt x="641678" y="76590"/>
                      <a:pt x="637809" y="74159"/>
                    </a:cubicBezTo>
                    <a:cubicBezTo>
                      <a:pt x="633939" y="71728"/>
                      <a:pt x="629425" y="70513"/>
                      <a:pt x="624265" y="70513"/>
                    </a:cubicBezTo>
                    <a:cubicBezTo>
                      <a:pt x="614839" y="70513"/>
                      <a:pt x="607026" y="73638"/>
                      <a:pt x="600825" y="79889"/>
                    </a:cubicBezTo>
                    <a:cubicBezTo>
                      <a:pt x="594623" y="86140"/>
                      <a:pt x="591523" y="96111"/>
                      <a:pt x="591523" y="109804"/>
                    </a:cubicBezTo>
                    <a:lnTo>
                      <a:pt x="591523" y="187343"/>
                    </a:lnTo>
                    <a:lnTo>
                      <a:pt x="568901" y="187343"/>
                    </a:lnTo>
                    <a:lnTo>
                      <a:pt x="568901" y="100724"/>
                    </a:lnTo>
                    <a:cubicBezTo>
                      <a:pt x="568901" y="90703"/>
                      <a:pt x="567066" y="83163"/>
                      <a:pt x="563395" y="78102"/>
                    </a:cubicBezTo>
                    <a:cubicBezTo>
                      <a:pt x="559723" y="73043"/>
                      <a:pt x="553720" y="70513"/>
                      <a:pt x="545386" y="70513"/>
                    </a:cubicBezTo>
                    <a:cubicBezTo>
                      <a:pt x="539035" y="70513"/>
                      <a:pt x="533157" y="72200"/>
                      <a:pt x="527750" y="75573"/>
                    </a:cubicBezTo>
                    <a:cubicBezTo>
                      <a:pt x="522343" y="78946"/>
                      <a:pt x="518423" y="83858"/>
                      <a:pt x="515992" y="90307"/>
                    </a:cubicBezTo>
                    <a:cubicBezTo>
                      <a:pt x="513562" y="96756"/>
                      <a:pt x="512346" y="106033"/>
                      <a:pt x="512346" y="118138"/>
                    </a:cubicBezTo>
                    <a:lnTo>
                      <a:pt x="512346" y="187343"/>
                    </a:lnTo>
                    <a:lnTo>
                      <a:pt x="489724" y="187343"/>
                    </a:lnTo>
                    <a:close/>
                    <a:moveTo>
                      <a:pt x="703953" y="238391"/>
                    </a:moveTo>
                    <a:lnTo>
                      <a:pt x="703953" y="53993"/>
                    </a:lnTo>
                    <a:lnTo>
                      <a:pt x="724491" y="53993"/>
                    </a:lnTo>
                    <a:lnTo>
                      <a:pt x="724491" y="71257"/>
                    </a:lnTo>
                    <a:cubicBezTo>
                      <a:pt x="729353" y="64510"/>
                      <a:pt x="734835" y="59450"/>
                      <a:pt x="740937" y="56077"/>
                    </a:cubicBezTo>
                    <a:cubicBezTo>
                      <a:pt x="747038" y="52703"/>
                      <a:pt x="754455" y="51016"/>
                      <a:pt x="763186" y="51016"/>
                    </a:cubicBezTo>
                    <a:cubicBezTo>
                      <a:pt x="774596" y="51016"/>
                      <a:pt x="784642" y="53943"/>
                      <a:pt x="793324" y="59797"/>
                    </a:cubicBezTo>
                    <a:cubicBezTo>
                      <a:pt x="802006" y="65651"/>
                      <a:pt x="808579" y="73911"/>
                      <a:pt x="813044" y="84577"/>
                    </a:cubicBezTo>
                    <a:cubicBezTo>
                      <a:pt x="817508" y="95243"/>
                      <a:pt x="819741" y="106926"/>
                      <a:pt x="819741" y="119626"/>
                    </a:cubicBezTo>
                    <a:cubicBezTo>
                      <a:pt x="819741" y="133318"/>
                      <a:pt x="817285" y="145621"/>
                      <a:pt x="812374" y="156535"/>
                    </a:cubicBezTo>
                    <a:cubicBezTo>
                      <a:pt x="807463" y="167450"/>
                      <a:pt x="800344" y="175809"/>
                      <a:pt x="791017" y="181613"/>
                    </a:cubicBezTo>
                    <a:cubicBezTo>
                      <a:pt x="781691" y="187417"/>
                      <a:pt x="771868" y="190319"/>
                      <a:pt x="761550" y="190319"/>
                    </a:cubicBezTo>
                    <a:cubicBezTo>
                      <a:pt x="754009" y="190319"/>
                      <a:pt x="747262" y="188732"/>
                      <a:pt x="741309" y="185557"/>
                    </a:cubicBezTo>
                    <a:cubicBezTo>
                      <a:pt x="735356" y="182382"/>
                      <a:pt x="730445" y="178364"/>
                      <a:pt x="726575" y="173502"/>
                    </a:cubicBezTo>
                    <a:lnTo>
                      <a:pt x="726575" y="238391"/>
                    </a:lnTo>
                    <a:lnTo>
                      <a:pt x="703953" y="238391"/>
                    </a:lnTo>
                    <a:close/>
                    <a:moveTo>
                      <a:pt x="724342" y="121412"/>
                    </a:moveTo>
                    <a:cubicBezTo>
                      <a:pt x="724342" y="138576"/>
                      <a:pt x="727840" y="151252"/>
                      <a:pt x="734835" y="159437"/>
                    </a:cubicBezTo>
                    <a:cubicBezTo>
                      <a:pt x="741829" y="167623"/>
                      <a:pt x="750238" y="171716"/>
                      <a:pt x="760061" y="171716"/>
                    </a:cubicBezTo>
                    <a:cubicBezTo>
                      <a:pt x="770082" y="171716"/>
                      <a:pt x="778689" y="167474"/>
                      <a:pt x="785883" y="158991"/>
                    </a:cubicBezTo>
                    <a:cubicBezTo>
                      <a:pt x="793077" y="150508"/>
                      <a:pt x="796673" y="137337"/>
                      <a:pt x="796673" y="119477"/>
                    </a:cubicBezTo>
                    <a:cubicBezTo>
                      <a:pt x="796673" y="102511"/>
                      <a:pt x="793176" y="89811"/>
                      <a:pt x="786181" y="81377"/>
                    </a:cubicBezTo>
                    <a:cubicBezTo>
                      <a:pt x="779185" y="72944"/>
                      <a:pt x="770826" y="68727"/>
                      <a:pt x="761103" y="68727"/>
                    </a:cubicBezTo>
                    <a:cubicBezTo>
                      <a:pt x="751479" y="68727"/>
                      <a:pt x="742947" y="73216"/>
                      <a:pt x="735505" y="82195"/>
                    </a:cubicBezTo>
                    <a:cubicBezTo>
                      <a:pt x="728063" y="91175"/>
                      <a:pt x="724342" y="104247"/>
                      <a:pt x="724342" y="121412"/>
                    </a:cubicBezTo>
                    <a:close/>
                    <a:moveTo>
                      <a:pt x="1007430" y="115161"/>
                    </a:moveTo>
                    <a:lnTo>
                      <a:pt x="1007430" y="93581"/>
                    </a:lnTo>
                    <a:lnTo>
                      <a:pt x="1085421" y="93432"/>
                    </a:lnTo>
                    <a:lnTo>
                      <a:pt x="1085421" y="161744"/>
                    </a:lnTo>
                    <a:cubicBezTo>
                      <a:pt x="1073410" y="171269"/>
                      <a:pt x="1061056" y="178438"/>
                      <a:pt x="1048359" y="183250"/>
                    </a:cubicBezTo>
                    <a:cubicBezTo>
                      <a:pt x="1035662" y="188062"/>
                      <a:pt x="1022613" y="190468"/>
                      <a:pt x="1009221" y="190468"/>
                    </a:cubicBezTo>
                    <a:cubicBezTo>
                      <a:pt x="991161" y="190468"/>
                      <a:pt x="974740" y="186599"/>
                      <a:pt x="959957" y="178860"/>
                    </a:cubicBezTo>
                    <a:cubicBezTo>
                      <a:pt x="945175" y="171121"/>
                      <a:pt x="934011" y="159933"/>
                      <a:pt x="926468" y="145299"/>
                    </a:cubicBezTo>
                    <a:cubicBezTo>
                      <a:pt x="918929" y="130664"/>
                      <a:pt x="915159" y="114268"/>
                      <a:pt x="915159" y="96111"/>
                    </a:cubicBezTo>
                    <a:cubicBezTo>
                      <a:pt x="915159" y="78252"/>
                      <a:pt x="918904" y="61559"/>
                      <a:pt x="926391" y="46031"/>
                    </a:cubicBezTo>
                    <a:cubicBezTo>
                      <a:pt x="933888" y="30503"/>
                      <a:pt x="944679" y="18969"/>
                      <a:pt x="958767" y="11427"/>
                    </a:cubicBezTo>
                    <a:cubicBezTo>
                      <a:pt x="972854" y="3888"/>
                      <a:pt x="989028" y="118"/>
                      <a:pt x="1007287" y="118"/>
                    </a:cubicBezTo>
                    <a:cubicBezTo>
                      <a:pt x="1020575" y="118"/>
                      <a:pt x="1032605" y="2275"/>
                      <a:pt x="1043377" y="6591"/>
                    </a:cubicBezTo>
                    <a:cubicBezTo>
                      <a:pt x="1054141" y="10907"/>
                      <a:pt x="1062570" y="16910"/>
                      <a:pt x="1068676" y="24600"/>
                    </a:cubicBezTo>
                    <a:cubicBezTo>
                      <a:pt x="1074781" y="32289"/>
                      <a:pt x="1079468" y="42334"/>
                      <a:pt x="1082735" y="54737"/>
                    </a:cubicBezTo>
                    <a:lnTo>
                      <a:pt x="1060713" y="60690"/>
                    </a:lnTo>
                    <a:cubicBezTo>
                      <a:pt x="1057932" y="51364"/>
                      <a:pt x="1054484" y="44021"/>
                      <a:pt x="1050369" y="38663"/>
                    </a:cubicBezTo>
                    <a:cubicBezTo>
                      <a:pt x="1046254" y="33306"/>
                      <a:pt x="1040396" y="29015"/>
                      <a:pt x="1032805" y="25790"/>
                    </a:cubicBezTo>
                    <a:cubicBezTo>
                      <a:pt x="1025213" y="22565"/>
                      <a:pt x="1016755" y="20952"/>
                      <a:pt x="1007430" y="20952"/>
                    </a:cubicBezTo>
                    <a:cubicBezTo>
                      <a:pt x="996324" y="20952"/>
                      <a:pt x="986694" y="22639"/>
                      <a:pt x="978560" y="26013"/>
                    </a:cubicBezTo>
                    <a:cubicBezTo>
                      <a:pt x="970425" y="29387"/>
                      <a:pt x="963872" y="33852"/>
                      <a:pt x="958910" y="39408"/>
                    </a:cubicBezTo>
                    <a:cubicBezTo>
                      <a:pt x="953957" y="44964"/>
                      <a:pt x="950080" y="51017"/>
                      <a:pt x="947308" y="57565"/>
                    </a:cubicBezTo>
                    <a:cubicBezTo>
                      <a:pt x="942641" y="68975"/>
                      <a:pt x="940307" y="81328"/>
                      <a:pt x="940307" y="94623"/>
                    </a:cubicBezTo>
                    <a:cubicBezTo>
                      <a:pt x="940307" y="111093"/>
                      <a:pt x="943136" y="124835"/>
                      <a:pt x="948794" y="135849"/>
                    </a:cubicBezTo>
                    <a:cubicBezTo>
                      <a:pt x="954452" y="146862"/>
                      <a:pt x="962663" y="155047"/>
                      <a:pt x="973426" y="160405"/>
                    </a:cubicBezTo>
                    <a:cubicBezTo>
                      <a:pt x="984189" y="165763"/>
                      <a:pt x="995676" y="168441"/>
                      <a:pt x="1007878" y="168441"/>
                    </a:cubicBezTo>
                    <a:cubicBezTo>
                      <a:pt x="1018393" y="168441"/>
                      <a:pt x="1028661" y="166432"/>
                      <a:pt x="1038682" y="162414"/>
                    </a:cubicBezTo>
                    <a:cubicBezTo>
                      <a:pt x="1048711" y="158396"/>
                      <a:pt x="1056351" y="154055"/>
                      <a:pt x="1061608" y="149391"/>
                    </a:cubicBezTo>
                    <a:lnTo>
                      <a:pt x="1061608" y="115161"/>
                    </a:lnTo>
                    <a:lnTo>
                      <a:pt x="1007430" y="115161"/>
                    </a:lnTo>
                    <a:close/>
                    <a:moveTo>
                      <a:pt x="1120559" y="187343"/>
                    </a:moveTo>
                    <a:lnTo>
                      <a:pt x="1120559" y="3243"/>
                    </a:lnTo>
                    <a:lnTo>
                      <a:pt x="1157315" y="3243"/>
                    </a:lnTo>
                    <a:lnTo>
                      <a:pt x="1200778" y="133616"/>
                    </a:lnTo>
                    <a:cubicBezTo>
                      <a:pt x="1204845" y="145720"/>
                      <a:pt x="1207769" y="154799"/>
                      <a:pt x="1209551" y="160852"/>
                    </a:cubicBezTo>
                    <a:cubicBezTo>
                      <a:pt x="1211741" y="154104"/>
                      <a:pt x="1215008" y="144282"/>
                      <a:pt x="1219380" y="131383"/>
                    </a:cubicBezTo>
                    <a:lnTo>
                      <a:pt x="1263434" y="3243"/>
                    </a:lnTo>
                    <a:lnTo>
                      <a:pt x="1296323" y="3243"/>
                    </a:lnTo>
                    <a:lnTo>
                      <a:pt x="1296323" y="187343"/>
                    </a:lnTo>
                    <a:lnTo>
                      <a:pt x="1272806" y="187343"/>
                    </a:lnTo>
                    <a:lnTo>
                      <a:pt x="1272806" y="33305"/>
                    </a:lnTo>
                    <a:lnTo>
                      <a:pt x="1219228" y="187343"/>
                    </a:lnTo>
                    <a:lnTo>
                      <a:pt x="1197349" y="187343"/>
                    </a:lnTo>
                    <a:lnTo>
                      <a:pt x="1144066" y="30627"/>
                    </a:lnTo>
                    <a:lnTo>
                      <a:pt x="1144066" y="187343"/>
                    </a:lnTo>
                    <a:lnTo>
                      <a:pt x="1120559" y="187343"/>
                    </a:lnTo>
                    <a:close/>
                    <a:moveTo>
                      <a:pt x="1334785" y="187343"/>
                    </a:moveTo>
                    <a:lnTo>
                      <a:pt x="1334785" y="3243"/>
                    </a:lnTo>
                    <a:lnTo>
                      <a:pt x="1371542" y="3243"/>
                    </a:lnTo>
                    <a:lnTo>
                      <a:pt x="1415005" y="133616"/>
                    </a:lnTo>
                    <a:cubicBezTo>
                      <a:pt x="1419072" y="145720"/>
                      <a:pt x="1421996" y="154799"/>
                      <a:pt x="1423787" y="160852"/>
                    </a:cubicBezTo>
                    <a:cubicBezTo>
                      <a:pt x="1425968" y="154104"/>
                      <a:pt x="1429245" y="144282"/>
                      <a:pt x="1433607" y="131383"/>
                    </a:cubicBezTo>
                    <a:lnTo>
                      <a:pt x="1477660" y="3243"/>
                    </a:lnTo>
                    <a:lnTo>
                      <a:pt x="1510550" y="3243"/>
                    </a:lnTo>
                    <a:lnTo>
                      <a:pt x="1510550" y="187343"/>
                    </a:lnTo>
                    <a:lnTo>
                      <a:pt x="1487033" y="187343"/>
                    </a:lnTo>
                    <a:lnTo>
                      <a:pt x="1487033" y="33305"/>
                    </a:lnTo>
                    <a:lnTo>
                      <a:pt x="1433455" y="187343"/>
                    </a:lnTo>
                    <a:lnTo>
                      <a:pt x="1411576" y="187343"/>
                    </a:lnTo>
                    <a:lnTo>
                      <a:pt x="1358303" y="30627"/>
                    </a:lnTo>
                    <a:lnTo>
                      <a:pt x="1358303" y="187343"/>
                    </a:lnTo>
                    <a:lnTo>
                      <a:pt x="1334785" y="187343"/>
                    </a:lnTo>
                    <a:close/>
                  </a:path>
                </a:pathLst>
              </a:custGeom>
              <a:solidFill>
                <a:srgbClr val="000000"/>
              </a:solidFill>
              <a:ln w="9525" cap="sq">
                <a:noFill/>
                <a:prstDash val="solid"/>
                <a:miter/>
              </a:ln>
            </p:spPr>
            <p:txBody>
              <a:bodyPr rtlCol="0" anchor="ctr"/>
              <a:lstStyle/>
              <a:p>
                <a:endParaRPr lang="en-US" sz="1100"/>
              </a:p>
            </p:txBody>
          </p:sp>
          <p:sp>
            <p:nvSpPr>
              <p:cNvPr id="1342" name="Freeform: Shape 1341">
                <a:extLst>
                  <a:ext uri="{FF2B5EF4-FFF2-40B4-BE49-F238E27FC236}">
                    <a16:creationId xmlns:a16="http://schemas.microsoft.com/office/drawing/2014/main" id="{E155CAE8-5BD1-9772-FF34-A86B83A9194A}"/>
                  </a:ext>
                </a:extLst>
              </p:cNvPr>
              <p:cNvSpPr/>
              <p:nvPr/>
            </p:nvSpPr>
            <p:spPr>
              <a:xfrm>
                <a:off x="6143913" y="9980940"/>
                <a:ext cx="476773" cy="9525"/>
              </a:xfrm>
              <a:custGeom>
                <a:avLst/>
                <a:gdLst>
                  <a:gd name="connsiteX0" fmla="*/ 0 w 476773"/>
                  <a:gd name="connsiteY0" fmla="*/ 0 h 9525"/>
                  <a:gd name="connsiteX1" fmla="*/ 476774 w 476773"/>
                  <a:gd name="connsiteY1" fmla="*/ 0 h 9525"/>
                </a:gdLst>
                <a:ahLst/>
                <a:cxnLst>
                  <a:cxn ang="0">
                    <a:pos x="connsiteX0" y="connsiteY0"/>
                  </a:cxn>
                  <a:cxn ang="0">
                    <a:pos x="connsiteX1" y="connsiteY1"/>
                  </a:cxn>
                </a:cxnLst>
                <a:rect l="l" t="t" r="r" b="b"/>
                <a:pathLst>
                  <a:path w="476773" h="9525">
                    <a:moveTo>
                      <a:pt x="0" y="0"/>
                    </a:moveTo>
                    <a:lnTo>
                      <a:pt x="476774" y="0"/>
                    </a:lnTo>
                  </a:path>
                </a:pathLst>
              </a:custGeom>
              <a:ln w="38100" cap="flat">
                <a:solidFill>
                  <a:schemeClr val="tx1"/>
                </a:solidFill>
                <a:prstDash val="solid"/>
                <a:round/>
              </a:ln>
            </p:spPr>
            <p:txBody>
              <a:bodyPr rtlCol="0" anchor="ctr"/>
              <a:lstStyle/>
              <a:p>
                <a:endParaRPr lang="en-US" sz="1100" dirty="0"/>
              </a:p>
            </p:txBody>
          </p:sp>
          <p:sp>
            <p:nvSpPr>
              <p:cNvPr id="1343" name="Freeform: Shape 1342">
                <a:extLst>
                  <a:ext uri="{FF2B5EF4-FFF2-40B4-BE49-F238E27FC236}">
                    <a16:creationId xmlns:a16="http://schemas.microsoft.com/office/drawing/2014/main" id="{5C315C0B-2507-1059-AC7D-A323241983BF}"/>
                  </a:ext>
                </a:extLst>
              </p:cNvPr>
              <p:cNvSpPr/>
              <p:nvPr/>
            </p:nvSpPr>
            <p:spPr>
              <a:xfrm>
                <a:off x="6664185" y="10230579"/>
                <a:ext cx="1530346" cy="238273"/>
              </a:xfrm>
              <a:custGeom>
                <a:avLst/>
                <a:gdLst>
                  <a:gd name="connsiteX0" fmla="*/ 122201 w 1530346"/>
                  <a:gd name="connsiteY0" fmla="*/ 165649 h 238273"/>
                  <a:gd name="connsiteX1" fmla="*/ 122201 w 1530346"/>
                  <a:gd name="connsiteY1" fmla="*/ 187378 h 238273"/>
                  <a:gd name="connsiteX2" fmla="*/ 459 w 1530346"/>
                  <a:gd name="connsiteY2" fmla="*/ 187378 h 238273"/>
                  <a:gd name="connsiteX3" fmla="*/ 3139 w 1530346"/>
                  <a:gd name="connsiteY3" fmla="*/ 171751 h 238273"/>
                  <a:gd name="connsiteX4" fmla="*/ 18020 w 1530346"/>
                  <a:gd name="connsiteY4" fmla="*/ 147194 h 238273"/>
                  <a:gd name="connsiteX5" fmla="*/ 47638 w 1530346"/>
                  <a:gd name="connsiteY5" fmla="*/ 119363 h 238273"/>
                  <a:gd name="connsiteX6" fmla="*/ 88119 w 1530346"/>
                  <a:gd name="connsiteY6" fmla="*/ 80296 h 238273"/>
                  <a:gd name="connsiteX7" fmla="*/ 98686 w 1530346"/>
                  <a:gd name="connsiteY7" fmla="*/ 53134 h 238273"/>
                  <a:gd name="connsiteX8" fmla="*/ 89087 w 1530346"/>
                  <a:gd name="connsiteY8" fmla="*/ 30512 h 238273"/>
                  <a:gd name="connsiteX9" fmla="*/ 64009 w 1530346"/>
                  <a:gd name="connsiteY9" fmla="*/ 21285 h 238273"/>
                  <a:gd name="connsiteX10" fmla="*/ 37964 w 1530346"/>
                  <a:gd name="connsiteY10" fmla="*/ 31033 h 238273"/>
                  <a:gd name="connsiteX11" fmla="*/ 27992 w 1530346"/>
                  <a:gd name="connsiteY11" fmla="*/ 58195 h 238273"/>
                  <a:gd name="connsiteX12" fmla="*/ 4775 w 1530346"/>
                  <a:gd name="connsiteY12" fmla="*/ 55814 h 238273"/>
                  <a:gd name="connsiteX13" fmla="*/ 22709 w 1530346"/>
                  <a:gd name="connsiteY13" fmla="*/ 16151 h 238273"/>
                  <a:gd name="connsiteX14" fmla="*/ 64604 w 1530346"/>
                  <a:gd name="connsiteY14" fmla="*/ 2534 h 238273"/>
                  <a:gd name="connsiteX15" fmla="*/ 106499 w 1530346"/>
                  <a:gd name="connsiteY15" fmla="*/ 17193 h 238273"/>
                  <a:gd name="connsiteX16" fmla="*/ 121903 w 1530346"/>
                  <a:gd name="connsiteY16" fmla="*/ 53581 h 238273"/>
                  <a:gd name="connsiteX17" fmla="*/ 117363 w 1530346"/>
                  <a:gd name="connsiteY17" fmla="*/ 75385 h 238273"/>
                  <a:gd name="connsiteX18" fmla="*/ 102406 w 1530346"/>
                  <a:gd name="connsiteY18" fmla="*/ 97858 h 238273"/>
                  <a:gd name="connsiteX19" fmla="*/ 67581 w 1530346"/>
                  <a:gd name="connsiteY19" fmla="*/ 130228 h 238273"/>
                  <a:gd name="connsiteX20" fmla="*/ 41462 w 1530346"/>
                  <a:gd name="connsiteY20" fmla="*/ 153445 h 238273"/>
                  <a:gd name="connsiteX21" fmla="*/ 31862 w 1530346"/>
                  <a:gd name="connsiteY21" fmla="*/ 165649 h 238273"/>
                  <a:gd name="connsiteX22" fmla="*/ 122201 w 1530346"/>
                  <a:gd name="connsiteY22" fmla="*/ 165649 h 238273"/>
                  <a:gd name="connsiteX23" fmla="*/ 143934 w 1530346"/>
                  <a:gd name="connsiteY23" fmla="*/ 132162 h 238273"/>
                  <a:gd name="connsiteX24" fmla="*/ 143934 w 1530346"/>
                  <a:gd name="connsiteY24" fmla="*/ 109392 h 238273"/>
                  <a:gd name="connsiteX25" fmla="*/ 213288 w 1530346"/>
                  <a:gd name="connsiteY25" fmla="*/ 109392 h 238273"/>
                  <a:gd name="connsiteX26" fmla="*/ 213288 w 1530346"/>
                  <a:gd name="connsiteY26" fmla="*/ 132162 h 238273"/>
                  <a:gd name="connsiteX27" fmla="*/ 143934 w 1530346"/>
                  <a:gd name="connsiteY27" fmla="*/ 132162 h 238273"/>
                  <a:gd name="connsiteX28" fmla="*/ 325421 w 1530346"/>
                  <a:gd name="connsiteY28" fmla="*/ 138562 h 238273"/>
                  <a:gd name="connsiteX29" fmla="*/ 347596 w 1530346"/>
                  <a:gd name="connsiteY29" fmla="*/ 141390 h 238273"/>
                  <a:gd name="connsiteX30" fmla="*/ 328993 w 1530346"/>
                  <a:gd name="connsiteY30" fmla="*/ 177406 h 238273"/>
                  <a:gd name="connsiteX31" fmla="*/ 292083 w 1530346"/>
                  <a:gd name="connsiteY31" fmla="*/ 190354 h 238273"/>
                  <a:gd name="connsiteX32" fmla="*/ 248104 w 1530346"/>
                  <a:gd name="connsiteY32" fmla="*/ 172495 h 238273"/>
                  <a:gd name="connsiteX33" fmla="*/ 231510 w 1530346"/>
                  <a:gd name="connsiteY33" fmla="*/ 121149 h 238273"/>
                  <a:gd name="connsiteX34" fmla="*/ 238654 w 1530346"/>
                  <a:gd name="connsiteY34" fmla="*/ 83421 h 238273"/>
                  <a:gd name="connsiteX35" fmla="*/ 260383 w 1530346"/>
                  <a:gd name="connsiteY35" fmla="*/ 59163 h 238273"/>
                  <a:gd name="connsiteX36" fmla="*/ 292232 w 1530346"/>
                  <a:gd name="connsiteY36" fmla="*/ 51051 h 238273"/>
                  <a:gd name="connsiteX37" fmla="*/ 327728 w 1530346"/>
                  <a:gd name="connsiteY37" fmla="*/ 61990 h 238273"/>
                  <a:gd name="connsiteX38" fmla="*/ 345513 w 1530346"/>
                  <a:gd name="connsiteY38" fmla="*/ 93170 h 238273"/>
                  <a:gd name="connsiteX39" fmla="*/ 323486 w 1530346"/>
                  <a:gd name="connsiteY39" fmla="*/ 96593 h 238273"/>
                  <a:gd name="connsiteX40" fmla="*/ 312398 w 1530346"/>
                  <a:gd name="connsiteY40" fmla="*/ 76427 h 238273"/>
                  <a:gd name="connsiteX41" fmla="*/ 293125 w 1530346"/>
                  <a:gd name="connsiteY41" fmla="*/ 69654 h 238273"/>
                  <a:gd name="connsiteX42" fmla="*/ 265369 w 1530346"/>
                  <a:gd name="connsiteY42" fmla="*/ 81859 h 238273"/>
                  <a:gd name="connsiteX43" fmla="*/ 254727 w 1530346"/>
                  <a:gd name="connsiteY43" fmla="*/ 120554 h 238273"/>
                  <a:gd name="connsiteX44" fmla="*/ 264996 w 1530346"/>
                  <a:gd name="connsiteY44" fmla="*/ 159621 h 238273"/>
                  <a:gd name="connsiteX45" fmla="*/ 291785 w 1530346"/>
                  <a:gd name="connsiteY45" fmla="*/ 171751 h 238273"/>
                  <a:gd name="connsiteX46" fmla="*/ 314110 w 1530346"/>
                  <a:gd name="connsiteY46" fmla="*/ 163639 h 238273"/>
                  <a:gd name="connsiteX47" fmla="*/ 325421 w 1530346"/>
                  <a:gd name="connsiteY47" fmla="*/ 138562 h 238273"/>
                  <a:gd name="connsiteX48" fmla="*/ 358460 w 1530346"/>
                  <a:gd name="connsiteY48" fmla="*/ 120703 h 238273"/>
                  <a:gd name="connsiteX49" fmla="*/ 379148 w 1530346"/>
                  <a:gd name="connsiteY49" fmla="*/ 65785 h 238273"/>
                  <a:gd name="connsiteX50" fmla="*/ 421118 w 1530346"/>
                  <a:gd name="connsiteY50" fmla="*/ 51051 h 238273"/>
                  <a:gd name="connsiteX51" fmla="*/ 465989 w 1530346"/>
                  <a:gd name="connsiteY51" fmla="*/ 69059 h 238273"/>
                  <a:gd name="connsiteX52" fmla="*/ 483476 w 1530346"/>
                  <a:gd name="connsiteY52" fmla="*/ 118768 h 238273"/>
                  <a:gd name="connsiteX53" fmla="*/ 475737 w 1530346"/>
                  <a:gd name="connsiteY53" fmla="*/ 159324 h 238273"/>
                  <a:gd name="connsiteX54" fmla="*/ 453264 w 1530346"/>
                  <a:gd name="connsiteY54" fmla="*/ 182243 h 238273"/>
                  <a:gd name="connsiteX55" fmla="*/ 421118 w 1530346"/>
                  <a:gd name="connsiteY55" fmla="*/ 190354 h 238273"/>
                  <a:gd name="connsiteX56" fmla="*/ 375724 w 1530346"/>
                  <a:gd name="connsiteY56" fmla="*/ 172421 h 238273"/>
                  <a:gd name="connsiteX57" fmla="*/ 358460 w 1530346"/>
                  <a:gd name="connsiteY57" fmla="*/ 120703 h 238273"/>
                  <a:gd name="connsiteX58" fmla="*/ 381677 w 1530346"/>
                  <a:gd name="connsiteY58" fmla="*/ 120703 h 238273"/>
                  <a:gd name="connsiteX59" fmla="*/ 392914 w 1530346"/>
                  <a:gd name="connsiteY59" fmla="*/ 159026 h 238273"/>
                  <a:gd name="connsiteX60" fmla="*/ 421118 w 1530346"/>
                  <a:gd name="connsiteY60" fmla="*/ 171751 h 238273"/>
                  <a:gd name="connsiteX61" fmla="*/ 449097 w 1530346"/>
                  <a:gd name="connsiteY61" fmla="*/ 158951 h 238273"/>
                  <a:gd name="connsiteX62" fmla="*/ 460259 w 1530346"/>
                  <a:gd name="connsiteY62" fmla="*/ 119959 h 238273"/>
                  <a:gd name="connsiteX63" fmla="*/ 449023 w 1530346"/>
                  <a:gd name="connsiteY63" fmla="*/ 82454 h 238273"/>
                  <a:gd name="connsiteX64" fmla="*/ 421118 w 1530346"/>
                  <a:gd name="connsiteY64" fmla="*/ 69654 h 238273"/>
                  <a:gd name="connsiteX65" fmla="*/ 392914 w 1530346"/>
                  <a:gd name="connsiteY65" fmla="*/ 82380 h 238273"/>
                  <a:gd name="connsiteX66" fmla="*/ 381677 w 1530346"/>
                  <a:gd name="connsiteY66" fmla="*/ 120703 h 238273"/>
                  <a:gd name="connsiteX67" fmla="*/ 509972 w 1530346"/>
                  <a:gd name="connsiteY67" fmla="*/ 187378 h 238273"/>
                  <a:gd name="connsiteX68" fmla="*/ 509972 w 1530346"/>
                  <a:gd name="connsiteY68" fmla="*/ 54028 h 238273"/>
                  <a:gd name="connsiteX69" fmla="*/ 530213 w 1530346"/>
                  <a:gd name="connsiteY69" fmla="*/ 54028 h 238273"/>
                  <a:gd name="connsiteX70" fmla="*/ 530213 w 1530346"/>
                  <a:gd name="connsiteY70" fmla="*/ 72780 h 238273"/>
                  <a:gd name="connsiteX71" fmla="*/ 546882 w 1530346"/>
                  <a:gd name="connsiteY71" fmla="*/ 57004 h 238273"/>
                  <a:gd name="connsiteX72" fmla="*/ 570546 w 1530346"/>
                  <a:gd name="connsiteY72" fmla="*/ 51051 h 238273"/>
                  <a:gd name="connsiteX73" fmla="*/ 594879 w 1530346"/>
                  <a:gd name="connsiteY73" fmla="*/ 57153 h 238273"/>
                  <a:gd name="connsiteX74" fmla="*/ 608348 w 1530346"/>
                  <a:gd name="connsiteY74" fmla="*/ 74417 h 238273"/>
                  <a:gd name="connsiteX75" fmla="*/ 649424 w 1530346"/>
                  <a:gd name="connsiteY75" fmla="*/ 51051 h 238273"/>
                  <a:gd name="connsiteX76" fmla="*/ 680008 w 1530346"/>
                  <a:gd name="connsiteY76" fmla="*/ 61990 h 238273"/>
                  <a:gd name="connsiteX77" fmla="*/ 690649 w 1530346"/>
                  <a:gd name="connsiteY77" fmla="*/ 95848 h 238273"/>
                  <a:gd name="connsiteX78" fmla="*/ 690649 w 1530346"/>
                  <a:gd name="connsiteY78" fmla="*/ 187378 h 238273"/>
                  <a:gd name="connsiteX79" fmla="*/ 668177 w 1530346"/>
                  <a:gd name="connsiteY79" fmla="*/ 187378 h 238273"/>
                  <a:gd name="connsiteX80" fmla="*/ 668177 w 1530346"/>
                  <a:gd name="connsiteY80" fmla="*/ 103439 h 238273"/>
                  <a:gd name="connsiteX81" fmla="*/ 666019 w 1530346"/>
                  <a:gd name="connsiteY81" fmla="*/ 83793 h 238273"/>
                  <a:gd name="connsiteX82" fmla="*/ 658057 w 1530346"/>
                  <a:gd name="connsiteY82" fmla="*/ 74194 h 238273"/>
                  <a:gd name="connsiteX83" fmla="*/ 644513 w 1530346"/>
                  <a:gd name="connsiteY83" fmla="*/ 70548 h 238273"/>
                  <a:gd name="connsiteX84" fmla="*/ 621073 w 1530346"/>
                  <a:gd name="connsiteY84" fmla="*/ 79924 h 238273"/>
                  <a:gd name="connsiteX85" fmla="*/ 611771 w 1530346"/>
                  <a:gd name="connsiteY85" fmla="*/ 109838 h 238273"/>
                  <a:gd name="connsiteX86" fmla="*/ 611771 w 1530346"/>
                  <a:gd name="connsiteY86" fmla="*/ 187378 h 238273"/>
                  <a:gd name="connsiteX87" fmla="*/ 589149 w 1530346"/>
                  <a:gd name="connsiteY87" fmla="*/ 187378 h 238273"/>
                  <a:gd name="connsiteX88" fmla="*/ 589149 w 1530346"/>
                  <a:gd name="connsiteY88" fmla="*/ 100759 h 238273"/>
                  <a:gd name="connsiteX89" fmla="*/ 583643 w 1530346"/>
                  <a:gd name="connsiteY89" fmla="*/ 78137 h 238273"/>
                  <a:gd name="connsiteX90" fmla="*/ 565634 w 1530346"/>
                  <a:gd name="connsiteY90" fmla="*/ 70548 h 238273"/>
                  <a:gd name="connsiteX91" fmla="*/ 547998 w 1530346"/>
                  <a:gd name="connsiteY91" fmla="*/ 75608 h 238273"/>
                  <a:gd name="connsiteX92" fmla="*/ 536241 w 1530346"/>
                  <a:gd name="connsiteY92" fmla="*/ 90342 h 238273"/>
                  <a:gd name="connsiteX93" fmla="*/ 532594 w 1530346"/>
                  <a:gd name="connsiteY93" fmla="*/ 118173 h 238273"/>
                  <a:gd name="connsiteX94" fmla="*/ 532594 w 1530346"/>
                  <a:gd name="connsiteY94" fmla="*/ 187378 h 238273"/>
                  <a:gd name="connsiteX95" fmla="*/ 509972 w 1530346"/>
                  <a:gd name="connsiteY95" fmla="*/ 187378 h 238273"/>
                  <a:gd name="connsiteX96" fmla="*/ 724201 w 1530346"/>
                  <a:gd name="connsiteY96" fmla="*/ 238426 h 238273"/>
                  <a:gd name="connsiteX97" fmla="*/ 724201 w 1530346"/>
                  <a:gd name="connsiteY97" fmla="*/ 54028 h 238273"/>
                  <a:gd name="connsiteX98" fmla="*/ 744739 w 1530346"/>
                  <a:gd name="connsiteY98" fmla="*/ 54028 h 238273"/>
                  <a:gd name="connsiteX99" fmla="*/ 744739 w 1530346"/>
                  <a:gd name="connsiteY99" fmla="*/ 71292 h 238273"/>
                  <a:gd name="connsiteX100" fmla="*/ 761185 w 1530346"/>
                  <a:gd name="connsiteY100" fmla="*/ 56112 h 238273"/>
                  <a:gd name="connsiteX101" fmla="*/ 783434 w 1530346"/>
                  <a:gd name="connsiteY101" fmla="*/ 51051 h 238273"/>
                  <a:gd name="connsiteX102" fmla="*/ 813572 w 1530346"/>
                  <a:gd name="connsiteY102" fmla="*/ 59832 h 238273"/>
                  <a:gd name="connsiteX103" fmla="*/ 833292 w 1530346"/>
                  <a:gd name="connsiteY103" fmla="*/ 84612 h 238273"/>
                  <a:gd name="connsiteX104" fmla="*/ 839989 w 1530346"/>
                  <a:gd name="connsiteY104" fmla="*/ 119661 h 238273"/>
                  <a:gd name="connsiteX105" fmla="*/ 832622 w 1530346"/>
                  <a:gd name="connsiteY105" fmla="*/ 156570 h 238273"/>
                  <a:gd name="connsiteX106" fmla="*/ 811265 w 1530346"/>
                  <a:gd name="connsiteY106" fmla="*/ 181647 h 238273"/>
                  <a:gd name="connsiteX107" fmla="*/ 781798 w 1530346"/>
                  <a:gd name="connsiteY107" fmla="*/ 190354 h 238273"/>
                  <a:gd name="connsiteX108" fmla="*/ 761557 w 1530346"/>
                  <a:gd name="connsiteY108" fmla="*/ 185592 h 238273"/>
                  <a:gd name="connsiteX109" fmla="*/ 746823 w 1530346"/>
                  <a:gd name="connsiteY109" fmla="*/ 173537 h 238273"/>
                  <a:gd name="connsiteX110" fmla="*/ 746823 w 1530346"/>
                  <a:gd name="connsiteY110" fmla="*/ 238426 h 238273"/>
                  <a:gd name="connsiteX111" fmla="*/ 724201 w 1530346"/>
                  <a:gd name="connsiteY111" fmla="*/ 238426 h 238273"/>
                  <a:gd name="connsiteX112" fmla="*/ 744590 w 1530346"/>
                  <a:gd name="connsiteY112" fmla="*/ 121447 h 238273"/>
                  <a:gd name="connsiteX113" fmla="*/ 755083 w 1530346"/>
                  <a:gd name="connsiteY113" fmla="*/ 159472 h 238273"/>
                  <a:gd name="connsiteX114" fmla="*/ 780309 w 1530346"/>
                  <a:gd name="connsiteY114" fmla="*/ 171751 h 238273"/>
                  <a:gd name="connsiteX115" fmla="*/ 806131 w 1530346"/>
                  <a:gd name="connsiteY115" fmla="*/ 159026 h 238273"/>
                  <a:gd name="connsiteX116" fmla="*/ 816921 w 1530346"/>
                  <a:gd name="connsiteY116" fmla="*/ 119512 h 238273"/>
                  <a:gd name="connsiteX117" fmla="*/ 806429 w 1530346"/>
                  <a:gd name="connsiteY117" fmla="*/ 81412 h 238273"/>
                  <a:gd name="connsiteX118" fmla="*/ 781351 w 1530346"/>
                  <a:gd name="connsiteY118" fmla="*/ 68762 h 238273"/>
                  <a:gd name="connsiteX119" fmla="*/ 755753 w 1530346"/>
                  <a:gd name="connsiteY119" fmla="*/ 82230 h 238273"/>
                  <a:gd name="connsiteX120" fmla="*/ 744590 w 1530346"/>
                  <a:gd name="connsiteY120" fmla="*/ 121447 h 238273"/>
                  <a:gd name="connsiteX121" fmla="*/ 1027678 w 1530346"/>
                  <a:gd name="connsiteY121" fmla="*/ 115196 h 238273"/>
                  <a:gd name="connsiteX122" fmla="*/ 1027678 w 1530346"/>
                  <a:gd name="connsiteY122" fmla="*/ 93615 h 238273"/>
                  <a:gd name="connsiteX123" fmla="*/ 1105669 w 1530346"/>
                  <a:gd name="connsiteY123" fmla="*/ 93467 h 238273"/>
                  <a:gd name="connsiteX124" fmla="*/ 1105669 w 1530346"/>
                  <a:gd name="connsiteY124" fmla="*/ 161779 h 238273"/>
                  <a:gd name="connsiteX125" fmla="*/ 1068607 w 1530346"/>
                  <a:gd name="connsiteY125" fmla="*/ 183285 h 238273"/>
                  <a:gd name="connsiteX126" fmla="*/ 1029469 w 1530346"/>
                  <a:gd name="connsiteY126" fmla="*/ 190503 h 238273"/>
                  <a:gd name="connsiteX127" fmla="*/ 980205 w 1530346"/>
                  <a:gd name="connsiteY127" fmla="*/ 178895 h 238273"/>
                  <a:gd name="connsiteX128" fmla="*/ 946716 w 1530346"/>
                  <a:gd name="connsiteY128" fmla="*/ 145333 h 238273"/>
                  <a:gd name="connsiteX129" fmla="*/ 935407 w 1530346"/>
                  <a:gd name="connsiteY129" fmla="*/ 96146 h 238273"/>
                  <a:gd name="connsiteX130" fmla="*/ 946639 w 1530346"/>
                  <a:gd name="connsiteY130" fmla="*/ 46066 h 238273"/>
                  <a:gd name="connsiteX131" fmla="*/ 979015 w 1530346"/>
                  <a:gd name="connsiteY131" fmla="*/ 11462 h 238273"/>
                  <a:gd name="connsiteX132" fmla="*/ 1027535 w 1530346"/>
                  <a:gd name="connsiteY132" fmla="*/ 152 h 238273"/>
                  <a:gd name="connsiteX133" fmla="*/ 1063626 w 1530346"/>
                  <a:gd name="connsiteY133" fmla="*/ 6626 h 238273"/>
                  <a:gd name="connsiteX134" fmla="*/ 1088924 w 1530346"/>
                  <a:gd name="connsiteY134" fmla="*/ 24634 h 238273"/>
                  <a:gd name="connsiteX135" fmla="*/ 1102983 w 1530346"/>
                  <a:gd name="connsiteY135" fmla="*/ 54772 h 238273"/>
                  <a:gd name="connsiteX136" fmla="*/ 1080961 w 1530346"/>
                  <a:gd name="connsiteY136" fmla="*/ 60725 h 238273"/>
                  <a:gd name="connsiteX137" fmla="*/ 1070617 w 1530346"/>
                  <a:gd name="connsiteY137" fmla="*/ 38698 h 238273"/>
                  <a:gd name="connsiteX138" fmla="*/ 1053053 w 1530346"/>
                  <a:gd name="connsiteY138" fmla="*/ 25825 h 238273"/>
                  <a:gd name="connsiteX139" fmla="*/ 1027678 w 1530346"/>
                  <a:gd name="connsiteY139" fmla="*/ 20987 h 238273"/>
                  <a:gd name="connsiteX140" fmla="*/ 998808 w 1530346"/>
                  <a:gd name="connsiteY140" fmla="*/ 26048 h 238273"/>
                  <a:gd name="connsiteX141" fmla="*/ 979158 w 1530346"/>
                  <a:gd name="connsiteY141" fmla="*/ 39443 h 238273"/>
                  <a:gd name="connsiteX142" fmla="*/ 967556 w 1530346"/>
                  <a:gd name="connsiteY142" fmla="*/ 57600 h 238273"/>
                  <a:gd name="connsiteX143" fmla="*/ 960555 w 1530346"/>
                  <a:gd name="connsiteY143" fmla="*/ 94658 h 238273"/>
                  <a:gd name="connsiteX144" fmla="*/ 969042 w 1530346"/>
                  <a:gd name="connsiteY144" fmla="*/ 135884 h 238273"/>
                  <a:gd name="connsiteX145" fmla="*/ 993674 w 1530346"/>
                  <a:gd name="connsiteY145" fmla="*/ 160440 h 238273"/>
                  <a:gd name="connsiteX146" fmla="*/ 1028126 w 1530346"/>
                  <a:gd name="connsiteY146" fmla="*/ 168476 h 238273"/>
                  <a:gd name="connsiteX147" fmla="*/ 1058930 w 1530346"/>
                  <a:gd name="connsiteY147" fmla="*/ 162449 h 238273"/>
                  <a:gd name="connsiteX148" fmla="*/ 1081856 w 1530346"/>
                  <a:gd name="connsiteY148" fmla="*/ 149426 h 238273"/>
                  <a:gd name="connsiteX149" fmla="*/ 1081856 w 1530346"/>
                  <a:gd name="connsiteY149" fmla="*/ 115196 h 238273"/>
                  <a:gd name="connsiteX150" fmla="*/ 1027678 w 1530346"/>
                  <a:gd name="connsiteY150" fmla="*/ 115196 h 238273"/>
                  <a:gd name="connsiteX151" fmla="*/ 1140807 w 1530346"/>
                  <a:gd name="connsiteY151" fmla="*/ 187378 h 238273"/>
                  <a:gd name="connsiteX152" fmla="*/ 1140807 w 1530346"/>
                  <a:gd name="connsiteY152" fmla="*/ 3278 h 238273"/>
                  <a:gd name="connsiteX153" fmla="*/ 1177564 w 1530346"/>
                  <a:gd name="connsiteY153" fmla="*/ 3278 h 238273"/>
                  <a:gd name="connsiteX154" fmla="*/ 1221026 w 1530346"/>
                  <a:gd name="connsiteY154" fmla="*/ 133651 h 238273"/>
                  <a:gd name="connsiteX155" fmla="*/ 1229799 w 1530346"/>
                  <a:gd name="connsiteY155" fmla="*/ 160887 h 238273"/>
                  <a:gd name="connsiteX156" fmla="*/ 1239628 w 1530346"/>
                  <a:gd name="connsiteY156" fmla="*/ 131418 h 238273"/>
                  <a:gd name="connsiteX157" fmla="*/ 1283682 w 1530346"/>
                  <a:gd name="connsiteY157" fmla="*/ 3278 h 238273"/>
                  <a:gd name="connsiteX158" fmla="*/ 1316571 w 1530346"/>
                  <a:gd name="connsiteY158" fmla="*/ 3278 h 238273"/>
                  <a:gd name="connsiteX159" fmla="*/ 1316571 w 1530346"/>
                  <a:gd name="connsiteY159" fmla="*/ 187378 h 238273"/>
                  <a:gd name="connsiteX160" fmla="*/ 1293054 w 1530346"/>
                  <a:gd name="connsiteY160" fmla="*/ 187378 h 238273"/>
                  <a:gd name="connsiteX161" fmla="*/ 1293054 w 1530346"/>
                  <a:gd name="connsiteY161" fmla="*/ 33340 h 238273"/>
                  <a:gd name="connsiteX162" fmla="*/ 1239476 w 1530346"/>
                  <a:gd name="connsiteY162" fmla="*/ 187378 h 238273"/>
                  <a:gd name="connsiteX163" fmla="*/ 1217597 w 1530346"/>
                  <a:gd name="connsiteY163" fmla="*/ 187378 h 238273"/>
                  <a:gd name="connsiteX164" fmla="*/ 1164314 w 1530346"/>
                  <a:gd name="connsiteY164" fmla="*/ 30662 h 238273"/>
                  <a:gd name="connsiteX165" fmla="*/ 1164314 w 1530346"/>
                  <a:gd name="connsiteY165" fmla="*/ 187378 h 238273"/>
                  <a:gd name="connsiteX166" fmla="*/ 1140807 w 1530346"/>
                  <a:gd name="connsiteY166" fmla="*/ 187378 h 238273"/>
                  <a:gd name="connsiteX167" fmla="*/ 1355033 w 1530346"/>
                  <a:gd name="connsiteY167" fmla="*/ 187378 h 238273"/>
                  <a:gd name="connsiteX168" fmla="*/ 1355033 w 1530346"/>
                  <a:gd name="connsiteY168" fmla="*/ 3278 h 238273"/>
                  <a:gd name="connsiteX169" fmla="*/ 1391790 w 1530346"/>
                  <a:gd name="connsiteY169" fmla="*/ 3278 h 238273"/>
                  <a:gd name="connsiteX170" fmla="*/ 1435253 w 1530346"/>
                  <a:gd name="connsiteY170" fmla="*/ 133651 h 238273"/>
                  <a:gd name="connsiteX171" fmla="*/ 1444035 w 1530346"/>
                  <a:gd name="connsiteY171" fmla="*/ 160887 h 238273"/>
                  <a:gd name="connsiteX172" fmla="*/ 1453855 w 1530346"/>
                  <a:gd name="connsiteY172" fmla="*/ 131418 h 238273"/>
                  <a:gd name="connsiteX173" fmla="*/ 1497908 w 1530346"/>
                  <a:gd name="connsiteY173" fmla="*/ 3278 h 238273"/>
                  <a:gd name="connsiteX174" fmla="*/ 1530798 w 1530346"/>
                  <a:gd name="connsiteY174" fmla="*/ 3278 h 238273"/>
                  <a:gd name="connsiteX175" fmla="*/ 1530798 w 1530346"/>
                  <a:gd name="connsiteY175" fmla="*/ 187378 h 238273"/>
                  <a:gd name="connsiteX176" fmla="*/ 1507281 w 1530346"/>
                  <a:gd name="connsiteY176" fmla="*/ 187378 h 238273"/>
                  <a:gd name="connsiteX177" fmla="*/ 1507281 w 1530346"/>
                  <a:gd name="connsiteY177" fmla="*/ 33340 h 238273"/>
                  <a:gd name="connsiteX178" fmla="*/ 1453703 w 1530346"/>
                  <a:gd name="connsiteY178" fmla="*/ 187378 h 238273"/>
                  <a:gd name="connsiteX179" fmla="*/ 1431824 w 1530346"/>
                  <a:gd name="connsiteY179" fmla="*/ 187378 h 238273"/>
                  <a:gd name="connsiteX180" fmla="*/ 1378551 w 1530346"/>
                  <a:gd name="connsiteY180" fmla="*/ 30662 h 238273"/>
                  <a:gd name="connsiteX181" fmla="*/ 1378551 w 1530346"/>
                  <a:gd name="connsiteY181" fmla="*/ 187378 h 238273"/>
                  <a:gd name="connsiteX182" fmla="*/ 1355033 w 1530346"/>
                  <a:gd name="connsiteY182" fmla="*/ 187378 h 23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1530346" h="238273">
                    <a:moveTo>
                      <a:pt x="122201" y="165649"/>
                    </a:moveTo>
                    <a:lnTo>
                      <a:pt x="122201" y="187378"/>
                    </a:lnTo>
                    <a:lnTo>
                      <a:pt x="459" y="187378"/>
                    </a:lnTo>
                    <a:cubicBezTo>
                      <a:pt x="360" y="181921"/>
                      <a:pt x="1253" y="176712"/>
                      <a:pt x="3139" y="171751"/>
                    </a:cubicBezTo>
                    <a:cubicBezTo>
                      <a:pt x="6214" y="163417"/>
                      <a:pt x="11175" y="155231"/>
                      <a:pt x="18020" y="147194"/>
                    </a:cubicBezTo>
                    <a:cubicBezTo>
                      <a:pt x="24867" y="139157"/>
                      <a:pt x="34739" y="129880"/>
                      <a:pt x="47638" y="119363"/>
                    </a:cubicBezTo>
                    <a:cubicBezTo>
                      <a:pt x="67580" y="102893"/>
                      <a:pt x="81074" y="89870"/>
                      <a:pt x="88119" y="80296"/>
                    </a:cubicBezTo>
                    <a:cubicBezTo>
                      <a:pt x="95163" y="70721"/>
                      <a:pt x="98686" y="61667"/>
                      <a:pt x="98686" y="53134"/>
                    </a:cubicBezTo>
                    <a:cubicBezTo>
                      <a:pt x="98686" y="44205"/>
                      <a:pt x="95486" y="36664"/>
                      <a:pt x="89087" y="30512"/>
                    </a:cubicBezTo>
                    <a:cubicBezTo>
                      <a:pt x="82687" y="24361"/>
                      <a:pt x="74328" y="21285"/>
                      <a:pt x="64009" y="21285"/>
                    </a:cubicBezTo>
                    <a:cubicBezTo>
                      <a:pt x="53194" y="21285"/>
                      <a:pt x="44512" y="24535"/>
                      <a:pt x="37964" y="31033"/>
                    </a:cubicBezTo>
                    <a:cubicBezTo>
                      <a:pt x="31416" y="37533"/>
                      <a:pt x="28092" y="46586"/>
                      <a:pt x="27992" y="58195"/>
                    </a:cubicBezTo>
                    <a:lnTo>
                      <a:pt x="4775" y="55814"/>
                    </a:lnTo>
                    <a:cubicBezTo>
                      <a:pt x="6363" y="38450"/>
                      <a:pt x="12340" y="25229"/>
                      <a:pt x="22709" y="16151"/>
                    </a:cubicBezTo>
                    <a:cubicBezTo>
                      <a:pt x="33077" y="7073"/>
                      <a:pt x="47042" y="2534"/>
                      <a:pt x="64604" y="2534"/>
                    </a:cubicBezTo>
                    <a:cubicBezTo>
                      <a:pt x="82265" y="2534"/>
                      <a:pt x="96230" y="7420"/>
                      <a:pt x="106499" y="17193"/>
                    </a:cubicBezTo>
                    <a:cubicBezTo>
                      <a:pt x="116768" y="26966"/>
                      <a:pt x="121903" y="39095"/>
                      <a:pt x="121903" y="53581"/>
                    </a:cubicBezTo>
                    <a:cubicBezTo>
                      <a:pt x="121903" y="61023"/>
                      <a:pt x="120389" y="68290"/>
                      <a:pt x="117363" y="75385"/>
                    </a:cubicBezTo>
                    <a:cubicBezTo>
                      <a:pt x="114337" y="82479"/>
                      <a:pt x="109352" y="89970"/>
                      <a:pt x="102406" y="97858"/>
                    </a:cubicBezTo>
                    <a:cubicBezTo>
                      <a:pt x="95462" y="105746"/>
                      <a:pt x="83853" y="116536"/>
                      <a:pt x="67581" y="130228"/>
                    </a:cubicBezTo>
                    <a:cubicBezTo>
                      <a:pt x="53988" y="141638"/>
                      <a:pt x="45282" y="149377"/>
                      <a:pt x="41462" y="153445"/>
                    </a:cubicBezTo>
                    <a:cubicBezTo>
                      <a:pt x="37641" y="157513"/>
                      <a:pt x="34442" y="161581"/>
                      <a:pt x="31862" y="165649"/>
                    </a:cubicBezTo>
                    <a:lnTo>
                      <a:pt x="122201" y="165649"/>
                    </a:lnTo>
                    <a:close/>
                    <a:moveTo>
                      <a:pt x="143934" y="132162"/>
                    </a:moveTo>
                    <a:lnTo>
                      <a:pt x="143934" y="109392"/>
                    </a:lnTo>
                    <a:lnTo>
                      <a:pt x="213288" y="109392"/>
                    </a:lnTo>
                    <a:lnTo>
                      <a:pt x="213288" y="132162"/>
                    </a:lnTo>
                    <a:lnTo>
                      <a:pt x="143934" y="132162"/>
                    </a:lnTo>
                    <a:close/>
                    <a:moveTo>
                      <a:pt x="325421" y="138562"/>
                    </a:moveTo>
                    <a:lnTo>
                      <a:pt x="347596" y="141390"/>
                    </a:lnTo>
                    <a:cubicBezTo>
                      <a:pt x="345215" y="156769"/>
                      <a:pt x="339014" y="168774"/>
                      <a:pt x="328993" y="177406"/>
                    </a:cubicBezTo>
                    <a:cubicBezTo>
                      <a:pt x="318971" y="186038"/>
                      <a:pt x="306669" y="190354"/>
                      <a:pt x="292083" y="190354"/>
                    </a:cubicBezTo>
                    <a:cubicBezTo>
                      <a:pt x="273827" y="190354"/>
                      <a:pt x="259168" y="184401"/>
                      <a:pt x="248104" y="172495"/>
                    </a:cubicBezTo>
                    <a:cubicBezTo>
                      <a:pt x="237041" y="160589"/>
                      <a:pt x="231510" y="143473"/>
                      <a:pt x="231510" y="121149"/>
                    </a:cubicBezTo>
                    <a:cubicBezTo>
                      <a:pt x="231510" y="106762"/>
                      <a:pt x="233891" y="94186"/>
                      <a:pt x="238654" y="83421"/>
                    </a:cubicBezTo>
                    <a:cubicBezTo>
                      <a:pt x="243416" y="72656"/>
                      <a:pt x="250659" y="64570"/>
                      <a:pt x="260383" y="59163"/>
                    </a:cubicBezTo>
                    <a:cubicBezTo>
                      <a:pt x="270106" y="53755"/>
                      <a:pt x="280723" y="51051"/>
                      <a:pt x="292232" y="51051"/>
                    </a:cubicBezTo>
                    <a:cubicBezTo>
                      <a:pt x="306718" y="51051"/>
                      <a:pt x="318550" y="54697"/>
                      <a:pt x="327728" y="61990"/>
                    </a:cubicBezTo>
                    <a:cubicBezTo>
                      <a:pt x="336905" y="69283"/>
                      <a:pt x="342833" y="79676"/>
                      <a:pt x="345513" y="93170"/>
                    </a:cubicBezTo>
                    <a:lnTo>
                      <a:pt x="323486" y="96593"/>
                    </a:lnTo>
                    <a:cubicBezTo>
                      <a:pt x="321402" y="87663"/>
                      <a:pt x="317707" y="80941"/>
                      <a:pt x="312398" y="76427"/>
                    </a:cubicBezTo>
                    <a:cubicBezTo>
                      <a:pt x="307090" y="71912"/>
                      <a:pt x="300666" y="69654"/>
                      <a:pt x="293125" y="69654"/>
                    </a:cubicBezTo>
                    <a:cubicBezTo>
                      <a:pt x="281715" y="69654"/>
                      <a:pt x="272463" y="73723"/>
                      <a:pt x="265369" y="81859"/>
                    </a:cubicBezTo>
                    <a:cubicBezTo>
                      <a:pt x="258274" y="89994"/>
                      <a:pt x="254727" y="102893"/>
                      <a:pt x="254727" y="120554"/>
                    </a:cubicBezTo>
                    <a:cubicBezTo>
                      <a:pt x="254727" y="138513"/>
                      <a:pt x="258150" y="151535"/>
                      <a:pt x="264996" y="159621"/>
                    </a:cubicBezTo>
                    <a:cubicBezTo>
                      <a:pt x="271843" y="167708"/>
                      <a:pt x="280772" y="171751"/>
                      <a:pt x="291785" y="171751"/>
                    </a:cubicBezTo>
                    <a:cubicBezTo>
                      <a:pt x="300715" y="171751"/>
                      <a:pt x="308157" y="169047"/>
                      <a:pt x="314110" y="163639"/>
                    </a:cubicBezTo>
                    <a:cubicBezTo>
                      <a:pt x="320063" y="158232"/>
                      <a:pt x="323833" y="149873"/>
                      <a:pt x="325421" y="138562"/>
                    </a:cubicBezTo>
                    <a:close/>
                    <a:moveTo>
                      <a:pt x="358460" y="120703"/>
                    </a:moveTo>
                    <a:cubicBezTo>
                      <a:pt x="358460" y="95997"/>
                      <a:pt x="365356" y="77692"/>
                      <a:pt x="379148" y="65785"/>
                    </a:cubicBezTo>
                    <a:cubicBezTo>
                      <a:pt x="390558" y="55962"/>
                      <a:pt x="404548" y="51051"/>
                      <a:pt x="421118" y="51051"/>
                    </a:cubicBezTo>
                    <a:cubicBezTo>
                      <a:pt x="439374" y="51051"/>
                      <a:pt x="454331" y="57054"/>
                      <a:pt x="465989" y="69059"/>
                    </a:cubicBezTo>
                    <a:cubicBezTo>
                      <a:pt x="477647" y="81065"/>
                      <a:pt x="483476" y="97635"/>
                      <a:pt x="483476" y="118768"/>
                    </a:cubicBezTo>
                    <a:cubicBezTo>
                      <a:pt x="483476" y="135933"/>
                      <a:pt x="480896" y="149451"/>
                      <a:pt x="475737" y="159324"/>
                    </a:cubicBezTo>
                    <a:cubicBezTo>
                      <a:pt x="470577" y="169196"/>
                      <a:pt x="463087" y="176836"/>
                      <a:pt x="453264" y="182243"/>
                    </a:cubicBezTo>
                    <a:cubicBezTo>
                      <a:pt x="443441" y="187650"/>
                      <a:pt x="432726" y="190354"/>
                      <a:pt x="421118" y="190354"/>
                    </a:cubicBezTo>
                    <a:cubicBezTo>
                      <a:pt x="402365" y="190354"/>
                      <a:pt x="387233" y="184376"/>
                      <a:pt x="375724" y="172421"/>
                    </a:cubicBezTo>
                    <a:cubicBezTo>
                      <a:pt x="364215" y="160465"/>
                      <a:pt x="358460" y="143225"/>
                      <a:pt x="358460" y="120703"/>
                    </a:cubicBezTo>
                    <a:close/>
                    <a:moveTo>
                      <a:pt x="381677" y="120703"/>
                    </a:moveTo>
                    <a:cubicBezTo>
                      <a:pt x="381677" y="137768"/>
                      <a:pt x="385423" y="150543"/>
                      <a:pt x="392914" y="159026"/>
                    </a:cubicBezTo>
                    <a:cubicBezTo>
                      <a:pt x="400405" y="167509"/>
                      <a:pt x="409807" y="171751"/>
                      <a:pt x="421118" y="171751"/>
                    </a:cubicBezTo>
                    <a:cubicBezTo>
                      <a:pt x="432329" y="171751"/>
                      <a:pt x="441655" y="167484"/>
                      <a:pt x="449097" y="158951"/>
                    </a:cubicBezTo>
                    <a:cubicBezTo>
                      <a:pt x="456538" y="150419"/>
                      <a:pt x="460259" y="137421"/>
                      <a:pt x="460259" y="119959"/>
                    </a:cubicBezTo>
                    <a:cubicBezTo>
                      <a:pt x="460259" y="103488"/>
                      <a:pt x="456513" y="90987"/>
                      <a:pt x="449023" y="82454"/>
                    </a:cubicBezTo>
                    <a:cubicBezTo>
                      <a:pt x="441532" y="73921"/>
                      <a:pt x="432230" y="69654"/>
                      <a:pt x="421118" y="69654"/>
                    </a:cubicBezTo>
                    <a:cubicBezTo>
                      <a:pt x="409807" y="69654"/>
                      <a:pt x="400405" y="73896"/>
                      <a:pt x="392914" y="82380"/>
                    </a:cubicBezTo>
                    <a:cubicBezTo>
                      <a:pt x="385423" y="90863"/>
                      <a:pt x="381677" y="103637"/>
                      <a:pt x="381677" y="120703"/>
                    </a:cubicBezTo>
                    <a:close/>
                    <a:moveTo>
                      <a:pt x="509972" y="187378"/>
                    </a:moveTo>
                    <a:lnTo>
                      <a:pt x="509972" y="54028"/>
                    </a:lnTo>
                    <a:lnTo>
                      <a:pt x="530213" y="54028"/>
                    </a:lnTo>
                    <a:lnTo>
                      <a:pt x="530213" y="72780"/>
                    </a:lnTo>
                    <a:cubicBezTo>
                      <a:pt x="534380" y="66232"/>
                      <a:pt x="539936" y="60973"/>
                      <a:pt x="546882" y="57004"/>
                    </a:cubicBezTo>
                    <a:cubicBezTo>
                      <a:pt x="553827" y="53035"/>
                      <a:pt x="561715" y="51051"/>
                      <a:pt x="570546" y="51051"/>
                    </a:cubicBezTo>
                    <a:cubicBezTo>
                      <a:pt x="580468" y="51051"/>
                      <a:pt x="588578" y="53085"/>
                      <a:pt x="594879" y="57153"/>
                    </a:cubicBezTo>
                    <a:cubicBezTo>
                      <a:pt x="601179" y="61221"/>
                      <a:pt x="605668" y="66976"/>
                      <a:pt x="608348" y="74417"/>
                    </a:cubicBezTo>
                    <a:cubicBezTo>
                      <a:pt x="618865" y="58840"/>
                      <a:pt x="632557" y="51051"/>
                      <a:pt x="649424" y="51051"/>
                    </a:cubicBezTo>
                    <a:cubicBezTo>
                      <a:pt x="662720" y="51051"/>
                      <a:pt x="672915" y="54697"/>
                      <a:pt x="680008" y="61990"/>
                    </a:cubicBezTo>
                    <a:cubicBezTo>
                      <a:pt x="687102" y="69283"/>
                      <a:pt x="690649" y="80569"/>
                      <a:pt x="690649" y="95848"/>
                    </a:cubicBezTo>
                    <a:lnTo>
                      <a:pt x="690649" y="187378"/>
                    </a:lnTo>
                    <a:lnTo>
                      <a:pt x="668177" y="187378"/>
                    </a:lnTo>
                    <a:lnTo>
                      <a:pt x="668177" y="103439"/>
                    </a:lnTo>
                    <a:cubicBezTo>
                      <a:pt x="668177" y="94311"/>
                      <a:pt x="667458" y="87762"/>
                      <a:pt x="666019" y="83793"/>
                    </a:cubicBezTo>
                    <a:cubicBezTo>
                      <a:pt x="664579" y="79825"/>
                      <a:pt x="661926" y="76625"/>
                      <a:pt x="658057" y="74194"/>
                    </a:cubicBezTo>
                    <a:cubicBezTo>
                      <a:pt x="654187" y="71763"/>
                      <a:pt x="649673" y="70548"/>
                      <a:pt x="644513" y="70548"/>
                    </a:cubicBezTo>
                    <a:cubicBezTo>
                      <a:pt x="635087" y="70548"/>
                      <a:pt x="627274" y="73673"/>
                      <a:pt x="621073" y="79924"/>
                    </a:cubicBezTo>
                    <a:cubicBezTo>
                      <a:pt x="614871" y="86175"/>
                      <a:pt x="611771" y="96146"/>
                      <a:pt x="611771" y="109838"/>
                    </a:cubicBezTo>
                    <a:lnTo>
                      <a:pt x="611771" y="187378"/>
                    </a:lnTo>
                    <a:lnTo>
                      <a:pt x="589149" y="187378"/>
                    </a:lnTo>
                    <a:lnTo>
                      <a:pt x="589149" y="100759"/>
                    </a:lnTo>
                    <a:cubicBezTo>
                      <a:pt x="589149" y="90738"/>
                      <a:pt x="587314" y="83198"/>
                      <a:pt x="583643" y="78137"/>
                    </a:cubicBezTo>
                    <a:cubicBezTo>
                      <a:pt x="579971" y="73078"/>
                      <a:pt x="573968" y="70548"/>
                      <a:pt x="565634" y="70548"/>
                    </a:cubicBezTo>
                    <a:cubicBezTo>
                      <a:pt x="559283" y="70548"/>
                      <a:pt x="553406" y="72234"/>
                      <a:pt x="547998" y="75608"/>
                    </a:cubicBezTo>
                    <a:cubicBezTo>
                      <a:pt x="542591" y="78981"/>
                      <a:pt x="538671" y="83893"/>
                      <a:pt x="536241" y="90342"/>
                    </a:cubicBezTo>
                    <a:cubicBezTo>
                      <a:pt x="533810" y="96791"/>
                      <a:pt x="532594" y="106068"/>
                      <a:pt x="532594" y="118173"/>
                    </a:cubicBezTo>
                    <a:lnTo>
                      <a:pt x="532594" y="187378"/>
                    </a:lnTo>
                    <a:lnTo>
                      <a:pt x="509972" y="187378"/>
                    </a:lnTo>
                    <a:close/>
                    <a:moveTo>
                      <a:pt x="724201" y="238426"/>
                    </a:moveTo>
                    <a:lnTo>
                      <a:pt x="724201" y="54028"/>
                    </a:lnTo>
                    <a:lnTo>
                      <a:pt x="744739" y="54028"/>
                    </a:lnTo>
                    <a:lnTo>
                      <a:pt x="744739" y="71292"/>
                    </a:lnTo>
                    <a:cubicBezTo>
                      <a:pt x="749601" y="64545"/>
                      <a:pt x="755083" y="59485"/>
                      <a:pt x="761185" y="56112"/>
                    </a:cubicBezTo>
                    <a:cubicBezTo>
                      <a:pt x="767287" y="52738"/>
                      <a:pt x="774703" y="51051"/>
                      <a:pt x="783434" y="51051"/>
                    </a:cubicBezTo>
                    <a:cubicBezTo>
                      <a:pt x="794844" y="51051"/>
                      <a:pt x="804890" y="53978"/>
                      <a:pt x="813572" y="59832"/>
                    </a:cubicBezTo>
                    <a:cubicBezTo>
                      <a:pt x="822254" y="65686"/>
                      <a:pt x="828828" y="73945"/>
                      <a:pt x="833292" y="84612"/>
                    </a:cubicBezTo>
                    <a:cubicBezTo>
                      <a:pt x="837756" y="95278"/>
                      <a:pt x="839989" y="106961"/>
                      <a:pt x="839989" y="119661"/>
                    </a:cubicBezTo>
                    <a:cubicBezTo>
                      <a:pt x="839989" y="133353"/>
                      <a:pt x="837533" y="145656"/>
                      <a:pt x="832622" y="156570"/>
                    </a:cubicBezTo>
                    <a:cubicBezTo>
                      <a:pt x="827711" y="167484"/>
                      <a:pt x="820592" y="175844"/>
                      <a:pt x="811265" y="181647"/>
                    </a:cubicBezTo>
                    <a:cubicBezTo>
                      <a:pt x="801939" y="187452"/>
                      <a:pt x="792116" y="190354"/>
                      <a:pt x="781798" y="190354"/>
                    </a:cubicBezTo>
                    <a:cubicBezTo>
                      <a:pt x="774257" y="190354"/>
                      <a:pt x="767510" y="188766"/>
                      <a:pt x="761557" y="185592"/>
                    </a:cubicBezTo>
                    <a:cubicBezTo>
                      <a:pt x="755604" y="182417"/>
                      <a:pt x="750693" y="178398"/>
                      <a:pt x="746823" y="173537"/>
                    </a:cubicBezTo>
                    <a:lnTo>
                      <a:pt x="746823" y="238426"/>
                    </a:lnTo>
                    <a:lnTo>
                      <a:pt x="724201" y="238426"/>
                    </a:lnTo>
                    <a:close/>
                    <a:moveTo>
                      <a:pt x="744590" y="121447"/>
                    </a:moveTo>
                    <a:cubicBezTo>
                      <a:pt x="744590" y="138611"/>
                      <a:pt x="748088" y="151287"/>
                      <a:pt x="755083" y="159472"/>
                    </a:cubicBezTo>
                    <a:cubicBezTo>
                      <a:pt x="762077" y="167658"/>
                      <a:pt x="770486" y="171751"/>
                      <a:pt x="780309" y="171751"/>
                    </a:cubicBezTo>
                    <a:cubicBezTo>
                      <a:pt x="790330" y="171751"/>
                      <a:pt x="798937" y="167509"/>
                      <a:pt x="806131" y="159026"/>
                    </a:cubicBezTo>
                    <a:cubicBezTo>
                      <a:pt x="813325" y="150543"/>
                      <a:pt x="816921" y="137371"/>
                      <a:pt x="816921" y="119512"/>
                    </a:cubicBezTo>
                    <a:cubicBezTo>
                      <a:pt x="816921" y="102545"/>
                      <a:pt x="813424" y="89845"/>
                      <a:pt x="806429" y="81412"/>
                    </a:cubicBezTo>
                    <a:cubicBezTo>
                      <a:pt x="799433" y="72979"/>
                      <a:pt x="791074" y="68762"/>
                      <a:pt x="781351" y="68762"/>
                    </a:cubicBezTo>
                    <a:cubicBezTo>
                      <a:pt x="771727" y="68762"/>
                      <a:pt x="763195" y="73251"/>
                      <a:pt x="755753" y="82230"/>
                    </a:cubicBezTo>
                    <a:cubicBezTo>
                      <a:pt x="748311" y="91210"/>
                      <a:pt x="744590" y="104282"/>
                      <a:pt x="744590" y="121447"/>
                    </a:cubicBezTo>
                    <a:close/>
                    <a:moveTo>
                      <a:pt x="1027678" y="115196"/>
                    </a:moveTo>
                    <a:lnTo>
                      <a:pt x="1027678" y="93615"/>
                    </a:lnTo>
                    <a:lnTo>
                      <a:pt x="1105669" y="93467"/>
                    </a:lnTo>
                    <a:lnTo>
                      <a:pt x="1105669" y="161779"/>
                    </a:lnTo>
                    <a:cubicBezTo>
                      <a:pt x="1093658" y="171304"/>
                      <a:pt x="1081304" y="178473"/>
                      <a:pt x="1068607" y="183285"/>
                    </a:cubicBezTo>
                    <a:cubicBezTo>
                      <a:pt x="1055910" y="188097"/>
                      <a:pt x="1042861" y="190503"/>
                      <a:pt x="1029469" y="190503"/>
                    </a:cubicBezTo>
                    <a:cubicBezTo>
                      <a:pt x="1011409" y="190503"/>
                      <a:pt x="994988" y="186634"/>
                      <a:pt x="980205" y="178895"/>
                    </a:cubicBezTo>
                    <a:cubicBezTo>
                      <a:pt x="965423" y="171155"/>
                      <a:pt x="954259" y="159968"/>
                      <a:pt x="946716" y="145333"/>
                    </a:cubicBezTo>
                    <a:cubicBezTo>
                      <a:pt x="939177" y="130698"/>
                      <a:pt x="935407" y="114303"/>
                      <a:pt x="935407" y="96146"/>
                    </a:cubicBezTo>
                    <a:cubicBezTo>
                      <a:pt x="935407" y="78287"/>
                      <a:pt x="939152" y="61593"/>
                      <a:pt x="946639" y="46066"/>
                    </a:cubicBezTo>
                    <a:cubicBezTo>
                      <a:pt x="954136" y="30538"/>
                      <a:pt x="964927" y="19004"/>
                      <a:pt x="979015" y="11462"/>
                    </a:cubicBezTo>
                    <a:cubicBezTo>
                      <a:pt x="993102" y="3922"/>
                      <a:pt x="1009276" y="152"/>
                      <a:pt x="1027535" y="152"/>
                    </a:cubicBezTo>
                    <a:cubicBezTo>
                      <a:pt x="1040823" y="152"/>
                      <a:pt x="1052853" y="2310"/>
                      <a:pt x="1063626" y="6626"/>
                    </a:cubicBezTo>
                    <a:cubicBezTo>
                      <a:pt x="1074389" y="10942"/>
                      <a:pt x="1082818" y="16945"/>
                      <a:pt x="1088924" y="24634"/>
                    </a:cubicBezTo>
                    <a:cubicBezTo>
                      <a:pt x="1095029" y="32324"/>
                      <a:pt x="1099716" y="42369"/>
                      <a:pt x="1102983" y="54772"/>
                    </a:cubicBezTo>
                    <a:lnTo>
                      <a:pt x="1080961" y="60725"/>
                    </a:lnTo>
                    <a:cubicBezTo>
                      <a:pt x="1078180" y="51398"/>
                      <a:pt x="1074732" y="44056"/>
                      <a:pt x="1070617" y="38698"/>
                    </a:cubicBezTo>
                    <a:cubicBezTo>
                      <a:pt x="1066502" y="33341"/>
                      <a:pt x="1060644" y="29050"/>
                      <a:pt x="1053053" y="25825"/>
                    </a:cubicBezTo>
                    <a:cubicBezTo>
                      <a:pt x="1045461" y="22600"/>
                      <a:pt x="1037003" y="20987"/>
                      <a:pt x="1027678" y="20987"/>
                    </a:cubicBezTo>
                    <a:cubicBezTo>
                      <a:pt x="1016572" y="20987"/>
                      <a:pt x="1006942" y="22674"/>
                      <a:pt x="998808" y="26048"/>
                    </a:cubicBezTo>
                    <a:cubicBezTo>
                      <a:pt x="990674" y="29422"/>
                      <a:pt x="984120" y="33887"/>
                      <a:pt x="979158" y="39443"/>
                    </a:cubicBezTo>
                    <a:cubicBezTo>
                      <a:pt x="974205" y="44999"/>
                      <a:pt x="970328" y="51051"/>
                      <a:pt x="967556" y="57600"/>
                    </a:cubicBezTo>
                    <a:cubicBezTo>
                      <a:pt x="962889" y="69010"/>
                      <a:pt x="960555" y="81363"/>
                      <a:pt x="960555" y="94658"/>
                    </a:cubicBezTo>
                    <a:cubicBezTo>
                      <a:pt x="960555" y="111128"/>
                      <a:pt x="963384" y="124870"/>
                      <a:pt x="969042" y="135884"/>
                    </a:cubicBezTo>
                    <a:cubicBezTo>
                      <a:pt x="974700" y="146896"/>
                      <a:pt x="982911" y="155082"/>
                      <a:pt x="993674" y="160440"/>
                    </a:cubicBezTo>
                    <a:cubicBezTo>
                      <a:pt x="1004437" y="165798"/>
                      <a:pt x="1015924" y="168476"/>
                      <a:pt x="1028126" y="168476"/>
                    </a:cubicBezTo>
                    <a:cubicBezTo>
                      <a:pt x="1038641" y="168476"/>
                      <a:pt x="1048909" y="166467"/>
                      <a:pt x="1058930" y="162449"/>
                    </a:cubicBezTo>
                    <a:cubicBezTo>
                      <a:pt x="1068959" y="158431"/>
                      <a:pt x="1076599" y="154090"/>
                      <a:pt x="1081856" y="149426"/>
                    </a:cubicBezTo>
                    <a:lnTo>
                      <a:pt x="1081856" y="115196"/>
                    </a:lnTo>
                    <a:lnTo>
                      <a:pt x="1027678" y="115196"/>
                    </a:lnTo>
                    <a:close/>
                    <a:moveTo>
                      <a:pt x="1140807" y="187378"/>
                    </a:moveTo>
                    <a:lnTo>
                      <a:pt x="1140807" y="3278"/>
                    </a:lnTo>
                    <a:lnTo>
                      <a:pt x="1177564" y="3278"/>
                    </a:lnTo>
                    <a:lnTo>
                      <a:pt x="1221026" y="133651"/>
                    </a:lnTo>
                    <a:cubicBezTo>
                      <a:pt x="1225093" y="145755"/>
                      <a:pt x="1228018" y="154834"/>
                      <a:pt x="1229799" y="160887"/>
                    </a:cubicBezTo>
                    <a:cubicBezTo>
                      <a:pt x="1231989" y="154139"/>
                      <a:pt x="1235256" y="144316"/>
                      <a:pt x="1239628" y="131418"/>
                    </a:cubicBezTo>
                    <a:lnTo>
                      <a:pt x="1283682" y="3278"/>
                    </a:lnTo>
                    <a:lnTo>
                      <a:pt x="1316571" y="3278"/>
                    </a:lnTo>
                    <a:lnTo>
                      <a:pt x="1316571" y="187378"/>
                    </a:lnTo>
                    <a:lnTo>
                      <a:pt x="1293054" y="187378"/>
                    </a:lnTo>
                    <a:lnTo>
                      <a:pt x="1293054" y="33340"/>
                    </a:lnTo>
                    <a:lnTo>
                      <a:pt x="1239476" y="187378"/>
                    </a:lnTo>
                    <a:lnTo>
                      <a:pt x="1217597" y="187378"/>
                    </a:lnTo>
                    <a:lnTo>
                      <a:pt x="1164314" y="30662"/>
                    </a:lnTo>
                    <a:lnTo>
                      <a:pt x="1164314" y="187378"/>
                    </a:lnTo>
                    <a:lnTo>
                      <a:pt x="1140807" y="187378"/>
                    </a:lnTo>
                    <a:close/>
                    <a:moveTo>
                      <a:pt x="1355033" y="187378"/>
                    </a:moveTo>
                    <a:lnTo>
                      <a:pt x="1355033" y="3278"/>
                    </a:lnTo>
                    <a:lnTo>
                      <a:pt x="1391790" y="3278"/>
                    </a:lnTo>
                    <a:lnTo>
                      <a:pt x="1435253" y="133651"/>
                    </a:lnTo>
                    <a:cubicBezTo>
                      <a:pt x="1439320" y="145755"/>
                      <a:pt x="1442244" y="154834"/>
                      <a:pt x="1444035" y="160887"/>
                    </a:cubicBezTo>
                    <a:cubicBezTo>
                      <a:pt x="1446216" y="154139"/>
                      <a:pt x="1449493" y="144316"/>
                      <a:pt x="1453855" y="131418"/>
                    </a:cubicBezTo>
                    <a:lnTo>
                      <a:pt x="1497908" y="3278"/>
                    </a:lnTo>
                    <a:lnTo>
                      <a:pt x="1530798" y="3278"/>
                    </a:lnTo>
                    <a:lnTo>
                      <a:pt x="1530798" y="187378"/>
                    </a:lnTo>
                    <a:lnTo>
                      <a:pt x="1507281" y="187378"/>
                    </a:lnTo>
                    <a:lnTo>
                      <a:pt x="1507281" y="33340"/>
                    </a:lnTo>
                    <a:lnTo>
                      <a:pt x="1453703" y="187378"/>
                    </a:lnTo>
                    <a:lnTo>
                      <a:pt x="1431824" y="187378"/>
                    </a:lnTo>
                    <a:lnTo>
                      <a:pt x="1378551" y="30662"/>
                    </a:lnTo>
                    <a:lnTo>
                      <a:pt x="1378551" y="187378"/>
                    </a:lnTo>
                    <a:lnTo>
                      <a:pt x="1355033" y="187378"/>
                    </a:lnTo>
                    <a:close/>
                  </a:path>
                </a:pathLst>
              </a:custGeom>
              <a:solidFill>
                <a:srgbClr val="000000"/>
              </a:solidFill>
              <a:ln w="9525" cap="sq">
                <a:noFill/>
                <a:prstDash val="solid"/>
                <a:miter/>
              </a:ln>
            </p:spPr>
            <p:txBody>
              <a:bodyPr rtlCol="0" anchor="ctr"/>
              <a:lstStyle/>
              <a:p>
                <a:endParaRPr lang="en-US" sz="1100"/>
              </a:p>
            </p:txBody>
          </p:sp>
          <p:sp>
            <p:nvSpPr>
              <p:cNvPr id="1344" name="Freeform: Shape 1343">
                <a:extLst>
                  <a:ext uri="{FF2B5EF4-FFF2-40B4-BE49-F238E27FC236}">
                    <a16:creationId xmlns:a16="http://schemas.microsoft.com/office/drawing/2014/main" id="{CE230946-5C8C-5728-7942-BB2987CB8B93}"/>
                  </a:ext>
                </a:extLst>
              </p:cNvPr>
              <p:cNvSpPr/>
              <p:nvPr/>
            </p:nvSpPr>
            <p:spPr>
              <a:xfrm>
                <a:off x="6143913" y="10313029"/>
                <a:ext cx="476773" cy="9525"/>
              </a:xfrm>
              <a:custGeom>
                <a:avLst/>
                <a:gdLst>
                  <a:gd name="connsiteX0" fmla="*/ 0 w 476773"/>
                  <a:gd name="connsiteY0" fmla="*/ 0 h 9525"/>
                  <a:gd name="connsiteX1" fmla="*/ 476774 w 476773"/>
                  <a:gd name="connsiteY1" fmla="*/ 0 h 9525"/>
                </a:gdLst>
                <a:ahLst/>
                <a:cxnLst>
                  <a:cxn ang="0">
                    <a:pos x="connsiteX0" y="connsiteY0"/>
                  </a:cxn>
                  <a:cxn ang="0">
                    <a:pos x="connsiteX1" y="connsiteY1"/>
                  </a:cxn>
                </a:cxnLst>
                <a:rect l="l" t="t" r="r" b="b"/>
                <a:pathLst>
                  <a:path w="476773" h="9525">
                    <a:moveTo>
                      <a:pt x="0" y="0"/>
                    </a:moveTo>
                    <a:lnTo>
                      <a:pt x="476774" y="0"/>
                    </a:lnTo>
                  </a:path>
                </a:pathLst>
              </a:custGeom>
              <a:ln w="38100" cap="flat">
                <a:solidFill>
                  <a:srgbClr val="FF0000"/>
                </a:solidFill>
                <a:prstDash val="solid"/>
                <a:round/>
              </a:ln>
            </p:spPr>
            <p:txBody>
              <a:bodyPr rtlCol="0" anchor="ctr"/>
              <a:lstStyle/>
              <a:p>
                <a:endParaRPr lang="en-US" sz="1100"/>
              </a:p>
            </p:txBody>
          </p:sp>
        </p:grpSp>
        <mc:AlternateContent xmlns:mc="http://schemas.openxmlformats.org/markup-compatibility/2006" xmlns:a14="http://schemas.microsoft.com/office/drawing/2010/main">
          <mc:Choice Requires="a14">
            <p:sp>
              <p:nvSpPr>
                <p:cNvPr id="1337" name="TextBox 1336">
                  <a:extLst>
                    <a:ext uri="{FF2B5EF4-FFF2-40B4-BE49-F238E27FC236}">
                      <a16:creationId xmlns:a16="http://schemas.microsoft.com/office/drawing/2014/main" id="{3DAE5B8F-9796-3AE2-0380-ECF802F7C3E1}"/>
                    </a:ext>
                  </a:extLst>
                </p:cNvPr>
                <p:cNvSpPr txBox="1"/>
                <p:nvPr/>
              </p:nvSpPr>
              <p:spPr>
                <a:xfrm>
                  <a:off x="40135895" y="19714929"/>
                  <a:ext cx="2403339" cy="496093"/>
                </a:xfrm>
                <a:prstGeom prst="rect">
                  <a:avLst/>
                </a:prstGeom>
                <a:noFill/>
              </p:spPr>
              <p:txBody>
                <a:bodyPr wrap="square">
                  <a:spAutoFit/>
                </a:bodyPr>
                <a:lstStyle/>
                <a:p>
                  <a:pPr algn="ctr"/>
                  <a14:m>
                    <m:oMath xmlns:m="http://schemas.openxmlformats.org/officeDocument/2006/math">
                      <m:r>
                        <m:rPr>
                          <m:sty m:val="p"/>
                        </m:rPr>
                        <a:rPr lang="en-US" sz="1600" b="0" i="0" dirty="0" smtClean="0">
                          <a:latin typeface="Cambria Math" panose="02040503050406030204" pitchFamily="18" charset="0"/>
                          <a:ea typeface="Calibri" panose="020F0502020204030204" pitchFamily="34" charset="0"/>
                          <a:cs typeface="Calibri" panose="020F0502020204030204" pitchFamily="34" charset="0"/>
                        </a:rPr>
                        <m:t>Δ</m:t>
                      </m:r>
                    </m:oMath>
                  </a14:m>
                  <a:r>
                    <a:rPr lang="en-US" sz="1600" dirty="0">
                      <a:latin typeface="Calibri" panose="020F0502020204030204" pitchFamily="34" charset="0"/>
                      <a:ea typeface="Calibri" panose="020F0502020204030204" pitchFamily="34" charset="0"/>
                      <a:cs typeface="Calibri" panose="020F0502020204030204" pitchFamily="34" charset="0"/>
                    </a:rPr>
                    <a:t>BIC=799</a:t>
                  </a:r>
                </a:p>
              </p:txBody>
            </p:sp>
          </mc:Choice>
          <mc:Fallback xmlns="">
            <p:sp>
              <p:nvSpPr>
                <p:cNvPr id="1337" name="TextBox 1336">
                  <a:extLst>
                    <a:ext uri="{FF2B5EF4-FFF2-40B4-BE49-F238E27FC236}">
                      <a16:creationId xmlns:a16="http://schemas.microsoft.com/office/drawing/2014/main" id="{3DAE5B8F-9796-3AE2-0380-ECF802F7C3E1}"/>
                    </a:ext>
                  </a:extLst>
                </p:cNvPr>
                <p:cNvSpPr txBox="1">
                  <a:spLocks noRot="1" noChangeAspect="1" noMove="1" noResize="1" noEditPoints="1" noAdjustHandles="1" noChangeArrowheads="1" noChangeShapeType="1" noTextEdit="1"/>
                </p:cNvSpPr>
                <p:nvPr/>
              </p:nvSpPr>
              <p:spPr>
                <a:xfrm>
                  <a:off x="40135895" y="19714929"/>
                  <a:ext cx="2403339" cy="496093"/>
                </a:xfrm>
                <a:prstGeom prst="rect">
                  <a:avLst/>
                </a:prstGeom>
                <a:blipFill>
                  <a:blip r:embed="rId68"/>
                  <a:stretch>
                    <a:fillRect t="-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8" name="TextBox 1337">
                  <a:extLst>
                    <a:ext uri="{FF2B5EF4-FFF2-40B4-BE49-F238E27FC236}">
                      <a16:creationId xmlns:a16="http://schemas.microsoft.com/office/drawing/2014/main" id="{38327DC2-7958-59BC-9245-7138B202C340}"/>
                    </a:ext>
                  </a:extLst>
                </p:cNvPr>
                <p:cNvSpPr txBox="1"/>
                <p:nvPr/>
              </p:nvSpPr>
              <p:spPr>
                <a:xfrm>
                  <a:off x="47879923" y="19821948"/>
                  <a:ext cx="2403339" cy="496093"/>
                </a:xfrm>
                <a:prstGeom prst="rect">
                  <a:avLst/>
                </a:prstGeom>
                <a:noFill/>
              </p:spPr>
              <p:txBody>
                <a:bodyPr wrap="square">
                  <a:spAutoFit/>
                </a:bodyPr>
                <a:lstStyle/>
                <a:p>
                  <a:pPr algn="ctr"/>
                  <a14:m>
                    <m:oMath xmlns:m="http://schemas.openxmlformats.org/officeDocument/2006/math">
                      <m:r>
                        <m:rPr>
                          <m:sty m:val="p"/>
                        </m:rPr>
                        <a:rPr lang="en-US" sz="1600" b="0" i="0" dirty="0" smtClean="0">
                          <a:latin typeface="Cambria Math" panose="02040503050406030204" pitchFamily="18" charset="0"/>
                          <a:ea typeface="Calibri" panose="020F0502020204030204" pitchFamily="34" charset="0"/>
                          <a:cs typeface="Calibri" panose="020F0502020204030204" pitchFamily="34" charset="0"/>
                        </a:rPr>
                        <m:t>Δ</m:t>
                      </m:r>
                    </m:oMath>
                  </a14:m>
                  <a:r>
                    <a:rPr lang="en-US" sz="1600" dirty="0">
                      <a:latin typeface="Calibri" panose="020F0502020204030204" pitchFamily="34" charset="0"/>
                      <a:ea typeface="Calibri" panose="020F0502020204030204" pitchFamily="34" charset="0"/>
                      <a:cs typeface="Calibri" panose="020F0502020204030204" pitchFamily="34" charset="0"/>
                    </a:rPr>
                    <a:t>BIC=3159</a:t>
                  </a:r>
                </a:p>
              </p:txBody>
            </p:sp>
          </mc:Choice>
          <mc:Fallback xmlns="">
            <p:sp>
              <p:nvSpPr>
                <p:cNvPr id="1338" name="TextBox 1337">
                  <a:extLst>
                    <a:ext uri="{FF2B5EF4-FFF2-40B4-BE49-F238E27FC236}">
                      <a16:creationId xmlns:a16="http://schemas.microsoft.com/office/drawing/2014/main" id="{38327DC2-7958-59BC-9245-7138B202C340}"/>
                    </a:ext>
                  </a:extLst>
                </p:cNvPr>
                <p:cNvSpPr txBox="1">
                  <a:spLocks noRot="1" noChangeAspect="1" noMove="1" noResize="1" noEditPoints="1" noAdjustHandles="1" noChangeArrowheads="1" noChangeShapeType="1" noTextEdit="1"/>
                </p:cNvSpPr>
                <p:nvPr/>
              </p:nvSpPr>
              <p:spPr>
                <a:xfrm>
                  <a:off x="47879923" y="19821948"/>
                  <a:ext cx="2403339" cy="496093"/>
                </a:xfrm>
                <a:prstGeom prst="rect">
                  <a:avLst/>
                </a:prstGeom>
                <a:blipFill>
                  <a:blip r:embed="rId69"/>
                  <a:stretch>
                    <a:fillRect t="-3704"/>
                  </a:stretch>
                </a:blipFill>
              </p:spPr>
              <p:txBody>
                <a:bodyPr/>
                <a:lstStyle/>
                <a:p>
                  <a:r>
                    <a:rPr lang="en-US">
                      <a:noFill/>
                    </a:rPr>
                    <a:t> </a:t>
                  </a:r>
                </a:p>
              </p:txBody>
            </p:sp>
          </mc:Fallback>
        </mc:AlternateContent>
        <p:sp>
          <p:nvSpPr>
            <p:cNvPr id="1339" name="Freeform: Shape 1338">
              <a:extLst>
                <a:ext uri="{FF2B5EF4-FFF2-40B4-BE49-F238E27FC236}">
                  <a16:creationId xmlns:a16="http://schemas.microsoft.com/office/drawing/2014/main" id="{17CA97D6-66C7-EBF6-FDEE-D6D809FCA715}"/>
                </a:ext>
              </a:extLst>
            </p:cNvPr>
            <p:cNvSpPr/>
            <p:nvPr/>
          </p:nvSpPr>
          <p:spPr>
            <a:xfrm>
              <a:off x="47717073" y="20327182"/>
              <a:ext cx="1306461" cy="1848853"/>
            </a:xfrm>
            <a:custGeom>
              <a:avLst/>
              <a:gdLst>
                <a:gd name="connsiteX0" fmla="*/ 0 w 4580067"/>
                <a:gd name="connsiteY0" fmla="*/ 1601315 h 1957920"/>
                <a:gd name="connsiteX1" fmla="*/ 23022 w 4580067"/>
                <a:gd name="connsiteY1" fmla="*/ 1584141 h 1957920"/>
                <a:gd name="connsiteX2" fmla="*/ 46034 w 4580067"/>
                <a:gd name="connsiteY2" fmla="*/ 1566596 h 1957920"/>
                <a:gd name="connsiteX3" fmla="*/ 69047 w 4580067"/>
                <a:gd name="connsiteY3" fmla="*/ 1548660 h 1957920"/>
                <a:gd name="connsiteX4" fmla="*/ 92059 w 4580067"/>
                <a:gd name="connsiteY4" fmla="*/ 1530334 h 1957920"/>
                <a:gd name="connsiteX5" fmla="*/ 115081 w 4580067"/>
                <a:gd name="connsiteY5" fmla="*/ 1511637 h 1957920"/>
                <a:gd name="connsiteX6" fmla="*/ 138093 w 4580067"/>
                <a:gd name="connsiteY6" fmla="*/ 1492558 h 1957920"/>
                <a:gd name="connsiteX7" fmla="*/ 161115 w 4580067"/>
                <a:gd name="connsiteY7" fmla="*/ 1473108 h 1957920"/>
                <a:gd name="connsiteX8" fmla="*/ 184128 w 4580067"/>
                <a:gd name="connsiteY8" fmla="*/ 1453286 h 1957920"/>
                <a:gd name="connsiteX9" fmla="*/ 207140 w 4580067"/>
                <a:gd name="connsiteY9" fmla="*/ 1433103 h 1957920"/>
                <a:gd name="connsiteX10" fmla="*/ 230153 w 4580067"/>
                <a:gd name="connsiteY10" fmla="*/ 1412557 h 1957920"/>
                <a:gd name="connsiteX11" fmla="*/ 253175 w 4580067"/>
                <a:gd name="connsiteY11" fmla="*/ 1391660 h 1957920"/>
                <a:gd name="connsiteX12" fmla="*/ 276187 w 4580067"/>
                <a:gd name="connsiteY12" fmla="*/ 1370419 h 1957920"/>
                <a:gd name="connsiteX13" fmla="*/ 299199 w 4580067"/>
                <a:gd name="connsiteY13" fmla="*/ 1348845 h 1957920"/>
                <a:gd name="connsiteX14" fmla="*/ 322221 w 4580067"/>
                <a:gd name="connsiteY14" fmla="*/ 1326928 h 1957920"/>
                <a:gd name="connsiteX15" fmla="*/ 345234 w 4580067"/>
                <a:gd name="connsiteY15" fmla="*/ 1304696 h 1957920"/>
                <a:gd name="connsiteX16" fmla="*/ 368246 w 4580067"/>
                <a:gd name="connsiteY16" fmla="*/ 1282151 h 1957920"/>
                <a:gd name="connsiteX17" fmla="*/ 391268 w 4580067"/>
                <a:gd name="connsiteY17" fmla="*/ 1259300 h 1957920"/>
                <a:gd name="connsiteX18" fmla="*/ 414280 w 4580067"/>
                <a:gd name="connsiteY18" fmla="*/ 1236164 h 1957920"/>
                <a:gd name="connsiteX19" fmla="*/ 437293 w 4580067"/>
                <a:gd name="connsiteY19" fmla="*/ 1212742 h 1957920"/>
                <a:gd name="connsiteX20" fmla="*/ 460315 w 4580067"/>
                <a:gd name="connsiteY20" fmla="*/ 1189053 h 1957920"/>
                <a:gd name="connsiteX21" fmla="*/ 483327 w 4580067"/>
                <a:gd name="connsiteY21" fmla="*/ 1165117 h 1957920"/>
                <a:gd name="connsiteX22" fmla="*/ 506339 w 4580067"/>
                <a:gd name="connsiteY22" fmla="*/ 1140923 h 1957920"/>
                <a:gd name="connsiteX23" fmla="*/ 529361 w 4580067"/>
                <a:gd name="connsiteY23" fmla="*/ 1116511 h 1957920"/>
                <a:gd name="connsiteX24" fmla="*/ 552374 w 4580067"/>
                <a:gd name="connsiteY24" fmla="*/ 1091889 h 1957920"/>
                <a:gd name="connsiteX25" fmla="*/ 575386 w 4580067"/>
                <a:gd name="connsiteY25" fmla="*/ 1067057 h 1957920"/>
                <a:gd name="connsiteX26" fmla="*/ 598399 w 4580067"/>
                <a:gd name="connsiteY26" fmla="*/ 1042054 h 1957920"/>
                <a:gd name="connsiteX27" fmla="*/ 621421 w 4580067"/>
                <a:gd name="connsiteY27" fmla="*/ 1016880 h 1957920"/>
                <a:gd name="connsiteX28" fmla="*/ 644433 w 4580067"/>
                <a:gd name="connsiteY28" fmla="*/ 991553 h 1957920"/>
                <a:gd name="connsiteX29" fmla="*/ 667445 w 4580067"/>
                <a:gd name="connsiteY29" fmla="*/ 966102 h 1957920"/>
                <a:gd name="connsiteX30" fmla="*/ 690467 w 4580067"/>
                <a:gd name="connsiteY30" fmla="*/ 940537 h 1957920"/>
                <a:gd name="connsiteX31" fmla="*/ 713480 w 4580067"/>
                <a:gd name="connsiteY31" fmla="*/ 914876 h 1957920"/>
                <a:gd name="connsiteX32" fmla="*/ 736492 w 4580067"/>
                <a:gd name="connsiteY32" fmla="*/ 889140 h 1957920"/>
                <a:gd name="connsiteX33" fmla="*/ 759514 w 4580067"/>
                <a:gd name="connsiteY33" fmla="*/ 863346 h 1957920"/>
                <a:gd name="connsiteX34" fmla="*/ 782526 w 4580067"/>
                <a:gd name="connsiteY34" fmla="*/ 837524 h 1957920"/>
                <a:gd name="connsiteX35" fmla="*/ 805539 w 4580067"/>
                <a:gd name="connsiteY35" fmla="*/ 811692 h 1957920"/>
                <a:gd name="connsiteX36" fmla="*/ 828561 w 4580067"/>
                <a:gd name="connsiteY36" fmla="*/ 785870 h 1957920"/>
                <a:gd name="connsiteX37" fmla="*/ 851573 w 4580067"/>
                <a:gd name="connsiteY37" fmla="*/ 760076 h 1957920"/>
                <a:gd name="connsiteX38" fmla="*/ 874585 w 4580067"/>
                <a:gd name="connsiteY38" fmla="*/ 734330 h 1957920"/>
                <a:gd name="connsiteX39" fmla="*/ 897607 w 4580067"/>
                <a:gd name="connsiteY39" fmla="*/ 708660 h 1957920"/>
                <a:gd name="connsiteX40" fmla="*/ 920620 w 4580067"/>
                <a:gd name="connsiteY40" fmla="*/ 683095 h 1957920"/>
                <a:gd name="connsiteX41" fmla="*/ 943632 w 4580067"/>
                <a:gd name="connsiteY41" fmla="*/ 657653 h 1957920"/>
                <a:gd name="connsiteX42" fmla="*/ 966654 w 4580067"/>
                <a:gd name="connsiteY42" fmla="*/ 632346 h 1957920"/>
                <a:gd name="connsiteX43" fmla="*/ 989667 w 4580067"/>
                <a:gd name="connsiteY43" fmla="*/ 607219 h 1957920"/>
                <a:gd name="connsiteX44" fmla="*/ 1012679 w 4580067"/>
                <a:gd name="connsiteY44" fmla="*/ 582273 h 1957920"/>
                <a:gd name="connsiteX45" fmla="*/ 1035691 w 4580067"/>
                <a:gd name="connsiteY45" fmla="*/ 557555 h 1957920"/>
                <a:gd name="connsiteX46" fmla="*/ 1058713 w 4580067"/>
                <a:gd name="connsiteY46" fmla="*/ 533076 h 1957920"/>
                <a:gd name="connsiteX47" fmla="*/ 1081726 w 4580067"/>
                <a:gd name="connsiteY47" fmla="*/ 508854 h 1957920"/>
                <a:gd name="connsiteX48" fmla="*/ 1104748 w 4580067"/>
                <a:gd name="connsiteY48" fmla="*/ 484937 h 1957920"/>
                <a:gd name="connsiteX49" fmla="*/ 1127760 w 4580067"/>
                <a:gd name="connsiteY49" fmla="*/ 461324 h 1957920"/>
                <a:gd name="connsiteX50" fmla="*/ 1150772 w 4580067"/>
                <a:gd name="connsiteY50" fmla="*/ 438055 h 1957920"/>
                <a:gd name="connsiteX51" fmla="*/ 1173785 w 4580067"/>
                <a:gd name="connsiteY51" fmla="*/ 415147 h 1957920"/>
                <a:gd name="connsiteX52" fmla="*/ 1196807 w 4580067"/>
                <a:gd name="connsiteY52" fmla="*/ 392621 h 1957920"/>
                <a:gd name="connsiteX53" fmla="*/ 1219819 w 4580067"/>
                <a:gd name="connsiteY53" fmla="*/ 370513 h 1957920"/>
                <a:gd name="connsiteX54" fmla="*/ 1242832 w 4580067"/>
                <a:gd name="connsiteY54" fmla="*/ 348844 h 1957920"/>
                <a:gd name="connsiteX55" fmla="*/ 1265853 w 4580067"/>
                <a:gd name="connsiteY55" fmla="*/ 327631 h 1957920"/>
                <a:gd name="connsiteX56" fmla="*/ 1288866 w 4580067"/>
                <a:gd name="connsiteY56" fmla="*/ 306896 h 1957920"/>
                <a:gd name="connsiteX57" fmla="*/ 1311878 w 4580067"/>
                <a:gd name="connsiteY57" fmla="*/ 286674 h 1957920"/>
                <a:gd name="connsiteX58" fmla="*/ 1334900 w 4580067"/>
                <a:gd name="connsiteY58" fmla="*/ 266967 h 1957920"/>
                <a:gd name="connsiteX59" fmla="*/ 1357913 w 4580067"/>
                <a:gd name="connsiteY59" fmla="*/ 247822 h 1957920"/>
                <a:gd name="connsiteX60" fmla="*/ 1380925 w 4580067"/>
                <a:gd name="connsiteY60" fmla="*/ 229248 h 1957920"/>
                <a:gd name="connsiteX61" fmla="*/ 1403947 w 4580067"/>
                <a:gd name="connsiteY61" fmla="*/ 211264 h 1957920"/>
                <a:gd name="connsiteX62" fmla="*/ 1426959 w 4580067"/>
                <a:gd name="connsiteY62" fmla="*/ 193891 h 1957920"/>
                <a:gd name="connsiteX63" fmla="*/ 1449972 w 4580067"/>
                <a:gd name="connsiteY63" fmla="*/ 177155 h 1957920"/>
                <a:gd name="connsiteX64" fmla="*/ 1472994 w 4580067"/>
                <a:gd name="connsiteY64" fmla="*/ 161077 h 1957920"/>
                <a:gd name="connsiteX65" fmla="*/ 1496006 w 4580067"/>
                <a:gd name="connsiteY65" fmla="*/ 145666 h 1957920"/>
                <a:gd name="connsiteX66" fmla="*/ 1519018 w 4580067"/>
                <a:gd name="connsiteY66" fmla="*/ 130950 h 1957920"/>
                <a:gd name="connsiteX67" fmla="*/ 1542031 w 4580067"/>
                <a:gd name="connsiteY67" fmla="*/ 116939 h 1957920"/>
                <a:gd name="connsiteX68" fmla="*/ 1565053 w 4580067"/>
                <a:gd name="connsiteY68" fmla="*/ 103661 h 1957920"/>
                <a:gd name="connsiteX69" fmla="*/ 1588065 w 4580067"/>
                <a:gd name="connsiteY69" fmla="*/ 91116 h 1957920"/>
                <a:gd name="connsiteX70" fmla="*/ 1611078 w 4580067"/>
                <a:gd name="connsiteY70" fmla="*/ 79324 h 1957920"/>
                <a:gd name="connsiteX71" fmla="*/ 1634099 w 4580067"/>
                <a:gd name="connsiteY71" fmla="*/ 68313 h 1957920"/>
                <a:gd name="connsiteX72" fmla="*/ 1657112 w 4580067"/>
                <a:gd name="connsiteY72" fmla="*/ 58074 h 1957920"/>
                <a:gd name="connsiteX73" fmla="*/ 1680124 w 4580067"/>
                <a:gd name="connsiteY73" fmla="*/ 48635 h 1957920"/>
                <a:gd name="connsiteX74" fmla="*/ 1703146 w 4580067"/>
                <a:gd name="connsiteY74" fmla="*/ 40014 h 1957920"/>
                <a:gd name="connsiteX75" fmla="*/ 1726159 w 4580067"/>
                <a:gd name="connsiteY75" fmla="*/ 32204 h 1957920"/>
                <a:gd name="connsiteX76" fmla="*/ 1749171 w 4580067"/>
                <a:gd name="connsiteY76" fmla="*/ 25222 h 1957920"/>
                <a:gd name="connsiteX77" fmla="*/ 1772193 w 4580067"/>
                <a:gd name="connsiteY77" fmla="*/ 19078 h 1957920"/>
                <a:gd name="connsiteX78" fmla="*/ 1795205 w 4580067"/>
                <a:gd name="connsiteY78" fmla="*/ 13773 h 1957920"/>
                <a:gd name="connsiteX79" fmla="*/ 1818218 w 4580067"/>
                <a:gd name="connsiteY79" fmla="*/ 9325 h 1957920"/>
                <a:gd name="connsiteX80" fmla="*/ 1841240 w 4580067"/>
                <a:gd name="connsiteY80" fmla="*/ 5734 h 1957920"/>
                <a:gd name="connsiteX81" fmla="*/ 1864252 w 4580067"/>
                <a:gd name="connsiteY81" fmla="*/ 3000 h 1957920"/>
                <a:gd name="connsiteX82" fmla="*/ 1887265 w 4580067"/>
                <a:gd name="connsiteY82" fmla="*/ 1133 h 1957920"/>
                <a:gd name="connsiteX83" fmla="*/ 1910286 w 4580067"/>
                <a:gd name="connsiteY83" fmla="*/ 133 h 1957920"/>
                <a:gd name="connsiteX84" fmla="*/ 1933299 w 4580067"/>
                <a:gd name="connsiteY84" fmla="*/ 0 h 1957920"/>
                <a:gd name="connsiteX85" fmla="*/ 1956311 w 4580067"/>
                <a:gd name="connsiteY85" fmla="*/ 733 h 1957920"/>
                <a:gd name="connsiteX86" fmla="*/ 1979324 w 4580067"/>
                <a:gd name="connsiteY86" fmla="*/ 2334 h 1957920"/>
                <a:gd name="connsiteX87" fmla="*/ 2002346 w 4580067"/>
                <a:gd name="connsiteY87" fmla="*/ 4801 h 1957920"/>
                <a:gd name="connsiteX88" fmla="*/ 2025358 w 4580067"/>
                <a:gd name="connsiteY88" fmla="*/ 8134 h 1957920"/>
                <a:gd name="connsiteX89" fmla="*/ 2048370 w 4580067"/>
                <a:gd name="connsiteY89" fmla="*/ 12316 h 1957920"/>
                <a:gd name="connsiteX90" fmla="*/ 2071392 w 4580067"/>
                <a:gd name="connsiteY90" fmla="*/ 17354 h 1957920"/>
                <a:gd name="connsiteX91" fmla="*/ 2094405 w 4580067"/>
                <a:gd name="connsiteY91" fmla="*/ 23241 h 1957920"/>
                <a:gd name="connsiteX92" fmla="*/ 2117417 w 4580067"/>
                <a:gd name="connsiteY92" fmla="*/ 29966 h 1957920"/>
                <a:gd name="connsiteX93" fmla="*/ 2140439 w 4580067"/>
                <a:gd name="connsiteY93" fmla="*/ 37528 h 1957920"/>
                <a:gd name="connsiteX94" fmla="*/ 2163452 w 4580067"/>
                <a:gd name="connsiteY94" fmla="*/ 45901 h 1957920"/>
                <a:gd name="connsiteX95" fmla="*/ 2186464 w 4580067"/>
                <a:gd name="connsiteY95" fmla="*/ 55093 h 1957920"/>
                <a:gd name="connsiteX96" fmla="*/ 2209486 w 4580067"/>
                <a:gd name="connsiteY96" fmla="*/ 65084 h 1957920"/>
                <a:gd name="connsiteX97" fmla="*/ 2232498 w 4580067"/>
                <a:gd name="connsiteY97" fmla="*/ 75857 h 1957920"/>
                <a:gd name="connsiteX98" fmla="*/ 2255511 w 4580067"/>
                <a:gd name="connsiteY98" fmla="*/ 87411 h 1957920"/>
                <a:gd name="connsiteX99" fmla="*/ 2278533 w 4580067"/>
                <a:gd name="connsiteY99" fmla="*/ 99727 h 1957920"/>
                <a:gd name="connsiteX100" fmla="*/ 2301545 w 4580067"/>
                <a:gd name="connsiteY100" fmla="*/ 112786 h 1957920"/>
                <a:gd name="connsiteX101" fmla="*/ 2324557 w 4580067"/>
                <a:gd name="connsiteY101" fmla="*/ 126568 h 1957920"/>
                <a:gd name="connsiteX102" fmla="*/ 2347579 w 4580067"/>
                <a:gd name="connsiteY102" fmla="*/ 141075 h 1957920"/>
                <a:gd name="connsiteX103" fmla="*/ 2370592 w 4580067"/>
                <a:gd name="connsiteY103" fmla="*/ 156277 h 1957920"/>
                <a:gd name="connsiteX104" fmla="*/ 2393604 w 4580067"/>
                <a:gd name="connsiteY104" fmla="*/ 172155 h 1957920"/>
                <a:gd name="connsiteX105" fmla="*/ 2416626 w 4580067"/>
                <a:gd name="connsiteY105" fmla="*/ 188690 h 1957920"/>
                <a:gd name="connsiteX106" fmla="*/ 2439638 w 4580067"/>
                <a:gd name="connsiteY106" fmla="*/ 205864 h 1957920"/>
                <a:gd name="connsiteX107" fmla="*/ 2462651 w 4580067"/>
                <a:gd name="connsiteY107" fmla="*/ 223666 h 1957920"/>
                <a:gd name="connsiteX108" fmla="*/ 2485663 w 4580067"/>
                <a:gd name="connsiteY108" fmla="*/ 242059 h 1957920"/>
                <a:gd name="connsiteX109" fmla="*/ 2508685 w 4580067"/>
                <a:gd name="connsiteY109" fmla="*/ 261033 h 1957920"/>
                <a:gd name="connsiteX110" fmla="*/ 2531698 w 4580067"/>
                <a:gd name="connsiteY110" fmla="*/ 280568 h 1957920"/>
                <a:gd name="connsiteX111" fmla="*/ 2554710 w 4580067"/>
                <a:gd name="connsiteY111" fmla="*/ 300628 h 1957920"/>
                <a:gd name="connsiteX112" fmla="*/ 2577732 w 4580067"/>
                <a:gd name="connsiteY112" fmla="*/ 321212 h 1957920"/>
                <a:gd name="connsiteX113" fmla="*/ 2600744 w 4580067"/>
                <a:gd name="connsiteY113" fmla="*/ 342281 h 1957920"/>
                <a:gd name="connsiteX114" fmla="*/ 2623757 w 4580067"/>
                <a:gd name="connsiteY114" fmla="*/ 363817 h 1957920"/>
                <a:gd name="connsiteX115" fmla="*/ 2646779 w 4580067"/>
                <a:gd name="connsiteY115" fmla="*/ 385791 h 1957920"/>
                <a:gd name="connsiteX116" fmla="*/ 2669791 w 4580067"/>
                <a:gd name="connsiteY116" fmla="*/ 408194 h 1957920"/>
                <a:gd name="connsiteX117" fmla="*/ 2692803 w 4580067"/>
                <a:gd name="connsiteY117" fmla="*/ 430977 h 1957920"/>
                <a:gd name="connsiteX118" fmla="*/ 2715825 w 4580067"/>
                <a:gd name="connsiteY118" fmla="*/ 454142 h 1957920"/>
                <a:gd name="connsiteX119" fmla="*/ 2738838 w 4580067"/>
                <a:gd name="connsiteY119" fmla="*/ 477650 h 1957920"/>
                <a:gd name="connsiteX120" fmla="*/ 2761850 w 4580067"/>
                <a:gd name="connsiteY120" fmla="*/ 501482 h 1957920"/>
                <a:gd name="connsiteX121" fmla="*/ 2784872 w 4580067"/>
                <a:gd name="connsiteY121" fmla="*/ 525609 h 1957920"/>
                <a:gd name="connsiteX122" fmla="*/ 2807884 w 4580067"/>
                <a:gd name="connsiteY122" fmla="*/ 550012 h 1957920"/>
                <a:gd name="connsiteX123" fmla="*/ 2830897 w 4580067"/>
                <a:gd name="connsiteY123" fmla="*/ 574662 h 1957920"/>
                <a:gd name="connsiteX124" fmla="*/ 2853919 w 4580067"/>
                <a:gd name="connsiteY124" fmla="*/ 599542 h 1957920"/>
                <a:gd name="connsiteX125" fmla="*/ 2876931 w 4580067"/>
                <a:gd name="connsiteY125" fmla="*/ 624611 h 1957920"/>
                <a:gd name="connsiteX126" fmla="*/ 2899943 w 4580067"/>
                <a:gd name="connsiteY126" fmla="*/ 649862 h 1957920"/>
                <a:gd name="connsiteX127" fmla="*/ 2922956 w 4580067"/>
                <a:gd name="connsiteY127" fmla="*/ 675275 h 1957920"/>
                <a:gd name="connsiteX128" fmla="*/ 2945978 w 4580067"/>
                <a:gd name="connsiteY128" fmla="*/ 700802 h 1957920"/>
                <a:gd name="connsiteX129" fmla="*/ 2968990 w 4580067"/>
                <a:gd name="connsiteY129" fmla="*/ 726443 h 1957920"/>
                <a:gd name="connsiteX130" fmla="*/ 2992003 w 4580067"/>
                <a:gd name="connsiteY130" fmla="*/ 752161 h 1957920"/>
                <a:gd name="connsiteX131" fmla="*/ 3015025 w 4580067"/>
                <a:gd name="connsiteY131" fmla="*/ 777945 h 1957920"/>
                <a:gd name="connsiteX132" fmla="*/ 3038037 w 4580067"/>
                <a:gd name="connsiteY132" fmla="*/ 803767 h 1957920"/>
                <a:gd name="connsiteX133" fmla="*/ 3061049 w 4580067"/>
                <a:gd name="connsiteY133" fmla="*/ 829599 h 1957920"/>
                <a:gd name="connsiteX134" fmla="*/ 3084071 w 4580067"/>
                <a:gd name="connsiteY134" fmla="*/ 855421 h 1957920"/>
                <a:gd name="connsiteX135" fmla="*/ 3107084 w 4580067"/>
                <a:gd name="connsiteY135" fmla="*/ 881224 h 1957920"/>
                <a:gd name="connsiteX136" fmla="*/ 3130096 w 4580067"/>
                <a:gd name="connsiteY136" fmla="*/ 906980 h 1957920"/>
                <a:gd name="connsiteX137" fmla="*/ 3153118 w 4580067"/>
                <a:gd name="connsiteY137" fmla="*/ 932659 h 1957920"/>
                <a:gd name="connsiteX138" fmla="*/ 3176130 w 4580067"/>
                <a:gd name="connsiteY138" fmla="*/ 958262 h 1957920"/>
                <a:gd name="connsiteX139" fmla="*/ 3199143 w 4580067"/>
                <a:gd name="connsiteY139" fmla="*/ 983752 h 1957920"/>
                <a:gd name="connsiteX140" fmla="*/ 3222165 w 4580067"/>
                <a:gd name="connsiteY140" fmla="*/ 1009117 h 1957920"/>
                <a:gd name="connsiteX141" fmla="*/ 3245177 w 4580067"/>
                <a:gd name="connsiteY141" fmla="*/ 1034339 h 1957920"/>
                <a:gd name="connsiteX142" fmla="*/ 3268190 w 4580067"/>
                <a:gd name="connsiteY142" fmla="*/ 1059399 h 1957920"/>
                <a:gd name="connsiteX143" fmla="*/ 3291211 w 4580067"/>
                <a:gd name="connsiteY143" fmla="*/ 1084288 h 1957920"/>
                <a:gd name="connsiteX144" fmla="*/ 3314224 w 4580067"/>
                <a:gd name="connsiteY144" fmla="*/ 1108977 h 1957920"/>
                <a:gd name="connsiteX145" fmla="*/ 3337236 w 4580067"/>
                <a:gd name="connsiteY145" fmla="*/ 1133456 h 1957920"/>
                <a:gd name="connsiteX146" fmla="*/ 3360258 w 4580067"/>
                <a:gd name="connsiteY146" fmla="*/ 1157716 h 1957920"/>
                <a:gd name="connsiteX147" fmla="*/ 3383271 w 4580067"/>
                <a:gd name="connsiteY147" fmla="*/ 1181738 h 1957920"/>
                <a:gd name="connsiteX148" fmla="*/ 3406283 w 4580067"/>
                <a:gd name="connsiteY148" fmla="*/ 1205503 h 1957920"/>
                <a:gd name="connsiteX149" fmla="*/ 3429295 w 4580067"/>
                <a:gd name="connsiteY149" fmla="*/ 1229001 h 1957920"/>
                <a:gd name="connsiteX150" fmla="*/ 3452317 w 4580067"/>
                <a:gd name="connsiteY150" fmla="*/ 1252233 h 1957920"/>
                <a:gd name="connsiteX151" fmla="*/ 3475330 w 4580067"/>
                <a:gd name="connsiteY151" fmla="*/ 1275169 h 1957920"/>
                <a:gd name="connsiteX152" fmla="*/ 3498342 w 4580067"/>
                <a:gd name="connsiteY152" fmla="*/ 1297810 h 1957920"/>
                <a:gd name="connsiteX153" fmla="*/ 3521364 w 4580067"/>
                <a:gd name="connsiteY153" fmla="*/ 1320136 h 1957920"/>
                <a:gd name="connsiteX154" fmla="*/ 3544377 w 4580067"/>
                <a:gd name="connsiteY154" fmla="*/ 1342149 h 1957920"/>
                <a:gd name="connsiteX155" fmla="*/ 3567389 w 4580067"/>
                <a:gd name="connsiteY155" fmla="*/ 1363837 h 1957920"/>
                <a:gd name="connsiteX156" fmla="*/ 3590411 w 4580067"/>
                <a:gd name="connsiteY156" fmla="*/ 1385183 h 1957920"/>
                <a:gd name="connsiteX157" fmla="*/ 3613423 w 4580067"/>
                <a:gd name="connsiteY157" fmla="*/ 1406185 h 1957920"/>
                <a:gd name="connsiteX158" fmla="*/ 3636435 w 4580067"/>
                <a:gd name="connsiteY158" fmla="*/ 1426835 h 1957920"/>
                <a:gd name="connsiteX159" fmla="*/ 3659458 w 4580067"/>
                <a:gd name="connsiteY159" fmla="*/ 1447133 h 1957920"/>
                <a:gd name="connsiteX160" fmla="*/ 3682470 w 4580067"/>
                <a:gd name="connsiteY160" fmla="*/ 1467060 h 1957920"/>
                <a:gd name="connsiteX161" fmla="*/ 3705482 w 4580067"/>
                <a:gd name="connsiteY161" fmla="*/ 1486624 h 1957920"/>
                <a:gd name="connsiteX162" fmla="*/ 3728504 w 4580067"/>
                <a:gd name="connsiteY162" fmla="*/ 1505817 h 1957920"/>
                <a:gd name="connsiteX163" fmla="*/ 3751516 w 4580067"/>
                <a:gd name="connsiteY163" fmla="*/ 1524638 h 1957920"/>
                <a:gd name="connsiteX164" fmla="*/ 3774529 w 4580067"/>
                <a:gd name="connsiteY164" fmla="*/ 1543069 h 1957920"/>
                <a:gd name="connsiteX165" fmla="*/ 3797551 w 4580067"/>
                <a:gd name="connsiteY165" fmla="*/ 1561128 h 1957920"/>
                <a:gd name="connsiteX166" fmla="*/ 3820563 w 4580067"/>
                <a:gd name="connsiteY166" fmla="*/ 1578797 h 1957920"/>
                <a:gd name="connsiteX167" fmla="*/ 3843576 w 4580067"/>
                <a:gd name="connsiteY167" fmla="*/ 1596085 h 1957920"/>
                <a:gd name="connsiteX168" fmla="*/ 3866598 w 4580067"/>
                <a:gd name="connsiteY168" fmla="*/ 1612982 h 1957920"/>
                <a:gd name="connsiteX169" fmla="*/ 3889610 w 4580067"/>
                <a:gd name="connsiteY169" fmla="*/ 1629489 h 1957920"/>
                <a:gd name="connsiteX170" fmla="*/ 3912622 w 4580067"/>
                <a:gd name="connsiteY170" fmla="*/ 1645615 h 1957920"/>
                <a:gd name="connsiteX171" fmla="*/ 3935635 w 4580067"/>
                <a:gd name="connsiteY171" fmla="*/ 1661350 h 1957920"/>
                <a:gd name="connsiteX172" fmla="*/ 3958657 w 4580067"/>
                <a:gd name="connsiteY172" fmla="*/ 1676705 h 1957920"/>
                <a:gd name="connsiteX173" fmla="*/ 3981669 w 4580067"/>
                <a:gd name="connsiteY173" fmla="*/ 1691669 h 1957920"/>
                <a:gd name="connsiteX174" fmla="*/ 4004691 w 4580067"/>
                <a:gd name="connsiteY174" fmla="*/ 1706251 h 1957920"/>
                <a:gd name="connsiteX175" fmla="*/ 4027704 w 4580067"/>
                <a:gd name="connsiteY175" fmla="*/ 1720453 h 1957920"/>
                <a:gd name="connsiteX176" fmla="*/ 4050716 w 4580067"/>
                <a:gd name="connsiteY176" fmla="*/ 1734283 h 1957920"/>
                <a:gd name="connsiteX177" fmla="*/ 4073728 w 4580067"/>
                <a:gd name="connsiteY177" fmla="*/ 1747733 h 1957920"/>
                <a:gd name="connsiteX178" fmla="*/ 4096750 w 4580067"/>
                <a:gd name="connsiteY178" fmla="*/ 1760801 h 1957920"/>
                <a:gd name="connsiteX179" fmla="*/ 4119763 w 4580067"/>
                <a:gd name="connsiteY179" fmla="*/ 1773508 h 1957920"/>
                <a:gd name="connsiteX180" fmla="*/ 4142775 w 4580067"/>
                <a:gd name="connsiteY180" fmla="*/ 1785852 h 1957920"/>
                <a:gd name="connsiteX181" fmla="*/ 4165797 w 4580067"/>
                <a:gd name="connsiteY181" fmla="*/ 1797834 h 1957920"/>
                <a:gd name="connsiteX182" fmla="*/ 4188810 w 4580067"/>
                <a:gd name="connsiteY182" fmla="*/ 1809464 h 1957920"/>
                <a:gd name="connsiteX183" fmla="*/ 4211822 w 4580067"/>
                <a:gd name="connsiteY183" fmla="*/ 1820732 h 1957920"/>
                <a:gd name="connsiteX184" fmla="*/ 4234844 w 4580067"/>
                <a:gd name="connsiteY184" fmla="*/ 1831667 h 1957920"/>
                <a:gd name="connsiteX185" fmla="*/ 4257856 w 4580067"/>
                <a:gd name="connsiteY185" fmla="*/ 1842249 h 1957920"/>
                <a:gd name="connsiteX186" fmla="*/ 4280869 w 4580067"/>
                <a:gd name="connsiteY186" fmla="*/ 1852498 h 1957920"/>
                <a:gd name="connsiteX187" fmla="*/ 4303890 w 4580067"/>
                <a:gd name="connsiteY187" fmla="*/ 1862423 h 1957920"/>
                <a:gd name="connsiteX188" fmla="*/ 4326903 w 4580067"/>
                <a:gd name="connsiteY188" fmla="*/ 1872015 h 1957920"/>
                <a:gd name="connsiteX189" fmla="*/ 4349916 w 4580067"/>
                <a:gd name="connsiteY189" fmla="*/ 1881292 h 1957920"/>
                <a:gd name="connsiteX190" fmla="*/ 4372937 w 4580067"/>
                <a:gd name="connsiteY190" fmla="*/ 1890255 h 1957920"/>
                <a:gd name="connsiteX191" fmla="*/ 4395950 w 4580067"/>
                <a:gd name="connsiteY191" fmla="*/ 1898914 h 1957920"/>
                <a:gd name="connsiteX192" fmla="*/ 4418962 w 4580067"/>
                <a:gd name="connsiteY192" fmla="*/ 1907276 h 1957920"/>
                <a:gd name="connsiteX193" fmla="*/ 4441974 w 4580067"/>
                <a:gd name="connsiteY193" fmla="*/ 1915344 h 1957920"/>
                <a:gd name="connsiteX194" fmla="*/ 4464996 w 4580067"/>
                <a:gd name="connsiteY194" fmla="*/ 1923117 h 1957920"/>
                <a:gd name="connsiteX195" fmla="*/ 4488009 w 4580067"/>
                <a:gd name="connsiteY195" fmla="*/ 1930613 h 1957920"/>
                <a:gd name="connsiteX196" fmla="*/ 4511021 w 4580067"/>
                <a:gd name="connsiteY196" fmla="*/ 1937833 h 1957920"/>
                <a:gd name="connsiteX197" fmla="*/ 4534043 w 4580067"/>
                <a:gd name="connsiteY197" fmla="*/ 1944786 h 1957920"/>
                <a:gd name="connsiteX198" fmla="*/ 4557055 w 4580067"/>
                <a:gd name="connsiteY198" fmla="*/ 1951482 h 1957920"/>
                <a:gd name="connsiteX199" fmla="*/ 4580068 w 4580067"/>
                <a:gd name="connsiteY199" fmla="*/ 1957921 h 1957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4580067" h="1957920">
                  <a:moveTo>
                    <a:pt x="0" y="1601315"/>
                  </a:moveTo>
                  <a:lnTo>
                    <a:pt x="23022" y="1584141"/>
                  </a:lnTo>
                  <a:lnTo>
                    <a:pt x="46034" y="1566596"/>
                  </a:lnTo>
                  <a:lnTo>
                    <a:pt x="69047" y="1548660"/>
                  </a:lnTo>
                  <a:lnTo>
                    <a:pt x="92059" y="1530334"/>
                  </a:lnTo>
                  <a:lnTo>
                    <a:pt x="115081" y="1511637"/>
                  </a:lnTo>
                  <a:lnTo>
                    <a:pt x="138093" y="1492558"/>
                  </a:lnTo>
                  <a:lnTo>
                    <a:pt x="161115" y="1473108"/>
                  </a:lnTo>
                  <a:lnTo>
                    <a:pt x="184128" y="1453286"/>
                  </a:lnTo>
                  <a:lnTo>
                    <a:pt x="207140" y="1433103"/>
                  </a:lnTo>
                  <a:lnTo>
                    <a:pt x="230153" y="1412557"/>
                  </a:lnTo>
                  <a:lnTo>
                    <a:pt x="253175" y="1391660"/>
                  </a:lnTo>
                  <a:lnTo>
                    <a:pt x="276187" y="1370419"/>
                  </a:lnTo>
                  <a:lnTo>
                    <a:pt x="299199" y="1348845"/>
                  </a:lnTo>
                  <a:lnTo>
                    <a:pt x="322221" y="1326928"/>
                  </a:lnTo>
                  <a:lnTo>
                    <a:pt x="345234" y="1304696"/>
                  </a:lnTo>
                  <a:lnTo>
                    <a:pt x="368246" y="1282151"/>
                  </a:lnTo>
                  <a:lnTo>
                    <a:pt x="391268" y="1259300"/>
                  </a:lnTo>
                  <a:lnTo>
                    <a:pt x="414280" y="1236164"/>
                  </a:lnTo>
                  <a:lnTo>
                    <a:pt x="437293" y="1212742"/>
                  </a:lnTo>
                  <a:lnTo>
                    <a:pt x="460315" y="1189053"/>
                  </a:lnTo>
                  <a:lnTo>
                    <a:pt x="483327" y="1165117"/>
                  </a:lnTo>
                  <a:lnTo>
                    <a:pt x="506339" y="1140923"/>
                  </a:lnTo>
                  <a:lnTo>
                    <a:pt x="529361" y="1116511"/>
                  </a:lnTo>
                  <a:lnTo>
                    <a:pt x="552374" y="1091889"/>
                  </a:lnTo>
                  <a:lnTo>
                    <a:pt x="575386" y="1067057"/>
                  </a:lnTo>
                  <a:lnTo>
                    <a:pt x="598399" y="1042054"/>
                  </a:lnTo>
                  <a:lnTo>
                    <a:pt x="621421" y="1016880"/>
                  </a:lnTo>
                  <a:lnTo>
                    <a:pt x="644433" y="991553"/>
                  </a:lnTo>
                  <a:lnTo>
                    <a:pt x="667445" y="966102"/>
                  </a:lnTo>
                  <a:lnTo>
                    <a:pt x="690467" y="940537"/>
                  </a:lnTo>
                  <a:lnTo>
                    <a:pt x="713480" y="914876"/>
                  </a:lnTo>
                  <a:lnTo>
                    <a:pt x="736492" y="889140"/>
                  </a:lnTo>
                  <a:lnTo>
                    <a:pt x="759514" y="863346"/>
                  </a:lnTo>
                  <a:lnTo>
                    <a:pt x="782526" y="837524"/>
                  </a:lnTo>
                  <a:lnTo>
                    <a:pt x="805539" y="811692"/>
                  </a:lnTo>
                  <a:lnTo>
                    <a:pt x="828561" y="785870"/>
                  </a:lnTo>
                  <a:lnTo>
                    <a:pt x="851573" y="760076"/>
                  </a:lnTo>
                  <a:lnTo>
                    <a:pt x="874585" y="734330"/>
                  </a:lnTo>
                  <a:lnTo>
                    <a:pt x="897607" y="708660"/>
                  </a:lnTo>
                  <a:lnTo>
                    <a:pt x="920620" y="683095"/>
                  </a:lnTo>
                  <a:lnTo>
                    <a:pt x="943632" y="657653"/>
                  </a:lnTo>
                  <a:lnTo>
                    <a:pt x="966654" y="632346"/>
                  </a:lnTo>
                  <a:lnTo>
                    <a:pt x="989667" y="607219"/>
                  </a:lnTo>
                  <a:lnTo>
                    <a:pt x="1012679" y="582273"/>
                  </a:lnTo>
                  <a:lnTo>
                    <a:pt x="1035691" y="557555"/>
                  </a:lnTo>
                  <a:lnTo>
                    <a:pt x="1058713" y="533076"/>
                  </a:lnTo>
                  <a:lnTo>
                    <a:pt x="1081726" y="508854"/>
                  </a:lnTo>
                  <a:lnTo>
                    <a:pt x="1104748" y="484937"/>
                  </a:lnTo>
                  <a:lnTo>
                    <a:pt x="1127760" y="461324"/>
                  </a:lnTo>
                  <a:lnTo>
                    <a:pt x="1150772" y="438055"/>
                  </a:lnTo>
                  <a:lnTo>
                    <a:pt x="1173785" y="415147"/>
                  </a:lnTo>
                  <a:lnTo>
                    <a:pt x="1196807" y="392621"/>
                  </a:lnTo>
                  <a:lnTo>
                    <a:pt x="1219819" y="370513"/>
                  </a:lnTo>
                  <a:lnTo>
                    <a:pt x="1242832" y="348844"/>
                  </a:lnTo>
                  <a:lnTo>
                    <a:pt x="1265853" y="327631"/>
                  </a:lnTo>
                  <a:lnTo>
                    <a:pt x="1288866" y="306896"/>
                  </a:lnTo>
                  <a:lnTo>
                    <a:pt x="1311878" y="286674"/>
                  </a:lnTo>
                  <a:lnTo>
                    <a:pt x="1334900" y="266967"/>
                  </a:lnTo>
                  <a:lnTo>
                    <a:pt x="1357913" y="247822"/>
                  </a:lnTo>
                  <a:lnTo>
                    <a:pt x="1380925" y="229248"/>
                  </a:lnTo>
                  <a:lnTo>
                    <a:pt x="1403947" y="211264"/>
                  </a:lnTo>
                  <a:lnTo>
                    <a:pt x="1426959" y="193891"/>
                  </a:lnTo>
                  <a:lnTo>
                    <a:pt x="1449972" y="177155"/>
                  </a:lnTo>
                  <a:lnTo>
                    <a:pt x="1472994" y="161077"/>
                  </a:lnTo>
                  <a:lnTo>
                    <a:pt x="1496006" y="145666"/>
                  </a:lnTo>
                  <a:lnTo>
                    <a:pt x="1519018" y="130950"/>
                  </a:lnTo>
                  <a:lnTo>
                    <a:pt x="1542031" y="116939"/>
                  </a:lnTo>
                  <a:lnTo>
                    <a:pt x="1565053" y="103661"/>
                  </a:lnTo>
                  <a:lnTo>
                    <a:pt x="1588065" y="91116"/>
                  </a:lnTo>
                  <a:lnTo>
                    <a:pt x="1611078" y="79324"/>
                  </a:lnTo>
                  <a:lnTo>
                    <a:pt x="1634099" y="68313"/>
                  </a:lnTo>
                  <a:lnTo>
                    <a:pt x="1657112" y="58074"/>
                  </a:lnTo>
                  <a:lnTo>
                    <a:pt x="1680124" y="48635"/>
                  </a:lnTo>
                  <a:lnTo>
                    <a:pt x="1703146" y="40014"/>
                  </a:lnTo>
                  <a:lnTo>
                    <a:pt x="1726159" y="32204"/>
                  </a:lnTo>
                  <a:lnTo>
                    <a:pt x="1749171" y="25222"/>
                  </a:lnTo>
                  <a:lnTo>
                    <a:pt x="1772193" y="19078"/>
                  </a:lnTo>
                  <a:lnTo>
                    <a:pt x="1795205" y="13773"/>
                  </a:lnTo>
                  <a:lnTo>
                    <a:pt x="1818218" y="9325"/>
                  </a:lnTo>
                  <a:lnTo>
                    <a:pt x="1841240" y="5734"/>
                  </a:lnTo>
                  <a:lnTo>
                    <a:pt x="1864252" y="3000"/>
                  </a:lnTo>
                  <a:lnTo>
                    <a:pt x="1887265" y="1133"/>
                  </a:lnTo>
                  <a:lnTo>
                    <a:pt x="1910286" y="133"/>
                  </a:lnTo>
                  <a:lnTo>
                    <a:pt x="1933299" y="0"/>
                  </a:lnTo>
                  <a:lnTo>
                    <a:pt x="1956311" y="733"/>
                  </a:lnTo>
                  <a:lnTo>
                    <a:pt x="1979324" y="2334"/>
                  </a:lnTo>
                  <a:lnTo>
                    <a:pt x="2002346" y="4801"/>
                  </a:lnTo>
                  <a:lnTo>
                    <a:pt x="2025358" y="8134"/>
                  </a:lnTo>
                  <a:lnTo>
                    <a:pt x="2048370" y="12316"/>
                  </a:lnTo>
                  <a:lnTo>
                    <a:pt x="2071392" y="17354"/>
                  </a:lnTo>
                  <a:lnTo>
                    <a:pt x="2094405" y="23241"/>
                  </a:lnTo>
                  <a:lnTo>
                    <a:pt x="2117417" y="29966"/>
                  </a:lnTo>
                  <a:lnTo>
                    <a:pt x="2140439" y="37528"/>
                  </a:lnTo>
                  <a:lnTo>
                    <a:pt x="2163452" y="45901"/>
                  </a:lnTo>
                  <a:lnTo>
                    <a:pt x="2186464" y="55093"/>
                  </a:lnTo>
                  <a:lnTo>
                    <a:pt x="2209486" y="65084"/>
                  </a:lnTo>
                  <a:lnTo>
                    <a:pt x="2232498" y="75857"/>
                  </a:lnTo>
                  <a:lnTo>
                    <a:pt x="2255511" y="87411"/>
                  </a:lnTo>
                  <a:lnTo>
                    <a:pt x="2278533" y="99727"/>
                  </a:lnTo>
                  <a:lnTo>
                    <a:pt x="2301545" y="112786"/>
                  </a:lnTo>
                  <a:lnTo>
                    <a:pt x="2324557" y="126568"/>
                  </a:lnTo>
                  <a:lnTo>
                    <a:pt x="2347579" y="141075"/>
                  </a:lnTo>
                  <a:lnTo>
                    <a:pt x="2370592" y="156277"/>
                  </a:lnTo>
                  <a:lnTo>
                    <a:pt x="2393604" y="172155"/>
                  </a:lnTo>
                  <a:lnTo>
                    <a:pt x="2416626" y="188690"/>
                  </a:lnTo>
                  <a:lnTo>
                    <a:pt x="2439638" y="205864"/>
                  </a:lnTo>
                  <a:lnTo>
                    <a:pt x="2462651" y="223666"/>
                  </a:lnTo>
                  <a:lnTo>
                    <a:pt x="2485663" y="242059"/>
                  </a:lnTo>
                  <a:lnTo>
                    <a:pt x="2508685" y="261033"/>
                  </a:lnTo>
                  <a:lnTo>
                    <a:pt x="2531698" y="280568"/>
                  </a:lnTo>
                  <a:lnTo>
                    <a:pt x="2554710" y="300628"/>
                  </a:lnTo>
                  <a:lnTo>
                    <a:pt x="2577732" y="321212"/>
                  </a:lnTo>
                  <a:lnTo>
                    <a:pt x="2600744" y="342281"/>
                  </a:lnTo>
                  <a:lnTo>
                    <a:pt x="2623757" y="363817"/>
                  </a:lnTo>
                  <a:lnTo>
                    <a:pt x="2646779" y="385791"/>
                  </a:lnTo>
                  <a:lnTo>
                    <a:pt x="2669791" y="408194"/>
                  </a:lnTo>
                  <a:lnTo>
                    <a:pt x="2692803" y="430977"/>
                  </a:lnTo>
                  <a:lnTo>
                    <a:pt x="2715825" y="454142"/>
                  </a:lnTo>
                  <a:lnTo>
                    <a:pt x="2738838" y="477650"/>
                  </a:lnTo>
                  <a:lnTo>
                    <a:pt x="2761850" y="501482"/>
                  </a:lnTo>
                  <a:lnTo>
                    <a:pt x="2784872" y="525609"/>
                  </a:lnTo>
                  <a:lnTo>
                    <a:pt x="2807884" y="550012"/>
                  </a:lnTo>
                  <a:lnTo>
                    <a:pt x="2830897" y="574662"/>
                  </a:lnTo>
                  <a:lnTo>
                    <a:pt x="2853919" y="599542"/>
                  </a:lnTo>
                  <a:lnTo>
                    <a:pt x="2876931" y="624611"/>
                  </a:lnTo>
                  <a:lnTo>
                    <a:pt x="2899943" y="649862"/>
                  </a:lnTo>
                  <a:lnTo>
                    <a:pt x="2922956" y="675275"/>
                  </a:lnTo>
                  <a:lnTo>
                    <a:pt x="2945978" y="700802"/>
                  </a:lnTo>
                  <a:lnTo>
                    <a:pt x="2968990" y="726443"/>
                  </a:lnTo>
                  <a:lnTo>
                    <a:pt x="2992003" y="752161"/>
                  </a:lnTo>
                  <a:lnTo>
                    <a:pt x="3015025" y="777945"/>
                  </a:lnTo>
                  <a:lnTo>
                    <a:pt x="3038037" y="803767"/>
                  </a:lnTo>
                  <a:lnTo>
                    <a:pt x="3061049" y="829599"/>
                  </a:lnTo>
                  <a:lnTo>
                    <a:pt x="3084071" y="855421"/>
                  </a:lnTo>
                  <a:lnTo>
                    <a:pt x="3107084" y="881224"/>
                  </a:lnTo>
                  <a:lnTo>
                    <a:pt x="3130096" y="906980"/>
                  </a:lnTo>
                  <a:lnTo>
                    <a:pt x="3153118" y="932659"/>
                  </a:lnTo>
                  <a:lnTo>
                    <a:pt x="3176130" y="958262"/>
                  </a:lnTo>
                  <a:lnTo>
                    <a:pt x="3199143" y="983752"/>
                  </a:lnTo>
                  <a:lnTo>
                    <a:pt x="3222165" y="1009117"/>
                  </a:lnTo>
                  <a:lnTo>
                    <a:pt x="3245177" y="1034339"/>
                  </a:lnTo>
                  <a:lnTo>
                    <a:pt x="3268190" y="1059399"/>
                  </a:lnTo>
                  <a:lnTo>
                    <a:pt x="3291211" y="1084288"/>
                  </a:lnTo>
                  <a:lnTo>
                    <a:pt x="3314224" y="1108977"/>
                  </a:lnTo>
                  <a:lnTo>
                    <a:pt x="3337236" y="1133456"/>
                  </a:lnTo>
                  <a:lnTo>
                    <a:pt x="3360258" y="1157716"/>
                  </a:lnTo>
                  <a:lnTo>
                    <a:pt x="3383271" y="1181738"/>
                  </a:lnTo>
                  <a:lnTo>
                    <a:pt x="3406283" y="1205503"/>
                  </a:lnTo>
                  <a:lnTo>
                    <a:pt x="3429295" y="1229001"/>
                  </a:lnTo>
                  <a:lnTo>
                    <a:pt x="3452317" y="1252233"/>
                  </a:lnTo>
                  <a:lnTo>
                    <a:pt x="3475330" y="1275169"/>
                  </a:lnTo>
                  <a:lnTo>
                    <a:pt x="3498342" y="1297810"/>
                  </a:lnTo>
                  <a:lnTo>
                    <a:pt x="3521364" y="1320136"/>
                  </a:lnTo>
                  <a:lnTo>
                    <a:pt x="3544377" y="1342149"/>
                  </a:lnTo>
                  <a:lnTo>
                    <a:pt x="3567389" y="1363837"/>
                  </a:lnTo>
                  <a:lnTo>
                    <a:pt x="3590411" y="1385183"/>
                  </a:lnTo>
                  <a:lnTo>
                    <a:pt x="3613423" y="1406185"/>
                  </a:lnTo>
                  <a:lnTo>
                    <a:pt x="3636435" y="1426835"/>
                  </a:lnTo>
                  <a:lnTo>
                    <a:pt x="3659458" y="1447133"/>
                  </a:lnTo>
                  <a:lnTo>
                    <a:pt x="3682470" y="1467060"/>
                  </a:lnTo>
                  <a:lnTo>
                    <a:pt x="3705482" y="1486624"/>
                  </a:lnTo>
                  <a:lnTo>
                    <a:pt x="3728504" y="1505817"/>
                  </a:lnTo>
                  <a:lnTo>
                    <a:pt x="3751516" y="1524638"/>
                  </a:lnTo>
                  <a:lnTo>
                    <a:pt x="3774529" y="1543069"/>
                  </a:lnTo>
                  <a:lnTo>
                    <a:pt x="3797551" y="1561128"/>
                  </a:lnTo>
                  <a:lnTo>
                    <a:pt x="3820563" y="1578797"/>
                  </a:lnTo>
                  <a:lnTo>
                    <a:pt x="3843576" y="1596085"/>
                  </a:lnTo>
                  <a:lnTo>
                    <a:pt x="3866598" y="1612982"/>
                  </a:lnTo>
                  <a:lnTo>
                    <a:pt x="3889610" y="1629489"/>
                  </a:lnTo>
                  <a:lnTo>
                    <a:pt x="3912622" y="1645615"/>
                  </a:lnTo>
                  <a:lnTo>
                    <a:pt x="3935635" y="1661350"/>
                  </a:lnTo>
                  <a:lnTo>
                    <a:pt x="3958657" y="1676705"/>
                  </a:lnTo>
                  <a:lnTo>
                    <a:pt x="3981669" y="1691669"/>
                  </a:lnTo>
                  <a:lnTo>
                    <a:pt x="4004691" y="1706251"/>
                  </a:lnTo>
                  <a:lnTo>
                    <a:pt x="4027704" y="1720453"/>
                  </a:lnTo>
                  <a:lnTo>
                    <a:pt x="4050716" y="1734283"/>
                  </a:lnTo>
                  <a:lnTo>
                    <a:pt x="4073728" y="1747733"/>
                  </a:lnTo>
                  <a:lnTo>
                    <a:pt x="4096750" y="1760801"/>
                  </a:lnTo>
                  <a:lnTo>
                    <a:pt x="4119763" y="1773508"/>
                  </a:lnTo>
                  <a:lnTo>
                    <a:pt x="4142775" y="1785852"/>
                  </a:lnTo>
                  <a:lnTo>
                    <a:pt x="4165797" y="1797834"/>
                  </a:lnTo>
                  <a:lnTo>
                    <a:pt x="4188810" y="1809464"/>
                  </a:lnTo>
                  <a:lnTo>
                    <a:pt x="4211822" y="1820732"/>
                  </a:lnTo>
                  <a:lnTo>
                    <a:pt x="4234844" y="1831667"/>
                  </a:lnTo>
                  <a:lnTo>
                    <a:pt x="4257856" y="1842249"/>
                  </a:lnTo>
                  <a:lnTo>
                    <a:pt x="4280869" y="1852498"/>
                  </a:lnTo>
                  <a:lnTo>
                    <a:pt x="4303890" y="1862423"/>
                  </a:lnTo>
                  <a:lnTo>
                    <a:pt x="4326903" y="1872015"/>
                  </a:lnTo>
                  <a:lnTo>
                    <a:pt x="4349916" y="1881292"/>
                  </a:lnTo>
                  <a:lnTo>
                    <a:pt x="4372937" y="1890255"/>
                  </a:lnTo>
                  <a:lnTo>
                    <a:pt x="4395950" y="1898914"/>
                  </a:lnTo>
                  <a:lnTo>
                    <a:pt x="4418962" y="1907276"/>
                  </a:lnTo>
                  <a:lnTo>
                    <a:pt x="4441974" y="1915344"/>
                  </a:lnTo>
                  <a:lnTo>
                    <a:pt x="4464996" y="1923117"/>
                  </a:lnTo>
                  <a:lnTo>
                    <a:pt x="4488009" y="1930613"/>
                  </a:lnTo>
                  <a:lnTo>
                    <a:pt x="4511021" y="1937833"/>
                  </a:lnTo>
                  <a:lnTo>
                    <a:pt x="4534043" y="1944786"/>
                  </a:lnTo>
                  <a:lnTo>
                    <a:pt x="4557055" y="1951482"/>
                  </a:lnTo>
                  <a:lnTo>
                    <a:pt x="4580068" y="1957921"/>
                  </a:lnTo>
                </a:path>
              </a:pathLst>
            </a:custGeom>
            <a:noFill/>
            <a:ln w="38100" cap="flat">
              <a:solidFill>
                <a:schemeClr val="tx1"/>
              </a:solidFill>
              <a:prstDash val="solid"/>
              <a:round/>
            </a:ln>
          </p:spPr>
          <p:txBody>
            <a:bodyPr rtlCol="0" anchor="ctr"/>
            <a:lstStyle/>
            <a:p>
              <a:endParaRPr lang="en-US" dirty="0"/>
            </a:p>
          </p:txBody>
        </p:sp>
        <p:sp>
          <p:nvSpPr>
            <p:cNvPr id="1340" name="Freeform: Shape 1339">
              <a:extLst>
                <a:ext uri="{FF2B5EF4-FFF2-40B4-BE49-F238E27FC236}">
                  <a16:creationId xmlns:a16="http://schemas.microsoft.com/office/drawing/2014/main" id="{228244DF-9CCB-B302-2DF1-421CF31241C7}"/>
                </a:ext>
              </a:extLst>
            </p:cNvPr>
            <p:cNvSpPr/>
            <p:nvPr/>
          </p:nvSpPr>
          <p:spPr>
            <a:xfrm>
              <a:off x="47717073" y="20020122"/>
              <a:ext cx="1306461" cy="2211355"/>
            </a:xfrm>
            <a:custGeom>
              <a:avLst/>
              <a:gdLst>
                <a:gd name="connsiteX0" fmla="*/ 0 w 4580067"/>
                <a:gd name="connsiteY0" fmla="*/ 2030825 h 2341806"/>
                <a:gd name="connsiteX1" fmla="*/ 23022 w 4580067"/>
                <a:gd name="connsiteY1" fmla="*/ 2001088 h 2341806"/>
                <a:gd name="connsiteX2" fmla="*/ 46034 w 4580067"/>
                <a:gd name="connsiteY2" fmla="*/ 1969684 h 2341806"/>
                <a:gd name="connsiteX3" fmla="*/ 69047 w 4580067"/>
                <a:gd name="connsiteY3" fmla="*/ 1936585 h 2341806"/>
                <a:gd name="connsiteX4" fmla="*/ 92059 w 4580067"/>
                <a:gd name="connsiteY4" fmla="*/ 1901780 h 2341806"/>
                <a:gd name="connsiteX5" fmla="*/ 115081 w 4580067"/>
                <a:gd name="connsiteY5" fmla="*/ 1865262 h 2341806"/>
                <a:gd name="connsiteX6" fmla="*/ 138093 w 4580067"/>
                <a:gd name="connsiteY6" fmla="*/ 1827009 h 2341806"/>
                <a:gd name="connsiteX7" fmla="*/ 161115 w 4580067"/>
                <a:gd name="connsiteY7" fmla="*/ 1787042 h 2341806"/>
                <a:gd name="connsiteX8" fmla="*/ 184128 w 4580067"/>
                <a:gd name="connsiteY8" fmla="*/ 1745380 h 2341806"/>
                <a:gd name="connsiteX9" fmla="*/ 207140 w 4580067"/>
                <a:gd name="connsiteY9" fmla="*/ 1702032 h 2341806"/>
                <a:gd name="connsiteX10" fmla="*/ 230153 w 4580067"/>
                <a:gd name="connsiteY10" fmla="*/ 1657036 h 2341806"/>
                <a:gd name="connsiteX11" fmla="*/ 253175 w 4580067"/>
                <a:gd name="connsiteY11" fmla="*/ 1610439 h 2341806"/>
                <a:gd name="connsiteX12" fmla="*/ 276187 w 4580067"/>
                <a:gd name="connsiteY12" fmla="*/ 1562290 h 2341806"/>
                <a:gd name="connsiteX13" fmla="*/ 299199 w 4580067"/>
                <a:gd name="connsiteY13" fmla="*/ 1512665 h 2341806"/>
                <a:gd name="connsiteX14" fmla="*/ 322221 w 4580067"/>
                <a:gd name="connsiteY14" fmla="*/ 1461630 h 2341806"/>
                <a:gd name="connsiteX15" fmla="*/ 345234 w 4580067"/>
                <a:gd name="connsiteY15" fmla="*/ 1409290 h 2341806"/>
                <a:gd name="connsiteX16" fmla="*/ 368246 w 4580067"/>
                <a:gd name="connsiteY16" fmla="*/ 1355722 h 2341806"/>
                <a:gd name="connsiteX17" fmla="*/ 391268 w 4580067"/>
                <a:gd name="connsiteY17" fmla="*/ 1301048 h 2341806"/>
                <a:gd name="connsiteX18" fmla="*/ 414280 w 4580067"/>
                <a:gd name="connsiteY18" fmla="*/ 1245394 h 2341806"/>
                <a:gd name="connsiteX19" fmla="*/ 437293 w 4580067"/>
                <a:gd name="connsiteY19" fmla="*/ 1188891 h 2341806"/>
                <a:gd name="connsiteX20" fmla="*/ 460315 w 4580067"/>
                <a:gd name="connsiteY20" fmla="*/ 1131694 h 2341806"/>
                <a:gd name="connsiteX21" fmla="*/ 483327 w 4580067"/>
                <a:gd name="connsiteY21" fmla="*/ 1073934 h 2341806"/>
                <a:gd name="connsiteX22" fmla="*/ 506339 w 4580067"/>
                <a:gd name="connsiteY22" fmla="*/ 1015794 h 2341806"/>
                <a:gd name="connsiteX23" fmla="*/ 529361 w 4580067"/>
                <a:gd name="connsiteY23" fmla="*/ 957453 h 2341806"/>
                <a:gd name="connsiteX24" fmla="*/ 552374 w 4580067"/>
                <a:gd name="connsiteY24" fmla="*/ 899074 h 2341806"/>
                <a:gd name="connsiteX25" fmla="*/ 575386 w 4580067"/>
                <a:gd name="connsiteY25" fmla="*/ 840857 h 2341806"/>
                <a:gd name="connsiteX26" fmla="*/ 598399 w 4580067"/>
                <a:gd name="connsiteY26" fmla="*/ 783003 h 2341806"/>
                <a:gd name="connsiteX27" fmla="*/ 621421 w 4580067"/>
                <a:gd name="connsiteY27" fmla="*/ 725700 h 2341806"/>
                <a:gd name="connsiteX28" fmla="*/ 644433 w 4580067"/>
                <a:gd name="connsiteY28" fmla="*/ 669169 h 2341806"/>
                <a:gd name="connsiteX29" fmla="*/ 667445 w 4580067"/>
                <a:gd name="connsiteY29" fmla="*/ 613620 h 2341806"/>
                <a:gd name="connsiteX30" fmla="*/ 690467 w 4580067"/>
                <a:gd name="connsiteY30" fmla="*/ 559260 h 2341806"/>
                <a:gd name="connsiteX31" fmla="*/ 713480 w 4580067"/>
                <a:gd name="connsiteY31" fmla="*/ 506292 h 2341806"/>
                <a:gd name="connsiteX32" fmla="*/ 736492 w 4580067"/>
                <a:gd name="connsiteY32" fmla="*/ 454943 h 2341806"/>
                <a:gd name="connsiteX33" fmla="*/ 759514 w 4580067"/>
                <a:gd name="connsiteY33" fmla="*/ 405422 h 2341806"/>
                <a:gd name="connsiteX34" fmla="*/ 782526 w 4580067"/>
                <a:gd name="connsiteY34" fmla="*/ 357921 h 2341806"/>
                <a:gd name="connsiteX35" fmla="*/ 805539 w 4580067"/>
                <a:gd name="connsiteY35" fmla="*/ 312639 h 2341806"/>
                <a:gd name="connsiteX36" fmla="*/ 828561 w 4580067"/>
                <a:gd name="connsiteY36" fmla="*/ 269796 h 2341806"/>
                <a:gd name="connsiteX37" fmla="*/ 851573 w 4580067"/>
                <a:gd name="connsiteY37" fmla="*/ 229543 h 2341806"/>
                <a:gd name="connsiteX38" fmla="*/ 874585 w 4580067"/>
                <a:gd name="connsiteY38" fmla="*/ 192081 h 2341806"/>
                <a:gd name="connsiteX39" fmla="*/ 897607 w 4580067"/>
                <a:gd name="connsiteY39" fmla="*/ 157572 h 2341806"/>
                <a:gd name="connsiteX40" fmla="*/ 920620 w 4580067"/>
                <a:gd name="connsiteY40" fmla="*/ 126159 h 2341806"/>
                <a:gd name="connsiteX41" fmla="*/ 943632 w 4580067"/>
                <a:gd name="connsiteY41" fmla="*/ 97984 h 2341806"/>
                <a:gd name="connsiteX42" fmla="*/ 966654 w 4580067"/>
                <a:gd name="connsiteY42" fmla="*/ 73181 h 2341806"/>
                <a:gd name="connsiteX43" fmla="*/ 989667 w 4580067"/>
                <a:gd name="connsiteY43" fmla="*/ 51854 h 2341806"/>
                <a:gd name="connsiteX44" fmla="*/ 1012679 w 4580067"/>
                <a:gd name="connsiteY44" fmla="*/ 34099 h 2341806"/>
                <a:gd name="connsiteX45" fmla="*/ 1035691 w 4580067"/>
                <a:gd name="connsiteY45" fmla="*/ 19993 h 2341806"/>
                <a:gd name="connsiteX46" fmla="*/ 1058713 w 4580067"/>
                <a:gd name="connsiteY46" fmla="*/ 9573 h 2341806"/>
                <a:gd name="connsiteX47" fmla="*/ 1081726 w 4580067"/>
                <a:gd name="connsiteY47" fmla="*/ 2905 h 2341806"/>
                <a:gd name="connsiteX48" fmla="*/ 1104748 w 4580067"/>
                <a:gd name="connsiteY48" fmla="*/ 0 h 2341806"/>
                <a:gd name="connsiteX49" fmla="*/ 1127760 w 4580067"/>
                <a:gd name="connsiteY49" fmla="*/ 857 h 2341806"/>
                <a:gd name="connsiteX50" fmla="*/ 1150772 w 4580067"/>
                <a:gd name="connsiteY50" fmla="*/ 5448 h 2341806"/>
                <a:gd name="connsiteX51" fmla="*/ 1173785 w 4580067"/>
                <a:gd name="connsiteY51" fmla="*/ 13754 h 2341806"/>
                <a:gd name="connsiteX52" fmla="*/ 1196807 w 4580067"/>
                <a:gd name="connsiteY52" fmla="*/ 25698 h 2341806"/>
                <a:gd name="connsiteX53" fmla="*/ 1219819 w 4580067"/>
                <a:gd name="connsiteY53" fmla="*/ 41215 h 2341806"/>
                <a:gd name="connsiteX54" fmla="*/ 1242832 w 4580067"/>
                <a:gd name="connsiteY54" fmla="*/ 60198 h 2341806"/>
                <a:gd name="connsiteX55" fmla="*/ 1265853 w 4580067"/>
                <a:gd name="connsiteY55" fmla="*/ 82544 h 2341806"/>
                <a:gd name="connsiteX56" fmla="*/ 1288866 w 4580067"/>
                <a:gd name="connsiteY56" fmla="*/ 108118 h 2341806"/>
                <a:gd name="connsiteX57" fmla="*/ 1311878 w 4580067"/>
                <a:gd name="connsiteY57" fmla="*/ 136769 h 2341806"/>
                <a:gd name="connsiteX58" fmla="*/ 1334900 w 4580067"/>
                <a:gd name="connsiteY58" fmla="*/ 168345 h 2341806"/>
                <a:gd name="connsiteX59" fmla="*/ 1357913 w 4580067"/>
                <a:gd name="connsiteY59" fmla="*/ 202654 h 2341806"/>
                <a:gd name="connsiteX60" fmla="*/ 1380925 w 4580067"/>
                <a:gd name="connsiteY60" fmla="*/ 239525 h 2341806"/>
                <a:gd name="connsiteX61" fmla="*/ 1403947 w 4580067"/>
                <a:gd name="connsiteY61" fmla="*/ 278730 h 2341806"/>
                <a:gd name="connsiteX62" fmla="*/ 1426959 w 4580067"/>
                <a:gd name="connsiteY62" fmla="*/ 320078 h 2341806"/>
                <a:gd name="connsiteX63" fmla="*/ 1449972 w 4580067"/>
                <a:gd name="connsiteY63" fmla="*/ 363341 h 2341806"/>
                <a:gd name="connsiteX64" fmla="*/ 1472994 w 4580067"/>
                <a:gd name="connsiteY64" fmla="*/ 408289 h 2341806"/>
                <a:gd name="connsiteX65" fmla="*/ 1496006 w 4580067"/>
                <a:gd name="connsiteY65" fmla="*/ 454676 h 2341806"/>
                <a:gd name="connsiteX66" fmla="*/ 1519018 w 4580067"/>
                <a:gd name="connsiteY66" fmla="*/ 502272 h 2341806"/>
                <a:gd name="connsiteX67" fmla="*/ 1542031 w 4580067"/>
                <a:gd name="connsiteY67" fmla="*/ 550831 h 2341806"/>
                <a:gd name="connsiteX68" fmla="*/ 1565053 w 4580067"/>
                <a:gd name="connsiteY68" fmla="*/ 600104 h 2341806"/>
                <a:gd name="connsiteX69" fmla="*/ 1588065 w 4580067"/>
                <a:gd name="connsiteY69" fmla="*/ 649843 h 2341806"/>
                <a:gd name="connsiteX70" fmla="*/ 1611078 w 4580067"/>
                <a:gd name="connsiteY70" fmla="*/ 699811 h 2341806"/>
                <a:gd name="connsiteX71" fmla="*/ 1634099 w 4580067"/>
                <a:gd name="connsiteY71" fmla="*/ 749751 h 2341806"/>
                <a:gd name="connsiteX72" fmla="*/ 1657112 w 4580067"/>
                <a:gd name="connsiteY72" fmla="*/ 799433 h 2341806"/>
                <a:gd name="connsiteX73" fmla="*/ 1680124 w 4580067"/>
                <a:gd name="connsiteY73" fmla="*/ 848611 h 2341806"/>
                <a:gd name="connsiteX74" fmla="*/ 1703146 w 4580067"/>
                <a:gd name="connsiteY74" fmla="*/ 897074 h 2341806"/>
                <a:gd name="connsiteX75" fmla="*/ 1726159 w 4580067"/>
                <a:gd name="connsiteY75" fmla="*/ 944585 h 2341806"/>
                <a:gd name="connsiteX76" fmla="*/ 1749171 w 4580067"/>
                <a:gd name="connsiteY76" fmla="*/ 990943 h 2341806"/>
                <a:gd name="connsiteX77" fmla="*/ 1772193 w 4580067"/>
                <a:gd name="connsiteY77" fmla="*/ 1035930 h 2341806"/>
                <a:gd name="connsiteX78" fmla="*/ 1795205 w 4580067"/>
                <a:gd name="connsiteY78" fmla="*/ 1079373 h 2341806"/>
                <a:gd name="connsiteX79" fmla="*/ 1818218 w 4580067"/>
                <a:gd name="connsiteY79" fmla="*/ 1121073 h 2341806"/>
                <a:gd name="connsiteX80" fmla="*/ 1841240 w 4580067"/>
                <a:gd name="connsiteY80" fmla="*/ 1160878 h 2341806"/>
                <a:gd name="connsiteX81" fmla="*/ 1864252 w 4580067"/>
                <a:gd name="connsiteY81" fmla="*/ 1198616 h 2341806"/>
                <a:gd name="connsiteX82" fmla="*/ 1887265 w 4580067"/>
                <a:gd name="connsiteY82" fmla="*/ 1234154 h 2341806"/>
                <a:gd name="connsiteX83" fmla="*/ 1910286 w 4580067"/>
                <a:gd name="connsiteY83" fmla="*/ 1267349 h 2341806"/>
                <a:gd name="connsiteX84" fmla="*/ 1933299 w 4580067"/>
                <a:gd name="connsiteY84" fmla="*/ 1298096 h 2341806"/>
                <a:gd name="connsiteX85" fmla="*/ 1956311 w 4580067"/>
                <a:gd name="connsiteY85" fmla="*/ 1326289 h 2341806"/>
                <a:gd name="connsiteX86" fmla="*/ 1979324 w 4580067"/>
                <a:gd name="connsiteY86" fmla="*/ 1351845 h 2341806"/>
                <a:gd name="connsiteX87" fmla="*/ 2002346 w 4580067"/>
                <a:gd name="connsiteY87" fmla="*/ 1374696 h 2341806"/>
                <a:gd name="connsiteX88" fmla="*/ 2025358 w 4580067"/>
                <a:gd name="connsiteY88" fmla="*/ 1394774 h 2341806"/>
                <a:gd name="connsiteX89" fmla="*/ 2048370 w 4580067"/>
                <a:gd name="connsiteY89" fmla="*/ 1412034 h 2341806"/>
                <a:gd name="connsiteX90" fmla="*/ 2071392 w 4580067"/>
                <a:gd name="connsiteY90" fmla="*/ 1426464 h 2341806"/>
                <a:gd name="connsiteX91" fmla="*/ 2094405 w 4580067"/>
                <a:gd name="connsiteY91" fmla="*/ 1438046 h 2341806"/>
                <a:gd name="connsiteX92" fmla="*/ 2117417 w 4580067"/>
                <a:gd name="connsiteY92" fmla="*/ 1446771 h 2341806"/>
                <a:gd name="connsiteX93" fmla="*/ 2140439 w 4580067"/>
                <a:gd name="connsiteY93" fmla="*/ 1452667 h 2341806"/>
                <a:gd name="connsiteX94" fmla="*/ 2163452 w 4580067"/>
                <a:gd name="connsiteY94" fmla="*/ 1455753 h 2341806"/>
                <a:gd name="connsiteX95" fmla="*/ 2186464 w 4580067"/>
                <a:gd name="connsiteY95" fmla="*/ 1456087 h 2341806"/>
                <a:gd name="connsiteX96" fmla="*/ 2209486 w 4580067"/>
                <a:gd name="connsiteY96" fmla="*/ 1453715 h 2341806"/>
                <a:gd name="connsiteX97" fmla="*/ 2232498 w 4580067"/>
                <a:gd name="connsiteY97" fmla="*/ 1448705 h 2341806"/>
                <a:gd name="connsiteX98" fmla="*/ 2255511 w 4580067"/>
                <a:gd name="connsiteY98" fmla="*/ 1441152 h 2341806"/>
                <a:gd name="connsiteX99" fmla="*/ 2278533 w 4580067"/>
                <a:gd name="connsiteY99" fmla="*/ 1431141 h 2341806"/>
                <a:gd name="connsiteX100" fmla="*/ 2301545 w 4580067"/>
                <a:gd name="connsiteY100" fmla="*/ 1418777 h 2341806"/>
                <a:gd name="connsiteX101" fmla="*/ 2324557 w 4580067"/>
                <a:gd name="connsiteY101" fmla="*/ 1404185 h 2341806"/>
                <a:gd name="connsiteX102" fmla="*/ 2347579 w 4580067"/>
                <a:gd name="connsiteY102" fmla="*/ 1387478 h 2341806"/>
                <a:gd name="connsiteX103" fmla="*/ 2370592 w 4580067"/>
                <a:gd name="connsiteY103" fmla="*/ 1368800 h 2341806"/>
                <a:gd name="connsiteX104" fmla="*/ 2393604 w 4580067"/>
                <a:gd name="connsiteY104" fmla="*/ 1348283 h 2341806"/>
                <a:gd name="connsiteX105" fmla="*/ 2416626 w 4580067"/>
                <a:gd name="connsiteY105" fmla="*/ 1326099 h 2341806"/>
                <a:gd name="connsiteX106" fmla="*/ 2439638 w 4580067"/>
                <a:gd name="connsiteY106" fmla="*/ 1302401 h 2341806"/>
                <a:gd name="connsiteX107" fmla="*/ 2462651 w 4580067"/>
                <a:gd name="connsiteY107" fmla="*/ 1277360 h 2341806"/>
                <a:gd name="connsiteX108" fmla="*/ 2485663 w 4580067"/>
                <a:gd name="connsiteY108" fmla="*/ 1251128 h 2341806"/>
                <a:gd name="connsiteX109" fmla="*/ 2508685 w 4580067"/>
                <a:gd name="connsiteY109" fmla="*/ 1223905 h 2341806"/>
                <a:gd name="connsiteX110" fmla="*/ 2531698 w 4580067"/>
                <a:gd name="connsiteY110" fmla="*/ 1195854 h 2341806"/>
                <a:gd name="connsiteX111" fmla="*/ 2554710 w 4580067"/>
                <a:gd name="connsiteY111" fmla="*/ 1167174 h 2341806"/>
                <a:gd name="connsiteX112" fmla="*/ 2577732 w 4580067"/>
                <a:gd name="connsiteY112" fmla="*/ 1138047 h 2341806"/>
                <a:gd name="connsiteX113" fmla="*/ 2600744 w 4580067"/>
                <a:gd name="connsiteY113" fmla="*/ 1108653 h 2341806"/>
                <a:gd name="connsiteX114" fmla="*/ 2623757 w 4580067"/>
                <a:gd name="connsiteY114" fmla="*/ 1079192 h 2341806"/>
                <a:gd name="connsiteX115" fmla="*/ 2646779 w 4580067"/>
                <a:gd name="connsiteY115" fmla="*/ 1049846 h 2341806"/>
                <a:gd name="connsiteX116" fmla="*/ 2669791 w 4580067"/>
                <a:gd name="connsiteY116" fmla="*/ 1020794 h 2341806"/>
                <a:gd name="connsiteX117" fmla="*/ 2692803 w 4580067"/>
                <a:gd name="connsiteY117" fmla="*/ 992229 h 2341806"/>
                <a:gd name="connsiteX118" fmla="*/ 2715825 w 4580067"/>
                <a:gd name="connsiteY118" fmla="*/ 964321 h 2341806"/>
                <a:gd name="connsiteX119" fmla="*/ 2738838 w 4580067"/>
                <a:gd name="connsiteY119" fmla="*/ 937250 h 2341806"/>
                <a:gd name="connsiteX120" fmla="*/ 2761850 w 4580067"/>
                <a:gd name="connsiteY120" fmla="*/ 911200 h 2341806"/>
                <a:gd name="connsiteX121" fmla="*/ 2784872 w 4580067"/>
                <a:gd name="connsiteY121" fmla="*/ 886311 h 2341806"/>
                <a:gd name="connsiteX122" fmla="*/ 2807884 w 4580067"/>
                <a:gd name="connsiteY122" fmla="*/ 862756 h 2341806"/>
                <a:gd name="connsiteX123" fmla="*/ 2830897 w 4580067"/>
                <a:gd name="connsiteY123" fmla="*/ 840686 h 2341806"/>
                <a:gd name="connsiteX124" fmla="*/ 2853919 w 4580067"/>
                <a:gd name="connsiteY124" fmla="*/ 820236 h 2341806"/>
                <a:gd name="connsiteX125" fmla="*/ 2876931 w 4580067"/>
                <a:gd name="connsiteY125" fmla="*/ 801529 h 2341806"/>
                <a:gd name="connsiteX126" fmla="*/ 2899943 w 4580067"/>
                <a:gd name="connsiteY126" fmla="*/ 784708 h 2341806"/>
                <a:gd name="connsiteX127" fmla="*/ 2922956 w 4580067"/>
                <a:gd name="connsiteY127" fmla="*/ 769858 h 2341806"/>
                <a:gd name="connsiteX128" fmla="*/ 2945978 w 4580067"/>
                <a:gd name="connsiteY128" fmla="*/ 757104 h 2341806"/>
                <a:gd name="connsiteX129" fmla="*/ 2968990 w 4580067"/>
                <a:gd name="connsiteY129" fmla="*/ 746512 h 2341806"/>
                <a:gd name="connsiteX130" fmla="*/ 2992003 w 4580067"/>
                <a:gd name="connsiteY130" fmla="*/ 738168 h 2341806"/>
                <a:gd name="connsiteX131" fmla="*/ 3015025 w 4580067"/>
                <a:gd name="connsiteY131" fmla="*/ 732139 h 2341806"/>
                <a:gd name="connsiteX132" fmla="*/ 3038037 w 4580067"/>
                <a:gd name="connsiteY132" fmla="*/ 728463 h 2341806"/>
                <a:gd name="connsiteX133" fmla="*/ 3061049 w 4580067"/>
                <a:gd name="connsiteY133" fmla="*/ 727196 h 2341806"/>
                <a:gd name="connsiteX134" fmla="*/ 3084071 w 4580067"/>
                <a:gd name="connsiteY134" fmla="*/ 728348 h 2341806"/>
                <a:gd name="connsiteX135" fmla="*/ 3107084 w 4580067"/>
                <a:gd name="connsiteY135" fmla="*/ 731929 h 2341806"/>
                <a:gd name="connsiteX136" fmla="*/ 3130096 w 4580067"/>
                <a:gd name="connsiteY136" fmla="*/ 737959 h 2341806"/>
                <a:gd name="connsiteX137" fmla="*/ 3153118 w 4580067"/>
                <a:gd name="connsiteY137" fmla="*/ 746398 h 2341806"/>
                <a:gd name="connsiteX138" fmla="*/ 3176130 w 4580067"/>
                <a:gd name="connsiteY138" fmla="*/ 757238 h 2341806"/>
                <a:gd name="connsiteX139" fmla="*/ 3199143 w 4580067"/>
                <a:gd name="connsiteY139" fmla="*/ 770439 h 2341806"/>
                <a:gd name="connsiteX140" fmla="*/ 3222165 w 4580067"/>
                <a:gd name="connsiteY140" fmla="*/ 785946 h 2341806"/>
                <a:gd name="connsiteX141" fmla="*/ 3245177 w 4580067"/>
                <a:gd name="connsiteY141" fmla="*/ 803700 h 2341806"/>
                <a:gd name="connsiteX142" fmla="*/ 3268190 w 4580067"/>
                <a:gd name="connsiteY142" fmla="*/ 823627 h 2341806"/>
                <a:gd name="connsiteX143" fmla="*/ 3291211 w 4580067"/>
                <a:gd name="connsiteY143" fmla="*/ 845648 h 2341806"/>
                <a:gd name="connsiteX144" fmla="*/ 3314224 w 4580067"/>
                <a:gd name="connsiteY144" fmla="*/ 869680 h 2341806"/>
                <a:gd name="connsiteX145" fmla="*/ 3337236 w 4580067"/>
                <a:gd name="connsiteY145" fmla="*/ 895617 h 2341806"/>
                <a:gd name="connsiteX146" fmla="*/ 3360258 w 4580067"/>
                <a:gd name="connsiteY146" fmla="*/ 923354 h 2341806"/>
                <a:gd name="connsiteX147" fmla="*/ 3383271 w 4580067"/>
                <a:gd name="connsiteY147" fmla="*/ 952786 h 2341806"/>
                <a:gd name="connsiteX148" fmla="*/ 3406283 w 4580067"/>
                <a:gd name="connsiteY148" fmla="*/ 983780 h 2341806"/>
                <a:gd name="connsiteX149" fmla="*/ 3429295 w 4580067"/>
                <a:gd name="connsiteY149" fmla="*/ 1016213 h 2341806"/>
                <a:gd name="connsiteX150" fmla="*/ 3452317 w 4580067"/>
                <a:gd name="connsiteY150" fmla="*/ 1049960 h 2341806"/>
                <a:gd name="connsiteX151" fmla="*/ 3475330 w 4580067"/>
                <a:gd name="connsiteY151" fmla="*/ 1084898 h 2341806"/>
                <a:gd name="connsiteX152" fmla="*/ 3498342 w 4580067"/>
                <a:gd name="connsiteY152" fmla="*/ 1120883 h 2341806"/>
                <a:gd name="connsiteX153" fmla="*/ 3521364 w 4580067"/>
                <a:gd name="connsiteY153" fmla="*/ 1157783 h 2341806"/>
                <a:gd name="connsiteX154" fmla="*/ 3544377 w 4580067"/>
                <a:gd name="connsiteY154" fmla="*/ 1195464 h 2341806"/>
                <a:gd name="connsiteX155" fmla="*/ 3567389 w 4580067"/>
                <a:gd name="connsiteY155" fmla="*/ 1233792 h 2341806"/>
                <a:gd name="connsiteX156" fmla="*/ 3590411 w 4580067"/>
                <a:gd name="connsiteY156" fmla="*/ 1272626 h 2341806"/>
                <a:gd name="connsiteX157" fmla="*/ 3613423 w 4580067"/>
                <a:gd name="connsiteY157" fmla="*/ 1311840 h 2341806"/>
                <a:gd name="connsiteX158" fmla="*/ 3636435 w 4580067"/>
                <a:gd name="connsiteY158" fmla="*/ 1351293 h 2341806"/>
                <a:gd name="connsiteX159" fmla="*/ 3659458 w 4580067"/>
                <a:gd name="connsiteY159" fmla="*/ 1390869 h 2341806"/>
                <a:gd name="connsiteX160" fmla="*/ 3682470 w 4580067"/>
                <a:gd name="connsiteY160" fmla="*/ 1430445 h 2341806"/>
                <a:gd name="connsiteX161" fmla="*/ 3705482 w 4580067"/>
                <a:gd name="connsiteY161" fmla="*/ 1469898 h 2341806"/>
                <a:gd name="connsiteX162" fmla="*/ 3728504 w 4580067"/>
                <a:gd name="connsiteY162" fmla="*/ 1509122 h 2341806"/>
                <a:gd name="connsiteX163" fmla="*/ 3751516 w 4580067"/>
                <a:gd name="connsiteY163" fmla="*/ 1548013 h 2341806"/>
                <a:gd name="connsiteX164" fmla="*/ 3774529 w 4580067"/>
                <a:gd name="connsiteY164" fmla="*/ 1586446 h 2341806"/>
                <a:gd name="connsiteX165" fmla="*/ 3797551 w 4580067"/>
                <a:gd name="connsiteY165" fmla="*/ 1624355 h 2341806"/>
                <a:gd name="connsiteX166" fmla="*/ 3820563 w 4580067"/>
                <a:gd name="connsiteY166" fmla="*/ 1661646 h 2341806"/>
                <a:gd name="connsiteX167" fmla="*/ 3843576 w 4580067"/>
                <a:gd name="connsiteY167" fmla="*/ 1698222 h 2341806"/>
                <a:gd name="connsiteX168" fmla="*/ 3866598 w 4580067"/>
                <a:gd name="connsiteY168" fmla="*/ 1734026 h 2341806"/>
                <a:gd name="connsiteX169" fmla="*/ 3889610 w 4580067"/>
                <a:gd name="connsiteY169" fmla="*/ 1768983 h 2341806"/>
                <a:gd name="connsiteX170" fmla="*/ 3912622 w 4580067"/>
                <a:gd name="connsiteY170" fmla="*/ 1803044 h 2341806"/>
                <a:gd name="connsiteX171" fmla="*/ 3935635 w 4580067"/>
                <a:gd name="connsiteY171" fmla="*/ 1836134 h 2341806"/>
                <a:gd name="connsiteX172" fmla="*/ 3958657 w 4580067"/>
                <a:gd name="connsiteY172" fmla="*/ 1868233 h 2341806"/>
                <a:gd name="connsiteX173" fmla="*/ 3981669 w 4580067"/>
                <a:gd name="connsiteY173" fmla="*/ 1899285 h 2341806"/>
                <a:gd name="connsiteX174" fmla="*/ 4004691 w 4580067"/>
                <a:gd name="connsiteY174" fmla="*/ 1929270 h 2341806"/>
                <a:gd name="connsiteX175" fmla="*/ 4027704 w 4580067"/>
                <a:gd name="connsiteY175" fmla="*/ 1958149 h 2341806"/>
                <a:gd name="connsiteX176" fmla="*/ 4050716 w 4580067"/>
                <a:gd name="connsiteY176" fmla="*/ 1985915 h 2341806"/>
                <a:gd name="connsiteX177" fmla="*/ 4073728 w 4580067"/>
                <a:gd name="connsiteY177" fmla="*/ 2012556 h 2341806"/>
                <a:gd name="connsiteX178" fmla="*/ 4096750 w 4580067"/>
                <a:gd name="connsiteY178" fmla="*/ 2038055 h 2341806"/>
                <a:gd name="connsiteX179" fmla="*/ 4119763 w 4580067"/>
                <a:gd name="connsiteY179" fmla="*/ 2062420 h 2341806"/>
                <a:gd name="connsiteX180" fmla="*/ 4142775 w 4580067"/>
                <a:gd name="connsiteY180" fmla="*/ 2085651 h 2341806"/>
                <a:gd name="connsiteX181" fmla="*/ 4165797 w 4580067"/>
                <a:gd name="connsiteY181" fmla="*/ 2107768 h 2341806"/>
                <a:gd name="connsiteX182" fmla="*/ 4188810 w 4580067"/>
                <a:gd name="connsiteY182" fmla="*/ 2128761 h 2341806"/>
                <a:gd name="connsiteX183" fmla="*/ 4211822 w 4580067"/>
                <a:gd name="connsiteY183" fmla="*/ 2148659 h 2341806"/>
                <a:gd name="connsiteX184" fmla="*/ 4234844 w 4580067"/>
                <a:gd name="connsiteY184" fmla="*/ 2167490 h 2341806"/>
                <a:gd name="connsiteX185" fmla="*/ 4257856 w 4580067"/>
                <a:gd name="connsiteY185" fmla="*/ 2185264 h 2341806"/>
                <a:gd name="connsiteX186" fmla="*/ 4280869 w 4580067"/>
                <a:gd name="connsiteY186" fmla="*/ 2202018 h 2341806"/>
                <a:gd name="connsiteX187" fmla="*/ 4303890 w 4580067"/>
                <a:gd name="connsiteY187" fmla="*/ 2217773 h 2341806"/>
                <a:gd name="connsiteX188" fmla="*/ 4326903 w 4580067"/>
                <a:gd name="connsiteY188" fmla="*/ 2232565 h 2341806"/>
                <a:gd name="connsiteX189" fmla="*/ 4349916 w 4580067"/>
                <a:gd name="connsiteY189" fmla="*/ 2246433 h 2341806"/>
                <a:gd name="connsiteX190" fmla="*/ 4372937 w 4580067"/>
                <a:gd name="connsiteY190" fmla="*/ 2259397 h 2341806"/>
                <a:gd name="connsiteX191" fmla="*/ 4395950 w 4580067"/>
                <a:gd name="connsiteY191" fmla="*/ 2271503 h 2341806"/>
                <a:gd name="connsiteX192" fmla="*/ 4418962 w 4580067"/>
                <a:gd name="connsiteY192" fmla="*/ 2282790 h 2341806"/>
                <a:gd name="connsiteX193" fmla="*/ 4441974 w 4580067"/>
                <a:gd name="connsiteY193" fmla="*/ 2293287 h 2341806"/>
                <a:gd name="connsiteX194" fmla="*/ 4464996 w 4580067"/>
                <a:gd name="connsiteY194" fmla="*/ 2303031 h 2341806"/>
                <a:gd name="connsiteX195" fmla="*/ 4488009 w 4580067"/>
                <a:gd name="connsiteY195" fmla="*/ 2312060 h 2341806"/>
                <a:gd name="connsiteX196" fmla="*/ 4511021 w 4580067"/>
                <a:gd name="connsiteY196" fmla="*/ 2320423 h 2341806"/>
                <a:gd name="connsiteX197" fmla="*/ 4534043 w 4580067"/>
                <a:gd name="connsiteY197" fmla="*/ 2328139 h 2341806"/>
                <a:gd name="connsiteX198" fmla="*/ 4557055 w 4580067"/>
                <a:gd name="connsiteY198" fmla="*/ 2335254 h 2341806"/>
                <a:gd name="connsiteX199" fmla="*/ 4580068 w 4580067"/>
                <a:gd name="connsiteY199" fmla="*/ 2341807 h 234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4580067" h="2341806">
                  <a:moveTo>
                    <a:pt x="0" y="2030825"/>
                  </a:moveTo>
                  <a:lnTo>
                    <a:pt x="23022" y="2001088"/>
                  </a:lnTo>
                  <a:lnTo>
                    <a:pt x="46034" y="1969684"/>
                  </a:lnTo>
                  <a:lnTo>
                    <a:pt x="69047" y="1936585"/>
                  </a:lnTo>
                  <a:lnTo>
                    <a:pt x="92059" y="1901780"/>
                  </a:lnTo>
                  <a:lnTo>
                    <a:pt x="115081" y="1865262"/>
                  </a:lnTo>
                  <a:lnTo>
                    <a:pt x="138093" y="1827009"/>
                  </a:lnTo>
                  <a:lnTo>
                    <a:pt x="161115" y="1787042"/>
                  </a:lnTo>
                  <a:lnTo>
                    <a:pt x="184128" y="1745380"/>
                  </a:lnTo>
                  <a:lnTo>
                    <a:pt x="207140" y="1702032"/>
                  </a:lnTo>
                  <a:lnTo>
                    <a:pt x="230153" y="1657036"/>
                  </a:lnTo>
                  <a:lnTo>
                    <a:pt x="253175" y="1610439"/>
                  </a:lnTo>
                  <a:lnTo>
                    <a:pt x="276187" y="1562290"/>
                  </a:lnTo>
                  <a:lnTo>
                    <a:pt x="299199" y="1512665"/>
                  </a:lnTo>
                  <a:lnTo>
                    <a:pt x="322221" y="1461630"/>
                  </a:lnTo>
                  <a:lnTo>
                    <a:pt x="345234" y="1409290"/>
                  </a:lnTo>
                  <a:lnTo>
                    <a:pt x="368246" y="1355722"/>
                  </a:lnTo>
                  <a:lnTo>
                    <a:pt x="391268" y="1301048"/>
                  </a:lnTo>
                  <a:lnTo>
                    <a:pt x="414280" y="1245394"/>
                  </a:lnTo>
                  <a:lnTo>
                    <a:pt x="437293" y="1188891"/>
                  </a:lnTo>
                  <a:lnTo>
                    <a:pt x="460315" y="1131694"/>
                  </a:lnTo>
                  <a:lnTo>
                    <a:pt x="483327" y="1073934"/>
                  </a:lnTo>
                  <a:lnTo>
                    <a:pt x="506339" y="1015794"/>
                  </a:lnTo>
                  <a:lnTo>
                    <a:pt x="529361" y="957453"/>
                  </a:lnTo>
                  <a:lnTo>
                    <a:pt x="552374" y="899074"/>
                  </a:lnTo>
                  <a:lnTo>
                    <a:pt x="575386" y="840857"/>
                  </a:lnTo>
                  <a:lnTo>
                    <a:pt x="598399" y="783003"/>
                  </a:lnTo>
                  <a:lnTo>
                    <a:pt x="621421" y="725700"/>
                  </a:lnTo>
                  <a:lnTo>
                    <a:pt x="644433" y="669169"/>
                  </a:lnTo>
                  <a:lnTo>
                    <a:pt x="667445" y="613620"/>
                  </a:lnTo>
                  <a:lnTo>
                    <a:pt x="690467" y="559260"/>
                  </a:lnTo>
                  <a:lnTo>
                    <a:pt x="713480" y="506292"/>
                  </a:lnTo>
                  <a:lnTo>
                    <a:pt x="736492" y="454943"/>
                  </a:lnTo>
                  <a:lnTo>
                    <a:pt x="759514" y="405422"/>
                  </a:lnTo>
                  <a:lnTo>
                    <a:pt x="782526" y="357921"/>
                  </a:lnTo>
                  <a:lnTo>
                    <a:pt x="805539" y="312639"/>
                  </a:lnTo>
                  <a:lnTo>
                    <a:pt x="828561" y="269796"/>
                  </a:lnTo>
                  <a:lnTo>
                    <a:pt x="851573" y="229543"/>
                  </a:lnTo>
                  <a:lnTo>
                    <a:pt x="874585" y="192081"/>
                  </a:lnTo>
                  <a:lnTo>
                    <a:pt x="897607" y="157572"/>
                  </a:lnTo>
                  <a:lnTo>
                    <a:pt x="920620" y="126159"/>
                  </a:lnTo>
                  <a:lnTo>
                    <a:pt x="943632" y="97984"/>
                  </a:lnTo>
                  <a:lnTo>
                    <a:pt x="966654" y="73181"/>
                  </a:lnTo>
                  <a:lnTo>
                    <a:pt x="989667" y="51854"/>
                  </a:lnTo>
                  <a:lnTo>
                    <a:pt x="1012679" y="34099"/>
                  </a:lnTo>
                  <a:lnTo>
                    <a:pt x="1035691" y="19993"/>
                  </a:lnTo>
                  <a:lnTo>
                    <a:pt x="1058713" y="9573"/>
                  </a:lnTo>
                  <a:lnTo>
                    <a:pt x="1081726" y="2905"/>
                  </a:lnTo>
                  <a:lnTo>
                    <a:pt x="1104748" y="0"/>
                  </a:lnTo>
                  <a:lnTo>
                    <a:pt x="1127760" y="857"/>
                  </a:lnTo>
                  <a:lnTo>
                    <a:pt x="1150772" y="5448"/>
                  </a:lnTo>
                  <a:lnTo>
                    <a:pt x="1173785" y="13754"/>
                  </a:lnTo>
                  <a:lnTo>
                    <a:pt x="1196807" y="25698"/>
                  </a:lnTo>
                  <a:lnTo>
                    <a:pt x="1219819" y="41215"/>
                  </a:lnTo>
                  <a:lnTo>
                    <a:pt x="1242832" y="60198"/>
                  </a:lnTo>
                  <a:lnTo>
                    <a:pt x="1265853" y="82544"/>
                  </a:lnTo>
                  <a:lnTo>
                    <a:pt x="1288866" y="108118"/>
                  </a:lnTo>
                  <a:lnTo>
                    <a:pt x="1311878" y="136769"/>
                  </a:lnTo>
                  <a:lnTo>
                    <a:pt x="1334900" y="168345"/>
                  </a:lnTo>
                  <a:lnTo>
                    <a:pt x="1357913" y="202654"/>
                  </a:lnTo>
                  <a:lnTo>
                    <a:pt x="1380925" y="239525"/>
                  </a:lnTo>
                  <a:lnTo>
                    <a:pt x="1403947" y="278730"/>
                  </a:lnTo>
                  <a:lnTo>
                    <a:pt x="1426959" y="320078"/>
                  </a:lnTo>
                  <a:lnTo>
                    <a:pt x="1449972" y="363341"/>
                  </a:lnTo>
                  <a:lnTo>
                    <a:pt x="1472994" y="408289"/>
                  </a:lnTo>
                  <a:lnTo>
                    <a:pt x="1496006" y="454676"/>
                  </a:lnTo>
                  <a:lnTo>
                    <a:pt x="1519018" y="502272"/>
                  </a:lnTo>
                  <a:lnTo>
                    <a:pt x="1542031" y="550831"/>
                  </a:lnTo>
                  <a:lnTo>
                    <a:pt x="1565053" y="600104"/>
                  </a:lnTo>
                  <a:lnTo>
                    <a:pt x="1588065" y="649843"/>
                  </a:lnTo>
                  <a:lnTo>
                    <a:pt x="1611078" y="699811"/>
                  </a:lnTo>
                  <a:lnTo>
                    <a:pt x="1634099" y="749751"/>
                  </a:lnTo>
                  <a:lnTo>
                    <a:pt x="1657112" y="799433"/>
                  </a:lnTo>
                  <a:lnTo>
                    <a:pt x="1680124" y="848611"/>
                  </a:lnTo>
                  <a:lnTo>
                    <a:pt x="1703146" y="897074"/>
                  </a:lnTo>
                  <a:lnTo>
                    <a:pt x="1726159" y="944585"/>
                  </a:lnTo>
                  <a:lnTo>
                    <a:pt x="1749171" y="990943"/>
                  </a:lnTo>
                  <a:lnTo>
                    <a:pt x="1772193" y="1035930"/>
                  </a:lnTo>
                  <a:lnTo>
                    <a:pt x="1795205" y="1079373"/>
                  </a:lnTo>
                  <a:lnTo>
                    <a:pt x="1818218" y="1121073"/>
                  </a:lnTo>
                  <a:lnTo>
                    <a:pt x="1841240" y="1160878"/>
                  </a:lnTo>
                  <a:lnTo>
                    <a:pt x="1864252" y="1198616"/>
                  </a:lnTo>
                  <a:lnTo>
                    <a:pt x="1887265" y="1234154"/>
                  </a:lnTo>
                  <a:lnTo>
                    <a:pt x="1910286" y="1267349"/>
                  </a:lnTo>
                  <a:lnTo>
                    <a:pt x="1933299" y="1298096"/>
                  </a:lnTo>
                  <a:lnTo>
                    <a:pt x="1956311" y="1326289"/>
                  </a:lnTo>
                  <a:lnTo>
                    <a:pt x="1979324" y="1351845"/>
                  </a:lnTo>
                  <a:lnTo>
                    <a:pt x="2002346" y="1374696"/>
                  </a:lnTo>
                  <a:lnTo>
                    <a:pt x="2025358" y="1394774"/>
                  </a:lnTo>
                  <a:lnTo>
                    <a:pt x="2048370" y="1412034"/>
                  </a:lnTo>
                  <a:lnTo>
                    <a:pt x="2071392" y="1426464"/>
                  </a:lnTo>
                  <a:lnTo>
                    <a:pt x="2094405" y="1438046"/>
                  </a:lnTo>
                  <a:lnTo>
                    <a:pt x="2117417" y="1446771"/>
                  </a:lnTo>
                  <a:lnTo>
                    <a:pt x="2140439" y="1452667"/>
                  </a:lnTo>
                  <a:lnTo>
                    <a:pt x="2163452" y="1455753"/>
                  </a:lnTo>
                  <a:lnTo>
                    <a:pt x="2186464" y="1456087"/>
                  </a:lnTo>
                  <a:lnTo>
                    <a:pt x="2209486" y="1453715"/>
                  </a:lnTo>
                  <a:lnTo>
                    <a:pt x="2232498" y="1448705"/>
                  </a:lnTo>
                  <a:lnTo>
                    <a:pt x="2255511" y="1441152"/>
                  </a:lnTo>
                  <a:lnTo>
                    <a:pt x="2278533" y="1431141"/>
                  </a:lnTo>
                  <a:lnTo>
                    <a:pt x="2301545" y="1418777"/>
                  </a:lnTo>
                  <a:lnTo>
                    <a:pt x="2324557" y="1404185"/>
                  </a:lnTo>
                  <a:lnTo>
                    <a:pt x="2347579" y="1387478"/>
                  </a:lnTo>
                  <a:lnTo>
                    <a:pt x="2370592" y="1368800"/>
                  </a:lnTo>
                  <a:lnTo>
                    <a:pt x="2393604" y="1348283"/>
                  </a:lnTo>
                  <a:lnTo>
                    <a:pt x="2416626" y="1326099"/>
                  </a:lnTo>
                  <a:lnTo>
                    <a:pt x="2439638" y="1302401"/>
                  </a:lnTo>
                  <a:lnTo>
                    <a:pt x="2462651" y="1277360"/>
                  </a:lnTo>
                  <a:lnTo>
                    <a:pt x="2485663" y="1251128"/>
                  </a:lnTo>
                  <a:lnTo>
                    <a:pt x="2508685" y="1223905"/>
                  </a:lnTo>
                  <a:lnTo>
                    <a:pt x="2531698" y="1195854"/>
                  </a:lnTo>
                  <a:lnTo>
                    <a:pt x="2554710" y="1167174"/>
                  </a:lnTo>
                  <a:lnTo>
                    <a:pt x="2577732" y="1138047"/>
                  </a:lnTo>
                  <a:lnTo>
                    <a:pt x="2600744" y="1108653"/>
                  </a:lnTo>
                  <a:lnTo>
                    <a:pt x="2623757" y="1079192"/>
                  </a:lnTo>
                  <a:lnTo>
                    <a:pt x="2646779" y="1049846"/>
                  </a:lnTo>
                  <a:lnTo>
                    <a:pt x="2669791" y="1020794"/>
                  </a:lnTo>
                  <a:lnTo>
                    <a:pt x="2692803" y="992229"/>
                  </a:lnTo>
                  <a:lnTo>
                    <a:pt x="2715825" y="964321"/>
                  </a:lnTo>
                  <a:lnTo>
                    <a:pt x="2738838" y="937250"/>
                  </a:lnTo>
                  <a:lnTo>
                    <a:pt x="2761850" y="911200"/>
                  </a:lnTo>
                  <a:lnTo>
                    <a:pt x="2784872" y="886311"/>
                  </a:lnTo>
                  <a:lnTo>
                    <a:pt x="2807884" y="862756"/>
                  </a:lnTo>
                  <a:lnTo>
                    <a:pt x="2830897" y="840686"/>
                  </a:lnTo>
                  <a:lnTo>
                    <a:pt x="2853919" y="820236"/>
                  </a:lnTo>
                  <a:lnTo>
                    <a:pt x="2876931" y="801529"/>
                  </a:lnTo>
                  <a:lnTo>
                    <a:pt x="2899943" y="784708"/>
                  </a:lnTo>
                  <a:lnTo>
                    <a:pt x="2922956" y="769858"/>
                  </a:lnTo>
                  <a:lnTo>
                    <a:pt x="2945978" y="757104"/>
                  </a:lnTo>
                  <a:lnTo>
                    <a:pt x="2968990" y="746512"/>
                  </a:lnTo>
                  <a:lnTo>
                    <a:pt x="2992003" y="738168"/>
                  </a:lnTo>
                  <a:lnTo>
                    <a:pt x="3015025" y="732139"/>
                  </a:lnTo>
                  <a:lnTo>
                    <a:pt x="3038037" y="728463"/>
                  </a:lnTo>
                  <a:lnTo>
                    <a:pt x="3061049" y="727196"/>
                  </a:lnTo>
                  <a:lnTo>
                    <a:pt x="3084071" y="728348"/>
                  </a:lnTo>
                  <a:lnTo>
                    <a:pt x="3107084" y="731929"/>
                  </a:lnTo>
                  <a:lnTo>
                    <a:pt x="3130096" y="737959"/>
                  </a:lnTo>
                  <a:lnTo>
                    <a:pt x="3153118" y="746398"/>
                  </a:lnTo>
                  <a:lnTo>
                    <a:pt x="3176130" y="757238"/>
                  </a:lnTo>
                  <a:lnTo>
                    <a:pt x="3199143" y="770439"/>
                  </a:lnTo>
                  <a:lnTo>
                    <a:pt x="3222165" y="785946"/>
                  </a:lnTo>
                  <a:lnTo>
                    <a:pt x="3245177" y="803700"/>
                  </a:lnTo>
                  <a:lnTo>
                    <a:pt x="3268190" y="823627"/>
                  </a:lnTo>
                  <a:lnTo>
                    <a:pt x="3291211" y="845648"/>
                  </a:lnTo>
                  <a:lnTo>
                    <a:pt x="3314224" y="869680"/>
                  </a:lnTo>
                  <a:lnTo>
                    <a:pt x="3337236" y="895617"/>
                  </a:lnTo>
                  <a:lnTo>
                    <a:pt x="3360258" y="923354"/>
                  </a:lnTo>
                  <a:lnTo>
                    <a:pt x="3383271" y="952786"/>
                  </a:lnTo>
                  <a:lnTo>
                    <a:pt x="3406283" y="983780"/>
                  </a:lnTo>
                  <a:lnTo>
                    <a:pt x="3429295" y="1016213"/>
                  </a:lnTo>
                  <a:lnTo>
                    <a:pt x="3452317" y="1049960"/>
                  </a:lnTo>
                  <a:lnTo>
                    <a:pt x="3475330" y="1084898"/>
                  </a:lnTo>
                  <a:lnTo>
                    <a:pt x="3498342" y="1120883"/>
                  </a:lnTo>
                  <a:lnTo>
                    <a:pt x="3521364" y="1157783"/>
                  </a:lnTo>
                  <a:lnTo>
                    <a:pt x="3544377" y="1195464"/>
                  </a:lnTo>
                  <a:lnTo>
                    <a:pt x="3567389" y="1233792"/>
                  </a:lnTo>
                  <a:lnTo>
                    <a:pt x="3590411" y="1272626"/>
                  </a:lnTo>
                  <a:lnTo>
                    <a:pt x="3613423" y="1311840"/>
                  </a:lnTo>
                  <a:lnTo>
                    <a:pt x="3636435" y="1351293"/>
                  </a:lnTo>
                  <a:lnTo>
                    <a:pt x="3659458" y="1390869"/>
                  </a:lnTo>
                  <a:lnTo>
                    <a:pt x="3682470" y="1430445"/>
                  </a:lnTo>
                  <a:lnTo>
                    <a:pt x="3705482" y="1469898"/>
                  </a:lnTo>
                  <a:lnTo>
                    <a:pt x="3728504" y="1509122"/>
                  </a:lnTo>
                  <a:lnTo>
                    <a:pt x="3751516" y="1548013"/>
                  </a:lnTo>
                  <a:lnTo>
                    <a:pt x="3774529" y="1586446"/>
                  </a:lnTo>
                  <a:lnTo>
                    <a:pt x="3797551" y="1624355"/>
                  </a:lnTo>
                  <a:lnTo>
                    <a:pt x="3820563" y="1661646"/>
                  </a:lnTo>
                  <a:lnTo>
                    <a:pt x="3843576" y="1698222"/>
                  </a:lnTo>
                  <a:lnTo>
                    <a:pt x="3866598" y="1734026"/>
                  </a:lnTo>
                  <a:lnTo>
                    <a:pt x="3889610" y="1768983"/>
                  </a:lnTo>
                  <a:lnTo>
                    <a:pt x="3912622" y="1803044"/>
                  </a:lnTo>
                  <a:lnTo>
                    <a:pt x="3935635" y="1836134"/>
                  </a:lnTo>
                  <a:lnTo>
                    <a:pt x="3958657" y="1868233"/>
                  </a:lnTo>
                  <a:lnTo>
                    <a:pt x="3981669" y="1899285"/>
                  </a:lnTo>
                  <a:lnTo>
                    <a:pt x="4004691" y="1929270"/>
                  </a:lnTo>
                  <a:lnTo>
                    <a:pt x="4027704" y="1958149"/>
                  </a:lnTo>
                  <a:lnTo>
                    <a:pt x="4050716" y="1985915"/>
                  </a:lnTo>
                  <a:lnTo>
                    <a:pt x="4073728" y="2012556"/>
                  </a:lnTo>
                  <a:lnTo>
                    <a:pt x="4096750" y="2038055"/>
                  </a:lnTo>
                  <a:lnTo>
                    <a:pt x="4119763" y="2062420"/>
                  </a:lnTo>
                  <a:lnTo>
                    <a:pt x="4142775" y="2085651"/>
                  </a:lnTo>
                  <a:lnTo>
                    <a:pt x="4165797" y="2107768"/>
                  </a:lnTo>
                  <a:lnTo>
                    <a:pt x="4188810" y="2128761"/>
                  </a:lnTo>
                  <a:lnTo>
                    <a:pt x="4211822" y="2148659"/>
                  </a:lnTo>
                  <a:lnTo>
                    <a:pt x="4234844" y="2167490"/>
                  </a:lnTo>
                  <a:lnTo>
                    <a:pt x="4257856" y="2185264"/>
                  </a:lnTo>
                  <a:lnTo>
                    <a:pt x="4280869" y="2202018"/>
                  </a:lnTo>
                  <a:lnTo>
                    <a:pt x="4303890" y="2217773"/>
                  </a:lnTo>
                  <a:lnTo>
                    <a:pt x="4326903" y="2232565"/>
                  </a:lnTo>
                  <a:lnTo>
                    <a:pt x="4349916" y="2246433"/>
                  </a:lnTo>
                  <a:lnTo>
                    <a:pt x="4372937" y="2259397"/>
                  </a:lnTo>
                  <a:lnTo>
                    <a:pt x="4395950" y="2271503"/>
                  </a:lnTo>
                  <a:lnTo>
                    <a:pt x="4418962" y="2282790"/>
                  </a:lnTo>
                  <a:lnTo>
                    <a:pt x="4441974" y="2293287"/>
                  </a:lnTo>
                  <a:lnTo>
                    <a:pt x="4464996" y="2303031"/>
                  </a:lnTo>
                  <a:lnTo>
                    <a:pt x="4488009" y="2312060"/>
                  </a:lnTo>
                  <a:lnTo>
                    <a:pt x="4511021" y="2320423"/>
                  </a:lnTo>
                  <a:lnTo>
                    <a:pt x="4534043" y="2328139"/>
                  </a:lnTo>
                  <a:lnTo>
                    <a:pt x="4557055" y="2335254"/>
                  </a:lnTo>
                  <a:lnTo>
                    <a:pt x="4580068" y="2341807"/>
                  </a:lnTo>
                </a:path>
              </a:pathLst>
            </a:custGeom>
            <a:noFill/>
            <a:ln w="38100" cap="flat">
              <a:solidFill>
                <a:srgbClr val="FF0000"/>
              </a:solidFill>
              <a:prstDash val="solid"/>
              <a:round/>
            </a:ln>
          </p:spPr>
          <p:txBody>
            <a:bodyPr rtlCol="0" anchor="ctr"/>
            <a:lstStyle/>
            <a:p>
              <a:endParaRPr lang="en-US" dirty="0"/>
            </a:p>
          </p:txBody>
        </p:sp>
      </p:grpSp>
      <p:sp>
        <p:nvSpPr>
          <p:cNvPr id="4934" name="TextBox 4933">
            <a:extLst>
              <a:ext uri="{FF2B5EF4-FFF2-40B4-BE49-F238E27FC236}">
                <a16:creationId xmlns:a16="http://schemas.microsoft.com/office/drawing/2014/main" id="{232F5457-92FD-B167-ABDC-CB8461A96309}"/>
              </a:ext>
            </a:extLst>
          </p:cNvPr>
          <p:cNvSpPr txBox="1"/>
          <p:nvPr/>
        </p:nvSpPr>
        <p:spPr>
          <a:xfrm>
            <a:off x="34031748" y="17015736"/>
            <a:ext cx="12786012" cy="1015663"/>
          </a:xfrm>
          <a:prstGeom prst="rect">
            <a:avLst/>
          </a:prstGeom>
          <a:noFill/>
        </p:spPr>
        <p:txBody>
          <a:bodyPr wrap="square">
            <a:spAutoFit/>
          </a:bodyPr>
          <a:lstStyle/>
          <a:p>
            <a:r>
              <a:rPr lang="en-US" altLang="zh-CN" sz="6000" dirty="0" err="1">
                <a:latin typeface="STKaiti" panose="02010600040101010101" pitchFamily="2" charset="-122"/>
                <a:ea typeface="STKaiti" panose="02010600040101010101" pitchFamily="2" charset="-122"/>
              </a:rPr>
              <a:t>dPC</a:t>
            </a:r>
            <a:r>
              <a:rPr lang="en-US" altLang="zh-CN" sz="6000" dirty="0">
                <a:latin typeface="STKaiti" panose="02010600040101010101" pitchFamily="2" charset="-122"/>
                <a:ea typeface="STKaiti" panose="02010600040101010101" pitchFamily="2" charset="-122"/>
              </a:rPr>
              <a:t> </a:t>
            </a:r>
            <a:r>
              <a:rPr lang="zh-CN" altLang="en-US" sz="6000" dirty="0">
                <a:latin typeface="STKaiti" panose="02010600040101010101" pitchFamily="2" charset="-122"/>
                <a:ea typeface="STKaiti" panose="02010600040101010101" pitchFamily="2" charset="-122"/>
              </a:rPr>
              <a:t>预测了双峰分布并得到实验验证</a:t>
            </a:r>
            <a:endParaRPr lang="en-US" sz="6000" b="1" dirty="0">
              <a:latin typeface="STKaiti" panose="02010600040101010101" pitchFamily="2" charset="-122"/>
              <a:ea typeface="STKaiti" panose="02010600040101010101" pitchFamily="2" charset="-122"/>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34995" y="312345"/>
            <a:ext cx="44958000" cy="3442674"/>
          </a:xfrm>
          <a:prstGeom prst="rect">
            <a:avLst/>
          </a:prstGeom>
        </p:spPr>
        <p:txBody>
          <a:bodyPr wrap="square">
            <a:spAutoFit/>
          </a:bodyPr>
          <a:lstStyle/>
          <a:p>
            <a:pPr algn="ctr">
              <a:lnSpc>
                <a:spcPct val="150000"/>
              </a:lnSpc>
            </a:pPr>
            <a:r>
              <a:rPr lang="zh-CN" altLang="en-US" sz="80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rPr>
              <a:t>神经元的电生理机制</a:t>
            </a:r>
            <a:endParaRPr lang="en-US" altLang="zh-CN" sz="80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endParaRPr>
          </a:p>
          <a:p>
            <a:pPr algn="ctr">
              <a:lnSpc>
                <a:spcPct val="150000"/>
              </a:lnSpc>
            </a:pPr>
            <a:r>
              <a:rPr lang="en-US" altLang="zh-CN"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rPr>
              <a:t>Neuronal electrophysiological mechanisms</a:t>
            </a:r>
            <a:endParaRPr lang="zh-CN" altLang="en-US" sz="7200" b="1" dirty="0">
              <a:solidFill>
                <a:schemeClr val="accent1">
                  <a:lumMod val="75000"/>
                </a:schemeClr>
              </a:solidFill>
              <a:latin typeface="STKaiti" panose="02010600040101010101" pitchFamily="2" charset="-122"/>
              <a:ea typeface="STKaiti" panose="02010600040101010101" pitchFamily="2" charset="-122"/>
              <a:cs typeface="Arial" panose="020B0604020202020204" pitchFamily="34" charset="0"/>
            </a:endParaRPr>
          </a:p>
        </p:txBody>
      </p:sp>
      <p:pic>
        <p:nvPicPr>
          <p:cNvPr id="6" name="图片 5" descr="2"/>
          <p:cNvPicPr>
            <a:picLocks noChangeAspect="1"/>
          </p:cNvPicPr>
          <p:nvPr/>
        </p:nvPicPr>
        <p:blipFill>
          <a:blip r:embed="rId3"/>
          <a:stretch>
            <a:fillRect/>
          </a:stretch>
        </p:blipFill>
        <p:spPr>
          <a:xfrm>
            <a:off x="-532472" y="-147498"/>
            <a:ext cx="12204802" cy="2933738"/>
          </a:xfrm>
          <a:prstGeom prst="rect">
            <a:avLst/>
          </a:prstGeom>
        </p:spPr>
      </p:pic>
      <p:grpSp>
        <p:nvGrpSpPr>
          <p:cNvPr id="86" name="Group 85">
            <a:extLst>
              <a:ext uri="{FF2B5EF4-FFF2-40B4-BE49-F238E27FC236}">
                <a16:creationId xmlns:a16="http://schemas.microsoft.com/office/drawing/2014/main" id="{730FCCA7-6C91-BE62-7212-E7A7C0593070}"/>
              </a:ext>
            </a:extLst>
          </p:cNvPr>
          <p:cNvGrpSpPr/>
          <p:nvPr/>
        </p:nvGrpSpPr>
        <p:grpSpPr>
          <a:xfrm>
            <a:off x="34452569" y="3667969"/>
            <a:ext cx="7513543" cy="12410848"/>
            <a:chOff x="762807" y="16988483"/>
            <a:chExt cx="7336971" cy="12119187"/>
          </a:xfrm>
        </p:grpSpPr>
        <p:grpSp>
          <p:nvGrpSpPr>
            <p:cNvPr id="64" name="Group 63">
              <a:extLst>
                <a:ext uri="{FF2B5EF4-FFF2-40B4-BE49-F238E27FC236}">
                  <a16:creationId xmlns:a16="http://schemas.microsoft.com/office/drawing/2014/main" id="{30BBA407-E283-C8EF-08EB-2B340E4FE7EC}"/>
                </a:ext>
              </a:extLst>
            </p:cNvPr>
            <p:cNvGrpSpPr/>
            <p:nvPr/>
          </p:nvGrpSpPr>
          <p:grpSpPr>
            <a:xfrm>
              <a:off x="762807" y="16988483"/>
              <a:ext cx="7336971" cy="6008538"/>
              <a:chOff x="348343" y="17439590"/>
              <a:chExt cx="12390824" cy="10147339"/>
            </a:xfrm>
          </p:grpSpPr>
          <p:grpSp>
            <p:nvGrpSpPr>
              <p:cNvPr id="56" name="Group 55">
                <a:extLst>
                  <a:ext uri="{FF2B5EF4-FFF2-40B4-BE49-F238E27FC236}">
                    <a16:creationId xmlns:a16="http://schemas.microsoft.com/office/drawing/2014/main" id="{5A79DD17-1CC6-F2EE-E522-B82DAC207D92}"/>
                  </a:ext>
                </a:extLst>
              </p:cNvPr>
              <p:cNvGrpSpPr/>
              <p:nvPr/>
            </p:nvGrpSpPr>
            <p:grpSpPr>
              <a:xfrm>
                <a:off x="348343" y="17618783"/>
                <a:ext cx="12390824" cy="9968146"/>
                <a:chOff x="13498286" y="17618783"/>
                <a:chExt cx="12390824" cy="9968146"/>
              </a:xfrm>
            </p:grpSpPr>
            <p:pic>
              <p:nvPicPr>
                <p:cNvPr id="40" name="Picture 39">
                  <a:extLst>
                    <a:ext uri="{FF2B5EF4-FFF2-40B4-BE49-F238E27FC236}">
                      <a16:creationId xmlns:a16="http://schemas.microsoft.com/office/drawing/2014/main" id="{368BE0C9-4BCB-263E-0A90-4623E42B6B97}"/>
                    </a:ext>
                  </a:extLst>
                </p:cNvPr>
                <p:cNvPicPr>
                  <a:picLocks noChangeAspect="1"/>
                </p:cNvPicPr>
                <p:nvPr/>
              </p:nvPicPr>
              <p:blipFill>
                <a:blip r:embed="rId4"/>
                <a:srcRect l="51075"/>
                <a:stretch>
                  <a:fillRect/>
                </a:stretch>
              </p:blipFill>
              <p:spPr>
                <a:xfrm>
                  <a:off x="13498286" y="17618783"/>
                  <a:ext cx="12390824" cy="9968146"/>
                </a:xfrm>
                <a:prstGeom prst="rect">
                  <a:avLst/>
                </a:prstGeom>
              </p:spPr>
            </p:pic>
            <p:sp>
              <p:nvSpPr>
                <p:cNvPr id="34" name="Rectangle 33">
                  <a:extLst>
                    <a:ext uri="{FF2B5EF4-FFF2-40B4-BE49-F238E27FC236}">
                      <a16:creationId xmlns:a16="http://schemas.microsoft.com/office/drawing/2014/main" id="{EB45583B-BF26-F3F0-6CC3-95DE9E6AE638}"/>
                    </a:ext>
                  </a:extLst>
                </p:cNvPr>
                <p:cNvSpPr/>
                <p:nvPr/>
              </p:nvSpPr>
              <p:spPr>
                <a:xfrm>
                  <a:off x="13783537" y="17738121"/>
                  <a:ext cx="1834547" cy="1894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grpSp>
          <p:sp>
            <p:nvSpPr>
              <p:cNvPr id="37" name="Rectangle 36">
                <a:extLst>
                  <a:ext uri="{FF2B5EF4-FFF2-40B4-BE49-F238E27FC236}">
                    <a16:creationId xmlns:a16="http://schemas.microsoft.com/office/drawing/2014/main" id="{7C16E23F-0CDA-CD83-9EBA-56ED1C60B149}"/>
                  </a:ext>
                </a:extLst>
              </p:cNvPr>
              <p:cNvSpPr/>
              <p:nvPr/>
            </p:nvSpPr>
            <p:spPr>
              <a:xfrm>
                <a:off x="1980993" y="17439590"/>
                <a:ext cx="1834547" cy="1894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grpSp>
        <p:grpSp>
          <p:nvGrpSpPr>
            <p:cNvPr id="55" name="Group 54">
              <a:extLst>
                <a:ext uri="{FF2B5EF4-FFF2-40B4-BE49-F238E27FC236}">
                  <a16:creationId xmlns:a16="http://schemas.microsoft.com/office/drawing/2014/main" id="{B9FAD51E-E729-1CAF-C5D7-0C8725E05F6B}"/>
                </a:ext>
              </a:extLst>
            </p:cNvPr>
            <p:cNvGrpSpPr/>
            <p:nvPr/>
          </p:nvGrpSpPr>
          <p:grpSpPr>
            <a:xfrm>
              <a:off x="1222445" y="23411592"/>
              <a:ext cx="6284026" cy="5696078"/>
              <a:chOff x="38056456" y="17091737"/>
              <a:chExt cx="11910493" cy="10796120"/>
            </a:xfrm>
          </p:grpSpPr>
          <p:pic>
            <p:nvPicPr>
              <p:cNvPr id="41" name="Picture 40">
                <a:extLst>
                  <a:ext uri="{FF2B5EF4-FFF2-40B4-BE49-F238E27FC236}">
                    <a16:creationId xmlns:a16="http://schemas.microsoft.com/office/drawing/2014/main" id="{5357BB7C-6EEB-4AD0-70D1-7967BD1B5619}"/>
                  </a:ext>
                </a:extLst>
              </p:cNvPr>
              <p:cNvPicPr>
                <a:picLocks noChangeAspect="1"/>
              </p:cNvPicPr>
              <p:nvPr/>
            </p:nvPicPr>
            <p:blipFill>
              <a:blip r:embed="rId5"/>
              <a:srcRect l="50960"/>
              <a:stretch>
                <a:fillRect/>
              </a:stretch>
            </p:blipFill>
            <p:spPr>
              <a:xfrm>
                <a:off x="38056456" y="17091737"/>
                <a:ext cx="11910493" cy="10796120"/>
              </a:xfrm>
              <a:prstGeom prst="rect">
                <a:avLst/>
              </a:prstGeom>
            </p:spPr>
          </p:pic>
          <p:sp>
            <p:nvSpPr>
              <p:cNvPr id="39" name="Rectangle 38">
                <a:extLst>
                  <a:ext uri="{FF2B5EF4-FFF2-40B4-BE49-F238E27FC236}">
                    <a16:creationId xmlns:a16="http://schemas.microsoft.com/office/drawing/2014/main" id="{6EC09356-7FAF-9AB7-C6DF-218A223010D3}"/>
                  </a:ext>
                </a:extLst>
              </p:cNvPr>
              <p:cNvSpPr/>
              <p:nvPr/>
            </p:nvSpPr>
            <p:spPr>
              <a:xfrm>
                <a:off x="38260970" y="17439590"/>
                <a:ext cx="1834547" cy="1894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grpSp>
      </p:grpSp>
      <p:cxnSp>
        <p:nvCxnSpPr>
          <p:cNvPr id="26" name="Straight Connector 25">
            <a:extLst>
              <a:ext uri="{FF2B5EF4-FFF2-40B4-BE49-F238E27FC236}">
                <a16:creationId xmlns:a16="http://schemas.microsoft.com/office/drawing/2014/main" id="{6DF1A2D0-8348-7D02-5F3D-AEB023873BB7}"/>
              </a:ext>
            </a:extLst>
          </p:cNvPr>
          <p:cNvCxnSpPr>
            <a:cxnSpLocks/>
          </p:cNvCxnSpPr>
          <p:nvPr/>
        </p:nvCxnSpPr>
        <p:spPr>
          <a:xfrm>
            <a:off x="53762942" y="14560388"/>
            <a:ext cx="321143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8" name="文本框 9">
            <a:extLst>
              <a:ext uri="{FF2B5EF4-FFF2-40B4-BE49-F238E27FC236}">
                <a16:creationId xmlns:a16="http://schemas.microsoft.com/office/drawing/2014/main" id="{69DD3C03-BD88-2987-0487-9CCCF03FA79A}"/>
              </a:ext>
            </a:extLst>
          </p:cNvPr>
          <p:cNvSpPr txBox="1"/>
          <p:nvPr/>
        </p:nvSpPr>
        <p:spPr>
          <a:xfrm>
            <a:off x="562880" y="4023519"/>
            <a:ext cx="21044954" cy="12095619"/>
          </a:xfrm>
          <a:prstGeom prst="rect">
            <a:avLst/>
          </a:prstGeom>
          <a:solidFill>
            <a:schemeClr val="accent1">
              <a:lumMod val="20000"/>
              <a:lumOff val="80000"/>
            </a:schemeClr>
          </a:solidFill>
        </p:spPr>
        <p:txBody>
          <a:bodyPr wrap="square" rtlCol="0">
            <a:spAutoFit/>
          </a:bodyPr>
          <a:lstStyle/>
          <a:p>
            <a:pPr algn="just"/>
            <a:r>
              <a:rPr lang="zh-CN" altLang="en-US" sz="6000" b="1" dirty="0">
                <a:latin typeface="STKaiti" panose="02010600040101010101" pitchFamily="2" charset="-122"/>
                <a:ea typeface="STKaiti" panose="02010600040101010101" pitchFamily="2" charset="-122"/>
                <a:cs typeface="Times New Roman" panose="02020603050405020304" pitchFamily="18" charset="0"/>
              </a:rPr>
              <a:t>摘要</a:t>
            </a:r>
            <a:endParaRPr lang="en-US" altLang="zh-CN" sz="6000" b="1" dirty="0">
              <a:latin typeface="STKaiti" panose="02010600040101010101" pitchFamily="2" charset="-122"/>
              <a:ea typeface="STKaiti" panose="02010600040101010101" pitchFamily="2" charset="-122"/>
              <a:cs typeface="Times New Roman" panose="02020603050405020304" pitchFamily="18" charset="0"/>
            </a:endParaRPr>
          </a:p>
          <a:p>
            <a:pPr algn="just"/>
            <a:r>
              <a:rPr lang="zh-CN" altLang="en-US" sz="6000" dirty="0">
                <a:latin typeface="STKaiti" panose="02010600040101010101" pitchFamily="2" charset="-122"/>
                <a:ea typeface="STKaiti" panose="02010600040101010101" pitchFamily="2" charset="-122"/>
                <a:cs typeface="Times New Roman" panose="02020603050405020304" pitchFamily="18" charset="0"/>
              </a:rPr>
              <a:t>        本研究方向围绕神经元电生理特征的细胞与分子机制展开。我们系统研究了新皮层第一层（</a:t>
            </a:r>
            <a:r>
              <a:rPr lang="en-US" altLang="zh-CN" sz="6000" dirty="0">
                <a:latin typeface="STKaiti" panose="02010600040101010101" pitchFamily="2" charset="-122"/>
                <a:ea typeface="STKaiti" panose="02010600040101010101" pitchFamily="2" charset="-122"/>
                <a:cs typeface="Times New Roman" panose="02020603050405020304" pitchFamily="18" charset="0"/>
              </a:rPr>
              <a:t>L1</a:t>
            </a:r>
            <a:r>
              <a:rPr lang="zh-CN" altLang="en-US" sz="6000" dirty="0">
                <a:latin typeface="STKaiti" panose="02010600040101010101" pitchFamily="2" charset="-122"/>
                <a:ea typeface="STKaiti" panose="02010600040101010101" pitchFamily="2" charset="-122"/>
                <a:cs typeface="Times New Roman" panose="02020603050405020304" pitchFamily="18" charset="0"/>
              </a:rPr>
              <a:t>）四类抑制性神经元的放电特征，包括不规则放电、延迟放电、爆发放电以及高输入电阻和强适应性。计算模型表明，这些差异可由慢失活钾通道、</a:t>
            </a:r>
            <a:r>
              <a:rPr lang="en-US" altLang="zh-CN" sz="6000" dirty="0">
                <a:latin typeface="STKaiti" panose="02010600040101010101" pitchFamily="2" charset="-122"/>
                <a:ea typeface="STKaiti" panose="02010600040101010101" pitchFamily="2" charset="-122"/>
                <a:cs typeface="Times New Roman" panose="02020603050405020304" pitchFamily="18" charset="0"/>
              </a:rPr>
              <a:t>T</a:t>
            </a:r>
            <a:r>
              <a:rPr lang="zh-CN" altLang="en-US" sz="6000" dirty="0">
                <a:latin typeface="STKaiti" panose="02010600040101010101" pitchFamily="2" charset="-122"/>
                <a:ea typeface="STKaiti" panose="02010600040101010101" pitchFamily="2" charset="-122"/>
                <a:cs typeface="Times New Roman" panose="02020603050405020304" pitchFamily="18" charset="0"/>
              </a:rPr>
              <a:t>型钙通道及钙依赖性钾通道等离子通道的不同组合所解释。进一步地，我们利用</a:t>
            </a:r>
            <a:r>
              <a:rPr lang="en-US" altLang="zh-CN" sz="6000" dirty="0">
                <a:latin typeface="STKaiti" panose="02010600040101010101" pitchFamily="2" charset="-122"/>
                <a:ea typeface="STKaiti" panose="02010600040101010101" pitchFamily="2" charset="-122"/>
                <a:cs typeface="Times New Roman" panose="02020603050405020304" pitchFamily="18" charset="0"/>
              </a:rPr>
              <a:t>Patch-seq</a:t>
            </a:r>
            <a:r>
              <a:rPr lang="zh-CN" altLang="en-US" sz="6000" dirty="0">
                <a:latin typeface="STKaiti" panose="02010600040101010101" pitchFamily="2" charset="-122"/>
                <a:ea typeface="STKaiti" panose="02010600040101010101" pitchFamily="2" charset="-122"/>
                <a:cs typeface="Times New Roman" panose="02020603050405020304" pitchFamily="18" charset="0"/>
              </a:rPr>
              <a:t>数据研究转录组是否能够预测神经元的电生理性质。结果发现，放电频率适应并不直接由</a:t>
            </a:r>
            <a:r>
              <a:rPr lang="en-US" altLang="zh-CN" sz="6000" dirty="0">
                <a:latin typeface="STKaiti" panose="02010600040101010101" pitchFamily="2" charset="-122"/>
                <a:ea typeface="STKaiti" panose="02010600040101010101" pitchFamily="2" charset="-122"/>
                <a:cs typeface="Times New Roman" panose="02020603050405020304" pitchFamily="18" charset="0"/>
              </a:rPr>
              <a:t>SK</a:t>
            </a:r>
            <a:r>
              <a:rPr lang="zh-CN" altLang="en-US" sz="6000" dirty="0">
                <a:latin typeface="STKaiti" panose="02010600040101010101" pitchFamily="2" charset="-122"/>
                <a:ea typeface="STKaiti" panose="02010600040101010101" pitchFamily="2" charset="-122"/>
                <a:cs typeface="Times New Roman" panose="02020603050405020304" pitchFamily="18" charset="0"/>
              </a:rPr>
              <a:t>通道基因表达决定，而更多与其上游钙信号通路及低阈值钙通道相关。该规律在小鼠视觉皮层、运动皮层及猕猴多个脑区中均得到支持。结合计算建模，这些研究揭示了基因表达、离子通道与神经元放电动力学之间的多层次联系。</a:t>
            </a:r>
            <a:endParaRPr lang="en-US" altLang="zh-CN" sz="6000" dirty="0">
              <a:latin typeface="STKaiti" panose="02010600040101010101" pitchFamily="2" charset="-122"/>
              <a:ea typeface="STKaiti" panose="02010600040101010101" pitchFamily="2" charset="-122"/>
              <a:cs typeface="Times New Roman" panose="02020603050405020304" pitchFamily="18" charset="0"/>
            </a:endParaRPr>
          </a:p>
          <a:p>
            <a:pPr algn="just"/>
            <a:r>
              <a:rPr lang="en-US" altLang="zh-CN" sz="6000" dirty="0">
                <a:latin typeface="STKaiti" panose="02010600040101010101" pitchFamily="2" charset="-122"/>
                <a:ea typeface="STKaiti" panose="02010600040101010101" pitchFamily="2" charset="-122"/>
                <a:cs typeface="Times New Roman" panose="02020603050405020304" pitchFamily="18" charset="0"/>
              </a:rPr>
              <a:t>Reference: </a:t>
            </a:r>
            <a:r>
              <a:rPr lang="en-US" altLang="zh-CN" sz="6000" dirty="0">
                <a:latin typeface="Times New Roman" panose="02020603050405020304" pitchFamily="18" charset="0"/>
                <a:cs typeface="Times New Roman" panose="02020603050405020304" pitchFamily="18" charset="0"/>
              </a:rPr>
              <a:t>Journal of Neuroscience. 43(18), 3202–3218 (2023). </a:t>
            </a:r>
            <a:endParaRPr lang="zh-CN" altLang="en-US" sz="6000" dirty="0">
              <a:latin typeface="STKaiti" panose="02010600040101010101" pitchFamily="2" charset="-122"/>
              <a:ea typeface="STKaiti" panose="02010600040101010101" pitchFamily="2" charset="-122"/>
              <a:cs typeface="Times New Roman" panose="02020603050405020304" pitchFamily="18" charset="0"/>
            </a:endParaRPr>
          </a:p>
        </p:txBody>
      </p:sp>
      <p:grpSp>
        <p:nvGrpSpPr>
          <p:cNvPr id="50" name="Group 49">
            <a:extLst>
              <a:ext uri="{FF2B5EF4-FFF2-40B4-BE49-F238E27FC236}">
                <a16:creationId xmlns:a16="http://schemas.microsoft.com/office/drawing/2014/main" id="{8F03F94D-1731-E4CC-09F0-AB0494FE97DF}"/>
              </a:ext>
            </a:extLst>
          </p:cNvPr>
          <p:cNvGrpSpPr/>
          <p:nvPr/>
        </p:nvGrpSpPr>
        <p:grpSpPr>
          <a:xfrm>
            <a:off x="22409631" y="4962669"/>
            <a:ext cx="12744386" cy="10580976"/>
            <a:chOff x="24319030" y="3617714"/>
            <a:chExt cx="14357563" cy="11920310"/>
          </a:xfrm>
        </p:grpSpPr>
        <p:pic>
          <p:nvPicPr>
            <p:cNvPr id="43" name="Picture 42">
              <a:extLst>
                <a:ext uri="{FF2B5EF4-FFF2-40B4-BE49-F238E27FC236}">
                  <a16:creationId xmlns:a16="http://schemas.microsoft.com/office/drawing/2014/main" id="{68709576-8C64-E1E6-97B3-E42C94EBFC17}"/>
                </a:ext>
              </a:extLst>
            </p:cNvPr>
            <p:cNvPicPr>
              <a:picLocks noChangeAspect="1"/>
            </p:cNvPicPr>
            <p:nvPr/>
          </p:nvPicPr>
          <p:blipFill>
            <a:blip r:embed="rId6"/>
            <a:stretch>
              <a:fillRect/>
            </a:stretch>
          </p:blipFill>
          <p:spPr>
            <a:xfrm>
              <a:off x="24319030" y="4549146"/>
              <a:ext cx="14357563" cy="10988878"/>
            </a:xfrm>
            <a:prstGeom prst="rect">
              <a:avLst/>
            </a:prstGeom>
          </p:spPr>
        </p:pic>
        <p:sp>
          <p:nvSpPr>
            <p:cNvPr id="45" name="Rectangle 44">
              <a:extLst>
                <a:ext uri="{FF2B5EF4-FFF2-40B4-BE49-F238E27FC236}">
                  <a16:creationId xmlns:a16="http://schemas.microsoft.com/office/drawing/2014/main" id="{59EBB1F1-E2C3-B75A-39FD-F37C94F045CF}"/>
                </a:ext>
              </a:extLst>
            </p:cNvPr>
            <p:cNvSpPr/>
            <p:nvPr/>
          </p:nvSpPr>
          <p:spPr>
            <a:xfrm>
              <a:off x="24775461" y="3617714"/>
              <a:ext cx="2588477" cy="2195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grpSp>
      <p:sp>
        <p:nvSpPr>
          <p:cNvPr id="52" name="TextBox 51">
            <a:extLst>
              <a:ext uri="{FF2B5EF4-FFF2-40B4-BE49-F238E27FC236}">
                <a16:creationId xmlns:a16="http://schemas.microsoft.com/office/drawing/2014/main" id="{5346C868-17D8-0C4A-F89F-C05B1EFFA6CF}"/>
              </a:ext>
            </a:extLst>
          </p:cNvPr>
          <p:cNvSpPr txBox="1"/>
          <p:nvPr/>
        </p:nvSpPr>
        <p:spPr>
          <a:xfrm>
            <a:off x="19471559" y="4291525"/>
            <a:ext cx="17310017" cy="923330"/>
          </a:xfrm>
          <a:prstGeom prst="rect">
            <a:avLst/>
          </a:prstGeom>
          <a:noFill/>
        </p:spPr>
        <p:txBody>
          <a:bodyPr wrap="square">
            <a:spAutoFit/>
          </a:bodyPr>
          <a:lstStyle/>
          <a:p>
            <a:pPr algn="ctr"/>
            <a:r>
              <a:rPr lang="en-US" altLang="zh-CN" sz="5400" b="1" dirty="0">
                <a:latin typeface="STKaiti" panose="02010600040101010101" pitchFamily="2" charset="-122"/>
                <a:ea typeface="STKaiti" panose="02010600040101010101" pitchFamily="2" charset="-122"/>
                <a:cs typeface="Calibri" panose="020F0502020204030204" pitchFamily="34" charset="0"/>
              </a:rPr>
              <a:t>L1</a:t>
            </a:r>
            <a:r>
              <a:rPr lang="zh-CN" altLang="en-US" sz="5400" b="1" dirty="0">
                <a:latin typeface="STKaiti" panose="02010600040101010101" pitchFamily="2" charset="-122"/>
                <a:ea typeface="STKaiti" panose="02010600040101010101" pitchFamily="2" charset="-122"/>
                <a:cs typeface="Calibri" panose="020F0502020204030204" pitchFamily="34" charset="0"/>
              </a:rPr>
              <a:t>中间抑制性神经元的表现型</a:t>
            </a:r>
            <a:endParaRPr lang="zh-CN" altLang="en-US" sz="5400" b="1" baseline="30000" dirty="0">
              <a:latin typeface="STKaiti" panose="02010600040101010101" pitchFamily="2" charset="-122"/>
              <a:ea typeface="STKaiti" panose="02010600040101010101" pitchFamily="2" charset="-122"/>
              <a:cs typeface="Calibri" panose="020F0502020204030204" pitchFamily="34" charset="0"/>
            </a:endParaRPr>
          </a:p>
        </p:txBody>
      </p:sp>
      <p:grpSp>
        <p:nvGrpSpPr>
          <p:cNvPr id="65" name="Group 64">
            <a:extLst>
              <a:ext uri="{FF2B5EF4-FFF2-40B4-BE49-F238E27FC236}">
                <a16:creationId xmlns:a16="http://schemas.microsoft.com/office/drawing/2014/main" id="{67520BC5-8754-6EDB-6F5C-60738E2C661C}"/>
              </a:ext>
            </a:extLst>
          </p:cNvPr>
          <p:cNvGrpSpPr/>
          <p:nvPr/>
        </p:nvGrpSpPr>
        <p:grpSpPr>
          <a:xfrm>
            <a:off x="42160324" y="6138142"/>
            <a:ext cx="9337784" cy="6944384"/>
            <a:chOff x="8445599" y="16618976"/>
            <a:chExt cx="15152730" cy="11268881"/>
          </a:xfrm>
        </p:grpSpPr>
        <p:sp>
          <p:nvSpPr>
            <p:cNvPr id="35" name="Rectangle 34">
              <a:extLst>
                <a:ext uri="{FF2B5EF4-FFF2-40B4-BE49-F238E27FC236}">
                  <a16:creationId xmlns:a16="http://schemas.microsoft.com/office/drawing/2014/main" id="{4B6E3981-D2BE-8329-46F9-197535A913D8}"/>
                </a:ext>
              </a:extLst>
            </p:cNvPr>
            <p:cNvSpPr/>
            <p:nvPr/>
          </p:nvSpPr>
          <p:spPr>
            <a:xfrm>
              <a:off x="9667135" y="17439590"/>
              <a:ext cx="1834547" cy="18945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cxnSp>
          <p:nvCxnSpPr>
            <p:cNvPr id="25" name="Straight Connector 24">
              <a:extLst>
                <a:ext uri="{FF2B5EF4-FFF2-40B4-BE49-F238E27FC236}">
                  <a16:creationId xmlns:a16="http://schemas.microsoft.com/office/drawing/2014/main" id="{03C3946F-950B-245B-9EC8-A095122024B6}"/>
                </a:ext>
              </a:extLst>
            </p:cNvPr>
            <p:cNvCxnSpPr>
              <a:cxnSpLocks/>
            </p:cNvCxnSpPr>
            <p:nvPr/>
          </p:nvCxnSpPr>
          <p:spPr>
            <a:xfrm>
              <a:off x="20545477" y="16618976"/>
              <a:ext cx="305285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60" name="Picture 59">
              <a:extLst>
                <a:ext uri="{FF2B5EF4-FFF2-40B4-BE49-F238E27FC236}">
                  <a16:creationId xmlns:a16="http://schemas.microsoft.com/office/drawing/2014/main" id="{1F86163E-C9CB-CE53-60D5-8D137D520EF7}"/>
                </a:ext>
              </a:extLst>
            </p:cNvPr>
            <p:cNvPicPr>
              <a:picLocks noChangeAspect="1"/>
            </p:cNvPicPr>
            <p:nvPr/>
          </p:nvPicPr>
          <p:blipFill>
            <a:blip r:embed="rId7"/>
            <a:stretch>
              <a:fillRect/>
            </a:stretch>
          </p:blipFill>
          <p:spPr>
            <a:xfrm>
              <a:off x="8445599" y="19334158"/>
              <a:ext cx="12450093" cy="8553699"/>
            </a:xfrm>
            <a:prstGeom prst="rect">
              <a:avLst/>
            </a:prstGeom>
          </p:spPr>
        </p:pic>
        <p:sp>
          <p:nvSpPr>
            <p:cNvPr id="62" name="TextBox 61">
              <a:extLst>
                <a:ext uri="{FF2B5EF4-FFF2-40B4-BE49-F238E27FC236}">
                  <a16:creationId xmlns:a16="http://schemas.microsoft.com/office/drawing/2014/main" id="{ECB1DA67-C2AF-CBAB-1E14-72A782785761}"/>
                </a:ext>
              </a:extLst>
            </p:cNvPr>
            <p:cNvSpPr txBox="1"/>
            <p:nvPr/>
          </p:nvSpPr>
          <p:spPr>
            <a:xfrm>
              <a:off x="11501682" y="17801668"/>
              <a:ext cx="8892377" cy="923330"/>
            </a:xfrm>
            <a:prstGeom prst="rect">
              <a:avLst/>
            </a:prstGeom>
            <a:noFill/>
          </p:spPr>
          <p:txBody>
            <a:bodyPr wrap="square">
              <a:spAutoFit/>
            </a:bodyPr>
            <a:lstStyle/>
            <a:p>
              <a:pPr algn="ctr"/>
              <a:r>
                <a:rPr lang="en-US" altLang="zh-CN" sz="5400" b="1" dirty="0">
                  <a:latin typeface="STKaiti" panose="02010600040101010101" pitchFamily="2" charset="-122"/>
                  <a:ea typeface="STKaiti" panose="02010600040101010101" pitchFamily="2" charset="-122"/>
                  <a:cs typeface="Calibri" panose="020F0502020204030204" pitchFamily="34" charset="0"/>
                </a:rPr>
                <a:t>VIP </a:t>
              </a:r>
              <a:r>
                <a:rPr lang="zh-CN" altLang="en-US" sz="5400" b="1" dirty="0">
                  <a:latin typeface="STKaiti" panose="02010600040101010101" pitchFamily="2" charset="-122"/>
                  <a:ea typeface="STKaiti" panose="02010600040101010101" pitchFamily="2" charset="-122"/>
                  <a:cs typeface="Calibri" panose="020F0502020204030204" pitchFamily="34" charset="0"/>
                </a:rPr>
                <a:t>细胞模型</a:t>
              </a:r>
            </a:p>
          </p:txBody>
        </p:sp>
      </p:grpSp>
      <p:pic>
        <p:nvPicPr>
          <p:cNvPr id="67" name="Picture 66">
            <a:extLst>
              <a:ext uri="{FF2B5EF4-FFF2-40B4-BE49-F238E27FC236}">
                <a16:creationId xmlns:a16="http://schemas.microsoft.com/office/drawing/2014/main" id="{237F6956-7C67-ACF3-D54B-B4F420C8F779}"/>
              </a:ext>
            </a:extLst>
          </p:cNvPr>
          <p:cNvPicPr>
            <a:picLocks noChangeAspect="1"/>
          </p:cNvPicPr>
          <p:nvPr/>
        </p:nvPicPr>
        <p:blipFill>
          <a:blip r:embed="rId8"/>
          <a:stretch>
            <a:fillRect/>
          </a:stretch>
        </p:blipFill>
        <p:spPr>
          <a:xfrm>
            <a:off x="957866" y="17607516"/>
            <a:ext cx="16451803" cy="12008823"/>
          </a:xfrm>
          <a:prstGeom prst="rect">
            <a:avLst/>
          </a:prstGeom>
        </p:spPr>
      </p:pic>
      <p:pic>
        <p:nvPicPr>
          <p:cNvPr id="70" name="Picture 69">
            <a:extLst>
              <a:ext uri="{FF2B5EF4-FFF2-40B4-BE49-F238E27FC236}">
                <a16:creationId xmlns:a16="http://schemas.microsoft.com/office/drawing/2014/main" id="{2AB8AFCD-ED84-495F-D0E1-C02C1A5F2615}"/>
              </a:ext>
            </a:extLst>
          </p:cNvPr>
          <p:cNvPicPr>
            <a:picLocks noChangeAspect="1"/>
          </p:cNvPicPr>
          <p:nvPr/>
        </p:nvPicPr>
        <p:blipFill>
          <a:blip r:embed="rId9"/>
          <a:srcRect r="60204"/>
          <a:stretch>
            <a:fillRect/>
          </a:stretch>
        </p:blipFill>
        <p:spPr>
          <a:xfrm>
            <a:off x="18572670" y="19573487"/>
            <a:ext cx="6942811" cy="6944384"/>
          </a:xfrm>
          <a:prstGeom prst="rect">
            <a:avLst/>
          </a:prstGeom>
        </p:spPr>
      </p:pic>
      <p:pic>
        <p:nvPicPr>
          <p:cNvPr id="71" name="Picture 70">
            <a:extLst>
              <a:ext uri="{FF2B5EF4-FFF2-40B4-BE49-F238E27FC236}">
                <a16:creationId xmlns:a16="http://schemas.microsoft.com/office/drawing/2014/main" id="{44BB9EA2-F154-76E5-08F3-D8D7AB8A82A6}"/>
              </a:ext>
            </a:extLst>
          </p:cNvPr>
          <p:cNvPicPr>
            <a:picLocks noChangeAspect="1"/>
          </p:cNvPicPr>
          <p:nvPr/>
        </p:nvPicPr>
        <p:blipFill>
          <a:blip r:embed="rId9"/>
          <a:srcRect l="57159"/>
          <a:stretch>
            <a:fillRect/>
          </a:stretch>
        </p:blipFill>
        <p:spPr>
          <a:xfrm>
            <a:off x="25781228" y="19573487"/>
            <a:ext cx="7473994" cy="6944384"/>
          </a:xfrm>
          <a:prstGeom prst="rect">
            <a:avLst/>
          </a:prstGeom>
        </p:spPr>
      </p:pic>
      <p:sp>
        <p:nvSpPr>
          <p:cNvPr id="73" name="Rectangle 72">
            <a:extLst>
              <a:ext uri="{FF2B5EF4-FFF2-40B4-BE49-F238E27FC236}">
                <a16:creationId xmlns:a16="http://schemas.microsoft.com/office/drawing/2014/main" id="{67D6F62F-40BF-301D-7FF7-6957FB1EB727}"/>
              </a:ext>
            </a:extLst>
          </p:cNvPr>
          <p:cNvSpPr/>
          <p:nvPr/>
        </p:nvSpPr>
        <p:spPr>
          <a:xfrm>
            <a:off x="18724728" y="19440161"/>
            <a:ext cx="1070171" cy="11051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79" name="Rectangle 78">
            <a:extLst>
              <a:ext uri="{FF2B5EF4-FFF2-40B4-BE49-F238E27FC236}">
                <a16:creationId xmlns:a16="http://schemas.microsoft.com/office/drawing/2014/main" id="{008959A2-0539-497D-1D9B-18D94101D526}"/>
              </a:ext>
            </a:extLst>
          </p:cNvPr>
          <p:cNvSpPr/>
          <p:nvPr/>
        </p:nvSpPr>
        <p:spPr>
          <a:xfrm>
            <a:off x="25422524" y="20837254"/>
            <a:ext cx="185914" cy="43598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a:p>
        </p:txBody>
      </p:sp>
      <p:sp>
        <p:nvSpPr>
          <p:cNvPr id="81" name="矩形 15">
            <a:extLst>
              <a:ext uri="{FF2B5EF4-FFF2-40B4-BE49-F238E27FC236}">
                <a16:creationId xmlns:a16="http://schemas.microsoft.com/office/drawing/2014/main" id="{E3EDA7EB-8A07-5318-8585-DAB47053CF1A}"/>
              </a:ext>
            </a:extLst>
          </p:cNvPr>
          <p:cNvSpPr/>
          <p:nvPr/>
        </p:nvSpPr>
        <p:spPr>
          <a:xfrm>
            <a:off x="22538135" y="4023519"/>
            <a:ext cx="11490885" cy="12092025"/>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pic>
        <p:nvPicPr>
          <p:cNvPr id="16" name="Picture 15">
            <a:extLst>
              <a:ext uri="{FF2B5EF4-FFF2-40B4-BE49-F238E27FC236}">
                <a16:creationId xmlns:a16="http://schemas.microsoft.com/office/drawing/2014/main" id="{FCD8788D-5270-E2DC-B264-7F72B4429AE7}"/>
              </a:ext>
            </a:extLst>
          </p:cNvPr>
          <p:cNvPicPr>
            <a:picLocks noChangeAspect="1"/>
          </p:cNvPicPr>
          <p:nvPr/>
        </p:nvPicPr>
        <p:blipFill>
          <a:blip r:embed="rId10"/>
          <a:stretch>
            <a:fillRect/>
          </a:stretch>
        </p:blipFill>
        <p:spPr>
          <a:xfrm>
            <a:off x="34031107" y="18341659"/>
            <a:ext cx="16263096" cy="9552768"/>
          </a:xfrm>
          <a:prstGeom prst="rect">
            <a:avLst/>
          </a:prstGeom>
        </p:spPr>
      </p:pic>
      <p:sp>
        <p:nvSpPr>
          <p:cNvPr id="49" name="Rectangle 48">
            <a:extLst>
              <a:ext uri="{FF2B5EF4-FFF2-40B4-BE49-F238E27FC236}">
                <a16:creationId xmlns:a16="http://schemas.microsoft.com/office/drawing/2014/main" id="{559C66B1-7E29-49E6-6709-3DB7543ECC63}"/>
              </a:ext>
            </a:extLst>
          </p:cNvPr>
          <p:cNvSpPr/>
          <p:nvPr/>
        </p:nvSpPr>
        <p:spPr>
          <a:xfrm>
            <a:off x="33771131" y="18422115"/>
            <a:ext cx="1623268" cy="1676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dirty="0"/>
          </a:p>
        </p:txBody>
      </p:sp>
      <p:sp>
        <p:nvSpPr>
          <p:cNvPr id="53" name="TextBox 52">
            <a:extLst>
              <a:ext uri="{FF2B5EF4-FFF2-40B4-BE49-F238E27FC236}">
                <a16:creationId xmlns:a16="http://schemas.microsoft.com/office/drawing/2014/main" id="{1A27F9B6-A959-7DFE-8C19-C53A0FAD63D2}"/>
              </a:ext>
            </a:extLst>
          </p:cNvPr>
          <p:cNvSpPr txBox="1"/>
          <p:nvPr/>
        </p:nvSpPr>
        <p:spPr>
          <a:xfrm>
            <a:off x="33459845" y="27904170"/>
            <a:ext cx="18386513" cy="980751"/>
          </a:xfrm>
          <a:prstGeom prst="rect">
            <a:avLst/>
          </a:prstGeom>
          <a:noFill/>
        </p:spPr>
        <p:txBody>
          <a:bodyPr wrap="square">
            <a:spAutoFit/>
          </a:bodyPr>
          <a:lstStyle/>
          <a:p>
            <a:pPr algn="ctr"/>
            <a:r>
              <a:rPr lang="en-US" altLang="zh-CN" sz="5400" b="1" u="sng" dirty="0">
                <a:latin typeface="STKaiti" panose="02010600040101010101" pitchFamily="2" charset="-122"/>
                <a:ea typeface="STKaiti" panose="02010600040101010101" pitchFamily="2" charset="-122"/>
                <a:cs typeface="Calibri" panose="020F0502020204030204" pitchFamily="34" charset="0"/>
              </a:rPr>
              <a:t>(</a:t>
            </a:r>
            <a:r>
              <a:rPr lang="en-US" altLang="zh-CN" sz="5400" b="1" i="1" u="sng" dirty="0" err="1">
                <a:latin typeface="STKaiti" panose="02010600040101010101" pitchFamily="2" charset="-122"/>
                <a:ea typeface="STKaiti" panose="02010600040101010101" pitchFamily="2" charset="-122"/>
                <a:cs typeface="Calibri" panose="020F0502020204030204" pitchFamily="34" charset="0"/>
              </a:rPr>
              <a:t>iScience</a:t>
            </a:r>
            <a:r>
              <a:rPr lang="en-US" altLang="zh-CN" sz="5400" b="1" i="1" u="sng" dirty="0">
                <a:latin typeface="STKaiti" panose="02010600040101010101" pitchFamily="2" charset="-122"/>
                <a:ea typeface="STKaiti" panose="02010600040101010101" pitchFamily="2" charset="-122"/>
                <a:cs typeface="Calibri" panose="020F0502020204030204" pitchFamily="34" charset="0"/>
              </a:rPr>
              <a:t>, </a:t>
            </a:r>
            <a:r>
              <a:rPr lang="en-US" altLang="zh-CN" sz="5400" b="1" dirty="0">
                <a:latin typeface="STKaiti" panose="02010600040101010101" pitchFamily="2" charset="-122"/>
                <a:ea typeface="STKaiti" panose="02010600040101010101" pitchFamily="2" charset="-122"/>
                <a:cs typeface="Calibri" panose="020F0502020204030204" pitchFamily="34" charset="0"/>
              </a:rPr>
              <a:t>2026, Accepted)</a:t>
            </a:r>
            <a:endParaRPr lang="zh-CN" altLang="en-US" sz="5400" b="1" baseline="30000" dirty="0">
              <a:latin typeface="STKaiti" panose="02010600040101010101" pitchFamily="2" charset="-122"/>
              <a:ea typeface="STKaiti" panose="02010600040101010101" pitchFamily="2" charset="-122"/>
              <a:cs typeface="Calibri" panose="020F0502020204030204" pitchFamily="34" charset="0"/>
            </a:endParaRPr>
          </a:p>
        </p:txBody>
      </p:sp>
      <p:sp>
        <p:nvSpPr>
          <p:cNvPr id="82" name="矩形 15">
            <a:extLst>
              <a:ext uri="{FF2B5EF4-FFF2-40B4-BE49-F238E27FC236}">
                <a16:creationId xmlns:a16="http://schemas.microsoft.com/office/drawing/2014/main" id="{2A08FD44-0127-E582-4D6E-50E2585E83B1}"/>
              </a:ext>
            </a:extLst>
          </p:cNvPr>
          <p:cNvSpPr/>
          <p:nvPr/>
        </p:nvSpPr>
        <p:spPr>
          <a:xfrm>
            <a:off x="33718696" y="16630465"/>
            <a:ext cx="16575507" cy="13186933"/>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dirty="0">
              <a:latin typeface="STKaiti" panose="02010600040101010101" pitchFamily="2" charset="-122"/>
              <a:ea typeface="STKaiti" panose="02010600040101010101" pitchFamily="2" charset="-122"/>
            </a:endParaRPr>
          </a:p>
        </p:txBody>
      </p:sp>
      <p:sp>
        <p:nvSpPr>
          <p:cNvPr id="83" name="矩形 15">
            <a:extLst>
              <a:ext uri="{FF2B5EF4-FFF2-40B4-BE49-F238E27FC236}">
                <a16:creationId xmlns:a16="http://schemas.microsoft.com/office/drawing/2014/main" id="{CA196DD3-71B6-0902-B4E6-7AA7BA47B1E6}"/>
              </a:ext>
            </a:extLst>
          </p:cNvPr>
          <p:cNvSpPr/>
          <p:nvPr/>
        </p:nvSpPr>
        <p:spPr>
          <a:xfrm>
            <a:off x="18400082" y="16630467"/>
            <a:ext cx="14855140" cy="13186933"/>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84" name="矩形 15">
            <a:extLst>
              <a:ext uri="{FF2B5EF4-FFF2-40B4-BE49-F238E27FC236}">
                <a16:creationId xmlns:a16="http://schemas.microsoft.com/office/drawing/2014/main" id="{87E62507-39AC-DBC3-4758-B1442BACED64}"/>
              </a:ext>
            </a:extLst>
          </p:cNvPr>
          <p:cNvSpPr/>
          <p:nvPr/>
        </p:nvSpPr>
        <p:spPr>
          <a:xfrm>
            <a:off x="516834" y="16630467"/>
            <a:ext cx="17310017" cy="13186933"/>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85" name="矩形 15">
            <a:extLst>
              <a:ext uri="{FF2B5EF4-FFF2-40B4-BE49-F238E27FC236}">
                <a16:creationId xmlns:a16="http://schemas.microsoft.com/office/drawing/2014/main" id="{E10CF1F0-DC52-C183-F5D2-0F284C2C3636}"/>
              </a:ext>
            </a:extLst>
          </p:cNvPr>
          <p:cNvSpPr/>
          <p:nvPr/>
        </p:nvSpPr>
        <p:spPr>
          <a:xfrm>
            <a:off x="34403840" y="3993056"/>
            <a:ext cx="15801073" cy="12122488"/>
          </a:xfrm>
          <a:prstGeom prst="rect">
            <a:avLst/>
          </a:prstGeom>
          <a:noFill/>
          <a:ln w="50800" cap="flat" cmpd="sng" algn="ctr">
            <a:solidFill>
              <a:schemeClr val="accent1">
                <a:lumMod val="75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CN" altLang="en-US" sz="7580">
              <a:latin typeface="STKaiti" panose="02010600040101010101" pitchFamily="2" charset="-122"/>
              <a:ea typeface="STKaiti" panose="02010600040101010101" pitchFamily="2" charset="-122"/>
            </a:endParaRPr>
          </a:p>
        </p:txBody>
      </p:sp>
      <p:sp>
        <p:nvSpPr>
          <p:cNvPr id="63" name="TextBox 62">
            <a:extLst>
              <a:ext uri="{FF2B5EF4-FFF2-40B4-BE49-F238E27FC236}">
                <a16:creationId xmlns:a16="http://schemas.microsoft.com/office/drawing/2014/main" id="{4AB58F2D-5CE0-5189-1343-1C5613FE9F77}"/>
              </a:ext>
            </a:extLst>
          </p:cNvPr>
          <p:cNvSpPr txBox="1"/>
          <p:nvPr/>
        </p:nvSpPr>
        <p:spPr>
          <a:xfrm>
            <a:off x="4737578" y="16982365"/>
            <a:ext cx="8892377" cy="923330"/>
          </a:xfrm>
          <a:prstGeom prst="rect">
            <a:avLst/>
          </a:prstGeom>
          <a:noFill/>
        </p:spPr>
        <p:txBody>
          <a:bodyPr wrap="square">
            <a:spAutoFit/>
          </a:bodyPr>
          <a:lstStyle/>
          <a:p>
            <a:pPr algn="ctr"/>
            <a:r>
              <a:rPr lang="zh-CN" altLang="en-US" sz="5400" b="1" dirty="0">
                <a:latin typeface="STKaiti" panose="02010600040101010101" pitchFamily="2" charset="-122"/>
                <a:ea typeface="STKaiti" panose="02010600040101010101" pitchFamily="2" charset="-122"/>
                <a:cs typeface="Calibri" panose="020F0502020204030204" pitchFamily="34" charset="0"/>
              </a:rPr>
              <a:t>不规则放电模型动力学解释</a:t>
            </a:r>
          </a:p>
        </p:txBody>
      </p:sp>
      <p:sp>
        <p:nvSpPr>
          <p:cNvPr id="68" name="TextBox 67">
            <a:extLst>
              <a:ext uri="{FF2B5EF4-FFF2-40B4-BE49-F238E27FC236}">
                <a16:creationId xmlns:a16="http://schemas.microsoft.com/office/drawing/2014/main" id="{1C5E18E4-09E8-2ED9-5426-CAA07C03D83C}"/>
              </a:ext>
            </a:extLst>
          </p:cNvPr>
          <p:cNvSpPr txBox="1"/>
          <p:nvPr/>
        </p:nvSpPr>
        <p:spPr>
          <a:xfrm>
            <a:off x="20501549" y="16982365"/>
            <a:ext cx="10581528" cy="1754326"/>
          </a:xfrm>
          <a:prstGeom prst="rect">
            <a:avLst/>
          </a:prstGeom>
          <a:noFill/>
        </p:spPr>
        <p:txBody>
          <a:bodyPr wrap="square">
            <a:spAutoFit/>
          </a:bodyPr>
          <a:lstStyle/>
          <a:p>
            <a:pPr algn="ctr"/>
            <a:r>
              <a:rPr lang="en-US" altLang="zh-CN" sz="5400" b="1" dirty="0">
                <a:latin typeface="STKaiti" panose="02010600040101010101" pitchFamily="2" charset="-122"/>
                <a:ea typeface="STKaiti" panose="02010600040101010101" pitchFamily="2" charset="-122"/>
                <a:cs typeface="Calibri" panose="020F0502020204030204" pitchFamily="34" charset="0"/>
              </a:rPr>
              <a:t>VIP</a:t>
            </a:r>
            <a:r>
              <a:rPr lang="zh-CN" altLang="en-US" sz="5400" b="1" dirty="0">
                <a:latin typeface="STKaiti" panose="02010600040101010101" pitchFamily="2" charset="-122"/>
                <a:ea typeface="STKaiti" panose="02010600040101010101" pitchFamily="2" charset="-122"/>
                <a:cs typeface="Calibri" panose="020F0502020204030204" pitchFamily="34" charset="0"/>
              </a:rPr>
              <a:t>的不规则放电来源于</a:t>
            </a:r>
            <a:r>
              <a:rPr lang="en-US" altLang="zh-CN" sz="5400" b="1" dirty="0">
                <a:latin typeface="STKaiti" panose="02010600040101010101" pitchFamily="2" charset="-122"/>
                <a:ea typeface="STKaiti" panose="02010600040101010101" pitchFamily="2" charset="-122"/>
                <a:cs typeface="Calibri" panose="020F0502020204030204" pitchFamily="34" charset="0"/>
              </a:rPr>
              <a:t>SIK</a:t>
            </a:r>
            <a:r>
              <a:rPr lang="zh-CN" altLang="en-US" sz="5400" b="1" dirty="0">
                <a:latin typeface="STKaiti" panose="02010600040101010101" pitchFamily="2" charset="-122"/>
                <a:ea typeface="STKaiti" panose="02010600040101010101" pitchFamily="2" charset="-122"/>
                <a:cs typeface="Calibri" panose="020F0502020204030204" pitchFamily="34" charset="0"/>
              </a:rPr>
              <a:t>电流和自适应电流的相互作用</a:t>
            </a:r>
          </a:p>
        </p:txBody>
      </p:sp>
      <p:sp>
        <p:nvSpPr>
          <p:cNvPr id="22" name="TextBox 21">
            <a:extLst>
              <a:ext uri="{FF2B5EF4-FFF2-40B4-BE49-F238E27FC236}">
                <a16:creationId xmlns:a16="http://schemas.microsoft.com/office/drawing/2014/main" id="{F4D577CD-549A-56A0-0644-B57E44410250}"/>
              </a:ext>
            </a:extLst>
          </p:cNvPr>
          <p:cNvSpPr txBox="1"/>
          <p:nvPr/>
        </p:nvSpPr>
        <p:spPr>
          <a:xfrm>
            <a:off x="33771131" y="16982365"/>
            <a:ext cx="18386513" cy="980751"/>
          </a:xfrm>
          <a:prstGeom prst="rect">
            <a:avLst/>
          </a:prstGeom>
          <a:noFill/>
        </p:spPr>
        <p:txBody>
          <a:bodyPr wrap="square">
            <a:spAutoFit/>
          </a:bodyPr>
          <a:lstStyle/>
          <a:p>
            <a:pPr algn="ctr"/>
            <a:r>
              <a:rPr lang="zh-CN" altLang="en-US" sz="5400" b="1" dirty="0">
                <a:latin typeface="STKaiti" panose="02010600040101010101" pitchFamily="2" charset="-122"/>
                <a:ea typeface="STKaiti" panose="02010600040101010101" pitchFamily="2" charset="-122"/>
                <a:cs typeface="Calibri" panose="020F0502020204030204" pitchFamily="34" charset="0"/>
              </a:rPr>
              <a:t>转录组数据和电生理表现型的因果关系</a:t>
            </a:r>
            <a:endParaRPr lang="zh-CN" altLang="en-US" sz="5400" b="1" baseline="30000" dirty="0">
              <a:latin typeface="STKaiti" panose="02010600040101010101" pitchFamily="2" charset="-122"/>
              <a:ea typeface="STKaiti" panose="02010600040101010101" pitchFamily="2" charset="-122"/>
              <a:cs typeface="Calibri" panose="020F050202020403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JkOGUwOGQ5ZDA4OTc4OTY4YTcxNWU1MTM5Yjk0ZWI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116</TotalTime>
  <Words>1646</Words>
  <Application>Microsoft Office PowerPoint</Application>
  <PresentationFormat>Custom</PresentationFormat>
  <Paragraphs>172</Paragraphs>
  <Slides>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等线</vt:lpstr>
      <vt:lpstr>STKaiti</vt:lpstr>
      <vt:lpstr>Arial</vt:lpstr>
      <vt:lpstr>Calibri</vt:lpstr>
      <vt:lpstr>Calibri Light</vt:lpstr>
      <vt:lpstr>Cambria Math</vt:lpstr>
      <vt:lpstr>Times New Roman</vt:lpstr>
      <vt:lpstr>Office 主题​​</vt:lpstr>
      <vt:lpstr>PowerPoint Presentation</vt:lpstr>
      <vt:lpstr>PowerPoint Presentation</vt:lpstr>
      <vt:lpstr>PowerPoint Presentation</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Hongyu Meng</cp:lastModifiedBy>
  <cp:revision>94</cp:revision>
  <dcterms:created xsi:type="dcterms:W3CDTF">2016-10-09T03:47:00Z</dcterms:created>
  <dcterms:modified xsi:type="dcterms:W3CDTF">2026-08-25T03:52:37Z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449EAE2A39FD4C07871D8C58F2C120B0_12</vt:lpwstr>
  </property>
  <property fmtid="{D5CDD505-2E9C-101B-9397-08002B2CF9AE}" pid="3" name="KSOProductBuildVer">
    <vt:lpwstr>2052-12.1.0.18608</vt:lpwstr>
  </property>
</Properties>
</file>